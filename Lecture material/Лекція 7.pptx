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ppt/diagrams/data65.xml" ContentType="application/vnd.openxmlformats-officedocument.drawingml.diagramData+xml"/>
  <Override PartName="/ppt/diagrams/layout65.xml" ContentType="application/vnd.openxmlformats-officedocument.drawingml.diagramLayout+xml"/>
  <Override PartName="/ppt/diagrams/quickStyle65.xml" ContentType="application/vnd.openxmlformats-officedocument.drawingml.diagramStyle+xml"/>
  <Override PartName="/ppt/diagrams/colors65.xml" ContentType="application/vnd.openxmlformats-officedocument.drawingml.diagramColors+xml"/>
  <Override PartName="/ppt/diagrams/drawing65.xml" ContentType="application/vnd.ms-office.drawingml.diagramDrawing+xml"/>
  <Override PartName="/ppt/diagrams/data66.xml" ContentType="application/vnd.openxmlformats-officedocument.drawingml.diagramData+xml"/>
  <Override PartName="/ppt/diagrams/layout66.xml" ContentType="application/vnd.openxmlformats-officedocument.drawingml.diagramLayout+xml"/>
  <Override PartName="/ppt/diagrams/quickStyle66.xml" ContentType="application/vnd.openxmlformats-officedocument.drawingml.diagramStyle+xml"/>
  <Override PartName="/ppt/diagrams/colors66.xml" ContentType="application/vnd.openxmlformats-officedocument.drawingml.diagramColors+xml"/>
  <Override PartName="/ppt/diagrams/drawing66.xml" ContentType="application/vnd.ms-office.drawingml.diagramDrawing+xml"/>
  <Override PartName="/ppt/diagrams/data67.xml" ContentType="application/vnd.openxmlformats-officedocument.drawingml.diagramData+xml"/>
  <Override PartName="/ppt/diagrams/layout67.xml" ContentType="application/vnd.openxmlformats-officedocument.drawingml.diagramLayout+xml"/>
  <Override PartName="/ppt/diagrams/quickStyle67.xml" ContentType="application/vnd.openxmlformats-officedocument.drawingml.diagramStyle+xml"/>
  <Override PartName="/ppt/diagrams/colors67.xml" ContentType="application/vnd.openxmlformats-officedocument.drawingml.diagramColors+xml"/>
  <Override PartName="/ppt/diagrams/drawing67.xml" ContentType="application/vnd.ms-office.drawingml.diagramDrawing+xml"/>
  <Override PartName="/ppt/diagrams/data68.xml" ContentType="application/vnd.openxmlformats-officedocument.drawingml.diagramData+xml"/>
  <Override PartName="/ppt/diagrams/layout68.xml" ContentType="application/vnd.openxmlformats-officedocument.drawingml.diagramLayout+xml"/>
  <Override PartName="/ppt/diagrams/quickStyle68.xml" ContentType="application/vnd.openxmlformats-officedocument.drawingml.diagramStyle+xml"/>
  <Override PartName="/ppt/diagrams/colors68.xml" ContentType="application/vnd.openxmlformats-officedocument.drawingml.diagramColors+xml"/>
  <Override PartName="/ppt/diagrams/drawing68.xml" ContentType="application/vnd.ms-office.drawingml.diagramDrawing+xml"/>
  <Override PartName="/ppt/diagrams/data69.xml" ContentType="application/vnd.openxmlformats-officedocument.drawingml.diagramData+xml"/>
  <Override PartName="/ppt/diagrams/layout69.xml" ContentType="application/vnd.openxmlformats-officedocument.drawingml.diagramLayout+xml"/>
  <Override PartName="/ppt/diagrams/quickStyle69.xml" ContentType="application/vnd.openxmlformats-officedocument.drawingml.diagramStyle+xml"/>
  <Override PartName="/ppt/diagrams/colors69.xml" ContentType="application/vnd.openxmlformats-officedocument.drawingml.diagramColors+xml"/>
  <Override PartName="/ppt/diagrams/drawing69.xml" ContentType="application/vnd.ms-office.drawingml.diagramDrawing+xml"/>
  <Override PartName="/ppt/diagrams/data70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rawing70.xml" ContentType="application/vnd.ms-office.drawingml.diagramDrawing+xml"/>
  <Override PartName="/ppt/diagrams/data71.xml" ContentType="application/vnd.openxmlformats-officedocument.drawingml.diagramData+xml"/>
  <Override PartName="/ppt/diagrams/layout71.xml" ContentType="application/vnd.openxmlformats-officedocument.drawingml.diagramLayout+xml"/>
  <Override PartName="/ppt/diagrams/quickStyle71.xml" ContentType="application/vnd.openxmlformats-officedocument.drawingml.diagramStyle+xml"/>
  <Override PartName="/ppt/diagrams/colors71.xml" ContentType="application/vnd.openxmlformats-officedocument.drawingml.diagramColors+xml"/>
  <Override PartName="/ppt/diagrams/drawing71.xml" ContentType="application/vnd.ms-office.drawingml.diagramDrawing+xml"/>
  <Override PartName="/ppt/diagrams/data72.xml" ContentType="application/vnd.openxmlformats-officedocument.drawingml.diagramData+xml"/>
  <Override PartName="/ppt/diagrams/layout72.xml" ContentType="application/vnd.openxmlformats-officedocument.drawingml.diagramLayout+xml"/>
  <Override PartName="/ppt/diagrams/quickStyle72.xml" ContentType="application/vnd.openxmlformats-officedocument.drawingml.diagramStyle+xml"/>
  <Override PartName="/ppt/diagrams/colors72.xml" ContentType="application/vnd.openxmlformats-officedocument.drawingml.diagramColors+xml"/>
  <Override PartName="/ppt/diagrams/drawing72.xml" ContentType="application/vnd.ms-office.drawingml.diagramDrawing+xml"/>
  <Override PartName="/ppt/diagrams/data73.xml" ContentType="application/vnd.openxmlformats-officedocument.drawingml.diagramData+xml"/>
  <Override PartName="/ppt/diagrams/layout73.xml" ContentType="application/vnd.openxmlformats-officedocument.drawingml.diagramLayout+xml"/>
  <Override PartName="/ppt/diagrams/quickStyle73.xml" ContentType="application/vnd.openxmlformats-officedocument.drawingml.diagramStyle+xml"/>
  <Override PartName="/ppt/diagrams/colors73.xml" ContentType="application/vnd.openxmlformats-officedocument.drawingml.diagramColors+xml"/>
  <Override PartName="/ppt/diagrams/drawing73.xml" ContentType="application/vnd.ms-office.drawingml.diagramDrawing+xml"/>
  <Override PartName="/ppt/diagrams/data74.xml" ContentType="application/vnd.openxmlformats-officedocument.drawingml.diagramData+xml"/>
  <Override PartName="/ppt/diagrams/layout74.xml" ContentType="application/vnd.openxmlformats-officedocument.drawingml.diagramLayout+xml"/>
  <Override PartName="/ppt/diagrams/quickStyle74.xml" ContentType="application/vnd.openxmlformats-officedocument.drawingml.diagramStyle+xml"/>
  <Override PartName="/ppt/diagrams/colors74.xml" ContentType="application/vnd.openxmlformats-officedocument.drawingml.diagramColors+xml"/>
  <Override PartName="/ppt/diagrams/drawing74.xml" ContentType="application/vnd.ms-office.drawingml.diagramDrawing+xml"/>
  <Override PartName="/ppt/diagrams/data75.xml" ContentType="application/vnd.openxmlformats-officedocument.drawingml.diagramData+xml"/>
  <Override PartName="/ppt/diagrams/layout75.xml" ContentType="application/vnd.openxmlformats-officedocument.drawingml.diagramLayout+xml"/>
  <Override PartName="/ppt/diagrams/quickStyle75.xml" ContentType="application/vnd.openxmlformats-officedocument.drawingml.diagramStyle+xml"/>
  <Override PartName="/ppt/diagrams/colors75.xml" ContentType="application/vnd.openxmlformats-officedocument.drawingml.diagramColors+xml"/>
  <Override PartName="/ppt/diagrams/drawing75.xml" ContentType="application/vnd.ms-office.drawingml.diagramDrawing+xml"/>
  <Override PartName="/ppt/diagrams/data76.xml" ContentType="application/vnd.openxmlformats-officedocument.drawingml.diagramData+xml"/>
  <Override PartName="/ppt/diagrams/layout76.xml" ContentType="application/vnd.openxmlformats-officedocument.drawingml.diagramLayout+xml"/>
  <Override PartName="/ppt/diagrams/quickStyle76.xml" ContentType="application/vnd.openxmlformats-officedocument.drawingml.diagramStyle+xml"/>
  <Override PartName="/ppt/diagrams/colors76.xml" ContentType="application/vnd.openxmlformats-officedocument.drawingml.diagramColors+xml"/>
  <Override PartName="/ppt/diagrams/drawing76.xml" ContentType="application/vnd.ms-office.drawingml.diagramDrawing+xml"/>
  <Override PartName="/ppt/diagrams/data77.xml" ContentType="application/vnd.openxmlformats-officedocument.drawingml.diagramData+xml"/>
  <Override PartName="/ppt/diagrams/layout77.xml" ContentType="application/vnd.openxmlformats-officedocument.drawingml.diagramLayout+xml"/>
  <Override PartName="/ppt/diagrams/quickStyle77.xml" ContentType="application/vnd.openxmlformats-officedocument.drawingml.diagramStyle+xml"/>
  <Override PartName="/ppt/diagrams/colors77.xml" ContentType="application/vnd.openxmlformats-officedocument.drawingml.diagramColors+xml"/>
  <Override PartName="/ppt/diagrams/drawing77.xml" ContentType="application/vnd.ms-office.drawingml.diagramDrawing+xml"/>
  <Override PartName="/ppt/diagrams/data78.xml" ContentType="application/vnd.openxmlformats-officedocument.drawingml.diagramData+xml"/>
  <Override PartName="/ppt/diagrams/layout78.xml" ContentType="application/vnd.openxmlformats-officedocument.drawingml.diagramLayout+xml"/>
  <Override PartName="/ppt/diagrams/quickStyle78.xml" ContentType="application/vnd.openxmlformats-officedocument.drawingml.diagramStyle+xml"/>
  <Override PartName="/ppt/diagrams/colors78.xml" ContentType="application/vnd.openxmlformats-officedocument.drawingml.diagramColors+xml"/>
  <Override PartName="/ppt/diagrams/drawing78.xml" ContentType="application/vnd.ms-office.drawingml.diagramDrawing+xml"/>
  <Override PartName="/ppt/diagrams/data79.xml" ContentType="application/vnd.openxmlformats-officedocument.drawingml.diagramData+xml"/>
  <Override PartName="/ppt/diagrams/layout79.xml" ContentType="application/vnd.openxmlformats-officedocument.drawingml.diagramLayout+xml"/>
  <Override PartName="/ppt/diagrams/quickStyle79.xml" ContentType="application/vnd.openxmlformats-officedocument.drawingml.diagramStyle+xml"/>
  <Override PartName="/ppt/diagrams/colors79.xml" ContentType="application/vnd.openxmlformats-officedocument.drawingml.diagramColors+xml"/>
  <Override PartName="/ppt/diagrams/drawing79.xml" ContentType="application/vnd.ms-office.drawingml.diagramDrawing+xml"/>
  <Override PartName="/ppt/diagrams/data80.xml" ContentType="application/vnd.openxmlformats-officedocument.drawingml.diagramData+xml"/>
  <Override PartName="/ppt/diagrams/layout80.xml" ContentType="application/vnd.openxmlformats-officedocument.drawingml.diagramLayout+xml"/>
  <Override PartName="/ppt/diagrams/quickStyle80.xml" ContentType="application/vnd.openxmlformats-officedocument.drawingml.diagramStyle+xml"/>
  <Override PartName="/ppt/diagrams/colors80.xml" ContentType="application/vnd.openxmlformats-officedocument.drawingml.diagramColors+xml"/>
  <Override PartName="/ppt/diagrams/drawing80.xml" ContentType="application/vnd.ms-office.drawingml.diagramDrawing+xml"/>
  <Override PartName="/ppt/diagrams/data81.xml" ContentType="application/vnd.openxmlformats-officedocument.drawingml.diagramData+xml"/>
  <Override PartName="/ppt/diagrams/layout81.xml" ContentType="application/vnd.openxmlformats-officedocument.drawingml.diagramLayout+xml"/>
  <Override PartName="/ppt/diagrams/quickStyle81.xml" ContentType="application/vnd.openxmlformats-officedocument.drawingml.diagramStyle+xml"/>
  <Override PartName="/ppt/diagrams/colors81.xml" ContentType="application/vnd.openxmlformats-officedocument.drawingml.diagramColors+xml"/>
  <Override PartName="/ppt/diagrams/drawing81.xml" ContentType="application/vnd.ms-office.drawingml.diagramDrawing+xml"/>
  <Override PartName="/ppt/diagrams/data82.xml" ContentType="application/vnd.openxmlformats-officedocument.drawingml.diagramData+xml"/>
  <Override PartName="/ppt/diagrams/layout82.xml" ContentType="application/vnd.openxmlformats-officedocument.drawingml.diagramLayout+xml"/>
  <Override PartName="/ppt/diagrams/quickStyle82.xml" ContentType="application/vnd.openxmlformats-officedocument.drawingml.diagramStyle+xml"/>
  <Override PartName="/ppt/diagrams/colors82.xml" ContentType="application/vnd.openxmlformats-officedocument.drawingml.diagramColors+xml"/>
  <Override PartName="/ppt/diagrams/drawing82.xml" ContentType="application/vnd.ms-office.drawingml.diagramDrawing+xml"/>
  <Override PartName="/ppt/diagrams/data83.xml" ContentType="application/vnd.openxmlformats-officedocument.drawingml.diagramData+xml"/>
  <Override PartName="/ppt/diagrams/layout83.xml" ContentType="application/vnd.openxmlformats-officedocument.drawingml.diagramLayout+xml"/>
  <Override PartName="/ppt/diagrams/quickStyle83.xml" ContentType="application/vnd.openxmlformats-officedocument.drawingml.diagramStyle+xml"/>
  <Override PartName="/ppt/diagrams/colors83.xml" ContentType="application/vnd.openxmlformats-officedocument.drawingml.diagramColors+xml"/>
  <Override PartName="/ppt/diagrams/drawing83.xml" ContentType="application/vnd.ms-office.drawingml.diagramDrawing+xml"/>
  <Override PartName="/ppt/diagrams/data84.xml" ContentType="application/vnd.openxmlformats-officedocument.drawingml.diagramData+xml"/>
  <Override PartName="/ppt/diagrams/layout84.xml" ContentType="application/vnd.openxmlformats-officedocument.drawingml.diagramLayout+xml"/>
  <Override PartName="/ppt/diagrams/quickStyle84.xml" ContentType="application/vnd.openxmlformats-officedocument.drawingml.diagramStyle+xml"/>
  <Override PartName="/ppt/diagrams/colors84.xml" ContentType="application/vnd.openxmlformats-officedocument.drawingml.diagramColors+xml"/>
  <Override PartName="/ppt/diagrams/drawing8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sldIdLst>
    <p:sldId id="256" r:id="rId2"/>
    <p:sldId id="322" r:id="rId3"/>
    <p:sldId id="323" r:id="rId4"/>
    <p:sldId id="324" r:id="rId5"/>
    <p:sldId id="325" r:id="rId6"/>
    <p:sldId id="326" r:id="rId7"/>
    <p:sldId id="327" r:id="rId8"/>
    <p:sldId id="328" r:id="rId9"/>
    <p:sldId id="329" r:id="rId10"/>
    <p:sldId id="330" r:id="rId11"/>
    <p:sldId id="331" r:id="rId12"/>
    <p:sldId id="332" r:id="rId13"/>
    <p:sldId id="299" r:id="rId14"/>
    <p:sldId id="313" r:id="rId15"/>
    <p:sldId id="304" r:id="rId16"/>
    <p:sldId id="277" r:id="rId17"/>
    <p:sldId id="287" r:id="rId18"/>
    <p:sldId id="288" r:id="rId19"/>
    <p:sldId id="259" r:id="rId20"/>
    <p:sldId id="301" r:id="rId21"/>
    <p:sldId id="311" r:id="rId22"/>
    <p:sldId id="310" r:id="rId23"/>
    <p:sldId id="281" r:id="rId24"/>
    <p:sldId id="315" r:id="rId25"/>
    <p:sldId id="263" r:id="rId26"/>
    <p:sldId id="273" r:id="rId27"/>
    <p:sldId id="293" r:id="rId28"/>
    <p:sldId id="303" r:id="rId29"/>
    <p:sldId id="275" r:id="rId30"/>
    <p:sldId id="312" r:id="rId31"/>
    <p:sldId id="268" r:id="rId32"/>
    <p:sldId id="278" r:id="rId33"/>
    <p:sldId id="319" r:id="rId34"/>
    <p:sldId id="320" r:id="rId35"/>
    <p:sldId id="267" r:id="rId36"/>
    <p:sldId id="294" r:id="rId37"/>
    <p:sldId id="272" r:id="rId38"/>
    <p:sldId id="286" r:id="rId39"/>
    <p:sldId id="316" r:id="rId40"/>
    <p:sldId id="317" r:id="rId41"/>
    <p:sldId id="318" r:id="rId42"/>
    <p:sldId id="289" r:id="rId43"/>
    <p:sldId id="314" r:id="rId44"/>
    <p:sldId id="258" r:id="rId45"/>
    <p:sldId id="321" r:id="rId46"/>
    <p:sldId id="290" r:id="rId47"/>
    <p:sldId id="309" r:id="rId48"/>
    <p:sldId id="285" r:id="rId49"/>
    <p:sldId id="280" r:id="rId50"/>
    <p:sldId id="300" r:id="rId51"/>
    <p:sldId id="257" r:id="rId52"/>
    <p:sldId id="264" r:id="rId53"/>
    <p:sldId id="282" r:id="rId54"/>
    <p:sldId id="279" r:id="rId55"/>
    <p:sldId id="305" r:id="rId56"/>
    <p:sldId id="295" r:id="rId57"/>
    <p:sldId id="296" r:id="rId58"/>
    <p:sldId id="297" r:id="rId59"/>
    <p:sldId id="298" r:id="rId60"/>
    <p:sldId id="270" r:id="rId61"/>
    <p:sldId id="262" r:id="rId62"/>
    <p:sldId id="302" r:id="rId63"/>
    <p:sldId id="284" r:id="rId64"/>
    <p:sldId id="271" r:id="rId65"/>
    <p:sldId id="291" r:id="rId66"/>
    <p:sldId id="274" r:id="rId67"/>
    <p:sldId id="276" r:id="rId68"/>
    <p:sldId id="306" r:id="rId69"/>
    <p:sldId id="292" r:id="rId70"/>
    <p:sldId id="260" r:id="rId71"/>
    <p:sldId id="266" r:id="rId72"/>
    <p:sldId id="261" r:id="rId73"/>
    <p:sldId id="307" r:id="rId74"/>
    <p:sldId id="308" r:id="rId75"/>
    <p:sldId id="283" r:id="rId76"/>
    <p:sldId id="265" r:id="rId77"/>
    <p:sldId id="269" r:id="rId78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9F691A3D-D511-44A5-954F-A9716D80313A}">
          <p14:sldIdLst>
            <p14:sldId id="256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</p14:sldIdLst>
        </p14:section>
        <p14:section name="Політика" id="{7CBB690B-5B70-4101-ADBD-009298A2B417}">
          <p14:sldIdLst>
            <p14:sldId id="299"/>
            <p14:sldId id="313"/>
            <p14:sldId id="304"/>
            <p14:sldId id="277"/>
            <p14:sldId id="287"/>
            <p14:sldId id="288"/>
          </p14:sldIdLst>
        </p14:section>
        <p14:section name="Запровадження християнства" id="{234A5C11-91A5-4A1B-AADD-55160F277E4C}">
          <p14:sldIdLst>
            <p14:sldId id="259"/>
            <p14:sldId id="301"/>
            <p14:sldId id="311"/>
            <p14:sldId id="310"/>
            <p14:sldId id="281"/>
            <p14:sldId id="315"/>
            <p14:sldId id="263"/>
            <p14:sldId id="273"/>
            <p14:sldId id="293"/>
            <p14:sldId id="303"/>
          </p14:sldIdLst>
        </p14:section>
        <p14:section name="Політика 2" id="{A062DCCD-1602-443B-8C15-D80550EA458B}">
          <p14:sldIdLst>
            <p14:sldId id="275"/>
            <p14:sldId id="312"/>
            <p14:sldId id="268"/>
            <p14:sldId id="278"/>
            <p14:sldId id="319"/>
            <p14:sldId id="320"/>
            <p14:sldId id="267"/>
            <p14:sldId id="294"/>
            <p14:sldId id="272"/>
            <p14:sldId id="286"/>
            <p14:sldId id="316"/>
            <p14:sldId id="317"/>
            <p14:sldId id="318"/>
            <p14:sldId id="289"/>
            <p14:sldId id="314"/>
            <p14:sldId id="258"/>
            <p14:sldId id="321"/>
            <p14:sldId id="290"/>
            <p14:sldId id="309"/>
            <p14:sldId id="285"/>
            <p14:sldId id="280"/>
            <p14:sldId id="300"/>
          </p14:sldIdLst>
        </p14:section>
        <p14:section name="Встановлення вотчини" id="{C707F7EC-00DB-4335-9BCB-C573FFBC99A7}">
          <p14:sldIdLst>
            <p14:sldId id="257"/>
            <p14:sldId id="264"/>
            <p14:sldId id="282"/>
            <p14:sldId id="279"/>
            <p14:sldId id="305"/>
            <p14:sldId id="295"/>
            <p14:sldId id="296"/>
            <p14:sldId id="297"/>
            <p14:sldId id="298"/>
            <p14:sldId id="270"/>
            <p14:sldId id="262"/>
            <p14:sldId id="302"/>
            <p14:sldId id="284"/>
            <p14:sldId id="271"/>
            <p14:sldId id="291"/>
            <p14:sldId id="274"/>
            <p14:sldId id="276"/>
            <p14:sldId id="306"/>
          </p14:sldIdLst>
        </p14:section>
        <p14:section name="Походи" id="{2FEFEE48-C3E4-49C1-AD72-33D817928460}">
          <p14:sldIdLst>
            <p14:sldId id="292"/>
            <p14:sldId id="260"/>
            <p14:sldId id="266"/>
            <p14:sldId id="261"/>
            <p14:sldId id="307"/>
            <p14:sldId id="308"/>
            <p14:sldId id="283"/>
          </p14:sldIdLst>
        </p14:section>
        <p14:section name="Культура" id="{98551930-1FFF-4D15-B6D6-1EA888114688}">
          <p14:sldIdLst>
            <p14:sldId id="265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881FB5-19A3-491E-9945-431F16DA1BD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5DF2444-8044-447D-8A40-E6BA47807A40}">
      <dgm:prSet/>
      <dgm:spPr/>
      <dgm:t>
        <a:bodyPr/>
        <a:lstStyle/>
        <a:p>
          <a:r>
            <a:rPr lang="uk-UA" b="0" i="1"/>
            <a:t>«Прийшов він у Переяславець. І послав до греків послів, говорячи: “Хочу йти на вас”… І пішов до Царгорода, розорюючи міста. І дали греки йому данину…»</a:t>
          </a:r>
          <a:endParaRPr lang="uk-UA"/>
        </a:p>
      </dgm:t>
    </dgm:pt>
    <dgm:pt modelId="{B93D1B3B-6F0D-4330-8A48-B76838316F6C}" type="parTrans" cxnId="{1FEAE23F-FD7F-44E1-A212-E1D9B96A656F}">
      <dgm:prSet/>
      <dgm:spPr/>
      <dgm:t>
        <a:bodyPr/>
        <a:lstStyle/>
        <a:p>
          <a:endParaRPr lang="uk-UA"/>
        </a:p>
      </dgm:t>
    </dgm:pt>
    <dgm:pt modelId="{8CC118B8-AD4E-4D06-A426-8493DE98E5D3}" type="sibTrans" cxnId="{1FEAE23F-FD7F-44E1-A212-E1D9B96A656F}">
      <dgm:prSet/>
      <dgm:spPr/>
      <dgm:t>
        <a:bodyPr/>
        <a:lstStyle/>
        <a:p>
          <a:endParaRPr lang="uk-UA"/>
        </a:p>
      </dgm:t>
    </dgm:pt>
    <dgm:pt modelId="{399082D6-011C-4440-8753-E81C39D9E9B4}">
      <dgm:prSet/>
      <dgm:spPr/>
      <dgm:t>
        <a:bodyPr/>
        <a:lstStyle/>
        <a:p>
          <a:r>
            <a:rPr lang="uk-UA" b="0" i="1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– ту...»</a:t>
          </a:r>
          <a:endParaRPr lang="uk-UA"/>
        </a:p>
      </dgm:t>
    </dgm:pt>
    <dgm:pt modelId="{2B8C2CDE-1978-4103-A661-6F22F370A388}" type="parTrans" cxnId="{2D7842A1-B99F-41A3-AD6F-D52BAC36F566}">
      <dgm:prSet/>
      <dgm:spPr/>
      <dgm:t>
        <a:bodyPr/>
        <a:lstStyle/>
        <a:p>
          <a:endParaRPr lang="uk-UA"/>
        </a:p>
      </dgm:t>
    </dgm:pt>
    <dgm:pt modelId="{BD257D8C-98D1-4AC4-874D-370AA35196EF}" type="sibTrans" cxnId="{2D7842A1-B99F-41A3-AD6F-D52BAC36F566}">
      <dgm:prSet/>
      <dgm:spPr/>
      <dgm:t>
        <a:bodyPr/>
        <a:lstStyle/>
        <a:p>
          <a:endParaRPr lang="uk-UA"/>
        </a:p>
      </dgm:t>
    </dgm:pt>
    <dgm:pt modelId="{95E8A86B-3172-4286-8EA0-EEED4DB8BF5C}" type="pres">
      <dgm:prSet presAssocID="{2D881FB5-19A3-491E-9945-431F16DA1BD2}" presName="linear" presStyleCnt="0">
        <dgm:presLayoutVars>
          <dgm:animLvl val="lvl"/>
          <dgm:resizeHandles val="exact"/>
        </dgm:presLayoutVars>
      </dgm:prSet>
      <dgm:spPr/>
    </dgm:pt>
    <dgm:pt modelId="{8E957624-D87A-4D37-B814-903E319423B9}" type="pres">
      <dgm:prSet presAssocID="{05DF2444-8044-447D-8A40-E6BA47807A4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3D38263-5AAA-4453-93E0-DDD85144250A}" type="pres">
      <dgm:prSet presAssocID="{8CC118B8-AD4E-4D06-A426-8493DE98E5D3}" presName="spacer" presStyleCnt="0"/>
      <dgm:spPr/>
    </dgm:pt>
    <dgm:pt modelId="{E25123D4-7E71-4D05-8750-990591F743E8}" type="pres">
      <dgm:prSet presAssocID="{399082D6-011C-4440-8753-E81C39D9E9B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FEAE23F-FD7F-44E1-A212-E1D9B96A656F}" srcId="{2D881FB5-19A3-491E-9945-431F16DA1BD2}" destId="{05DF2444-8044-447D-8A40-E6BA47807A40}" srcOrd="0" destOrd="0" parTransId="{B93D1B3B-6F0D-4330-8A48-B76838316F6C}" sibTransId="{8CC118B8-AD4E-4D06-A426-8493DE98E5D3}"/>
    <dgm:cxn modelId="{15C43E48-2423-472E-8D43-07CBF90280E0}" type="presOf" srcId="{2D881FB5-19A3-491E-9945-431F16DA1BD2}" destId="{95E8A86B-3172-4286-8EA0-EEED4DB8BF5C}" srcOrd="0" destOrd="0" presId="urn:microsoft.com/office/officeart/2005/8/layout/vList2"/>
    <dgm:cxn modelId="{A4C14686-0A7E-4AB4-B4C6-48FB5A27CA28}" type="presOf" srcId="{399082D6-011C-4440-8753-E81C39D9E9B4}" destId="{E25123D4-7E71-4D05-8750-990591F743E8}" srcOrd="0" destOrd="0" presId="urn:microsoft.com/office/officeart/2005/8/layout/vList2"/>
    <dgm:cxn modelId="{29654387-102F-4BE1-9F65-F7D7EA32A7DE}" type="presOf" srcId="{05DF2444-8044-447D-8A40-E6BA47807A40}" destId="{8E957624-D87A-4D37-B814-903E319423B9}" srcOrd="0" destOrd="0" presId="urn:microsoft.com/office/officeart/2005/8/layout/vList2"/>
    <dgm:cxn modelId="{2D7842A1-B99F-41A3-AD6F-D52BAC36F566}" srcId="{2D881FB5-19A3-491E-9945-431F16DA1BD2}" destId="{399082D6-011C-4440-8753-E81C39D9E9B4}" srcOrd="1" destOrd="0" parTransId="{2B8C2CDE-1978-4103-A661-6F22F370A388}" sibTransId="{BD257D8C-98D1-4AC4-874D-370AA35196EF}"/>
    <dgm:cxn modelId="{DBC6E57A-0DD2-4DDA-BA8B-4FA087CD36A0}" type="presParOf" srcId="{95E8A86B-3172-4286-8EA0-EEED4DB8BF5C}" destId="{8E957624-D87A-4D37-B814-903E319423B9}" srcOrd="0" destOrd="0" presId="urn:microsoft.com/office/officeart/2005/8/layout/vList2"/>
    <dgm:cxn modelId="{A64D8015-F9D7-4E3E-86E5-02C54CE3C5EE}" type="presParOf" srcId="{95E8A86B-3172-4286-8EA0-EEED4DB8BF5C}" destId="{93D38263-5AAA-4453-93E0-DDD85144250A}" srcOrd="1" destOrd="0" presId="urn:microsoft.com/office/officeart/2005/8/layout/vList2"/>
    <dgm:cxn modelId="{7CA55BD5-3F75-4FB7-8068-A6C8B50A8C5C}" type="presParOf" srcId="{95E8A86B-3172-4286-8EA0-EEED4DB8BF5C}" destId="{E25123D4-7E71-4D05-8750-990591F743E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127FF4-34C9-4B89-88CF-BBBFFCC9C40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A5EC203-D5CA-4732-B536-B7003A608A3B}">
      <dgm:prSet/>
      <dgm:spPr/>
      <dgm:t>
        <a:bodyPr/>
        <a:lstStyle/>
        <a:p>
          <a:r>
            <a:rPr lang="uk-UA" b="0" i="1" dirty="0"/>
            <a:t>«І пішов він на греків, спустошуючи землі їхні. … Греки зустріли їх у човнах з вогнем і стали пускати вогонь трубами на човни руські… І через се не подолали </a:t>
          </a:r>
          <a:r>
            <a:rPr lang="uk-UA" b="0" i="1" dirty="0" err="1"/>
            <a:t>руси</a:t>
          </a:r>
          <a:r>
            <a:rPr lang="uk-UA" b="0" i="1" dirty="0"/>
            <a:t> їх…»</a:t>
          </a:r>
          <a:endParaRPr lang="uk-UA" dirty="0"/>
        </a:p>
      </dgm:t>
    </dgm:pt>
    <dgm:pt modelId="{C557EB2A-016E-48EB-B0CB-747209375F46}" type="parTrans" cxnId="{FA3F1897-C731-4F75-A872-C8040661BDF8}">
      <dgm:prSet/>
      <dgm:spPr/>
      <dgm:t>
        <a:bodyPr/>
        <a:lstStyle/>
        <a:p>
          <a:endParaRPr lang="uk-UA"/>
        </a:p>
      </dgm:t>
    </dgm:pt>
    <dgm:pt modelId="{2A52E155-23B7-4CD5-A7D2-782717C4C72F}" type="sibTrans" cxnId="{FA3F1897-C731-4F75-A872-C8040661BDF8}">
      <dgm:prSet/>
      <dgm:spPr/>
      <dgm:t>
        <a:bodyPr/>
        <a:lstStyle/>
        <a:p>
          <a:endParaRPr lang="uk-UA"/>
        </a:p>
      </dgm:t>
    </dgm:pt>
    <dgm:pt modelId="{01D0A0FE-1DF7-4482-96CB-DE3B3F846706}">
      <dgm:prSet/>
      <dgm:spPr/>
      <dgm:t>
        <a:bodyPr/>
        <a:lstStyle/>
        <a:p>
          <a:r>
            <a:rPr lang="uk-UA" b="0" i="1"/>
            <a:t>«І поставив він кумирів на пагорбі, поза двором княжим: Перуна дерев’яного, – а голова його була срібна, а вус – золотий, – і Хорса, і Дажбога, і Стрибога, і Сімаргла...»</a:t>
          </a:r>
          <a:endParaRPr lang="uk-UA"/>
        </a:p>
      </dgm:t>
    </dgm:pt>
    <dgm:pt modelId="{D1652741-8624-4090-AC33-8CF1B36AA92F}" type="parTrans" cxnId="{432E8947-9F7E-4FDD-A222-26280ABF4722}">
      <dgm:prSet/>
      <dgm:spPr/>
      <dgm:t>
        <a:bodyPr/>
        <a:lstStyle/>
        <a:p>
          <a:endParaRPr lang="uk-UA"/>
        </a:p>
      </dgm:t>
    </dgm:pt>
    <dgm:pt modelId="{AF565C35-CAFF-48A1-B825-36DB06B3CD14}" type="sibTrans" cxnId="{432E8947-9F7E-4FDD-A222-26280ABF4722}">
      <dgm:prSet/>
      <dgm:spPr/>
      <dgm:t>
        <a:bodyPr/>
        <a:lstStyle/>
        <a:p>
          <a:endParaRPr lang="uk-UA"/>
        </a:p>
      </dgm:t>
    </dgm:pt>
    <dgm:pt modelId="{4D2A40B0-B29A-4147-8D4E-8E7BD364227C}" type="pres">
      <dgm:prSet presAssocID="{55127FF4-34C9-4B89-88CF-BBBFFCC9C405}" presName="linear" presStyleCnt="0">
        <dgm:presLayoutVars>
          <dgm:animLvl val="lvl"/>
          <dgm:resizeHandles val="exact"/>
        </dgm:presLayoutVars>
      </dgm:prSet>
      <dgm:spPr/>
    </dgm:pt>
    <dgm:pt modelId="{1600361B-FF52-4409-9E79-72E5B2EE5A03}" type="pres">
      <dgm:prSet presAssocID="{0A5EC203-D5CA-4732-B536-B7003A608A3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D64A4EF-2234-45CA-A0AD-179EF9576A9D}" type="pres">
      <dgm:prSet presAssocID="{2A52E155-23B7-4CD5-A7D2-782717C4C72F}" presName="spacer" presStyleCnt="0"/>
      <dgm:spPr/>
    </dgm:pt>
    <dgm:pt modelId="{B29D9185-5A8E-42F3-ADE4-BB40B6493B07}" type="pres">
      <dgm:prSet presAssocID="{01D0A0FE-1DF7-4482-96CB-DE3B3F84670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235C218-9C3C-4216-9C00-C4829FD3E32B}" type="presOf" srcId="{55127FF4-34C9-4B89-88CF-BBBFFCC9C405}" destId="{4D2A40B0-B29A-4147-8D4E-8E7BD364227C}" srcOrd="0" destOrd="0" presId="urn:microsoft.com/office/officeart/2005/8/layout/vList2"/>
    <dgm:cxn modelId="{432E8947-9F7E-4FDD-A222-26280ABF4722}" srcId="{55127FF4-34C9-4B89-88CF-BBBFFCC9C405}" destId="{01D0A0FE-1DF7-4482-96CB-DE3B3F846706}" srcOrd="1" destOrd="0" parTransId="{D1652741-8624-4090-AC33-8CF1B36AA92F}" sibTransId="{AF565C35-CAFF-48A1-B825-36DB06B3CD14}"/>
    <dgm:cxn modelId="{EAF5A24F-A0A3-41ED-AE3F-DDCCC3CE7726}" type="presOf" srcId="{0A5EC203-D5CA-4732-B536-B7003A608A3B}" destId="{1600361B-FF52-4409-9E79-72E5B2EE5A03}" srcOrd="0" destOrd="0" presId="urn:microsoft.com/office/officeart/2005/8/layout/vList2"/>
    <dgm:cxn modelId="{CF7BDB6F-6552-46D9-9507-886335F6E527}" type="presOf" srcId="{01D0A0FE-1DF7-4482-96CB-DE3B3F846706}" destId="{B29D9185-5A8E-42F3-ADE4-BB40B6493B07}" srcOrd="0" destOrd="0" presId="urn:microsoft.com/office/officeart/2005/8/layout/vList2"/>
    <dgm:cxn modelId="{FA3F1897-C731-4F75-A872-C8040661BDF8}" srcId="{55127FF4-34C9-4B89-88CF-BBBFFCC9C405}" destId="{0A5EC203-D5CA-4732-B536-B7003A608A3B}" srcOrd="0" destOrd="0" parTransId="{C557EB2A-016E-48EB-B0CB-747209375F46}" sibTransId="{2A52E155-23B7-4CD5-A7D2-782717C4C72F}"/>
    <dgm:cxn modelId="{B943EE69-60D6-4FC8-9C20-20C86BC3982F}" type="presParOf" srcId="{4D2A40B0-B29A-4147-8D4E-8E7BD364227C}" destId="{1600361B-FF52-4409-9E79-72E5B2EE5A03}" srcOrd="0" destOrd="0" presId="urn:microsoft.com/office/officeart/2005/8/layout/vList2"/>
    <dgm:cxn modelId="{32AE7E98-959C-4599-A26E-6E0AC3FACEFF}" type="presParOf" srcId="{4D2A40B0-B29A-4147-8D4E-8E7BD364227C}" destId="{BD64A4EF-2234-45CA-A0AD-179EF9576A9D}" srcOrd="1" destOrd="0" presId="urn:microsoft.com/office/officeart/2005/8/layout/vList2"/>
    <dgm:cxn modelId="{3242031C-4636-4053-B76A-7CAB11DEE8C9}" type="presParOf" srcId="{4D2A40B0-B29A-4147-8D4E-8E7BD364227C}" destId="{B29D9185-5A8E-42F3-ADE4-BB40B6493B0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6F2DDD-4585-46A9-9F65-89044910C386}" type="doc">
      <dgm:prSet loTypeId="urn:microsoft.com/office/officeart/2005/8/layout/cycle6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A035783-8466-4ED8-985E-CEC38F4978F1}">
      <dgm:prSet/>
      <dgm:spPr/>
      <dgm:t>
        <a:bodyPr/>
        <a:lstStyle/>
        <a:p>
          <a:r>
            <a:rPr lang="ru-RU" b="0" i="0"/>
            <a:t>Ігор Рюрикович</a:t>
          </a:r>
          <a:endParaRPr lang="uk-UA"/>
        </a:p>
      </dgm:t>
    </dgm:pt>
    <dgm:pt modelId="{2F97C799-4308-469F-A5C2-D022EB91A6EE}" type="parTrans" cxnId="{59F2F299-B602-4553-948E-E8CD55DEE025}">
      <dgm:prSet/>
      <dgm:spPr/>
      <dgm:t>
        <a:bodyPr/>
        <a:lstStyle/>
        <a:p>
          <a:endParaRPr lang="uk-UA"/>
        </a:p>
      </dgm:t>
    </dgm:pt>
    <dgm:pt modelId="{96265E77-833F-4329-BC35-C8D624631525}" type="sibTrans" cxnId="{59F2F299-B602-4553-948E-E8CD55DEE025}">
      <dgm:prSet/>
      <dgm:spPr/>
      <dgm:t>
        <a:bodyPr/>
        <a:lstStyle/>
        <a:p>
          <a:endParaRPr lang="uk-UA"/>
        </a:p>
      </dgm:t>
    </dgm:pt>
    <dgm:pt modelId="{9BAFB28E-A656-4937-989E-5AF776D85AC5}">
      <dgm:prSet/>
      <dgm:spPr/>
      <dgm:t>
        <a:bodyPr/>
        <a:lstStyle/>
        <a:p>
          <a:r>
            <a:rPr lang="ru-RU" b="0" i="0"/>
            <a:t>Святослав Ігоревич</a:t>
          </a:r>
          <a:endParaRPr lang="uk-UA"/>
        </a:p>
      </dgm:t>
    </dgm:pt>
    <dgm:pt modelId="{3E504D67-037F-4E2B-AD62-F9FE43741FDE}" type="parTrans" cxnId="{4E92E495-619B-4E01-B8DF-1758C8320B70}">
      <dgm:prSet/>
      <dgm:spPr/>
      <dgm:t>
        <a:bodyPr/>
        <a:lstStyle/>
        <a:p>
          <a:endParaRPr lang="uk-UA"/>
        </a:p>
      </dgm:t>
    </dgm:pt>
    <dgm:pt modelId="{ED92A37F-2EF3-4B78-81A6-4D0E1C7F1295}" type="sibTrans" cxnId="{4E92E495-619B-4E01-B8DF-1758C8320B70}">
      <dgm:prSet/>
      <dgm:spPr/>
      <dgm:t>
        <a:bodyPr/>
        <a:lstStyle/>
        <a:p>
          <a:endParaRPr lang="uk-UA"/>
        </a:p>
      </dgm:t>
    </dgm:pt>
    <dgm:pt modelId="{8251D74E-BA93-4BAB-A36D-FF4C5DBA0F3C}">
      <dgm:prSet/>
      <dgm:spPr/>
      <dgm:t>
        <a:bodyPr/>
        <a:lstStyle/>
        <a:p>
          <a:r>
            <a:rPr lang="ru-RU" b="0" i="0"/>
            <a:t>Володимир Великий</a:t>
          </a:r>
          <a:endParaRPr lang="uk-UA"/>
        </a:p>
      </dgm:t>
    </dgm:pt>
    <dgm:pt modelId="{68227150-9DA4-428B-9E4C-297A59D7F294}" type="parTrans" cxnId="{D68000C0-A2FC-4775-A067-3FCF17F93DDC}">
      <dgm:prSet/>
      <dgm:spPr/>
      <dgm:t>
        <a:bodyPr/>
        <a:lstStyle/>
        <a:p>
          <a:endParaRPr lang="uk-UA"/>
        </a:p>
      </dgm:t>
    </dgm:pt>
    <dgm:pt modelId="{D0B3C329-8C4A-4782-8099-83A0EF443663}" type="sibTrans" cxnId="{D68000C0-A2FC-4775-A067-3FCF17F93DDC}">
      <dgm:prSet/>
      <dgm:spPr/>
      <dgm:t>
        <a:bodyPr/>
        <a:lstStyle/>
        <a:p>
          <a:endParaRPr lang="uk-UA"/>
        </a:p>
      </dgm:t>
    </dgm:pt>
    <dgm:pt modelId="{44B19A82-6413-4EC6-910B-62F5F7606550}">
      <dgm:prSet/>
      <dgm:spPr/>
      <dgm:t>
        <a:bodyPr/>
        <a:lstStyle/>
        <a:p>
          <a:r>
            <a:rPr lang="ru-RU" b="0" i="0"/>
            <a:t>Ярослав Мудрий</a:t>
          </a:r>
          <a:endParaRPr lang="uk-UA"/>
        </a:p>
      </dgm:t>
    </dgm:pt>
    <dgm:pt modelId="{717ABAEF-80B3-413A-880A-2032977CB1B8}" type="parTrans" cxnId="{DEC3C3A6-C588-4D0C-B4A8-3950E4A228B8}">
      <dgm:prSet/>
      <dgm:spPr/>
      <dgm:t>
        <a:bodyPr/>
        <a:lstStyle/>
        <a:p>
          <a:endParaRPr lang="uk-UA"/>
        </a:p>
      </dgm:t>
    </dgm:pt>
    <dgm:pt modelId="{4C25E2B5-F8F2-45A8-AB0C-F16CC575230B}" type="sibTrans" cxnId="{DEC3C3A6-C588-4D0C-B4A8-3950E4A228B8}">
      <dgm:prSet/>
      <dgm:spPr/>
      <dgm:t>
        <a:bodyPr/>
        <a:lstStyle/>
        <a:p>
          <a:endParaRPr lang="uk-UA"/>
        </a:p>
      </dgm:t>
    </dgm:pt>
    <dgm:pt modelId="{8CA44DCE-445D-4211-AEDB-4C09C85AE6C6}">
      <dgm:prSet/>
      <dgm:spPr/>
      <dgm:t>
        <a:bodyPr/>
        <a:lstStyle/>
        <a:p>
          <a:r>
            <a:rPr lang="ru-RU" b="0" i="0"/>
            <a:t>Володимир Мономах</a:t>
          </a:r>
          <a:endParaRPr lang="uk-UA"/>
        </a:p>
      </dgm:t>
    </dgm:pt>
    <dgm:pt modelId="{8924171F-5240-4985-A685-4751B3E64242}" type="parTrans" cxnId="{93903F05-A603-4CBC-A4DE-8444BCE0B9AF}">
      <dgm:prSet/>
      <dgm:spPr/>
      <dgm:t>
        <a:bodyPr/>
        <a:lstStyle/>
        <a:p>
          <a:endParaRPr lang="uk-UA"/>
        </a:p>
      </dgm:t>
    </dgm:pt>
    <dgm:pt modelId="{EB0107EC-0E5A-4858-8A7A-9684787AB731}" type="sibTrans" cxnId="{93903F05-A603-4CBC-A4DE-8444BCE0B9AF}">
      <dgm:prSet/>
      <dgm:spPr/>
      <dgm:t>
        <a:bodyPr/>
        <a:lstStyle/>
        <a:p>
          <a:endParaRPr lang="uk-UA"/>
        </a:p>
      </dgm:t>
    </dgm:pt>
    <dgm:pt modelId="{19EA2580-A04C-4DE5-AF65-4C350D8A3414}" type="pres">
      <dgm:prSet presAssocID="{236F2DDD-4585-46A9-9F65-89044910C386}" presName="cycle" presStyleCnt="0">
        <dgm:presLayoutVars>
          <dgm:dir/>
          <dgm:resizeHandles val="exact"/>
        </dgm:presLayoutVars>
      </dgm:prSet>
      <dgm:spPr/>
    </dgm:pt>
    <dgm:pt modelId="{FB78F675-D976-4B28-9E35-6A89062132FC}" type="pres">
      <dgm:prSet presAssocID="{3A035783-8466-4ED8-985E-CEC38F4978F1}" presName="node" presStyleLbl="node1" presStyleIdx="0" presStyleCnt="5">
        <dgm:presLayoutVars>
          <dgm:bulletEnabled val="1"/>
        </dgm:presLayoutVars>
      </dgm:prSet>
      <dgm:spPr/>
    </dgm:pt>
    <dgm:pt modelId="{A97AAD30-11D8-4B6E-A4A2-403D010E6357}" type="pres">
      <dgm:prSet presAssocID="{3A035783-8466-4ED8-985E-CEC38F4978F1}" presName="spNode" presStyleCnt="0"/>
      <dgm:spPr/>
    </dgm:pt>
    <dgm:pt modelId="{6986E854-0281-4447-A502-C87FCEE5830C}" type="pres">
      <dgm:prSet presAssocID="{96265E77-833F-4329-BC35-C8D624631525}" presName="sibTrans" presStyleLbl="sibTrans1D1" presStyleIdx="0" presStyleCnt="5"/>
      <dgm:spPr/>
    </dgm:pt>
    <dgm:pt modelId="{ACD5F1E7-DB2B-411D-B6AE-0E40547DA6BF}" type="pres">
      <dgm:prSet presAssocID="{9BAFB28E-A656-4937-989E-5AF776D85AC5}" presName="node" presStyleLbl="node1" presStyleIdx="1" presStyleCnt="5">
        <dgm:presLayoutVars>
          <dgm:bulletEnabled val="1"/>
        </dgm:presLayoutVars>
      </dgm:prSet>
      <dgm:spPr/>
    </dgm:pt>
    <dgm:pt modelId="{593DAD98-76B3-467B-BD6D-8DDB7275F29B}" type="pres">
      <dgm:prSet presAssocID="{9BAFB28E-A656-4937-989E-5AF776D85AC5}" presName="spNode" presStyleCnt="0"/>
      <dgm:spPr/>
    </dgm:pt>
    <dgm:pt modelId="{DA7FFC7D-04F9-45F5-BB69-A5DC3E60B05E}" type="pres">
      <dgm:prSet presAssocID="{ED92A37F-2EF3-4B78-81A6-4D0E1C7F1295}" presName="sibTrans" presStyleLbl="sibTrans1D1" presStyleIdx="1" presStyleCnt="5"/>
      <dgm:spPr/>
    </dgm:pt>
    <dgm:pt modelId="{BB1A83FD-F515-4E85-90E9-CF429CB2B786}" type="pres">
      <dgm:prSet presAssocID="{8251D74E-BA93-4BAB-A36D-FF4C5DBA0F3C}" presName="node" presStyleLbl="node1" presStyleIdx="2" presStyleCnt="5">
        <dgm:presLayoutVars>
          <dgm:bulletEnabled val="1"/>
        </dgm:presLayoutVars>
      </dgm:prSet>
      <dgm:spPr/>
    </dgm:pt>
    <dgm:pt modelId="{722D8B68-F5CF-4DC1-989F-D36AE57124ED}" type="pres">
      <dgm:prSet presAssocID="{8251D74E-BA93-4BAB-A36D-FF4C5DBA0F3C}" presName="spNode" presStyleCnt="0"/>
      <dgm:spPr/>
    </dgm:pt>
    <dgm:pt modelId="{D7B2BC59-B138-4205-96B2-40AC386A398E}" type="pres">
      <dgm:prSet presAssocID="{D0B3C329-8C4A-4782-8099-83A0EF443663}" presName="sibTrans" presStyleLbl="sibTrans1D1" presStyleIdx="2" presStyleCnt="5"/>
      <dgm:spPr/>
    </dgm:pt>
    <dgm:pt modelId="{25FCB8E9-2CFD-4D1D-8B2A-AEE6BEBBE41F}" type="pres">
      <dgm:prSet presAssocID="{44B19A82-6413-4EC6-910B-62F5F7606550}" presName="node" presStyleLbl="node1" presStyleIdx="3" presStyleCnt="5">
        <dgm:presLayoutVars>
          <dgm:bulletEnabled val="1"/>
        </dgm:presLayoutVars>
      </dgm:prSet>
      <dgm:spPr/>
    </dgm:pt>
    <dgm:pt modelId="{2ACB8CB9-9ADA-4F5B-A482-8A3618384C20}" type="pres">
      <dgm:prSet presAssocID="{44B19A82-6413-4EC6-910B-62F5F7606550}" presName="spNode" presStyleCnt="0"/>
      <dgm:spPr/>
    </dgm:pt>
    <dgm:pt modelId="{93EFECAA-5787-4E22-AAD3-C646BE61E6F7}" type="pres">
      <dgm:prSet presAssocID="{4C25E2B5-F8F2-45A8-AB0C-F16CC575230B}" presName="sibTrans" presStyleLbl="sibTrans1D1" presStyleIdx="3" presStyleCnt="5"/>
      <dgm:spPr/>
    </dgm:pt>
    <dgm:pt modelId="{0BEAE791-BE04-44FA-B405-ECA6A96239B0}" type="pres">
      <dgm:prSet presAssocID="{8CA44DCE-445D-4211-AEDB-4C09C85AE6C6}" presName="node" presStyleLbl="node1" presStyleIdx="4" presStyleCnt="5">
        <dgm:presLayoutVars>
          <dgm:bulletEnabled val="1"/>
        </dgm:presLayoutVars>
      </dgm:prSet>
      <dgm:spPr/>
    </dgm:pt>
    <dgm:pt modelId="{0E0DC624-7C3E-4862-9BB1-E76C26B1F97E}" type="pres">
      <dgm:prSet presAssocID="{8CA44DCE-445D-4211-AEDB-4C09C85AE6C6}" presName="spNode" presStyleCnt="0"/>
      <dgm:spPr/>
    </dgm:pt>
    <dgm:pt modelId="{FE4BA9B9-EE78-455F-AF5E-8EC10FCA418C}" type="pres">
      <dgm:prSet presAssocID="{EB0107EC-0E5A-4858-8A7A-9684787AB731}" presName="sibTrans" presStyleLbl="sibTrans1D1" presStyleIdx="4" presStyleCnt="5"/>
      <dgm:spPr/>
    </dgm:pt>
  </dgm:ptLst>
  <dgm:cxnLst>
    <dgm:cxn modelId="{93903F05-A603-4CBC-A4DE-8444BCE0B9AF}" srcId="{236F2DDD-4585-46A9-9F65-89044910C386}" destId="{8CA44DCE-445D-4211-AEDB-4C09C85AE6C6}" srcOrd="4" destOrd="0" parTransId="{8924171F-5240-4985-A685-4751B3E64242}" sibTransId="{EB0107EC-0E5A-4858-8A7A-9684787AB731}"/>
    <dgm:cxn modelId="{282E3826-B752-46B4-9411-AA46B9F9E075}" type="presOf" srcId="{236F2DDD-4585-46A9-9F65-89044910C386}" destId="{19EA2580-A04C-4DE5-AF65-4C350D8A3414}" srcOrd="0" destOrd="0" presId="urn:microsoft.com/office/officeart/2005/8/layout/cycle6"/>
    <dgm:cxn modelId="{A2A8CA26-5763-4961-9457-551E40345C62}" type="presOf" srcId="{D0B3C329-8C4A-4782-8099-83A0EF443663}" destId="{D7B2BC59-B138-4205-96B2-40AC386A398E}" srcOrd="0" destOrd="0" presId="urn:microsoft.com/office/officeart/2005/8/layout/cycle6"/>
    <dgm:cxn modelId="{8D9BE633-097C-45D3-ADB8-DD2485C91896}" type="presOf" srcId="{8251D74E-BA93-4BAB-A36D-FF4C5DBA0F3C}" destId="{BB1A83FD-F515-4E85-90E9-CF429CB2B786}" srcOrd="0" destOrd="0" presId="urn:microsoft.com/office/officeart/2005/8/layout/cycle6"/>
    <dgm:cxn modelId="{DBB7455F-6E98-468F-A42F-57168D0CEFD0}" type="presOf" srcId="{3A035783-8466-4ED8-985E-CEC38F4978F1}" destId="{FB78F675-D976-4B28-9E35-6A89062132FC}" srcOrd="0" destOrd="0" presId="urn:microsoft.com/office/officeart/2005/8/layout/cycle6"/>
    <dgm:cxn modelId="{086D636E-09B8-4092-968A-95318F7EDC23}" type="presOf" srcId="{9BAFB28E-A656-4937-989E-5AF776D85AC5}" destId="{ACD5F1E7-DB2B-411D-B6AE-0E40547DA6BF}" srcOrd="0" destOrd="0" presId="urn:microsoft.com/office/officeart/2005/8/layout/cycle6"/>
    <dgm:cxn modelId="{4E92E495-619B-4E01-B8DF-1758C8320B70}" srcId="{236F2DDD-4585-46A9-9F65-89044910C386}" destId="{9BAFB28E-A656-4937-989E-5AF776D85AC5}" srcOrd="1" destOrd="0" parTransId="{3E504D67-037F-4E2B-AD62-F9FE43741FDE}" sibTransId="{ED92A37F-2EF3-4B78-81A6-4D0E1C7F1295}"/>
    <dgm:cxn modelId="{59F2F299-B602-4553-948E-E8CD55DEE025}" srcId="{236F2DDD-4585-46A9-9F65-89044910C386}" destId="{3A035783-8466-4ED8-985E-CEC38F4978F1}" srcOrd="0" destOrd="0" parTransId="{2F97C799-4308-469F-A5C2-D022EB91A6EE}" sibTransId="{96265E77-833F-4329-BC35-C8D624631525}"/>
    <dgm:cxn modelId="{DEC3C3A6-C588-4D0C-B4A8-3950E4A228B8}" srcId="{236F2DDD-4585-46A9-9F65-89044910C386}" destId="{44B19A82-6413-4EC6-910B-62F5F7606550}" srcOrd="3" destOrd="0" parTransId="{717ABAEF-80B3-413A-880A-2032977CB1B8}" sibTransId="{4C25E2B5-F8F2-45A8-AB0C-F16CC575230B}"/>
    <dgm:cxn modelId="{3A7553AE-0C27-43E5-B973-9BF20EB18B29}" type="presOf" srcId="{EB0107EC-0E5A-4858-8A7A-9684787AB731}" destId="{FE4BA9B9-EE78-455F-AF5E-8EC10FCA418C}" srcOrd="0" destOrd="0" presId="urn:microsoft.com/office/officeart/2005/8/layout/cycle6"/>
    <dgm:cxn modelId="{A5D514B0-6578-4C8F-B239-29DC75CE3350}" type="presOf" srcId="{96265E77-833F-4329-BC35-C8D624631525}" destId="{6986E854-0281-4447-A502-C87FCEE5830C}" srcOrd="0" destOrd="0" presId="urn:microsoft.com/office/officeart/2005/8/layout/cycle6"/>
    <dgm:cxn modelId="{AB65FBBE-8A61-4FDE-B7C0-3FB58269C918}" type="presOf" srcId="{ED92A37F-2EF3-4B78-81A6-4D0E1C7F1295}" destId="{DA7FFC7D-04F9-45F5-BB69-A5DC3E60B05E}" srcOrd="0" destOrd="0" presId="urn:microsoft.com/office/officeart/2005/8/layout/cycle6"/>
    <dgm:cxn modelId="{D68000C0-A2FC-4775-A067-3FCF17F93DDC}" srcId="{236F2DDD-4585-46A9-9F65-89044910C386}" destId="{8251D74E-BA93-4BAB-A36D-FF4C5DBA0F3C}" srcOrd="2" destOrd="0" parTransId="{68227150-9DA4-428B-9E4C-297A59D7F294}" sibTransId="{D0B3C329-8C4A-4782-8099-83A0EF443663}"/>
    <dgm:cxn modelId="{B2D530C5-31E3-4038-86FD-873D06E8DF28}" type="presOf" srcId="{44B19A82-6413-4EC6-910B-62F5F7606550}" destId="{25FCB8E9-2CFD-4D1D-8B2A-AEE6BEBBE41F}" srcOrd="0" destOrd="0" presId="urn:microsoft.com/office/officeart/2005/8/layout/cycle6"/>
    <dgm:cxn modelId="{A816A4D9-6B51-47D7-8DC2-8ADC88EB36C2}" type="presOf" srcId="{8CA44DCE-445D-4211-AEDB-4C09C85AE6C6}" destId="{0BEAE791-BE04-44FA-B405-ECA6A96239B0}" srcOrd="0" destOrd="0" presId="urn:microsoft.com/office/officeart/2005/8/layout/cycle6"/>
    <dgm:cxn modelId="{BDF401F7-C9A5-4A4C-9B9F-48137E08B65E}" type="presOf" srcId="{4C25E2B5-F8F2-45A8-AB0C-F16CC575230B}" destId="{93EFECAA-5787-4E22-AAD3-C646BE61E6F7}" srcOrd="0" destOrd="0" presId="urn:microsoft.com/office/officeart/2005/8/layout/cycle6"/>
    <dgm:cxn modelId="{1BA857D9-2D62-4BBE-98CE-A9FB2EF33BD7}" type="presParOf" srcId="{19EA2580-A04C-4DE5-AF65-4C350D8A3414}" destId="{FB78F675-D976-4B28-9E35-6A89062132FC}" srcOrd="0" destOrd="0" presId="urn:microsoft.com/office/officeart/2005/8/layout/cycle6"/>
    <dgm:cxn modelId="{4CB2024C-B16B-4563-A8AA-9AAA8D5CC53F}" type="presParOf" srcId="{19EA2580-A04C-4DE5-AF65-4C350D8A3414}" destId="{A97AAD30-11D8-4B6E-A4A2-403D010E6357}" srcOrd="1" destOrd="0" presId="urn:microsoft.com/office/officeart/2005/8/layout/cycle6"/>
    <dgm:cxn modelId="{F47DEF56-5AC6-4CCA-B413-196648E50C98}" type="presParOf" srcId="{19EA2580-A04C-4DE5-AF65-4C350D8A3414}" destId="{6986E854-0281-4447-A502-C87FCEE5830C}" srcOrd="2" destOrd="0" presId="urn:microsoft.com/office/officeart/2005/8/layout/cycle6"/>
    <dgm:cxn modelId="{5878F104-38F8-4040-A939-F10034CCBF05}" type="presParOf" srcId="{19EA2580-A04C-4DE5-AF65-4C350D8A3414}" destId="{ACD5F1E7-DB2B-411D-B6AE-0E40547DA6BF}" srcOrd="3" destOrd="0" presId="urn:microsoft.com/office/officeart/2005/8/layout/cycle6"/>
    <dgm:cxn modelId="{AF946558-E9C4-46E9-9003-1808F98C539A}" type="presParOf" srcId="{19EA2580-A04C-4DE5-AF65-4C350D8A3414}" destId="{593DAD98-76B3-467B-BD6D-8DDB7275F29B}" srcOrd="4" destOrd="0" presId="urn:microsoft.com/office/officeart/2005/8/layout/cycle6"/>
    <dgm:cxn modelId="{1749F4EF-9012-4F6F-9248-977ACF83A84F}" type="presParOf" srcId="{19EA2580-A04C-4DE5-AF65-4C350D8A3414}" destId="{DA7FFC7D-04F9-45F5-BB69-A5DC3E60B05E}" srcOrd="5" destOrd="0" presId="urn:microsoft.com/office/officeart/2005/8/layout/cycle6"/>
    <dgm:cxn modelId="{C0CBA74E-9F4B-4E81-92D9-2D82A993BC88}" type="presParOf" srcId="{19EA2580-A04C-4DE5-AF65-4C350D8A3414}" destId="{BB1A83FD-F515-4E85-90E9-CF429CB2B786}" srcOrd="6" destOrd="0" presId="urn:microsoft.com/office/officeart/2005/8/layout/cycle6"/>
    <dgm:cxn modelId="{571A38A1-A769-4BAC-80D5-444536088390}" type="presParOf" srcId="{19EA2580-A04C-4DE5-AF65-4C350D8A3414}" destId="{722D8B68-F5CF-4DC1-989F-D36AE57124ED}" srcOrd="7" destOrd="0" presId="urn:microsoft.com/office/officeart/2005/8/layout/cycle6"/>
    <dgm:cxn modelId="{81CC04C8-7E72-459C-BD66-1E54533D6128}" type="presParOf" srcId="{19EA2580-A04C-4DE5-AF65-4C350D8A3414}" destId="{D7B2BC59-B138-4205-96B2-40AC386A398E}" srcOrd="8" destOrd="0" presId="urn:microsoft.com/office/officeart/2005/8/layout/cycle6"/>
    <dgm:cxn modelId="{0AB055A5-38E0-40DA-8FB5-26C925BD393B}" type="presParOf" srcId="{19EA2580-A04C-4DE5-AF65-4C350D8A3414}" destId="{25FCB8E9-2CFD-4D1D-8B2A-AEE6BEBBE41F}" srcOrd="9" destOrd="0" presId="urn:microsoft.com/office/officeart/2005/8/layout/cycle6"/>
    <dgm:cxn modelId="{F03A627F-5FDD-4150-BFDC-3BC876F54C45}" type="presParOf" srcId="{19EA2580-A04C-4DE5-AF65-4C350D8A3414}" destId="{2ACB8CB9-9ADA-4F5B-A482-8A3618384C20}" srcOrd="10" destOrd="0" presId="urn:microsoft.com/office/officeart/2005/8/layout/cycle6"/>
    <dgm:cxn modelId="{B6D2A568-18D1-4686-9810-010BAE8B1D78}" type="presParOf" srcId="{19EA2580-A04C-4DE5-AF65-4C350D8A3414}" destId="{93EFECAA-5787-4E22-AAD3-C646BE61E6F7}" srcOrd="11" destOrd="0" presId="urn:microsoft.com/office/officeart/2005/8/layout/cycle6"/>
    <dgm:cxn modelId="{E111732F-FEAF-4CB0-98F5-B770DD5ADA21}" type="presParOf" srcId="{19EA2580-A04C-4DE5-AF65-4C350D8A3414}" destId="{0BEAE791-BE04-44FA-B405-ECA6A96239B0}" srcOrd="12" destOrd="0" presId="urn:microsoft.com/office/officeart/2005/8/layout/cycle6"/>
    <dgm:cxn modelId="{EB05BB45-046D-44F2-92AC-5745A6FCB3C7}" type="presParOf" srcId="{19EA2580-A04C-4DE5-AF65-4C350D8A3414}" destId="{0E0DC624-7C3E-4862-9BB1-E76C26B1F97E}" srcOrd="13" destOrd="0" presId="urn:microsoft.com/office/officeart/2005/8/layout/cycle6"/>
    <dgm:cxn modelId="{843C0CB0-0F92-43B9-920E-82FFDE445A01}" type="presParOf" srcId="{19EA2580-A04C-4DE5-AF65-4C350D8A3414}" destId="{FE4BA9B9-EE78-455F-AF5E-8EC10FCA418C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C459759-417E-44C7-8123-BAEF859FB81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65EF687-8392-4762-BD4B-1C3795CC832D}">
      <dgm:prSet/>
      <dgm:spPr/>
      <dgm:t>
        <a:bodyPr/>
        <a:lstStyle/>
        <a:p>
          <a:r>
            <a:rPr lang="uk-UA" b="0" i="1" dirty="0"/>
            <a:t>«І деревляни кажуть їй: “Нас земля послала </a:t>
          </a:r>
          <a:r>
            <a:rPr lang="uk-UA" b="0" i="1" dirty="0" err="1"/>
            <a:t>Деревлянська</a:t>
          </a:r>
          <a:r>
            <a:rPr lang="uk-UA" b="0" i="1" dirty="0"/>
            <a:t>, щоби таке сказати: "Мужа твого вбили, бо твій муж як вовк нас обкрадав і грабував, а наші князі добрі, бо збагатили </a:t>
          </a:r>
          <a:r>
            <a:rPr lang="uk-UA" b="0" i="1" dirty="0" err="1"/>
            <a:t>Деревлянську</a:t>
          </a:r>
          <a:r>
            <a:rPr lang="uk-UA" b="0" i="1" dirty="0"/>
            <a:t> землю"”...»</a:t>
          </a:r>
          <a:endParaRPr lang="uk-UA" dirty="0"/>
        </a:p>
      </dgm:t>
    </dgm:pt>
    <dgm:pt modelId="{4E2D366D-CBD4-4EBC-8FBC-C104265C36C1}" type="parTrans" cxnId="{62C9A750-D5F6-4B87-8A78-4E04A7C9669B}">
      <dgm:prSet/>
      <dgm:spPr/>
      <dgm:t>
        <a:bodyPr/>
        <a:lstStyle/>
        <a:p>
          <a:endParaRPr lang="uk-UA"/>
        </a:p>
      </dgm:t>
    </dgm:pt>
    <dgm:pt modelId="{33B9BA0A-0CDC-4697-A47A-8FF7F79DE7F2}" type="sibTrans" cxnId="{62C9A750-D5F6-4B87-8A78-4E04A7C9669B}">
      <dgm:prSet/>
      <dgm:spPr/>
      <dgm:t>
        <a:bodyPr/>
        <a:lstStyle/>
        <a:p>
          <a:endParaRPr lang="uk-UA"/>
        </a:p>
      </dgm:t>
    </dgm:pt>
    <dgm:pt modelId="{66C80325-9928-42BD-82BF-618FB06D220F}">
      <dgm:prSet/>
      <dgm:spPr/>
      <dgm:t>
        <a:bodyPr/>
        <a:lstStyle/>
        <a:p>
          <a:r>
            <a:rPr lang="uk-UA" b="0" i="1" dirty="0"/>
            <a:t>«…а сам повернувся в Київ. І коли прийшов, повелів скинути всіх кумирів: одних порубати, а інших попалити. Перуна ж повелів прив’язати коневі до хвоста й волочити з гори Боричевим узвозом на Ручай…»</a:t>
          </a:r>
          <a:endParaRPr lang="uk-UA" dirty="0"/>
        </a:p>
      </dgm:t>
    </dgm:pt>
    <dgm:pt modelId="{D2E403B8-3FC7-4A11-9DA3-1E4A22A12C91}" type="parTrans" cxnId="{6A99F879-5B5A-454E-9E0A-6A90DF3D40B0}">
      <dgm:prSet/>
      <dgm:spPr/>
      <dgm:t>
        <a:bodyPr/>
        <a:lstStyle/>
        <a:p>
          <a:endParaRPr lang="uk-UA"/>
        </a:p>
      </dgm:t>
    </dgm:pt>
    <dgm:pt modelId="{7CF428DE-16BB-4E76-A1E2-A632147DB294}" type="sibTrans" cxnId="{6A99F879-5B5A-454E-9E0A-6A90DF3D40B0}">
      <dgm:prSet/>
      <dgm:spPr/>
      <dgm:t>
        <a:bodyPr/>
        <a:lstStyle/>
        <a:p>
          <a:endParaRPr lang="uk-UA"/>
        </a:p>
      </dgm:t>
    </dgm:pt>
    <dgm:pt modelId="{5437A3AF-6CE3-4F2A-8CCC-5E553DF59014}" type="pres">
      <dgm:prSet presAssocID="{4C459759-417E-44C7-8123-BAEF859FB817}" presName="linear" presStyleCnt="0">
        <dgm:presLayoutVars>
          <dgm:animLvl val="lvl"/>
          <dgm:resizeHandles val="exact"/>
        </dgm:presLayoutVars>
      </dgm:prSet>
      <dgm:spPr/>
    </dgm:pt>
    <dgm:pt modelId="{9C6380B6-D62B-4B07-B2B0-84974CAF99A0}" type="pres">
      <dgm:prSet presAssocID="{A65EF687-8392-4762-BD4B-1C3795CC832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937BE31-ECB7-4053-9700-AC38285F3D51}" type="pres">
      <dgm:prSet presAssocID="{33B9BA0A-0CDC-4697-A47A-8FF7F79DE7F2}" presName="spacer" presStyleCnt="0"/>
      <dgm:spPr/>
    </dgm:pt>
    <dgm:pt modelId="{AF1F410B-BB09-4D66-BE9C-4D6A969064CC}" type="pres">
      <dgm:prSet presAssocID="{66C80325-9928-42BD-82BF-618FB06D220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1E99A1B-A8BA-4795-ACAB-AA6E0E788011}" type="presOf" srcId="{4C459759-417E-44C7-8123-BAEF859FB817}" destId="{5437A3AF-6CE3-4F2A-8CCC-5E553DF59014}" srcOrd="0" destOrd="0" presId="urn:microsoft.com/office/officeart/2005/8/layout/vList2"/>
    <dgm:cxn modelId="{62C9A750-D5F6-4B87-8A78-4E04A7C9669B}" srcId="{4C459759-417E-44C7-8123-BAEF859FB817}" destId="{A65EF687-8392-4762-BD4B-1C3795CC832D}" srcOrd="0" destOrd="0" parTransId="{4E2D366D-CBD4-4EBC-8FBC-C104265C36C1}" sibTransId="{33B9BA0A-0CDC-4697-A47A-8FF7F79DE7F2}"/>
    <dgm:cxn modelId="{6A99F879-5B5A-454E-9E0A-6A90DF3D40B0}" srcId="{4C459759-417E-44C7-8123-BAEF859FB817}" destId="{66C80325-9928-42BD-82BF-618FB06D220F}" srcOrd="1" destOrd="0" parTransId="{D2E403B8-3FC7-4A11-9DA3-1E4A22A12C91}" sibTransId="{7CF428DE-16BB-4E76-A1E2-A632147DB294}"/>
    <dgm:cxn modelId="{A384FA9D-3012-4BC8-A519-4C0BD7242FB7}" type="presOf" srcId="{66C80325-9928-42BD-82BF-618FB06D220F}" destId="{AF1F410B-BB09-4D66-BE9C-4D6A969064CC}" srcOrd="0" destOrd="0" presId="urn:microsoft.com/office/officeart/2005/8/layout/vList2"/>
    <dgm:cxn modelId="{85DF28F1-8DD0-41A0-BCC1-790D91A90A5F}" type="presOf" srcId="{A65EF687-8392-4762-BD4B-1C3795CC832D}" destId="{9C6380B6-D62B-4B07-B2B0-84974CAF99A0}" srcOrd="0" destOrd="0" presId="urn:microsoft.com/office/officeart/2005/8/layout/vList2"/>
    <dgm:cxn modelId="{6EAFB098-CC5E-4BA3-9DBD-5369284F3651}" type="presParOf" srcId="{5437A3AF-6CE3-4F2A-8CCC-5E553DF59014}" destId="{9C6380B6-D62B-4B07-B2B0-84974CAF99A0}" srcOrd="0" destOrd="0" presId="urn:microsoft.com/office/officeart/2005/8/layout/vList2"/>
    <dgm:cxn modelId="{B20E1408-B7C5-4EAB-ADFA-78A4F4D9890C}" type="presParOf" srcId="{5437A3AF-6CE3-4F2A-8CCC-5E553DF59014}" destId="{1937BE31-ECB7-4053-9700-AC38285F3D51}" srcOrd="1" destOrd="0" presId="urn:microsoft.com/office/officeart/2005/8/layout/vList2"/>
    <dgm:cxn modelId="{0D86529F-C46B-4FC7-ABDB-CA7907FA1E2E}" type="presParOf" srcId="{5437A3AF-6CE3-4F2A-8CCC-5E553DF59014}" destId="{AF1F410B-BB09-4D66-BE9C-4D6A969064C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4BC787D-A5BD-49E3-9810-04452B893C5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594F3BF-7CE0-41F3-B597-3CF113585F35}">
      <dgm:prSet/>
      <dgm:spPr/>
      <dgm:t>
        <a:bodyPr/>
        <a:lstStyle/>
        <a:p>
          <a:r>
            <a:rPr lang="uk-UA" b="0" i="1" dirty="0"/>
            <a:t>«Ходив Олег проти сіверян, і переміг сіверян, і наклав на них данину легку, і не дозволив їм данину давати хозарам, і сказав: “Я ворог їм, і вам нема чого [данину їм платити]”…»</a:t>
          </a:r>
          <a:endParaRPr lang="uk-UA" dirty="0"/>
        </a:p>
      </dgm:t>
    </dgm:pt>
    <dgm:pt modelId="{56FB55D0-9BCF-4059-AA71-53A03AE0FF0E}" type="parTrans" cxnId="{AD52E67A-E81F-4370-84D4-1061FC139F28}">
      <dgm:prSet/>
      <dgm:spPr/>
      <dgm:t>
        <a:bodyPr/>
        <a:lstStyle/>
        <a:p>
          <a:endParaRPr lang="uk-UA"/>
        </a:p>
      </dgm:t>
    </dgm:pt>
    <dgm:pt modelId="{18677A15-1B94-4AB1-992A-601EEAE2E2BB}" type="sibTrans" cxnId="{AD52E67A-E81F-4370-84D4-1061FC139F28}">
      <dgm:prSet/>
      <dgm:spPr/>
      <dgm:t>
        <a:bodyPr/>
        <a:lstStyle/>
        <a:p>
          <a:endParaRPr lang="uk-UA"/>
        </a:p>
      </dgm:t>
    </dgm:pt>
    <dgm:pt modelId="{082B1168-8B29-441F-B82A-244F7A126A70}">
      <dgm:prSet/>
      <dgm:spPr/>
      <dgm:t>
        <a:bodyPr/>
        <a:lstStyle/>
        <a:p>
          <a:r>
            <a:rPr lang="uk-UA" b="0" i="1" dirty="0"/>
            <a:t>«Іде Святослав на Дунай воювати болгар. І в битві переміг Святослав болгар, і взяв городів вісімдесят по Дунаю. І сів княжити тут у Переяславці, беручи данину з греків...»</a:t>
          </a:r>
          <a:endParaRPr lang="uk-UA" dirty="0"/>
        </a:p>
      </dgm:t>
    </dgm:pt>
    <dgm:pt modelId="{94694CE2-F373-4A66-AA96-FB70880EE557}" type="parTrans" cxnId="{AF6BC5A2-9B71-48F1-AF51-3EB48239A4E5}">
      <dgm:prSet/>
      <dgm:spPr/>
      <dgm:t>
        <a:bodyPr/>
        <a:lstStyle/>
        <a:p>
          <a:endParaRPr lang="uk-UA"/>
        </a:p>
      </dgm:t>
    </dgm:pt>
    <dgm:pt modelId="{7718F36F-5E22-49AA-8BDE-440A91E18EBC}" type="sibTrans" cxnId="{AF6BC5A2-9B71-48F1-AF51-3EB48239A4E5}">
      <dgm:prSet/>
      <dgm:spPr/>
      <dgm:t>
        <a:bodyPr/>
        <a:lstStyle/>
        <a:p>
          <a:endParaRPr lang="uk-UA"/>
        </a:p>
      </dgm:t>
    </dgm:pt>
    <dgm:pt modelId="{55845BC7-2685-4767-8994-3EBB608FF7E9}" type="pres">
      <dgm:prSet presAssocID="{04BC787D-A5BD-49E3-9810-04452B893C59}" presName="linear" presStyleCnt="0">
        <dgm:presLayoutVars>
          <dgm:animLvl val="lvl"/>
          <dgm:resizeHandles val="exact"/>
        </dgm:presLayoutVars>
      </dgm:prSet>
      <dgm:spPr/>
    </dgm:pt>
    <dgm:pt modelId="{EC100135-BB83-4C86-90E4-0820C1B0F6F1}" type="pres">
      <dgm:prSet presAssocID="{9594F3BF-7CE0-41F3-B597-3CF113585F3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D3067EA-0806-47FA-9335-593F64F93769}" type="pres">
      <dgm:prSet presAssocID="{18677A15-1B94-4AB1-992A-601EEAE2E2BB}" presName="spacer" presStyleCnt="0"/>
      <dgm:spPr/>
    </dgm:pt>
    <dgm:pt modelId="{C03B3798-6BA2-427D-B22B-13B23244AAEF}" type="pres">
      <dgm:prSet presAssocID="{082B1168-8B29-441F-B82A-244F7A126A7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EF7EA03-9AD9-4C45-AB63-6521EAF39103}" type="presOf" srcId="{082B1168-8B29-441F-B82A-244F7A126A70}" destId="{C03B3798-6BA2-427D-B22B-13B23244AAEF}" srcOrd="0" destOrd="0" presId="urn:microsoft.com/office/officeart/2005/8/layout/vList2"/>
    <dgm:cxn modelId="{AD52E67A-E81F-4370-84D4-1061FC139F28}" srcId="{04BC787D-A5BD-49E3-9810-04452B893C59}" destId="{9594F3BF-7CE0-41F3-B597-3CF113585F35}" srcOrd="0" destOrd="0" parTransId="{56FB55D0-9BCF-4059-AA71-53A03AE0FF0E}" sibTransId="{18677A15-1B94-4AB1-992A-601EEAE2E2BB}"/>
    <dgm:cxn modelId="{66CEC495-1419-4ADE-A23B-7D8ECD832107}" type="presOf" srcId="{9594F3BF-7CE0-41F3-B597-3CF113585F35}" destId="{EC100135-BB83-4C86-90E4-0820C1B0F6F1}" srcOrd="0" destOrd="0" presId="urn:microsoft.com/office/officeart/2005/8/layout/vList2"/>
    <dgm:cxn modelId="{AF6BC5A2-9B71-48F1-AF51-3EB48239A4E5}" srcId="{04BC787D-A5BD-49E3-9810-04452B893C59}" destId="{082B1168-8B29-441F-B82A-244F7A126A70}" srcOrd="1" destOrd="0" parTransId="{94694CE2-F373-4A66-AA96-FB70880EE557}" sibTransId="{7718F36F-5E22-49AA-8BDE-440A91E18EBC}"/>
    <dgm:cxn modelId="{115AACC8-378D-4E8A-B173-957F1FFC0A70}" type="presOf" srcId="{04BC787D-A5BD-49E3-9810-04452B893C59}" destId="{55845BC7-2685-4767-8994-3EBB608FF7E9}" srcOrd="0" destOrd="0" presId="urn:microsoft.com/office/officeart/2005/8/layout/vList2"/>
    <dgm:cxn modelId="{AAF1942B-6DB1-4F79-BFE9-31CB00A8CB38}" type="presParOf" srcId="{55845BC7-2685-4767-8994-3EBB608FF7E9}" destId="{EC100135-BB83-4C86-90E4-0820C1B0F6F1}" srcOrd="0" destOrd="0" presId="urn:microsoft.com/office/officeart/2005/8/layout/vList2"/>
    <dgm:cxn modelId="{53A68CDC-4B6E-42AF-97C4-3228C7F129BA}" type="presParOf" srcId="{55845BC7-2685-4767-8994-3EBB608FF7E9}" destId="{0D3067EA-0806-47FA-9335-593F64F93769}" srcOrd="1" destOrd="0" presId="urn:microsoft.com/office/officeart/2005/8/layout/vList2"/>
    <dgm:cxn modelId="{263F48F7-76AE-495A-984D-E9D0FAD4238D}" type="presParOf" srcId="{55845BC7-2685-4767-8994-3EBB608FF7E9}" destId="{C03B3798-6BA2-427D-B22B-13B23244AAE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A564308-D467-4E2A-8159-74BBCF69E14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273F600-7626-4D21-9A97-0BE9785D64A1}">
      <dgm:prSet/>
      <dgm:spPr/>
      <dgm:t>
        <a:bodyPr/>
        <a:lstStyle/>
        <a:p>
          <a:r>
            <a:rPr lang="ru-RU" b="0" i="0"/>
            <a:t>Іскоростень</a:t>
          </a:r>
          <a:endParaRPr lang="uk-UA"/>
        </a:p>
      </dgm:t>
    </dgm:pt>
    <dgm:pt modelId="{35222C10-C657-4186-B928-556D14D3CE61}" type="parTrans" cxnId="{F23E3CEE-A4C4-4D42-8AFB-BD11326BAC6B}">
      <dgm:prSet/>
      <dgm:spPr/>
      <dgm:t>
        <a:bodyPr/>
        <a:lstStyle/>
        <a:p>
          <a:endParaRPr lang="uk-UA"/>
        </a:p>
      </dgm:t>
    </dgm:pt>
    <dgm:pt modelId="{61A1A62B-764E-46F8-9A7F-AE422FF2867A}" type="sibTrans" cxnId="{F23E3CEE-A4C4-4D42-8AFB-BD11326BAC6B}">
      <dgm:prSet/>
      <dgm:spPr/>
      <dgm:t>
        <a:bodyPr/>
        <a:lstStyle/>
        <a:p>
          <a:endParaRPr lang="uk-UA"/>
        </a:p>
      </dgm:t>
    </dgm:pt>
    <dgm:pt modelId="{161F398A-4EF5-44E7-95B9-87FFC998B150}">
      <dgm:prSet/>
      <dgm:spPr/>
      <dgm:t>
        <a:bodyPr/>
        <a:lstStyle/>
        <a:p>
          <a:r>
            <a:rPr lang="ru-RU" b="0" i="0" dirty="0" err="1"/>
            <a:t>Царгород</a:t>
          </a:r>
          <a:r>
            <a:rPr lang="ru-RU" b="0" i="0" dirty="0"/>
            <a:t> (Константинополь)</a:t>
          </a:r>
          <a:endParaRPr lang="uk-UA" dirty="0"/>
        </a:p>
      </dgm:t>
    </dgm:pt>
    <dgm:pt modelId="{59365C5A-7FF4-4FBB-8C4F-5613268AFFFE}" type="parTrans" cxnId="{7362F081-546F-41EE-9879-F8B2263CAB9F}">
      <dgm:prSet/>
      <dgm:spPr/>
      <dgm:t>
        <a:bodyPr/>
        <a:lstStyle/>
        <a:p>
          <a:endParaRPr lang="uk-UA"/>
        </a:p>
      </dgm:t>
    </dgm:pt>
    <dgm:pt modelId="{CD14F573-B92A-4FFD-B9C4-23708780A6FF}" type="sibTrans" cxnId="{7362F081-546F-41EE-9879-F8B2263CAB9F}">
      <dgm:prSet/>
      <dgm:spPr/>
      <dgm:t>
        <a:bodyPr/>
        <a:lstStyle/>
        <a:p>
          <a:endParaRPr lang="uk-UA"/>
        </a:p>
      </dgm:t>
    </dgm:pt>
    <dgm:pt modelId="{B39BE991-F153-4B76-9A41-A3D2840BD120}">
      <dgm:prSet/>
      <dgm:spPr/>
      <dgm:t>
        <a:bodyPr/>
        <a:lstStyle/>
        <a:p>
          <a:r>
            <a:rPr lang="ru-RU" b="0" i="0"/>
            <a:t>Любеч</a:t>
          </a:r>
          <a:endParaRPr lang="uk-UA"/>
        </a:p>
      </dgm:t>
    </dgm:pt>
    <dgm:pt modelId="{DBD7ED02-1FA2-4668-BA0C-64C35D697EB8}" type="parTrans" cxnId="{E6580586-FBCA-43EB-9768-F4E3E177A7CB}">
      <dgm:prSet/>
      <dgm:spPr/>
      <dgm:t>
        <a:bodyPr/>
        <a:lstStyle/>
        <a:p>
          <a:endParaRPr lang="uk-UA"/>
        </a:p>
      </dgm:t>
    </dgm:pt>
    <dgm:pt modelId="{D7E54CCC-2E68-4B28-96E7-2D845205866B}" type="sibTrans" cxnId="{E6580586-FBCA-43EB-9768-F4E3E177A7CB}">
      <dgm:prSet/>
      <dgm:spPr/>
      <dgm:t>
        <a:bodyPr/>
        <a:lstStyle/>
        <a:p>
          <a:endParaRPr lang="uk-UA"/>
        </a:p>
      </dgm:t>
    </dgm:pt>
    <dgm:pt modelId="{7A709646-7BE2-4C84-B4F0-0DD6C2B523B6}">
      <dgm:prSet/>
      <dgm:spPr/>
      <dgm:t>
        <a:bodyPr/>
        <a:lstStyle/>
        <a:p>
          <a:r>
            <a:rPr lang="ru-RU" b="0" i="0" dirty="0"/>
            <a:t>Корсунь (Херсонес)</a:t>
          </a:r>
          <a:endParaRPr lang="uk-UA" dirty="0"/>
        </a:p>
      </dgm:t>
    </dgm:pt>
    <dgm:pt modelId="{6FFF972C-5A59-4989-AC09-2FF1CB815A0F}" type="parTrans" cxnId="{9E35BDDC-F243-4AB7-AA87-7E86E3B9F0E5}">
      <dgm:prSet/>
      <dgm:spPr/>
      <dgm:t>
        <a:bodyPr/>
        <a:lstStyle/>
        <a:p>
          <a:endParaRPr lang="uk-UA"/>
        </a:p>
      </dgm:t>
    </dgm:pt>
    <dgm:pt modelId="{BB40EC50-715A-4B6E-8520-9C81797B7624}" type="sibTrans" cxnId="{9E35BDDC-F243-4AB7-AA87-7E86E3B9F0E5}">
      <dgm:prSet/>
      <dgm:spPr/>
      <dgm:t>
        <a:bodyPr/>
        <a:lstStyle/>
        <a:p>
          <a:endParaRPr lang="uk-UA"/>
        </a:p>
      </dgm:t>
    </dgm:pt>
    <dgm:pt modelId="{D99D092C-378A-469D-9D4F-257CEA112973}" type="pres">
      <dgm:prSet presAssocID="{9A564308-D467-4E2A-8159-74BBCF69E14B}" presName="matrix" presStyleCnt="0">
        <dgm:presLayoutVars>
          <dgm:chMax val="1"/>
          <dgm:dir/>
          <dgm:resizeHandles val="exact"/>
        </dgm:presLayoutVars>
      </dgm:prSet>
      <dgm:spPr/>
    </dgm:pt>
    <dgm:pt modelId="{C115A4C5-CF42-4576-9327-8923C47879CD}" type="pres">
      <dgm:prSet presAssocID="{9A564308-D467-4E2A-8159-74BBCF69E14B}" presName="diamond" presStyleLbl="bgShp" presStyleIdx="0" presStyleCnt="1"/>
      <dgm:spPr/>
    </dgm:pt>
    <dgm:pt modelId="{B97C2544-855D-4B04-BBE4-25E59A68990E}" type="pres">
      <dgm:prSet presAssocID="{9A564308-D467-4E2A-8159-74BBCF69E14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A1F94AB-FB12-448C-A56A-547A9CC9B59A}" type="pres">
      <dgm:prSet presAssocID="{9A564308-D467-4E2A-8159-74BBCF69E14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09A1F5B-00FF-4E6F-9F30-35B06B726C40}" type="pres">
      <dgm:prSet presAssocID="{9A564308-D467-4E2A-8159-74BBCF69E14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973414C-3248-4607-8415-E49A5D5894A3}" type="pres">
      <dgm:prSet presAssocID="{9A564308-D467-4E2A-8159-74BBCF69E14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D8AF55C-A066-452F-8297-BED02DD72167}" type="presOf" srcId="{161F398A-4EF5-44E7-95B9-87FFC998B150}" destId="{8A1F94AB-FB12-448C-A56A-547A9CC9B59A}" srcOrd="0" destOrd="0" presId="urn:microsoft.com/office/officeart/2005/8/layout/matrix3"/>
    <dgm:cxn modelId="{FB892473-E5EA-448B-9126-DDD0536CC0D4}" type="presOf" srcId="{C273F600-7626-4D21-9A97-0BE9785D64A1}" destId="{B97C2544-855D-4B04-BBE4-25E59A68990E}" srcOrd="0" destOrd="0" presId="urn:microsoft.com/office/officeart/2005/8/layout/matrix3"/>
    <dgm:cxn modelId="{95226877-3101-4C90-88FD-1CB3143F1EBB}" type="presOf" srcId="{B39BE991-F153-4B76-9A41-A3D2840BD120}" destId="{109A1F5B-00FF-4E6F-9F30-35B06B726C40}" srcOrd="0" destOrd="0" presId="urn:microsoft.com/office/officeart/2005/8/layout/matrix3"/>
    <dgm:cxn modelId="{7362F081-546F-41EE-9879-F8B2263CAB9F}" srcId="{9A564308-D467-4E2A-8159-74BBCF69E14B}" destId="{161F398A-4EF5-44E7-95B9-87FFC998B150}" srcOrd="1" destOrd="0" parTransId="{59365C5A-7FF4-4FBB-8C4F-5613268AFFFE}" sibTransId="{CD14F573-B92A-4FFD-B9C4-23708780A6FF}"/>
    <dgm:cxn modelId="{E6580586-FBCA-43EB-9768-F4E3E177A7CB}" srcId="{9A564308-D467-4E2A-8159-74BBCF69E14B}" destId="{B39BE991-F153-4B76-9A41-A3D2840BD120}" srcOrd="2" destOrd="0" parTransId="{DBD7ED02-1FA2-4668-BA0C-64C35D697EB8}" sibTransId="{D7E54CCC-2E68-4B28-96E7-2D845205866B}"/>
    <dgm:cxn modelId="{D00E02C6-D0F2-4AA5-9042-FB445816A6A8}" type="presOf" srcId="{7A709646-7BE2-4C84-B4F0-0DD6C2B523B6}" destId="{4973414C-3248-4607-8415-E49A5D5894A3}" srcOrd="0" destOrd="0" presId="urn:microsoft.com/office/officeart/2005/8/layout/matrix3"/>
    <dgm:cxn modelId="{899D0DD5-64EE-4064-A0C6-7D5C81DCE009}" type="presOf" srcId="{9A564308-D467-4E2A-8159-74BBCF69E14B}" destId="{D99D092C-378A-469D-9D4F-257CEA112973}" srcOrd="0" destOrd="0" presId="urn:microsoft.com/office/officeart/2005/8/layout/matrix3"/>
    <dgm:cxn modelId="{9E35BDDC-F243-4AB7-AA87-7E86E3B9F0E5}" srcId="{9A564308-D467-4E2A-8159-74BBCF69E14B}" destId="{7A709646-7BE2-4C84-B4F0-0DD6C2B523B6}" srcOrd="3" destOrd="0" parTransId="{6FFF972C-5A59-4989-AC09-2FF1CB815A0F}" sibTransId="{BB40EC50-715A-4B6E-8520-9C81797B7624}"/>
    <dgm:cxn modelId="{F23E3CEE-A4C4-4D42-8AFB-BD11326BAC6B}" srcId="{9A564308-D467-4E2A-8159-74BBCF69E14B}" destId="{C273F600-7626-4D21-9A97-0BE9785D64A1}" srcOrd="0" destOrd="0" parTransId="{35222C10-C657-4186-B928-556D14D3CE61}" sibTransId="{61A1A62B-764E-46F8-9A7F-AE422FF2867A}"/>
    <dgm:cxn modelId="{A7594A09-B811-48E5-B939-8B8564D74F82}" type="presParOf" srcId="{D99D092C-378A-469D-9D4F-257CEA112973}" destId="{C115A4C5-CF42-4576-9327-8923C47879CD}" srcOrd="0" destOrd="0" presId="urn:microsoft.com/office/officeart/2005/8/layout/matrix3"/>
    <dgm:cxn modelId="{74482BB3-4A8B-4334-8B42-F2F484D1840C}" type="presParOf" srcId="{D99D092C-378A-469D-9D4F-257CEA112973}" destId="{B97C2544-855D-4B04-BBE4-25E59A68990E}" srcOrd="1" destOrd="0" presId="urn:microsoft.com/office/officeart/2005/8/layout/matrix3"/>
    <dgm:cxn modelId="{7A14B929-B002-4C55-B352-B741E4288B59}" type="presParOf" srcId="{D99D092C-378A-469D-9D4F-257CEA112973}" destId="{8A1F94AB-FB12-448C-A56A-547A9CC9B59A}" srcOrd="2" destOrd="0" presId="urn:microsoft.com/office/officeart/2005/8/layout/matrix3"/>
    <dgm:cxn modelId="{8E46DCC1-3857-4FF1-BD7E-DEF705149C97}" type="presParOf" srcId="{D99D092C-378A-469D-9D4F-257CEA112973}" destId="{109A1F5B-00FF-4E6F-9F30-35B06B726C40}" srcOrd="3" destOrd="0" presId="urn:microsoft.com/office/officeart/2005/8/layout/matrix3"/>
    <dgm:cxn modelId="{48605E2B-4B69-49EE-B311-BF4AC1B96C39}" type="presParOf" srcId="{D99D092C-378A-469D-9D4F-257CEA112973}" destId="{4973414C-3248-4607-8415-E49A5D5894A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45B3D8A-DDAB-497C-A6AA-0C442A2A73D0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315F3CD-8B0A-4F7D-87E3-1BB127F45E7F}">
      <dgm:prSet/>
      <dgm:spPr/>
      <dgm:t>
        <a:bodyPr/>
        <a:lstStyle/>
        <a:p>
          <a:r>
            <a:rPr lang="uk-UA" b="0" i="0"/>
            <a:t>хрещення князя Володимира Великого</a:t>
          </a:r>
          <a:endParaRPr lang="uk-UA"/>
        </a:p>
      </dgm:t>
    </dgm:pt>
    <dgm:pt modelId="{5FA9661F-BCD4-458E-AEC2-9A82F28D6EDE}" type="parTrans" cxnId="{4A914F3A-E722-43AD-86B3-36C1B0AFA949}">
      <dgm:prSet/>
      <dgm:spPr/>
      <dgm:t>
        <a:bodyPr/>
        <a:lstStyle/>
        <a:p>
          <a:endParaRPr lang="uk-UA"/>
        </a:p>
      </dgm:t>
    </dgm:pt>
    <dgm:pt modelId="{F33F3DA5-48AE-4FD1-BC5E-014AD5D85587}" type="sibTrans" cxnId="{4A914F3A-E722-43AD-86B3-36C1B0AFA949}">
      <dgm:prSet/>
      <dgm:spPr/>
      <dgm:t>
        <a:bodyPr/>
        <a:lstStyle/>
        <a:p>
          <a:endParaRPr lang="uk-UA"/>
        </a:p>
      </dgm:t>
    </dgm:pt>
    <dgm:pt modelId="{0F33599D-1F79-438F-908E-76E9753BE6D1}">
      <dgm:prSet/>
      <dgm:spPr/>
      <dgm:t>
        <a:bodyPr/>
        <a:lstStyle/>
        <a:p>
          <a:r>
            <a:rPr lang="uk-UA" b="0" i="0"/>
            <a:t>проведення з'їзду князів</a:t>
          </a:r>
          <a:endParaRPr lang="uk-UA"/>
        </a:p>
      </dgm:t>
    </dgm:pt>
    <dgm:pt modelId="{1403CD51-C63D-430B-AA6A-F0FEC9A971BD}" type="parTrans" cxnId="{9567AD2F-11A4-4A70-8E60-668201F76FD3}">
      <dgm:prSet/>
      <dgm:spPr/>
      <dgm:t>
        <a:bodyPr/>
        <a:lstStyle/>
        <a:p>
          <a:endParaRPr lang="uk-UA"/>
        </a:p>
      </dgm:t>
    </dgm:pt>
    <dgm:pt modelId="{E009D0EF-CBD7-4FF7-AA76-AE733EFA1F3C}" type="sibTrans" cxnId="{9567AD2F-11A4-4A70-8E60-668201F76FD3}">
      <dgm:prSet/>
      <dgm:spPr/>
      <dgm:t>
        <a:bodyPr/>
        <a:lstStyle/>
        <a:p>
          <a:endParaRPr lang="uk-UA"/>
        </a:p>
      </dgm:t>
    </dgm:pt>
    <dgm:pt modelId="{2297A432-E591-42F5-8151-9320E8071FA7}">
      <dgm:prSet/>
      <dgm:spPr/>
      <dgm:t>
        <a:bodyPr/>
        <a:lstStyle/>
        <a:p>
          <a:r>
            <a:rPr lang="uk-UA" b="0" i="0" dirty="0"/>
            <a:t>хрещення княгині Ольги</a:t>
          </a:r>
          <a:endParaRPr lang="uk-UA" dirty="0"/>
        </a:p>
      </dgm:t>
    </dgm:pt>
    <dgm:pt modelId="{92263192-6412-4FDD-8314-F0704BED8050}" type="parTrans" cxnId="{AEE0A89A-9C80-48CC-B241-5658E4C1318C}">
      <dgm:prSet/>
      <dgm:spPr/>
      <dgm:t>
        <a:bodyPr/>
        <a:lstStyle/>
        <a:p>
          <a:endParaRPr lang="uk-UA"/>
        </a:p>
      </dgm:t>
    </dgm:pt>
    <dgm:pt modelId="{03AEACD4-1E1B-4CE0-A939-DD49129043D5}" type="sibTrans" cxnId="{AEE0A89A-9C80-48CC-B241-5658E4C1318C}">
      <dgm:prSet/>
      <dgm:spPr/>
      <dgm:t>
        <a:bodyPr/>
        <a:lstStyle/>
        <a:p>
          <a:endParaRPr lang="uk-UA"/>
        </a:p>
      </dgm:t>
    </dgm:pt>
    <dgm:pt modelId="{A6CD850F-D2BA-4A9A-A430-8F86DF08476D}">
      <dgm:prSet/>
      <dgm:spPr/>
      <dgm:t>
        <a:bodyPr/>
        <a:lstStyle/>
        <a:p>
          <a:r>
            <a:rPr lang="uk-UA" b="0" i="0"/>
            <a:t>загибель князя Ігоря</a:t>
          </a:r>
          <a:endParaRPr lang="uk-UA"/>
        </a:p>
      </dgm:t>
    </dgm:pt>
    <dgm:pt modelId="{AD762C45-BF3E-4D5E-B64D-DC8C2E244631}" type="parTrans" cxnId="{80196E1F-83B8-43FD-A12E-49BD71E15A3A}">
      <dgm:prSet/>
      <dgm:spPr/>
      <dgm:t>
        <a:bodyPr/>
        <a:lstStyle/>
        <a:p>
          <a:endParaRPr lang="uk-UA"/>
        </a:p>
      </dgm:t>
    </dgm:pt>
    <dgm:pt modelId="{E72F0BEF-D13D-4E87-930D-3E04221D944C}" type="sibTrans" cxnId="{80196E1F-83B8-43FD-A12E-49BD71E15A3A}">
      <dgm:prSet/>
      <dgm:spPr/>
      <dgm:t>
        <a:bodyPr/>
        <a:lstStyle/>
        <a:p>
          <a:endParaRPr lang="uk-UA"/>
        </a:p>
      </dgm:t>
    </dgm:pt>
    <dgm:pt modelId="{3CE08AD1-BC4B-491C-B582-0B2C2F9DD277}">
      <dgm:prSet/>
      <dgm:spPr/>
      <dgm:t>
        <a:bodyPr/>
        <a:lstStyle/>
        <a:p>
          <a:r>
            <a:rPr lang="uk-UA" b="0" i="0" dirty="0"/>
            <a:t>укладення «Руської правди»</a:t>
          </a:r>
          <a:endParaRPr lang="uk-UA" dirty="0"/>
        </a:p>
      </dgm:t>
    </dgm:pt>
    <dgm:pt modelId="{C88FB9E5-5886-415A-9069-BFAC6DB61376}" type="parTrans" cxnId="{121DDEB0-6974-4F73-A255-25101B971EB1}">
      <dgm:prSet/>
      <dgm:spPr/>
      <dgm:t>
        <a:bodyPr/>
        <a:lstStyle/>
        <a:p>
          <a:endParaRPr lang="uk-UA"/>
        </a:p>
      </dgm:t>
    </dgm:pt>
    <dgm:pt modelId="{7A146AC4-D81B-403E-8D83-2484760C23E2}" type="sibTrans" cxnId="{121DDEB0-6974-4F73-A255-25101B971EB1}">
      <dgm:prSet/>
      <dgm:spPr/>
      <dgm:t>
        <a:bodyPr/>
        <a:lstStyle/>
        <a:p>
          <a:endParaRPr lang="uk-UA"/>
        </a:p>
      </dgm:t>
    </dgm:pt>
    <dgm:pt modelId="{77B4247A-4257-4B1B-BF6B-FE73DB203F75}" type="pres">
      <dgm:prSet presAssocID="{945B3D8A-DDAB-497C-A6AA-0C442A2A73D0}" presName="Name0" presStyleCnt="0">
        <dgm:presLayoutVars>
          <dgm:chMax val="7"/>
          <dgm:chPref val="7"/>
          <dgm:dir/>
        </dgm:presLayoutVars>
      </dgm:prSet>
      <dgm:spPr/>
    </dgm:pt>
    <dgm:pt modelId="{254D9D49-F56C-4DC3-B355-FDFE22CF5605}" type="pres">
      <dgm:prSet presAssocID="{945B3D8A-DDAB-497C-A6AA-0C442A2A73D0}" presName="Name1" presStyleCnt="0"/>
      <dgm:spPr/>
    </dgm:pt>
    <dgm:pt modelId="{68BE2CBA-F3D5-444A-90D2-8D85A097664B}" type="pres">
      <dgm:prSet presAssocID="{945B3D8A-DDAB-497C-A6AA-0C442A2A73D0}" presName="cycle" presStyleCnt="0"/>
      <dgm:spPr/>
    </dgm:pt>
    <dgm:pt modelId="{C5BDA738-C5B5-43DB-A966-D87C633666C9}" type="pres">
      <dgm:prSet presAssocID="{945B3D8A-DDAB-497C-A6AA-0C442A2A73D0}" presName="srcNode" presStyleLbl="node1" presStyleIdx="0" presStyleCnt="5"/>
      <dgm:spPr/>
    </dgm:pt>
    <dgm:pt modelId="{3B1D05A7-BF8B-46B8-89AE-E1215A6B7116}" type="pres">
      <dgm:prSet presAssocID="{945B3D8A-DDAB-497C-A6AA-0C442A2A73D0}" presName="conn" presStyleLbl="parChTrans1D2" presStyleIdx="0" presStyleCnt="1"/>
      <dgm:spPr/>
    </dgm:pt>
    <dgm:pt modelId="{99A470EF-9AE2-45C9-BAD7-5942EA4807C0}" type="pres">
      <dgm:prSet presAssocID="{945B3D8A-DDAB-497C-A6AA-0C442A2A73D0}" presName="extraNode" presStyleLbl="node1" presStyleIdx="0" presStyleCnt="5"/>
      <dgm:spPr/>
    </dgm:pt>
    <dgm:pt modelId="{4DFBA606-AA8C-4D94-A651-C8F58E96FE60}" type="pres">
      <dgm:prSet presAssocID="{945B3D8A-DDAB-497C-A6AA-0C442A2A73D0}" presName="dstNode" presStyleLbl="node1" presStyleIdx="0" presStyleCnt="5"/>
      <dgm:spPr/>
    </dgm:pt>
    <dgm:pt modelId="{880A2A39-0795-4417-BCE2-935C5B1ECF69}" type="pres">
      <dgm:prSet presAssocID="{F315F3CD-8B0A-4F7D-87E3-1BB127F45E7F}" presName="text_1" presStyleLbl="node1" presStyleIdx="0" presStyleCnt="5">
        <dgm:presLayoutVars>
          <dgm:bulletEnabled val="1"/>
        </dgm:presLayoutVars>
      </dgm:prSet>
      <dgm:spPr/>
    </dgm:pt>
    <dgm:pt modelId="{37B5EBBA-9DA9-4D15-A30F-F6FBAFB8D558}" type="pres">
      <dgm:prSet presAssocID="{F315F3CD-8B0A-4F7D-87E3-1BB127F45E7F}" presName="accent_1" presStyleCnt="0"/>
      <dgm:spPr/>
    </dgm:pt>
    <dgm:pt modelId="{3C6FED54-3725-4818-B93E-3DFF2F4C35F7}" type="pres">
      <dgm:prSet presAssocID="{F315F3CD-8B0A-4F7D-87E3-1BB127F45E7F}" presName="accentRepeatNode" presStyleLbl="solidFgAcc1" presStyleIdx="0" presStyleCnt="5"/>
      <dgm:spPr/>
    </dgm:pt>
    <dgm:pt modelId="{F81BFA8F-899F-4780-829B-0F534C148267}" type="pres">
      <dgm:prSet presAssocID="{0F33599D-1F79-438F-908E-76E9753BE6D1}" presName="text_2" presStyleLbl="node1" presStyleIdx="1" presStyleCnt="5">
        <dgm:presLayoutVars>
          <dgm:bulletEnabled val="1"/>
        </dgm:presLayoutVars>
      </dgm:prSet>
      <dgm:spPr/>
    </dgm:pt>
    <dgm:pt modelId="{BCA54548-8523-49EC-AA39-8071F2FBB010}" type="pres">
      <dgm:prSet presAssocID="{0F33599D-1F79-438F-908E-76E9753BE6D1}" presName="accent_2" presStyleCnt="0"/>
      <dgm:spPr/>
    </dgm:pt>
    <dgm:pt modelId="{77C328B2-3B13-498F-8BA2-60B262A1E50C}" type="pres">
      <dgm:prSet presAssocID="{0F33599D-1F79-438F-908E-76E9753BE6D1}" presName="accentRepeatNode" presStyleLbl="solidFgAcc1" presStyleIdx="1" presStyleCnt="5"/>
      <dgm:spPr/>
    </dgm:pt>
    <dgm:pt modelId="{CD3511F4-613D-4A5C-BE1C-D10C1D938F60}" type="pres">
      <dgm:prSet presAssocID="{2297A432-E591-42F5-8151-9320E8071FA7}" presName="text_3" presStyleLbl="node1" presStyleIdx="2" presStyleCnt="5">
        <dgm:presLayoutVars>
          <dgm:bulletEnabled val="1"/>
        </dgm:presLayoutVars>
      </dgm:prSet>
      <dgm:spPr/>
    </dgm:pt>
    <dgm:pt modelId="{6E02B98F-1F17-4CAB-ABC2-6A94AFDB68EC}" type="pres">
      <dgm:prSet presAssocID="{2297A432-E591-42F5-8151-9320E8071FA7}" presName="accent_3" presStyleCnt="0"/>
      <dgm:spPr/>
    </dgm:pt>
    <dgm:pt modelId="{FCBCD2C2-4E26-434B-A098-4D199064EC51}" type="pres">
      <dgm:prSet presAssocID="{2297A432-E591-42F5-8151-9320E8071FA7}" presName="accentRepeatNode" presStyleLbl="solidFgAcc1" presStyleIdx="2" presStyleCnt="5"/>
      <dgm:spPr/>
    </dgm:pt>
    <dgm:pt modelId="{5520AC18-38B6-4551-831E-A3080BDDB2E4}" type="pres">
      <dgm:prSet presAssocID="{A6CD850F-D2BA-4A9A-A430-8F86DF08476D}" presName="text_4" presStyleLbl="node1" presStyleIdx="3" presStyleCnt="5">
        <dgm:presLayoutVars>
          <dgm:bulletEnabled val="1"/>
        </dgm:presLayoutVars>
      </dgm:prSet>
      <dgm:spPr/>
    </dgm:pt>
    <dgm:pt modelId="{2E0E21EA-5B86-4190-ABA3-93521CF7672A}" type="pres">
      <dgm:prSet presAssocID="{A6CD850F-D2BA-4A9A-A430-8F86DF08476D}" presName="accent_4" presStyleCnt="0"/>
      <dgm:spPr/>
    </dgm:pt>
    <dgm:pt modelId="{4326CC85-BE1E-4E74-A944-EFF0AEC54A96}" type="pres">
      <dgm:prSet presAssocID="{A6CD850F-D2BA-4A9A-A430-8F86DF08476D}" presName="accentRepeatNode" presStyleLbl="solidFgAcc1" presStyleIdx="3" presStyleCnt="5"/>
      <dgm:spPr/>
    </dgm:pt>
    <dgm:pt modelId="{9EE81086-F7EA-430E-959C-D00336978EEC}" type="pres">
      <dgm:prSet presAssocID="{3CE08AD1-BC4B-491C-B582-0B2C2F9DD277}" presName="text_5" presStyleLbl="node1" presStyleIdx="4" presStyleCnt="5">
        <dgm:presLayoutVars>
          <dgm:bulletEnabled val="1"/>
        </dgm:presLayoutVars>
      </dgm:prSet>
      <dgm:spPr/>
    </dgm:pt>
    <dgm:pt modelId="{6FF897E4-2D75-415F-83F9-4DF55FB56B5A}" type="pres">
      <dgm:prSet presAssocID="{3CE08AD1-BC4B-491C-B582-0B2C2F9DD277}" presName="accent_5" presStyleCnt="0"/>
      <dgm:spPr/>
    </dgm:pt>
    <dgm:pt modelId="{B6DC9E65-2895-46BC-B659-5AD4FD421618}" type="pres">
      <dgm:prSet presAssocID="{3CE08AD1-BC4B-491C-B582-0B2C2F9DD277}" presName="accentRepeatNode" presStyleLbl="solidFgAcc1" presStyleIdx="4" presStyleCnt="5"/>
      <dgm:spPr/>
    </dgm:pt>
  </dgm:ptLst>
  <dgm:cxnLst>
    <dgm:cxn modelId="{965CD21B-DED7-4C1C-A430-B02A88046A45}" type="presOf" srcId="{3CE08AD1-BC4B-491C-B582-0B2C2F9DD277}" destId="{9EE81086-F7EA-430E-959C-D00336978EEC}" srcOrd="0" destOrd="0" presId="urn:microsoft.com/office/officeart/2008/layout/VerticalCurvedList"/>
    <dgm:cxn modelId="{80196E1F-83B8-43FD-A12E-49BD71E15A3A}" srcId="{945B3D8A-DDAB-497C-A6AA-0C442A2A73D0}" destId="{A6CD850F-D2BA-4A9A-A430-8F86DF08476D}" srcOrd="3" destOrd="0" parTransId="{AD762C45-BF3E-4D5E-B64D-DC8C2E244631}" sibTransId="{E72F0BEF-D13D-4E87-930D-3E04221D944C}"/>
    <dgm:cxn modelId="{9567AD2F-11A4-4A70-8E60-668201F76FD3}" srcId="{945B3D8A-DDAB-497C-A6AA-0C442A2A73D0}" destId="{0F33599D-1F79-438F-908E-76E9753BE6D1}" srcOrd="1" destOrd="0" parTransId="{1403CD51-C63D-430B-AA6A-F0FEC9A971BD}" sibTransId="{E009D0EF-CBD7-4FF7-AA76-AE733EFA1F3C}"/>
    <dgm:cxn modelId="{8D3A6533-F1D6-494B-BAC6-CD6363FF0210}" type="presOf" srcId="{0F33599D-1F79-438F-908E-76E9753BE6D1}" destId="{F81BFA8F-899F-4780-829B-0F534C148267}" srcOrd="0" destOrd="0" presId="urn:microsoft.com/office/officeart/2008/layout/VerticalCurvedList"/>
    <dgm:cxn modelId="{4A914F3A-E722-43AD-86B3-36C1B0AFA949}" srcId="{945B3D8A-DDAB-497C-A6AA-0C442A2A73D0}" destId="{F315F3CD-8B0A-4F7D-87E3-1BB127F45E7F}" srcOrd="0" destOrd="0" parTransId="{5FA9661F-BCD4-458E-AEC2-9A82F28D6EDE}" sibTransId="{F33F3DA5-48AE-4FD1-BC5E-014AD5D85587}"/>
    <dgm:cxn modelId="{AEE0A89A-9C80-48CC-B241-5658E4C1318C}" srcId="{945B3D8A-DDAB-497C-A6AA-0C442A2A73D0}" destId="{2297A432-E591-42F5-8151-9320E8071FA7}" srcOrd="2" destOrd="0" parTransId="{92263192-6412-4FDD-8314-F0704BED8050}" sibTransId="{03AEACD4-1E1B-4CE0-A939-DD49129043D5}"/>
    <dgm:cxn modelId="{2C7359A8-C777-45A5-AA20-3DCCCB6F0EFE}" type="presOf" srcId="{F33F3DA5-48AE-4FD1-BC5E-014AD5D85587}" destId="{3B1D05A7-BF8B-46B8-89AE-E1215A6B7116}" srcOrd="0" destOrd="0" presId="urn:microsoft.com/office/officeart/2008/layout/VerticalCurvedList"/>
    <dgm:cxn modelId="{121DDEB0-6974-4F73-A255-25101B971EB1}" srcId="{945B3D8A-DDAB-497C-A6AA-0C442A2A73D0}" destId="{3CE08AD1-BC4B-491C-B582-0B2C2F9DD277}" srcOrd="4" destOrd="0" parTransId="{C88FB9E5-5886-415A-9069-BFAC6DB61376}" sibTransId="{7A146AC4-D81B-403E-8D83-2484760C23E2}"/>
    <dgm:cxn modelId="{4F61E3EB-4745-40C5-8CDE-36532C410600}" type="presOf" srcId="{A6CD850F-D2BA-4A9A-A430-8F86DF08476D}" destId="{5520AC18-38B6-4551-831E-A3080BDDB2E4}" srcOrd="0" destOrd="0" presId="urn:microsoft.com/office/officeart/2008/layout/VerticalCurvedList"/>
    <dgm:cxn modelId="{2F047FF0-1F32-437C-9822-3780E0787F06}" type="presOf" srcId="{2297A432-E591-42F5-8151-9320E8071FA7}" destId="{CD3511F4-613D-4A5C-BE1C-D10C1D938F60}" srcOrd="0" destOrd="0" presId="urn:microsoft.com/office/officeart/2008/layout/VerticalCurvedList"/>
    <dgm:cxn modelId="{5020CAF3-8D8A-4F4C-8DDE-60ADFD3FAB8A}" type="presOf" srcId="{945B3D8A-DDAB-497C-A6AA-0C442A2A73D0}" destId="{77B4247A-4257-4B1B-BF6B-FE73DB203F75}" srcOrd="0" destOrd="0" presId="urn:microsoft.com/office/officeart/2008/layout/VerticalCurvedList"/>
    <dgm:cxn modelId="{5882C4FC-EB62-435D-BB1C-2D8F824B8715}" type="presOf" srcId="{F315F3CD-8B0A-4F7D-87E3-1BB127F45E7F}" destId="{880A2A39-0795-4417-BCE2-935C5B1ECF69}" srcOrd="0" destOrd="0" presId="urn:microsoft.com/office/officeart/2008/layout/VerticalCurvedList"/>
    <dgm:cxn modelId="{0E1F9039-BC99-4791-90BE-CF0737522372}" type="presParOf" srcId="{77B4247A-4257-4B1B-BF6B-FE73DB203F75}" destId="{254D9D49-F56C-4DC3-B355-FDFE22CF5605}" srcOrd="0" destOrd="0" presId="urn:microsoft.com/office/officeart/2008/layout/VerticalCurvedList"/>
    <dgm:cxn modelId="{E171112D-A199-4359-AAD7-3FBB91BE17B4}" type="presParOf" srcId="{254D9D49-F56C-4DC3-B355-FDFE22CF5605}" destId="{68BE2CBA-F3D5-444A-90D2-8D85A097664B}" srcOrd="0" destOrd="0" presId="urn:microsoft.com/office/officeart/2008/layout/VerticalCurvedList"/>
    <dgm:cxn modelId="{AEDEC833-5334-49AD-A215-4DA88DCC9D00}" type="presParOf" srcId="{68BE2CBA-F3D5-444A-90D2-8D85A097664B}" destId="{C5BDA738-C5B5-43DB-A966-D87C633666C9}" srcOrd="0" destOrd="0" presId="urn:microsoft.com/office/officeart/2008/layout/VerticalCurvedList"/>
    <dgm:cxn modelId="{60BDCAEB-6729-4936-93E6-A46D20E23653}" type="presParOf" srcId="{68BE2CBA-F3D5-444A-90D2-8D85A097664B}" destId="{3B1D05A7-BF8B-46B8-89AE-E1215A6B7116}" srcOrd="1" destOrd="0" presId="urn:microsoft.com/office/officeart/2008/layout/VerticalCurvedList"/>
    <dgm:cxn modelId="{915053D5-6913-468E-8905-816E305D9FF3}" type="presParOf" srcId="{68BE2CBA-F3D5-444A-90D2-8D85A097664B}" destId="{99A470EF-9AE2-45C9-BAD7-5942EA4807C0}" srcOrd="2" destOrd="0" presId="urn:microsoft.com/office/officeart/2008/layout/VerticalCurvedList"/>
    <dgm:cxn modelId="{244BFBF3-D466-4B27-AE11-352A8C9C5327}" type="presParOf" srcId="{68BE2CBA-F3D5-444A-90D2-8D85A097664B}" destId="{4DFBA606-AA8C-4D94-A651-C8F58E96FE60}" srcOrd="3" destOrd="0" presId="urn:microsoft.com/office/officeart/2008/layout/VerticalCurvedList"/>
    <dgm:cxn modelId="{86650600-AF52-48F9-ABF2-A71CF1103612}" type="presParOf" srcId="{254D9D49-F56C-4DC3-B355-FDFE22CF5605}" destId="{880A2A39-0795-4417-BCE2-935C5B1ECF69}" srcOrd="1" destOrd="0" presId="urn:microsoft.com/office/officeart/2008/layout/VerticalCurvedList"/>
    <dgm:cxn modelId="{4B0146DA-5DD9-40A7-9013-30A94BF7BB1A}" type="presParOf" srcId="{254D9D49-F56C-4DC3-B355-FDFE22CF5605}" destId="{37B5EBBA-9DA9-4D15-A30F-F6FBAFB8D558}" srcOrd="2" destOrd="0" presId="urn:microsoft.com/office/officeart/2008/layout/VerticalCurvedList"/>
    <dgm:cxn modelId="{0E5C5AE9-C2B2-4A41-9878-E444084481B3}" type="presParOf" srcId="{37B5EBBA-9DA9-4D15-A30F-F6FBAFB8D558}" destId="{3C6FED54-3725-4818-B93E-3DFF2F4C35F7}" srcOrd="0" destOrd="0" presId="urn:microsoft.com/office/officeart/2008/layout/VerticalCurvedList"/>
    <dgm:cxn modelId="{8ADDD175-785F-4F6C-B6F1-DA9E80B2B13A}" type="presParOf" srcId="{254D9D49-F56C-4DC3-B355-FDFE22CF5605}" destId="{F81BFA8F-899F-4780-829B-0F534C148267}" srcOrd="3" destOrd="0" presId="urn:microsoft.com/office/officeart/2008/layout/VerticalCurvedList"/>
    <dgm:cxn modelId="{9AA5C1E6-0F2B-4C13-8C05-3B149BD030E4}" type="presParOf" srcId="{254D9D49-F56C-4DC3-B355-FDFE22CF5605}" destId="{BCA54548-8523-49EC-AA39-8071F2FBB010}" srcOrd="4" destOrd="0" presId="urn:microsoft.com/office/officeart/2008/layout/VerticalCurvedList"/>
    <dgm:cxn modelId="{9F669E87-C83A-4E31-ADAB-DC6C0431886B}" type="presParOf" srcId="{BCA54548-8523-49EC-AA39-8071F2FBB010}" destId="{77C328B2-3B13-498F-8BA2-60B262A1E50C}" srcOrd="0" destOrd="0" presId="urn:microsoft.com/office/officeart/2008/layout/VerticalCurvedList"/>
    <dgm:cxn modelId="{47877221-A161-4B0C-8579-757C5D3658CA}" type="presParOf" srcId="{254D9D49-F56C-4DC3-B355-FDFE22CF5605}" destId="{CD3511F4-613D-4A5C-BE1C-D10C1D938F60}" srcOrd="5" destOrd="0" presId="urn:microsoft.com/office/officeart/2008/layout/VerticalCurvedList"/>
    <dgm:cxn modelId="{8FE44CC1-D54B-4A75-A5B1-104A9E9EB7B6}" type="presParOf" srcId="{254D9D49-F56C-4DC3-B355-FDFE22CF5605}" destId="{6E02B98F-1F17-4CAB-ABC2-6A94AFDB68EC}" srcOrd="6" destOrd="0" presId="urn:microsoft.com/office/officeart/2008/layout/VerticalCurvedList"/>
    <dgm:cxn modelId="{FEC4AE37-4C39-4FFC-94AD-74F607DF94AE}" type="presParOf" srcId="{6E02B98F-1F17-4CAB-ABC2-6A94AFDB68EC}" destId="{FCBCD2C2-4E26-434B-A098-4D199064EC51}" srcOrd="0" destOrd="0" presId="urn:microsoft.com/office/officeart/2008/layout/VerticalCurvedList"/>
    <dgm:cxn modelId="{255AB7CF-37E1-48AB-8FF4-91665373EBBA}" type="presParOf" srcId="{254D9D49-F56C-4DC3-B355-FDFE22CF5605}" destId="{5520AC18-38B6-4551-831E-A3080BDDB2E4}" srcOrd="7" destOrd="0" presId="urn:microsoft.com/office/officeart/2008/layout/VerticalCurvedList"/>
    <dgm:cxn modelId="{32499DF6-F2FE-46F4-BD81-254355E72F13}" type="presParOf" srcId="{254D9D49-F56C-4DC3-B355-FDFE22CF5605}" destId="{2E0E21EA-5B86-4190-ABA3-93521CF7672A}" srcOrd="8" destOrd="0" presId="urn:microsoft.com/office/officeart/2008/layout/VerticalCurvedList"/>
    <dgm:cxn modelId="{0BFADA9D-F5DD-4C94-9A85-1137AD005D02}" type="presParOf" srcId="{2E0E21EA-5B86-4190-ABA3-93521CF7672A}" destId="{4326CC85-BE1E-4E74-A944-EFF0AEC54A96}" srcOrd="0" destOrd="0" presId="urn:microsoft.com/office/officeart/2008/layout/VerticalCurvedList"/>
    <dgm:cxn modelId="{BA8874F1-CA1F-4BC7-8F3D-8FA5C310158F}" type="presParOf" srcId="{254D9D49-F56C-4DC3-B355-FDFE22CF5605}" destId="{9EE81086-F7EA-430E-959C-D00336978EEC}" srcOrd="9" destOrd="0" presId="urn:microsoft.com/office/officeart/2008/layout/VerticalCurvedList"/>
    <dgm:cxn modelId="{B2FD3C1D-AA6F-47BC-899D-B4DA24458A36}" type="presParOf" srcId="{254D9D49-F56C-4DC3-B355-FDFE22CF5605}" destId="{6FF897E4-2D75-415F-83F9-4DF55FB56B5A}" srcOrd="10" destOrd="0" presId="urn:microsoft.com/office/officeart/2008/layout/VerticalCurvedList"/>
    <dgm:cxn modelId="{39DB3E2D-431B-432A-85BB-347F334158BC}" type="presParOf" srcId="{6FF897E4-2D75-415F-83F9-4DF55FB56B5A}" destId="{B6DC9E65-2895-46BC-B659-5AD4FD42161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3A96EC4-3FAC-4E61-A28A-33F4631DF4F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6ED1E1D-C880-4126-9270-5F7BD906DE23}">
      <dgm:prSet/>
      <dgm:spPr/>
      <dgm:t>
        <a:bodyPr/>
        <a:lstStyle/>
        <a:p>
          <a:r>
            <a:rPr lang="uk-UA" b="0" i="0" dirty="0"/>
            <a:t>Стародавня історія України</a:t>
          </a:r>
          <a:endParaRPr lang="uk-UA" dirty="0"/>
        </a:p>
      </dgm:t>
    </dgm:pt>
    <dgm:pt modelId="{0CC344B0-F2C8-4F31-8C31-17A88C027E49}" type="parTrans" cxnId="{264E99EE-F121-4AB6-9684-24A2E273177E}">
      <dgm:prSet/>
      <dgm:spPr/>
      <dgm:t>
        <a:bodyPr/>
        <a:lstStyle/>
        <a:p>
          <a:endParaRPr lang="uk-UA"/>
        </a:p>
      </dgm:t>
    </dgm:pt>
    <dgm:pt modelId="{06AB213F-EDD9-4EE8-8FC7-C47F86D812C0}" type="sibTrans" cxnId="{264E99EE-F121-4AB6-9684-24A2E273177E}">
      <dgm:prSet/>
      <dgm:spPr/>
      <dgm:t>
        <a:bodyPr/>
        <a:lstStyle/>
        <a:p>
          <a:endParaRPr lang="uk-UA"/>
        </a:p>
      </dgm:t>
    </dgm:pt>
    <dgm:pt modelId="{B072EBC0-B0E0-45CB-BF5E-3D6FD015220A}">
      <dgm:prSet/>
      <dgm:spPr/>
      <dgm:t>
        <a:bodyPr/>
        <a:lstStyle/>
        <a:p>
          <a:r>
            <a:rPr lang="uk-UA" b="0" i="0"/>
            <a:t>Київська Русь за перших князів</a:t>
          </a:r>
          <a:endParaRPr lang="uk-UA"/>
        </a:p>
      </dgm:t>
    </dgm:pt>
    <dgm:pt modelId="{792096E0-97E9-4286-A178-095A78F873B4}" type="parTrans" cxnId="{22906CBA-57D1-4C2B-937E-279688480A5F}">
      <dgm:prSet/>
      <dgm:spPr/>
      <dgm:t>
        <a:bodyPr/>
        <a:lstStyle/>
        <a:p>
          <a:endParaRPr lang="uk-UA"/>
        </a:p>
      </dgm:t>
    </dgm:pt>
    <dgm:pt modelId="{3FC4AC42-4E68-4547-8784-E1FDFB16DA2A}" type="sibTrans" cxnId="{22906CBA-57D1-4C2B-937E-279688480A5F}">
      <dgm:prSet/>
      <dgm:spPr/>
      <dgm:t>
        <a:bodyPr/>
        <a:lstStyle/>
        <a:p>
          <a:endParaRPr lang="uk-UA"/>
        </a:p>
      </dgm:t>
    </dgm:pt>
    <dgm:pt modelId="{D69BF62A-6E84-40A4-B115-61B34F280C8F}">
      <dgm:prSet/>
      <dgm:spPr/>
      <dgm:t>
        <a:bodyPr/>
        <a:lstStyle/>
        <a:p>
          <a:r>
            <a:rPr lang="uk-UA" b="0" i="0"/>
            <a:t>Розквіт Київської Русі</a:t>
          </a:r>
          <a:endParaRPr lang="uk-UA"/>
        </a:p>
      </dgm:t>
    </dgm:pt>
    <dgm:pt modelId="{FDAEC74E-5B5F-4163-8203-85687B9DA2AB}" type="parTrans" cxnId="{E8806DB3-86C9-41CA-8C7E-FA3483F89E61}">
      <dgm:prSet/>
      <dgm:spPr/>
      <dgm:t>
        <a:bodyPr/>
        <a:lstStyle/>
        <a:p>
          <a:endParaRPr lang="uk-UA"/>
        </a:p>
      </dgm:t>
    </dgm:pt>
    <dgm:pt modelId="{1BB0D855-7869-4069-91A7-9D5594D11FBF}" type="sibTrans" cxnId="{E8806DB3-86C9-41CA-8C7E-FA3483F89E61}">
      <dgm:prSet/>
      <dgm:spPr/>
      <dgm:t>
        <a:bodyPr/>
        <a:lstStyle/>
        <a:p>
          <a:endParaRPr lang="uk-UA"/>
        </a:p>
      </dgm:t>
    </dgm:pt>
    <dgm:pt modelId="{1FECAA93-837A-4113-A8B6-9C09E3A7390E}">
      <dgm:prSet/>
      <dgm:spPr/>
      <dgm:t>
        <a:bodyPr/>
        <a:lstStyle/>
        <a:p>
          <a:r>
            <a:rPr lang="uk-UA" b="0" i="0" dirty="0"/>
            <a:t>Київська Русь за часів роздробленості</a:t>
          </a:r>
          <a:endParaRPr lang="uk-UA" dirty="0"/>
        </a:p>
      </dgm:t>
    </dgm:pt>
    <dgm:pt modelId="{F8327640-3F25-4CA8-80A6-CC877734FDDA}" type="parTrans" cxnId="{BE7EDD11-3914-4C31-A266-937FD4A5F494}">
      <dgm:prSet/>
      <dgm:spPr/>
      <dgm:t>
        <a:bodyPr/>
        <a:lstStyle/>
        <a:p>
          <a:endParaRPr lang="uk-UA"/>
        </a:p>
      </dgm:t>
    </dgm:pt>
    <dgm:pt modelId="{D9E294C4-CAB1-4D53-B884-12CF93999A1E}" type="sibTrans" cxnId="{BE7EDD11-3914-4C31-A266-937FD4A5F494}">
      <dgm:prSet/>
      <dgm:spPr/>
      <dgm:t>
        <a:bodyPr/>
        <a:lstStyle/>
        <a:p>
          <a:endParaRPr lang="uk-UA"/>
        </a:p>
      </dgm:t>
    </dgm:pt>
    <dgm:pt modelId="{1AEB0277-D50C-4CA7-A774-2316873F14B6}" type="pres">
      <dgm:prSet presAssocID="{43A96EC4-3FAC-4E61-A28A-33F4631DF4F8}" presName="matrix" presStyleCnt="0">
        <dgm:presLayoutVars>
          <dgm:chMax val="1"/>
          <dgm:dir/>
          <dgm:resizeHandles val="exact"/>
        </dgm:presLayoutVars>
      </dgm:prSet>
      <dgm:spPr/>
    </dgm:pt>
    <dgm:pt modelId="{FD3FF106-C67C-4A1C-A1F1-1993EC04E5B5}" type="pres">
      <dgm:prSet presAssocID="{43A96EC4-3FAC-4E61-A28A-33F4631DF4F8}" presName="diamond" presStyleLbl="bgShp" presStyleIdx="0" presStyleCnt="1"/>
      <dgm:spPr/>
    </dgm:pt>
    <dgm:pt modelId="{5CDEB875-7282-4E6D-956F-C7F9B9046B49}" type="pres">
      <dgm:prSet presAssocID="{43A96EC4-3FAC-4E61-A28A-33F4631DF4F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733A7C3-A68A-48FB-857C-1A465C2F3A2D}" type="pres">
      <dgm:prSet presAssocID="{43A96EC4-3FAC-4E61-A28A-33F4631DF4F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30EA160-B724-431B-9195-C9CB1DFCD86D}" type="pres">
      <dgm:prSet presAssocID="{43A96EC4-3FAC-4E61-A28A-33F4631DF4F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927D762-D341-4BC3-8D77-D68C618774C7}" type="pres">
      <dgm:prSet presAssocID="{43A96EC4-3FAC-4E61-A28A-33F4631DF4F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E7EDD11-3914-4C31-A266-937FD4A5F494}" srcId="{43A96EC4-3FAC-4E61-A28A-33F4631DF4F8}" destId="{1FECAA93-837A-4113-A8B6-9C09E3A7390E}" srcOrd="3" destOrd="0" parTransId="{F8327640-3F25-4CA8-80A6-CC877734FDDA}" sibTransId="{D9E294C4-CAB1-4D53-B884-12CF93999A1E}"/>
    <dgm:cxn modelId="{6F8FAA45-A51B-4138-AF4A-4A996ED57004}" type="presOf" srcId="{D6ED1E1D-C880-4126-9270-5F7BD906DE23}" destId="{5CDEB875-7282-4E6D-956F-C7F9B9046B49}" srcOrd="0" destOrd="0" presId="urn:microsoft.com/office/officeart/2005/8/layout/matrix3"/>
    <dgm:cxn modelId="{BCB5A394-8E0C-432C-9597-05CA0DC83912}" type="presOf" srcId="{43A96EC4-3FAC-4E61-A28A-33F4631DF4F8}" destId="{1AEB0277-D50C-4CA7-A774-2316873F14B6}" srcOrd="0" destOrd="0" presId="urn:microsoft.com/office/officeart/2005/8/layout/matrix3"/>
    <dgm:cxn modelId="{C4AB86A5-C0EE-4FCE-BFAE-2346EB9FE77D}" type="presOf" srcId="{D69BF62A-6E84-40A4-B115-61B34F280C8F}" destId="{530EA160-B724-431B-9195-C9CB1DFCD86D}" srcOrd="0" destOrd="0" presId="urn:microsoft.com/office/officeart/2005/8/layout/matrix3"/>
    <dgm:cxn modelId="{24CC0CAD-BD6E-41BD-8942-BDBFFD937059}" type="presOf" srcId="{1FECAA93-837A-4113-A8B6-9C09E3A7390E}" destId="{0927D762-D341-4BC3-8D77-D68C618774C7}" srcOrd="0" destOrd="0" presId="urn:microsoft.com/office/officeart/2005/8/layout/matrix3"/>
    <dgm:cxn modelId="{E8806DB3-86C9-41CA-8C7E-FA3483F89E61}" srcId="{43A96EC4-3FAC-4E61-A28A-33F4631DF4F8}" destId="{D69BF62A-6E84-40A4-B115-61B34F280C8F}" srcOrd="2" destOrd="0" parTransId="{FDAEC74E-5B5F-4163-8203-85687B9DA2AB}" sibTransId="{1BB0D855-7869-4069-91A7-9D5594D11FBF}"/>
    <dgm:cxn modelId="{21C79CB7-DBC8-4B56-B0DB-2EFF60CECBD9}" type="presOf" srcId="{B072EBC0-B0E0-45CB-BF5E-3D6FD015220A}" destId="{5733A7C3-A68A-48FB-857C-1A465C2F3A2D}" srcOrd="0" destOrd="0" presId="urn:microsoft.com/office/officeart/2005/8/layout/matrix3"/>
    <dgm:cxn modelId="{22906CBA-57D1-4C2B-937E-279688480A5F}" srcId="{43A96EC4-3FAC-4E61-A28A-33F4631DF4F8}" destId="{B072EBC0-B0E0-45CB-BF5E-3D6FD015220A}" srcOrd="1" destOrd="0" parTransId="{792096E0-97E9-4286-A178-095A78F873B4}" sibTransId="{3FC4AC42-4E68-4547-8784-E1FDFB16DA2A}"/>
    <dgm:cxn modelId="{264E99EE-F121-4AB6-9684-24A2E273177E}" srcId="{43A96EC4-3FAC-4E61-A28A-33F4631DF4F8}" destId="{D6ED1E1D-C880-4126-9270-5F7BD906DE23}" srcOrd="0" destOrd="0" parTransId="{0CC344B0-F2C8-4F31-8C31-17A88C027E49}" sibTransId="{06AB213F-EDD9-4EE8-8FC7-C47F86D812C0}"/>
    <dgm:cxn modelId="{C6AFF857-6172-4A7B-ACE2-523C899B75FA}" type="presParOf" srcId="{1AEB0277-D50C-4CA7-A774-2316873F14B6}" destId="{FD3FF106-C67C-4A1C-A1F1-1993EC04E5B5}" srcOrd="0" destOrd="0" presId="urn:microsoft.com/office/officeart/2005/8/layout/matrix3"/>
    <dgm:cxn modelId="{BA0D785B-84A9-424E-BEE0-356E3C75D788}" type="presParOf" srcId="{1AEB0277-D50C-4CA7-A774-2316873F14B6}" destId="{5CDEB875-7282-4E6D-956F-C7F9B9046B49}" srcOrd="1" destOrd="0" presId="urn:microsoft.com/office/officeart/2005/8/layout/matrix3"/>
    <dgm:cxn modelId="{74272AB8-C44A-4702-BDE5-30E646344AFF}" type="presParOf" srcId="{1AEB0277-D50C-4CA7-A774-2316873F14B6}" destId="{5733A7C3-A68A-48FB-857C-1A465C2F3A2D}" srcOrd="2" destOrd="0" presId="urn:microsoft.com/office/officeart/2005/8/layout/matrix3"/>
    <dgm:cxn modelId="{2333EC3C-FCE3-4CDC-899D-97B82707EC74}" type="presParOf" srcId="{1AEB0277-D50C-4CA7-A774-2316873F14B6}" destId="{530EA160-B724-431B-9195-C9CB1DFCD86D}" srcOrd="3" destOrd="0" presId="urn:microsoft.com/office/officeart/2005/8/layout/matrix3"/>
    <dgm:cxn modelId="{BE8F4CB1-A508-4518-8C9C-364F3DD7824B}" type="presParOf" srcId="{1AEB0277-D50C-4CA7-A774-2316873F14B6}" destId="{0927D762-D341-4BC3-8D77-D68C618774C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B958929-E0BB-47BE-95BD-57BB265E121B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814B76D-D2F0-489C-A5E5-640CB69431D0}">
      <dgm:prSet/>
      <dgm:spPr/>
      <dgm:t>
        <a:bodyPr/>
        <a:lstStyle/>
        <a:p>
          <a:r>
            <a:rPr lang="uk-UA" b="0" i="0"/>
            <a:t>Християнізація, «Змієві вали», «тесть Європи», «Руська правда».</a:t>
          </a:r>
          <a:endParaRPr lang="uk-UA"/>
        </a:p>
      </dgm:t>
    </dgm:pt>
    <dgm:pt modelId="{BDF8C53A-6A06-4676-AE03-99F4CAE2E1AB}" type="parTrans" cxnId="{71D00789-3228-4F3B-BD95-2813E7403CBF}">
      <dgm:prSet/>
      <dgm:spPr/>
      <dgm:t>
        <a:bodyPr/>
        <a:lstStyle/>
        <a:p>
          <a:endParaRPr lang="uk-UA"/>
        </a:p>
      </dgm:t>
    </dgm:pt>
    <dgm:pt modelId="{E8146D7B-D78F-425C-B8BC-E721C9B624B2}" type="sibTrans" cxnId="{71D00789-3228-4F3B-BD95-2813E7403CBF}">
      <dgm:prSet/>
      <dgm:spPr/>
      <dgm:t>
        <a:bodyPr/>
        <a:lstStyle/>
        <a:p>
          <a:endParaRPr lang="uk-UA"/>
        </a:p>
      </dgm:t>
    </dgm:pt>
    <dgm:pt modelId="{2191C92E-20D6-4361-A035-679EBEC339B2}">
      <dgm:prSet/>
      <dgm:spPr/>
      <dgm:t>
        <a:bodyPr/>
        <a:lstStyle/>
        <a:p>
          <a:r>
            <a:rPr lang="uk-UA" b="0" i="0" dirty="0" err="1"/>
            <a:t>Привласнююче</a:t>
          </a:r>
          <a:r>
            <a:rPr lang="uk-UA" b="0" i="0" dirty="0"/>
            <a:t> господарство, археологічна культура, осілий спосіб життя, Велике розселення слов’ян.</a:t>
          </a:r>
          <a:endParaRPr lang="uk-UA" dirty="0"/>
        </a:p>
      </dgm:t>
    </dgm:pt>
    <dgm:pt modelId="{46AE8228-13EA-49CE-91EA-DC181682EF9A}" type="parTrans" cxnId="{96009C31-78A9-4DB6-96D3-D8E12481D2B2}">
      <dgm:prSet/>
      <dgm:spPr/>
      <dgm:t>
        <a:bodyPr/>
        <a:lstStyle/>
        <a:p>
          <a:endParaRPr lang="uk-UA"/>
        </a:p>
      </dgm:t>
    </dgm:pt>
    <dgm:pt modelId="{6EF5A5E9-1A78-4BD9-96AC-5645741C3B83}" type="sibTrans" cxnId="{96009C31-78A9-4DB6-96D3-D8E12481D2B2}">
      <dgm:prSet/>
      <dgm:spPr/>
      <dgm:t>
        <a:bodyPr/>
        <a:lstStyle/>
        <a:p>
          <a:endParaRPr lang="uk-UA"/>
        </a:p>
      </dgm:t>
    </dgm:pt>
    <dgm:pt modelId="{1D50B254-F4F4-4E83-9A95-7152786F2788}">
      <dgm:prSet/>
      <dgm:spPr/>
      <dgm:t>
        <a:bodyPr/>
        <a:lstStyle/>
        <a:p>
          <a:r>
            <a:rPr lang="uk-UA" b="0" i="0" dirty="0"/>
            <a:t>Князівські усобиці, удільні землі, федеративна монархія, «Правда Ярославичів».</a:t>
          </a:r>
          <a:endParaRPr lang="uk-UA" dirty="0"/>
        </a:p>
      </dgm:t>
    </dgm:pt>
    <dgm:pt modelId="{EF856029-6E39-46F0-A2AF-CA633E63E184}" type="parTrans" cxnId="{28ECEA73-E2CB-42CE-AF69-B5CBE31B37FE}">
      <dgm:prSet/>
      <dgm:spPr/>
      <dgm:t>
        <a:bodyPr/>
        <a:lstStyle/>
        <a:p>
          <a:endParaRPr lang="uk-UA"/>
        </a:p>
      </dgm:t>
    </dgm:pt>
    <dgm:pt modelId="{939326A5-B50B-4D9F-8151-AF3C4497AF53}" type="sibTrans" cxnId="{28ECEA73-E2CB-42CE-AF69-B5CBE31B37FE}">
      <dgm:prSet/>
      <dgm:spPr/>
      <dgm:t>
        <a:bodyPr/>
        <a:lstStyle/>
        <a:p>
          <a:endParaRPr lang="uk-UA"/>
        </a:p>
      </dgm:t>
    </dgm:pt>
    <dgm:pt modelId="{B419B0BC-A105-4095-8D93-79DB9917200C}">
      <dgm:prSet/>
      <dgm:spPr/>
      <dgm:t>
        <a:bodyPr/>
        <a:lstStyle/>
        <a:p>
          <a:r>
            <a:rPr lang="uk-UA" b="0" i="0"/>
            <a:t>Язичництво, полюддя, уроки, погости.</a:t>
          </a:r>
          <a:endParaRPr lang="uk-UA"/>
        </a:p>
      </dgm:t>
    </dgm:pt>
    <dgm:pt modelId="{6AA9A74D-F43C-4187-A185-B2228FDAE208}" type="parTrans" cxnId="{050DEA76-BBB1-49A7-BD2A-B4804C66A264}">
      <dgm:prSet/>
      <dgm:spPr/>
      <dgm:t>
        <a:bodyPr/>
        <a:lstStyle/>
        <a:p>
          <a:endParaRPr lang="uk-UA"/>
        </a:p>
      </dgm:t>
    </dgm:pt>
    <dgm:pt modelId="{E576024E-BA5D-474F-B5C1-3437C7E127F3}" type="sibTrans" cxnId="{050DEA76-BBB1-49A7-BD2A-B4804C66A264}">
      <dgm:prSet/>
      <dgm:spPr/>
      <dgm:t>
        <a:bodyPr/>
        <a:lstStyle/>
        <a:p>
          <a:endParaRPr lang="uk-UA"/>
        </a:p>
      </dgm:t>
    </dgm:pt>
    <dgm:pt modelId="{0FEEAC25-A99E-47CD-8FCA-D303CB5622F7}">
      <dgm:prSet/>
      <dgm:spPr/>
      <dgm:t>
        <a:bodyPr/>
        <a:lstStyle/>
        <a:p>
          <a:r>
            <a:rPr lang="uk-UA" b="0" i="0" dirty="0"/>
            <a:t>Фільваркове господарство, покозачення, магнат, шляхта.</a:t>
          </a:r>
          <a:endParaRPr lang="uk-UA" dirty="0"/>
        </a:p>
      </dgm:t>
    </dgm:pt>
    <dgm:pt modelId="{C7A9F5DF-BB45-4199-82C6-43E2B70DEEF4}" type="parTrans" cxnId="{3CC9D1EA-9362-49CF-99E2-92D1F9114452}">
      <dgm:prSet/>
      <dgm:spPr/>
      <dgm:t>
        <a:bodyPr/>
        <a:lstStyle/>
        <a:p>
          <a:endParaRPr lang="uk-UA"/>
        </a:p>
      </dgm:t>
    </dgm:pt>
    <dgm:pt modelId="{E9A3742F-C9B4-4D15-84B4-32642F1A3D62}" type="sibTrans" cxnId="{3CC9D1EA-9362-49CF-99E2-92D1F9114452}">
      <dgm:prSet/>
      <dgm:spPr/>
      <dgm:t>
        <a:bodyPr/>
        <a:lstStyle/>
        <a:p>
          <a:endParaRPr lang="uk-UA"/>
        </a:p>
      </dgm:t>
    </dgm:pt>
    <dgm:pt modelId="{41F90E92-D692-4DC6-BE27-D8E302A50ED8}" type="pres">
      <dgm:prSet presAssocID="{8B958929-E0BB-47BE-95BD-57BB265E121B}" presName="Name0" presStyleCnt="0">
        <dgm:presLayoutVars>
          <dgm:chMax val="7"/>
          <dgm:chPref val="7"/>
          <dgm:dir/>
        </dgm:presLayoutVars>
      </dgm:prSet>
      <dgm:spPr/>
    </dgm:pt>
    <dgm:pt modelId="{CCC9119C-B203-469D-B3A5-621B8B62CC9D}" type="pres">
      <dgm:prSet presAssocID="{8B958929-E0BB-47BE-95BD-57BB265E121B}" presName="Name1" presStyleCnt="0"/>
      <dgm:spPr/>
    </dgm:pt>
    <dgm:pt modelId="{EAB711E1-EC38-42FD-8908-08AE350D76F2}" type="pres">
      <dgm:prSet presAssocID="{8B958929-E0BB-47BE-95BD-57BB265E121B}" presName="cycle" presStyleCnt="0"/>
      <dgm:spPr/>
    </dgm:pt>
    <dgm:pt modelId="{FBD56E84-4B7D-4841-83A3-BBBC9AE8F94B}" type="pres">
      <dgm:prSet presAssocID="{8B958929-E0BB-47BE-95BD-57BB265E121B}" presName="srcNode" presStyleLbl="node1" presStyleIdx="0" presStyleCnt="5"/>
      <dgm:spPr/>
    </dgm:pt>
    <dgm:pt modelId="{573EBFA5-59CE-4C2C-BC47-D8BAD672C67B}" type="pres">
      <dgm:prSet presAssocID="{8B958929-E0BB-47BE-95BD-57BB265E121B}" presName="conn" presStyleLbl="parChTrans1D2" presStyleIdx="0" presStyleCnt="1"/>
      <dgm:spPr/>
    </dgm:pt>
    <dgm:pt modelId="{56FE87BC-3BFD-456F-9627-D7453485C284}" type="pres">
      <dgm:prSet presAssocID="{8B958929-E0BB-47BE-95BD-57BB265E121B}" presName="extraNode" presStyleLbl="node1" presStyleIdx="0" presStyleCnt="5"/>
      <dgm:spPr/>
    </dgm:pt>
    <dgm:pt modelId="{937E2FDC-4B99-407C-AD8B-42E024BB99C0}" type="pres">
      <dgm:prSet presAssocID="{8B958929-E0BB-47BE-95BD-57BB265E121B}" presName="dstNode" presStyleLbl="node1" presStyleIdx="0" presStyleCnt="5"/>
      <dgm:spPr/>
    </dgm:pt>
    <dgm:pt modelId="{EE581C9B-0235-4D83-9CAE-DDFBCFF6205A}" type="pres">
      <dgm:prSet presAssocID="{D814B76D-D2F0-489C-A5E5-640CB69431D0}" presName="text_1" presStyleLbl="node1" presStyleIdx="0" presStyleCnt="5">
        <dgm:presLayoutVars>
          <dgm:bulletEnabled val="1"/>
        </dgm:presLayoutVars>
      </dgm:prSet>
      <dgm:spPr/>
    </dgm:pt>
    <dgm:pt modelId="{73A57F2F-A311-4C7C-B86A-D4FADE789A6F}" type="pres">
      <dgm:prSet presAssocID="{D814B76D-D2F0-489C-A5E5-640CB69431D0}" presName="accent_1" presStyleCnt="0"/>
      <dgm:spPr/>
    </dgm:pt>
    <dgm:pt modelId="{D88CFE2E-048A-47FD-8347-20D8ED670DEA}" type="pres">
      <dgm:prSet presAssocID="{D814B76D-D2F0-489C-A5E5-640CB69431D0}" presName="accentRepeatNode" presStyleLbl="solidFgAcc1" presStyleIdx="0" presStyleCnt="5"/>
      <dgm:spPr/>
    </dgm:pt>
    <dgm:pt modelId="{DA5921ED-F7AB-485C-809E-F6402686382B}" type="pres">
      <dgm:prSet presAssocID="{2191C92E-20D6-4361-A035-679EBEC339B2}" presName="text_2" presStyleLbl="node1" presStyleIdx="1" presStyleCnt="5">
        <dgm:presLayoutVars>
          <dgm:bulletEnabled val="1"/>
        </dgm:presLayoutVars>
      </dgm:prSet>
      <dgm:spPr/>
    </dgm:pt>
    <dgm:pt modelId="{B7DD1F98-1F09-4719-A4D2-A38878B3DF98}" type="pres">
      <dgm:prSet presAssocID="{2191C92E-20D6-4361-A035-679EBEC339B2}" presName="accent_2" presStyleCnt="0"/>
      <dgm:spPr/>
    </dgm:pt>
    <dgm:pt modelId="{65C0051E-3EDB-42F1-9628-08969CCC2EA9}" type="pres">
      <dgm:prSet presAssocID="{2191C92E-20D6-4361-A035-679EBEC339B2}" presName="accentRepeatNode" presStyleLbl="solidFgAcc1" presStyleIdx="1" presStyleCnt="5"/>
      <dgm:spPr/>
    </dgm:pt>
    <dgm:pt modelId="{110D8CDF-2C34-4DD8-9DF4-CDC14E161EE2}" type="pres">
      <dgm:prSet presAssocID="{1D50B254-F4F4-4E83-9A95-7152786F2788}" presName="text_3" presStyleLbl="node1" presStyleIdx="2" presStyleCnt="5">
        <dgm:presLayoutVars>
          <dgm:bulletEnabled val="1"/>
        </dgm:presLayoutVars>
      </dgm:prSet>
      <dgm:spPr/>
    </dgm:pt>
    <dgm:pt modelId="{A61F8EA4-B573-4CB1-B738-331C28B7B76A}" type="pres">
      <dgm:prSet presAssocID="{1D50B254-F4F4-4E83-9A95-7152786F2788}" presName="accent_3" presStyleCnt="0"/>
      <dgm:spPr/>
    </dgm:pt>
    <dgm:pt modelId="{C091EF7E-AEDE-472B-900B-2995C63F1CD6}" type="pres">
      <dgm:prSet presAssocID="{1D50B254-F4F4-4E83-9A95-7152786F2788}" presName="accentRepeatNode" presStyleLbl="solidFgAcc1" presStyleIdx="2" presStyleCnt="5"/>
      <dgm:spPr/>
    </dgm:pt>
    <dgm:pt modelId="{A5CDCC36-49EC-431D-B007-ADB8F406C823}" type="pres">
      <dgm:prSet presAssocID="{B419B0BC-A105-4095-8D93-79DB9917200C}" presName="text_4" presStyleLbl="node1" presStyleIdx="3" presStyleCnt="5">
        <dgm:presLayoutVars>
          <dgm:bulletEnabled val="1"/>
        </dgm:presLayoutVars>
      </dgm:prSet>
      <dgm:spPr/>
    </dgm:pt>
    <dgm:pt modelId="{7F727AFD-D54B-4126-B424-D7ABDBDC979E}" type="pres">
      <dgm:prSet presAssocID="{B419B0BC-A105-4095-8D93-79DB9917200C}" presName="accent_4" presStyleCnt="0"/>
      <dgm:spPr/>
    </dgm:pt>
    <dgm:pt modelId="{091F2AAD-CC6A-40F4-8B63-3B761532E606}" type="pres">
      <dgm:prSet presAssocID="{B419B0BC-A105-4095-8D93-79DB9917200C}" presName="accentRepeatNode" presStyleLbl="solidFgAcc1" presStyleIdx="3" presStyleCnt="5"/>
      <dgm:spPr/>
    </dgm:pt>
    <dgm:pt modelId="{A8827B92-3EBB-4434-9ADF-06AE8BFC6CB3}" type="pres">
      <dgm:prSet presAssocID="{0FEEAC25-A99E-47CD-8FCA-D303CB5622F7}" presName="text_5" presStyleLbl="node1" presStyleIdx="4" presStyleCnt="5">
        <dgm:presLayoutVars>
          <dgm:bulletEnabled val="1"/>
        </dgm:presLayoutVars>
      </dgm:prSet>
      <dgm:spPr/>
    </dgm:pt>
    <dgm:pt modelId="{A4ACB204-7306-4E62-9F0F-778556C9FD42}" type="pres">
      <dgm:prSet presAssocID="{0FEEAC25-A99E-47CD-8FCA-D303CB5622F7}" presName="accent_5" presStyleCnt="0"/>
      <dgm:spPr/>
    </dgm:pt>
    <dgm:pt modelId="{0A3E5906-716A-4211-8DBE-3634903163AA}" type="pres">
      <dgm:prSet presAssocID="{0FEEAC25-A99E-47CD-8FCA-D303CB5622F7}" presName="accentRepeatNode" presStyleLbl="solidFgAcc1" presStyleIdx="4" presStyleCnt="5"/>
      <dgm:spPr/>
    </dgm:pt>
  </dgm:ptLst>
  <dgm:cxnLst>
    <dgm:cxn modelId="{96009C31-78A9-4DB6-96D3-D8E12481D2B2}" srcId="{8B958929-E0BB-47BE-95BD-57BB265E121B}" destId="{2191C92E-20D6-4361-A035-679EBEC339B2}" srcOrd="1" destOrd="0" parTransId="{46AE8228-13EA-49CE-91EA-DC181682EF9A}" sibTransId="{6EF5A5E9-1A78-4BD9-96AC-5645741C3B83}"/>
    <dgm:cxn modelId="{BBEDE55E-75F8-4900-93FE-E950929AF6BA}" type="presOf" srcId="{E8146D7B-D78F-425C-B8BC-E721C9B624B2}" destId="{573EBFA5-59CE-4C2C-BC47-D8BAD672C67B}" srcOrd="0" destOrd="0" presId="urn:microsoft.com/office/officeart/2008/layout/VerticalCurvedList"/>
    <dgm:cxn modelId="{C85BAD65-5D84-404E-9722-9E81932EBD69}" type="presOf" srcId="{8B958929-E0BB-47BE-95BD-57BB265E121B}" destId="{41F90E92-D692-4DC6-BE27-D8E302A50ED8}" srcOrd="0" destOrd="0" presId="urn:microsoft.com/office/officeart/2008/layout/VerticalCurvedList"/>
    <dgm:cxn modelId="{28ECEA73-E2CB-42CE-AF69-B5CBE31B37FE}" srcId="{8B958929-E0BB-47BE-95BD-57BB265E121B}" destId="{1D50B254-F4F4-4E83-9A95-7152786F2788}" srcOrd="2" destOrd="0" parTransId="{EF856029-6E39-46F0-A2AF-CA633E63E184}" sibTransId="{939326A5-B50B-4D9F-8151-AF3C4497AF53}"/>
    <dgm:cxn modelId="{050DEA76-BBB1-49A7-BD2A-B4804C66A264}" srcId="{8B958929-E0BB-47BE-95BD-57BB265E121B}" destId="{B419B0BC-A105-4095-8D93-79DB9917200C}" srcOrd="3" destOrd="0" parTransId="{6AA9A74D-F43C-4187-A185-B2228FDAE208}" sibTransId="{E576024E-BA5D-474F-B5C1-3437C7E127F3}"/>
    <dgm:cxn modelId="{71D00789-3228-4F3B-BD95-2813E7403CBF}" srcId="{8B958929-E0BB-47BE-95BD-57BB265E121B}" destId="{D814B76D-D2F0-489C-A5E5-640CB69431D0}" srcOrd="0" destOrd="0" parTransId="{BDF8C53A-6A06-4676-AE03-99F4CAE2E1AB}" sibTransId="{E8146D7B-D78F-425C-B8BC-E721C9B624B2}"/>
    <dgm:cxn modelId="{F0D8F38C-D68B-4B0F-99BD-2724A3FA4C30}" type="presOf" srcId="{0FEEAC25-A99E-47CD-8FCA-D303CB5622F7}" destId="{A8827B92-3EBB-4434-9ADF-06AE8BFC6CB3}" srcOrd="0" destOrd="0" presId="urn:microsoft.com/office/officeart/2008/layout/VerticalCurvedList"/>
    <dgm:cxn modelId="{A47ABEAE-4C41-470D-8902-50FDDE3171DE}" type="presOf" srcId="{D814B76D-D2F0-489C-A5E5-640CB69431D0}" destId="{EE581C9B-0235-4D83-9CAE-DDFBCFF6205A}" srcOrd="0" destOrd="0" presId="urn:microsoft.com/office/officeart/2008/layout/VerticalCurvedList"/>
    <dgm:cxn modelId="{ED5EC9B8-2435-4128-8C19-4C6E7EB54949}" type="presOf" srcId="{2191C92E-20D6-4361-A035-679EBEC339B2}" destId="{DA5921ED-F7AB-485C-809E-F6402686382B}" srcOrd="0" destOrd="0" presId="urn:microsoft.com/office/officeart/2008/layout/VerticalCurvedList"/>
    <dgm:cxn modelId="{3CC9D1EA-9362-49CF-99E2-92D1F9114452}" srcId="{8B958929-E0BB-47BE-95BD-57BB265E121B}" destId="{0FEEAC25-A99E-47CD-8FCA-D303CB5622F7}" srcOrd="4" destOrd="0" parTransId="{C7A9F5DF-BB45-4199-82C6-43E2B70DEEF4}" sibTransId="{E9A3742F-C9B4-4D15-84B4-32642F1A3D62}"/>
    <dgm:cxn modelId="{FD52F3F3-9F0D-47A5-9793-48D626F0279E}" type="presOf" srcId="{1D50B254-F4F4-4E83-9A95-7152786F2788}" destId="{110D8CDF-2C34-4DD8-9DF4-CDC14E161EE2}" srcOrd="0" destOrd="0" presId="urn:microsoft.com/office/officeart/2008/layout/VerticalCurvedList"/>
    <dgm:cxn modelId="{47AFA3F4-8905-4D2A-9318-8FCB88BAF309}" type="presOf" srcId="{B419B0BC-A105-4095-8D93-79DB9917200C}" destId="{A5CDCC36-49EC-431D-B007-ADB8F406C823}" srcOrd="0" destOrd="0" presId="urn:microsoft.com/office/officeart/2008/layout/VerticalCurvedList"/>
    <dgm:cxn modelId="{4E9D449B-B814-4B58-A1DA-260164BE00F2}" type="presParOf" srcId="{41F90E92-D692-4DC6-BE27-D8E302A50ED8}" destId="{CCC9119C-B203-469D-B3A5-621B8B62CC9D}" srcOrd="0" destOrd="0" presId="urn:microsoft.com/office/officeart/2008/layout/VerticalCurvedList"/>
    <dgm:cxn modelId="{7E374D63-BD65-4615-AACC-C2B9F77A079B}" type="presParOf" srcId="{CCC9119C-B203-469D-B3A5-621B8B62CC9D}" destId="{EAB711E1-EC38-42FD-8908-08AE350D76F2}" srcOrd="0" destOrd="0" presId="urn:microsoft.com/office/officeart/2008/layout/VerticalCurvedList"/>
    <dgm:cxn modelId="{F511E298-3E83-436D-ADD4-3E6BB2A4CDCA}" type="presParOf" srcId="{EAB711E1-EC38-42FD-8908-08AE350D76F2}" destId="{FBD56E84-4B7D-4841-83A3-BBBC9AE8F94B}" srcOrd="0" destOrd="0" presId="urn:microsoft.com/office/officeart/2008/layout/VerticalCurvedList"/>
    <dgm:cxn modelId="{EB08553D-014D-4FB1-AAD9-E83C6DAEFB57}" type="presParOf" srcId="{EAB711E1-EC38-42FD-8908-08AE350D76F2}" destId="{573EBFA5-59CE-4C2C-BC47-D8BAD672C67B}" srcOrd="1" destOrd="0" presId="urn:microsoft.com/office/officeart/2008/layout/VerticalCurvedList"/>
    <dgm:cxn modelId="{05E94C32-8C59-40A9-8010-C5715B1B62AD}" type="presParOf" srcId="{EAB711E1-EC38-42FD-8908-08AE350D76F2}" destId="{56FE87BC-3BFD-456F-9627-D7453485C284}" srcOrd="2" destOrd="0" presId="urn:microsoft.com/office/officeart/2008/layout/VerticalCurvedList"/>
    <dgm:cxn modelId="{AD2FBD6C-D38A-4CEB-B5B9-E0BAA20208B1}" type="presParOf" srcId="{EAB711E1-EC38-42FD-8908-08AE350D76F2}" destId="{937E2FDC-4B99-407C-AD8B-42E024BB99C0}" srcOrd="3" destOrd="0" presId="urn:microsoft.com/office/officeart/2008/layout/VerticalCurvedList"/>
    <dgm:cxn modelId="{5C3AF71E-DCF7-4B12-BED5-2F6E3FBE77EE}" type="presParOf" srcId="{CCC9119C-B203-469D-B3A5-621B8B62CC9D}" destId="{EE581C9B-0235-4D83-9CAE-DDFBCFF6205A}" srcOrd="1" destOrd="0" presId="urn:microsoft.com/office/officeart/2008/layout/VerticalCurvedList"/>
    <dgm:cxn modelId="{6CE45F49-DA9D-4D76-917D-BE54E5934C1C}" type="presParOf" srcId="{CCC9119C-B203-469D-B3A5-621B8B62CC9D}" destId="{73A57F2F-A311-4C7C-B86A-D4FADE789A6F}" srcOrd="2" destOrd="0" presId="urn:microsoft.com/office/officeart/2008/layout/VerticalCurvedList"/>
    <dgm:cxn modelId="{10ACE276-63FD-4D84-823D-6AAFDE6AC714}" type="presParOf" srcId="{73A57F2F-A311-4C7C-B86A-D4FADE789A6F}" destId="{D88CFE2E-048A-47FD-8347-20D8ED670DEA}" srcOrd="0" destOrd="0" presId="urn:microsoft.com/office/officeart/2008/layout/VerticalCurvedList"/>
    <dgm:cxn modelId="{1E45CDB3-CBDD-4B0E-BBAF-266AE166AAA0}" type="presParOf" srcId="{CCC9119C-B203-469D-B3A5-621B8B62CC9D}" destId="{DA5921ED-F7AB-485C-809E-F6402686382B}" srcOrd="3" destOrd="0" presId="urn:microsoft.com/office/officeart/2008/layout/VerticalCurvedList"/>
    <dgm:cxn modelId="{E5FE8160-246B-4E77-B39E-3B26BF831797}" type="presParOf" srcId="{CCC9119C-B203-469D-B3A5-621B8B62CC9D}" destId="{B7DD1F98-1F09-4719-A4D2-A38878B3DF98}" srcOrd="4" destOrd="0" presId="urn:microsoft.com/office/officeart/2008/layout/VerticalCurvedList"/>
    <dgm:cxn modelId="{46A84DB1-E53E-4E8D-BD3E-4C5CFEC40C82}" type="presParOf" srcId="{B7DD1F98-1F09-4719-A4D2-A38878B3DF98}" destId="{65C0051E-3EDB-42F1-9628-08969CCC2EA9}" srcOrd="0" destOrd="0" presId="urn:microsoft.com/office/officeart/2008/layout/VerticalCurvedList"/>
    <dgm:cxn modelId="{16C327CB-2361-44DC-8D4F-414A78D6DC27}" type="presParOf" srcId="{CCC9119C-B203-469D-B3A5-621B8B62CC9D}" destId="{110D8CDF-2C34-4DD8-9DF4-CDC14E161EE2}" srcOrd="5" destOrd="0" presId="urn:microsoft.com/office/officeart/2008/layout/VerticalCurvedList"/>
    <dgm:cxn modelId="{1D8A38F1-7A53-40AB-A69F-6593978D7652}" type="presParOf" srcId="{CCC9119C-B203-469D-B3A5-621B8B62CC9D}" destId="{A61F8EA4-B573-4CB1-B738-331C28B7B76A}" srcOrd="6" destOrd="0" presId="urn:microsoft.com/office/officeart/2008/layout/VerticalCurvedList"/>
    <dgm:cxn modelId="{606E66F2-F410-4115-A196-E166419F5061}" type="presParOf" srcId="{A61F8EA4-B573-4CB1-B738-331C28B7B76A}" destId="{C091EF7E-AEDE-472B-900B-2995C63F1CD6}" srcOrd="0" destOrd="0" presId="urn:microsoft.com/office/officeart/2008/layout/VerticalCurvedList"/>
    <dgm:cxn modelId="{840D153F-759D-4E07-A70D-FFB2473F81B1}" type="presParOf" srcId="{CCC9119C-B203-469D-B3A5-621B8B62CC9D}" destId="{A5CDCC36-49EC-431D-B007-ADB8F406C823}" srcOrd="7" destOrd="0" presId="urn:microsoft.com/office/officeart/2008/layout/VerticalCurvedList"/>
    <dgm:cxn modelId="{CC54F29C-ECA4-4A06-975F-FC4F913EC74B}" type="presParOf" srcId="{CCC9119C-B203-469D-B3A5-621B8B62CC9D}" destId="{7F727AFD-D54B-4126-B424-D7ABDBDC979E}" srcOrd="8" destOrd="0" presId="urn:microsoft.com/office/officeart/2008/layout/VerticalCurvedList"/>
    <dgm:cxn modelId="{54789041-90AA-493E-8FFE-B46D44ECF7FD}" type="presParOf" srcId="{7F727AFD-D54B-4126-B424-D7ABDBDC979E}" destId="{091F2AAD-CC6A-40F4-8B63-3B761532E606}" srcOrd="0" destOrd="0" presId="urn:microsoft.com/office/officeart/2008/layout/VerticalCurvedList"/>
    <dgm:cxn modelId="{CD565DED-6E6B-4212-9660-F358D5D9AA7F}" type="presParOf" srcId="{CCC9119C-B203-469D-B3A5-621B8B62CC9D}" destId="{A8827B92-3EBB-4434-9ADF-06AE8BFC6CB3}" srcOrd="9" destOrd="0" presId="urn:microsoft.com/office/officeart/2008/layout/VerticalCurvedList"/>
    <dgm:cxn modelId="{5C2DCFC7-FAC7-4C24-97BB-7415431D9F11}" type="presParOf" srcId="{CCC9119C-B203-469D-B3A5-621B8B62CC9D}" destId="{A4ACB204-7306-4E62-9F0F-778556C9FD42}" srcOrd="10" destOrd="0" presId="urn:microsoft.com/office/officeart/2008/layout/VerticalCurvedList"/>
    <dgm:cxn modelId="{EC0EF51A-2B4F-45CC-B18A-841621CA05D3}" type="presParOf" srcId="{A4ACB204-7306-4E62-9F0F-778556C9FD42}" destId="{0A3E5906-716A-4211-8DBE-3634903163A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AD068F0-780C-4F2D-8244-86B482B3D84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3608145-D90B-404D-9188-E6462ED05DB4}">
      <dgm:prSet/>
      <dgm:spPr/>
      <dgm:t>
        <a:bodyPr/>
        <a:lstStyle/>
        <a:p>
          <a:r>
            <a:rPr lang="uk-UA" b="0" i="1"/>
            <a:t>«...І мовив... Аскольдові та Дірові: “Ви оба не є князі. Ні роду княжого. Я є роду княжого.” - “А се - син Рюриків...”»</a:t>
          </a:r>
          <a:endParaRPr lang="uk-UA"/>
        </a:p>
      </dgm:t>
    </dgm:pt>
    <dgm:pt modelId="{27E9DB69-F2BD-4944-80F8-254B1A10A47F}" type="parTrans" cxnId="{EC27BF88-89A8-464B-889B-8703AA1E55E6}">
      <dgm:prSet/>
      <dgm:spPr/>
      <dgm:t>
        <a:bodyPr/>
        <a:lstStyle/>
        <a:p>
          <a:endParaRPr lang="uk-UA"/>
        </a:p>
      </dgm:t>
    </dgm:pt>
    <dgm:pt modelId="{7E4ED82D-494E-4AB5-BFE6-6B17E9C580CA}" type="sibTrans" cxnId="{EC27BF88-89A8-464B-889B-8703AA1E55E6}">
      <dgm:prSet/>
      <dgm:spPr/>
      <dgm:t>
        <a:bodyPr/>
        <a:lstStyle/>
        <a:p>
          <a:endParaRPr lang="uk-UA"/>
        </a:p>
      </dgm:t>
    </dgm:pt>
    <dgm:pt modelId="{F966E41C-159B-4048-9ECA-34825DCB4109}">
      <dgm:prSet/>
      <dgm:spPr/>
      <dgm:t>
        <a:bodyPr/>
        <a:lstStyle/>
        <a:p>
          <a:r>
            <a:rPr lang="uk-UA" b="0" i="1" dirty="0"/>
            <a:t>«Із </a:t>
          </a:r>
          <a:r>
            <a:rPr lang="uk-UA" b="0" i="1" dirty="0" err="1"/>
            <a:t>города</a:t>
          </a:r>
          <a:r>
            <a:rPr lang="uk-UA" b="0" i="1" dirty="0"/>
            <a:t> Іскоростеня вийшли проти нього древляни й убили [його] і дружину його, бо було їх мало...»</a:t>
          </a:r>
          <a:endParaRPr lang="uk-UA" dirty="0"/>
        </a:p>
      </dgm:t>
    </dgm:pt>
    <dgm:pt modelId="{1E08D396-C008-46F9-8399-036726F3C2FA}" type="parTrans" cxnId="{7B6201EB-29BC-4EDD-B74B-7296944FBFDF}">
      <dgm:prSet/>
      <dgm:spPr/>
      <dgm:t>
        <a:bodyPr/>
        <a:lstStyle/>
        <a:p>
          <a:endParaRPr lang="uk-UA"/>
        </a:p>
      </dgm:t>
    </dgm:pt>
    <dgm:pt modelId="{D1B58CAA-E53E-40E8-959E-061218291C10}" type="sibTrans" cxnId="{7B6201EB-29BC-4EDD-B74B-7296944FBFDF}">
      <dgm:prSet/>
      <dgm:spPr/>
      <dgm:t>
        <a:bodyPr/>
        <a:lstStyle/>
        <a:p>
          <a:endParaRPr lang="uk-UA"/>
        </a:p>
      </dgm:t>
    </dgm:pt>
    <dgm:pt modelId="{6268219C-0246-4703-9314-91DF21F65A83}" type="pres">
      <dgm:prSet presAssocID="{5AD068F0-780C-4F2D-8244-86B482B3D840}" presName="linear" presStyleCnt="0">
        <dgm:presLayoutVars>
          <dgm:animLvl val="lvl"/>
          <dgm:resizeHandles val="exact"/>
        </dgm:presLayoutVars>
      </dgm:prSet>
      <dgm:spPr/>
    </dgm:pt>
    <dgm:pt modelId="{2F52D810-A9E2-4019-A2F4-C7C208A023CD}" type="pres">
      <dgm:prSet presAssocID="{93608145-D90B-404D-9188-E6462ED05DB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0E6B1E6-5A20-421B-8EF7-67E6898ACBB3}" type="pres">
      <dgm:prSet presAssocID="{7E4ED82D-494E-4AB5-BFE6-6B17E9C580CA}" presName="spacer" presStyleCnt="0"/>
      <dgm:spPr/>
    </dgm:pt>
    <dgm:pt modelId="{9234E31D-0D6D-4CDE-B8A3-5B60C90FAC95}" type="pres">
      <dgm:prSet presAssocID="{F966E41C-159B-4048-9ECA-34825DCB410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17DB75E-9B17-4276-9AD1-1F988D3043A9}" type="presOf" srcId="{93608145-D90B-404D-9188-E6462ED05DB4}" destId="{2F52D810-A9E2-4019-A2F4-C7C208A023CD}" srcOrd="0" destOrd="0" presId="urn:microsoft.com/office/officeart/2005/8/layout/vList2"/>
    <dgm:cxn modelId="{9552F47B-A3A6-42ED-BEF8-D1FFF0F731BF}" type="presOf" srcId="{5AD068F0-780C-4F2D-8244-86B482B3D840}" destId="{6268219C-0246-4703-9314-91DF21F65A83}" srcOrd="0" destOrd="0" presId="urn:microsoft.com/office/officeart/2005/8/layout/vList2"/>
    <dgm:cxn modelId="{EC27BF88-89A8-464B-889B-8703AA1E55E6}" srcId="{5AD068F0-780C-4F2D-8244-86B482B3D840}" destId="{93608145-D90B-404D-9188-E6462ED05DB4}" srcOrd="0" destOrd="0" parTransId="{27E9DB69-F2BD-4944-80F8-254B1A10A47F}" sibTransId="{7E4ED82D-494E-4AB5-BFE6-6B17E9C580CA}"/>
    <dgm:cxn modelId="{DA105FC8-DB0D-4107-B19D-7E8DD2BB25D3}" type="presOf" srcId="{F966E41C-159B-4048-9ECA-34825DCB4109}" destId="{9234E31D-0D6D-4CDE-B8A3-5B60C90FAC95}" srcOrd="0" destOrd="0" presId="urn:microsoft.com/office/officeart/2005/8/layout/vList2"/>
    <dgm:cxn modelId="{7B6201EB-29BC-4EDD-B74B-7296944FBFDF}" srcId="{5AD068F0-780C-4F2D-8244-86B482B3D840}" destId="{F966E41C-159B-4048-9ECA-34825DCB4109}" srcOrd="1" destOrd="0" parTransId="{1E08D396-C008-46F9-8399-036726F3C2FA}" sibTransId="{D1B58CAA-E53E-40E8-959E-061218291C10}"/>
    <dgm:cxn modelId="{5199C307-6D20-4E07-B0B7-045F4C5EF8E9}" type="presParOf" srcId="{6268219C-0246-4703-9314-91DF21F65A83}" destId="{2F52D810-A9E2-4019-A2F4-C7C208A023CD}" srcOrd="0" destOrd="0" presId="urn:microsoft.com/office/officeart/2005/8/layout/vList2"/>
    <dgm:cxn modelId="{5763DF49-02BE-4086-9051-1948DFF985B6}" type="presParOf" srcId="{6268219C-0246-4703-9314-91DF21F65A83}" destId="{E0E6B1E6-5A20-421B-8EF7-67E6898ACBB3}" srcOrd="1" destOrd="0" presId="urn:microsoft.com/office/officeart/2005/8/layout/vList2"/>
    <dgm:cxn modelId="{4702E615-9BC6-40D9-8A3E-8203E60C96E6}" type="presParOf" srcId="{6268219C-0246-4703-9314-91DF21F65A83}" destId="{9234E31D-0D6D-4CDE-B8A3-5B60C90FAC9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074EF18-DE40-419F-901F-905C1CCA92D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31CA5F9-6E73-4902-B1CC-DD23AD790B56}">
      <dgm:prSet/>
      <dgm:spPr/>
      <dgm:t>
        <a:bodyPr/>
        <a:lstStyle/>
        <a:p>
          <a:r>
            <a:rPr lang="uk-UA" i="1" dirty="0"/>
            <a:t>«Сказав... матері своїй і боярам своїм: “Не любо мені в Києві жити, хочу жити в Переяславці на Дунаї”...»</a:t>
          </a:r>
          <a:endParaRPr lang="uk-UA" dirty="0"/>
        </a:p>
      </dgm:t>
    </dgm:pt>
    <dgm:pt modelId="{F91AB7A5-51E9-461E-A68D-DBFF6B30F967}" type="parTrans" cxnId="{EB7E2935-BA57-4230-B7C7-48068767F598}">
      <dgm:prSet/>
      <dgm:spPr/>
      <dgm:t>
        <a:bodyPr/>
        <a:lstStyle/>
        <a:p>
          <a:endParaRPr lang="uk-UA"/>
        </a:p>
      </dgm:t>
    </dgm:pt>
    <dgm:pt modelId="{5F7F5470-064B-475B-A178-55D4FE82DB95}" type="sibTrans" cxnId="{EB7E2935-BA57-4230-B7C7-48068767F598}">
      <dgm:prSet/>
      <dgm:spPr/>
      <dgm:t>
        <a:bodyPr/>
        <a:lstStyle/>
        <a:p>
          <a:endParaRPr lang="uk-UA"/>
        </a:p>
      </dgm:t>
    </dgm:pt>
    <dgm:pt modelId="{1C728EA6-5F27-4CAE-B1BB-03F89CE83313}">
      <dgm:prSet/>
      <dgm:spPr/>
      <dgm:t>
        <a:bodyPr/>
        <a:lstStyle/>
        <a:p>
          <a:r>
            <a:rPr lang="uk-UA" i="1" dirty="0"/>
            <a:t>«...віддав Корсунь грекам як викуп за царицю, а сам повернувся в Київ...»</a:t>
          </a:r>
          <a:endParaRPr lang="uk-UA" dirty="0"/>
        </a:p>
      </dgm:t>
    </dgm:pt>
    <dgm:pt modelId="{1C5CBA2F-C463-4DB7-AC30-D0C7A12DB9B3}" type="parTrans" cxnId="{4DC24ED3-E484-4BBE-B065-E757F58A0319}">
      <dgm:prSet/>
      <dgm:spPr/>
      <dgm:t>
        <a:bodyPr/>
        <a:lstStyle/>
        <a:p>
          <a:endParaRPr lang="uk-UA"/>
        </a:p>
      </dgm:t>
    </dgm:pt>
    <dgm:pt modelId="{F1E09A1F-593D-4346-BF31-014AB36C5960}" type="sibTrans" cxnId="{4DC24ED3-E484-4BBE-B065-E757F58A0319}">
      <dgm:prSet/>
      <dgm:spPr/>
      <dgm:t>
        <a:bodyPr/>
        <a:lstStyle/>
        <a:p>
          <a:endParaRPr lang="uk-UA"/>
        </a:p>
      </dgm:t>
    </dgm:pt>
    <dgm:pt modelId="{809E169D-0B28-4C49-9FD7-B36A8326ABAB}" type="pres">
      <dgm:prSet presAssocID="{5074EF18-DE40-419F-901F-905C1CCA92DC}" presName="linear" presStyleCnt="0">
        <dgm:presLayoutVars>
          <dgm:animLvl val="lvl"/>
          <dgm:resizeHandles val="exact"/>
        </dgm:presLayoutVars>
      </dgm:prSet>
      <dgm:spPr/>
    </dgm:pt>
    <dgm:pt modelId="{5F04BA1B-828E-4B2C-959F-BFA293868B86}" type="pres">
      <dgm:prSet presAssocID="{C31CA5F9-6E73-4902-B1CC-DD23AD790B5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C0BAF52-F92B-461E-8C82-FAABEF73B539}" type="pres">
      <dgm:prSet presAssocID="{5F7F5470-064B-475B-A178-55D4FE82DB95}" presName="spacer" presStyleCnt="0"/>
      <dgm:spPr/>
    </dgm:pt>
    <dgm:pt modelId="{AA9A9B3C-B7D7-49B0-8D7D-50796D710066}" type="pres">
      <dgm:prSet presAssocID="{1C728EA6-5F27-4CAE-B1BB-03F89CE8331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B880635-8B01-407B-BD48-83DC755D1CC0}" type="presOf" srcId="{C31CA5F9-6E73-4902-B1CC-DD23AD790B56}" destId="{5F04BA1B-828E-4B2C-959F-BFA293868B86}" srcOrd="0" destOrd="0" presId="urn:microsoft.com/office/officeart/2005/8/layout/vList2"/>
    <dgm:cxn modelId="{EB7E2935-BA57-4230-B7C7-48068767F598}" srcId="{5074EF18-DE40-419F-901F-905C1CCA92DC}" destId="{C31CA5F9-6E73-4902-B1CC-DD23AD790B56}" srcOrd="0" destOrd="0" parTransId="{F91AB7A5-51E9-461E-A68D-DBFF6B30F967}" sibTransId="{5F7F5470-064B-475B-A178-55D4FE82DB95}"/>
    <dgm:cxn modelId="{C831737E-DE2A-4C7B-BECF-DE51F1795053}" type="presOf" srcId="{1C728EA6-5F27-4CAE-B1BB-03F89CE83313}" destId="{AA9A9B3C-B7D7-49B0-8D7D-50796D710066}" srcOrd="0" destOrd="0" presId="urn:microsoft.com/office/officeart/2005/8/layout/vList2"/>
    <dgm:cxn modelId="{4DC24ED3-E484-4BBE-B065-E757F58A0319}" srcId="{5074EF18-DE40-419F-901F-905C1CCA92DC}" destId="{1C728EA6-5F27-4CAE-B1BB-03F89CE83313}" srcOrd="1" destOrd="0" parTransId="{1C5CBA2F-C463-4DB7-AC30-D0C7A12DB9B3}" sibTransId="{F1E09A1F-593D-4346-BF31-014AB36C5960}"/>
    <dgm:cxn modelId="{595AD2FC-7A8E-4E1C-AABF-41E138506A2A}" type="presOf" srcId="{5074EF18-DE40-419F-901F-905C1CCA92DC}" destId="{809E169D-0B28-4C49-9FD7-B36A8326ABAB}" srcOrd="0" destOrd="0" presId="urn:microsoft.com/office/officeart/2005/8/layout/vList2"/>
    <dgm:cxn modelId="{AABFF5CC-C01E-494F-B9B0-D7ADEBA372A5}" type="presParOf" srcId="{809E169D-0B28-4C49-9FD7-B36A8326ABAB}" destId="{5F04BA1B-828E-4B2C-959F-BFA293868B86}" srcOrd="0" destOrd="0" presId="urn:microsoft.com/office/officeart/2005/8/layout/vList2"/>
    <dgm:cxn modelId="{1FD45FE2-53F9-42F7-B8EA-7031BD4CB8E0}" type="presParOf" srcId="{809E169D-0B28-4C49-9FD7-B36A8326ABAB}" destId="{8C0BAF52-F92B-461E-8C82-FAABEF73B539}" srcOrd="1" destOrd="0" presId="urn:microsoft.com/office/officeart/2005/8/layout/vList2"/>
    <dgm:cxn modelId="{770C56C1-09EF-40BC-A9A3-CAEA13C232DF}" type="presParOf" srcId="{809E169D-0B28-4C49-9FD7-B36A8326ABAB}" destId="{AA9A9B3C-B7D7-49B0-8D7D-50796D71006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9A72B21-89ED-4DDD-930C-C9F9C36BEE5C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23071CB-5B0E-460B-B873-2FD3EBDE60DC}">
      <dgm:prSet/>
      <dgm:spPr/>
      <dgm:t>
        <a:bodyPr/>
        <a:lstStyle/>
        <a:p>
          <a:r>
            <a:rPr lang="ru-RU" b="0" i="0"/>
            <a:t>Олег</a:t>
          </a:r>
          <a:endParaRPr lang="uk-UA"/>
        </a:p>
      </dgm:t>
    </dgm:pt>
    <dgm:pt modelId="{7445C1BF-D457-429A-83C9-D1848CE2B468}" type="parTrans" cxnId="{8E52DB41-1B43-4F82-A2AA-160F9C83DF2B}">
      <dgm:prSet/>
      <dgm:spPr/>
      <dgm:t>
        <a:bodyPr/>
        <a:lstStyle/>
        <a:p>
          <a:endParaRPr lang="uk-UA"/>
        </a:p>
      </dgm:t>
    </dgm:pt>
    <dgm:pt modelId="{04590493-3879-4231-89F4-16F59B58F903}" type="sibTrans" cxnId="{8E52DB41-1B43-4F82-A2AA-160F9C83DF2B}">
      <dgm:prSet/>
      <dgm:spPr/>
      <dgm:t>
        <a:bodyPr/>
        <a:lstStyle/>
        <a:p>
          <a:endParaRPr lang="uk-UA"/>
        </a:p>
      </dgm:t>
    </dgm:pt>
    <dgm:pt modelId="{637AC37B-F57B-4690-8A93-0374930A1575}">
      <dgm:prSet/>
      <dgm:spPr/>
      <dgm:t>
        <a:bodyPr/>
        <a:lstStyle/>
        <a:p>
          <a:r>
            <a:rPr lang="ru-RU" b="0" i="0"/>
            <a:t>Ігор</a:t>
          </a:r>
          <a:endParaRPr lang="uk-UA"/>
        </a:p>
      </dgm:t>
    </dgm:pt>
    <dgm:pt modelId="{13035101-6AC4-4770-92A1-73B958768845}" type="parTrans" cxnId="{93544ED0-60D1-483F-8C4D-EE0A10C0E0FC}">
      <dgm:prSet/>
      <dgm:spPr/>
      <dgm:t>
        <a:bodyPr/>
        <a:lstStyle/>
        <a:p>
          <a:endParaRPr lang="uk-UA"/>
        </a:p>
      </dgm:t>
    </dgm:pt>
    <dgm:pt modelId="{101D2B23-9412-404C-BAD8-CCAEF713A144}" type="sibTrans" cxnId="{93544ED0-60D1-483F-8C4D-EE0A10C0E0FC}">
      <dgm:prSet/>
      <dgm:spPr/>
      <dgm:t>
        <a:bodyPr/>
        <a:lstStyle/>
        <a:p>
          <a:endParaRPr lang="uk-UA"/>
        </a:p>
      </dgm:t>
    </dgm:pt>
    <dgm:pt modelId="{AB049988-FDB0-44C3-A035-67D40C695898}">
      <dgm:prSet/>
      <dgm:spPr/>
      <dgm:t>
        <a:bodyPr/>
        <a:lstStyle/>
        <a:p>
          <a:r>
            <a:rPr lang="ru-RU" b="0" i="0"/>
            <a:t>Святослав</a:t>
          </a:r>
          <a:endParaRPr lang="uk-UA"/>
        </a:p>
      </dgm:t>
    </dgm:pt>
    <dgm:pt modelId="{09D780D6-8042-4B68-8119-A3456BA93803}" type="parTrans" cxnId="{ABD69FC2-719C-497C-8D17-E2E86A244C7F}">
      <dgm:prSet/>
      <dgm:spPr/>
      <dgm:t>
        <a:bodyPr/>
        <a:lstStyle/>
        <a:p>
          <a:endParaRPr lang="uk-UA"/>
        </a:p>
      </dgm:t>
    </dgm:pt>
    <dgm:pt modelId="{25AFF0FD-5976-4E66-99C0-6407864BBCDD}" type="sibTrans" cxnId="{ABD69FC2-719C-497C-8D17-E2E86A244C7F}">
      <dgm:prSet/>
      <dgm:spPr/>
      <dgm:t>
        <a:bodyPr/>
        <a:lstStyle/>
        <a:p>
          <a:endParaRPr lang="uk-UA"/>
        </a:p>
      </dgm:t>
    </dgm:pt>
    <dgm:pt modelId="{76B0AACE-AE51-458C-A97B-ECB95B6B0ACA}">
      <dgm:prSet/>
      <dgm:spPr/>
      <dgm:t>
        <a:bodyPr/>
        <a:lstStyle/>
        <a:p>
          <a:r>
            <a:rPr lang="ru-RU" b="0" i="0" dirty="0" err="1"/>
            <a:t>Володимир</a:t>
          </a:r>
          <a:r>
            <a:rPr lang="ru-RU" b="0" i="0" dirty="0"/>
            <a:t> Великий</a:t>
          </a:r>
          <a:endParaRPr lang="uk-UA" dirty="0"/>
        </a:p>
      </dgm:t>
    </dgm:pt>
    <dgm:pt modelId="{FA190287-0154-4074-AB43-473A16193ADA}" type="parTrans" cxnId="{D340F5C7-192D-49B9-A4AB-D4304F95B393}">
      <dgm:prSet/>
      <dgm:spPr/>
      <dgm:t>
        <a:bodyPr/>
        <a:lstStyle/>
        <a:p>
          <a:endParaRPr lang="uk-UA"/>
        </a:p>
      </dgm:t>
    </dgm:pt>
    <dgm:pt modelId="{97352320-089F-4472-8FC4-C0283EADCA4B}" type="sibTrans" cxnId="{D340F5C7-192D-49B9-A4AB-D4304F95B393}">
      <dgm:prSet/>
      <dgm:spPr/>
      <dgm:t>
        <a:bodyPr/>
        <a:lstStyle/>
        <a:p>
          <a:endParaRPr lang="uk-UA"/>
        </a:p>
      </dgm:t>
    </dgm:pt>
    <dgm:pt modelId="{D89784B7-021B-4D58-BD15-2AAE26FA04D8}">
      <dgm:prSet/>
      <dgm:spPr/>
      <dgm:t>
        <a:bodyPr/>
        <a:lstStyle/>
        <a:p>
          <a:r>
            <a:rPr lang="ru-RU" b="0" i="0" dirty="0"/>
            <a:t>Ярослав </a:t>
          </a:r>
          <a:r>
            <a:rPr lang="ru-RU" b="0" i="0" dirty="0" err="1"/>
            <a:t>Мудрий</a:t>
          </a:r>
          <a:endParaRPr lang="uk-UA" dirty="0"/>
        </a:p>
      </dgm:t>
    </dgm:pt>
    <dgm:pt modelId="{CD7F10F8-44B3-4770-B1A8-7327E79852F1}" type="parTrans" cxnId="{CAD67151-B339-4850-A09F-23775C445C8A}">
      <dgm:prSet/>
      <dgm:spPr/>
      <dgm:t>
        <a:bodyPr/>
        <a:lstStyle/>
        <a:p>
          <a:endParaRPr lang="uk-UA"/>
        </a:p>
      </dgm:t>
    </dgm:pt>
    <dgm:pt modelId="{9C96D083-6F76-445D-8D75-3F5AB3AB8B5D}" type="sibTrans" cxnId="{CAD67151-B339-4850-A09F-23775C445C8A}">
      <dgm:prSet/>
      <dgm:spPr/>
      <dgm:t>
        <a:bodyPr/>
        <a:lstStyle/>
        <a:p>
          <a:endParaRPr lang="uk-UA"/>
        </a:p>
      </dgm:t>
    </dgm:pt>
    <dgm:pt modelId="{A9332C4D-BAAB-4ABE-8572-D8A65C059EE0}" type="pres">
      <dgm:prSet presAssocID="{D9A72B21-89ED-4DDD-930C-C9F9C36BEE5C}" presName="compositeShape" presStyleCnt="0">
        <dgm:presLayoutVars>
          <dgm:chMax val="7"/>
          <dgm:dir/>
          <dgm:resizeHandles val="exact"/>
        </dgm:presLayoutVars>
      </dgm:prSet>
      <dgm:spPr/>
    </dgm:pt>
    <dgm:pt modelId="{D785675A-9574-48A6-8E87-A86004767EED}" type="pres">
      <dgm:prSet presAssocID="{723071CB-5B0E-460B-B873-2FD3EBDE60DC}" presName="circ1" presStyleLbl="vennNode1" presStyleIdx="0" presStyleCnt="5"/>
      <dgm:spPr/>
    </dgm:pt>
    <dgm:pt modelId="{DD12D96C-319F-43BC-BBB8-F16B7A4D41C5}" type="pres">
      <dgm:prSet presAssocID="{723071CB-5B0E-460B-B873-2FD3EBDE60DC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47A97A2-63EB-4CBE-970D-5DEFA9DDF941}" type="pres">
      <dgm:prSet presAssocID="{637AC37B-F57B-4690-8A93-0374930A1575}" presName="circ2" presStyleLbl="vennNode1" presStyleIdx="1" presStyleCnt="5"/>
      <dgm:spPr/>
    </dgm:pt>
    <dgm:pt modelId="{3FD8D9AF-38F0-41CF-990D-D63A85D52DA5}" type="pres">
      <dgm:prSet presAssocID="{637AC37B-F57B-4690-8A93-0374930A1575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DEDAD15-ECC4-4DB8-8FB7-0626F41C5376}" type="pres">
      <dgm:prSet presAssocID="{AB049988-FDB0-44C3-A035-67D40C695898}" presName="circ3" presStyleLbl="vennNode1" presStyleIdx="2" presStyleCnt="5"/>
      <dgm:spPr/>
    </dgm:pt>
    <dgm:pt modelId="{68242F76-0FED-4633-86FE-B9C6568DB196}" type="pres">
      <dgm:prSet presAssocID="{AB049988-FDB0-44C3-A035-67D40C695898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AB2F2D5-7EF3-456F-8E02-6B7E6BB07E26}" type="pres">
      <dgm:prSet presAssocID="{76B0AACE-AE51-458C-A97B-ECB95B6B0ACA}" presName="circ4" presStyleLbl="vennNode1" presStyleIdx="3" presStyleCnt="5"/>
      <dgm:spPr/>
    </dgm:pt>
    <dgm:pt modelId="{878D771B-71EF-4C46-A03C-2FB25B36CE95}" type="pres">
      <dgm:prSet presAssocID="{76B0AACE-AE51-458C-A97B-ECB95B6B0ACA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1668C50-CE90-4F15-834F-CC0753FFC200}" type="pres">
      <dgm:prSet presAssocID="{D89784B7-021B-4D58-BD15-2AAE26FA04D8}" presName="circ5" presStyleLbl="vennNode1" presStyleIdx="4" presStyleCnt="5"/>
      <dgm:spPr/>
    </dgm:pt>
    <dgm:pt modelId="{F89FC07C-5AFD-435E-8884-F7ED7F8456E4}" type="pres">
      <dgm:prSet presAssocID="{D89784B7-021B-4D58-BD15-2AAE26FA04D8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84C5AB0A-6767-4A47-922A-3CC093D61E16}" type="presOf" srcId="{637AC37B-F57B-4690-8A93-0374930A1575}" destId="{3FD8D9AF-38F0-41CF-990D-D63A85D52DA5}" srcOrd="0" destOrd="0" presId="urn:microsoft.com/office/officeart/2005/8/layout/venn1"/>
    <dgm:cxn modelId="{B7F99C29-679C-47BD-AE5D-8318B06EB151}" type="presOf" srcId="{D9A72B21-89ED-4DDD-930C-C9F9C36BEE5C}" destId="{A9332C4D-BAAB-4ABE-8572-D8A65C059EE0}" srcOrd="0" destOrd="0" presId="urn:microsoft.com/office/officeart/2005/8/layout/venn1"/>
    <dgm:cxn modelId="{E7F8E139-C0A9-41CC-BC81-129FA93D094B}" type="presOf" srcId="{D89784B7-021B-4D58-BD15-2AAE26FA04D8}" destId="{F89FC07C-5AFD-435E-8884-F7ED7F8456E4}" srcOrd="0" destOrd="0" presId="urn:microsoft.com/office/officeart/2005/8/layout/venn1"/>
    <dgm:cxn modelId="{8E52DB41-1B43-4F82-A2AA-160F9C83DF2B}" srcId="{D9A72B21-89ED-4DDD-930C-C9F9C36BEE5C}" destId="{723071CB-5B0E-460B-B873-2FD3EBDE60DC}" srcOrd="0" destOrd="0" parTransId="{7445C1BF-D457-429A-83C9-D1848CE2B468}" sibTransId="{04590493-3879-4231-89F4-16F59B58F903}"/>
    <dgm:cxn modelId="{CAD67151-B339-4850-A09F-23775C445C8A}" srcId="{D9A72B21-89ED-4DDD-930C-C9F9C36BEE5C}" destId="{D89784B7-021B-4D58-BD15-2AAE26FA04D8}" srcOrd="4" destOrd="0" parTransId="{CD7F10F8-44B3-4770-B1A8-7327E79852F1}" sibTransId="{9C96D083-6F76-445D-8D75-3F5AB3AB8B5D}"/>
    <dgm:cxn modelId="{FAE7BB7A-DFAC-422C-804A-EB8627331555}" type="presOf" srcId="{AB049988-FDB0-44C3-A035-67D40C695898}" destId="{68242F76-0FED-4633-86FE-B9C6568DB196}" srcOrd="0" destOrd="0" presId="urn:microsoft.com/office/officeart/2005/8/layout/venn1"/>
    <dgm:cxn modelId="{8ABD3594-D849-4FC4-AD66-71E49E849E20}" type="presOf" srcId="{76B0AACE-AE51-458C-A97B-ECB95B6B0ACA}" destId="{878D771B-71EF-4C46-A03C-2FB25B36CE95}" srcOrd="0" destOrd="0" presId="urn:microsoft.com/office/officeart/2005/8/layout/venn1"/>
    <dgm:cxn modelId="{10C7D4C1-1C03-4C9D-8E3F-CD21846B3E8A}" type="presOf" srcId="{723071CB-5B0E-460B-B873-2FD3EBDE60DC}" destId="{DD12D96C-319F-43BC-BBB8-F16B7A4D41C5}" srcOrd="0" destOrd="0" presId="urn:microsoft.com/office/officeart/2005/8/layout/venn1"/>
    <dgm:cxn modelId="{ABD69FC2-719C-497C-8D17-E2E86A244C7F}" srcId="{D9A72B21-89ED-4DDD-930C-C9F9C36BEE5C}" destId="{AB049988-FDB0-44C3-A035-67D40C695898}" srcOrd="2" destOrd="0" parTransId="{09D780D6-8042-4B68-8119-A3456BA93803}" sibTransId="{25AFF0FD-5976-4E66-99C0-6407864BBCDD}"/>
    <dgm:cxn modelId="{D340F5C7-192D-49B9-A4AB-D4304F95B393}" srcId="{D9A72B21-89ED-4DDD-930C-C9F9C36BEE5C}" destId="{76B0AACE-AE51-458C-A97B-ECB95B6B0ACA}" srcOrd="3" destOrd="0" parTransId="{FA190287-0154-4074-AB43-473A16193ADA}" sibTransId="{97352320-089F-4472-8FC4-C0283EADCA4B}"/>
    <dgm:cxn modelId="{93544ED0-60D1-483F-8C4D-EE0A10C0E0FC}" srcId="{D9A72B21-89ED-4DDD-930C-C9F9C36BEE5C}" destId="{637AC37B-F57B-4690-8A93-0374930A1575}" srcOrd="1" destOrd="0" parTransId="{13035101-6AC4-4770-92A1-73B958768845}" sibTransId="{101D2B23-9412-404C-BAD8-CCAEF713A144}"/>
    <dgm:cxn modelId="{EB5E0470-37B7-4A09-B19B-BDCD0F5F1E9B}" type="presParOf" srcId="{A9332C4D-BAAB-4ABE-8572-D8A65C059EE0}" destId="{D785675A-9574-48A6-8E87-A86004767EED}" srcOrd="0" destOrd="0" presId="urn:microsoft.com/office/officeart/2005/8/layout/venn1"/>
    <dgm:cxn modelId="{D0FE3B7D-5BD9-4D1C-BC93-7E996F14836B}" type="presParOf" srcId="{A9332C4D-BAAB-4ABE-8572-D8A65C059EE0}" destId="{DD12D96C-319F-43BC-BBB8-F16B7A4D41C5}" srcOrd="1" destOrd="0" presId="urn:microsoft.com/office/officeart/2005/8/layout/venn1"/>
    <dgm:cxn modelId="{813FDE5B-7C6E-4396-A84F-FFD806B85FDC}" type="presParOf" srcId="{A9332C4D-BAAB-4ABE-8572-D8A65C059EE0}" destId="{247A97A2-63EB-4CBE-970D-5DEFA9DDF941}" srcOrd="2" destOrd="0" presId="urn:microsoft.com/office/officeart/2005/8/layout/venn1"/>
    <dgm:cxn modelId="{CFF9E368-DAD4-4B20-AE87-C7A56B3AAD4E}" type="presParOf" srcId="{A9332C4D-BAAB-4ABE-8572-D8A65C059EE0}" destId="{3FD8D9AF-38F0-41CF-990D-D63A85D52DA5}" srcOrd="3" destOrd="0" presId="urn:microsoft.com/office/officeart/2005/8/layout/venn1"/>
    <dgm:cxn modelId="{D02A631F-15BB-47AA-89F0-7BE8D620FFC3}" type="presParOf" srcId="{A9332C4D-BAAB-4ABE-8572-D8A65C059EE0}" destId="{CDEDAD15-ECC4-4DB8-8FB7-0626F41C5376}" srcOrd="4" destOrd="0" presId="urn:microsoft.com/office/officeart/2005/8/layout/venn1"/>
    <dgm:cxn modelId="{36357882-B945-4A5F-9931-A6F45ADDEF22}" type="presParOf" srcId="{A9332C4D-BAAB-4ABE-8572-D8A65C059EE0}" destId="{68242F76-0FED-4633-86FE-B9C6568DB196}" srcOrd="5" destOrd="0" presId="urn:microsoft.com/office/officeart/2005/8/layout/venn1"/>
    <dgm:cxn modelId="{DFEAD67B-0512-4FBA-9C17-86268B3EF2B7}" type="presParOf" srcId="{A9332C4D-BAAB-4ABE-8572-D8A65C059EE0}" destId="{FAB2F2D5-7EF3-456F-8E02-6B7E6BB07E26}" srcOrd="6" destOrd="0" presId="urn:microsoft.com/office/officeart/2005/8/layout/venn1"/>
    <dgm:cxn modelId="{97173501-6B77-473F-8B84-9EEFC2F41F31}" type="presParOf" srcId="{A9332C4D-BAAB-4ABE-8572-D8A65C059EE0}" destId="{878D771B-71EF-4C46-A03C-2FB25B36CE95}" srcOrd="7" destOrd="0" presId="urn:microsoft.com/office/officeart/2005/8/layout/venn1"/>
    <dgm:cxn modelId="{6F60CFF3-523B-4C64-A1F9-8022E64E475F}" type="presParOf" srcId="{A9332C4D-BAAB-4ABE-8572-D8A65C059EE0}" destId="{81668C50-CE90-4F15-834F-CC0753FFC200}" srcOrd="8" destOrd="0" presId="urn:microsoft.com/office/officeart/2005/8/layout/venn1"/>
    <dgm:cxn modelId="{56DB6C03-239D-4181-8D83-D367AC34C52A}" type="presParOf" srcId="{A9332C4D-BAAB-4ABE-8572-D8A65C059EE0}" destId="{F89FC07C-5AFD-435E-8884-F7ED7F8456E4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6533336-978D-4213-9ECD-9C86C4F3088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4059B0D-B508-4175-BC54-D5A576CF2974}">
      <dgm:prSet/>
      <dgm:spPr/>
      <dgm:t>
        <a:bodyPr/>
        <a:lstStyle/>
        <a:p>
          <a:r>
            <a:rPr lang="uk-UA" b="0" i="0"/>
            <a:t>Олегу</a:t>
          </a:r>
          <a:endParaRPr lang="uk-UA"/>
        </a:p>
      </dgm:t>
    </dgm:pt>
    <dgm:pt modelId="{90631C91-0571-46E5-AE3A-2EA51447A7F6}" type="parTrans" cxnId="{B05374A6-EEB2-476A-BFAC-13E275F2B42C}">
      <dgm:prSet/>
      <dgm:spPr/>
      <dgm:t>
        <a:bodyPr/>
        <a:lstStyle/>
        <a:p>
          <a:endParaRPr lang="uk-UA"/>
        </a:p>
      </dgm:t>
    </dgm:pt>
    <dgm:pt modelId="{DAE810A6-AE40-438F-B464-0859FAA8F636}" type="sibTrans" cxnId="{B05374A6-EEB2-476A-BFAC-13E275F2B42C}">
      <dgm:prSet/>
      <dgm:spPr/>
      <dgm:t>
        <a:bodyPr/>
        <a:lstStyle/>
        <a:p>
          <a:endParaRPr lang="uk-UA"/>
        </a:p>
      </dgm:t>
    </dgm:pt>
    <dgm:pt modelId="{EB75753C-76F4-4C06-A946-F6A3C0F21A6D}">
      <dgm:prSet/>
      <dgm:spPr/>
      <dgm:t>
        <a:bodyPr/>
        <a:lstStyle/>
        <a:p>
          <a:r>
            <a:rPr lang="uk-UA" b="0" i="0"/>
            <a:t>Ігорю</a:t>
          </a:r>
          <a:endParaRPr lang="uk-UA"/>
        </a:p>
      </dgm:t>
    </dgm:pt>
    <dgm:pt modelId="{5A9155BC-4620-4F16-BC2A-1DFE00D3B10E}" type="parTrans" cxnId="{7A835178-1FC2-4C28-84A3-4C48A5461EAC}">
      <dgm:prSet/>
      <dgm:spPr/>
      <dgm:t>
        <a:bodyPr/>
        <a:lstStyle/>
        <a:p>
          <a:endParaRPr lang="uk-UA"/>
        </a:p>
      </dgm:t>
    </dgm:pt>
    <dgm:pt modelId="{B6F1CF8A-F0B9-4645-A0A9-B8228E2A1C5D}" type="sibTrans" cxnId="{7A835178-1FC2-4C28-84A3-4C48A5461EAC}">
      <dgm:prSet/>
      <dgm:spPr/>
      <dgm:t>
        <a:bodyPr/>
        <a:lstStyle/>
        <a:p>
          <a:endParaRPr lang="uk-UA"/>
        </a:p>
      </dgm:t>
    </dgm:pt>
    <dgm:pt modelId="{419C0047-53ED-43DB-B6F1-40FCAB37113B}">
      <dgm:prSet/>
      <dgm:spPr/>
      <dgm:t>
        <a:bodyPr/>
        <a:lstStyle/>
        <a:p>
          <a:r>
            <a:rPr lang="uk-UA" b="0" i="0" dirty="0"/>
            <a:t>Святославу</a:t>
          </a:r>
          <a:endParaRPr lang="uk-UA" dirty="0"/>
        </a:p>
      </dgm:t>
    </dgm:pt>
    <dgm:pt modelId="{33AD2C0C-7A9C-405C-83D4-FAC3B522AFB8}" type="parTrans" cxnId="{DC1259BB-4900-46BE-AFF9-CF84DC3B91CE}">
      <dgm:prSet/>
      <dgm:spPr/>
      <dgm:t>
        <a:bodyPr/>
        <a:lstStyle/>
        <a:p>
          <a:endParaRPr lang="uk-UA"/>
        </a:p>
      </dgm:t>
    </dgm:pt>
    <dgm:pt modelId="{C3D14728-3050-4145-A510-AF0E0C218AC4}" type="sibTrans" cxnId="{DC1259BB-4900-46BE-AFF9-CF84DC3B91CE}">
      <dgm:prSet/>
      <dgm:spPr/>
      <dgm:t>
        <a:bodyPr/>
        <a:lstStyle/>
        <a:p>
          <a:endParaRPr lang="uk-UA"/>
        </a:p>
      </dgm:t>
    </dgm:pt>
    <dgm:pt modelId="{1335DA3C-88AC-4AB7-B5B5-093C71F31096}">
      <dgm:prSet/>
      <dgm:spPr/>
      <dgm:t>
        <a:bodyPr/>
        <a:lstStyle/>
        <a:p>
          <a:r>
            <a:rPr lang="uk-UA" b="0" i="0" dirty="0"/>
            <a:t>Володимиру</a:t>
          </a:r>
          <a:endParaRPr lang="uk-UA" dirty="0"/>
        </a:p>
      </dgm:t>
    </dgm:pt>
    <dgm:pt modelId="{76745F62-FC2A-41B7-88F4-8648039061A8}" type="parTrans" cxnId="{538BA2F2-E988-4A75-83E2-84D1474834D6}">
      <dgm:prSet/>
      <dgm:spPr/>
      <dgm:t>
        <a:bodyPr/>
        <a:lstStyle/>
        <a:p>
          <a:endParaRPr lang="uk-UA"/>
        </a:p>
      </dgm:t>
    </dgm:pt>
    <dgm:pt modelId="{7E002904-1D4D-4539-B650-BCEDA35A3A75}" type="sibTrans" cxnId="{538BA2F2-E988-4A75-83E2-84D1474834D6}">
      <dgm:prSet/>
      <dgm:spPr/>
      <dgm:t>
        <a:bodyPr/>
        <a:lstStyle/>
        <a:p>
          <a:endParaRPr lang="uk-UA"/>
        </a:p>
      </dgm:t>
    </dgm:pt>
    <dgm:pt modelId="{09290332-976D-4C97-A94C-FE37ED26C79A}" type="pres">
      <dgm:prSet presAssocID="{06533336-978D-4213-9ECD-9C86C4F3088F}" presName="matrix" presStyleCnt="0">
        <dgm:presLayoutVars>
          <dgm:chMax val="1"/>
          <dgm:dir/>
          <dgm:resizeHandles val="exact"/>
        </dgm:presLayoutVars>
      </dgm:prSet>
      <dgm:spPr/>
    </dgm:pt>
    <dgm:pt modelId="{1B4D1273-BCAC-4690-B5B7-9DE36549963C}" type="pres">
      <dgm:prSet presAssocID="{06533336-978D-4213-9ECD-9C86C4F3088F}" presName="diamond" presStyleLbl="bgShp" presStyleIdx="0" presStyleCnt="1"/>
      <dgm:spPr/>
    </dgm:pt>
    <dgm:pt modelId="{E9553FA4-4423-4818-9BCD-61100F4954C2}" type="pres">
      <dgm:prSet presAssocID="{06533336-978D-4213-9ECD-9C86C4F3088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213533A-AC80-493F-B0BE-A05F98CA5E8C}" type="pres">
      <dgm:prSet presAssocID="{06533336-978D-4213-9ECD-9C86C4F3088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6B564ED-9E19-4BC4-8968-895009C3CB68}" type="pres">
      <dgm:prSet presAssocID="{06533336-978D-4213-9ECD-9C86C4F3088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049E2D2-2B72-48AA-95B2-77296C18D401}" type="pres">
      <dgm:prSet presAssocID="{06533336-978D-4213-9ECD-9C86C4F3088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3244201-8139-45FF-906B-B328358D6F41}" type="presOf" srcId="{419C0047-53ED-43DB-B6F1-40FCAB37113B}" destId="{76B564ED-9E19-4BC4-8968-895009C3CB68}" srcOrd="0" destOrd="0" presId="urn:microsoft.com/office/officeart/2005/8/layout/matrix3"/>
    <dgm:cxn modelId="{CEF35B14-9AB7-41A8-AB21-D6238D4F6A15}" type="presOf" srcId="{EB75753C-76F4-4C06-A946-F6A3C0F21A6D}" destId="{3213533A-AC80-493F-B0BE-A05F98CA5E8C}" srcOrd="0" destOrd="0" presId="urn:microsoft.com/office/officeart/2005/8/layout/matrix3"/>
    <dgm:cxn modelId="{48CDD757-E1D8-43BC-BDE0-6AECE27C3F45}" type="presOf" srcId="{14059B0D-B508-4175-BC54-D5A576CF2974}" destId="{E9553FA4-4423-4818-9BCD-61100F4954C2}" srcOrd="0" destOrd="0" presId="urn:microsoft.com/office/officeart/2005/8/layout/matrix3"/>
    <dgm:cxn modelId="{7A835178-1FC2-4C28-84A3-4C48A5461EAC}" srcId="{06533336-978D-4213-9ECD-9C86C4F3088F}" destId="{EB75753C-76F4-4C06-A946-F6A3C0F21A6D}" srcOrd="1" destOrd="0" parTransId="{5A9155BC-4620-4F16-BC2A-1DFE00D3B10E}" sibTransId="{B6F1CF8A-F0B9-4645-A0A9-B8228E2A1C5D}"/>
    <dgm:cxn modelId="{D85F3396-3721-4E3A-ABB1-AF467E4DA7E8}" type="presOf" srcId="{06533336-978D-4213-9ECD-9C86C4F3088F}" destId="{09290332-976D-4C97-A94C-FE37ED26C79A}" srcOrd="0" destOrd="0" presId="urn:microsoft.com/office/officeart/2005/8/layout/matrix3"/>
    <dgm:cxn modelId="{B05374A6-EEB2-476A-BFAC-13E275F2B42C}" srcId="{06533336-978D-4213-9ECD-9C86C4F3088F}" destId="{14059B0D-B508-4175-BC54-D5A576CF2974}" srcOrd="0" destOrd="0" parTransId="{90631C91-0571-46E5-AE3A-2EA51447A7F6}" sibTransId="{DAE810A6-AE40-438F-B464-0859FAA8F636}"/>
    <dgm:cxn modelId="{DC1259BB-4900-46BE-AFF9-CF84DC3B91CE}" srcId="{06533336-978D-4213-9ECD-9C86C4F3088F}" destId="{419C0047-53ED-43DB-B6F1-40FCAB37113B}" srcOrd="2" destOrd="0" parTransId="{33AD2C0C-7A9C-405C-83D4-FAC3B522AFB8}" sibTransId="{C3D14728-3050-4145-A510-AF0E0C218AC4}"/>
    <dgm:cxn modelId="{F5D2EFDC-9369-47D4-B9E9-1F84691D60BD}" type="presOf" srcId="{1335DA3C-88AC-4AB7-B5B5-093C71F31096}" destId="{E049E2D2-2B72-48AA-95B2-77296C18D401}" srcOrd="0" destOrd="0" presId="urn:microsoft.com/office/officeart/2005/8/layout/matrix3"/>
    <dgm:cxn modelId="{538BA2F2-E988-4A75-83E2-84D1474834D6}" srcId="{06533336-978D-4213-9ECD-9C86C4F3088F}" destId="{1335DA3C-88AC-4AB7-B5B5-093C71F31096}" srcOrd="3" destOrd="0" parTransId="{76745F62-FC2A-41B7-88F4-8648039061A8}" sibTransId="{7E002904-1D4D-4539-B650-BCEDA35A3A75}"/>
    <dgm:cxn modelId="{C1D09631-B54E-408F-B11E-F94654224BFF}" type="presParOf" srcId="{09290332-976D-4C97-A94C-FE37ED26C79A}" destId="{1B4D1273-BCAC-4690-B5B7-9DE36549963C}" srcOrd="0" destOrd="0" presId="urn:microsoft.com/office/officeart/2005/8/layout/matrix3"/>
    <dgm:cxn modelId="{62A8A1DF-1BA1-41FD-B4A8-88EE7C3DE3C3}" type="presParOf" srcId="{09290332-976D-4C97-A94C-FE37ED26C79A}" destId="{E9553FA4-4423-4818-9BCD-61100F4954C2}" srcOrd="1" destOrd="0" presId="urn:microsoft.com/office/officeart/2005/8/layout/matrix3"/>
    <dgm:cxn modelId="{2445AC00-9910-45E6-B25F-582246DF4382}" type="presParOf" srcId="{09290332-976D-4C97-A94C-FE37ED26C79A}" destId="{3213533A-AC80-493F-B0BE-A05F98CA5E8C}" srcOrd="2" destOrd="0" presId="urn:microsoft.com/office/officeart/2005/8/layout/matrix3"/>
    <dgm:cxn modelId="{6527B14E-0DD0-4B4B-A705-7B7B00132366}" type="presParOf" srcId="{09290332-976D-4C97-A94C-FE37ED26C79A}" destId="{76B564ED-9E19-4BC4-8968-895009C3CB68}" srcOrd="3" destOrd="0" presId="urn:microsoft.com/office/officeart/2005/8/layout/matrix3"/>
    <dgm:cxn modelId="{65085AAB-A7A9-4713-86C5-30867523D516}" type="presParOf" srcId="{09290332-976D-4C97-A94C-FE37ED26C79A}" destId="{E049E2D2-2B72-48AA-95B2-77296C18D40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8E1CDE3-993C-4A07-BE9C-BFAFAC43328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44B7C70-60CE-453B-8D94-8C71396DEE4C}">
      <dgm:prSet/>
      <dgm:spPr/>
      <dgm:t>
        <a:bodyPr/>
        <a:lstStyle/>
        <a:p>
          <a:r>
            <a:rPr lang="ru-RU" b="0" i="0"/>
            <a:t>результат запровадження християнства.</a:t>
          </a:r>
          <a:endParaRPr lang="uk-UA"/>
        </a:p>
      </dgm:t>
    </dgm:pt>
    <dgm:pt modelId="{7073458F-F213-4707-B93C-82A67CF7BA49}" type="parTrans" cxnId="{75457F0D-B349-4AD1-A34E-D62D698A101F}">
      <dgm:prSet/>
      <dgm:spPr/>
      <dgm:t>
        <a:bodyPr/>
        <a:lstStyle/>
        <a:p>
          <a:endParaRPr lang="uk-UA"/>
        </a:p>
      </dgm:t>
    </dgm:pt>
    <dgm:pt modelId="{AEFBB1FF-A15B-43A9-8682-96470EE614BB}" type="sibTrans" cxnId="{75457F0D-B349-4AD1-A34E-D62D698A101F}">
      <dgm:prSet/>
      <dgm:spPr/>
      <dgm:t>
        <a:bodyPr/>
        <a:lstStyle/>
        <a:p>
          <a:endParaRPr lang="uk-UA"/>
        </a:p>
      </dgm:t>
    </dgm:pt>
    <dgm:pt modelId="{DBC909CF-0429-40C8-B8FE-67987A6C538F}">
      <dgm:prSet/>
      <dgm:spPr/>
      <dgm:t>
        <a:bodyPr/>
        <a:lstStyle/>
        <a:p>
          <a:r>
            <a:rPr lang="ru-RU" b="0" i="0" dirty="0" err="1"/>
            <a:t>привід</a:t>
          </a:r>
          <a:r>
            <a:rPr lang="ru-RU" b="0" i="0" dirty="0"/>
            <a:t> до </a:t>
          </a:r>
          <a:r>
            <a:rPr lang="ru-RU" b="0" i="0" dirty="0" err="1"/>
            <a:t>запровадження</a:t>
          </a:r>
          <a:r>
            <a:rPr lang="ru-RU" b="0" i="0" dirty="0"/>
            <a:t> </a:t>
          </a:r>
          <a:r>
            <a:rPr lang="ru-RU" b="0" i="0" dirty="0" err="1"/>
            <a:t>християнства</a:t>
          </a:r>
          <a:r>
            <a:rPr lang="ru-RU" b="0" i="0" dirty="0"/>
            <a:t>.</a:t>
          </a:r>
          <a:endParaRPr lang="uk-UA" dirty="0"/>
        </a:p>
      </dgm:t>
    </dgm:pt>
    <dgm:pt modelId="{53C3269E-0AEB-4EAF-900C-AB5325A31A95}" type="parTrans" cxnId="{7827ED2D-D6B2-472D-B2BB-6E236B324622}">
      <dgm:prSet/>
      <dgm:spPr/>
      <dgm:t>
        <a:bodyPr/>
        <a:lstStyle/>
        <a:p>
          <a:endParaRPr lang="uk-UA"/>
        </a:p>
      </dgm:t>
    </dgm:pt>
    <dgm:pt modelId="{C6866A70-59D9-4CE9-A367-9E100C57441C}" type="sibTrans" cxnId="{7827ED2D-D6B2-472D-B2BB-6E236B324622}">
      <dgm:prSet/>
      <dgm:spPr/>
      <dgm:t>
        <a:bodyPr/>
        <a:lstStyle/>
        <a:p>
          <a:endParaRPr lang="uk-UA"/>
        </a:p>
      </dgm:t>
    </dgm:pt>
    <dgm:pt modelId="{5D77AAA3-A1F6-4A08-900E-DEE6D6F496EB}">
      <dgm:prSet/>
      <dgm:spPr/>
      <dgm:t>
        <a:bodyPr/>
        <a:lstStyle/>
        <a:p>
          <a:r>
            <a:rPr lang="ru-RU" b="0" i="0"/>
            <a:t>причину запровадження християнства.</a:t>
          </a:r>
          <a:endParaRPr lang="uk-UA"/>
        </a:p>
      </dgm:t>
    </dgm:pt>
    <dgm:pt modelId="{3EB7E76C-0C0A-4910-8C86-71F2A12AF190}" type="parTrans" cxnId="{9CEC1535-71BE-4AE6-B139-F22CEDD0EBFD}">
      <dgm:prSet/>
      <dgm:spPr/>
      <dgm:t>
        <a:bodyPr/>
        <a:lstStyle/>
        <a:p>
          <a:endParaRPr lang="uk-UA"/>
        </a:p>
      </dgm:t>
    </dgm:pt>
    <dgm:pt modelId="{FD1D85E6-AAC4-45A8-A606-AF2523FA151E}" type="sibTrans" cxnId="{9CEC1535-71BE-4AE6-B139-F22CEDD0EBFD}">
      <dgm:prSet/>
      <dgm:spPr/>
      <dgm:t>
        <a:bodyPr/>
        <a:lstStyle/>
        <a:p>
          <a:endParaRPr lang="uk-UA"/>
        </a:p>
      </dgm:t>
    </dgm:pt>
    <dgm:pt modelId="{5D9ACC90-1722-4979-8D32-8A51DF633263}">
      <dgm:prSet/>
      <dgm:spPr/>
      <dgm:t>
        <a:bodyPr/>
        <a:lstStyle/>
        <a:p>
          <a:r>
            <a:rPr lang="ru-RU" b="0" i="0" dirty="0" err="1"/>
            <a:t>наслідки</a:t>
          </a:r>
          <a:r>
            <a:rPr lang="ru-RU" b="0" i="0" dirty="0"/>
            <a:t> </a:t>
          </a:r>
          <a:r>
            <a:rPr lang="ru-RU" b="0" i="0" dirty="0" err="1"/>
            <a:t>запровадження</a:t>
          </a:r>
          <a:r>
            <a:rPr lang="ru-RU" b="0" i="0" dirty="0"/>
            <a:t> </a:t>
          </a:r>
          <a:r>
            <a:rPr lang="ru-RU" b="0" i="0" dirty="0" err="1"/>
            <a:t>християнства</a:t>
          </a:r>
          <a:r>
            <a:rPr lang="ru-RU" b="0" i="0" dirty="0"/>
            <a:t>.</a:t>
          </a:r>
          <a:endParaRPr lang="uk-UA" dirty="0"/>
        </a:p>
      </dgm:t>
    </dgm:pt>
    <dgm:pt modelId="{54817C85-B469-4075-AA65-36B2F95C3E4A}" type="parTrans" cxnId="{43FC82EE-C1C9-4D24-A0D3-95C3E68B0061}">
      <dgm:prSet/>
      <dgm:spPr/>
      <dgm:t>
        <a:bodyPr/>
        <a:lstStyle/>
        <a:p>
          <a:endParaRPr lang="uk-UA"/>
        </a:p>
      </dgm:t>
    </dgm:pt>
    <dgm:pt modelId="{AD0AF2F7-C823-4151-9E02-343E7F78E72B}" type="sibTrans" cxnId="{43FC82EE-C1C9-4D24-A0D3-95C3E68B0061}">
      <dgm:prSet/>
      <dgm:spPr/>
      <dgm:t>
        <a:bodyPr/>
        <a:lstStyle/>
        <a:p>
          <a:endParaRPr lang="uk-UA"/>
        </a:p>
      </dgm:t>
    </dgm:pt>
    <dgm:pt modelId="{857B5C64-39AE-46C8-B6F3-2ABD9A55BCDF}" type="pres">
      <dgm:prSet presAssocID="{E8E1CDE3-993C-4A07-BE9C-BFAFAC433289}" presName="linear" presStyleCnt="0">
        <dgm:presLayoutVars>
          <dgm:animLvl val="lvl"/>
          <dgm:resizeHandles val="exact"/>
        </dgm:presLayoutVars>
      </dgm:prSet>
      <dgm:spPr/>
    </dgm:pt>
    <dgm:pt modelId="{8B5BFD49-FC32-4C09-B005-8BC19E2E0093}" type="pres">
      <dgm:prSet presAssocID="{944B7C70-60CE-453B-8D94-8C71396DEE4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5171381-8E07-433B-9F0B-A90DF182B302}" type="pres">
      <dgm:prSet presAssocID="{AEFBB1FF-A15B-43A9-8682-96470EE614BB}" presName="spacer" presStyleCnt="0"/>
      <dgm:spPr/>
    </dgm:pt>
    <dgm:pt modelId="{8D34FB6E-35E3-438D-99D3-A231B584A76C}" type="pres">
      <dgm:prSet presAssocID="{DBC909CF-0429-40C8-B8FE-67987A6C538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75E21B6-6111-498A-8CC7-9CBE5DF249C7}" type="pres">
      <dgm:prSet presAssocID="{C6866A70-59D9-4CE9-A367-9E100C57441C}" presName="spacer" presStyleCnt="0"/>
      <dgm:spPr/>
    </dgm:pt>
    <dgm:pt modelId="{180DC077-434E-414D-9DED-CAB255420CCA}" type="pres">
      <dgm:prSet presAssocID="{5D77AAA3-A1F6-4A08-900E-DEE6D6F496E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282FB01-9D64-4C8A-B7AC-EA6CDB8A1FBB}" type="pres">
      <dgm:prSet presAssocID="{FD1D85E6-AAC4-45A8-A606-AF2523FA151E}" presName="spacer" presStyleCnt="0"/>
      <dgm:spPr/>
    </dgm:pt>
    <dgm:pt modelId="{FA09808D-5B07-401E-BB3C-B273FF429B51}" type="pres">
      <dgm:prSet presAssocID="{5D9ACC90-1722-4979-8D32-8A51DF63326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61F970B-CE23-4904-BD4D-DFFBFAB0286B}" type="presOf" srcId="{944B7C70-60CE-453B-8D94-8C71396DEE4C}" destId="{8B5BFD49-FC32-4C09-B005-8BC19E2E0093}" srcOrd="0" destOrd="0" presId="urn:microsoft.com/office/officeart/2005/8/layout/vList2"/>
    <dgm:cxn modelId="{75457F0D-B349-4AD1-A34E-D62D698A101F}" srcId="{E8E1CDE3-993C-4A07-BE9C-BFAFAC433289}" destId="{944B7C70-60CE-453B-8D94-8C71396DEE4C}" srcOrd="0" destOrd="0" parTransId="{7073458F-F213-4707-B93C-82A67CF7BA49}" sibTransId="{AEFBB1FF-A15B-43A9-8682-96470EE614BB}"/>
    <dgm:cxn modelId="{7827ED2D-D6B2-472D-B2BB-6E236B324622}" srcId="{E8E1CDE3-993C-4A07-BE9C-BFAFAC433289}" destId="{DBC909CF-0429-40C8-B8FE-67987A6C538F}" srcOrd="1" destOrd="0" parTransId="{53C3269E-0AEB-4EAF-900C-AB5325A31A95}" sibTransId="{C6866A70-59D9-4CE9-A367-9E100C57441C}"/>
    <dgm:cxn modelId="{9CEC1535-71BE-4AE6-B139-F22CEDD0EBFD}" srcId="{E8E1CDE3-993C-4A07-BE9C-BFAFAC433289}" destId="{5D77AAA3-A1F6-4A08-900E-DEE6D6F496EB}" srcOrd="2" destOrd="0" parTransId="{3EB7E76C-0C0A-4910-8C86-71F2A12AF190}" sibTransId="{FD1D85E6-AAC4-45A8-A606-AF2523FA151E}"/>
    <dgm:cxn modelId="{8F2F3669-C81E-4DC7-9B63-CB18AF3D8E93}" type="presOf" srcId="{DBC909CF-0429-40C8-B8FE-67987A6C538F}" destId="{8D34FB6E-35E3-438D-99D3-A231B584A76C}" srcOrd="0" destOrd="0" presId="urn:microsoft.com/office/officeart/2005/8/layout/vList2"/>
    <dgm:cxn modelId="{33EF0076-C80C-4AAC-A229-D582760EDFF6}" type="presOf" srcId="{5D9ACC90-1722-4979-8D32-8A51DF633263}" destId="{FA09808D-5B07-401E-BB3C-B273FF429B51}" srcOrd="0" destOrd="0" presId="urn:microsoft.com/office/officeart/2005/8/layout/vList2"/>
    <dgm:cxn modelId="{5DAF2F77-F0CC-41A6-98B0-219AB39CF4E3}" type="presOf" srcId="{5D77AAA3-A1F6-4A08-900E-DEE6D6F496EB}" destId="{180DC077-434E-414D-9DED-CAB255420CCA}" srcOrd="0" destOrd="0" presId="urn:microsoft.com/office/officeart/2005/8/layout/vList2"/>
    <dgm:cxn modelId="{248B26D4-70E2-4CB8-B373-5B5D9F48E21F}" type="presOf" srcId="{E8E1CDE3-993C-4A07-BE9C-BFAFAC433289}" destId="{857B5C64-39AE-46C8-B6F3-2ABD9A55BCDF}" srcOrd="0" destOrd="0" presId="urn:microsoft.com/office/officeart/2005/8/layout/vList2"/>
    <dgm:cxn modelId="{43FC82EE-C1C9-4D24-A0D3-95C3E68B0061}" srcId="{E8E1CDE3-993C-4A07-BE9C-BFAFAC433289}" destId="{5D9ACC90-1722-4979-8D32-8A51DF633263}" srcOrd="3" destOrd="0" parTransId="{54817C85-B469-4075-AA65-36B2F95C3E4A}" sibTransId="{AD0AF2F7-C823-4151-9E02-343E7F78E72B}"/>
    <dgm:cxn modelId="{97FC0797-A9C6-42B6-8BF9-A2F7A3D9AE38}" type="presParOf" srcId="{857B5C64-39AE-46C8-B6F3-2ABD9A55BCDF}" destId="{8B5BFD49-FC32-4C09-B005-8BC19E2E0093}" srcOrd="0" destOrd="0" presId="urn:microsoft.com/office/officeart/2005/8/layout/vList2"/>
    <dgm:cxn modelId="{6F9B92AC-1533-403C-8EDB-3B4B28E76391}" type="presParOf" srcId="{857B5C64-39AE-46C8-B6F3-2ABD9A55BCDF}" destId="{65171381-8E07-433B-9F0B-A90DF182B302}" srcOrd="1" destOrd="0" presId="urn:microsoft.com/office/officeart/2005/8/layout/vList2"/>
    <dgm:cxn modelId="{94257368-9A68-4F91-BD4F-AE94BA924C05}" type="presParOf" srcId="{857B5C64-39AE-46C8-B6F3-2ABD9A55BCDF}" destId="{8D34FB6E-35E3-438D-99D3-A231B584A76C}" srcOrd="2" destOrd="0" presId="urn:microsoft.com/office/officeart/2005/8/layout/vList2"/>
    <dgm:cxn modelId="{EDF8D12F-DAFF-41D0-AA10-85BCF6BAEB52}" type="presParOf" srcId="{857B5C64-39AE-46C8-B6F3-2ABD9A55BCDF}" destId="{A75E21B6-6111-498A-8CC7-9CBE5DF249C7}" srcOrd="3" destOrd="0" presId="urn:microsoft.com/office/officeart/2005/8/layout/vList2"/>
    <dgm:cxn modelId="{589C682A-5B7D-46A7-A2E5-1DC74868B9E9}" type="presParOf" srcId="{857B5C64-39AE-46C8-B6F3-2ABD9A55BCDF}" destId="{180DC077-434E-414D-9DED-CAB255420CCA}" srcOrd="4" destOrd="0" presId="urn:microsoft.com/office/officeart/2005/8/layout/vList2"/>
    <dgm:cxn modelId="{CD3E6CBD-D307-410D-9FBB-BA31AFB02F8B}" type="presParOf" srcId="{857B5C64-39AE-46C8-B6F3-2ABD9A55BCDF}" destId="{8282FB01-9D64-4C8A-B7AC-EA6CDB8A1FBB}" srcOrd="5" destOrd="0" presId="urn:microsoft.com/office/officeart/2005/8/layout/vList2"/>
    <dgm:cxn modelId="{C14D1FAE-20BA-442F-A50C-DF5DF72ADE21}" type="presParOf" srcId="{857B5C64-39AE-46C8-B6F3-2ABD9A55BCDF}" destId="{FA09808D-5B07-401E-BB3C-B273FF429B5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59EF926-3CB7-4C36-9B5E-5E9D1EA6BFB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DA2CEC2-0986-4237-B556-D4CC70CA5492}">
      <dgm:prSet/>
      <dgm:spPr/>
      <dgm:t>
        <a:bodyPr/>
        <a:lstStyle/>
        <a:p>
          <a:r>
            <a:rPr lang="ru-RU" b="0" i="0"/>
            <a:t>вибором державної релігії.</a:t>
          </a:r>
          <a:endParaRPr lang="uk-UA"/>
        </a:p>
      </dgm:t>
    </dgm:pt>
    <dgm:pt modelId="{D7356BF6-8742-45D2-ACA4-C4506D5028F5}" type="parTrans" cxnId="{8EAD45A1-4DB2-417F-8F72-FED2182ACE0C}">
      <dgm:prSet/>
      <dgm:spPr/>
      <dgm:t>
        <a:bodyPr/>
        <a:lstStyle/>
        <a:p>
          <a:endParaRPr lang="uk-UA"/>
        </a:p>
      </dgm:t>
    </dgm:pt>
    <dgm:pt modelId="{1DC9F23E-460E-4FD8-92D4-E19F4E1774C7}" type="sibTrans" cxnId="{8EAD45A1-4DB2-417F-8F72-FED2182ACE0C}">
      <dgm:prSet/>
      <dgm:spPr/>
      <dgm:t>
        <a:bodyPr/>
        <a:lstStyle/>
        <a:p>
          <a:endParaRPr lang="uk-UA"/>
        </a:p>
      </dgm:t>
    </dgm:pt>
    <dgm:pt modelId="{4D504578-02CE-41B2-9CF8-FC3587A049CC}">
      <dgm:prSet/>
      <dgm:spPr/>
      <dgm:t>
        <a:bodyPr/>
        <a:lstStyle/>
        <a:p>
          <a:r>
            <a:rPr lang="ru-RU" b="0" i="0"/>
            <a:t>упровадженням «Руської правди».</a:t>
          </a:r>
          <a:endParaRPr lang="uk-UA"/>
        </a:p>
      </dgm:t>
    </dgm:pt>
    <dgm:pt modelId="{5467B6C9-8E7F-432E-87A0-F444DAE68BA9}" type="parTrans" cxnId="{68561870-4E7F-477C-9583-1BEE2F9FD8ED}">
      <dgm:prSet/>
      <dgm:spPr/>
      <dgm:t>
        <a:bodyPr/>
        <a:lstStyle/>
        <a:p>
          <a:endParaRPr lang="uk-UA"/>
        </a:p>
      </dgm:t>
    </dgm:pt>
    <dgm:pt modelId="{602EBFFC-99AC-4525-87EC-42691C0FDECB}" type="sibTrans" cxnId="{68561870-4E7F-477C-9583-1BEE2F9FD8ED}">
      <dgm:prSet/>
      <dgm:spPr/>
      <dgm:t>
        <a:bodyPr/>
        <a:lstStyle/>
        <a:p>
          <a:endParaRPr lang="uk-UA"/>
        </a:p>
      </dgm:t>
    </dgm:pt>
    <dgm:pt modelId="{72385E26-D103-4AD2-995D-EABD2BACAF69}">
      <dgm:prSet/>
      <dgm:spPr/>
      <dgm:t>
        <a:bodyPr/>
        <a:lstStyle/>
        <a:p>
          <a:r>
            <a:rPr lang="ru-RU" b="0" i="0" dirty="0" err="1"/>
            <a:t>запровадженням</a:t>
          </a:r>
          <a:r>
            <a:rPr lang="ru-RU" b="0" i="0" dirty="0"/>
            <a:t> </a:t>
          </a:r>
          <a:r>
            <a:rPr lang="ru-RU" b="0" i="0" dirty="0" err="1"/>
            <a:t>системи</a:t>
          </a:r>
          <a:r>
            <a:rPr lang="ru-RU" b="0" i="0" dirty="0"/>
            <a:t> </a:t>
          </a:r>
          <a:r>
            <a:rPr lang="ru-RU" b="0" i="0" dirty="0" err="1"/>
            <a:t>престолонаслідування</a:t>
          </a:r>
          <a:r>
            <a:rPr lang="ru-RU" b="0" i="0" dirty="0"/>
            <a:t>.</a:t>
          </a:r>
          <a:endParaRPr lang="uk-UA" dirty="0"/>
        </a:p>
      </dgm:t>
    </dgm:pt>
    <dgm:pt modelId="{07724833-769F-4456-BAB4-7643C24050D8}" type="parTrans" cxnId="{2074FA82-3390-45E5-9C96-0CF54193D9F2}">
      <dgm:prSet/>
      <dgm:spPr/>
      <dgm:t>
        <a:bodyPr/>
        <a:lstStyle/>
        <a:p>
          <a:endParaRPr lang="uk-UA"/>
        </a:p>
      </dgm:t>
    </dgm:pt>
    <dgm:pt modelId="{EA8D0AAD-17DB-4767-96CD-A3824E721D02}" type="sibTrans" cxnId="{2074FA82-3390-45E5-9C96-0CF54193D9F2}">
      <dgm:prSet/>
      <dgm:spPr/>
      <dgm:t>
        <a:bodyPr/>
        <a:lstStyle/>
        <a:p>
          <a:endParaRPr lang="uk-UA"/>
        </a:p>
      </dgm:t>
    </dgm:pt>
    <dgm:pt modelId="{193BE34B-A827-4EF6-A992-C719DD2C9364}">
      <dgm:prSet/>
      <dgm:spPr/>
      <dgm:t>
        <a:bodyPr/>
        <a:lstStyle/>
        <a:p>
          <a:r>
            <a:rPr lang="ru-RU" b="0" i="0" dirty="0" err="1"/>
            <a:t>укладенням</a:t>
          </a:r>
          <a:r>
            <a:rPr lang="ru-RU" b="0" i="0" dirty="0"/>
            <a:t> </a:t>
          </a:r>
          <a:r>
            <a:rPr lang="ru-RU" b="0" i="0" dirty="0" err="1"/>
            <a:t>чергового</a:t>
          </a:r>
          <a:r>
            <a:rPr lang="ru-RU" b="0" i="0" dirty="0"/>
            <a:t> торгового договору з </a:t>
          </a:r>
          <a:r>
            <a:rPr lang="ru-RU" b="0" i="0" dirty="0" err="1"/>
            <a:t>Візантією</a:t>
          </a:r>
          <a:r>
            <a:rPr lang="ru-RU" b="0" i="0" dirty="0"/>
            <a:t>.</a:t>
          </a:r>
          <a:endParaRPr lang="uk-UA" dirty="0"/>
        </a:p>
      </dgm:t>
    </dgm:pt>
    <dgm:pt modelId="{9306AB09-54C3-4FD6-B2AE-DAF72D0A6F2F}" type="parTrans" cxnId="{C6F01AE3-250D-418C-9EB8-35A062DA8FC2}">
      <dgm:prSet/>
      <dgm:spPr/>
      <dgm:t>
        <a:bodyPr/>
        <a:lstStyle/>
        <a:p>
          <a:endParaRPr lang="uk-UA"/>
        </a:p>
      </dgm:t>
    </dgm:pt>
    <dgm:pt modelId="{2E02BAA6-A2C3-4FC5-8EC7-C141392DD0D7}" type="sibTrans" cxnId="{C6F01AE3-250D-418C-9EB8-35A062DA8FC2}">
      <dgm:prSet/>
      <dgm:spPr/>
      <dgm:t>
        <a:bodyPr/>
        <a:lstStyle/>
        <a:p>
          <a:endParaRPr lang="uk-UA"/>
        </a:p>
      </dgm:t>
    </dgm:pt>
    <dgm:pt modelId="{58A2B706-ECA8-4DBC-8E41-CDB151FA29CF}" type="pres">
      <dgm:prSet presAssocID="{359EF926-3CB7-4C36-9B5E-5E9D1EA6BFB2}" presName="linear" presStyleCnt="0">
        <dgm:presLayoutVars>
          <dgm:animLvl val="lvl"/>
          <dgm:resizeHandles val="exact"/>
        </dgm:presLayoutVars>
      </dgm:prSet>
      <dgm:spPr/>
    </dgm:pt>
    <dgm:pt modelId="{18BB74B8-88C7-4890-8750-A94F1BF39EAD}" type="pres">
      <dgm:prSet presAssocID="{5DA2CEC2-0986-4237-B556-D4CC70CA549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FD0CD80-6D39-41E4-9CAC-1D800F65A819}" type="pres">
      <dgm:prSet presAssocID="{1DC9F23E-460E-4FD8-92D4-E19F4E1774C7}" presName="spacer" presStyleCnt="0"/>
      <dgm:spPr/>
    </dgm:pt>
    <dgm:pt modelId="{27765A35-3D1E-47E9-B344-997796966858}" type="pres">
      <dgm:prSet presAssocID="{4D504578-02CE-41B2-9CF8-FC3587A049C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5EA7483-3C46-4BA6-B370-B10CB686EBD4}" type="pres">
      <dgm:prSet presAssocID="{602EBFFC-99AC-4525-87EC-42691C0FDECB}" presName="spacer" presStyleCnt="0"/>
      <dgm:spPr/>
    </dgm:pt>
    <dgm:pt modelId="{2B976C2C-74C6-439F-A204-2091503720F9}" type="pres">
      <dgm:prSet presAssocID="{72385E26-D103-4AD2-995D-EABD2BACAF6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B3AE8B0-C7EE-4647-9048-EBE4CB3B7D63}" type="pres">
      <dgm:prSet presAssocID="{EA8D0AAD-17DB-4767-96CD-A3824E721D02}" presName="spacer" presStyleCnt="0"/>
      <dgm:spPr/>
    </dgm:pt>
    <dgm:pt modelId="{9DECB2BD-2BC5-4721-AE51-15ECC4CCF813}" type="pres">
      <dgm:prSet presAssocID="{193BE34B-A827-4EF6-A992-C719DD2C936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31D0737-D268-4827-B23D-C4170802E8D7}" type="presOf" srcId="{359EF926-3CB7-4C36-9B5E-5E9D1EA6BFB2}" destId="{58A2B706-ECA8-4DBC-8E41-CDB151FA29CF}" srcOrd="0" destOrd="0" presId="urn:microsoft.com/office/officeart/2005/8/layout/vList2"/>
    <dgm:cxn modelId="{AC28C537-F7D9-4300-BBBC-9B7676520BB1}" type="presOf" srcId="{5DA2CEC2-0986-4237-B556-D4CC70CA5492}" destId="{18BB74B8-88C7-4890-8750-A94F1BF39EAD}" srcOrd="0" destOrd="0" presId="urn:microsoft.com/office/officeart/2005/8/layout/vList2"/>
    <dgm:cxn modelId="{68561870-4E7F-477C-9583-1BEE2F9FD8ED}" srcId="{359EF926-3CB7-4C36-9B5E-5E9D1EA6BFB2}" destId="{4D504578-02CE-41B2-9CF8-FC3587A049CC}" srcOrd="1" destOrd="0" parTransId="{5467B6C9-8E7F-432E-87A0-F444DAE68BA9}" sibTransId="{602EBFFC-99AC-4525-87EC-42691C0FDECB}"/>
    <dgm:cxn modelId="{A27F3856-8AE2-49B5-B911-4B6DC5A93877}" type="presOf" srcId="{72385E26-D103-4AD2-995D-EABD2BACAF69}" destId="{2B976C2C-74C6-439F-A204-2091503720F9}" srcOrd="0" destOrd="0" presId="urn:microsoft.com/office/officeart/2005/8/layout/vList2"/>
    <dgm:cxn modelId="{2074FA82-3390-45E5-9C96-0CF54193D9F2}" srcId="{359EF926-3CB7-4C36-9B5E-5E9D1EA6BFB2}" destId="{72385E26-D103-4AD2-995D-EABD2BACAF69}" srcOrd="2" destOrd="0" parTransId="{07724833-769F-4456-BAB4-7643C24050D8}" sibTransId="{EA8D0AAD-17DB-4767-96CD-A3824E721D02}"/>
    <dgm:cxn modelId="{8EAD45A1-4DB2-417F-8F72-FED2182ACE0C}" srcId="{359EF926-3CB7-4C36-9B5E-5E9D1EA6BFB2}" destId="{5DA2CEC2-0986-4237-B556-D4CC70CA5492}" srcOrd="0" destOrd="0" parTransId="{D7356BF6-8742-45D2-ACA4-C4506D5028F5}" sibTransId="{1DC9F23E-460E-4FD8-92D4-E19F4E1774C7}"/>
    <dgm:cxn modelId="{F499F4CA-E461-42CD-B04D-2C10361CA6DB}" type="presOf" srcId="{193BE34B-A827-4EF6-A992-C719DD2C9364}" destId="{9DECB2BD-2BC5-4721-AE51-15ECC4CCF813}" srcOrd="0" destOrd="0" presId="urn:microsoft.com/office/officeart/2005/8/layout/vList2"/>
    <dgm:cxn modelId="{FB645BDA-BAFC-4D9C-8A27-78997935EBDB}" type="presOf" srcId="{4D504578-02CE-41B2-9CF8-FC3587A049CC}" destId="{27765A35-3D1E-47E9-B344-997796966858}" srcOrd="0" destOrd="0" presId="urn:microsoft.com/office/officeart/2005/8/layout/vList2"/>
    <dgm:cxn modelId="{C6F01AE3-250D-418C-9EB8-35A062DA8FC2}" srcId="{359EF926-3CB7-4C36-9B5E-5E9D1EA6BFB2}" destId="{193BE34B-A827-4EF6-A992-C719DD2C9364}" srcOrd="3" destOrd="0" parTransId="{9306AB09-54C3-4FD6-B2AE-DAF72D0A6F2F}" sibTransId="{2E02BAA6-A2C3-4FC5-8EC7-C141392DD0D7}"/>
    <dgm:cxn modelId="{9BF7B191-FC12-44DD-BBD2-3BCED3DC1C8A}" type="presParOf" srcId="{58A2B706-ECA8-4DBC-8E41-CDB151FA29CF}" destId="{18BB74B8-88C7-4890-8750-A94F1BF39EAD}" srcOrd="0" destOrd="0" presId="urn:microsoft.com/office/officeart/2005/8/layout/vList2"/>
    <dgm:cxn modelId="{24FC1D6F-0EB6-4504-AA4E-E08A49387675}" type="presParOf" srcId="{58A2B706-ECA8-4DBC-8E41-CDB151FA29CF}" destId="{DFD0CD80-6D39-41E4-9CAC-1D800F65A819}" srcOrd="1" destOrd="0" presId="urn:microsoft.com/office/officeart/2005/8/layout/vList2"/>
    <dgm:cxn modelId="{6BF208C8-1753-469B-8D70-D1D5255FC51B}" type="presParOf" srcId="{58A2B706-ECA8-4DBC-8E41-CDB151FA29CF}" destId="{27765A35-3D1E-47E9-B344-997796966858}" srcOrd="2" destOrd="0" presId="urn:microsoft.com/office/officeart/2005/8/layout/vList2"/>
    <dgm:cxn modelId="{1797963E-31FA-4EF4-93D9-A02B1F59248D}" type="presParOf" srcId="{58A2B706-ECA8-4DBC-8E41-CDB151FA29CF}" destId="{95EA7483-3C46-4BA6-B370-B10CB686EBD4}" srcOrd="3" destOrd="0" presId="urn:microsoft.com/office/officeart/2005/8/layout/vList2"/>
    <dgm:cxn modelId="{52487349-B069-4F3F-AFA2-20C3382F6551}" type="presParOf" srcId="{58A2B706-ECA8-4DBC-8E41-CDB151FA29CF}" destId="{2B976C2C-74C6-439F-A204-2091503720F9}" srcOrd="4" destOrd="0" presId="urn:microsoft.com/office/officeart/2005/8/layout/vList2"/>
    <dgm:cxn modelId="{103A7E3D-C2F0-4F5A-8D5F-4A0B4CF1FDFB}" type="presParOf" srcId="{58A2B706-ECA8-4DBC-8E41-CDB151FA29CF}" destId="{0B3AE8B0-C7EE-4647-9048-EBE4CB3B7D63}" srcOrd="5" destOrd="0" presId="urn:microsoft.com/office/officeart/2005/8/layout/vList2"/>
    <dgm:cxn modelId="{73FE2066-B103-42A1-BA15-C1850991BED4}" type="presParOf" srcId="{58A2B706-ECA8-4DBC-8E41-CDB151FA29CF}" destId="{9DECB2BD-2BC5-4721-AE51-15ECC4CCF81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0E31B4AE-9B1D-458C-A113-B9D2EE23215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55727BD-5BF3-449F-BAE4-23E0A7BE8368}">
      <dgm:prSet/>
      <dgm:spPr/>
      <dgm:t>
        <a:bodyPr/>
        <a:lstStyle/>
        <a:p>
          <a:r>
            <a:rPr lang="ru-RU" b="0" i="0"/>
            <a:t>Ігор</a:t>
          </a:r>
          <a:endParaRPr lang="uk-UA"/>
        </a:p>
      </dgm:t>
    </dgm:pt>
    <dgm:pt modelId="{4BBC97C9-42B3-45F5-B344-8034F3B9AB6B}" type="parTrans" cxnId="{219E5ACC-1FC5-48D9-B878-E808B6A9EA68}">
      <dgm:prSet/>
      <dgm:spPr/>
      <dgm:t>
        <a:bodyPr/>
        <a:lstStyle/>
        <a:p>
          <a:endParaRPr lang="uk-UA"/>
        </a:p>
      </dgm:t>
    </dgm:pt>
    <dgm:pt modelId="{0D46EB1B-4E7D-493B-BD69-F44250A78791}" type="sibTrans" cxnId="{219E5ACC-1FC5-48D9-B878-E808B6A9EA68}">
      <dgm:prSet/>
      <dgm:spPr/>
      <dgm:t>
        <a:bodyPr/>
        <a:lstStyle/>
        <a:p>
          <a:endParaRPr lang="uk-UA"/>
        </a:p>
      </dgm:t>
    </dgm:pt>
    <dgm:pt modelId="{871F8DB3-4D8E-4771-8CEA-B6A32538D424}">
      <dgm:prSet/>
      <dgm:spPr/>
      <dgm:t>
        <a:bodyPr/>
        <a:lstStyle/>
        <a:p>
          <a:r>
            <a:rPr lang="ru-RU" b="0" i="0"/>
            <a:t>Святослав</a:t>
          </a:r>
          <a:endParaRPr lang="uk-UA"/>
        </a:p>
      </dgm:t>
    </dgm:pt>
    <dgm:pt modelId="{A285BF3F-0B60-44BF-91F4-CD8E35AB3D1C}" type="parTrans" cxnId="{1543636D-F10E-479E-B123-49E39488EE14}">
      <dgm:prSet/>
      <dgm:spPr/>
      <dgm:t>
        <a:bodyPr/>
        <a:lstStyle/>
        <a:p>
          <a:endParaRPr lang="uk-UA"/>
        </a:p>
      </dgm:t>
    </dgm:pt>
    <dgm:pt modelId="{95564359-C16A-4612-A374-D26B2E44D083}" type="sibTrans" cxnId="{1543636D-F10E-479E-B123-49E39488EE14}">
      <dgm:prSet/>
      <dgm:spPr/>
      <dgm:t>
        <a:bodyPr/>
        <a:lstStyle/>
        <a:p>
          <a:endParaRPr lang="uk-UA"/>
        </a:p>
      </dgm:t>
    </dgm:pt>
    <dgm:pt modelId="{FB45D59C-1036-469F-841A-B00B8CC4FE64}">
      <dgm:prSet/>
      <dgm:spPr/>
      <dgm:t>
        <a:bodyPr/>
        <a:lstStyle/>
        <a:p>
          <a:r>
            <a:rPr lang="ru-RU" b="0" i="0" dirty="0" err="1"/>
            <a:t>Володимир</a:t>
          </a:r>
          <a:r>
            <a:rPr lang="ru-RU" b="0" i="0" dirty="0"/>
            <a:t> Великий</a:t>
          </a:r>
          <a:endParaRPr lang="uk-UA" dirty="0"/>
        </a:p>
      </dgm:t>
    </dgm:pt>
    <dgm:pt modelId="{7F9F8EFD-6DBD-4269-8E01-4DBDFC630ABA}" type="parTrans" cxnId="{9556C638-A72D-4BE7-B73F-610D2ECF8CBF}">
      <dgm:prSet/>
      <dgm:spPr/>
      <dgm:t>
        <a:bodyPr/>
        <a:lstStyle/>
        <a:p>
          <a:endParaRPr lang="uk-UA"/>
        </a:p>
      </dgm:t>
    </dgm:pt>
    <dgm:pt modelId="{350EBBD0-E2F8-41D8-9433-92943485B0B3}" type="sibTrans" cxnId="{9556C638-A72D-4BE7-B73F-610D2ECF8CBF}">
      <dgm:prSet/>
      <dgm:spPr/>
      <dgm:t>
        <a:bodyPr/>
        <a:lstStyle/>
        <a:p>
          <a:endParaRPr lang="uk-UA"/>
        </a:p>
      </dgm:t>
    </dgm:pt>
    <dgm:pt modelId="{11279662-9B4E-490D-9C3C-C7AFAB404B6F}">
      <dgm:prSet/>
      <dgm:spPr/>
      <dgm:t>
        <a:bodyPr/>
        <a:lstStyle/>
        <a:p>
          <a:r>
            <a:rPr lang="ru-RU" b="0" i="0" dirty="0"/>
            <a:t>Ярослав </a:t>
          </a:r>
          <a:r>
            <a:rPr lang="ru-RU" b="0" i="0" dirty="0" err="1"/>
            <a:t>Мудрий</a:t>
          </a:r>
          <a:endParaRPr lang="uk-UA" dirty="0"/>
        </a:p>
      </dgm:t>
    </dgm:pt>
    <dgm:pt modelId="{5C63242D-E43B-4927-8562-9F48F5D32179}" type="parTrans" cxnId="{DCF2FCE7-129D-4922-BD50-5020F21579A0}">
      <dgm:prSet/>
      <dgm:spPr/>
      <dgm:t>
        <a:bodyPr/>
        <a:lstStyle/>
        <a:p>
          <a:endParaRPr lang="uk-UA"/>
        </a:p>
      </dgm:t>
    </dgm:pt>
    <dgm:pt modelId="{BA919F95-7427-4C7F-8832-6E13140940D5}" type="sibTrans" cxnId="{DCF2FCE7-129D-4922-BD50-5020F21579A0}">
      <dgm:prSet/>
      <dgm:spPr/>
      <dgm:t>
        <a:bodyPr/>
        <a:lstStyle/>
        <a:p>
          <a:endParaRPr lang="uk-UA"/>
        </a:p>
      </dgm:t>
    </dgm:pt>
    <dgm:pt modelId="{4EC4B8AD-3FD5-4036-ADF6-28136FC2D3AE}" type="pres">
      <dgm:prSet presAssocID="{0E31B4AE-9B1D-458C-A113-B9D2EE232158}" presName="matrix" presStyleCnt="0">
        <dgm:presLayoutVars>
          <dgm:chMax val="1"/>
          <dgm:dir/>
          <dgm:resizeHandles val="exact"/>
        </dgm:presLayoutVars>
      </dgm:prSet>
      <dgm:spPr/>
    </dgm:pt>
    <dgm:pt modelId="{026833ED-BFF3-4ABD-A683-C42CB8F63851}" type="pres">
      <dgm:prSet presAssocID="{0E31B4AE-9B1D-458C-A113-B9D2EE232158}" presName="diamond" presStyleLbl="bgShp" presStyleIdx="0" presStyleCnt="1"/>
      <dgm:spPr/>
    </dgm:pt>
    <dgm:pt modelId="{81C86918-1743-4584-B720-7489F263B253}" type="pres">
      <dgm:prSet presAssocID="{0E31B4AE-9B1D-458C-A113-B9D2EE23215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B7AFF59-530F-43FB-9EC9-43558DB1A1C4}" type="pres">
      <dgm:prSet presAssocID="{0E31B4AE-9B1D-458C-A113-B9D2EE23215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F9C0302-384B-46E0-A62F-1F1E6498FADF}" type="pres">
      <dgm:prSet presAssocID="{0E31B4AE-9B1D-458C-A113-B9D2EE23215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96F5CF2-D54D-482D-90F7-56E664949275}" type="pres">
      <dgm:prSet presAssocID="{0E31B4AE-9B1D-458C-A113-B9D2EE23215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556C638-A72D-4BE7-B73F-610D2ECF8CBF}" srcId="{0E31B4AE-9B1D-458C-A113-B9D2EE232158}" destId="{FB45D59C-1036-469F-841A-B00B8CC4FE64}" srcOrd="2" destOrd="0" parTransId="{7F9F8EFD-6DBD-4269-8E01-4DBDFC630ABA}" sibTransId="{350EBBD0-E2F8-41D8-9433-92943485B0B3}"/>
    <dgm:cxn modelId="{DF36286B-5ACA-46A8-957B-DD0D72F32C86}" type="presOf" srcId="{FB45D59C-1036-469F-841A-B00B8CC4FE64}" destId="{5F9C0302-384B-46E0-A62F-1F1E6498FADF}" srcOrd="0" destOrd="0" presId="urn:microsoft.com/office/officeart/2005/8/layout/matrix3"/>
    <dgm:cxn modelId="{1543636D-F10E-479E-B123-49E39488EE14}" srcId="{0E31B4AE-9B1D-458C-A113-B9D2EE232158}" destId="{871F8DB3-4D8E-4771-8CEA-B6A32538D424}" srcOrd="1" destOrd="0" parTransId="{A285BF3F-0B60-44BF-91F4-CD8E35AB3D1C}" sibTransId="{95564359-C16A-4612-A374-D26B2E44D083}"/>
    <dgm:cxn modelId="{3A308A51-C1BA-403E-AEC4-F3920CCA66A2}" type="presOf" srcId="{455727BD-5BF3-449F-BAE4-23E0A7BE8368}" destId="{81C86918-1743-4584-B720-7489F263B253}" srcOrd="0" destOrd="0" presId="urn:microsoft.com/office/officeart/2005/8/layout/matrix3"/>
    <dgm:cxn modelId="{995A2A52-AE2D-45AF-9831-5B00D7B1749A}" type="presOf" srcId="{11279662-9B4E-490D-9C3C-C7AFAB404B6F}" destId="{296F5CF2-D54D-482D-90F7-56E664949275}" srcOrd="0" destOrd="0" presId="urn:microsoft.com/office/officeart/2005/8/layout/matrix3"/>
    <dgm:cxn modelId="{B2A60899-D18D-44C3-A81B-B1D2657A6133}" type="presOf" srcId="{0E31B4AE-9B1D-458C-A113-B9D2EE232158}" destId="{4EC4B8AD-3FD5-4036-ADF6-28136FC2D3AE}" srcOrd="0" destOrd="0" presId="urn:microsoft.com/office/officeart/2005/8/layout/matrix3"/>
    <dgm:cxn modelId="{219E5ACC-1FC5-48D9-B878-E808B6A9EA68}" srcId="{0E31B4AE-9B1D-458C-A113-B9D2EE232158}" destId="{455727BD-5BF3-449F-BAE4-23E0A7BE8368}" srcOrd="0" destOrd="0" parTransId="{4BBC97C9-42B3-45F5-B344-8034F3B9AB6B}" sibTransId="{0D46EB1B-4E7D-493B-BD69-F44250A78791}"/>
    <dgm:cxn modelId="{C4EADAD6-71C9-4E1F-82AD-475FE705D155}" type="presOf" srcId="{871F8DB3-4D8E-4771-8CEA-B6A32538D424}" destId="{9B7AFF59-530F-43FB-9EC9-43558DB1A1C4}" srcOrd="0" destOrd="0" presId="urn:microsoft.com/office/officeart/2005/8/layout/matrix3"/>
    <dgm:cxn modelId="{DCF2FCE7-129D-4922-BD50-5020F21579A0}" srcId="{0E31B4AE-9B1D-458C-A113-B9D2EE232158}" destId="{11279662-9B4E-490D-9C3C-C7AFAB404B6F}" srcOrd="3" destOrd="0" parTransId="{5C63242D-E43B-4927-8562-9F48F5D32179}" sibTransId="{BA919F95-7427-4C7F-8832-6E13140940D5}"/>
    <dgm:cxn modelId="{9E619289-8D0C-4876-B5CD-80B037AD1AC6}" type="presParOf" srcId="{4EC4B8AD-3FD5-4036-ADF6-28136FC2D3AE}" destId="{026833ED-BFF3-4ABD-A683-C42CB8F63851}" srcOrd="0" destOrd="0" presId="urn:microsoft.com/office/officeart/2005/8/layout/matrix3"/>
    <dgm:cxn modelId="{85C54B0A-0AE8-4D12-BE2C-73E28A1DEB19}" type="presParOf" srcId="{4EC4B8AD-3FD5-4036-ADF6-28136FC2D3AE}" destId="{81C86918-1743-4584-B720-7489F263B253}" srcOrd="1" destOrd="0" presId="urn:microsoft.com/office/officeart/2005/8/layout/matrix3"/>
    <dgm:cxn modelId="{87EC8241-75C1-46EF-87FE-C155684A7346}" type="presParOf" srcId="{4EC4B8AD-3FD5-4036-ADF6-28136FC2D3AE}" destId="{9B7AFF59-530F-43FB-9EC9-43558DB1A1C4}" srcOrd="2" destOrd="0" presId="urn:microsoft.com/office/officeart/2005/8/layout/matrix3"/>
    <dgm:cxn modelId="{ABD28C5E-8D08-40EC-8EDD-8B3A0D595AE3}" type="presParOf" srcId="{4EC4B8AD-3FD5-4036-ADF6-28136FC2D3AE}" destId="{5F9C0302-384B-46E0-A62F-1F1E6498FADF}" srcOrd="3" destOrd="0" presId="urn:microsoft.com/office/officeart/2005/8/layout/matrix3"/>
    <dgm:cxn modelId="{BE05C30E-3BB3-4659-9BCE-B8CE583F1DE4}" type="presParOf" srcId="{4EC4B8AD-3FD5-4036-ADF6-28136FC2D3AE}" destId="{296F5CF2-D54D-482D-90F7-56E66494927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E2705D2D-7484-407A-BA2A-56F6A278688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DAF149F-E11B-4DC4-A58B-13BBD2601289}">
      <dgm:prSet/>
      <dgm:spPr/>
      <dgm:t>
        <a:bodyPr/>
        <a:lstStyle/>
        <a:p>
          <a:r>
            <a:rPr lang="uk-UA" b="0" i="0"/>
            <a:t>укладення династичного союзу Русі з Візантією</a:t>
          </a:r>
          <a:endParaRPr lang="uk-UA"/>
        </a:p>
      </dgm:t>
    </dgm:pt>
    <dgm:pt modelId="{D5A1811D-01E1-4EC4-B163-3DC51B2641C2}" type="parTrans" cxnId="{8DED89FE-8E43-4566-ACC0-08A5781605F1}">
      <dgm:prSet/>
      <dgm:spPr/>
      <dgm:t>
        <a:bodyPr/>
        <a:lstStyle/>
        <a:p>
          <a:endParaRPr lang="uk-UA"/>
        </a:p>
      </dgm:t>
    </dgm:pt>
    <dgm:pt modelId="{0A8D9522-E252-4F1F-A45A-3850825D45EA}" type="sibTrans" cxnId="{8DED89FE-8E43-4566-ACC0-08A5781605F1}">
      <dgm:prSet/>
      <dgm:spPr/>
      <dgm:t>
        <a:bodyPr/>
        <a:lstStyle/>
        <a:p>
          <a:endParaRPr lang="uk-UA"/>
        </a:p>
      </dgm:t>
    </dgm:pt>
    <dgm:pt modelId="{DE8A123E-8FF7-4570-BA83-F93B27B2D59E}">
      <dgm:prSet/>
      <dgm:spPr/>
      <dgm:t>
        <a:bodyPr/>
        <a:lstStyle/>
        <a:p>
          <a:r>
            <a:rPr lang="uk-UA" b="0" i="0"/>
            <a:t>укладення першого договору Русі з Візантією</a:t>
          </a:r>
          <a:endParaRPr lang="uk-UA"/>
        </a:p>
      </dgm:t>
    </dgm:pt>
    <dgm:pt modelId="{8F5189DA-9725-4A1B-AE76-DE2EC29861E9}" type="parTrans" cxnId="{390AADC8-6766-4783-9486-2731AE981543}">
      <dgm:prSet/>
      <dgm:spPr/>
      <dgm:t>
        <a:bodyPr/>
        <a:lstStyle/>
        <a:p>
          <a:endParaRPr lang="uk-UA"/>
        </a:p>
      </dgm:t>
    </dgm:pt>
    <dgm:pt modelId="{6D74AF5F-ABD6-4FD8-ABAA-C500EE684186}" type="sibTrans" cxnId="{390AADC8-6766-4783-9486-2731AE981543}">
      <dgm:prSet/>
      <dgm:spPr/>
      <dgm:t>
        <a:bodyPr/>
        <a:lstStyle/>
        <a:p>
          <a:endParaRPr lang="uk-UA"/>
        </a:p>
      </dgm:t>
    </dgm:pt>
    <dgm:pt modelId="{9D602CCC-B2A9-48BB-9B7A-08BD4B20BD2A}">
      <dgm:prSet/>
      <dgm:spPr/>
      <dgm:t>
        <a:bodyPr/>
        <a:lstStyle/>
        <a:p>
          <a:r>
            <a:rPr lang="uk-UA" b="0" i="0" dirty="0"/>
            <a:t>припинення функціонування шляху «з варягів у греки»</a:t>
          </a:r>
          <a:endParaRPr lang="uk-UA" dirty="0"/>
        </a:p>
      </dgm:t>
    </dgm:pt>
    <dgm:pt modelId="{B18EEFF3-1839-4C7E-8F8A-87CA8013E135}" type="parTrans" cxnId="{F1C6A9CB-83A5-40AD-8FAE-6E3906B8EEBB}">
      <dgm:prSet/>
      <dgm:spPr/>
      <dgm:t>
        <a:bodyPr/>
        <a:lstStyle/>
        <a:p>
          <a:endParaRPr lang="uk-UA"/>
        </a:p>
      </dgm:t>
    </dgm:pt>
    <dgm:pt modelId="{D3A85B7F-3A95-40B3-BC38-5C8B9FB97A14}" type="sibTrans" cxnId="{F1C6A9CB-83A5-40AD-8FAE-6E3906B8EEBB}">
      <dgm:prSet/>
      <dgm:spPr/>
      <dgm:t>
        <a:bodyPr/>
        <a:lstStyle/>
        <a:p>
          <a:endParaRPr lang="uk-UA"/>
        </a:p>
      </dgm:t>
    </dgm:pt>
    <dgm:pt modelId="{C98044D5-132F-401C-8F4E-4FB6450A0375}">
      <dgm:prSet/>
      <dgm:spPr/>
      <dgm:t>
        <a:bodyPr/>
        <a:lstStyle/>
        <a:p>
          <a:r>
            <a:rPr lang="uk-UA" b="0" i="0" dirty="0"/>
            <a:t>поява кам’яної церковної архітектури</a:t>
          </a:r>
          <a:endParaRPr lang="uk-UA" dirty="0"/>
        </a:p>
      </dgm:t>
    </dgm:pt>
    <dgm:pt modelId="{0E3A56C5-B417-4F7B-93B1-503725203153}" type="parTrans" cxnId="{DFE7C60F-8712-4D0B-9815-F3FE7A01EA92}">
      <dgm:prSet/>
      <dgm:spPr/>
      <dgm:t>
        <a:bodyPr/>
        <a:lstStyle/>
        <a:p>
          <a:endParaRPr lang="uk-UA"/>
        </a:p>
      </dgm:t>
    </dgm:pt>
    <dgm:pt modelId="{308FEF08-2480-48AF-84A4-D808E90C8CDB}" type="sibTrans" cxnId="{DFE7C60F-8712-4D0B-9815-F3FE7A01EA92}">
      <dgm:prSet/>
      <dgm:spPr/>
      <dgm:t>
        <a:bodyPr/>
        <a:lstStyle/>
        <a:p>
          <a:endParaRPr lang="uk-UA"/>
        </a:p>
      </dgm:t>
    </dgm:pt>
    <dgm:pt modelId="{64E6D9E3-0E25-4D1E-A100-084A4489B3DE}" type="pres">
      <dgm:prSet presAssocID="{E2705D2D-7484-407A-BA2A-56F6A278688B}" presName="linear" presStyleCnt="0">
        <dgm:presLayoutVars>
          <dgm:animLvl val="lvl"/>
          <dgm:resizeHandles val="exact"/>
        </dgm:presLayoutVars>
      </dgm:prSet>
      <dgm:spPr/>
    </dgm:pt>
    <dgm:pt modelId="{5CF80B95-0490-44F9-B39D-2EAE78E1438B}" type="pres">
      <dgm:prSet presAssocID="{8DAF149F-E11B-4DC4-A58B-13BBD260128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C909C08-3698-4236-B302-FBB4DA065EEC}" type="pres">
      <dgm:prSet presAssocID="{0A8D9522-E252-4F1F-A45A-3850825D45EA}" presName="spacer" presStyleCnt="0"/>
      <dgm:spPr/>
    </dgm:pt>
    <dgm:pt modelId="{3FA1897C-1B5A-4081-98E4-1F2177B7E210}" type="pres">
      <dgm:prSet presAssocID="{DE8A123E-8FF7-4570-BA83-F93B27B2D59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2F90AAC-DF1C-47ED-B107-414F74BDF5BB}" type="pres">
      <dgm:prSet presAssocID="{6D74AF5F-ABD6-4FD8-ABAA-C500EE684186}" presName="spacer" presStyleCnt="0"/>
      <dgm:spPr/>
    </dgm:pt>
    <dgm:pt modelId="{B741ED7A-A719-4384-ABF9-63D100E850A0}" type="pres">
      <dgm:prSet presAssocID="{9D602CCC-B2A9-48BB-9B7A-08BD4B20BD2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E21AEF6-3D72-458B-BC4F-95A700DAA222}" type="pres">
      <dgm:prSet presAssocID="{D3A85B7F-3A95-40B3-BC38-5C8B9FB97A14}" presName="spacer" presStyleCnt="0"/>
      <dgm:spPr/>
    </dgm:pt>
    <dgm:pt modelId="{0698A7DD-8AE5-4AB8-939B-22E7C559C7EF}" type="pres">
      <dgm:prSet presAssocID="{C98044D5-132F-401C-8F4E-4FB6450A037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AAB3D05-FF82-4BB7-A8EF-3DF6354D74AE}" type="presOf" srcId="{8DAF149F-E11B-4DC4-A58B-13BBD2601289}" destId="{5CF80B95-0490-44F9-B39D-2EAE78E1438B}" srcOrd="0" destOrd="0" presId="urn:microsoft.com/office/officeart/2005/8/layout/vList2"/>
    <dgm:cxn modelId="{445E150A-591C-4208-8F83-29980B887017}" type="presOf" srcId="{E2705D2D-7484-407A-BA2A-56F6A278688B}" destId="{64E6D9E3-0E25-4D1E-A100-084A4489B3DE}" srcOrd="0" destOrd="0" presId="urn:microsoft.com/office/officeart/2005/8/layout/vList2"/>
    <dgm:cxn modelId="{DFE7C60F-8712-4D0B-9815-F3FE7A01EA92}" srcId="{E2705D2D-7484-407A-BA2A-56F6A278688B}" destId="{C98044D5-132F-401C-8F4E-4FB6450A0375}" srcOrd="3" destOrd="0" parTransId="{0E3A56C5-B417-4F7B-93B1-503725203153}" sibTransId="{308FEF08-2480-48AF-84A4-D808E90C8CDB}"/>
    <dgm:cxn modelId="{86FA896C-8A0B-45C4-BD45-93BB273CB405}" type="presOf" srcId="{9D602CCC-B2A9-48BB-9B7A-08BD4B20BD2A}" destId="{B741ED7A-A719-4384-ABF9-63D100E850A0}" srcOrd="0" destOrd="0" presId="urn:microsoft.com/office/officeart/2005/8/layout/vList2"/>
    <dgm:cxn modelId="{961C1C5A-B983-4232-B50E-1A82D75E482B}" type="presOf" srcId="{DE8A123E-8FF7-4570-BA83-F93B27B2D59E}" destId="{3FA1897C-1B5A-4081-98E4-1F2177B7E210}" srcOrd="0" destOrd="0" presId="urn:microsoft.com/office/officeart/2005/8/layout/vList2"/>
    <dgm:cxn modelId="{390AADC8-6766-4783-9486-2731AE981543}" srcId="{E2705D2D-7484-407A-BA2A-56F6A278688B}" destId="{DE8A123E-8FF7-4570-BA83-F93B27B2D59E}" srcOrd="1" destOrd="0" parTransId="{8F5189DA-9725-4A1B-AE76-DE2EC29861E9}" sibTransId="{6D74AF5F-ABD6-4FD8-ABAA-C500EE684186}"/>
    <dgm:cxn modelId="{F1C6A9CB-83A5-40AD-8FAE-6E3906B8EEBB}" srcId="{E2705D2D-7484-407A-BA2A-56F6A278688B}" destId="{9D602CCC-B2A9-48BB-9B7A-08BD4B20BD2A}" srcOrd="2" destOrd="0" parTransId="{B18EEFF3-1839-4C7E-8F8A-87CA8013E135}" sibTransId="{D3A85B7F-3A95-40B3-BC38-5C8B9FB97A14}"/>
    <dgm:cxn modelId="{5C1F39D2-F901-43B4-884F-8295881D03D6}" type="presOf" srcId="{C98044D5-132F-401C-8F4E-4FB6450A0375}" destId="{0698A7DD-8AE5-4AB8-939B-22E7C559C7EF}" srcOrd="0" destOrd="0" presId="urn:microsoft.com/office/officeart/2005/8/layout/vList2"/>
    <dgm:cxn modelId="{8DED89FE-8E43-4566-ACC0-08A5781605F1}" srcId="{E2705D2D-7484-407A-BA2A-56F6A278688B}" destId="{8DAF149F-E11B-4DC4-A58B-13BBD2601289}" srcOrd="0" destOrd="0" parTransId="{D5A1811D-01E1-4EC4-B163-3DC51B2641C2}" sibTransId="{0A8D9522-E252-4F1F-A45A-3850825D45EA}"/>
    <dgm:cxn modelId="{0D0A2FBE-5194-4B0A-ABB2-09D7F10787BA}" type="presParOf" srcId="{64E6D9E3-0E25-4D1E-A100-084A4489B3DE}" destId="{5CF80B95-0490-44F9-B39D-2EAE78E1438B}" srcOrd="0" destOrd="0" presId="urn:microsoft.com/office/officeart/2005/8/layout/vList2"/>
    <dgm:cxn modelId="{C536905D-8AF1-444B-8094-0E6BEEA3518A}" type="presParOf" srcId="{64E6D9E3-0E25-4D1E-A100-084A4489B3DE}" destId="{9C909C08-3698-4236-B302-FBB4DA065EEC}" srcOrd="1" destOrd="0" presId="urn:microsoft.com/office/officeart/2005/8/layout/vList2"/>
    <dgm:cxn modelId="{DD0BC99F-06F9-4607-8083-7A2BF8B9BBFD}" type="presParOf" srcId="{64E6D9E3-0E25-4D1E-A100-084A4489B3DE}" destId="{3FA1897C-1B5A-4081-98E4-1F2177B7E210}" srcOrd="2" destOrd="0" presId="urn:microsoft.com/office/officeart/2005/8/layout/vList2"/>
    <dgm:cxn modelId="{DAD0AA72-62E7-4932-A797-7354879F8BCF}" type="presParOf" srcId="{64E6D9E3-0E25-4D1E-A100-084A4489B3DE}" destId="{42F90AAC-DF1C-47ED-B107-414F74BDF5BB}" srcOrd="3" destOrd="0" presId="urn:microsoft.com/office/officeart/2005/8/layout/vList2"/>
    <dgm:cxn modelId="{9CD63507-81FD-4463-A270-6F2F77695AFF}" type="presParOf" srcId="{64E6D9E3-0E25-4D1E-A100-084A4489B3DE}" destId="{B741ED7A-A719-4384-ABF9-63D100E850A0}" srcOrd="4" destOrd="0" presId="urn:microsoft.com/office/officeart/2005/8/layout/vList2"/>
    <dgm:cxn modelId="{3FD68564-46F5-4127-8BBF-71ACCB67E331}" type="presParOf" srcId="{64E6D9E3-0E25-4D1E-A100-084A4489B3DE}" destId="{9E21AEF6-3D72-458B-BC4F-95A700DAA222}" srcOrd="5" destOrd="0" presId="urn:microsoft.com/office/officeart/2005/8/layout/vList2"/>
    <dgm:cxn modelId="{2A3708B5-406F-450A-AF91-FBC820901E2D}" type="presParOf" srcId="{64E6D9E3-0E25-4D1E-A100-084A4489B3DE}" destId="{0698A7DD-8AE5-4AB8-939B-22E7C559C7E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81237CBC-BF41-4F07-A724-9B4E7B2AAD3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DB8C5D8-1779-4B41-9F46-58C24904B0C5}">
      <dgm:prSet/>
      <dgm:spPr/>
      <dgm:t>
        <a:bodyPr/>
        <a:lstStyle/>
        <a:p>
          <a:r>
            <a:rPr lang="uk-UA" b="0" i="0" dirty="0"/>
            <a:t>оформлення візантійського протекторату над Руссю</a:t>
          </a:r>
          <a:endParaRPr lang="uk-UA" dirty="0"/>
        </a:p>
      </dgm:t>
    </dgm:pt>
    <dgm:pt modelId="{C25BAFD4-E044-4E89-BAD1-E57EAA6A847B}" type="parTrans" cxnId="{4F8E6351-C76F-442B-BA97-5D4CB39A5E17}">
      <dgm:prSet/>
      <dgm:spPr/>
      <dgm:t>
        <a:bodyPr/>
        <a:lstStyle/>
        <a:p>
          <a:endParaRPr lang="uk-UA"/>
        </a:p>
      </dgm:t>
    </dgm:pt>
    <dgm:pt modelId="{EF875769-25D6-40CA-872F-EC5276FC30F4}" type="sibTrans" cxnId="{4F8E6351-C76F-442B-BA97-5D4CB39A5E17}">
      <dgm:prSet/>
      <dgm:spPr/>
      <dgm:t>
        <a:bodyPr/>
        <a:lstStyle/>
        <a:p>
          <a:endParaRPr lang="uk-UA"/>
        </a:p>
      </dgm:t>
    </dgm:pt>
    <dgm:pt modelId="{B5377311-C934-4E17-9474-EC0FD5668F87}">
      <dgm:prSet/>
      <dgm:spPr/>
      <dgm:t>
        <a:bodyPr/>
        <a:lstStyle/>
        <a:p>
          <a:r>
            <a:rPr lang="uk-UA" b="0" i="0"/>
            <a:t>припинення здійснення київськими князями полюддя</a:t>
          </a:r>
          <a:endParaRPr lang="uk-UA"/>
        </a:p>
      </dgm:t>
    </dgm:pt>
    <dgm:pt modelId="{AB75CF2D-50A8-4207-9731-F0DB9F9D93D3}" type="parTrans" cxnId="{21331581-95DB-4C39-B215-085284CF05A7}">
      <dgm:prSet/>
      <dgm:spPr/>
      <dgm:t>
        <a:bodyPr/>
        <a:lstStyle/>
        <a:p>
          <a:endParaRPr lang="uk-UA"/>
        </a:p>
      </dgm:t>
    </dgm:pt>
    <dgm:pt modelId="{C2820391-6300-49A8-B6F2-7745B4FE7280}" type="sibTrans" cxnId="{21331581-95DB-4C39-B215-085284CF05A7}">
      <dgm:prSet/>
      <dgm:spPr/>
      <dgm:t>
        <a:bodyPr/>
        <a:lstStyle/>
        <a:p>
          <a:endParaRPr lang="uk-UA"/>
        </a:p>
      </dgm:t>
    </dgm:pt>
    <dgm:pt modelId="{F622BB2F-382E-4F36-96A9-A66F06F3BD16}">
      <dgm:prSet/>
      <dgm:spPr/>
      <dgm:t>
        <a:bodyPr/>
        <a:lstStyle/>
        <a:p>
          <a:r>
            <a:rPr lang="uk-UA" b="0" i="0" dirty="0"/>
            <a:t>запровадження християнства як державної релігії</a:t>
          </a:r>
          <a:endParaRPr lang="uk-UA" dirty="0"/>
        </a:p>
      </dgm:t>
    </dgm:pt>
    <dgm:pt modelId="{308AB3A5-D9D1-433F-A0ED-F331A921EDB4}" type="parTrans" cxnId="{D0A1B1C8-3628-42A0-9AFA-5BAAD21C6216}">
      <dgm:prSet/>
      <dgm:spPr/>
      <dgm:t>
        <a:bodyPr/>
        <a:lstStyle/>
        <a:p>
          <a:endParaRPr lang="uk-UA"/>
        </a:p>
      </dgm:t>
    </dgm:pt>
    <dgm:pt modelId="{ED966540-4D46-46C1-80A2-C2223D010C72}" type="sibTrans" cxnId="{D0A1B1C8-3628-42A0-9AFA-5BAAD21C6216}">
      <dgm:prSet/>
      <dgm:spPr/>
      <dgm:t>
        <a:bodyPr/>
        <a:lstStyle/>
        <a:p>
          <a:endParaRPr lang="uk-UA"/>
        </a:p>
      </dgm:t>
    </dgm:pt>
    <dgm:pt modelId="{B46E1FFE-F2DA-43A0-A4E7-158A0E2A8DFA}" type="pres">
      <dgm:prSet presAssocID="{81237CBC-BF41-4F07-A724-9B4E7B2AAD3C}" presName="linear" presStyleCnt="0">
        <dgm:presLayoutVars>
          <dgm:animLvl val="lvl"/>
          <dgm:resizeHandles val="exact"/>
        </dgm:presLayoutVars>
      </dgm:prSet>
      <dgm:spPr/>
    </dgm:pt>
    <dgm:pt modelId="{6096B485-9687-4AAD-8B8D-6BA0E64E5E5F}" type="pres">
      <dgm:prSet presAssocID="{7DB8C5D8-1779-4B41-9F46-58C24904B0C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20ADF07-3194-4DEB-AD8B-37FC56C573CE}" type="pres">
      <dgm:prSet presAssocID="{EF875769-25D6-40CA-872F-EC5276FC30F4}" presName="spacer" presStyleCnt="0"/>
      <dgm:spPr/>
    </dgm:pt>
    <dgm:pt modelId="{2DFE8689-DFD9-449F-B4F5-8213FE908BF8}" type="pres">
      <dgm:prSet presAssocID="{B5377311-C934-4E17-9474-EC0FD5668F8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2BCFA4C-EB66-41B2-A8EE-E77C11DB6291}" type="pres">
      <dgm:prSet presAssocID="{C2820391-6300-49A8-B6F2-7745B4FE7280}" presName="spacer" presStyleCnt="0"/>
      <dgm:spPr/>
    </dgm:pt>
    <dgm:pt modelId="{C0C03955-4655-4037-87B0-5A2309367645}" type="pres">
      <dgm:prSet presAssocID="{F622BB2F-382E-4F36-96A9-A66F06F3BD1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46E3F61-893D-4137-BEC2-E8D4B30AD5C1}" type="presOf" srcId="{7DB8C5D8-1779-4B41-9F46-58C24904B0C5}" destId="{6096B485-9687-4AAD-8B8D-6BA0E64E5E5F}" srcOrd="0" destOrd="0" presId="urn:microsoft.com/office/officeart/2005/8/layout/vList2"/>
    <dgm:cxn modelId="{4F8E6351-C76F-442B-BA97-5D4CB39A5E17}" srcId="{81237CBC-BF41-4F07-A724-9B4E7B2AAD3C}" destId="{7DB8C5D8-1779-4B41-9F46-58C24904B0C5}" srcOrd="0" destOrd="0" parTransId="{C25BAFD4-E044-4E89-BAD1-E57EAA6A847B}" sibTransId="{EF875769-25D6-40CA-872F-EC5276FC30F4}"/>
    <dgm:cxn modelId="{21331581-95DB-4C39-B215-085284CF05A7}" srcId="{81237CBC-BF41-4F07-A724-9B4E7B2AAD3C}" destId="{B5377311-C934-4E17-9474-EC0FD5668F87}" srcOrd="1" destOrd="0" parTransId="{AB75CF2D-50A8-4207-9731-F0DB9F9D93D3}" sibTransId="{C2820391-6300-49A8-B6F2-7745B4FE7280}"/>
    <dgm:cxn modelId="{71B6498E-5D8A-4191-AB14-3E91C19F7CF1}" type="presOf" srcId="{81237CBC-BF41-4F07-A724-9B4E7B2AAD3C}" destId="{B46E1FFE-F2DA-43A0-A4E7-158A0E2A8DFA}" srcOrd="0" destOrd="0" presId="urn:microsoft.com/office/officeart/2005/8/layout/vList2"/>
    <dgm:cxn modelId="{72817BAE-DEF7-4214-A744-9C753720610B}" type="presOf" srcId="{B5377311-C934-4E17-9474-EC0FD5668F87}" destId="{2DFE8689-DFD9-449F-B4F5-8213FE908BF8}" srcOrd="0" destOrd="0" presId="urn:microsoft.com/office/officeart/2005/8/layout/vList2"/>
    <dgm:cxn modelId="{B11AB4C6-4CE2-4187-83B0-A08178A61AEB}" type="presOf" srcId="{F622BB2F-382E-4F36-96A9-A66F06F3BD16}" destId="{C0C03955-4655-4037-87B0-5A2309367645}" srcOrd="0" destOrd="0" presId="urn:microsoft.com/office/officeart/2005/8/layout/vList2"/>
    <dgm:cxn modelId="{D0A1B1C8-3628-42A0-9AFA-5BAAD21C6216}" srcId="{81237CBC-BF41-4F07-A724-9B4E7B2AAD3C}" destId="{F622BB2F-382E-4F36-96A9-A66F06F3BD16}" srcOrd="2" destOrd="0" parTransId="{308AB3A5-D9D1-433F-A0ED-F331A921EDB4}" sibTransId="{ED966540-4D46-46C1-80A2-C2223D010C72}"/>
    <dgm:cxn modelId="{FE95C28D-297E-42A2-8E52-1685F4D906B4}" type="presParOf" srcId="{B46E1FFE-F2DA-43A0-A4E7-158A0E2A8DFA}" destId="{6096B485-9687-4AAD-8B8D-6BA0E64E5E5F}" srcOrd="0" destOrd="0" presId="urn:microsoft.com/office/officeart/2005/8/layout/vList2"/>
    <dgm:cxn modelId="{51357181-7B29-4863-BCCE-C473C89106DB}" type="presParOf" srcId="{B46E1FFE-F2DA-43A0-A4E7-158A0E2A8DFA}" destId="{D20ADF07-3194-4DEB-AD8B-37FC56C573CE}" srcOrd="1" destOrd="0" presId="urn:microsoft.com/office/officeart/2005/8/layout/vList2"/>
    <dgm:cxn modelId="{2F20CF25-C3BE-42FD-A6A0-60615EE08A4B}" type="presParOf" srcId="{B46E1FFE-F2DA-43A0-A4E7-158A0E2A8DFA}" destId="{2DFE8689-DFD9-449F-B4F5-8213FE908BF8}" srcOrd="2" destOrd="0" presId="urn:microsoft.com/office/officeart/2005/8/layout/vList2"/>
    <dgm:cxn modelId="{781FA379-B8B1-4138-AE34-1A28645F645F}" type="presParOf" srcId="{B46E1FFE-F2DA-43A0-A4E7-158A0E2A8DFA}" destId="{32BCFA4C-EB66-41B2-A8EE-E77C11DB6291}" srcOrd="3" destOrd="0" presId="urn:microsoft.com/office/officeart/2005/8/layout/vList2"/>
    <dgm:cxn modelId="{8318AC66-7AE0-419D-8065-C8D8288B2113}" type="presParOf" srcId="{B46E1FFE-F2DA-43A0-A4E7-158A0E2A8DFA}" destId="{C0C03955-4655-4037-87B0-5A230936764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C0820C75-9A98-43C4-AE49-EFA7BEB1BFFA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66C59E3-AFC6-4335-8832-34522989E733}">
      <dgm:prSet/>
      <dgm:spPr/>
      <dgm:t>
        <a:bodyPr/>
        <a:lstStyle/>
        <a:p>
          <a:r>
            <a:rPr lang="ru-RU" b="0" i="0"/>
            <a:t>882 р.</a:t>
          </a:r>
          <a:endParaRPr lang="uk-UA"/>
        </a:p>
      </dgm:t>
    </dgm:pt>
    <dgm:pt modelId="{3415522F-7D9C-4A3D-90AE-23DF51BA2B3E}" type="parTrans" cxnId="{8F28BD67-AC92-4205-B2ED-2F11FB2CBB74}">
      <dgm:prSet/>
      <dgm:spPr/>
      <dgm:t>
        <a:bodyPr/>
        <a:lstStyle/>
        <a:p>
          <a:endParaRPr lang="uk-UA"/>
        </a:p>
      </dgm:t>
    </dgm:pt>
    <dgm:pt modelId="{5FB601BC-6BB9-47F2-B9FA-0CE976B07593}" type="sibTrans" cxnId="{8F28BD67-AC92-4205-B2ED-2F11FB2CBB74}">
      <dgm:prSet/>
      <dgm:spPr/>
      <dgm:t>
        <a:bodyPr/>
        <a:lstStyle/>
        <a:p>
          <a:endParaRPr lang="uk-UA"/>
        </a:p>
      </dgm:t>
    </dgm:pt>
    <dgm:pt modelId="{0E4DC28B-6B41-451C-8045-1D9E0087B9C1}">
      <dgm:prSet/>
      <dgm:spPr/>
      <dgm:t>
        <a:bodyPr/>
        <a:lstStyle/>
        <a:p>
          <a:r>
            <a:rPr lang="ru-RU" b="0" i="0"/>
            <a:t>911 р.</a:t>
          </a:r>
          <a:endParaRPr lang="uk-UA"/>
        </a:p>
      </dgm:t>
    </dgm:pt>
    <dgm:pt modelId="{D683BB12-BBC9-4353-8289-76F60A10DC79}" type="parTrans" cxnId="{5628E5E1-6E6B-4CCF-915B-A6FC3E426B26}">
      <dgm:prSet/>
      <dgm:spPr/>
      <dgm:t>
        <a:bodyPr/>
        <a:lstStyle/>
        <a:p>
          <a:endParaRPr lang="uk-UA"/>
        </a:p>
      </dgm:t>
    </dgm:pt>
    <dgm:pt modelId="{8207E99F-32A7-4E1F-8E0A-2394FEDB6AAA}" type="sibTrans" cxnId="{5628E5E1-6E6B-4CCF-915B-A6FC3E426B26}">
      <dgm:prSet/>
      <dgm:spPr/>
      <dgm:t>
        <a:bodyPr/>
        <a:lstStyle/>
        <a:p>
          <a:endParaRPr lang="uk-UA"/>
        </a:p>
      </dgm:t>
    </dgm:pt>
    <dgm:pt modelId="{5D5145DB-D19B-436D-B5E2-36281F6EB271}">
      <dgm:prSet/>
      <dgm:spPr/>
      <dgm:t>
        <a:bodyPr/>
        <a:lstStyle/>
        <a:p>
          <a:r>
            <a:rPr lang="ru-RU" b="0" i="0"/>
            <a:t>945 р.</a:t>
          </a:r>
          <a:endParaRPr lang="uk-UA"/>
        </a:p>
      </dgm:t>
    </dgm:pt>
    <dgm:pt modelId="{5C36247A-62F8-445E-9016-3DF1CABEF3E7}" type="parTrans" cxnId="{1C7D92A8-EBEC-4A4B-9E66-8CEC0588A3F9}">
      <dgm:prSet/>
      <dgm:spPr/>
      <dgm:t>
        <a:bodyPr/>
        <a:lstStyle/>
        <a:p>
          <a:endParaRPr lang="uk-UA"/>
        </a:p>
      </dgm:t>
    </dgm:pt>
    <dgm:pt modelId="{BEB382AE-CB7D-4EF6-91FD-F722CDCA4725}" type="sibTrans" cxnId="{1C7D92A8-EBEC-4A4B-9E66-8CEC0588A3F9}">
      <dgm:prSet/>
      <dgm:spPr/>
      <dgm:t>
        <a:bodyPr/>
        <a:lstStyle/>
        <a:p>
          <a:endParaRPr lang="uk-UA"/>
        </a:p>
      </dgm:t>
    </dgm:pt>
    <dgm:pt modelId="{98407A51-FED8-4937-B7D8-222C51C67EB4}">
      <dgm:prSet/>
      <dgm:spPr/>
      <dgm:t>
        <a:bodyPr/>
        <a:lstStyle/>
        <a:p>
          <a:r>
            <a:rPr lang="ru-RU" b="0" i="0" dirty="0"/>
            <a:t>988 р.</a:t>
          </a:r>
          <a:endParaRPr lang="uk-UA" dirty="0"/>
        </a:p>
      </dgm:t>
    </dgm:pt>
    <dgm:pt modelId="{D5266C38-7CB7-4024-8066-527FED6C1738}" type="parTrans" cxnId="{D04C6FF9-C049-45C5-85CB-57193A6264D3}">
      <dgm:prSet/>
      <dgm:spPr/>
      <dgm:t>
        <a:bodyPr/>
        <a:lstStyle/>
        <a:p>
          <a:endParaRPr lang="uk-UA"/>
        </a:p>
      </dgm:t>
    </dgm:pt>
    <dgm:pt modelId="{8F77DFF5-9D69-4D30-849F-7339423720EB}" type="sibTrans" cxnId="{D04C6FF9-C049-45C5-85CB-57193A6264D3}">
      <dgm:prSet/>
      <dgm:spPr/>
      <dgm:t>
        <a:bodyPr/>
        <a:lstStyle/>
        <a:p>
          <a:endParaRPr lang="uk-UA"/>
        </a:p>
      </dgm:t>
    </dgm:pt>
    <dgm:pt modelId="{820AEB89-648C-4B39-BAAE-50482F6C117F}" type="pres">
      <dgm:prSet presAssocID="{C0820C75-9A98-43C4-AE49-EFA7BEB1BFFA}" presName="matrix" presStyleCnt="0">
        <dgm:presLayoutVars>
          <dgm:chMax val="1"/>
          <dgm:dir/>
          <dgm:resizeHandles val="exact"/>
        </dgm:presLayoutVars>
      </dgm:prSet>
      <dgm:spPr/>
    </dgm:pt>
    <dgm:pt modelId="{2D5160D6-FC0B-4C14-BA63-6AB503DFCC7E}" type="pres">
      <dgm:prSet presAssocID="{C0820C75-9A98-43C4-AE49-EFA7BEB1BFFA}" presName="diamond" presStyleLbl="bgShp" presStyleIdx="0" presStyleCnt="1"/>
      <dgm:spPr/>
    </dgm:pt>
    <dgm:pt modelId="{9B75011F-B1D6-4918-9858-0792A52B63C2}" type="pres">
      <dgm:prSet presAssocID="{C0820C75-9A98-43C4-AE49-EFA7BEB1BFF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E4DDCB6-8F2D-449C-A7E2-F8AB2891BDAE}" type="pres">
      <dgm:prSet presAssocID="{C0820C75-9A98-43C4-AE49-EFA7BEB1BFF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A7A3756-95E7-4CCF-9935-3A346C398F22}" type="pres">
      <dgm:prSet presAssocID="{C0820C75-9A98-43C4-AE49-EFA7BEB1BFF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AA71BEE-2C82-4607-B069-13AE34F6C286}" type="pres">
      <dgm:prSet presAssocID="{C0820C75-9A98-43C4-AE49-EFA7BEB1BFF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B819E29-38AC-49C0-9A2C-A33275652524}" type="presOf" srcId="{0E4DC28B-6B41-451C-8045-1D9E0087B9C1}" destId="{FE4DDCB6-8F2D-449C-A7E2-F8AB2891BDAE}" srcOrd="0" destOrd="0" presId="urn:microsoft.com/office/officeart/2005/8/layout/matrix3"/>
    <dgm:cxn modelId="{8F28BD67-AC92-4205-B2ED-2F11FB2CBB74}" srcId="{C0820C75-9A98-43C4-AE49-EFA7BEB1BFFA}" destId="{466C59E3-AFC6-4335-8832-34522989E733}" srcOrd="0" destOrd="0" parTransId="{3415522F-7D9C-4A3D-90AE-23DF51BA2B3E}" sibTransId="{5FB601BC-6BB9-47F2-B9FA-0CE976B07593}"/>
    <dgm:cxn modelId="{07F5F448-5474-4137-9F60-5A690AF55A62}" type="presOf" srcId="{5D5145DB-D19B-436D-B5E2-36281F6EB271}" destId="{8A7A3756-95E7-4CCF-9935-3A346C398F22}" srcOrd="0" destOrd="0" presId="urn:microsoft.com/office/officeart/2005/8/layout/matrix3"/>
    <dgm:cxn modelId="{A4E52E69-7D88-43B5-B65B-455AD9E94F51}" type="presOf" srcId="{98407A51-FED8-4937-B7D8-222C51C67EB4}" destId="{DAA71BEE-2C82-4607-B069-13AE34F6C286}" srcOrd="0" destOrd="0" presId="urn:microsoft.com/office/officeart/2005/8/layout/matrix3"/>
    <dgm:cxn modelId="{1C7D92A8-EBEC-4A4B-9E66-8CEC0588A3F9}" srcId="{C0820C75-9A98-43C4-AE49-EFA7BEB1BFFA}" destId="{5D5145DB-D19B-436D-B5E2-36281F6EB271}" srcOrd="2" destOrd="0" parTransId="{5C36247A-62F8-445E-9016-3DF1CABEF3E7}" sibTransId="{BEB382AE-CB7D-4EF6-91FD-F722CDCA4725}"/>
    <dgm:cxn modelId="{A8825BAF-BE57-4D07-A16D-EFB7E52E6454}" type="presOf" srcId="{466C59E3-AFC6-4335-8832-34522989E733}" destId="{9B75011F-B1D6-4918-9858-0792A52B63C2}" srcOrd="0" destOrd="0" presId="urn:microsoft.com/office/officeart/2005/8/layout/matrix3"/>
    <dgm:cxn modelId="{3A58C6E1-746F-4E3F-9F82-A9282B8894C2}" type="presOf" srcId="{C0820C75-9A98-43C4-AE49-EFA7BEB1BFFA}" destId="{820AEB89-648C-4B39-BAAE-50482F6C117F}" srcOrd="0" destOrd="0" presId="urn:microsoft.com/office/officeart/2005/8/layout/matrix3"/>
    <dgm:cxn modelId="{5628E5E1-6E6B-4CCF-915B-A6FC3E426B26}" srcId="{C0820C75-9A98-43C4-AE49-EFA7BEB1BFFA}" destId="{0E4DC28B-6B41-451C-8045-1D9E0087B9C1}" srcOrd="1" destOrd="0" parTransId="{D683BB12-BBC9-4353-8289-76F60A10DC79}" sibTransId="{8207E99F-32A7-4E1F-8E0A-2394FEDB6AAA}"/>
    <dgm:cxn modelId="{D04C6FF9-C049-45C5-85CB-57193A6264D3}" srcId="{C0820C75-9A98-43C4-AE49-EFA7BEB1BFFA}" destId="{98407A51-FED8-4937-B7D8-222C51C67EB4}" srcOrd="3" destOrd="0" parTransId="{D5266C38-7CB7-4024-8066-527FED6C1738}" sibTransId="{8F77DFF5-9D69-4D30-849F-7339423720EB}"/>
    <dgm:cxn modelId="{45303B98-FEE6-4DCB-93E8-D7B4B9AB85B3}" type="presParOf" srcId="{820AEB89-648C-4B39-BAAE-50482F6C117F}" destId="{2D5160D6-FC0B-4C14-BA63-6AB503DFCC7E}" srcOrd="0" destOrd="0" presId="urn:microsoft.com/office/officeart/2005/8/layout/matrix3"/>
    <dgm:cxn modelId="{B9692BA2-8B39-475C-9749-32A467BCFBFA}" type="presParOf" srcId="{820AEB89-648C-4B39-BAAE-50482F6C117F}" destId="{9B75011F-B1D6-4918-9858-0792A52B63C2}" srcOrd="1" destOrd="0" presId="urn:microsoft.com/office/officeart/2005/8/layout/matrix3"/>
    <dgm:cxn modelId="{4795465D-95F9-4AD8-AB78-43F946E58AE6}" type="presParOf" srcId="{820AEB89-648C-4B39-BAAE-50482F6C117F}" destId="{FE4DDCB6-8F2D-449C-A7E2-F8AB2891BDAE}" srcOrd="2" destOrd="0" presId="urn:microsoft.com/office/officeart/2005/8/layout/matrix3"/>
    <dgm:cxn modelId="{3C3E4922-4B74-4189-A33A-B52E89D75030}" type="presParOf" srcId="{820AEB89-648C-4B39-BAAE-50482F6C117F}" destId="{8A7A3756-95E7-4CCF-9935-3A346C398F22}" srcOrd="3" destOrd="0" presId="urn:microsoft.com/office/officeart/2005/8/layout/matrix3"/>
    <dgm:cxn modelId="{B1C0637D-E1FF-461A-B57F-29D328B78926}" type="presParOf" srcId="{820AEB89-648C-4B39-BAAE-50482F6C117F}" destId="{DAA71BEE-2C82-4607-B069-13AE34F6C28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97D9E95B-24FD-4D24-A424-57A4824B15D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1AA3E2F-1A17-46CD-8221-048B4487F6D3}">
      <dgm:prSet/>
      <dgm:spPr/>
      <dgm:t>
        <a:bodyPr/>
        <a:lstStyle/>
        <a:p>
          <a:r>
            <a:rPr lang="uk-UA" b="0" i="0" dirty="0"/>
            <a:t>будівництво Десятинної церкви</a:t>
          </a:r>
          <a:endParaRPr lang="uk-UA" dirty="0"/>
        </a:p>
      </dgm:t>
    </dgm:pt>
    <dgm:pt modelId="{E2C5417D-0FA3-45BA-B50D-7348F86D4161}" type="parTrans" cxnId="{C9B36FCF-CB10-4325-A9CF-DEF4D03E0453}">
      <dgm:prSet/>
      <dgm:spPr/>
      <dgm:t>
        <a:bodyPr/>
        <a:lstStyle/>
        <a:p>
          <a:endParaRPr lang="uk-UA"/>
        </a:p>
      </dgm:t>
    </dgm:pt>
    <dgm:pt modelId="{0BCE0FC4-11EA-4EB1-87EE-82F42B3FA6F2}" type="sibTrans" cxnId="{C9B36FCF-CB10-4325-A9CF-DEF4D03E0453}">
      <dgm:prSet/>
      <dgm:spPr/>
      <dgm:t>
        <a:bodyPr/>
        <a:lstStyle/>
        <a:p>
          <a:endParaRPr lang="uk-UA"/>
        </a:p>
      </dgm:t>
    </dgm:pt>
    <dgm:pt modelId="{3E1C38E1-AF69-4FF7-8F2B-E0ACF2F1FD3B}">
      <dgm:prSet/>
      <dgm:spPr/>
      <dgm:t>
        <a:bodyPr/>
        <a:lstStyle/>
        <a:p>
          <a:r>
            <a:rPr lang="uk-UA" b="0" i="0"/>
            <a:t>похід русичів на Константинополь</a:t>
          </a:r>
          <a:endParaRPr lang="uk-UA"/>
        </a:p>
      </dgm:t>
    </dgm:pt>
    <dgm:pt modelId="{E2838C81-7EDA-4F8B-A584-E2E6B6DA3296}" type="parTrans" cxnId="{169BEB13-3C7A-4BE0-99B1-47139EB1B829}">
      <dgm:prSet/>
      <dgm:spPr/>
      <dgm:t>
        <a:bodyPr/>
        <a:lstStyle/>
        <a:p>
          <a:endParaRPr lang="uk-UA"/>
        </a:p>
      </dgm:t>
    </dgm:pt>
    <dgm:pt modelId="{4EEA20A0-6560-4A96-B4A5-EB7DC198C81D}" type="sibTrans" cxnId="{169BEB13-3C7A-4BE0-99B1-47139EB1B829}">
      <dgm:prSet/>
      <dgm:spPr/>
      <dgm:t>
        <a:bodyPr/>
        <a:lstStyle/>
        <a:p>
          <a:endParaRPr lang="uk-UA"/>
        </a:p>
      </dgm:t>
    </dgm:pt>
    <dgm:pt modelId="{7D997FF3-BE60-4242-8B6A-AD681B9718D5}">
      <dgm:prSet/>
      <dgm:spPr/>
      <dgm:t>
        <a:bodyPr/>
        <a:lstStyle/>
        <a:p>
          <a:r>
            <a:rPr lang="uk-UA" b="0" i="0" dirty="0"/>
            <a:t>руйнування язичницького капища</a:t>
          </a:r>
          <a:endParaRPr lang="uk-UA" dirty="0"/>
        </a:p>
      </dgm:t>
    </dgm:pt>
    <dgm:pt modelId="{7D130ABB-2827-4884-872D-2B3198212446}" type="parTrans" cxnId="{55C1C97D-5AB0-40B6-AED0-6697926CDD74}">
      <dgm:prSet/>
      <dgm:spPr/>
      <dgm:t>
        <a:bodyPr/>
        <a:lstStyle/>
        <a:p>
          <a:endParaRPr lang="uk-UA"/>
        </a:p>
      </dgm:t>
    </dgm:pt>
    <dgm:pt modelId="{0EC9EDE9-A424-4E3F-9FE6-C8DE1D99A12D}" type="sibTrans" cxnId="{55C1C97D-5AB0-40B6-AED0-6697926CDD74}">
      <dgm:prSet/>
      <dgm:spPr/>
      <dgm:t>
        <a:bodyPr/>
        <a:lstStyle/>
        <a:p>
          <a:endParaRPr lang="uk-UA"/>
        </a:p>
      </dgm:t>
    </dgm:pt>
    <dgm:pt modelId="{C114B024-EC9C-44A6-94B8-618DFA3D764F}">
      <dgm:prSet/>
      <dgm:spPr/>
      <dgm:t>
        <a:bodyPr/>
        <a:lstStyle/>
        <a:p>
          <a:r>
            <a:rPr lang="uk-UA" b="0" i="0" dirty="0"/>
            <a:t>розгром печенігів під стінами Києва</a:t>
          </a:r>
          <a:endParaRPr lang="uk-UA" dirty="0"/>
        </a:p>
      </dgm:t>
    </dgm:pt>
    <dgm:pt modelId="{C0A1B103-D254-4BD7-BF86-07A30E2E505E}" type="parTrans" cxnId="{3AFB916F-1901-4D4A-A60E-0E0F4DDEF8F9}">
      <dgm:prSet/>
      <dgm:spPr/>
      <dgm:t>
        <a:bodyPr/>
        <a:lstStyle/>
        <a:p>
          <a:endParaRPr lang="uk-UA"/>
        </a:p>
      </dgm:t>
    </dgm:pt>
    <dgm:pt modelId="{18406322-A991-4949-966E-CCE01285920F}" type="sibTrans" cxnId="{3AFB916F-1901-4D4A-A60E-0E0F4DDEF8F9}">
      <dgm:prSet/>
      <dgm:spPr/>
      <dgm:t>
        <a:bodyPr/>
        <a:lstStyle/>
        <a:p>
          <a:endParaRPr lang="uk-UA"/>
        </a:p>
      </dgm:t>
    </dgm:pt>
    <dgm:pt modelId="{0715C38B-1ED9-4236-A56B-52CDE9407F7B}" type="pres">
      <dgm:prSet presAssocID="{97D9E95B-24FD-4D24-A424-57A4824B15D6}" presName="linear" presStyleCnt="0">
        <dgm:presLayoutVars>
          <dgm:animLvl val="lvl"/>
          <dgm:resizeHandles val="exact"/>
        </dgm:presLayoutVars>
      </dgm:prSet>
      <dgm:spPr/>
    </dgm:pt>
    <dgm:pt modelId="{F740B796-5963-4690-B469-D96AA1B9E11B}" type="pres">
      <dgm:prSet presAssocID="{E1AA3E2F-1A17-46CD-8221-048B4487F6D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10AE60A-D25B-43C9-8912-31FC9682E0A9}" type="pres">
      <dgm:prSet presAssocID="{0BCE0FC4-11EA-4EB1-87EE-82F42B3FA6F2}" presName="spacer" presStyleCnt="0"/>
      <dgm:spPr/>
    </dgm:pt>
    <dgm:pt modelId="{9219C00D-DD87-49F4-8D52-14759C3265CE}" type="pres">
      <dgm:prSet presAssocID="{3E1C38E1-AF69-4FF7-8F2B-E0ACF2F1FD3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162DFB7-4ACE-4343-804C-4238D1F4EB92}" type="pres">
      <dgm:prSet presAssocID="{4EEA20A0-6560-4A96-B4A5-EB7DC198C81D}" presName="spacer" presStyleCnt="0"/>
      <dgm:spPr/>
    </dgm:pt>
    <dgm:pt modelId="{1E118CCB-AEAE-47FD-BEA1-2EB6E10CF8EE}" type="pres">
      <dgm:prSet presAssocID="{7D997FF3-BE60-4242-8B6A-AD681B9718D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8B3C4FD-1F87-4CF8-A53D-534769DFFFC0}" type="pres">
      <dgm:prSet presAssocID="{0EC9EDE9-A424-4E3F-9FE6-C8DE1D99A12D}" presName="spacer" presStyleCnt="0"/>
      <dgm:spPr/>
    </dgm:pt>
    <dgm:pt modelId="{D2B89FF0-E951-402B-8561-50F4EFFA6A60}" type="pres">
      <dgm:prSet presAssocID="{C114B024-EC9C-44A6-94B8-618DFA3D764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69BEB13-3C7A-4BE0-99B1-47139EB1B829}" srcId="{97D9E95B-24FD-4D24-A424-57A4824B15D6}" destId="{3E1C38E1-AF69-4FF7-8F2B-E0ACF2F1FD3B}" srcOrd="1" destOrd="0" parTransId="{E2838C81-7EDA-4F8B-A584-E2E6B6DA3296}" sibTransId="{4EEA20A0-6560-4A96-B4A5-EB7DC198C81D}"/>
    <dgm:cxn modelId="{3AFB916F-1901-4D4A-A60E-0E0F4DDEF8F9}" srcId="{97D9E95B-24FD-4D24-A424-57A4824B15D6}" destId="{C114B024-EC9C-44A6-94B8-618DFA3D764F}" srcOrd="3" destOrd="0" parTransId="{C0A1B103-D254-4BD7-BF86-07A30E2E505E}" sibTransId="{18406322-A991-4949-966E-CCE01285920F}"/>
    <dgm:cxn modelId="{61886E55-CB03-4FD0-8557-F580AC5259E3}" type="presOf" srcId="{C114B024-EC9C-44A6-94B8-618DFA3D764F}" destId="{D2B89FF0-E951-402B-8561-50F4EFFA6A60}" srcOrd="0" destOrd="0" presId="urn:microsoft.com/office/officeart/2005/8/layout/vList2"/>
    <dgm:cxn modelId="{55C1C97D-5AB0-40B6-AED0-6697926CDD74}" srcId="{97D9E95B-24FD-4D24-A424-57A4824B15D6}" destId="{7D997FF3-BE60-4242-8B6A-AD681B9718D5}" srcOrd="2" destOrd="0" parTransId="{7D130ABB-2827-4884-872D-2B3198212446}" sibTransId="{0EC9EDE9-A424-4E3F-9FE6-C8DE1D99A12D}"/>
    <dgm:cxn modelId="{9159CC7D-C895-4885-AF13-F7E830C2E2EB}" type="presOf" srcId="{97D9E95B-24FD-4D24-A424-57A4824B15D6}" destId="{0715C38B-1ED9-4236-A56B-52CDE9407F7B}" srcOrd="0" destOrd="0" presId="urn:microsoft.com/office/officeart/2005/8/layout/vList2"/>
    <dgm:cxn modelId="{9BD837B3-F513-4680-A9F4-9755B8EAE6A2}" type="presOf" srcId="{E1AA3E2F-1A17-46CD-8221-048B4487F6D3}" destId="{F740B796-5963-4690-B469-D96AA1B9E11B}" srcOrd="0" destOrd="0" presId="urn:microsoft.com/office/officeart/2005/8/layout/vList2"/>
    <dgm:cxn modelId="{D262E0CA-5072-41DD-813D-8E91F475432C}" type="presOf" srcId="{7D997FF3-BE60-4242-8B6A-AD681B9718D5}" destId="{1E118CCB-AEAE-47FD-BEA1-2EB6E10CF8EE}" srcOrd="0" destOrd="0" presId="urn:microsoft.com/office/officeart/2005/8/layout/vList2"/>
    <dgm:cxn modelId="{C9B36FCF-CB10-4325-A9CF-DEF4D03E0453}" srcId="{97D9E95B-24FD-4D24-A424-57A4824B15D6}" destId="{E1AA3E2F-1A17-46CD-8221-048B4487F6D3}" srcOrd="0" destOrd="0" parTransId="{E2C5417D-0FA3-45BA-B50D-7348F86D4161}" sibTransId="{0BCE0FC4-11EA-4EB1-87EE-82F42B3FA6F2}"/>
    <dgm:cxn modelId="{197B35E5-CE99-4FA6-A920-52E4CE13CFE9}" type="presOf" srcId="{3E1C38E1-AF69-4FF7-8F2B-E0ACF2F1FD3B}" destId="{9219C00D-DD87-49F4-8D52-14759C3265CE}" srcOrd="0" destOrd="0" presId="urn:microsoft.com/office/officeart/2005/8/layout/vList2"/>
    <dgm:cxn modelId="{48963043-8490-40F3-89E3-92A97A8F3FAF}" type="presParOf" srcId="{0715C38B-1ED9-4236-A56B-52CDE9407F7B}" destId="{F740B796-5963-4690-B469-D96AA1B9E11B}" srcOrd="0" destOrd="0" presId="urn:microsoft.com/office/officeart/2005/8/layout/vList2"/>
    <dgm:cxn modelId="{358D388B-AF91-4D65-8F6D-ECE7916FDE19}" type="presParOf" srcId="{0715C38B-1ED9-4236-A56B-52CDE9407F7B}" destId="{B10AE60A-D25B-43C9-8912-31FC9682E0A9}" srcOrd="1" destOrd="0" presId="urn:microsoft.com/office/officeart/2005/8/layout/vList2"/>
    <dgm:cxn modelId="{1E679113-EE43-4160-BF84-64A1F7A18CF4}" type="presParOf" srcId="{0715C38B-1ED9-4236-A56B-52CDE9407F7B}" destId="{9219C00D-DD87-49F4-8D52-14759C3265CE}" srcOrd="2" destOrd="0" presId="urn:microsoft.com/office/officeart/2005/8/layout/vList2"/>
    <dgm:cxn modelId="{56B8E272-FC29-456E-A514-8D3503574CED}" type="presParOf" srcId="{0715C38B-1ED9-4236-A56B-52CDE9407F7B}" destId="{1162DFB7-4ACE-4343-804C-4238D1F4EB92}" srcOrd="3" destOrd="0" presId="urn:microsoft.com/office/officeart/2005/8/layout/vList2"/>
    <dgm:cxn modelId="{3AC4F5F2-BF75-42DE-96B5-E519AFD84CB4}" type="presParOf" srcId="{0715C38B-1ED9-4236-A56B-52CDE9407F7B}" destId="{1E118CCB-AEAE-47FD-BEA1-2EB6E10CF8EE}" srcOrd="4" destOrd="0" presId="urn:microsoft.com/office/officeart/2005/8/layout/vList2"/>
    <dgm:cxn modelId="{39724EF5-F6EC-4E4E-AF12-4257A931BE45}" type="presParOf" srcId="{0715C38B-1ED9-4236-A56B-52CDE9407F7B}" destId="{08B3C4FD-1F87-4CF8-A53D-534769DFFFC0}" srcOrd="5" destOrd="0" presId="urn:microsoft.com/office/officeart/2005/8/layout/vList2"/>
    <dgm:cxn modelId="{98166448-29B2-4F19-A136-621B9EB2C26B}" type="presParOf" srcId="{0715C38B-1ED9-4236-A56B-52CDE9407F7B}" destId="{D2B89FF0-E951-402B-8561-50F4EFFA6A6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8699650B-A8F1-4711-A4AA-579A064A248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D9BCA23-ACF5-4220-8005-F505DB5782C1}">
      <dgm:prSet/>
      <dgm:spPr/>
      <dgm:t>
        <a:bodyPr/>
        <a:lstStyle/>
        <a:p>
          <a:r>
            <a:rPr lang="uk-UA" b="0" i="0"/>
            <a:t>запровадження Володимиром Великим християнства як державної релігії</a:t>
          </a:r>
          <a:endParaRPr lang="uk-UA"/>
        </a:p>
      </dgm:t>
    </dgm:pt>
    <dgm:pt modelId="{F64B1081-4875-42AA-93A8-E243DB2D01BC}" type="parTrans" cxnId="{C2F64D78-CACB-4FFA-BC82-66BB6C4C566C}">
      <dgm:prSet/>
      <dgm:spPr/>
      <dgm:t>
        <a:bodyPr/>
        <a:lstStyle/>
        <a:p>
          <a:endParaRPr lang="uk-UA"/>
        </a:p>
      </dgm:t>
    </dgm:pt>
    <dgm:pt modelId="{0A2E9E1D-4153-4A22-A838-7A6D7244824F}" type="sibTrans" cxnId="{C2F64D78-CACB-4FFA-BC82-66BB6C4C566C}">
      <dgm:prSet/>
      <dgm:spPr/>
      <dgm:t>
        <a:bodyPr/>
        <a:lstStyle/>
        <a:p>
          <a:endParaRPr lang="uk-UA"/>
        </a:p>
      </dgm:t>
    </dgm:pt>
    <dgm:pt modelId="{1C19FB42-6607-4018-89CD-DF24047B9A91}">
      <dgm:prSet/>
      <dgm:spPr/>
      <dgm:t>
        <a:bodyPr/>
        <a:lstStyle/>
        <a:p>
          <a:r>
            <a:rPr lang="uk-UA" b="0" i="0" dirty="0"/>
            <a:t>здійснення Святославом військового походу проти Хозарського каганату</a:t>
          </a:r>
          <a:endParaRPr lang="uk-UA" dirty="0"/>
        </a:p>
      </dgm:t>
    </dgm:pt>
    <dgm:pt modelId="{80C9E414-CA84-47B7-9D35-2BDF33E734A2}" type="parTrans" cxnId="{54CFEADC-CB35-4F11-92A5-5364BAD788BC}">
      <dgm:prSet/>
      <dgm:spPr/>
      <dgm:t>
        <a:bodyPr/>
        <a:lstStyle/>
        <a:p>
          <a:endParaRPr lang="uk-UA"/>
        </a:p>
      </dgm:t>
    </dgm:pt>
    <dgm:pt modelId="{A9A0DE68-65A5-40B7-8DF0-AB1B08454183}" type="sibTrans" cxnId="{54CFEADC-CB35-4F11-92A5-5364BAD788BC}">
      <dgm:prSet/>
      <dgm:spPr/>
      <dgm:t>
        <a:bodyPr/>
        <a:lstStyle/>
        <a:p>
          <a:endParaRPr lang="uk-UA"/>
        </a:p>
      </dgm:t>
    </dgm:pt>
    <dgm:pt modelId="{37E56E69-CA2F-4ED6-A86E-9D0B9DEEDF51}">
      <dgm:prSet/>
      <dgm:spPr/>
      <dgm:t>
        <a:bodyPr/>
        <a:lstStyle/>
        <a:p>
          <a:r>
            <a:rPr lang="uk-UA" b="0" i="0"/>
            <a:t>об'єднання Олегом Північної та Південної Русі під владою Рюриковичів</a:t>
          </a:r>
          <a:endParaRPr lang="uk-UA"/>
        </a:p>
      </dgm:t>
    </dgm:pt>
    <dgm:pt modelId="{6D60CA18-0415-4691-ABDE-7028F0A9A520}" type="parTrans" cxnId="{2325EF28-CE55-4744-87EE-9018C899D0A7}">
      <dgm:prSet/>
      <dgm:spPr/>
      <dgm:t>
        <a:bodyPr/>
        <a:lstStyle/>
        <a:p>
          <a:endParaRPr lang="uk-UA"/>
        </a:p>
      </dgm:t>
    </dgm:pt>
    <dgm:pt modelId="{D18C993B-E52D-4BB9-9AC8-6A59CC70DBA1}" type="sibTrans" cxnId="{2325EF28-CE55-4744-87EE-9018C899D0A7}">
      <dgm:prSet/>
      <dgm:spPr/>
      <dgm:t>
        <a:bodyPr/>
        <a:lstStyle/>
        <a:p>
          <a:endParaRPr lang="uk-UA"/>
        </a:p>
      </dgm:t>
    </dgm:pt>
    <dgm:pt modelId="{6A423252-297F-421D-B7E2-65E19A5454F1}">
      <dgm:prSet/>
      <dgm:spPr/>
      <dgm:t>
        <a:bodyPr/>
        <a:lstStyle/>
        <a:p>
          <a:r>
            <a:rPr lang="uk-UA" b="0" i="0" dirty="0"/>
            <a:t>укладення Ярославом Мудрим першого писаного збірника руських законів</a:t>
          </a:r>
          <a:endParaRPr lang="uk-UA" dirty="0"/>
        </a:p>
      </dgm:t>
    </dgm:pt>
    <dgm:pt modelId="{64F80495-93DB-4B98-BCD7-63012E86A016}" type="parTrans" cxnId="{9125C97E-F644-4854-8AE0-D36418C6CEE3}">
      <dgm:prSet/>
      <dgm:spPr/>
      <dgm:t>
        <a:bodyPr/>
        <a:lstStyle/>
        <a:p>
          <a:endParaRPr lang="uk-UA"/>
        </a:p>
      </dgm:t>
    </dgm:pt>
    <dgm:pt modelId="{CC9212F0-1755-4906-A258-72858B6AD9B2}" type="sibTrans" cxnId="{9125C97E-F644-4854-8AE0-D36418C6CEE3}">
      <dgm:prSet/>
      <dgm:spPr/>
      <dgm:t>
        <a:bodyPr/>
        <a:lstStyle/>
        <a:p>
          <a:endParaRPr lang="uk-UA"/>
        </a:p>
      </dgm:t>
    </dgm:pt>
    <dgm:pt modelId="{D2B85511-C052-49F1-B0A5-3FAB576B5AD8}" type="pres">
      <dgm:prSet presAssocID="{8699650B-A8F1-4711-A4AA-579A064A2484}" presName="linear" presStyleCnt="0">
        <dgm:presLayoutVars>
          <dgm:animLvl val="lvl"/>
          <dgm:resizeHandles val="exact"/>
        </dgm:presLayoutVars>
      </dgm:prSet>
      <dgm:spPr/>
    </dgm:pt>
    <dgm:pt modelId="{495A8029-3116-479D-B06B-B6E50D5ED96F}" type="pres">
      <dgm:prSet presAssocID="{9D9BCA23-ACF5-4220-8005-F505DB5782C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1738843-8AD6-4899-A9E4-F3A27A24D8BA}" type="pres">
      <dgm:prSet presAssocID="{0A2E9E1D-4153-4A22-A838-7A6D7244824F}" presName="spacer" presStyleCnt="0"/>
      <dgm:spPr/>
    </dgm:pt>
    <dgm:pt modelId="{71BD4833-38DC-4C62-872A-AD11E2D31385}" type="pres">
      <dgm:prSet presAssocID="{1C19FB42-6607-4018-89CD-DF24047B9A9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A25F8FE-CF8B-47B4-B87A-0A7D1CF60E2D}" type="pres">
      <dgm:prSet presAssocID="{A9A0DE68-65A5-40B7-8DF0-AB1B08454183}" presName="spacer" presStyleCnt="0"/>
      <dgm:spPr/>
    </dgm:pt>
    <dgm:pt modelId="{34696F55-6BFB-49A9-A469-6FEDBA108889}" type="pres">
      <dgm:prSet presAssocID="{37E56E69-CA2F-4ED6-A86E-9D0B9DEEDF5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4915F20-A8E2-44B4-A9D4-BE1EF723521A}" type="pres">
      <dgm:prSet presAssocID="{D18C993B-E52D-4BB9-9AC8-6A59CC70DBA1}" presName="spacer" presStyleCnt="0"/>
      <dgm:spPr/>
    </dgm:pt>
    <dgm:pt modelId="{68C6F071-3699-47C5-B3A3-5615BF0D4C29}" type="pres">
      <dgm:prSet presAssocID="{6A423252-297F-421D-B7E2-65E19A5454F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A331C05-DA05-4F56-87DB-4A86A2AE30AC}" type="presOf" srcId="{9D9BCA23-ACF5-4220-8005-F505DB5782C1}" destId="{495A8029-3116-479D-B06B-B6E50D5ED96F}" srcOrd="0" destOrd="0" presId="urn:microsoft.com/office/officeart/2005/8/layout/vList2"/>
    <dgm:cxn modelId="{2325EF28-CE55-4744-87EE-9018C899D0A7}" srcId="{8699650B-A8F1-4711-A4AA-579A064A2484}" destId="{37E56E69-CA2F-4ED6-A86E-9D0B9DEEDF51}" srcOrd="2" destOrd="0" parTransId="{6D60CA18-0415-4691-ABDE-7028F0A9A520}" sibTransId="{D18C993B-E52D-4BB9-9AC8-6A59CC70DBA1}"/>
    <dgm:cxn modelId="{9F8CA567-4975-451D-90E9-C7623AA2295D}" type="presOf" srcId="{8699650B-A8F1-4711-A4AA-579A064A2484}" destId="{D2B85511-C052-49F1-B0A5-3FAB576B5AD8}" srcOrd="0" destOrd="0" presId="urn:microsoft.com/office/officeart/2005/8/layout/vList2"/>
    <dgm:cxn modelId="{C2F64D78-CACB-4FFA-BC82-66BB6C4C566C}" srcId="{8699650B-A8F1-4711-A4AA-579A064A2484}" destId="{9D9BCA23-ACF5-4220-8005-F505DB5782C1}" srcOrd="0" destOrd="0" parTransId="{F64B1081-4875-42AA-93A8-E243DB2D01BC}" sibTransId="{0A2E9E1D-4153-4A22-A838-7A6D7244824F}"/>
    <dgm:cxn modelId="{9125C97E-F644-4854-8AE0-D36418C6CEE3}" srcId="{8699650B-A8F1-4711-A4AA-579A064A2484}" destId="{6A423252-297F-421D-B7E2-65E19A5454F1}" srcOrd="3" destOrd="0" parTransId="{64F80495-93DB-4B98-BCD7-63012E86A016}" sibTransId="{CC9212F0-1755-4906-A258-72858B6AD9B2}"/>
    <dgm:cxn modelId="{EB60C3B3-7A2F-4137-B2B9-DA9B721783BE}" type="presOf" srcId="{37E56E69-CA2F-4ED6-A86E-9D0B9DEEDF51}" destId="{34696F55-6BFB-49A9-A469-6FEDBA108889}" srcOrd="0" destOrd="0" presId="urn:microsoft.com/office/officeart/2005/8/layout/vList2"/>
    <dgm:cxn modelId="{CFAB0AC8-74CE-4C23-982E-A407D916297D}" type="presOf" srcId="{1C19FB42-6607-4018-89CD-DF24047B9A91}" destId="{71BD4833-38DC-4C62-872A-AD11E2D31385}" srcOrd="0" destOrd="0" presId="urn:microsoft.com/office/officeart/2005/8/layout/vList2"/>
    <dgm:cxn modelId="{54CFEADC-CB35-4F11-92A5-5364BAD788BC}" srcId="{8699650B-A8F1-4711-A4AA-579A064A2484}" destId="{1C19FB42-6607-4018-89CD-DF24047B9A91}" srcOrd="1" destOrd="0" parTransId="{80C9E414-CA84-47B7-9D35-2BDF33E734A2}" sibTransId="{A9A0DE68-65A5-40B7-8DF0-AB1B08454183}"/>
    <dgm:cxn modelId="{E773DEF5-A948-420D-9B0A-3D5B338A01DA}" type="presOf" srcId="{6A423252-297F-421D-B7E2-65E19A5454F1}" destId="{68C6F071-3699-47C5-B3A3-5615BF0D4C29}" srcOrd="0" destOrd="0" presId="urn:microsoft.com/office/officeart/2005/8/layout/vList2"/>
    <dgm:cxn modelId="{B691180F-2478-4F37-A795-1D116EC54469}" type="presParOf" srcId="{D2B85511-C052-49F1-B0A5-3FAB576B5AD8}" destId="{495A8029-3116-479D-B06B-B6E50D5ED96F}" srcOrd="0" destOrd="0" presId="urn:microsoft.com/office/officeart/2005/8/layout/vList2"/>
    <dgm:cxn modelId="{B792C03D-7BFF-42AA-965F-23CC13D4211A}" type="presParOf" srcId="{D2B85511-C052-49F1-B0A5-3FAB576B5AD8}" destId="{31738843-8AD6-4899-A9E4-F3A27A24D8BA}" srcOrd="1" destOrd="0" presId="urn:microsoft.com/office/officeart/2005/8/layout/vList2"/>
    <dgm:cxn modelId="{6A9AF171-B74F-446B-8F91-4D04DF5BE869}" type="presParOf" srcId="{D2B85511-C052-49F1-B0A5-3FAB576B5AD8}" destId="{71BD4833-38DC-4C62-872A-AD11E2D31385}" srcOrd="2" destOrd="0" presId="urn:microsoft.com/office/officeart/2005/8/layout/vList2"/>
    <dgm:cxn modelId="{44D9496F-D959-4333-AC84-D8360453590F}" type="presParOf" srcId="{D2B85511-C052-49F1-B0A5-3FAB576B5AD8}" destId="{AA25F8FE-CF8B-47B4-B87A-0A7D1CF60E2D}" srcOrd="3" destOrd="0" presId="urn:microsoft.com/office/officeart/2005/8/layout/vList2"/>
    <dgm:cxn modelId="{A290FCB2-FA08-4CB7-B1B7-06619480BB7A}" type="presParOf" srcId="{D2B85511-C052-49F1-B0A5-3FAB576B5AD8}" destId="{34696F55-6BFB-49A9-A469-6FEDBA108889}" srcOrd="4" destOrd="0" presId="urn:microsoft.com/office/officeart/2005/8/layout/vList2"/>
    <dgm:cxn modelId="{8F9670D5-5B10-4DA3-A35B-FA9EEE266F4F}" type="presParOf" srcId="{D2B85511-C052-49F1-B0A5-3FAB576B5AD8}" destId="{F4915F20-A8E2-44B4-A9D4-BE1EF723521A}" srcOrd="5" destOrd="0" presId="urn:microsoft.com/office/officeart/2005/8/layout/vList2"/>
    <dgm:cxn modelId="{85ECC19C-A886-45BE-9ACB-4EC47F28EC4A}" type="presParOf" srcId="{D2B85511-C052-49F1-B0A5-3FAB576B5AD8}" destId="{68C6F071-3699-47C5-B3A3-5615BF0D4C2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6BAF2B6D-B6C9-4633-9B1E-B83EDB01C00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6AC24A6-DB51-447F-AB08-57D4F9951C74}">
      <dgm:prSet/>
      <dgm:spPr/>
      <dgm:t>
        <a:bodyPr/>
        <a:lstStyle/>
        <a:p>
          <a:r>
            <a:rPr lang="uk-UA" b="0" i="0"/>
            <a:t>об’єднання Олегом Південної та Північної Русі під владою Рюриковичів.</a:t>
          </a:r>
          <a:endParaRPr lang="uk-UA"/>
        </a:p>
      </dgm:t>
    </dgm:pt>
    <dgm:pt modelId="{079002B4-A2D7-44C5-B565-795CF3173C1A}" type="parTrans" cxnId="{702D942B-75E4-4C40-87E6-421917E14DD8}">
      <dgm:prSet/>
      <dgm:spPr/>
      <dgm:t>
        <a:bodyPr/>
        <a:lstStyle/>
        <a:p>
          <a:endParaRPr lang="uk-UA"/>
        </a:p>
      </dgm:t>
    </dgm:pt>
    <dgm:pt modelId="{1AB2DB33-B014-46DB-96AA-726DB719FDE2}" type="sibTrans" cxnId="{702D942B-75E4-4C40-87E6-421917E14DD8}">
      <dgm:prSet/>
      <dgm:spPr/>
      <dgm:t>
        <a:bodyPr/>
        <a:lstStyle/>
        <a:p>
          <a:endParaRPr lang="uk-UA"/>
        </a:p>
      </dgm:t>
    </dgm:pt>
    <dgm:pt modelId="{4F895DB2-C334-4C1B-B0DB-22FEEC158DDF}">
      <dgm:prSet/>
      <dgm:spPr/>
      <dgm:t>
        <a:bodyPr/>
        <a:lstStyle/>
        <a:p>
          <a:r>
            <a:rPr lang="uk-UA" b="0" i="0" dirty="0"/>
            <a:t>здійснення Святославом військового походу проти Хозарського каганату.</a:t>
          </a:r>
          <a:endParaRPr lang="uk-UA" dirty="0"/>
        </a:p>
      </dgm:t>
    </dgm:pt>
    <dgm:pt modelId="{2FF28A13-B125-45D0-B981-72B6E3D1DAEE}" type="parTrans" cxnId="{DA0D7F3B-64AE-40CF-B648-053A2A5FF11E}">
      <dgm:prSet/>
      <dgm:spPr/>
      <dgm:t>
        <a:bodyPr/>
        <a:lstStyle/>
        <a:p>
          <a:endParaRPr lang="uk-UA"/>
        </a:p>
      </dgm:t>
    </dgm:pt>
    <dgm:pt modelId="{E0893C0F-5B16-46C2-9B21-BB275C9E27A0}" type="sibTrans" cxnId="{DA0D7F3B-64AE-40CF-B648-053A2A5FF11E}">
      <dgm:prSet/>
      <dgm:spPr/>
      <dgm:t>
        <a:bodyPr/>
        <a:lstStyle/>
        <a:p>
          <a:endParaRPr lang="uk-UA"/>
        </a:p>
      </dgm:t>
    </dgm:pt>
    <dgm:pt modelId="{9D7E09C4-1C5B-4A8D-BA6F-A71FA9A071EC}">
      <dgm:prSet/>
      <dgm:spPr/>
      <dgm:t>
        <a:bodyPr/>
        <a:lstStyle/>
        <a:p>
          <a:r>
            <a:rPr lang="uk-UA" b="0" i="0" dirty="0"/>
            <a:t>запровадження Володимиром Великим християнства як державної релігії.</a:t>
          </a:r>
          <a:endParaRPr lang="uk-UA" dirty="0"/>
        </a:p>
      </dgm:t>
    </dgm:pt>
    <dgm:pt modelId="{F86326DE-FCDD-4872-ABA6-6BE07601EEBB}" type="parTrans" cxnId="{B2F7F625-B705-4F0A-87D1-6CA46E3E879D}">
      <dgm:prSet/>
      <dgm:spPr/>
      <dgm:t>
        <a:bodyPr/>
        <a:lstStyle/>
        <a:p>
          <a:endParaRPr lang="uk-UA"/>
        </a:p>
      </dgm:t>
    </dgm:pt>
    <dgm:pt modelId="{95D8B2B4-60CC-4CC3-B206-87646D3028BC}" type="sibTrans" cxnId="{B2F7F625-B705-4F0A-87D1-6CA46E3E879D}">
      <dgm:prSet/>
      <dgm:spPr/>
      <dgm:t>
        <a:bodyPr/>
        <a:lstStyle/>
        <a:p>
          <a:endParaRPr lang="uk-UA"/>
        </a:p>
      </dgm:t>
    </dgm:pt>
    <dgm:pt modelId="{97B762F7-F546-4D9E-B18B-0BA37FA7DBD2}">
      <dgm:prSet/>
      <dgm:spPr/>
      <dgm:t>
        <a:bodyPr/>
        <a:lstStyle/>
        <a:p>
          <a:r>
            <a:rPr lang="uk-UA" b="0" i="0" dirty="0"/>
            <a:t>укладення Ярославом Мудрим першого писаного збірника руських законів</a:t>
          </a:r>
          <a:endParaRPr lang="uk-UA" dirty="0"/>
        </a:p>
      </dgm:t>
    </dgm:pt>
    <dgm:pt modelId="{CCADC3B8-ABD0-47DF-BAB4-5A425264F6B4}" type="parTrans" cxnId="{E32E40EC-DA6F-4AFA-AF2B-54FFC129C3C4}">
      <dgm:prSet/>
      <dgm:spPr/>
      <dgm:t>
        <a:bodyPr/>
        <a:lstStyle/>
        <a:p>
          <a:endParaRPr lang="uk-UA"/>
        </a:p>
      </dgm:t>
    </dgm:pt>
    <dgm:pt modelId="{E12AC0DE-81CF-40A9-A305-4B4807B8CA07}" type="sibTrans" cxnId="{E32E40EC-DA6F-4AFA-AF2B-54FFC129C3C4}">
      <dgm:prSet/>
      <dgm:spPr/>
      <dgm:t>
        <a:bodyPr/>
        <a:lstStyle/>
        <a:p>
          <a:endParaRPr lang="uk-UA"/>
        </a:p>
      </dgm:t>
    </dgm:pt>
    <dgm:pt modelId="{C553C152-8F61-4A1A-907E-CFB3C9FCE75D}" type="pres">
      <dgm:prSet presAssocID="{6BAF2B6D-B6C9-4633-9B1E-B83EDB01C002}" presName="Name0" presStyleCnt="0">
        <dgm:presLayoutVars>
          <dgm:chMax val="7"/>
          <dgm:chPref val="7"/>
          <dgm:dir/>
        </dgm:presLayoutVars>
      </dgm:prSet>
      <dgm:spPr/>
    </dgm:pt>
    <dgm:pt modelId="{C8EC28AE-A23D-4392-8C0D-CD3211D1475C}" type="pres">
      <dgm:prSet presAssocID="{6BAF2B6D-B6C9-4633-9B1E-B83EDB01C002}" presName="Name1" presStyleCnt="0"/>
      <dgm:spPr/>
    </dgm:pt>
    <dgm:pt modelId="{4C73B9AF-8E56-4D60-B3E4-1B0D510F2B2A}" type="pres">
      <dgm:prSet presAssocID="{6BAF2B6D-B6C9-4633-9B1E-B83EDB01C002}" presName="cycle" presStyleCnt="0"/>
      <dgm:spPr/>
    </dgm:pt>
    <dgm:pt modelId="{41E66554-0CF8-45F6-845F-B705B3DA31AD}" type="pres">
      <dgm:prSet presAssocID="{6BAF2B6D-B6C9-4633-9B1E-B83EDB01C002}" presName="srcNode" presStyleLbl="node1" presStyleIdx="0" presStyleCnt="4"/>
      <dgm:spPr/>
    </dgm:pt>
    <dgm:pt modelId="{190C1FB0-7C26-443F-9513-0A654BDF8301}" type="pres">
      <dgm:prSet presAssocID="{6BAF2B6D-B6C9-4633-9B1E-B83EDB01C002}" presName="conn" presStyleLbl="parChTrans1D2" presStyleIdx="0" presStyleCnt="1"/>
      <dgm:spPr/>
    </dgm:pt>
    <dgm:pt modelId="{D10BFF24-5EA0-4764-8B1F-61317395EFA1}" type="pres">
      <dgm:prSet presAssocID="{6BAF2B6D-B6C9-4633-9B1E-B83EDB01C002}" presName="extraNode" presStyleLbl="node1" presStyleIdx="0" presStyleCnt="4"/>
      <dgm:spPr/>
    </dgm:pt>
    <dgm:pt modelId="{D7A69038-950E-46E0-8476-84A0A1FBE95F}" type="pres">
      <dgm:prSet presAssocID="{6BAF2B6D-B6C9-4633-9B1E-B83EDB01C002}" presName="dstNode" presStyleLbl="node1" presStyleIdx="0" presStyleCnt="4"/>
      <dgm:spPr/>
    </dgm:pt>
    <dgm:pt modelId="{1B22738C-33B6-4B3C-A798-476AEBC2803B}" type="pres">
      <dgm:prSet presAssocID="{F6AC24A6-DB51-447F-AB08-57D4F9951C74}" presName="text_1" presStyleLbl="node1" presStyleIdx="0" presStyleCnt="4">
        <dgm:presLayoutVars>
          <dgm:bulletEnabled val="1"/>
        </dgm:presLayoutVars>
      </dgm:prSet>
      <dgm:spPr/>
    </dgm:pt>
    <dgm:pt modelId="{821CDB3E-B3FF-4B83-951A-72D390D894BC}" type="pres">
      <dgm:prSet presAssocID="{F6AC24A6-DB51-447F-AB08-57D4F9951C74}" presName="accent_1" presStyleCnt="0"/>
      <dgm:spPr/>
    </dgm:pt>
    <dgm:pt modelId="{7AFD0F72-1D91-4BCB-87DF-D0E2FE2AAC84}" type="pres">
      <dgm:prSet presAssocID="{F6AC24A6-DB51-447F-AB08-57D4F9951C74}" presName="accentRepeatNode" presStyleLbl="solidFgAcc1" presStyleIdx="0" presStyleCnt="4"/>
      <dgm:spPr/>
    </dgm:pt>
    <dgm:pt modelId="{619C8D7F-0EA6-46D7-B1A5-6DAF95E9703E}" type="pres">
      <dgm:prSet presAssocID="{4F895DB2-C334-4C1B-B0DB-22FEEC158DDF}" presName="text_2" presStyleLbl="node1" presStyleIdx="1" presStyleCnt="4">
        <dgm:presLayoutVars>
          <dgm:bulletEnabled val="1"/>
        </dgm:presLayoutVars>
      </dgm:prSet>
      <dgm:spPr/>
    </dgm:pt>
    <dgm:pt modelId="{E46020FC-EB80-49C9-9D0A-D0F1D625A6B5}" type="pres">
      <dgm:prSet presAssocID="{4F895DB2-C334-4C1B-B0DB-22FEEC158DDF}" presName="accent_2" presStyleCnt="0"/>
      <dgm:spPr/>
    </dgm:pt>
    <dgm:pt modelId="{8010D8D9-B41D-440E-95FB-9C358B3454C4}" type="pres">
      <dgm:prSet presAssocID="{4F895DB2-C334-4C1B-B0DB-22FEEC158DDF}" presName="accentRepeatNode" presStyleLbl="solidFgAcc1" presStyleIdx="1" presStyleCnt="4"/>
      <dgm:spPr/>
    </dgm:pt>
    <dgm:pt modelId="{30E105DA-4D07-45FC-A278-15350DCF4D3A}" type="pres">
      <dgm:prSet presAssocID="{9D7E09C4-1C5B-4A8D-BA6F-A71FA9A071EC}" presName="text_3" presStyleLbl="node1" presStyleIdx="2" presStyleCnt="4">
        <dgm:presLayoutVars>
          <dgm:bulletEnabled val="1"/>
        </dgm:presLayoutVars>
      </dgm:prSet>
      <dgm:spPr/>
    </dgm:pt>
    <dgm:pt modelId="{513EE74D-3BBB-4A0A-95DD-A659D338E6BC}" type="pres">
      <dgm:prSet presAssocID="{9D7E09C4-1C5B-4A8D-BA6F-A71FA9A071EC}" presName="accent_3" presStyleCnt="0"/>
      <dgm:spPr/>
    </dgm:pt>
    <dgm:pt modelId="{EA0A4D05-C3F0-4320-8E46-0F2E14FDA26E}" type="pres">
      <dgm:prSet presAssocID="{9D7E09C4-1C5B-4A8D-BA6F-A71FA9A071EC}" presName="accentRepeatNode" presStyleLbl="solidFgAcc1" presStyleIdx="2" presStyleCnt="4"/>
      <dgm:spPr/>
    </dgm:pt>
    <dgm:pt modelId="{C3B0694E-6CFE-4595-8D84-19D0C0A9EB2B}" type="pres">
      <dgm:prSet presAssocID="{97B762F7-F546-4D9E-B18B-0BA37FA7DBD2}" presName="text_4" presStyleLbl="node1" presStyleIdx="3" presStyleCnt="4">
        <dgm:presLayoutVars>
          <dgm:bulletEnabled val="1"/>
        </dgm:presLayoutVars>
      </dgm:prSet>
      <dgm:spPr/>
    </dgm:pt>
    <dgm:pt modelId="{0A748505-7C14-43B5-8328-486AEB1B47BF}" type="pres">
      <dgm:prSet presAssocID="{97B762F7-F546-4D9E-B18B-0BA37FA7DBD2}" presName="accent_4" presStyleCnt="0"/>
      <dgm:spPr/>
    </dgm:pt>
    <dgm:pt modelId="{935FF3D6-21F0-4D07-8436-0CCA3312D7DF}" type="pres">
      <dgm:prSet presAssocID="{97B762F7-F546-4D9E-B18B-0BA37FA7DBD2}" presName="accentRepeatNode" presStyleLbl="solidFgAcc1" presStyleIdx="3" presStyleCnt="4"/>
      <dgm:spPr/>
    </dgm:pt>
  </dgm:ptLst>
  <dgm:cxnLst>
    <dgm:cxn modelId="{B2F7F625-B705-4F0A-87D1-6CA46E3E879D}" srcId="{6BAF2B6D-B6C9-4633-9B1E-B83EDB01C002}" destId="{9D7E09C4-1C5B-4A8D-BA6F-A71FA9A071EC}" srcOrd="2" destOrd="0" parTransId="{F86326DE-FCDD-4872-ABA6-6BE07601EEBB}" sibTransId="{95D8B2B4-60CC-4CC3-B206-87646D3028BC}"/>
    <dgm:cxn modelId="{702D942B-75E4-4C40-87E6-421917E14DD8}" srcId="{6BAF2B6D-B6C9-4633-9B1E-B83EDB01C002}" destId="{F6AC24A6-DB51-447F-AB08-57D4F9951C74}" srcOrd="0" destOrd="0" parTransId="{079002B4-A2D7-44C5-B565-795CF3173C1A}" sibTransId="{1AB2DB33-B014-46DB-96AA-726DB719FDE2}"/>
    <dgm:cxn modelId="{FC14F52F-3823-45F4-BA28-4CE6AF3C483A}" type="presOf" srcId="{97B762F7-F546-4D9E-B18B-0BA37FA7DBD2}" destId="{C3B0694E-6CFE-4595-8D84-19D0C0A9EB2B}" srcOrd="0" destOrd="0" presId="urn:microsoft.com/office/officeart/2008/layout/VerticalCurvedList"/>
    <dgm:cxn modelId="{DA0D7F3B-64AE-40CF-B648-053A2A5FF11E}" srcId="{6BAF2B6D-B6C9-4633-9B1E-B83EDB01C002}" destId="{4F895DB2-C334-4C1B-B0DB-22FEEC158DDF}" srcOrd="1" destOrd="0" parTransId="{2FF28A13-B125-45D0-B981-72B6E3D1DAEE}" sibTransId="{E0893C0F-5B16-46C2-9B21-BB275C9E27A0}"/>
    <dgm:cxn modelId="{88296A99-5A3C-47D2-8BD3-3642A0377462}" type="presOf" srcId="{F6AC24A6-DB51-447F-AB08-57D4F9951C74}" destId="{1B22738C-33B6-4B3C-A798-476AEBC2803B}" srcOrd="0" destOrd="0" presId="urn:microsoft.com/office/officeart/2008/layout/VerticalCurvedList"/>
    <dgm:cxn modelId="{2EE285A1-1158-4E89-9034-737C35711336}" type="presOf" srcId="{4F895DB2-C334-4C1B-B0DB-22FEEC158DDF}" destId="{619C8D7F-0EA6-46D7-B1A5-6DAF95E9703E}" srcOrd="0" destOrd="0" presId="urn:microsoft.com/office/officeart/2008/layout/VerticalCurvedList"/>
    <dgm:cxn modelId="{333F84DA-BB93-4EC1-88F3-3C6172B490AD}" type="presOf" srcId="{6BAF2B6D-B6C9-4633-9B1E-B83EDB01C002}" destId="{C553C152-8F61-4A1A-907E-CFB3C9FCE75D}" srcOrd="0" destOrd="0" presId="urn:microsoft.com/office/officeart/2008/layout/VerticalCurvedList"/>
    <dgm:cxn modelId="{E32E40EC-DA6F-4AFA-AF2B-54FFC129C3C4}" srcId="{6BAF2B6D-B6C9-4633-9B1E-B83EDB01C002}" destId="{97B762F7-F546-4D9E-B18B-0BA37FA7DBD2}" srcOrd="3" destOrd="0" parTransId="{CCADC3B8-ABD0-47DF-BAB4-5A425264F6B4}" sibTransId="{E12AC0DE-81CF-40A9-A305-4B4807B8CA07}"/>
    <dgm:cxn modelId="{3DA95FEE-5B35-4A97-9859-F3D6FD46DBF8}" type="presOf" srcId="{9D7E09C4-1C5B-4A8D-BA6F-A71FA9A071EC}" destId="{30E105DA-4D07-45FC-A278-15350DCF4D3A}" srcOrd="0" destOrd="0" presId="urn:microsoft.com/office/officeart/2008/layout/VerticalCurvedList"/>
    <dgm:cxn modelId="{A71129FE-DC9C-49B1-A3F6-AD6533D10D4A}" type="presOf" srcId="{1AB2DB33-B014-46DB-96AA-726DB719FDE2}" destId="{190C1FB0-7C26-443F-9513-0A654BDF8301}" srcOrd="0" destOrd="0" presId="urn:microsoft.com/office/officeart/2008/layout/VerticalCurvedList"/>
    <dgm:cxn modelId="{A0319C4F-868A-4739-8A03-B33B65A2B615}" type="presParOf" srcId="{C553C152-8F61-4A1A-907E-CFB3C9FCE75D}" destId="{C8EC28AE-A23D-4392-8C0D-CD3211D1475C}" srcOrd="0" destOrd="0" presId="urn:microsoft.com/office/officeart/2008/layout/VerticalCurvedList"/>
    <dgm:cxn modelId="{C77ACB0D-EB26-43CD-85E2-76913AE18C98}" type="presParOf" srcId="{C8EC28AE-A23D-4392-8C0D-CD3211D1475C}" destId="{4C73B9AF-8E56-4D60-B3E4-1B0D510F2B2A}" srcOrd="0" destOrd="0" presId="urn:microsoft.com/office/officeart/2008/layout/VerticalCurvedList"/>
    <dgm:cxn modelId="{7EA215C8-BDBD-4678-8BF6-A18471D3A141}" type="presParOf" srcId="{4C73B9AF-8E56-4D60-B3E4-1B0D510F2B2A}" destId="{41E66554-0CF8-45F6-845F-B705B3DA31AD}" srcOrd="0" destOrd="0" presId="urn:microsoft.com/office/officeart/2008/layout/VerticalCurvedList"/>
    <dgm:cxn modelId="{0DC8B876-69C7-4F2A-9558-D45DBF4A8CA7}" type="presParOf" srcId="{4C73B9AF-8E56-4D60-B3E4-1B0D510F2B2A}" destId="{190C1FB0-7C26-443F-9513-0A654BDF8301}" srcOrd="1" destOrd="0" presId="urn:microsoft.com/office/officeart/2008/layout/VerticalCurvedList"/>
    <dgm:cxn modelId="{D3331455-0BC0-475C-8C9D-2D2B30C26A06}" type="presParOf" srcId="{4C73B9AF-8E56-4D60-B3E4-1B0D510F2B2A}" destId="{D10BFF24-5EA0-4764-8B1F-61317395EFA1}" srcOrd="2" destOrd="0" presId="urn:microsoft.com/office/officeart/2008/layout/VerticalCurvedList"/>
    <dgm:cxn modelId="{E612ECD4-D15F-49D7-AC06-9B05F6D749CF}" type="presParOf" srcId="{4C73B9AF-8E56-4D60-B3E4-1B0D510F2B2A}" destId="{D7A69038-950E-46E0-8476-84A0A1FBE95F}" srcOrd="3" destOrd="0" presId="urn:microsoft.com/office/officeart/2008/layout/VerticalCurvedList"/>
    <dgm:cxn modelId="{65060282-4762-4785-AF7D-82599EBC031C}" type="presParOf" srcId="{C8EC28AE-A23D-4392-8C0D-CD3211D1475C}" destId="{1B22738C-33B6-4B3C-A798-476AEBC2803B}" srcOrd="1" destOrd="0" presId="urn:microsoft.com/office/officeart/2008/layout/VerticalCurvedList"/>
    <dgm:cxn modelId="{DAC7E385-A7C3-41B8-802B-5255EF3DB1BC}" type="presParOf" srcId="{C8EC28AE-A23D-4392-8C0D-CD3211D1475C}" destId="{821CDB3E-B3FF-4B83-951A-72D390D894BC}" srcOrd="2" destOrd="0" presId="urn:microsoft.com/office/officeart/2008/layout/VerticalCurvedList"/>
    <dgm:cxn modelId="{A78EAA64-311A-4C01-A7FE-1A36B7CDF80C}" type="presParOf" srcId="{821CDB3E-B3FF-4B83-951A-72D390D894BC}" destId="{7AFD0F72-1D91-4BCB-87DF-D0E2FE2AAC84}" srcOrd="0" destOrd="0" presId="urn:microsoft.com/office/officeart/2008/layout/VerticalCurvedList"/>
    <dgm:cxn modelId="{55B03695-A9EA-4443-BEE3-107FB89178F0}" type="presParOf" srcId="{C8EC28AE-A23D-4392-8C0D-CD3211D1475C}" destId="{619C8D7F-0EA6-46D7-B1A5-6DAF95E9703E}" srcOrd="3" destOrd="0" presId="urn:microsoft.com/office/officeart/2008/layout/VerticalCurvedList"/>
    <dgm:cxn modelId="{7A82B3BA-DD48-46F8-81B3-79E62798BBE6}" type="presParOf" srcId="{C8EC28AE-A23D-4392-8C0D-CD3211D1475C}" destId="{E46020FC-EB80-49C9-9D0A-D0F1D625A6B5}" srcOrd="4" destOrd="0" presId="urn:microsoft.com/office/officeart/2008/layout/VerticalCurvedList"/>
    <dgm:cxn modelId="{7C026C1E-7183-4A12-8F09-89B84FC232FC}" type="presParOf" srcId="{E46020FC-EB80-49C9-9D0A-D0F1D625A6B5}" destId="{8010D8D9-B41D-440E-95FB-9C358B3454C4}" srcOrd="0" destOrd="0" presId="urn:microsoft.com/office/officeart/2008/layout/VerticalCurvedList"/>
    <dgm:cxn modelId="{E85EF492-01FC-414A-98A5-094D6F55E22C}" type="presParOf" srcId="{C8EC28AE-A23D-4392-8C0D-CD3211D1475C}" destId="{30E105DA-4D07-45FC-A278-15350DCF4D3A}" srcOrd="5" destOrd="0" presId="urn:microsoft.com/office/officeart/2008/layout/VerticalCurvedList"/>
    <dgm:cxn modelId="{D22CAA39-D92F-4B47-901B-8F7064FD8919}" type="presParOf" srcId="{C8EC28AE-A23D-4392-8C0D-CD3211D1475C}" destId="{513EE74D-3BBB-4A0A-95DD-A659D338E6BC}" srcOrd="6" destOrd="0" presId="urn:microsoft.com/office/officeart/2008/layout/VerticalCurvedList"/>
    <dgm:cxn modelId="{2F796188-C890-4A23-B045-BA5BF80C75D3}" type="presParOf" srcId="{513EE74D-3BBB-4A0A-95DD-A659D338E6BC}" destId="{EA0A4D05-C3F0-4320-8E46-0F2E14FDA26E}" srcOrd="0" destOrd="0" presId="urn:microsoft.com/office/officeart/2008/layout/VerticalCurvedList"/>
    <dgm:cxn modelId="{B821CEB0-945B-4B74-9DBD-20ED3BE79149}" type="presParOf" srcId="{C8EC28AE-A23D-4392-8C0D-CD3211D1475C}" destId="{C3B0694E-6CFE-4595-8D84-19D0C0A9EB2B}" srcOrd="7" destOrd="0" presId="urn:microsoft.com/office/officeart/2008/layout/VerticalCurvedList"/>
    <dgm:cxn modelId="{4E276D33-2411-4527-B808-67E95D8FC4F1}" type="presParOf" srcId="{C8EC28AE-A23D-4392-8C0D-CD3211D1475C}" destId="{0A748505-7C14-43B5-8328-486AEB1B47BF}" srcOrd="8" destOrd="0" presId="urn:microsoft.com/office/officeart/2008/layout/VerticalCurvedList"/>
    <dgm:cxn modelId="{06D3614F-BFAB-4D8B-8F9F-8F7C6C5D3821}" type="presParOf" srcId="{0A748505-7C14-43B5-8328-486AEB1B47BF}" destId="{935FF3D6-21F0-4D07-8436-0CCA3312D7D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29105DB7-F201-4D98-A799-89F753EF8BBA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D02C816-3B89-4E50-8E86-9EDA396F6C85}">
      <dgm:prSet/>
      <dgm:spPr/>
      <dgm:t>
        <a:bodyPr/>
        <a:lstStyle/>
        <a:p>
          <a:r>
            <a:rPr lang="ru-RU" b="0" i="0"/>
            <a:t>Олег</a:t>
          </a:r>
          <a:endParaRPr lang="uk-UA"/>
        </a:p>
      </dgm:t>
    </dgm:pt>
    <dgm:pt modelId="{3D94D909-426F-4CB9-B36F-391A0E882AE4}" type="parTrans" cxnId="{1339AB62-0EA7-4C50-BA3B-DDD77888A92D}">
      <dgm:prSet/>
      <dgm:spPr/>
      <dgm:t>
        <a:bodyPr/>
        <a:lstStyle/>
        <a:p>
          <a:endParaRPr lang="uk-UA"/>
        </a:p>
      </dgm:t>
    </dgm:pt>
    <dgm:pt modelId="{B72154FE-4CEB-4487-B71F-19B842A1CA78}" type="sibTrans" cxnId="{1339AB62-0EA7-4C50-BA3B-DDD77888A92D}">
      <dgm:prSet/>
      <dgm:spPr/>
      <dgm:t>
        <a:bodyPr/>
        <a:lstStyle/>
        <a:p>
          <a:endParaRPr lang="uk-UA"/>
        </a:p>
      </dgm:t>
    </dgm:pt>
    <dgm:pt modelId="{C3E3919F-0492-44A8-9E06-65178FECEDB4}">
      <dgm:prSet/>
      <dgm:spPr/>
      <dgm:t>
        <a:bodyPr/>
        <a:lstStyle/>
        <a:p>
          <a:r>
            <a:rPr lang="ru-RU" b="0" i="0"/>
            <a:t>Святослав</a:t>
          </a:r>
          <a:endParaRPr lang="uk-UA"/>
        </a:p>
      </dgm:t>
    </dgm:pt>
    <dgm:pt modelId="{E1DCE074-F1F1-4404-956A-458344F54C88}" type="parTrans" cxnId="{D4C26399-6F6C-4EA0-ABEA-145C0CC0A1ED}">
      <dgm:prSet/>
      <dgm:spPr/>
      <dgm:t>
        <a:bodyPr/>
        <a:lstStyle/>
        <a:p>
          <a:endParaRPr lang="uk-UA"/>
        </a:p>
      </dgm:t>
    </dgm:pt>
    <dgm:pt modelId="{4C3F99A5-3366-4220-879F-A83B58E27105}" type="sibTrans" cxnId="{D4C26399-6F6C-4EA0-ABEA-145C0CC0A1ED}">
      <dgm:prSet/>
      <dgm:spPr/>
      <dgm:t>
        <a:bodyPr/>
        <a:lstStyle/>
        <a:p>
          <a:endParaRPr lang="uk-UA"/>
        </a:p>
      </dgm:t>
    </dgm:pt>
    <dgm:pt modelId="{6DD8AD37-B85A-4B73-B27F-8F41A21C2B92}">
      <dgm:prSet/>
      <dgm:spPr/>
      <dgm:t>
        <a:bodyPr/>
        <a:lstStyle/>
        <a:p>
          <a:r>
            <a:rPr lang="ru-RU" b="0" i="0" dirty="0" err="1"/>
            <a:t>Володимир</a:t>
          </a:r>
          <a:r>
            <a:rPr lang="ru-RU" b="0" i="0" dirty="0"/>
            <a:t> Великий</a:t>
          </a:r>
          <a:endParaRPr lang="uk-UA" dirty="0"/>
        </a:p>
      </dgm:t>
    </dgm:pt>
    <dgm:pt modelId="{5F9714E0-AA1C-4B0F-B644-D2FED3506281}" type="parTrans" cxnId="{103A15A9-03CD-4CC8-9F14-243BD2B63EDD}">
      <dgm:prSet/>
      <dgm:spPr/>
      <dgm:t>
        <a:bodyPr/>
        <a:lstStyle/>
        <a:p>
          <a:endParaRPr lang="uk-UA"/>
        </a:p>
      </dgm:t>
    </dgm:pt>
    <dgm:pt modelId="{FB1911D3-C872-4C44-913A-4AC3E3D493D8}" type="sibTrans" cxnId="{103A15A9-03CD-4CC8-9F14-243BD2B63EDD}">
      <dgm:prSet/>
      <dgm:spPr/>
      <dgm:t>
        <a:bodyPr/>
        <a:lstStyle/>
        <a:p>
          <a:endParaRPr lang="uk-UA"/>
        </a:p>
      </dgm:t>
    </dgm:pt>
    <dgm:pt modelId="{8136D6E7-0E94-467E-9E1D-37362AF23300}">
      <dgm:prSet/>
      <dgm:spPr/>
      <dgm:t>
        <a:bodyPr/>
        <a:lstStyle/>
        <a:p>
          <a:r>
            <a:rPr lang="ru-RU" b="0" i="0" dirty="0"/>
            <a:t>Ярослав </a:t>
          </a:r>
          <a:r>
            <a:rPr lang="ru-RU" b="0" i="0" dirty="0" err="1"/>
            <a:t>Мудрий</a:t>
          </a:r>
          <a:endParaRPr lang="uk-UA" dirty="0"/>
        </a:p>
      </dgm:t>
    </dgm:pt>
    <dgm:pt modelId="{07ECCBDB-8994-474C-8BCE-FA0823F186CB}" type="parTrans" cxnId="{C635CFD2-21DB-481A-A734-D941FDE8A75D}">
      <dgm:prSet/>
      <dgm:spPr/>
      <dgm:t>
        <a:bodyPr/>
        <a:lstStyle/>
        <a:p>
          <a:endParaRPr lang="uk-UA"/>
        </a:p>
      </dgm:t>
    </dgm:pt>
    <dgm:pt modelId="{CEEF8A2C-B2D4-4E17-9D2E-CA46551C228A}" type="sibTrans" cxnId="{C635CFD2-21DB-481A-A734-D941FDE8A75D}">
      <dgm:prSet/>
      <dgm:spPr/>
      <dgm:t>
        <a:bodyPr/>
        <a:lstStyle/>
        <a:p>
          <a:endParaRPr lang="uk-UA"/>
        </a:p>
      </dgm:t>
    </dgm:pt>
    <dgm:pt modelId="{8BA48C9B-9D8D-4D8B-965C-92838ABB92EB}" type="pres">
      <dgm:prSet presAssocID="{29105DB7-F201-4D98-A799-89F753EF8BBA}" presName="matrix" presStyleCnt="0">
        <dgm:presLayoutVars>
          <dgm:chMax val="1"/>
          <dgm:dir/>
          <dgm:resizeHandles val="exact"/>
        </dgm:presLayoutVars>
      </dgm:prSet>
      <dgm:spPr/>
    </dgm:pt>
    <dgm:pt modelId="{9390F39F-003B-409F-A937-4A55B743C7A3}" type="pres">
      <dgm:prSet presAssocID="{29105DB7-F201-4D98-A799-89F753EF8BBA}" presName="diamond" presStyleLbl="bgShp" presStyleIdx="0" presStyleCnt="1"/>
      <dgm:spPr/>
    </dgm:pt>
    <dgm:pt modelId="{4729ACE0-14A8-4875-8F44-4C8A6839BE65}" type="pres">
      <dgm:prSet presAssocID="{29105DB7-F201-4D98-A799-89F753EF8BB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EED004A-DC32-4F7A-946D-66C71707BB3F}" type="pres">
      <dgm:prSet presAssocID="{29105DB7-F201-4D98-A799-89F753EF8BB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CBC90BB-F492-4597-A315-23B487529FD1}" type="pres">
      <dgm:prSet presAssocID="{29105DB7-F201-4D98-A799-89F753EF8BB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5443D40-A05E-4FC5-8997-1CEFFEB58B34}" type="pres">
      <dgm:prSet presAssocID="{29105DB7-F201-4D98-A799-89F753EF8BB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D6DD13B-2652-468D-A46D-CA71561E21CF}" type="presOf" srcId="{29105DB7-F201-4D98-A799-89F753EF8BBA}" destId="{8BA48C9B-9D8D-4D8B-965C-92838ABB92EB}" srcOrd="0" destOrd="0" presId="urn:microsoft.com/office/officeart/2005/8/layout/matrix3"/>
    <dgm:cxn modelId="{1339AB62-0EA7-4C50-BA3B-DDD77888A92D}" srcId="{29105DB7-F201-4D98-A799-89F753EF8BBA}" destId="{8D02C816-3B89-4E50-8E86-9EDA396F6C85}" srcOrd="0" destOrd="0" parTransId="{3D94D909-426F-4CB9-B36F-391A0E882AE4}" sibTransId="{B72154FE-4CEB-4487-B71F-19B842A1CA78}"/>
    <dgm:cxn modelId="{716E6847-2227-4329-94ED-439DE1686CC3}" type="presOf" srcId="{C3E3919F-0492-44A8-9E06-65178FECEDB4}" destId="{CEED004A-DC32-4F7A-946D-66C71707BB3F}" srcOrd="0" destOrd="0" presId="urn:microsoft.com/office/officeart/2005/8/layout/matrix3"/>
    <dgm:cxn modelId="{8D0EDC75-69FE-40FC-AA08-16889E330A37}" type="presOf" srcId="{6DD8AD37-B85A-4B73-B27F-8F41A21C2B92}" destId="{CCBC90BB-F492-4597-A315-23B487529FD1}" srcOrd="0" destOrd="0" presId="urn:microsoft.com/office/officeart/2005/8/layout/matrix3"/>
    <dgm:cxn modelId="{D4C26399-6F6C-4EA0-ABEA-145C0CC0A1ED}" srcId="{29105DB7-F201-4D98-A799-89F753EF8BBA}" destId="{C3E3919F-0492-44A8-9E06-65178FECEDB4}" srcOrd="1" destOrd="0" parTransId="{E1DCE074-F1F1-4404-956A-458344F54C88}" sibTransId="{4C3F99A5-3366-4220-879F-A83B58E27105}"/>
    <dgm:cxn modelId="{103A15A9-03CD-4CC8-9F14-243BD2B63EDD}" srcId="{29105DB7-F201-4D98-A799-89F753EF8BBA}" destId="{6DD8AD37-B85A-4B73-B27F-8F41A21C2B92}" srcOrd="2" destOrd="0" parTransId="{5F9714E0-AA1C-4B0F-B644-D2FED3506281}" sibTransId="{FB1911D3-C872-4C44-913A-4AC3E3D493D8}"/>
    <dgm:cxn modelId="{11ADB6CF-4BC3-414B-8E4C-416A6A444C8C}" type="presOf" srcId="{8D02C816-3B89-4E50-8E86-9EDA396F6C85}" destId="{4729ACE0-14A8-4875-8F44-4C8A6839BE65}" srcOrd="0" destOrd="0" presId="urn:microsoft.com/office/officeart/2005/8/layout/matrix3"/>
    <dgm:cxn modelId="{C635CFD2-21DB-481A-A734-D941FDE8A75D}" srcId="{29105DB7-F201-4D98-A799-89F753EF8BBA}" destId="{8136D6E7-0E94-467E-9E1D-37362AF23300}" srcOrd="3" destOrd="0" parTransId="{07ECCBDB-8994-474C-8BCE-FA0823F186CB}" sibTransId="{CEEF8A2C-B2D4-4E17-9D2E-CA46551C228A}"/>
    <dgm:cxn modelId="{441FD8FA-498F-4DBC-8FC8-7BDF75648A29}" type="presOf" srcId="{8136D6E7-0E94-467E-9E1D-37362AF23300}" destId="{55443D40-A05E-4FC5-8997-1CEFFEB58B34}" srcOrd="0" destOrd="0" presId="urn:microsoft.com/office/officeart/2005/8/layout/matrix3"/>
    <dgm:cxn modelId="{25D688F0-BBA1-4F2B-B3A4-96D10F6CB3DC}" type="presParOf" srcId="{8BA48C9B-9D8D-4D8B-965C-92838ABB92EB}" destId="{9390F39F-003B-409F-A937-4A55B743C7A3}" srcOrd="0" destOrd="0" presId="urn:microsoft.com/office/officeart/2005/8/layout/matrix3"/>
    <dgm:cxn modelId="{F07ACF95-1CC1-4F1E-8B09-9E2276B461C5}" type="presParOf" srcId="{8BA48C9B-9D8D-4D8B-965C-92838ABB92EB}" destId="{4729ACE0-14A8-4875-8F44-4C8A6839BE65}" srcOrd="1" destOrd="0" presId="urn:microsoft.com/office/officeart/2005/8/layout/matrix3"/>
    <dgm:cxn modelId="{C7C30C06-BE63-42F2-86D2-9BFF87679E38}" type="presParOf" srcId="{8BA48C9B-9D8D-4D8B-965C-92838ABB92EB}" destId="{CEED004A-DC32-4F7A-946D-66C71707BB3F}" srcOrd="2" destOrd="0" presId="urn:microsoft.com/office/officeart/2005/8/layout/matrix3"/>
    <dgm:cxn modelId="{75D61F61-C2B5-42E1-83E4-5C6842223BC3}" type="presParOf" srcId="{8BA48C9B-9D8D-4D8B-965C-92838ABB92EB}" destId="{CCBC90BB-F492-4597-A315-23B487529FD1}" srcOrd="3" destOrd="0" presId="urn:microsoft.com/office/officeart/2005/8/layout/matrix3"/>
    <dgm:cxn modelId="{D833964C-74F1-43C0-AC71-34699DA7CDBD}" type="presParOf" srcId="{8BA48C9B-9D8D-4D8B-965C-92838ABB92EB}" destId="{55443D40-A05E-4FC5-8997-1CEFFEB58B3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0CB7FC41-76AF-4C54-B2F0-2AE113CD05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D6602D3-4014-4F8D-B0DA-C7CF3CCD6914}">
      <dgm:prSet/>
      <dgm:spPr/>
      <dgm:t>
        <a:bodyPr/>
        <a:lstStyle/>
        <a:p>
          <a:r>
            <a:rPr lang="uk-UA" b="0" i="0" dirty="0"/>
            <a:t>розгромив Хозарський каганат</a:t>
          </a:r>
          <a:endParaRPr lang="uk-UA" dirty="0"/>
        </a:p>
      </dgm:t>
    </dgm:pt>
    <dgm:pt modelId="{840FFCA7-DC64-4738-934E-6A8D4C5BACB9}" type="parTrans" cxnId="{FFC7CC8A-CD83-49C7-BF32-2EDC7E51B5B4}">
      <dgm:prSet/>
      <dgm:spPr/>
      <dgm:t>
        <a:bodyPr/>
        <a:lstStyle/>
        <a:p>
          <a:endParaRPr lang="uk-UA"/>
        </a:p>
      </dgm:t>
    </dgm:pt>
    <dgm:pt modelId="{F91C9D3B-190E-476C-B835-475C37FF5BD0}" type="sibTrans" cxnId="{FFC7CC8A-CD83-49C7-BF32-2EDC7E51B5B4}">
      <dgm:prSet/>
      <dgm:spPr/>
      <dgm:t>
        <a:bodyPr/>
        <a:lstStyle/>
        <a:p>
          <a:endParaRPr lang="uk-UA"/>
        </a:p>
      </dgm:t>
    </dgm:pt>
    <dgm:pt modelId="{6BADF680-C752-4759-9D1F-C75940C21133}">
      <dgm:prSet/>
      <dgm:spPr/>
      <dgm:t>
        <a:bodyPr/>
        <a:lstStyle/>
        <a:p>
          <a:r>
            <a:rPr lang="uk-UA" b="0" i="0"/>
            <a:t>запровадив перший постійний податок – десятину</a:t>
          </a:r>
          <a:endParaRPr lang="uk-UA"/>
        </a:p>
      </dgm:t>
    </dgm:pt>
    <dgm:pt modelId="{D3BFA440-7089-460A-8650-85ED627C44AF}" type="parTrans" cxnId="{E492CF77-08A8-466C-9617-4350A8756820}">
      <dgm:prSet/>
      <dgm:spPr/>
      <dgm:t>
        <a:bodyPr/>
        <a:lstStyle/>
        <a:p>
          <a:endParaRPr lang="uk-UA"/>
        </a:p>
      </dgm:t>
    </dgm:pt>
    <dgm:pt modelId="{382A24A9-A705-4343-9C45-E0B779500ABF}" type="sibTrans" cxnId="{E492CF77-08A8-466C-9617-4350A8756820}">
      <dgm:prSet/>
      <dgm:spPr/>
      <dgm:t>
        <a:bodyPr/>
        <a:lstStyle/>
        <a:p>
          <a:endParaRPr lang="uk-UA"/>
        </a:p>
      </dgm:t>
    </dgm:pt>
    <dgm:pt modelId="{1DFDE9B3-3130-423B-A13B-A086081E1C7B}">
      <dgm:prSet/>
      <dgm:spPr/>
      <dgm:t>
        <a:bodyPr/>
        <a:lstStyle/>
        <a:p>
          <a:r>
            <a:rPr lang="uk-UA" b="0" i="0" dirty="0"/>
            <a:t>об’єднав північні та південні руські землі</a:t>
          </a:r>
          <a:endParaRPr lang="uk-UA" dirty="0"/>
        </a:p>
      </dgm:t>
    </dgm:pt>
    <dgm:pt modelId="{37F13849-6932-46D7-9642-90F56A5AB198}" type="parTrans" cxnId="{317DD85C-C6BB-4797-8C9E-E8F95FE86286}">
      <dgm:prSet/>
      <dgm:spPr/>
      <dgm:t>
        <a:bodyPr/>
        <a:lstStyle/>
        <a:p>
          <a:endParaRPr lang="uk-UA"/>
        </a:p>
      </dgm:t>
    </dgm:pt>
    <dgm:pt modelId="{6695DB96-20CB-4D7A-A220-58FCE383EACF}" type="sibTrans" cxnId="{317DD85C-C6BB-4797-8C9E-E8F95FE86286}">
      <dgm:prSet/>
      <dgm:spPr/>
      <dgm:t>
        <a:bodyPr/>
        <a:lstStyle/>
        <a:p>
          <a:endParaRPr lang="uk-UA"/>
        </a:p>
      </dgm:t>
    </dgm:pt>
    <dgm:pt modelId="{96F4DFEB-6BF8-4495-8FD6-17C325E12511}">
      <dgm:prSet/>
      <dgm:spPr/>
      <dgm:t>
        <a:bodyPr/>
        <a:lstStyle/>
        <a:p>
          <a:r>
            <a:rPr lang="uk-UA" b="0" i="0"/>
            <a:t>організував проведення Любецького з’їзду князів</a:t>
          </a:r>
          <a:endParaRPr lang="uk-UA"/>
        </a:p>
      </dgm:t>
    </dgm:pt>
    <dgm:pt modelId="{6B47E64A-28A8-4BCD-B272-73FCAF1CAA40}" type="parTrans" cxnId="{3C30312E-78F1-4E3B-AC3C-5CFD82087318}">
      <dgm:prSet/>
      <dgm:spPr/>
      <dgm:t>
        <a:bodyPr/>
        <a:lstStyle/>
        <a:p>
          <a:endParaRPr lang="uk-UA"/>
        </a:p>
      </dgm:t>
    </dgm:pt>
    <dgm:pt modelId="{F8863176-33B4-4519-8B50-02D769816DD2}" type="sibTrans" cxnId="{3C30312E-78F1-4E3B-AC3C-5CFD82087318}">
      <dgm:prSet/>
      <dgm:spPr/>
      <dgm:t>
        <a:bodyPr/>
        <a:lstStyle/>
        <a:p>
          <a:endParaRPr lang="uk-UA"/>
        </a:p>
      </dgm:t>
    </dgm:pt>
    <dgm:pt modelId="{87DB9A40-EE30-4605-A049-0A9842ECF768}">
      <dgm:prSet/>
      <dgm:spPr/>
      <dgm:t>
        <a:bodyPr/>
        <a:lstStyle/>
        <a:p>
          <a:r>
            <a:rPr lang="uk-UA" b="0" i="0" dirty="0"/>
            <a:t>уклав перший кодифікований звід руських законів</a:t>
          </a:r>
          <a:endParaRPr lang="uk-UA" dirty="0"/>
        </a:p>
      </dgm:t>
    </dgm:pt>
    <dgm:pt modelId="{85D39027-7200-427A-8354-ED4D21E8707D}" type="parTrans" cxnId="{9B753422-1822-4687-8F5A-2E2F1D1A67E6}">
      <dgm:prSet/>
      <dgm:spPr/>
      <dgm:t>
        <a:bodyPr/>
        <a:lstStyle/>
        <a:p>
          <a:endParaRPr lang="uk-UA"/>
        </a:p>
      </dgm:t>
    </dgm:pt>
    <dgm:pt modelId="{78C60C86-1429-4198-AE82-B30A1D27A071}" type="sibTrans" cxnId="{9B753422-1822-4687-8F5A-2E2F1D1A67E6}">
      <dgm:prSet/>
      <dgm:spPr/>
      <dgm:t>
        <a:bodyPr/>
        <a:lstStyle/>
        <a:p>
          <a:endParaRPr lang="uk-UA"/>
        </a:p>
      </dgm:t>
    </dgm:pt>
    <dgm:pt modelId="{79391ACF-71CF-415B-AAF3-27813F8A0C26}" type="pres">
      <dgm:prSet presAssocID="{0CB7FC41-76AF-4C54-B2F0-2AE113CD057A}" presName="linear" presStyleCnt="0">
        <dgm:presLayoutVars>
          <dgm:animLvl val="lvl"/>
          <dgm:resizeHandles val="exact"/>
        </dgm:presLayoutVars>
      </dgm:prSet>
      <dgm:spPr/>
    </dgm:pt>
    <dgm:pt modelId="{60548023-4D57-4CF3-8548-B31B1CF018A3}" type="pres">
      <dgm:prSet presAssocID="{CD6602D3-4014-4F8D-B0DA-C7CF3CCD691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C62C46F-6E70-4CF1-B2FD-B17D05CACAC8}" type="pres">
      <dgm:prSet presAssocID="{F91C9D3B-190E-476C-B835-475C37FF5BD0}" presName="spacer" presStyleCnt="0"/>
      <dgm:spPr/>
    </dgm:pt>
    <dgm:pt modelId="{31D6E5C8-3859-4B57-ADD1-10D127341B94}" type="pres">
      <dgm:prSet presAssocID="{6BADF680-C752-4759-9D1F-C75940C2113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8E3B7E1-F26A-4A09-BB32-44C229392A77}" type="pres">
      <dgm:prSet presAssocID="{382A24A9-A705-4343-9C45-E0B779500ABF}" presName="spacer" presStyleCnt="0"/>
      <dgm:spPr/>
    </dgm:pt>
    <dgm:pt modelId="{CBDEA983-7893-49E9-B2AA-EB6E830F9AA8}" type="pres">
      <dgm:prSet presAssocID="{1DFDE9B3-3130-423B-A13B-A086081E1C7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26E1D86-3C6F-459E-BAB5-1C838A56ACB5}" type="pres">
      <dgm:prSet presAssocID="{6695DB96-20CB-4D7A-A220-58FCE383EACF}" presName="spacer" presStyleCnt="0"/>
      <dgm:spPr/>
    </dgm:pt>
    <dgm:pt modelId="{CEF28523-50BF-4398-BDF1-EEFD03D207EF}" type="pres">
      <dgm:prSet presAssocID="{96F4DFEB-6BF8-4495-8FD6-17C325E1251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ABC6D4B-3992-46BF-AABF-EAD38BC67B5F}" type="pres">
      <dgm:prSet presAssocID="{F8863176-33B4-4519-8B50-02D769816DD2}" presName="spacer" presStyleCnt="0"/>
      <dgm:spPr/>
    </dgm:pt>
    <dgm:pt modelId="{53CC7A6C-61C6-478C-A5CE-694E87DB1A54}" type="pres">
      <dgm:prSet presAssocID="{87DB9A40-EE30-4605-A049-0A9842ECF76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A8A3F09-4219-432D-90BA-729F1E6AAFFD}" type="presOf" srcId="{0CB7FC41-76AF-4C54-B2F0-2AE113CD057A}" destId="{79391ACF-71CF-415B-AAF3-27813F8A0C26}" srcOrd="0" destOrd="0" presId="urn:microsoft.com/office/officeart/2005/8/layout/vList2"/>
    <dgm:cxn modelId="{9B753422-1822-4687-8F5A-2E2F1D1A67E6}" srcId="{0CB7FC41-76AF-4C54-B2F0-2AE113CD057A}" destId="{87DB9A40-EE30-4605-A049-0A9842ECF768}" srcOrd="4" destOrd="0" parTransId="{85D39027-7200-427A-8354-ED4D21E8707D}" sibTransId="{78C60C86-1429-4198-AE82-B30A1D27A071}"/>
    <dgm:cxn modelId="{3C30312E-78F1-4E3B-AC3C-5CFD82087318}" srcId="{0CB7FC41-76AF-4C54-B2F0-2AE113CD057A}" destId="{96F4DFEB-6BF8-4495-8FD6-17C325E12511}" srcOrd="3" destOrd="0" parTransId="{6B47E64A-28A8-4BCD-B272-73FCAF1CAA40}" sibTransId="{F8863176-33B4-4519-8B50-02D769816DD2}"/>
    <dgm:cxn modelId="{317DD85C-C6BB-4797-8C9E-E8F95FE86286}" srcId="{0CB7FC41-76AF-4C54-B2F0-2AE113CD057A}" destId="{1DFDE9B3-3130-423B-A13B-A086081E1C7B}" srcOrd="2" destOrd="0" parTransId="{37F13849-6932-46D7-9642-90F56A5AB198}" sibTransId="{6695DB96-20CB-4D7A-A220-58FCE383EACF}"/>
    <dgm:cxn modelId="{E492CF77-08A8-466C-9617-4350A8756820}" srcId="{0CB7FC41-76AF-4C54-B2F0-2AE113CD057A}" destId="{6BADF680-C752-4759-9D1F-C75940C21133}" srcOrd="1" destOrd="0" parTransId="{D3BFA440-7089-460A-8650-85ED627C44AF}" sibTransId="{382A24A9-A705-4343-9C45-E0B779500ABF}"/>
    <dgm:cxn modelId="{FFC7CC8A-CD83-49C7-BF32-2EDC7E51B5B4}" srcId="{0CB7FC41-76AF-4C54-B2F0-2AE113CD057A}" destId="{CD6602D3-4014-4F8D-B0DA-C7CF3CCD6914}" srcOrd="0" destOrd="0" parTransId="{840FFCA7-DC64-4738-934E-6A8D4C5BACB9}" sibTransId="{F91C9D3B-190E-476C-B835-475C37FF5BD0}"/>
    <dgm:cxn modelId="{7982C78C-DF37-4603-A403-15EF22ED4622}" type="presOf" srcId="{CD6602D3-4014-4F8D-B0DA-C7CF3CCD6914}" destId="{60548023-4D57-4CF3-8548-B31B1CF018A3}" srcOrd="0" destOrd="0" presId="urn:microsoft.com/office/officeart/2005/8/layout/vList2"/>
    <dgm:cxn modelId="{60B1298D-CDA0-4C89-8A8B-66C4443B6C41}" type="presOf" srcId="{1DFDE9B3-3130-423B-A13B-A086081E1C7B}" destId="{CBDEA983-7893-49E9-B2AA-EB6E830F9AA8}" srcOrd="0" destOrd="0" presId="urn:microsoft.com/office/officeart/2005/8/layout/vList2"/>
    <dgm:cxn modelId="{2CB66BB6-AF99-458F-ACD8-A3FC45C82130}" type="presOf" srcId="{96F4DFEB-6BF8-4495-8FD6-17C325E12511}" destId="{CEF28523-50BF-4398-BDF1-EEFD03D207EF}" srcOrd="0" destOrd="0" presId="urn:microsoft.com/office/officeart/2005/8/layout/vList2"/>
    <dgm:cxn modelId="{A887F9E2-2E59-45FC-955D-E6881B4A44BA}" type="presOf" srcId="{87DB9A40-EE30-4605-A049-0A9842ECF768}" destId="{53CC7A6C-61C6-478C-A5CE-694E87DB1A54}" srcOrd="0" destOrd="0" presId="urn:microsoft.com/office/officeart/2005/8/layout/vList2"/>
    <dgm:cxn modelId="{76D970FB-3574-45BB-BE0A-21C0141453E0}" type="presOf" srcId="{6BADF680-C752-4759-9D1F-C75940C21133}" destId="{31D6E5C8-3859-4B57-ADD1-10D127341B94}" srcOrd="0" destOrd="0" presId="urn:microsoft.com/office/officeart/2005/8/layout/vList2"/>
    <dgm:cxn modelId="{46A0644D-0917-4A8C-8DAC-66B90AA8302E}" type="presParOf" srcId="{79391ACF-71CF-415B-AAF3-27813F8A0C26}" destId="{60548023-4D57-4CF3-8548-B31B1CF018A3}" srcOrd="0" destOrd="0" presId="urn:microsoft.com/office/officeart/2005/8/layout/vList2"/>
    <dgm:cxn modelId="{6D2BA783-46BE-4C5E-BBED-7DB2505BE7A3}" type="presParOf" srcId="{79391ACF-71CF-415B-AAF3-27813F8A0C26}" destId="{CC62C46F-6E70-4CF1-B2FD-B17D05CACAC8}" srcOrd="1" destOrd="0" presId="urn:microsoft.com/office/officeart/2005/8/layout/vList2"/>
    <dgm:cxn modelId="{8DCE4537-71C5-44B0-8669-10A1F01BD8D7}" type="presParOf" srcId="{79391ACF-71CF-415B-AAF3-27813F8A0C26}" destId="{31D6E5C8-3859-4B57-ADD1-10D127341B94}" srcOrd="2" destOrd="0" presId="urn:microsoft.com/office/officeart/2005/8/layout/vList2"/>
    <dgm:cxn modelId="{C1379681-2FD0-4F58-82F4-884FCCE9D95D}" type="presParOf" srcId="{79391ACF-71CF-415B-AAF3-27813F8A0C26}" destId="{38E3B7E1-F26A-4A09-BB32-44C229392A77}" srcOrd="3" destOrd="0" presId="urn:microsoft.com/office/officeart/2005/8/layout/vList2"/>
    <dgm:cxn modelId="{F9BB0E0B-FFA9-4AB5-B212-1F5B330B4DFA}" type="presParOf" srcId="{79391ACF-71CF-415B-AAF3-27813F8A0C26}" destId="{CBDEA983-7893-49E9-B2AA-EB6E830F9AA8}" srcOrd="4" destOrd="0" presId="urn:microsoft.com/office/officeart/2005/8/layout/vList2"/>
    <dgm:cxn modelId="{A679CDB6-B067-4CE1-A6AE-DEC5AEE0B253}" type="presParOf" srcId="{79391ACF-71CF-415B-AAF3-27813F8A0C26}" destId="{926E1D86-3C6F-459E-BAB5-1C838A56ACB5}" srcOrd="5" destOrd="0" presId="urn:microsoft.com/office/officeart/2005/8/layout/vList2"/>
    <dgm:cxn modelId="{69B8EE3F-002C-4F9B-B915-FEBA4A1C12A3}" type="presParOf" srcId="{79391ACF-71CF-415B-AAF3-27813F8A0C26}" destId="{CEF28523-50BF-4398-BDF1-EEFD03D207EF}" srcOrd="6" destOrd="0" presId="urn:microsoft.com/office/officeart/2005/8/layout/vList2"/>
    <dgm:cxn modelId="{36917867-B06D-4290-9CC2-477FCFFC019A}" type="presParOf" srcId="{79391ACF-71CF-415B-AAF3-27813F8A0C26}" destId="{5ABC6D4B-3992-46BF-AABF-EAD38BC67B5F}" srcOrd="7" destOrd="0" presId="urn:microsoft.com/office/officeart/2005/8/layout/vList2"/>
    <dgm:cxn modelId="{2B456EB9-257C-4EC8-8689-74C71B0424C4}" type="presParOf" srcId="{79391ACF-71CF-415B-AAF3-27813F8A0C26}" destId="{53CC7A6C-61C6-478C-A5CE-694E87DB1A5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568DCD4C-63C2-42ED-B016-E729EAB45AC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D719563-6E78-4671-BE12-BCE0392E082E}">
      <dgm:prSet/>
      <dgm:spPr/>
      <dgm:t>
        <a:bodyPr/>
        <a:lstStyle/>
        <a:p>
          <a:r>
            <a:rPr lang="ru-RU" b="0" i="0" dirty="0" err="1"/>
            <a:t>Володимир</a:t>
          </a:r>
          <a:r>
            <a:rPr lang="ru-RU" b="0" i="0" dirty="0"/>
            <a:t> Великий</a:t>
          </a:r>
          <a:endParaRPr lang="uk-UA" dirty="0"/>
        </a:p>
      </dgm:t>
    </dgm:pt>
    <dgm:pt modelId="{C602A97C-F2D2-4BA4-B159-7FECF121CA2F}" type="parTrans" cxnId="{BFFF7E32-47C0-4C51-BB32-479C345CA9B3}">
      <dgm:prSet/>
      <dgm:spPr/>
      <dgm:t>
        <a:bodyPr/>
        <a:lstStyle/>
        <a:p>
          <a:endParaRPr lang="uk-UA"/>
        </a:p>
      </dgm:t>
    </dgm:pt>
    <dgm:pt modelId="{29C68EC0-4F69-4A1C-BE0D-A4988E026878}" type="sibTrans" cxnId="{BFFF7E32-47C0-4C51-BB32-479C345CA9B3}">
      <dgm:prSet/>
      <dgm:spPr/>
      <dgm:t>
        <a:bodyPr/>
        <a:lstStyle/>
        <a:p>
          <a:endParaRPr lang="uk-UA"/>
        </a:p>
      </dgm:t>
    </dgm:pt>
    <dgm:pt modelId="{B63869AD-2BB9-444F-9089-C6200D91BA96}">
      <dgm:prSet/>
      <dgm:spPr/>
      <dgm:t>
        <a:bodyPr/>
        <a:lstStyle/>
        <a:p>
          <a:r>
            <a:rPr lang="ru-RU" b="0" i="0"/>
            <a:t>Ярослав Мудрий</a:t>
          </a:r>
          <a:endParaRPr lang="uk-UA"/>
        </a:p>
      </dgm:t>
    </dgm:pt>
    <dgm:pt modelId="{FD700FA9-4138-43CC-9F3D-8B938E102C50}" type="parTrans" cxnId="{B495C13C-29AD-411A-B04A-C0DED71C2CE0}">
      <dgm:prSet/>
      <dgm:spPr/>
      <dgm:t>
        <a:bodyPr/>
        <a:lstStyle/>
        <a:p>
          <a:endParaRPr lang="uk-UA"/>
        </a:p>
      </dgm:t>
    </dgm:pt>
    <dgm:pt modelId="{E041E096-889C-4571-A673-E10E70D4156D}" type="sibTrans" cxnId="{B495C13C-29AD-411A-B04A-C0DED71C2CE0}">
      <dgm:prSet/>
      <dgm:spPr/>
      <dgm:t>
        <a:bodyPr/>
        <a:lstStyle/>
        <a:p>
          <a:endParaRPr lang="uk-UA"/>
        </a:p>
      </dgm:t>
    </dgm:pt>
    <dgm:pt modelId="{00AA4118-80AF-4483-B5F0-CE315598A145}">
      <dgm:prSet/>
      <dgm:spPr/>
      <dgm:t>
        <a:bodyPr/>
        <a:lstStyle/>
        <a:p>
          <a:r>
            <a:rPr lang="ru-RU" b="0" i="0" dirty="0" err="1"/>
            <a:t>Володимир</a:t>
          </a:r>
          <a:r>
            <a:rPr lang="ru-RU" b="0" i="0" dirty="0"/>
            <a:t> Мономах</a:t>
          </a:r>
          <a:endParaRPr lang="uk-UA" dirty="0"/>
        </a:p>
      </dgm:t>
    </dgm:pt>
    <dgm:pt modelId="{A5818809-71A2-4348-9DA6-5F13D0946CA7}" type="parTrans" cxnId="{0BAFFF25-2FED-4411-950C-1BFF1A14EA8A}">
      <dgm:prSet/>
      <dgm:spPr/>
      <dgm:t>
        <a:bodyPr/>
        <a:lstStyle/>
        <a:p>
          <a:endParaRPr lang="uk-UA"/>
        </a:p>
      </dgm:t>
    </dgm:pt>
    <dgm:pt modelId="{B63178DC-8B6D-4D0F-9EA6-A51CB0E2206D}" type="sibTrans" cxnId="{0BAFFF25-2FED-4411-950C-1BFF1A14EA8A}">
      <dgm:prSet/>
      <dgm:spPr/>
      <dgm:t>
        <a:bodyPr/>
        <a:lstStyle/>
        <a:p>
          <a:endParaRPr lang="uk-UA"/>
        </a:p>
      </dgm:t>
    </dgm:pt>
    <dgm:pt modelId="{DDC85C5F-95D1-460A-AD5C-9C54816EB46E}">
      <dgm:prSet/>
      <dgm:spPr/>
      <dgm:t>
        <a:bodyPr/>
        <a:lstStyle/>
        <a:p>
          <a:r>
            <a:rPr lang="ru-RU" b="0" i="0" dirty="0"/>
            <a:t>Мстислав Великий</a:t>
          </a:r>
          <a:endParaRPr lang="uk-UA" dirty="0"/>
        </a:p>
      </dgm:t>
    </dgm:pt>
    <dgm:pt modelId="{25BFB0AB-80AC-4520-8BC1-08000CB5E193}" type="parTrans" cxnId="{CF9958D4-BD3B-4D02-8BED-C0BE439ED8C9}">
      <dgm:prSet/>
      <dgm:spPr/>
      <dgm:t>
        <a:bodyPr/>
        <a:lstStyle/>
        <a:p>
          <a:endParaRPr lang="uk-UA"/>
        </a:p>
      </dgm:t>
    </dgm:pt>
    <dgm:pt modelId="{ECDF78F9-4371-44D6-8448-ED0B4111C73D}" type="sibTrans" cxnId="{CF9958D4-BD3B-4D02-8BED-C0BE439ED8C9}">
      <dgm:prSet/>
      <dgm:spPr/>
      <dgm:t>
        <a:bodyPr/>
        <a:lstStyle/>
        <a:p>
          <a:endParaRPr lang="uk-UA"/>
        </a:p>
      </dgm:t>
    </dgm:pt>
    <dgm:pt modelId="{EE0BD1D0-4A06-48AF-8420-2A079D3A58E4}" type="pres">
      <dgm:prSet presAssocID="{568DCD4C-63C2-42ED-B016-E729EAB45AC7}" presName="matrix" presStyleCnt="0">
        <dgm:presLayoutVars>
          <dgm:chMax val="1"/>
          <dgm:dir/>
          <dgm:resizeHandles val="exact"/>
        </dgm:presLayoutVars>
      </dgm:prSet>
      <dgm:spPr/>
    </dgm:pt>
    <dgm:pt modelId="{8EA11E9A-E86C-4768-B29F-0EB3A706CFFB}" type="pres">
      <dgm:prSet presAssocID="{568DCD4C-63C2-42ED-B016-E729EAB45AC7}" presName="diamond" presStyleLbl="bgShp" presStyleIdx="0" presStyleCnt="1"/>
      <dgm:spPr/>
    </dgm:pt>
    <dgm:pt modelId="{737639E8-4FF8-44E4-9880-923781E506C3}" type="pres">
      <dgm:prSet presAssocID="{568DCD4C-63C2-42ED-B016-E729EAB45AC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0A2D17D-C0DC-4614-A896-9624FC3B666A}" type="pres">
      <dgm:prSet presAssocID="{568DCD4C-63C2-42ED-B016-E729EAB45AC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FC7D233-6AC0-40D9-92B7-1B8D0B249D9A}" type="pres">
      <dgm:prSet presAssocID="{568DCD4C-63C2-42ED-B016-E729EAB45AC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DEF1165-A28A-4C3F-890B-2EE608FD0910}" type="pres">
      <dgm:prSet presAssocID="{568DCD4C-63C2-42ED-B016-E729EAB45AC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BAFFF25-2FED-4411-950C-1BFF1A14EA8A}" srcId="{568DCD4C-63C2-42ED-B016-E729EAB45AC7}" destId="{00AA4118-80AF-4483-B5F0-CE315598A145}" srcOrd="2" destOrd="0" parTransId="{A5818809-71A2-4348-9DA6-5F13D0946CA7}" sibTransId="{B63178DC-8B6D-4D0F-9EA6-A51CB0E2206D}"/>
    <dgm:cxn modelId="{BFFF7E32-47C0-4C51-BB32-479C345CA9B3}" srcId="{568DCD4C-63C2-42ED-B016-E729EAB45AC7}" destId="{AD719563-6E78-4671-BE12-BCE0392E082E}" srcOrd="0" destOrd="0" parTransId="{C602A97C-F2D2-4BA4-B159-7FECF121CA2F}" sibTransId="{29C68EC0-4F69-4A1C-BE0D-A4988E026878}"/>
    <dgm:cxn modelId="{B495C13C-29AD-411A-B04A-C0DED71C2CE0}" srcId="{568DCD4C-63C2-42ED-B016-E729EAB45AC7}" destId="{B63869AD-2BB9-444F-9089-C6200D91BA96}" srcOrd="1" destOrd="0" parTransId="{FD700FA9-4138-43CC-9F3D-8B938E102C50}" sibTransId="{E041E096-889C-4571-A673-E10E70D4156D}"/>
    <dgm:cxn modelId="{8E680C4B-9FF7-47F3-96AE-A8EDA199752C}" type="presOf" srcId="{568DCD4C-63C2-42ED-B016-E729EAB45AC7}" destId="{EE0BD1D0-4A06-48AF-8420-2A079D3A58E4}" srcOrd="0" destOrd="0" presId="urn:microsoft.com/office/officeart/2005/8/layout/matrix3"/>
    <dgm:cxn modelId="{FB83F77B-6DEE-4A5B-8871-ADB363DF0A7C}" type="presOf" srcId="{B63869AD-2BB9-444F-9089-C6200D91BA96}" destId="{30A2D17D-C0DC-4614-A896-9624FC3B666A}" srcOrd="0" destOrd="0" presId="urn:microsoft.com/office/officeart/2005/8/layout/matrix3"/>
    <dgm:cxn modelId="{7EB89099-11C6-4B3F-86FF-C885CA39BAC0}" type="presOf" srcId="{DDC85C5F-95D1-460A-AD5C-9C54816EB46E}" destId="{8DEF1165-A28A-4C3F-890B-2EE608FD0910}" srcOrd="0" destOrd="0" presId="urn:microsoft.com/office/officeart/2005/8/layout/matrix3"/>
    <dgm:cxn modelId="{6FCA9DB1-04F0-42CA-8753-67405DDDD1DC}" type="presOf" srcId="{00AA4118-80AF-4483-B5F0-CE315598A145}" destId="{BFC7D233-6AC0-40D9-92B7-1B8D0B249D9A}" srcOrd="0" destOrd="0" presId="urn:microsoft.com/office/officeart/2005/8/layout/matrix3"/>
    <dgm:cxn modelId="{CF9958D4-BD3B-4D02-8BED-C0BE439ED8C9}" srcId="{568DCD4C-63C2-42ED-B016-E729EAB45AC7}" destId="{DDC85C5F-95D1-460A-AD5C-9C54816EB46E}" srcOrd="3" destOrd="0" parTransId="{25BFB0AB-80AC-4520-8BC1-08000CB5E193}" sibTransId="{ECDF78F9-4371-44D6-8448-ED0B4111C73D}"/>
    <dgm:cxn modelId="{D88949FB-9D18-46EB-A25F-1081B660DA25}" type="presOf" srcId="{AD719563-6E78-4671-BE12-BCE0392E082E}" destId="{737639E8-4FF8-44E4-9880-923781E506C3}" srcOrd="0" destOrd="0" presId="urn:microsoft.com/office/officeart/2005/8/layout/matrix3"/>
    <dgm:cxn modelId="{8CFC751A-D3FB-4D99-A357-D7B229C13579}" type="presParOf" srcId="{EE0BD1D0-4A06-48AF-8420-2A079D3A58E4}" destId="{8EA11E9A-E86C-4768-B29F-0EB3A706CFFB}" srcOrd="0" destOrd="0" presId="urn:microsoft.com/office/officeart/2005/8/layout/matrix3"/>
    <dgm:cxn modelId="{4FF41DC5-9C27-47F1-9366-542D0F32A683}" type="presParOf" srcId="{EE0BD1D0-4A06-48AF-8420-2A079D3A58E4}" destId="{737639E8-4FF8-44E4-9880-923781E506C3}" srcOrd="1" destOrd="0" presId="urn:microsoft.com/office/officeart/2005/8/layout/matrix3"/>
    <dgm:cxn modelId="{9693A60F-A6E2-48F7-8FD5-A8D7DABA88E8}" type="presParOf" srcId="{EE0BD1D0-4A06-48AF-8420-2A079D3A58E4}" destId="{30A2D17D-C0DC-4614-A896-9624FC3B666A}" srcOrd="2" destOrd="0" presId="urn:microsoft.com/office/officeart/2005/8/layout/matrix3"/>
    <dgm:cxn modelId="{66EFEB4C-0478-4580-9401-D511802B5810}" type="presParOf" srcId="{EE0BD1D0-4A06-48AF-8420-2A079D3A58E4}" destId="{BFC7D233-6AC0-40D9-92B7-1B8D0B249D9A}" srcOrd="3" destOrd="0" presId="urn:microsoft.com/office/officeart/2005/8/layout/matrix3"/>
    <dgm:cxn modelId="{884AC9D6-7F85-429E-96BF-A9D135713294}" type="presParOf" srcId="{EE0BD1D0-4A06-48AF-8420-2A079D3A58E4}" destId="{8DEF1165-A28A-4C3F-890B-2EE608FD091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D0F6F118-22EA-4725-8E9A-11C9C4A16CA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5685A1E-9795-4129-92EE-E3F9813E6081}">
      <dgm:prSet/>
      <dgm:spPr/>
      <dgm:t>
        <a:bodyPr/>
        <a:lstStyle/>
        <a:p>
          <a:r>
            <a:rPr lang="uk-UA" b="0" i="1" dirty="0"/>
            <a:t>«Хозари вийшли супроти нього з каганом, князем своїм. І зступилися війська битися, і сталася битва межи ними, і </a:t>
          </a:r>
          <a:r>
            <a:rPr lang="uk-UA" b="0" i="1" dirty="0" err="1"/>
            <a:t>одолів</a:t>
          </a:r>
          <a:r>
            <a:rPr lang="uk-UA" b="0" i="1" dirty="0"/>
            <a:t> він хозар і город їхній столицю Ітіль, і город Білу Вежу взяв...»</a:t>
          </a:r>
          <a:endParaRPr lang="uk-UA" dirty="0"/>
        </a:p>
      </dgm:t>
    </dgm:pt>
    <dgm:pt modelId="{84F1967E-EE10-41DF-973C-84924B1E5BA1}" type="parTrans" cxnId="{372C2D9D-4211-4064-B51F-A0E4284FD4C0}">
      <dgm:prSet/>
      <dgm:spPr/>
      <dgm:t>
        <a:bodyPr/>
        <a:lstStyle/>
        <a:p>
          <a:endParaRPr lang="uk-UA"/>
        </a:p>
      </dgm:t>
    </dgm:pt>
    <dgm:pt modelId="{7FE278CF-8F09-4E9F-9E16-879EC09623CE}" type="sibTrans" cxnId="{372C2D9D-4211-4064-B51F-A0E4284FD4C0}">
      <dgm:prSet/>
      <dgm:spPr/>
      <dgm:t>
        <a:bodyPr/>
        <a:lstStyle/>
        <a:p>
          <a:endParaRPr lang="uk-UA"/>
        </a:p>
      </dgm:t>
    </dgm:pt>
    <dgm:pt modelId="{05D771CC-3354-408D-9495-9CE17875700B}">
      <dgm:prSet/>
      <dgm:spPr/>
      <dgm:t>
        <a:bodyPr/>
        <a:lstStyle/>
        <a:p>
          <a:r>
            <a:rPr lang="uk-UA" b="0" i="1"/>
            <a:t>«І поставив він кумири на пагорбі, поза двором теремним: Перуна дерев’яного, — а голова його була срібна, а вус — золотий, — і Хорса, і Дажбога, і Стрибога, і Сімаргла...»</a:t>
          </a:r>
          <a:endParaRPr lang="uk-UA"/>
        </a:p>
      </dgm:t>
    </dgm:pt>
    <dgm:pt modelId="{C67545BF-2060-4A41-8486-B26924B2E957}" type="parTrans" cxnId="{8B3F9345-68BF-44E8-B877-E315251677DA}">
      <dgm:prSet/>
      <dgm:spPr/>
      <dgm:t>
        <a:bodyPr/>
        <a:lstStyle/>
        <a:p>
          <a:endParaRPr lang="uk-UA"/>
        </a:p>
      </dgm:t>
    </dgm:pt>
    <dgm:pt modelId="{2893E8C7-3348-483D-B7C2-29EA8DE222B9}" type="sibTrans" cxnId="{8B3F9345-68BF-44E8-B877-E315251677DA}">
      <dgm:prSet/>
      <dgm:spPr/>
      <dgm:t>
        <a:bodyPr/>
        <a:lstStyle/>
        <a:p>
          <a:endParaRPr lang="uk-UA"/>
        </a:p>
      </dgm:t>
    </dgm:pt>
    <dgm:pt modelId="{6CDA9253-83A3-4CD3-BFF9-8BF8F698EB59}">
      <dgm:prSet/>
      <dgm:spPr/>
      <dgm:t>
        <a:bodyPr/>
        <a:lstStyle/>
        <a:p>
          <a:r>
            <a:rPr lang="uk-UA" b="0" i="1" dirty="0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— ту. І перестала усобиця в землі Руській...»</a:t>
          </a:r>
          <a:endParaRPr lang="uk-UA" dirty="0"/>
        </a:p>
      </dgm:t>
    </dgm:pt>
    <dgm:pt modelId="{3206B228-273E-4F51-B924-4DF38CAD357B}" type="parTrans" cxnId="{FB952C8F-D0C5-4D14-87D7-A745E441604E}">
      <dgm:prSet/>
      <dgm:spPr/>
      <dgm:t>
        <a:bodyPr/>
        <a:lstStyle/>
        <a:p>
          <a:endParaRPr lang="uk-UA"/>
        </a:p>
      </dgm:t>
    </dgm:pt>
    <dgm:pt modelId="{93C66E49-03E5-47E9-A417-ABA2CE8A57A2}" type="sibTrans" cxnId="{FB952C8F-D0C5-4D14-87D7-A745E441604E}">
      <dgm:prSet/>
      <dgm:spPr/>
      <dgm:t>
        <a:bodyPr/>
        <a:lstStyle/>
        <a:p>
          <a:endParaRPr lang="uk-UA"/>
        </a:p>
      </dgm:t>
    </dgm:pt>
    <dgm:pt modelId="{4C92536D-6ECF-499B-80C4-89D65660B531}" type="pres">
      <dgm:prSet presAssocID="{D0F6F118-22EA-4725-8E9A-11C9C4A16CAC}" presName="linear" presStyleCnt="0">
        <dgm:presLayoutVars>
          <dgm:animLvl val="lvl"/>
          <dgm:resizeHandles val="exact"/>
        </dgm:presLayoutVars>
      </dgm:prSet>
      <dgm:spPr/>
    </dgm:pt>
    <dgm:pt modelId="{08F72130-4F85-4A3B-A92F-5C751B593A05}" type="pres">
      <dgm:prSet presAssocID="{45685A1E-9795-4129-92EE-E3F9813E608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591062A-D0A4-4A8B-BA51-6D385008C11D}" type="pres">
      <dgm:prSet presAssocID="{7FE278CF-8F09-4E9F-9E16-879EC09623CE}" presName="spacer" presStyleCnt="0"/>
      <dgm:spPr/>
    </dgm:pt>
    <dgm:pt modelId="{41A8CC5A-12D1-4244-82DA-39E4DF5435AB}" type="pres">
      <dgm:prSet presAssocID="{05D771CC-3354-408D-9495-9CE17875700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3E217E1-6941-43FF-AF11-8E6F35D3EAF9}" type="pres">
      <dgm:prSet presAssocID="{2893E8C7-3348-483D-B7C2-29EA8DE222B9}" presName="spacer" presStyleCnt="0"/>
      <dgm:spPr/>
    </dgm:pt>
    <dgm:pt modelId="{80828731-4643-43E7-8F83-1400903A0771}" type="pres">
      <dgm:prSet presAssocID="{6CDA9253-83A3-4CD3-BFF9-8BF8F698EB5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E864627-1CE8-4D7C-8156-9F484867B726}" type="presOf" srcId="{05D771CC-3354-408D-9495-9CE17875700B}" destId="{41A8CC5A-12D1-4244-82DA-39E4DF5435AB}" srcOrd="0" destOrd="0" presId="urn:microsoft.com/office/officeart/2005/8/layout/vList2"/>
    <dgm:cxn modelId="{8B3F9345-68BF-44E8-B877-E315251677DA}" srcId="{D0F6F118-22EA-4725-8E9A-11C9C4A16CAC}" destId="{05D771CC-3354-408D-9495-9CE17875700B}" srcOrd="1" destOrd="0" parTransId="{C67545BF-2060-4A41-8486-B26924B2E957}" sibTransId="{2893E8C7-3348-483D-B7C2-29EA8DE222B9}"/>
    <dgm:cxn modelId="{FB952C8F-D0C5-4D14-87D7-A745E441604E}" srcId="{D0F6F118-22EA-4725-8E9A-11C9C4A16CAC}" destId="{6CDA9253-83A3-4CD3-BFF9-8BF8F698EB59}" srcOrd="2" destOrd="0" parTransId="{3206B228-273E-4F51-B924-4DF38CAD357B}" sibTransId="{93C66E49-03E5-47E9-A417-ABA2CE8A57A2}"/>
    <dgm:cxn modelId="{372C2D9D-4211-4064-B51F-A0E4284FD4C0}" srcId="{D0F6F118-22EA-4725-8E9A-11C9C4A16CAC}" destId="{45685A1E-9795-4129-92EE-E3F9813E6081}" srcOrd="0" destOrd="0" parTransId="{84F1967E-EE10-41DF-973C-84924B1E5BA1}" sibTransId="{7FE278CF-8F09-4E9F-9E16-879EC09623CE}"/>
    <dgm:cxn modelId="{DA6E71A5-41C4-4823-B9F5-3EE61C0B3506}" type="presOf" srcId="{6CDA9253-83A3-4CD3-BFF9-8BF8F698EB59}" destId="{80828731-4643-43E7-8F83-1400903A0771}" srcOrd="0" destOrd="0" presId="urn:microsoft.com/office/officeart/2005/8/layout/vList2"/>
    <dgm:cxn modelId="{ECB118C6-6AB7-4130-9098-DCB982B15804}" type="presOf" srcId="{45685A1E-9795-4129-92EE-E3F9813E6081}" destId="{08F72130-4F85-4A3B-A92F-5C751B593A05}" srcOrd="0" destOrd="0" presId="urn:microsoft.com/office/officeart/2005/8/layout/vList2"/>
    <dgm:cxn modelId="{3403A3D9-382A-4391-8F38-41AAF84959E3}" type="presOf" srcId="{D0F6F118-22EA-4725-8E9A-11C9C4A16CAC}" destId="{4C92536D-6ECF-499B-80C4-89D65660B531}" srcOrd="0" destOrd="0" presId="urn:microsoft.com/office/officeart/2005/8/layout/vList2"/>
    <dgm:cxn modelId="{C5ED5497-D7B6-4687-BFBE-D9DB7F17FDB9}" type="presParOf" srcId="{4C92536D-6ECF-499B-80C4-89D65660B531}" destId="{08F72130-4F85-4A3B-A92F-5C751B593A05}" srcOrd="0" destOrd="0" presId="urn:microsoft.com/office/officeart/2005/8/layout/vList2"/>
    <dgm:cxn modelId="{C64E51B7-F2DA-4A3E-A9EE-E9868479D33D}" type="presParOf" srcId="{4C92536D-6ECF-499B-80C4-89D65660B531}" destId="{C591062A-D0A4-4A8B-BA51-6D385008C11D}" srcOrd="1" destOrd="0" presId="urn:microsoft.com/office/officeart/2005/8/layout/vList2"/>
    <dgm:cxn modelId="{13BAF9BB-E09B-4B76-BBB0-221F391E3A8E}" type="presParOf" srcId="{4C92536D-6ECF-499B-80C4-89D65660B531}" destId="{41A8CC5A-12D1-4244-82DA-39E4DF5435AB}" srcOrd="2" destOrd="0" presId="urn:microsoft.com/office/officeart/2005/8/layout/vList2"/>
    <dgm:cxn modelId="{CEF431A2-A138-4E9C-861A-3133A0E451AF}" type="presParOf" srcId="{4C92536D-6ECF-499B-80C4-89D65660B531}" destId="{23E217E1-6941-43FF-AF11-8E6F35D3EAF9}" srcOrd="3" destOrd="0" presId="urn:microsoft.com/office/officeart/2005/8/layout/vList2"/>
    <dgm:cxn modelId="{0FED0010-3E5A-41FD-AC50-F515CE3581AD}" type="presParOf" srcId="{4C92536D-6ECF-499B-80C4-89D65660B531}" destId="{80828731-4643-43E7-8F83-1400903A077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3C8447EB-EB1C-424B-A192-0C0C4BBD4DC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81CD6FF-C843-47FB-95A2-F01D6D6BCF4F}">
      <dgm:prSet/>
      <dgm:spPr/>
      <dgm:t>
        <a:bodyPr/>
        <a:lstStyle/>
        <a:p>
          <a:r>
            <a:rPr lang="uk-UA" b="0" i="1" dirty="0"/>
            <a:t>«І повелів він поскидати кумирів — тих порубати, а других вогню </a:t>
          </a:r>
          <a:r>
            <a:rPr lang="uk-UA" b="0" i="1" dirty="0" err="1"/>
            <a:t>оддати</a:t>
          </a:r>
          <a:r>
            <a:rPr lang="uk-UA" b="0" i="1" dirty="0"/>
            <a:t>. Перуна ж повелів він прив’язати коневі до хвоста і волочити з Гори по Боричевому узвозу на ручай...»</a:t>
          </a:r>
          <a:endParaRPr lang="uk-UA" dirty="0"/>
        </a:p>
      </dgm:t>
    </dgm:pt>
    <dgm:pt modelId="{B61BE2E3-16EE-4FB1-A257-E7491DF5A5D6}" type="parTrans" cxnId="{33D4FD1C-68D7-42E8-BF00-FC3D5EA228F4}">
      <dgm:prSet/>
      <dgm:spPr/>
      <dgm:t>
        <a:bodyPr/>
        <a:lstStyle/>
        <a:p>
          <a:endParaRPr lang="uk-UA"/>
        </a:p>
      </dgm:t>
    </dgm:pt>
    <dgm:pt modelId="{18FEF10C-A4DE-4368-A1D6-3400E4951A53}" type="sibTrans" cxnId="{33D4FD1C-68D7-42E8-BF00-FC3D5EA228F4}">
      <dgm:prSet/>
      <dgm:spPr/>
      <dgm:t>
        <a:bodyPr/>
        <a:lstStyle/>
        <a:p>
          <a:endParaRPr lang="uk-UA"/>
        </a:p>
      </dgm:t>
    </dgm:pt>
    <dgm:pt modelId="{FB515E3E-54F2-4179-BC6D-0C6296AF53FB}">
      <dgm:prSet/>
      <dgm:spPr/>
      <dgm:t>
        <a:bodyPr/>
        <a:lstStyle/>
        <a:p>
          <a:r>
            <a:rPr lang="uk-UA" b="0" i="1" dirty="0"/>
            <a:t>«Виступив тоді він із </a:t>
          </a:r>
          <a:r>
            <a:rPr lang="uk-UA" b="0" i="1" dirty="0" err="1"/>
            <a:t>города</a:t>
          </a:r>
          <a:r>
            <a:rPr lang="uk-UA" b="0" i="1" dirty="0"/>
            <a:t>, приготував до бою дружину. Зійшлися вони на місці, де ото нині свята Софія стоїть, митрополія руська. І сталася січа люта, і ледве </a:t>
          </a:r>
          <a:r>
            <a:rPr lang="uk-UA" b="0" i="1" dirty="0" err="1"/>
            <a:t>одолів</a:t>
          </a:r>
          <a:r>
            <a:rPr lang="uk-UA" b="0" i="1" dirty="0"/>
            <a:t> він печенігів під вечір...»</a:t>
          </a:r>
          <a:endParaRPr lang="uk-UA" dirty="0"/>
        </a:p>
      </dgm:t>
    </dgm:pt>
    <dgm:pt modelId="{A2D72253-3D91-44E8-A8E5-4A7CE7702242}" type="parTrans" cxnId="{F945FBF3-2365-4FFF-B0CC-EA52633DCE58}">
      <dgm:prSet/>
      <dgm:spPr/>
      <dgm:t>
        <a:bodyPr/>
        <a:lstStyle/>
        <a:p>
          <a:endParaRPr lang="uk-UA"/>
        </a:p>
      </dgm:t>
    </dgm:pt>
    <dgm:pt modelId="{EE830780-4738-409D-BC66-162C8FF51472}" type="sibTrans" cxnId="{F945FBF3-2365-4FFF-B0CC-EA52633DCE58}">
      <dgm:prSet/>
      <dgm:spPr/>
      <dgm:t>
        <a:bodyPr/>
        <a:lstStyle/>
        <a:p>
          <a:endParaRPr lang="uk-UA"/>
        </a:p>
      </dgm:t>
    </dgm:pt>
    <dgm:pt modelId="{3F5ECEEE-0109-4F3A-BAA4-4178DE68189F}">
      <dgm:prSet/>
      <dgm:spPr/>
      <dgm:t>
        <a:bodyPr/>
        <a:lstStyle/>
        <a:p>
          <a:r>
            <a:rPr lang="uk-UA" b="0" i="1" dirty="0"/>
            <a:t>«Коли ж побачив, що церкву завершено, він помолився богу, говорячи: «Осе даю церкві сій, святій Богородиці, од маєтності своєї десяту частину. Якщо се </a:t>
          </a:r>
          <a:r>
            <a:rPr lang="uk-UA" b="0" i="1" dirty="0" err="1"/>
            <a:t>одмінить</a:t>
          </a:r>
          <a:r>
            <a:rPr lang="uk-UA" b="0" i="1" dirty="0"/>
            <a:t> хто, — хай буде проклят...</a:t>
          </a:r>
          <a:endParaRPr lang="uk-UA" dirty="0"/>
        </a:p>
      </dgm:t>
    </dgm:pt>
    <dgm:pt modelId="{64B9FEA0-B491-40D7-9932-86FFB4E0A824}" type="parTrans" cxnId="{CC38AB68-18AC-46D7-96C9-B5CD9EF9D40D}">
      <dgm:prSet/>
      <dgm:spPr/>
      <dgm:t>
        <a:bodyPr/>
        <a:lstStyle/>
        <a:p>
          <a:endParaRPr lang="uk-UA"/>
        </a:p>
      </dgm:t>
    </dgm:pt>
    <dgm:pt modelId="{1C4B363B-180A-41BE-95C1-826562321FF1}" type="sibTrans" cxnId="{CC38AB68-18AC-46D7-96C9-B5CD9EF9D40D}">
      <dgm:prSet/>
      <dgm:spPr/>
      <dgm:t>
        <a:bodyPr/>
        <a:lstStyle/>
        <a:p>
          <a:endParaRPr lang="uk-UA"/>
        </a:p>
      </dgm:t>
    </dgm:pt>
    <dgm:pt modelId="{0315A2F5-AA42-491D-807D-BE1320C0EB6B}" type="pres">
      <dgm:prSet presAssocID="{3C8447EB-EB1C-424B-A192-0C0C4BBD4DCF}" presName="linear" presStyleCnt="0">
        <dgm:presLayoutVars>
          <dgm:animLvl val="lvl"/>
          <dgm:resizeHandles val="exact"/>
        </dgm:presLayoutVars>
      </dgm:prSet>
      <dgm:spPr/>
    </dgm:pt>
    <dgm:pt modelId="{A64B11A1-630A-46C4-B216-8F9ADD2D856E}" type="pres">
      <dgm:prSet presAssocID="{581CD6FF-C843-47FB-95A2-F01D6D6BCF4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D924681-E796-42A4-9343-DEF73632D85D}" type="pres">
      <dgm:prSet presAssocID="{18FEF10C-A4DE-4368-A1D6-3400E4951A53}" presName="spacer" presStyleCnt="0"/>
      <dgm:spPr/>
    </dgm:pt>
    <dgm:pt modelId="{69C7B7C5-C750-41EC-88BD-495A06A2CA0E}" type="pres">
      <dgm:prSet presAssocID="{FB515E3E-54F2-4179-BC6D-0C6296AF53F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90B0909-6677-4E4B-A40D-27623F8129BF}" type="pres">
      <dgm:prSet presAssocID="{EE830780-4738-409D-BC66-162C8FF51472}" presName="spacer" presStyleCnt="0"/>
      <dgm:spPr/>
    </dgm:pt>
    <dgm:pt modelId="{7DF03F4D-4244-44F6-BE18-B37E9D62C072}" type="pres">
      <dgm:prSet presAssocID="{3F5ECEEE-0109-4F3A-BAA4-4178DE68189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3D4FD1C-68D7-42E8-BF00-FC3D5EA228F4}" srcId="{3C8447EB-EB1C-424B-A192-0C0C4BBD4DCF}" destId="{581CD6FF-C843-47FB-95A2-F01D6D6BCF4F}" srcOrd="0" destOrd="0" parTransId="{B61BE2E3-16EE-4FB1-A257-E7491DF5A5D6}" sibTransId="{18FEF10C-A4DE-4368-A1D6-3400E4951A53}"/>
    <dgm:cxn modelId="{4612382F-7DE0-4EB8-8549-35801664E48E}" type="presOf" srcId="{3C8447EB-EB1C-424B-A192-0C0C4BBD4DCF}" destId="{0315A2F5-AA42-491D-807D-BE1320C0EB6B}" srcOrd="0" destOrd="0" presId="urn:microsoft.com/office/officeart/2005/8/layout/vList2"/>
    <dgm:cxn modelId="{7B42A143-C057-48B1-B49B-A386A1918247}" type="presOf" srcId="{FB515E3E-54F2-4179-BC6D-0C6296AF53FB}" destId="{69C7B7C5-C750-41EC-88BD-495A06A2CA0E}" srcOrd="0" destOrd="0" presId="urn:microsoft.com/office/officeart/2005/8/layout/vList2"/>
    <dgm:cxn modelId="{CC38AB68-18AC-46D7-96C9-B5CD9EF9D40D}" srcId="{3C8447EB-EB1C-424B-A192-0C0C4BBD4DCF}" destId="{3F5ECEEE-0109-4F3A-BAA4-4178DE68189F}" srcOrd="2" destOrd="0" parTransId="{64B9FEA0-B491-40D7-9932-86FFB4E0A824}" sibTransId="{1C4B363B-180A-41BE-95C1-826562321FF1}"/>
    <dgm:cxn modelId="{2E146777-8FC3-45C4-9902-7C0E03670FE7}" type="presOf" srcId="{581CD6FF-C843-47FB-95A2-F01D6D6BCF4F}" destId="{A64B11A1-630A-46C4-B216-8F9ADD2D856E}" srcOrd="0" destOrd="0" presId="urn:microsoft.com/office/officeart/2005/8/layout/vList2"/>
    <dgm:cxn modelId="{92E838DE-EC67-4C49-8650-E4FDB75CA573}" type="presOf" srcId="{3F5ECEEE-0109-4F3A-BAA4-4178DE68189F}" destId="{7DF03F4D-4244-44F6-BE18-B37E9D62C072}" srcOrd="0" destOrd="0" presId="urn:microsoft.com/office/officeart/2005/8/layout/vList2"/>
    <dgm:cxn modelId="{F945FBF3-2365-4FFF-B0CC-EA52633DCE58}" srcId="{3C8447EB-EB1C-424B-A192-0C0C4BBD4DCF}" destId="{FB515E3E-54F2-4179-BC6D-0C6296AF53FB}" srcOrd="1" destOrd="0" parTransId="{A2D72253-3D91-44E8-A8E5-4A7CE7702242}" sibTransId="{EE830780-4738-409D-BC66-162C8FF51472}"/>
    <dgm:cxn modelId="{21399BC3-8C80-4108-958E-A40557B2DFBF}" type="presParOf" srcId="{0315A2F5-AA42-491D-807D-BE1320C0EB6B}" destId="{A64B11A1-630A-46C4-B216-8F9ADD2D856E}" srcOrd="0" destOrd="0" presId="urn:microsoft.com/office/officeart/2005/8/layout/vList2"/>
    <dgm:cxn modelId="{ADE24951-4471-4E52-9E9F-239462863B4C}" type="presParOf" srcId="{0315A2F5-AA42-491D-807D-BE1320C0EB6B}" destId="{ED924681-E796-42A4-9343-DEF73632D85D}" srcOrd="1" destOrd="0" presId="urn:microsoft.com/office/officeart/2005/8/layout/vList2"/>
    <dgm:cxn modelId="{2B843E52-33F1-4A4A-9F05-E9C40B63700A}" type="presParOf" srcId="{0315A2F5-AA42-491D-807D-BE1320C0EB6B}" destId="{69C7B7C5-C750-41EC-88BD-495A06A2CA0E}" srcOrd="2" destOrd="0" presId="urn:microsoft.com/office/officeart/2005/8/layout/vList2"/>
    <dgm:cxn modelId="{72B8FA64-3015-422C-BFDC-D17A21565DE5}" type="presParOf" srcId="{0315A2F5-AA42-491D-807D-BE1320C0EB6B}" destId="{A90B0909-6677-4E4B-A40D-27623F8129BF}" srcOrd="3" destOrd="0" presId="urn:microsoft.com/office/officeart/2005/8/layout/vList2"/>
    <dgm:cxn modelId="{FF462A20-2212-4206-815C-95E5ECBEB46D}" type="presParOf" srcId="{0315A2F5-AA42-491D-807D-BE1320C0EB6B}" destId="{7DF03F4D-4244-44F6-BE18-B37E9D62C07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9E6BB7F8-196D-4FF7-B418-9FD15684A3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A4A7AB6-EE45-4D7E-AD80-48BF36970366}">
      <dgm:prSet/>
      <dgm:spPr/>
      <dgm:t>
        <a:bodyPr/>
        <a:lstStyle/>
        <a:p>
          <a:r>
            <a:rPr lang="uk-UA" b="0" i="0"/>
            <a:t>карбування на Русі перших золотих і срібних монет</a:t>
          </a:r>
          <a:endParaRPr lang="uk-UA"/>
        </a:p>
      </dgm:t>
    </dgm:pt>
    <dgm:pt modelId="{C784A1C7-1B2F-4E9C-8F18-89A9192D3097}" type="parTrans" cxnId="{FBDE4566-B8D8-4373-973E-E5756A383084}">
      <dgm:prSet/>
      <dgm:spPr/>
      <dgm:t>
        <a:bodyPr/>
        <a:lstStyle/>
        <a:p>
          <a:endParaRPr lang="uk-UA"/>
        </a:p>
      </dgm:t>
    </dgm:pt>
    <dgm:pt modelId="{8CF275D2-DD9B-4D0D-97C8-897C3DE62F41}" type="sibTrans" cxnId="{FBDE4566-B8D8-4373-973E-E5756A383084}">
      <dgm:prSet/>
      <dgm:spPr/>
      <dgm:t>
        <a:bodyPr/>
        <a:lstStyle/>
        <a:p>
          <a:endParaRPr lang="uk-UA"/>
        </a:p>
      </dgm:t>
    </dgm:pt>
    <dgm:pt modelId="{17E91364-C2CC-4AD9-B7C1-9EBB66C31A9E}">
      <dgm:prSet/>
      <dgm:spPr/>
      <dgm:t>
        <a:bodyPr/>
        <a:lstStyle/>
        <a:p>
          <a:r>
            <a:rPr lang="uk-UA" b="0" i="0" dirty="0"/>
            <a:t>відкриття перших шкіл</a:t>
          </a:r>
          <a:endParaRPr lang="uk-UA" dirty="0"/>
        </a:p>
      </dgm:t>
    </dgm:pt>
    <dgm:pt modelId="{B16BD657-95B3-4277-BDB6-FAB9ABDA0AB1}" type="parTrans" cxnId="{0AB77781-E8AD-43B3-B11C-DA9E4F7C8D61}">
      <dgm:prSet/>
      <dgm:spPr/>
      <dgm:t>
        <a:bodyPr/>
        <a:lstStyle/>
        <a:p>
          <a:endParaRPr lang="uk-UA"/>
        </a:p>
      </dgm:t>
    </dgm:pt>
    <dgm:pt modelId="{CD698148-EA7E-4142-B285-B0CA3E329462}" type="sibTrans" cxnId="{0AB77781-E8AD-43B3-B11C-DA9E4F7C8D61}">
      <dgm:prSet/>
      <dgm:spPr/>
      <dgm:t>
        <a:bodyPr/>
        <a:lstStyle/>
        <a:p>
          <a:endParaRPr lang="uk-UA"/>
        </a:p>
      </dgm:t>
    </dgm:pt>
    <dgm:pt modelId="{CE08BAC3-A29D-4D94-9376-59C032DA74A3}">
      <dgm:prSet/>
      <dgm:spPr/>
      <dgm:t>
        <a:bodyPr/>
        <a:lstStyle/>
        <a:p>
          <a:r>
            <a:rPr lang="uk-UA" b="0" i="0"/>
            <a:t>укладення першого писаного збірника законів</a:t>
          </a:r>
          <a:endParaRPr lang="uk-UA"/>
        </a:p>
      </dgm:t>
    </dgm:pt>
    <dgm:pt modelId="{0AA7ABC8-7E61-43E0-8AA6-CA6C3553CCC9}" type="parTrans" cxnId="{5EC8A1C7-9DB5-4BD7-BE3C-5052FBFB984B}">
      <dgm:prSet/>
      <dgm:spPr/>
      <dgm:t>
        <a:bodyPr/>
        <a:lstStyle/>
        <a:p>
          <a:endParaRPr lang="uk-UA"/>
        </a:p>
      </dgm:t>
    </dgm:pt>
    <dgm:pt modelId="{F6988338-A647-4F1D-855D-A7181FA3B6EB}" type="sibTrans" cxnId="{5EC8A1C7-9DB5-4BD7-BE3C-5052FBFB984B}">
      <dgm:prSet/>
      <dgm:spPr/>
      <dgm:t>
        <a:bodyPr/>
        <a:lstStyle/>
        <a:p>
          <a:endParaRPr lang="uk-UA"/>
        </a:p>
      </dgm:t>
    </dgm:pt>
    <dgm:pt modelId="{4C6925A9-1046-4D86-B576-15814FFB59B9}">
      <dgm:prSet/>
      <dgm:spPr/>
      <dgm:t>
        <a:bodyPr/>
        <a:lstStyle/>
        <a:p>
          <a:r>
            <a:rPr lang="uk-UA" b="0" i="0" dirty="0"/>
            <a:t>проведення релігійних реформ</a:t>
          </a:r>
          <a:endParaRPr lang="uk-UA" dirty="0"/>
        </a:p>
      </dgm:t>
    </dgm:pt>
    <dgm:pt modelId="{0950EC2A-7C56-41A6-8491-868EF43E93ED}" type="parTrans" cxnId="{5C49044B-02C1-4519-8861-0D5C27C5E310}">
      <dgm:prSet/>
      <dgm:spPr/>
      <dgm:t>
        <a:bodyPr/>
        <a:lstStyle/>
        <a:p>
          <a:endParaRPr lang="uk-UA"/>
        </a:p>
      </dgm:t>
    </dgm:pt>
    <dgm:pt modelId="{A56EAD1A-B1E3-42AB-B5DC-22003593A7ED}" type="sibTrans" cxnId="{5C49044B-02C1-4519-8861-0D5C27C5E310}">
      <dgm:prSet/>
      <dgm:spPr/>
      <dgm:t>
        <a:bodyPr/>
        <a:lstStyle/>
        <a:p>
          <a:endParaRPr lang="uk-UA"/>
        </a:p>
      </dgm:t>
    </dgm:pt>
    <dgm:pt modelId="{D6D60679-1B29-4EAC-B200-8841AFD7E286}" type="pres">
      <dgm:prSet presAssocID="{9E6BB7F8-196D-4FF7-B418-9FD15684A3C8}" presName="linear" presStyleCnt="0">
        <dgm:presLayoutVars>
          <dgm:animLvl val="lvl"/>
          <dgm:resizeHandles val="exact"/>
        </dgm:presLayoutVars>
      </dgm:prSet>
      <dgm:spPr/>
    </dgm:pt>
    <dgm:pt modelId="{4E2ACDE8-24D7-4BB9-877B-7D4EC956DA69}" type="pres">
      <dgm:prSet presAssocID="{AA4A7AB6-EE45-4D7E-AD80-48BF3697036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04815EF-5DE5-44CB-86E8-50773F0CA112}" type="pres">
      <dgm:prSet presAssocID="{8CF275D2-DD9B-4D0D-97C8-897C3DE62F41}" presName="spacer" presStyleCnt="0"/>
      <dgm:spPr/>
    </dgm:pt>
    <dgm:pt modelId="{051D62EA-696B-4E9F-8FED-67A406E66099}" type="pres">
      <dgm:prSet presAssocID="{17E91364-C2CC-4AD9-B7C1-9EBB66C31A9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52335D1-228B-4DF9-A19F-57D5051CCC27}" type="pres">
      <dgm:prSet presAssocID="{CD698148-EA7E-4142-B285-B0CA3E329462}" presName="spacer" presStyleCnt="0"/>
      <dgm:spPr/>
    </dgm:pt>
    <dgm:pt modelId="{3559DF38-82BF-4E31-B031-E4D6CBB3BBF1}" type="pres">
      <dgm:prSet presAssocID="{CE08BAC3-A29D-4D94-9376-59C032DA74A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90EAD00-EA00-47F2-BF00-54FE74348AF2}" type="pres">
      <dgm:prSet presAssocID="{F6988338-A647-4F1D-855D-A7181FA3B6EB}" presName="spacer" presStyleCnt="0"/>
      <dgm:spPr/>
    </dgm:pt>
    <dgm:pt modelId="{BF621D24-19DF-44DB-BBB2-EBA38F1C476D}" type="pres">
      <dgm:prSet presAssocID="{4C6925A9-1046-4D86-B576-15814FFB59B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78FAF00-80F8-4B4E-AF4F-429CB4368E4C}" type="presOf" srcId="{17E91364-C2CC-4AD9-B7C1-9EBB66C31A9E}" destId="{051D62EA-696B-4E9F-8FED-67A406E66099}" srcOrd="0" destOrd="0" presId="urn:microsoft.com/office/officeart/2005/8/layout/vList2"/>
    <dgm:cxn modelId="{FBDE4566-B8D8-4373-973E-E5756A383084}" srcId="{9E6BB7F8-196D-4FF7-B418-9FD15684A3C8}" destId="{AA4A7AB6-EE45-4D7E-AD80-48BF36970366}" srcOrd="0" destOrd="0" parTransId="{C784A1C7-1B2F-4E9C-8F18-89A9192D3097}" sibTransId="{8CF275D2-DD9B-4D0D-97C8-897C3DE62F41}"/>
    <dgm:cxn modelId="{5C49044B-02C1-4519-8861-0D5C27C5E310}" srcId="{9E6BB7F8-196D-4FF7-B418-9FD15684A3C8}" destId="{4C6925A9-1046-4D86-B576-15814FFB59B9}" srcOrd="3" destOrd="0" parTransId="{0950EC2A-7C56-41A6-8491-868EF43E93ED}" sibTransId="{A56EAD1A-B1E3-42AB-B5DC-22003593A7ED}"/>
    <dgm:cxn modelId="{F42D3B56-1361-457E-A6C2-333B0CE69869}" type="presOf" srcId="{AA4A7AB6-EE45-4D7E-AD80-48BF36970366}" destId="{4E2ACDE8-24D7-4BB9-877B-7D4EC956DA69}" srcOrd="0" destOrd="0" presId="urn:microsoft.com/office/officeart/2005/8/layout/vList2"/>
    <dgm:cxn modelId="{09032779-5B49-4839-9935-CD51377814AB}" type="presOf" srcId="{9E6BB7F8-196D-4FF7-B418-9FD15684A3C8}" destId="{D6D60679-1B29-4EAC-B200-8841AFD7E286}" srcOrd="0" destOrd="0" presId="urn:microsoft.com/office/officeart/2005/8/layout/vList2"/>
    <dgm:cxn modelId="{0AB77781-E8AD-43B3-B11C-DA9E4F7C8D61}" srcId="{9E6BB7F8-196D-4FF7-B418-9FD15684A3C8}" destId="{17E91364-C2CC-4AD9-B7C1-9EBB66C31A9E}" srcOrd="1" destOrd="0" parTransId="{B16BD657-95B3-4277-BDB6-FAB9ABDA0AB1}" sibTransId="{CD698148-EA7E-4142-B285-B0CA3E329462}"/>
    <dgm:cxn modelId="{9CA9B1C3-1AC8-412A-9BDB-107D0BF67E53}" type="presOf" srcId="{CE08BAC3-A29D-4D94-9376-59C032DA74A3}" destId="{3559DF38-82BF-4E31-B031-E4D6CBB3BBF1}" srcOrd="0" destOrd="0" presId="urn:microsoft.com/office/officeart/2005/8/layout/vList2"/>
    <dgm:cxn modelId="{5EC8A1C7-9DB5-4BD7-BE3C-5052FBFB984B}" srcId="{9E6BB7F8-196D-4FF7-B418-9FD15684A3C8}" destId="{CE08BAC3-A29D-4D94-9376-59C032DA74A3}" srcOrd="2" destOrd="0" parTransId="{0AA7ABC8-7E61-43E0-8AA6-CA6C3553CCC9}" sibTransId="{F6988338-A647-4F1D-855D-A7181FA3B6EB}"/>
    <dgm:cxn modelId="{7D3D5FC8-EA93-4225-9C31-FB8979D0FAAD}" type="presOf" srcId="{4C6925A9-1046-4D86-B576-15814FFB59B9}" destId="{BF621D24-19DF-44DB-BBB2-EBA38F1C476D}" srcOrd="0" destOrd="0" presId="urn:microsoft.com/office/officeart/2005/8/layout/vList2"/>
    <dgm:cxn modelId="{7ACBD97F-8791-4567-9DB2-D1F0A810E143}" type="presParOf" srcId="{D6D60679-1B29-4EAC-B200-8841AFD7E286}" destId="{4E2ACDE8-24D7-4BB9-877B-7D4EC956DA69}" srcOrd="0" destOrd="0" presId="urn:microsoft.com/office/officeart/2005/8/layout/vList2"/>
    <dgm:cxn modelId="{1B30D38B-B046-4F72-A643-378204641353}" type="presParOf" srcId="{D6D60679-1B29-4EAC-B200-8841AFD7E286}" destId="{304815EF-5DE5-44CB-86E8-50773F0CA112}" srcOrd="1" destOrd="0" presId="urn:microsoft.com/office/officeart/2005/8/layout/vList2"/>
    <dgm:cxn modelId="{F0443BE6-FAB6-4B17-BF4C-8C18FB2B0934}" type="presParOf" srcId="{D6D60679-1B29-4EAC-B200-8841AFD7E286}" destId="{051D62EA-696B-4E9F-8FED-67A406E66099}" srcOrd="2" destOrd="0" presId="urn:microsoft.com/office/officeart/2005/8/layout/vList2"/>
    <dgm:cxn modelId="{CCCBC35E-54A2-4ACE-AF3D-3394B0816364}" type="presParOf" srcId="{D6D60679-1B29-4EAC-B200-8841AFD7E286}" destId="{852335D1-228B-4DF9-A19F-57D5051CCC27}" srcOrd="3" destOrd="0" presId="urn:microsoft.com/office/officeart/2005/8/layout/vList2"/>
    <dgm:cxn modelId="{A03F1E4E-E079-4C04-B9AB-48AC31D906D0}" type="presParOf" srcId="{D6D60679-1B29-4EAC-B200-8841AFD7E286}" destId="{3559DF38-82BF-4E31-B031-E4D6CBB3BBF1}" srcOrd="4" destOrd="0" presId="urn:microsoft.com/office/officeart/2005/8/layout/vList2"/>
    <dgm:cxn modelId="{F33F6F13-7E74-4108-AAB0-BB92E13054EF}" type="presParOf" srcId="{D6D60679-1B29-4EAC-B200-8841AFD7E286}" destId="{690EAD00-EA00-47F2-BF00-54FE74348AF2}" srcOrd="5" destOrd="0" presId="urn:microsoft.com/office/officeart/2005/8/layout/vList2"/>
    <dgm:cxn modelId="{F19A9975-1624-4A19-B82D-F3A844015ADF}" type="presParOf" srcId="{D6D60679-1B29-4EAC-B200-8841AFD7E286}" destId="{BF621D24-19DF-44DB-BBB2-EBA38F1C476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EAA0021A-C2F7-4B2F-A406-9D48666448F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CBD907C-B665-49B8-9071-C41A33F323E9}">
      <dgm:prSet/>
      <dgm:spPr/>
      <dgm:t>
        <a:bodyPr/>
        <a:lstStyle/>
        <a:p>
          <a:r>
            <a:rPr lang="uk-UA" b="0" i="0"/>
            <a:t>організація з’їздів князів</a:t>
          </a:r>
          <a:endParaRPr lang="uk-UA"/>
        </a:p>
      </dgm:t>
    </dgm:pt>
    <dgm:pt modelId="{836C5BDD-D586-4984-A511-392E50D57841}" type="parTrans" cxnId="{DFF7FAD9-77BB-4380-B71C-28DAF0F36AC9}">
      <dgm:prSet/>
      <dgm:spPr/>
      <dgm:t>
        <a:bodyPr/>
        <a:lstStyle/>
        <a:p>
          <a:endParaRPr lang="uk-UA"/>
        </a:p>
      </dgm:t>
    </dgm:pt>
    <dgm:pt modelId="{A3E803BF-70E9-4831-B9B4-C20C287D44BD}" type="sibTrans" cxnId="{DFF7FAD9-77BB-4380-B71C-28DAF0F36AC9}">
      <dgm:prSet/>
      <dgm:spPr/>
      <dgm:t>
        <a:bodyPr/>
        <a:lstStyle/>
        <a:p>
          <a:endParaRPr lang="uk-UA"/>
        </a:p>
      </dgm:t>
    </dgm:pt>
    <dgm:pt modelId="{A6EFC3FD-F26C-4EF0-A25D-F67BA06950A8}">
      <dgm:prSet/>
      <dgm:spPr/>
      <dgm:t>
        <a:bodyPr/>
        <a:lstStyle/>
        <a:p>
          <a:r>
            <a:rPr lang="uk-UA" b="0" i="0" dirty="0"/>
            <a:t>здійснення походів на Константинополь</a:t>
          </a:r>
          <a:endParaRPr lang="uk-UA" dirty="0"/>
        </a:p>
      </dgm:t>
    </dgm:pt>
    <dgm:pt modelId="{D6B5DFEE-A543-46C0-AE73-E3F073AE21DD}" type="parTrans" cxnId="{EDFCC9C7-A885-4222-AF92-D46505777C11}">
      <dgm:prSet/>
      <dgm:spPr/>
      <dgm:t>
        <a:bodyPr/>
        <a:lstStyle/>
        <a:p>
          <a:endParaRPr lang="uk-UA"/>
        </a:p>
      </dgm:t>
    </dgm:pt>
    <dgm:pt modelId="{BA9C71C2-62AA-4194-8034-7145FA457181}" type="sibTrans" cxnId="{EDFCC9C7-A885-4222-AF92-D46505777C11}">
      <dgm:prSet/>
      <dgm:spPr/>
      <dgm:t>
        <a:bodyPr/>
        <a:lstStyle/>
        <a:p>
          <a:endParaRPr lang="uk-UA"/>
        </a:p>
      </dgm:t>
    </dgm:pt>
    <dgm:pt modelId="{561D2263-EF99-4435-AD29-67A87437D87D}">
      <dgm:prSet/>
      <dgm:spPr/>
      <dgm:t>
        <a:bodyPr/>
        <a:lstStyle/>
        <a:p>
          <a:r>
            <a:rPr lang="uk-UA" b="0" i="0" dirty="0"/>
            <a:t>запровадження чіткої системи престолонаслідування</a:t>
          </a:r>
          <a:endParaRPr lang="uk-UA" dirty="0"/>
        </a:p>
      </dgm:t>
    </dgm:pt>
    <dgm:pt modelId="{22D2DA25-6A33-45FC-8A50-4E7BC4732F21}" type="parTrans" cxnId="{2F4C590E-AB22-4640-9F11-8018EDADB02C}">
      <dgm:prSet/>
      <dgm:spPr/>
      <dgm:t>
        <a:bodyPr/>
        <a:lstStyle/>
        <a:p>
          <a:endParaRPr lang="uk-UA"/>
        </a:p>
      </dgm:t>
    </dgm:pt>
    <dgm:pt modelId="{DD5DBB6E-2313-46C0-894A-90B7C58224CA}" type="sibTrans" cxnId="{2F4C590E-AB22-4640-9F11-8018EDADB02C}">
      <dgm:prSet/>
      <dgm:spPr/>
      <dgm:t>
        <a:bodyPr/>
        <a:lstStyle/>
        <a:p>
          <a:endParaRPr lang="uk-UA"/>
        </a:p>
      </dgm:t>
    </dgm:pt>
    <dgm:pt modelId="{8E0F0AD8-A4CF-4024-B277-0740AF67CDC0}" type="pres">
      <dgm:prSet presAssocID="{EAA0021A-C2F7-4B2F-A406-9D48666448F9}" presName="linear" presStyleCnt="0">
        <dgm:presLayoutVars>
          <dgm:animLvl val="lvl"/>
          <dgm:resizeHandles val="exact"/>
        </dgm:presLayoutVars>
      </dgm:prSet>
      <dgm:spPr/>
    </dgm:pt>
    <dgm:pt modelId="{43580FAA-726D-4D4E-98E4-2C611374362B}" type="pres">
      <dgm:prSet presAssocID="{4CBD907C-B665-49B8-9071-C41A33F323E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9B54530-270C-4BB8-A879-E6561C143F9C}" type="pres">
      <dgm:prSet presAssocID="{A3E803BF-70E9-4831-B9B4-C20C287D44BD}" presName="spacer" presStyleCnt="0"/>
      <dgm:spPr/>
    </dgm:pt>
    <dgm:pt modelId="{89817AA9-9108-4948-9472-463BFCCDD68E}" type="pres">
      <dgm:prSet presAssocID="{A6EFC3FD-F26C-4EF0-A25D-F67BA06950A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BB0D055-6920-4955-AC40-2E10662720EA}" type="pres">
      <dgm:prSet presAssocID="{BA9C71C2-62AA-4194-8034-7145FA457181}" presName="spacer" presStyleCnt="0"/>
      <dgm:spPr/>
    </dgm:pt>
    <dgm:pt modelId="{C0009104-F53A-47B8-87C3-8D8269243954}" type="pres">
      <dgm:prSet presAssocID="{561D2263-EF99-4435-AD29-67A87437D87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F4C590E-AB22-4640-9F11-8018EDADB02C}" srcId="{EAA0021A-C2F7-4B2F-A406-9D48666448F9}" destId="{561D2263-EF99-4435-AD29-67A87437D87D}" srcOrd="2" destOrd="0" parTransId="{22D2DA25-6A33-45FC-8A50-4E7BC4732F21}" sibTransId="{DD5DBB6E-2313-46C0-894A-90B7C58224CA}"/>
    <dgm:cxn modelId="{DA86086D-ED5B-4011-A884-99225A2C680D}" type="presOf" srcId="{561D2263-EF99-4435-AD29-67A87437D87D}" destId="{C0009104-F53A-47B8-87C3-8D8269243954}" srcOrd="0" destOrd="0" presId="urn:microsoft.com/office/officeart/2005/8/layout/vList2"/>
    <dgm:cxn modelId="{6983538D-D5D5-484F-9E35-08FA33B822C0}" type="presOf" srcId="{A6EFC3FD-F26C-4EF0-A25D-F67BA06950A8}" destId="{89817AA9-9108-4948-9472-463BFCCDD68E}" srcOrd="0" destOrd="0" presId="urn:microsoft.com/office/officeart/2005/8/layout/vList2"/>
    <dgm:cxn modelId="{09C08F91-5E02-43C6-8B1B-D42F5250E777}" type="presOf" srcId="{EAA0021A-C2F7-4B2F-A406-9D48666448F9}" destId="{8E0F0AD8-A4CF-4024-B277-0740AF67CDC0}" srcOrd="0" destOrd="0" presId="urn:microsoft.com/office/officeart/2005/8/layout/vList2"/>
    <dgm:cxn modelId="{EDFCC9C7-A885-4222-AF92-D46505777C11}" srcId="{EAA0021A-C2F7-4B2F-A406-9D48666448F9}" destId="{A6EFC3FD-F26C-4EF0-A25D-F67BA06950A8}" srcOrd="1" destOrd="0" parTransId="{D6B5DFEE-A543-46C0-AE73-E3F073AE21DD}" sibTransId="{BA9C71C2-62AA-4194-8034-7145FA457181}"/>
    <dgm:cxn modelId="{32734FD0-BCE2-412B-B29E-842432ECDB77}" type="presOf" srcId="{4CBD907C-B665-49B8-9071-C41A33F323E9}" destId="{43580FAA-726D-4D4E-98E4-2C611374362B}" srcOrd="0" destOrd="0" presId="urn:microsoft.com/office/officeart/2005/8/layout/vList2"/>
    <dgm:cxn modelId="{DFF7FAD9-77BB-4380-B71C-28DAF0F36AC9}" srcId="{EAA0021A-C2F7-4B2F-A406-9D48666448F9}" destId="{4CBD907C-B665-49B8-9071-C41A33F323E9}" srcOrd="0" destOrd="0" parTransId="{836C5BDD-D586-4984-A511-392E50D57841}" sibTransId="{A3E803BF-70E9-4831-B9B4-C20C287D44BD}"/>
    <dgm:cxn modelId="{96C0BAC3-6486-47D2-817D-869896E91B14}" type="presParOf" srcId="{8E0F0AD8-A4CF-4024-B277-0740AF67CDC0}" destId="{43580FAA-726D-4D4E-98E4-2C611374362B}" srcOrd="0" destOrd="0" presId="urn:microsoft.com/office/officeart/2005/8/layout/vList2"/>
    <dgm:cxn modelId="{CB7D0165-95FF-44B2-82EF-D8853AD93CD4}" type="presParOf" srcId="{8E0F0AD8-A4CF-4024-B277-0740AF67CDC0}" destId="{89B54530-270C-4BB8-A879-E6561C143F9C}" srcOrd="1" destOrd="0" presId="urn:microsoft.com/office/officeart/2005/8/layout/vList2"/>
    <dgm:cxn modelId="{2842C3D0-6A3B-4163-9DA6-035544F2D5FF}" type="presParOf" srcId="{8E0F0AD8-A4CF-4024-B277-0740AF67CDC0}" destId="{89817AA9-9108-4948-9472-463BFCCDD68E}" srcOrd="2" destOrd="0" presId="urn:microsoft.com/office/officeart/2005/8/layout/vList2"/>
    <dgm:cxn modelId="{42226CDF-5A33-4465-B4C4-AD59E58BE340}" type="presParOf" srcId="{8E0F0AD8-A4CF-4024-B277-0740AF67CDC0}" destId="{ABB0D055-6920-4955-AC40-2E10662720EA}" srcOrd="3" destOrd="0" presId="urn:microsoft.com/office/officeart/2005/8/layout/vList2"/>
    <dgm:cxn modelId="{B2328D5C-386C-4561-9735-3FA803547CB8}" type="presParOf" srcId="{8E0F0AD8-A4CF-4024-B277-0740AF67CDC0}" destId="{C0009104-F53A-47B8-87C3-8D826924395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9C71B7D8-68D2-4541-B4C7-CA993ACA92F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9F3A2E8-7C5D-4A8C-8233-3C59432767F5}">
      <dgm:prSet/>
      <dgm:spPr/>
      <dgm:t>
        <a:bodyPr/>
        <a:lstStyle/>
        <a:p>
          <a:r>
            <a:rPr lang="uk-UA" b="0" i="0" dirty="0"/>
            <a:t>ліквідував владу місцевих племінних князів, які постійно прагнули автономії.</a:t>
          </a:r>
          <a:endParaRPr lang="uk-UA" dirty="0"/>
        </a:p>
      </dgm:t>
    </dgm:pt>
    <dgm:pt modelId="{CB2B6534-6BF9-41C8-9E34-9E00B8732F87}" type="parTrans" cxnId="{DF2D7071-2499-42C3-B7EC-834459058D03}">
      <dgm:prSet/>
      <dgm:spPr/>
      <dgm:t>
        <a:bodyPr/>
        <a:lstStyle/>
        <a:p>
          <a:endParaRPr lang="uk-UA"/>
        </a:p>
      </dgm:t>
    </dgm:pt>
    <dgm:pt modelId="{A232EB54-4576-4282-9BB7-DA9E24A3A210}" type="sibTrans" cxnId="{DF2D7071-2499-42C3-B7EC-834459058D03}">
      <dgm:prSet/>
      <dgm:spPr/>
      <dgm:t>
        <a:bodyPr/>
        <a:lstStyle/>
        <a:p>
          <a:endParaRPr lang="uk-UA"/>
        </a:p>
      </dgm:t>
    </dgm:pt>
    <dgm:pt modelId="{755E1F5F-094A-41AF-AD47-6B6BCC15F278}">
      <dgm:prSet/>
      <dgm:spPr/>
      <dgm:t>
        <a:bodyPr/>
        <a:lstStyle/>
        <a:p>
          <a:r>
            <a:rPr lang="uk-UA" b="0" i="0"/>
            <a:t>регламентував збирання данини, упровадивши «погости» та «уроки».</a:t>
          </a:r>
          <a:endParaRPr lang="uk-UA"/>
        </a:p>
      </dgm:t>
    </dgm:pt>
    <dgm:pt modelId="{70523D41-0966-43A3-8172-0180093BA136}" type="parTrans" cxnId="{BF6ECA87-444F-4CA3-B0E9-40D9A6303D66}">
      <dgm:prSet/>
      <dgm:spPr/>
      <dgm:t>
        <a:bodyPr/>
        <a:lstStyle/>
        <a:p>
          <a:endParaRPr lang="uk-UA"/>
        </a:p>
      </dgm:t>
    </dgm:pt>
    <dgm:pt modelId="{662F248D-79BB-4AB0-B887-A6506273A90F}" type="sibTrans" cxnId="{BF6ECA87-444F-4CA3-B0E9-40D9A6303D66}">
      <dgm:prSet/>
      <dgm:spPr/>
      <dgm:t>
        <a:bodyPr/>
        <a:lstStyle/>
        <a:p>
          <a:endParaRPr lang="uk-UA"/>
        </a:p>
      </dgm:t>
    </dgm:pt>
    <dgm:pt modelId="{190ED599-C95C-485F-B962-1576B225ABBF}">
      <dgm:prSet/>
      <dgm:spPr/>
      <dgm:t>
        <a:bodyPr/>
        <a:lstStyle/>
        <a:p>
          <a:r>
            <a:rPr lang="uk-UA" b="0" i="0"/>
            <a:t>установив формальну зверхність Києва над племінними союзами.</a:t>
          </a:r>
          <a:endParaRPr lang="uk-UA"/>
        </a:p>
      </dgm:t>
    </dgm:pt>
    <dgm:pt modelId="{D17408F6-B5DB-4861-87A1-7B6EE6238C94}" type="parTrans" cxnId="{9102302C-102D-4142-86EF-63995A38999C}">
      <dgm:prSet/>
      <dgm:spPr/>
      <dgm:t>
        <a:bodyPr/>
        <a:lstStyle/>
        <a:p>
          <a:endParaRPr lang="uk-UA"/>
        </a:p>
      </dgm:t>
    </dgm:pt>
    <dgm:pt modelId="{07D43AE9-E461-457E-A19F-7DD517E7C2A1}" type="sibTrans" cxnId="{9102302C-102D-4142-86EF-63995A38999C}">
      <dgm:prSet/>
      <dgm:spPr/>
      <dgm:t>
        <a:bodyPr/>
        <a:lstStyle/>
        <a:p>
          <a:endParaRPr lang="uk-UA"/>
        </a:p>
      </dgm:t>
    </dgm:pt>
    <dgm:pt modelId="{F48BAE26-6E65-4F68-A286-2C10C1DDAAF5}">
      <dgm:prSet/>
      <dgm:spPr/>
      <dgm:t>
        <a:bodyPr/>
        <a:lstStyle/>
        <a:p>
          <a:r>
            <a:rPr lang="uk-UA" b="0" i="0" dirty="0"/>
            <a:t>запровадив </a:t>
          </a:r>
          <a:r>
            <a:rPr lang="uk-UA" b="0" i="0" dirty="0" err="1"/>
            <a:t>удільно</a:t>
          </a:r>
          <a:r>
            <a:rPr lang="uk-UA" b="0" i="0" dirty="0"/>
            <a:t>-вотчинний устрій держави</a:t>
          </a:r>
          <a:endParaRPr lang="uk-UA" dirty="0"/>
        </a:p>
      </dgm:t>
    </dgm:pt>
    <dgm:pt modelId="{47906264-5249-4027-98DE-430D60EE17A6}" type="parTrans" cxnId="{EE6C1BA1-F5AE-4416-8165-DDAC2AD58596}">
      <dgm:prSet/>
      <dgm:spPr/>
      <dgm:t>
        <a:bodyPr/>
        <a:lstStyle/>
        <a:p>
          <a:endParaRPr lang="uk-UA"/>
        </a:p>
      </dgm:t>
    </dgm:pt>
    <dgm:pt modelId="{86CF7004-94F8-4EEE-AC24-FD65ED95CBEE}" type="sibTrans" cxnId="{EE6C1BA1-F5AE-4416-8165-DDAC2AD58596}">
      <dgm:prSet/>
      <dgm:spPr/>
      <dgm:t>
        <a:bodyPr/>
        <a:lstStyle/>
        <a:p>
          <a:endParaRPr lang="uk-UA"/>
        </a:p>
      </dgm:t>
    </dgm:pt>
    <dgm:pt modelId="{B359C235-8C9A-4A07-819F-B75014FBA5CA}" type="pres">
      <dgm:prSet presAssocID="{9C71B7D8-68D2-4541-B4C7-CA993ACA92F6}" presName="Name0" presStyleCnt="0">
        <dgm:presLayoutVars>
          <dgm:chMax val="7"/>
          <dgm:chPref val="7"/>
          <dgm:dir/>
        </dgm:presLayoutVars>
      </dgm:prSet>
      <dgm:spPr/>
    </dgm:pt>
    <dgm:pt modelId="{59E90B94-8368-4DE5-9830-E00728CC87CF}" type="pres">
      <dgm:prSet presAssocID="{9C71B7D8-68D2-4541-B4C7-CA993ACA92F6}" presName="Name1" presStyleCnt="0"/>
      <dgm:spPr/>
    </dgm:pt>
    <dgm:pt modelId="{F0A7F6E5-E944-4C3C-BD31-9EDB4583A0F2}" type="pres">
      <dgm:prSet presAssocID="{9C71B7D8-68D2-4541-B4C7-CA993ACA92F6}" presName="cycle" presStyleCnt="0"/>
      <dgm:spPr/>
    </dgm:pt>
    <dgm:pt modelId="{345BC9A2-AE21-4FB9-9E27-6A52ED31AE2E}" type="pres">
      <dgm:prSet presAssocID="{9C71B7D8-68D2-4541-B4C7-CA993ACA92F6}" presName="srcNode" presStyleLbl="node1" presStyleIdx="0" presStyleCnt="4"/>
      <dgm:spPr/>
    </dgm:pt>
    <dgm:pt modelId="{CF788C90-C31F-472D-9CB3-09FB3F15ECF9}" type="pres">
      <dgm:prSet presAssocID="{9C71B7D8-68D2-4541-B4C7-CA993ACA92F6}" presName="conn" presStyleLbl="parChTrans1D2" presStyleIdx="0" presStyleCnt="1"/>
      <dgm:spPr/>
    </dgm:pt>
    <dgm:pt modelId="{1CC95A8D-3B59-4BB8-BB43-EAC16F9E2F9A}" type="pres">
      <dgm:prSet presAssocID="{9C71B7D8-68D2-4541-B4C7-CA993ACA92F6}" presName="extraNode" presStyleLbl="node1" presStyleIdx="0" presStyleCnt="4"/>
      <dgm:spPr/>
    </dgm:pt>
    <dgm:pt modelId="{30B06F8A-38EA-43F4-A6B6-F3796360329C}" type="pres">
      <dgm:prSet presAssocID="{9C71B7D8-68D2-4541-B4C7-CA993ACA92F6}" presName="dstNode" presStyleLbl="node1" presStyleIdx="0" presStyleCnt="4"/>
      <dgm:spPr/>
    </dgm:pt>
    <dgm:pt modelId="{AF014ACB-CD39-4E2F-A48B-924ABA3DA9D5}" type="pres">
      <dgm:prSet presAssocID="{49F3A2E8-7C5D-4A8C-8233-3C59432767F5}" presName="text_1" presStyleLbl="node1" presStyleIdx="0" presStyleCnt="4">
        <dgm:presLayoutVars>
          <dgm:bulletEnabled val="1"/>
        </dgm:presLayoutVars>
      </dgm:prSet>
      <dgm:spPr/>
    </dgm:pt>
    <dgm:pt modelId="{A340E603-6783-4E4A-A163-017BA7690F9A}" type="pres">
      <dgm:prSet presAssocID="{49F3A2E8-7C5D-4A8C-8233-3C59432767F5}" presName="accent_1" presStyleCnt="0"/>
      <dgm:spPr/>
    </dgm:pt>
    <dgm:pt modelId="{B4CDFF3A-63CF-4599-9E0F-A39DD1A6D96C}" type="pres">
      <dgm:prSet presAssocID="{49F3A2E8-7C5D-4A8C-8233-3C59432767F5}" presName="accentRepeatNode" presStyleLbl="solidFgAcc1" presStyleIdx="0" presStyleCnt="4"/>
      <dgm:spPr/>
    </dgm:pt>
    <dgm:pt modelId="{57298E8F-7D30-40A9-9AC1-82EA4F3B0C64}" type="pres">
      <dgm:prSet presAssocID="{755E1F5F-094A-41AF-AD47-6B6BCC15F278}" presName="text_2" presStyleLbl="node1" presStyleIdx="1" presStyleCnt="4">
        <dgm:presLayoutVars>
          <dgm:bulletEnabled val="1"/>
        </dgm:presLayoutVars>
      </dgm:prSet>
      <dgm:spPr/>
    </dgm:pt>
    <dgm:pt modelId="{967987F5-34E8-4F78-B102-BC60A63A17C3}" type="pres">
      <dgm:prSet presAssocID="{755E1F5F-094A-41AF-AD47-6B6BCC15F278}" presName="accent_2" presStyleCnt="0"/>
      <dgm:spPr/>
    </dgm:pt>
    <dgm:pt modelId="{17B2F8A3-065F-40AD-BE43-3FE826C93D72}" type="pres">
      <dgm:prSet presAssocID="{755E1F5F-094A-41AF-AD47-6B6BCC15F278}" presName="accentRepeatNode" presStyleLbl="solidFgAcc1" presStyleIdx="1" presStyleCnt="4"/>
      <dgm:spPr/>
    </dgm:pt>
    <dgm:pt modelId="{B81C0A44-7F39-4190-AC6B-2F61E4215423}" type="pres">
      <dgm:prSet presAssocID="{190ED599-C95C-485F-B962-1576B225ABBF}" presName="text_3" presStyleLbl="node1" presStyleIdx="2" presStyleCnt="4">
        <dgm:presLayoutVars>
          <dgm:bulletEnabled val="1"/>
        </dgm:presLayoutVars>
      </dgm:prSet>
      <dgm:spPr/>
    </dgm:pt>
    <dgm:pt modelId="{2E842D80-97A4-4608-9E6F-88E369A08D4C}" type="pres">
      <dgm:prSet presAssocID="{190ED599-C95C-485F-B962-1576B225ABBF}" presName="accent_3" presStyleCnt="0"/>
      <dgm:spPr/>
    </dgm:pt>
    <dgm:pt modelId="{A0125CBD-9EC6-43B1-8638-F943CA0A01A0}" type="pres">
      <dgm:prSet presAssocID="{190ED599-C95C-485F-B962-1576B225ABBF}" presName="accentRepeatNode" presStyleLbl="solidFgAcc1" presStyleIdx="2" presStyleCnt="4"/>
      <dgm:spPr/>
    </dgm:pt>
    <dgm:pt modelId="{B09FE9CC-DE6C-4A3E-BABA-4F355F560E01}" type="pres">
      <dgm:prSet presAssocID="{F48BAE26-6E65-4F68-A286-2C10C1DDAAF5}" presName="text_4" presStyleLbl="node1" presStyleIdx="3" presStyleCnt="4">
        <dgm:presLayoutVars>
          <dgm:bulletEnabled val="1"/>
        </dgm:presLayoutVars>
      </dgm:prSet>
      <dgm:spPr/>
    </dgm:pt>
    <dgm:pt modelId="{9760912B-3F4E-4847-8E6B-4E70D7A59DD1}" type="pres">
      <dgm:prSet presAssocID="{F48BAE26-6E65-4F68-A286-2C10C1DDAAF5}" presName="accent_4" presStyleCnt="0"/>
      <dgm:spPr/>
    </dgm:pt>
    <dgm:pt modelId="{E91839EB-CBA4-4488-876D-D14350675321}" type="pres">
      <dgm:prSet presAssocID="{F48BAE26-6E65-4F68-A286-2C10C1DDAAF5}" presName="accentRepeatNode" presStyleLbl="solidFgAcc1" presStyleIdx="3" presStyleCnt="4"/>
      <dgm:spPr/>
    </dgm:pt>
  </dgm:ptLst>
  <dgm:cxnLst>
    <dgm:cxn modelId="{7689E216-5C62-4D33-9E3D-667C5EAA14D3}" type="presOf" srcId="{190ED599-C95C-485F-B962-1576B225ABBF}" destId="{B81C0A44-7F39-4190-AC6B-2F61E4215423}" srcOrd="0" destOrd="0" presId="urn:microsoft.com/office/officeart/2008/layout/VerticalCurvedList"/>
    <dgm:cxn modelId="{79DBE829-DDCC-4C17-A541-F94E210E6BE9}" type="presOf" srcId="{A232EB54-4576-4282-9BB7-DA9E24A3A210}" destId="{CF788C90-C31F-472D-9CB3-09FB3F15ECF9}" srcOrd="0" destOrd="0" presId="urn:microsoft.com/office/officeart/2008/layout/VerticalCurvedList"/>
    <dgm:cxn modelId="{9102302C-102D-4142-86EF-63995A38999C}" srcId="{9C71B7D8-68D2-4541-B4C7-CA993ACA92F6}" destId="{190ED599-C95C-485F-B962-1576B225ABBF}" srcOrd="2" destOrd="0" parTransId="{D17408F6-B5DB-4861-87A1-7B6EE6238C94}" sibTransId="{07D43AE9-E461-457E-A19F-7DD517E7C2A1}"/>
    <dgm:cxn modelId="{E8F8C136-A99C-4678-B0CC-5455528206C4}" type="presOf" srcId="{49F3A2E8-7C5D-4A8C-8233-3C59432767F5}" destId="{AF014ACB-CD39-4E2F-A48B-924ABA3DA9D5}" srcOrd="0" destOrd="0" presId="urn:microsoft.com/office/officeart/2008/layout/VerticalCurvedList"/>
    <dgm:cxn modelId="{DF2D7071-2499-42C3-B7EC-834459058D03}" srcId="{9C71B7D8-68D2-4541-B4C7-CA993ACA92F6}" destId="{49F3A2E8-7C5D-4A8C-8233-3C59432767F5}" srcOrd="0" destOrd="0" parTransId="{CB2B6534-6BF9-41C8-9E34-9E00B8732F87}" sibTransId="{A232EB54-4576-4282-9BB7-DA9E24A3A210}"/>
    <dgm:cxn modelId="{BF6ECA87-444F-4CA3-B0E9-40D9A6303D66}" srcId="{9C71B7D8-68D2-4541-B4C7-CA993ACA92F6}" destId="{755E1F5F-094A-41AF-AD47-6B6BCC15F278}" srcOrd="1" destOrd="0" parTransId="{70523D41-0966-43A3-8172-0180093BA136}" sibTransId="{662F248D-79BB-4AB0-B887-A6506273A90F}"/>
    <dgm:cxn modelId="{EE6C1BA1-F5AE-4416-8165-DDAC2AD58596}" srcId="{9C71B7D8-68D2-4541-B4C7-CA993ACA92F6}" destId="{F48BAE26-6E65-4F68-A286-2C10C1DDAAF5}" srcOrd="3" destOrd="0" parTransId="{47906264-5249-4027-98DE-430D60EE17A6}" sibTransId="{86CF7004-94F8-4EEE-AC24-FD65ED95CBEE}"/>
    <dgm:cxn modelId="{FDAFC9D8-C400-4371-A8C4-13A2C880C5D8}" type="presOf" srcId="{755E1F5F-094A-41AF-AD47-6B6BCC15F278}" destId="{57298E8F-7D30-40A9-9AC1-82EA4F3B0C64}" srcOrd="0" destOrd="0" presId="urn:microsoft.com/office/officeart/2008/layout/VerticalCurvedList"/>
    <dgm:cxn modelId="{23DC77D9-2663-4273-AA8A-08E913E313EC}" type="presOf" srcId="{9C71B7D8-68D2-4541-B4C7-CA993ACA92F6}" destId="{B359C235-8C9A-4A07-819F-B75014FBA5CA}" srcOrd="0" destOrd="0" presId="urn:microsoft.com/office/officeart/2008/layout/VerticalCurvedList"/>
    <dgm:cxn modelId="{77FCE8E2-0320-4184-A87C-AA13251C1C49}" type="presOf" srcId="{F48BAE26-6E65-4F68-A286-2C10C1DDAAF5}" destId="{B09FE9CC-DE6C-4A3E-BABA-4F355F560E01}" srcOrd="0" destOrd="0" presId="urn:microsoft.com/office/officeart/2008/layout/VerticalCurvedList"/>
    <dgm:cxn modelId="{B2B49755-37CE-4B7C-AA7A-74EC053D2B21}" type="presParOf" srcId="{B359C235-8C9A-4A07-819F-B75014FBA5CA}" destId="{59E90B94-8368-4DE5-9830-E00728CC87CF}" srcOrd="0" destOrd="0" presId="urn:microsoft.com/office/officeart/2008/layout/VerticalCurvedList"/>
    <dgm:cxn modelId="{A97992CD-F153-4C25-B81D-1FC20F0215D3}" type="presParOf" srcId="{59E90B94-8368-4DE5-9830-E00728CC87CF}" destId="{F0A7F6E5-E944-4C3C-BD31-9EDB4583A0F2}" srcOrd="0" destOrd="0" presId="urn:microsoft.com/office/officeart/2008/layout/VerticalCurvedList"/>
    <dgm:cxn modelId="{B00A4F1C-9E4D-4061-9370-9D3C01B1A6A4}" type="presParOf" srcId="{F0A7F6E5-E944-4C3C-BD31-9EDB4583A0F2}" destId="{345BC9A2-AE21-4FB9-9E27-6A52ED31AE2E}" srcOrd="0" destOrd="0" presId="urn:microsoft.com/office/officeart/2008/layout/VerticalCurvedList"/>
    <dgm:cxn modelId="{6EF0033F-B073-4B73-8A07-3F917A89482D}" type="presParOf" srcId="{F0A7F6E5-E944-4C3C-BD31-9EDB4583A0F2}" destId="{CF788C90-C31F-472D-9CB3-09FB3F15ECF9}" srcOrd="1" destOrd="0" presId="urn:microsoft.com/office/officeart/2008/layout/VerticalCurvedList"/>
    <dgm:cxn modelId="{6C7B1C2B-E1D2-4EA7-863D-4D8E0FC1C547}" type="presParOf" srcId="{F0A7F6E5-E944-4C3C-BD31-9EDB4583A0F2}" destId="{1CC95A8D-3B59-4BB8-BB43-EAC16F9E2F9A}" srcOrd="2" destOrd="0" presId="urn:microsoft.com/office/officeart/2008/layout/VerticalCurvedList"/>
    <dgm:cxn modelId="{DC6F7B2D-8092-46CA-9420-6A8CF44BE7E1}" type="presParOf" srcId="{F0A7F6E5-E944-4C3C-BD31-9EDB4583A0F2}" destId="{30B06F8A-38EA-43F4-A6B6-F3796360329C}" srcOrd="3" destOrd="0" presId="urn:microsoft.com/office/officeart/2008/layout/VerticalCurvedList"/>
    <dgm:cxn modelId="{CEB8A70D-F64F-4693-A1EC-1972EBB578C2}" type="presParOf" srcId="{59E90B94-8368-4DE5-9830-E00728CC87CF}" destId="{AF014ACB-CD39-4E2F-A48B-924ABA3DA9D5}" srcOrd="1" destOrd="0" presId="urn:microsoft.com/office/officeart/2008/layout/VerticalCurvedList"/>
    <dgm:cxn modelId="{5DE69382-99C7-42A0-87F1-BDA630088F99}" type="presParOf" srcId="{59E90B94-8368-4DE5-9830-E00728CC87CF}" destId="{A340E603-6783-4E4A-A163-017BA7690F9A}" srcOrd="2" destOrd="0" presId="urn:microsoft.com/office/officeart/2008/layout/VerticalCurvedList"/>
    <dgm:cxn modelId="{1BE9812F-CAA7-498B-B2A4-301A638B854A}" type="presParOf" srcId="{A340E603-6783-4E4A-A163-017BA7690F9A}" destId="{B4CDFF3A-63CF-4599-9E0F-A39DD1A6D96C}" srcOrd="0" destOrd="0" presId="urn:microsoft.com/office/officeart/2008/layout/VerticalCurvedList"/>
    <dgm:cxn modelId="{B0976CAD-7888-4227-A717-C27D4BDD05D0}" type="presParOf" srcId="{59E90B94-8368-4DE5-9830-E00728CC87CF}" destId="{57298E8F-7D30-40A9-9AC1-82EA4F3B0C64}" srcOrd="3" destOrd="0" presId="urn:microsoft.com/office/officeart/2008/layout/VerticalCurvedList"/>
    <dgm:cxn modelId="{426367E6-40FB-493E-9BBD-A5EBA0F5197F}" type="presParOf" srcId="{59E90B94-8368-4DE5-9830-E00728CC87CF}" destId="{967987F5-34E8-4F78-B102-BC60A63A17C3}" srcOrd="4" destOrd="0" presId="urn:microsoft.com/office/officeart/2008/layout/VerticalCurvedList"/>
    <dgm:cxn modelId="{1FD20769-CD6D-4888-B61E-F0CD512EEF36}" type="presParOf" srcId="{967987F5-34E8-4F78-B102-BC60A63A17C3}" destId="{17B2F8A3-065F-40AD-BE43-3FE826C93D72}" srcOrd="0" destOrd="0" presId="urn:microsoft.com/office/officeart/2008/layout/VerticalCurvedList"/>
    <dgm:cxn modelId="{227582DC-B124-4DB2-AC93-B02C9323CBD7}" type="presParOf" srcId="{59E90B94-8368-4DE5-9830-E00728CC87CF}" destId="{B81C0A44-7F39-4190-AC6B-2F61E4215423}" srcOrd="5" destOrd="0" presId="urn:microsoft.com/office/officeart/2008/layout/VerticalCurvedList"/>
    <dgm:cxn modelId="{94EF5167-C92F-462E-99B1-AFE594BEEDE5}" type="presParOf" srcId="{59E90B94-8368-4DE5-9830-E00728CC87CF}" destId="{2E842D80-97A4-4608-9E6F-88E369A08D4C}" srcOrd="6" destOrd="0" presId="urn:microsoft.com/office/officeart/2008/layout/VerticalCurvedList"/>
    <dgm:cxn modelId="{9D2B042A-D539-4770-B564-946D10F99B32}" type="presParOf" srcId="{2E842D80-97A4-4608-9E6F-88E369A08D4C}" destId="{A0125CBD-9EC6-43B1-8638-F943CA0A01A0}" srcOrd="0" destOrd="0" presId="urn:microsoft.com/office/officeart/2008/layout/VerticalCurvedList"/>
    <dgm:cxn modelId="{F90227CF-F418-4446-953A-E43E6C319DEC}" type="presParOf" srcId="{59E90B94-8368-4DE5-9830-E00728CC87CF}" destId="{B09FE9CC-DE6C-4A3E-BABA-4F355F560E01}" srcOrd="7" destOrd="0" presId="urn:microsoft.com/office/officeart/2008/layout/VerticalCurvedList"/>
    <dgm:cxn modelId="{70A9D47E-ADB3-4E58-AB98-2F3E6231DC07}" type="presParOf" srcId="{59E90B94-8368-4DE5-9830-E00728CC87CF}" destId="{9760912B-3F4E-4847-8E6B-4E70D7A59DD1}" srcOrd="8" destOrd="0" presId="urn:microsoft.com/office/officeart/2008/layout/VerticalCurvedList"/>
    <dgm:cxn modelId="{E203B23A-CA1F-4FE2-AD40-76077BE9A434}" type="presParOf" srcId="{9760912B-3F4E-4847-8E6B-4E70D7A59DD1}" destId="{E91839EB-CBA4-4488-876D-D1435067532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13E3C956-0FE5-4A2B-A750-FE31EDC8DBF4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EB7F14F-A804-4E94-BF9C-62C2A53FA117}">
      <dgm:prSet/>
      <dgm:spPr/>
      <dgm:t>
        <a:bodyPr/>
        <a:lstStyle/>
        <a:p>
          <a:r>
            <a:rPr lang="ru-RU" b="0" i="0"/>
            <a:t>перемозі над печенігами в битві під Києвом.</a:t>
          </a:r>
          <a:endParaRPr lang="uk-UA"/>
        </a:p>
      </dgm:t>
    </dgm:pt>
    <dgm:pt modelId="{6174E34C-DA73-4082-B9E5-738932BAACD4}" type="parTrans" cxnId="{9D053B05-B3E1-4105-9347-1BCF76A3A6B1}">
      <dgm:prSet/>
      <dgm:spPr/>
      <dgm:t>
        <a:bodyPr/>
        <a:lstStyle/>
        <a:p>
          <a:endParaRPr lang="uk-UA"/>
        </a:p>
      </dgm:t>
    </dgm:pt>
    <dgm:pt modelId="{4E382952-C992-4493-8BF8-8979C7041C0E}" type="sibTrans" cxnId="{9D053B05-B3E1-4105-9347-1BCF76A3A6B1}">
      <dgm:prSet/>
      <dgm:spPr/>
      <dgm:t>
        <a:bodyPr/>
        <a:lstStyle/>
        <a:p>
          <a:endParaRPr lang="uk-UA"/>
        </a:p>
      </dgm:t>
    </dgm:pt>
    <dgm:pt modelId="{E7F3BAC9-D812-410C-8119-EDB488FD5890}">
      <dgm:prSet/>
      <dgm:spPr/>
      <dgm:t>
        <a:bodyPr/>
        <a:lstStyle/>
        <a:p>
          <a:r>
            <a:rPr lang="ru-RU" b="0" i="0" dirty="0" err="1"/>
            <a:t>створенню</a:t>
          </a:r>
          <a:r>
            <a:rPr lang="ru-RU" b="0" i="0" dirty="0"/>
            <a:t> </a:t>
          </a:r>
          <a:r>
            <a:rPr lang="ru-RU" b="0" i="0" dirty="0" err="1"/>
            <a:t>збірника</a:t>
          </a:r>
          <a:r>
            <a:rPr lang="ru-RU" b="0" i="0" dirty="0"/>
            <a:t> </a:t>
          </a:r>
          <a:r>
            <a:rPr lang="ru-RU" b="0" i="0" dirty="0" err="1"/>
            <a:t>законів</a:t>
          </a:r>
          <a:r>
            <a:rPr lang="ru-RU" b="0" i="0" dirty="0"/>
            <a:t> «</a:t>
          </a:r>
          <a:r>
            <a:rPr lang="ru-RU" b="0" i="0" dirty="0" err="1"/>
            <a:t>Руська</a:t>
          </a:r>
          <a:r>
            <a:rPr lang="ru-RU" b="0" i="0" dirty="0"/>
            <a:t> правда».</a:t>
          </a:r>
          <a:endParaRPr lang="uk-UA" dirty="0"/>
        </a:p>
      </dgm:t>
    </dgm:pt>
    <dgm:pt modelId="{1BF3F507-3BBB-4CB9-977E-98D9511C6601}" type="parTrans" cxnId="{F3CEE639-F01C-4C85-A13F-DBC4E08EED28}">
      <dgm:prSet/>
      <dgm:spPr/>
      <dgm:t>
        <a:bodyPr/>
        <a:lstStyle/>
        <a:p>
          <a:endParaRPr lang="uk-UA"/>
        </a:p>
      </dgm:t>
    </dgm:pt>
    <dgm:pt modelId="{CA6F06D7-D004-4219-B71C-F364AC2C381B}" type="sibTrans" cxnId="{F3CEE639-F01C-4C85-A13F-DBC4E08EED28}">
      <dgm:prSet/>
      <dgm:spPr/>
      <dgm:t>
        <a:bodyPr/>
        <a:lstStyle/>
        <a:p>
          <a:endParaRPr lang="uk-UA"/>
        </a:p>
      </dgm:t>
    </dgm:pt>
    <dgm:pt modelId="{1F8B400D-6D65-4B4A-BB3A-F046A361EC41}">
      <dgm:prSet/>
      <dgm:spPr/>
      <dgm:t>
        <a:bodyPr/>
        <a:lstStyle/>
        <a:p>
          <a:r>
            <a:rPr lang="ru-RU" b="0" i="0" dirty="0" err="1"/>
            <a:t>заснуванню</a:t>
          </a:r>
          <a:r>
            <a:rPr lang="ru-RU" b="0" i="0" dirty="0"/>
            <a:t> </a:t>
          </a:r>
          <a:r>
            <a:rPr lang="ru-RU" b="0" i="0" dirty="0" err="1"/>
            <a:t>Києво-Печерського</a:t>
          </a:r>
          <a:r>
            <a:rPr lang="ru-RU" b="0" i="0" dirty="0"/>
            <a:t> </a:t>
          </a:r>
          <a:r>
            <a:rPr lang="ru-RU" b="0" i="0" dirty="0" err="1"/>
            <a:t>монастиря</a:t>
          </a:r>
          <a:r>
            <a:rPr lang="ru-RU" b="0" i="0" dirty="0"/>
            <a:t>.</a:t>
          </a:r>
          <a:endParaRPr lang="uk-UA" dirty="0"/>
        </a:p>
      </dgm:t>
    </dgm:pt>
    <dgm:pt modelId="{6CF43D40-71CE-46B7-BDF5-131EF28CEFE8}" type="parTrans" cxnId="{39D5C725-E171-412C-9D82-D05652626637}">
      <dgm:prSet/>
      <dgm:spPr/>
      <dgm:t>
        <a:bodyPr/>
        <a:lstStyle/>
        <a:p>
          <a:endParaRPr lang="uk-UA"/>
        </a:p>
      </dgm:t>
    </dgm:pt>
    <dgm:pt modelId="{9123352E-E6D0-4694-9AC0-719682BE42FE}" type="sibTrans" cxnId="{39D5C725-E171-412C-9D82-D05652626637}">
      <dgm:prSet/>
      <dgm:spPr/>
      <dgm:t>
        <a:bodyPr/>
        <a:lstStyle/>
        <a:p>
          <a:endParaRPr lang="uk-UA"/>
        </a:p>
      </dgm:t>
    </dgm:pt>
    <dgm:pt modelId="{F3EFDC1E-99A5-4776-91C4-FFDA1AB9F44D}">
      <dgm:prSet/>
      <dgm:spPr/>
      <dgm:t>
        <a:bodyPr/>
        <a:lstStyle/>
        <a:p>
          <a:r>
            <a:rPr lang="ru-RU" b="0" i="0" dirty="0" err="1"/>
            <a:t>успадкуванню</a:t>
          </a:r>
          <a:r>
            <a:rPr lang="ru-RU" b="0" i="0" dirty="0"/>
            <a:t> земель князя Мстислава </a:t>
          </a:r>
          <a:r>
            <a:rPr lang="ru-RU" b="0" i="0" dirty="0" err="1"/>
            <a:t>Володимировича</a:t>
          </a:r>
          <a:r>
            <a:rPr lang="ru-RU" b="0" i="0" dirty="0"/>
            <a:t>.</a:t>
          </a:r>
          <a:endParaRPr lang="uk-UA" dirty="0"/>
        </a:p>
      </dgm:t>
    </dgm:pt>
    <dgm:pt modelId="{201F71B9-88B2-4CB0-B385-72FB3C850084}" type="parTrans" cxnId="{80EAB67B-DF92-4406-9228-1821C6DFA31E}">
      <dgm:prSet/>
      <dgm:spPr/>
      <dgm:t>
        <a:bodyPr/>
        <a:lstStyle/>
        <a:p>
          <a:endParaRPr lang="uk-UA"/>
        </a:p>
      </dgm:t>
    </dgm:pt>
    <dgm:pt modelId="{F1F250FD-0B2F-42F0-89E5-9096E730CE88}" type="sibTrans" cxnId="{80EAB67B-DF92-4406-9228-1821C6DFA31E}">
      <dgm:prSet/>
      <dgm:spPr/>
      <dgm:t>
        <a:bodyPr/>
        <a:lstStyle/>
        <a:p>
          <a:endParaRPr lang="uk-UA"/>
        </a:p>
      </dgm:t>
    </dgm:pt>
    <dgm:pt modelId="{353AD391-1684-4431-8CB0-5E4CF2D02B85}" type="pres">
      <dgm:prSet presAssocID="{13E3C956-0FE5-4A2B-A750-FE31EDC8DBF4}" presName="Name0" presStyleCnt="0">
        <dgm:presLayoutVars>
          <dgm:chMax val="7"/>
          <dgm:chPref val="7"/>
          <dgm:dir/>
        </dgm:presLayoutVars>
      </dgm:prSet>
      <dgm:spPr/>
    </dgm:pt>
    <dgm:pt modelId="{188E3E23-02CA-4821-918A-1F29511120C7}" type="pres">
      <dgm:prSet presAssocID="{13E3C956-0FE5-4A2B-A750-FE31EDC8DBF4}" presName="Name1" presStyleCnt="0"/>
      <dgm:spPr/>
    </dgm:pt>
    <dgm:pt modelId="{5F010B7D-7EC9-465E-9515-E654CD01A766}" type="pres">
      <dgm:prSet presAssocID="{13E3C956-0FE5-4A2B-A750-FE31EDC8DBF4}" presName="cycle" presStyleCnt="0"/>
      <dgm:spPr/>
    </dgm:pt>
    <dgm:pt modelId="{AFC3861C-2DC9-44AB-A386-10D0F1BD2871}" type="pres">
      <dgm:prSet presAssocID="{13E3C956-0FE5-4A2B-A750-FE31EDC8DBF4}" presName="srcNode" presStyleLbl="node1" presStyleIdx="0" presStyleCnt="4"/>
      <dgm:spPr/>
    </dgm:pt>
    <dgm:pt modelId="{95813A1E-9D58-40E3-9D8A-29181E18EEC2}" type="pres">
      <dgm:prSet presAssocID="{13E3C956-0FE5-4A2B-A750-FE31EDC8DBF4}" presName="conn" presStyleLbl="parChTrans1D2" presStyleIdx="0" presStyleCnt="1"/>
      <dgm:spPr/>
    </dgm:pt>
    <dgm:pt modelId="{9EFFBF47-4744-42A8-959E-43FCF7288C05}" type="pres">
      <dgm:prSet presAssocID="{13E3C956-0FE5-4A2B-A750-FE31EDC8DBF4}" presName="extraNode" presStyleLbl="node1" presStyleIdx="0" presStyleCnt="4"/>
      <dgm:spPr/>
    </dgm:pt>
    <dgm:pt modelId="{F2FE978A-613D-4A28-B8B7-06185095F666}" type="pres">
      <dgm:prSet presAssocID="{13E3C956-0FE5-4A2B-A750-FE31EDC8DBF4}" presName="dstNode" presStyleLbl="node1" presStyleIdx="0" presStyleCnt="4"/>
      <dgm:spPr/>
    </dgm:pt>
    <dgm:pt modelId="{08EB7948-77D9-408C-934B-1D112AC75363}" type="pres">
      <dgm:prSet presAssocID="{6EB7F14F-A804-4E94-BF9C-62C2A53FA117}" presName="text_1" presStyleLbl="node1" presStyleIdx="0" presStyleCnt="4">
        <dgm:presLayoutVars>
          <dgm:bulletEnabled val="1"/>
        </dgm:presLayoutVars>
      </dgm:prSet>
      <dgm:spPr/>
    </dgm:pt>
    <dgm:pt modelId="{739A17E8-55C2-42A5-B877-000D7344E60F}" type="pres">
      <dgm:prSet presAssocID="{6EB7F14F-A804-4E94-BF9C-62C2A53FA117}" presName="accent_1" presStyleCnt="0"/>
      <dgm:spPr/>
    </dgm:pt>
    <dgm:pt modelId="{1EB94343-9B2D-49FA-A12B-C40A7FE660AB}" type="pres">
      <dgm:prSet presAssocID="{6EB7F14F-A804-4E94-BF9C-62C2A53FA117}" presName="accentRepeatNode" presStyleLbl="solidFgAcc1" presStyleIdx="0" presStyleCnt="4"/>
      <dgm:spPr/>
    </dgm:pt>
    <dgm:pt modelId="{CE16ED07-0913-4FB4-8F47-0424CDD8F799}" type="pres">
      <dgm:prSet presAssocID="{E7F3BAC9-D812-410C-8119-EDB488FD5890}" presName="text_2" presStyleLbl="node1" presStyleIdx="1" presStyleCnt="4">
        <dgm:presLayoutVars>
          <dgm:bulletEnabled val="1"/>
        </dgm:presLayoutVars>
      </dgm:prSet>
      <dgm:spPr/>
    </dgm:pt>
    <dgm:pt modelId="{AD24AB18-087C-4917-AF18-1D3E098F25DC}" type="pres">
      <dgm:prSet presAssocID="{E7F3BAC9-D812-410C-8119-EDB488FD5890}" presName="accent_2" presStyleCnt="0"/>
      <dgm:spPr/>
    </dgm:pt>
    <dgm:pt modelId="{8579B792-3D30-49A2-93CD-0992095CF02B}" type="pres">
      <dgm:prSet presAssocID="{E7F3BAC9-D812-410C-8119-EDB488FD5890}" presName="accentRepeatNode" presStyleLbl="solidFgAcc1" presStyleIdx="1" presStyleCnt="4"/>
      <dgm:spPr/>
    </dgm:pt>
    <dgm:pt modelId="{33D9573F-9A75-4CC3-BD2D-4ECCF5CD9068}" type="pres">
      <dgm:prSet presAssocID="{1F8B400D-6D65-4B4A-BB3A-F046A361EC41}" presName="text_3" presStyleLbl="node1" presStyleIdx="2" presStyleCnt="4">
        <dgm:presLayoutVars>
          <dgm:bulletEnabled val="1"/>
        </dgm:presLayoutVars>
      </dgm:prSet>
      <dgm:spPr/>
    </dgm:pt>
    <dgm:pt modelId="{7CFCDA48-5252-4BA6-9387-E8CA121107C3}" type="pres">
      <dgm:prSet presAssocID="{1F8B400D-6D65-4B4A-BB3A-F046A361EC41}" presName="accent_3" presStyleCnt="0"/>
      <dgm:spPr/>
    </dgm:pt>
    <dgm:pt modelId="{3DDD97B9-4286-4219-9D60-0C9A2D9C93CC}" type="pres">
      <dgm:prSet presAssocID="{1F8B400D-6D65-4B4A-BB3A-F046A361EC41}" presName="accentRepeatNode" presStyleLbl="solidFgAcc1" presStyleIdx="2" presStyleCnt="4"/>
      <dgm:spPr/>
    </dgm:pt>
    <dgm:pt modelId="{5C3F8185-C2CC-488A-B291-361923FFE057}" type="pres">
      <dgm:prSet presAssocID="{F3EFDC1E-99A5-4776-91C4-FFDA1AB9F44D}" presName="text_4" presStyleLbl="node1" presStyleIdx="3" presStyleCnt="4">
        <dgm:presLayoutVars>
          <dgm:bulletEnabled val="1"/>
        </dgm:presLayoutVars>
      </dgm:prSet>
      <dgm:spPr/>
    </dgm:pt>
    <dgm:pt modelId="{6B37AE8B-BD97-48B8-AA32-C058B48B6E3A}" type="pres">
      <dgm:prSet presAssocID="{F3EFDC1E-99A5-4776-91C4-FFDA1AB9F44D}" presName="accent_4" presStyleCnt="0"/>
      <dgm:spPr/>
    </dgm:pt>
    <dgm:pt modelId="{73DB7E8E-B689-4F87-A6DE-993F77D388DD}" type="pres">
      <dgm:prSet presAssocID="{F3EFDC1E-99A5-4776-91C4-FFDA1AB9F44D}" presName="accentRepeatNode" presStyleLbl="solidFgAcc1" presStyleIdx="3" presStyleCnt="4"/>
      <dgm:spPr/>
    </dgm:pt>
  </dgm:ptLst>
  <dgm:cxnLst>
    <dgm:cxn modelId="{9D053B05-B3E1-4105-9347-1BCF76A3A6B1}" srcId="{13E3C956-0FE5-4A2B-A750-FE31EDC8DBF4}" destId="{6EB7F14F-A804-4E94-BF9C-62C2A53FA117}" srcOrd="0" destOrd="0" parTransId="{6174E34C-DA73-4082-B9E5-738932BAACD4}" sibTransId="{4E382952-C992-4493-8BF8-8979C7041C0E}"/>
    <dgm:cxn modelId="{7583CF16-A964-4B71-9821-0B0A9FCF98DC}" type="presOf" srcId="{F3EFDC1E-99A5-4776-91C4-FFDA1AB9F44D}" destId="{5C3F8185-C2CC-488A-B291-361923FFE057}" srcOrd="0" destOrd="0" presId="urn:microsoft.com/office/officeart/2008/layout/VerticalCurvedList"/>
    <dgm:cxn modelId="{39D5C725-E171-412C-9D82-D05652626637}" srcId="{13E3C956-0FE5-4A2B-A750-FE31EDC8DBF4}" destId="{1F8B400D-6D65-4B4A-BB3A-F046A361EC41}" srcOrd="2" destOrd="0" parTransId="{6CF43D40-71CE-46B7-BDF5-131EF28CEFE8}" sibTransId="{9123352E-E6D0-4694-9AC0-719682BE42FE}"/>
    <dgm:cxn modelId="{3D54EA36-85EF-4D45-AE7F-C5BB8192964E}" type="presOf" srcId="{6EB7F14F-A804-4E94-BF9C-62C2A53FA117}" destId="{08EB7948-77D9-408C-934B-1D112AC75363}" srcOrd="0" destOrd="0" presId="urn:microsoft.com/office/officeart/2008/layout/VerticalCurvedList"/>
    <dgm:cxn modelId="{F3CEE639-F01C-4C85-A13F-DBC4E08EED28}" srcId="{13E3C956-0FE5-4A2B-A750-FE31EDC8DBF4}" destId="{E7F3BAC9-D812-410C-8119-EDB488FD5890}" srcOrd="1" destOrd="0" parTransId="{1BF3F507-3BBB-4CB9-977E-98D9511C6601}" sibTransId="{CA6F06D7-D004-4219-B71C-F364AC2C381B}"/>
    <dgm:cxn modelId="{D3D1E340-99F5-4763-8276-B501C06E9083}" type="presOf" srcId="{1F8B400D-6D65-4B4A-BB3A-F046A361EC41}" destId="{33D9573F-9A75-4CC3-BD2D-4ECCF5CD9068}" srcOrd="0" destOrd="0" presId="urn:microsoft.com/office/officeart/2008/layout/VerticalCurvedList"/>
    <dgm:cxn modelId="{80EAB67B-DF92-4406-9228-1821C6DFA31E}" srcId="{13E3C956-0FE5-4A2B-A750-FE31EDC8DBF4}" destId="{F3EFDC1E-99A5-4776-91C4-FFDA1AB9F44D}" srcOrd="3" destOrd="0" parTransId="{201F71B9-88B2-4CB0-B385-72FB3C850084}" sibTransId="{F1F250FD-0B2F-42F0-89E5-9096E730CE88}"/>
    <dgm:cxn modelId="{DF3D9EA6-770E-4255-BE34-9E2F0E8BC4E0}" type="presOf" srcId="{4E382952-C992-4493-8BF8-8979C7041C0E}" destId="{95813A1E-9D58-40E3-9D8A-29181E18EEC2}" srcOrd="0" destOrd="0" presId="urn:microsoft.com/office/officeart/2008/layout/VerticalCurvedList"/>
    <dgm:cxn modelId="{E8F1D2BC-5AA2-43B4-9939-DCD2139D70AF}" type="presOf" srcId="{E7F3BAC9-D812-410C-8119-EDB488FD5890}" destId="{CE16ED07-0913-4FB4-8F47-0424CDD8F799}" srcOrd="0" destOrd="0" presId="urn:microsoft.com/office/officeart/2008/layout/VerticalCurvedList"/>
    <dgm:cxn modelId="{0E71B6C6-B45A-4F9B-832E-4DA458ECCF25}" type="presOf" srcId="{13E3C956-0FE5-4A2B-A750-FE31EDC8DBF4}" destId="{353AD391-1684-4431-8CB0-5E4CF2D02B85}" srcOrd="0" destOrd="0" presId="urn:microsoft.com/office/officeart/2008/layout/VerticalCurvedList"/>
    <dgm:cxn modelId="{C312E8CE-9DFD-401C-9715-99561AC3A4C8}" type="presParOf" srcId="{353AD391-1684-4431-8CB0-5E4CF2D02B85}" destId="{188E3E23-02CA-4821-918A-1F29511120C7}" srcOrd="0" destOrd="0" presId="urn:microsoft.com/office/officeart/2008/layout/VerticalCurvedList"/>
    <dgm:cxn modelId="{1CB48261-391C-45A2-A59F-CD7E5E6FC132}" type="presParOf" srcId="{188E3E23-02CA-4821-918A-1F29511120C7}" destId="{5F010B7D-7EC9-465E-9515-E654CD01A766}" srcOrd="0" destOrd="0" presId="urn:microsoft.com/office/officeart/2008/layout/VerticalCurvedList"/>
    <dgm:cxn modelId="{39F40C46-44B5-480A-87A2-123EEC68AA2F}" type="presParOf" srcId="{5F010B7D-7EC9-465E-9515-E654CD01A766}" destId="{AFC3861C-2DC9-44AB-A386-10D0F1BD2871}" srcOrd="0" destOrd="0" presId="urn:microsoft.com/office/officeart/2008/layout/VerticalCurvedList"/>
    <dgm:cxn modelId="{733DA4EB-DFEE-4C00-8600-35CFBCF9A30A}" type="presParOf" srcId="{5F010B7D-7EC9-465E-9515-E654CD01A766}" destId="{95813A1E-9D58-40E3-9D8A-29181E18EEC2}" srcOrd="1" destOrd="0" presId="urn:microsoft.com/office/officeart/2008/layout/VerticalCurvedList"/>
    <dgm:cxn modelId="{F2E18EF6-213A-4E8F-841E-C8CC06AAA148}" type="presParOf" srcId="{5F010B7D-7EC9-465E-9515-E654CD01A766}" destId="{9EFFBF47-4744-42A8-959E-43FCF7288C05}" srcOrd="2" destOrd="0" presId="urn:microsoft.com/office/officeart/2008/layout/VerticalCurvedList"/>
    <dgm:cxn modelId="{DBEC6926-33B5-4ECB-B054-1FDA92BD72A2}" type="presParOf" srcId="{5F010B7D-7EC9-465E-9515-E654CD01A766}" destId="{F2FE978A-613D-4A28-B8B7-06185095F666}" srcOrd="3" destOrd="0" presId="urn:microsoft.com/office/officeart/2008/layout/VerticalCurvedList"/>
    <dgm:cxn modelId="{6E5AD1DE-CE1E-4F7C-9B1F-C1192BCC0BF2}" type="presParOf" srcId="{188E3E23-02CA-4821-918A-1F29511120C7}" destId="{08EB7948-77D9-408C-934B-1D112AC75363}" srcOrd="1" destOrd="0" presId="urn:microsoft.com/office/officeart/2008/layout/VerticalCurvedList"/>
    <dgm:cxn modelId="{62A13656-880C-42DB-A11A-143BDF8C0BB4}" type="presParOf" srcId="{188E3E23-02CA-4821-918A-1F29511120C7}" destId="{739A17E8-55C2-42A5-B877-000D7344E60F}" srcOrd="2" destOrd="0" presId="urn:microsoft.com/office/officeart/2008/layout/VerticalCurvedList"/>
    <dgm:cxn modelId="{9F7BC8B3-309F-4310-A13E-1E0B562AB910}" type="presParOf" srcId="{739A17E8-55C2-42A5-B877-000D7344E60F}" destId="{1EB94343-9B2D-49FA-A12B-C40A7FE660AB}" srcOrd="0" destOrd="0" presId="urn:microsoft.com/office/officeart/2008/layout/VerticalCurvedList"/>
    <dgm:cxn modelId="{232F72B3-6231-4766-B53A-D8DBF6716B7C}" type="presParOf" srcId="{188E3E23-02CA-4821-918A-1F29511120C7}" destId="{CE16ED07-0913-4FB4-8F47-0424CDD8F799}" srcOrd="3" destOrd="0" presId="urn:microsoft.com/office/officeart/2008/layout/VerticalCurvedList"/>
    <dgm:cxn modelId="{0272276E-C00E-4A09-9814-9019E3FDB734}" type="presParOf" srcId="{188E3E23-02CA-4821-918A-1F29511120C7}" destId="{AD24AB18-087C-4917-AF18-1D3E098F25DC}" srcOrd="4" destOrd="0" presId="urn:microsoft.com/office/officeart/2008/layout/VerticalCurvedList"/>
    <dgm:cxn modelId="{63FC71AA-E5AB-43D3-9842-D8B9B16D18DB}" type="presParOf" srcId="{AD24AB18-087C-4917-AF18-1D3E098F25DC}" destId="{8579B792-3D30-49A2-93CD-0992095CF02B}" srcOrd="0" destOrd="0" presId="urn:microsoft.com/office/officeart/2008/layout/VerticalCurvedList"/>
    <dgm:cxn modelId="{BEE154F8-11B1-4E00-B6DE-BC6CF0574610}" type="presParOf" srcId="{188E3E23-02CA-4821-918A-1F29511120C7}" destId="{33D9573F-9A75-4CC3-BD2D-4ECCF5CD9068}" srcOrd="5" destOrd="0" presId="urn:microsoft.com/office/officeart/2008/layout/VerticalCurvedList"/>
    <dgm:cxn modelId="{194B9305-48FD-43FE-B94A-66E3CABA73B4}" type="presParOf" srcId="{188E3E23-02CA-4821-918A-1F29511120C7}" destId="{7CFCDA48-5252-4BA6-9387-E8CA121107C3}" srcOrd="6" destOrd="0" presId="urn:microsoft.com/office/officeart/2008/layout/VerticalCurvedList"/>
    <dgm:cxn modelId="{1CA94D28-05BA-416C-9F29-01A57DF97999}" type="presParOf" srcId="{7CFCDA48-5252-4BA6-9387-E8CA121107C3}" destId="{3DDD97B9-4286-4219-9D60-0C9A2D9C93CC}" srcOrd="0" destOrd="0" presId="urn:microsoft.com/office/officeart/2008/layout/VerticalCurvedList"/>
    <dgm:cxn modelId="{BE95B3E1-218C-4068-ABA6-D5ACD36077BB}" type="presParOf" srcId="{188E3E23-02CA-4821-918A-1F29511120C7}" destId="{5C3F8185-C2CC-488A-B291-361923FFE057}" srcOrd="7" destOrd="0" presId="urn:microsoft.com/office/officeart/2008/layout/VerticalCurvedList"/>
    <dgm:cxn modelId="{F45A6059-CFCA-46BB-A9EA-27A802BB36A9}" type="presParOf" srcId="{188E3E23-02CA-4821-918A-1F29511120C7}" destId="{6B37AE8B-BD97-48B8-AA32-C058B48B6E3A}" srcOrd="8" destOrd="0" presId="urn:microsoft.com/office/officeart/2008/layout/VerticalCurvedList"/>
    <dgm:cxn modelId="{C81C4E59-0417-463E-81BC-7A5DC00BA9B3}" type="presParOf" srcId="{6B37AE8B-BD97-48B8-AA32-C058B48B6E3A}" destId="{73DB7E8E-B689-4F87-A6DE-993F77D388D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0CA6D06F-01F6-49F3-B0F6-69729FDEED6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9890B2A-EA06-4E7C-8783-699EF7508117}">
      <dgm:prSet/>
      <dgm:spPr/>
      <dgm:t>
        <a:bodyPr/>
        <a:lstStyle/>
        <a:p>
          <a:r>
            <a:rPr lang="ru-RU" b="0" i="0"/>
            <a:t>Володимира Великого.</a:t>
          </a:r>
          <a:endParaRPr lang="uk-UA"/>
        </a:p>
      </dgm:t>
    </dgm:pt>
    <dgm:pt modelId="{48CEF483-D5A4-4B63-9953-B49F7E24FD4B}" type="parTrans" cxnId="{F0708DE4-4653-4CAE-B2D0-DAAE1D609161}">
      <dgm:prSet/>
      <dgm:spPr/>
      <dgm:t>
        <a:bodyPr/>
        <a:lstStyle/>
        <a:p>
          <a:endParaRPr lang="uk-UA"/>
        </a:p>
      </dgm:t>
    </dgm:pt>
    <dgm:pt modelId="{EF4C9150-5768-490F-A62B-994EC2847D74}" type="sibTrans" cxnId="{F0708DE4-4653-4CAE-B2D0-DAAE1D609161}">
      <dgm:prSet/>
      <dgm:spPr/>
      <dgm:t>
        <a:bodyPr/>
        <a:lstStyle/>
        <a:p>
          <a:endParaRPr lang="uk-UA"/>
        </a:p>
      </dgm:t>
    </dgm:pt>
    <dgm:pt modelId="{5C1392B2-1D3E-4591-8E3F-A86FA9E42DC2}">
      <dgm:prSet/>
      <dgm:spPr/>
      <dgm:t>
        <a:bodyPr/>
        <a:lstStyle/>
        <a:p>
          <a:r>
            <a:rPr lang="ru-RU" b="0" i="0" dirty="0"/>
            <a:t>Ярослава Мудрого.</a:t>
          </a:r>
          <a:endParaRPr lang="uk-UA" dirty="0"/>
        </a:p>
      </dgm:t>
    </dgm:pt>
    <dgm:pt modelId="{75F627B2-6833-42C2-B4AB-8B39129E2E91}" type="parTrans" cxnId="{92D63102-ADAB-4531-8A45-A645163886ED}">
      <dgm:prSet/>
      <dgm:spPr/>
      <dgm:t>
        <a:bodyPr/>
        <a:lstStyle/>
        <a:p>
          <a:endParaRPr lang="uk-UA"/>
        </a:p>
      </dgm:t>
    </dgm:pt>
    <dgm:pt modelId="{B59D15C3-3390-4232-85BB-D15342051123}" type="sibTrans" cxnId="{92D63102-ADAB-4531-8A45-A645163886ED}">
      <dgm:prSet/>
      <dgm:spPr/>
      <dgm:t>
        <a:bodyPr/>
        <a:lstStyle/>
        <a:p>
          <a:endParaRPr lang="uk-UA"/>
        </a:p>
      </dgm:t>
    </dgm:pt>
    <dgm:pt modelId="{0A5894D6-750D-4CE4-B47A-CF1D95005ABE}">
      <dgm:prSet/>
      <dgm:spPr/>
      <dgm:t>
        <a:bodyPr/>
        <a:lstStyle/>
        <a:p>
          <a:r>
            <a:rPr lang="ru-RU" b="0" i="0"/>
            <a:t>Володимира Мономаха.</a:t>
          </a:r>
          <a:endParaRPr lang="uk-UA"/>
        </a:p>
      </dgm:t>
    </dgm:pt>
    <dgm:pt modelId="{7169033E-8BF2-4351-AEB9-39FEFC2608DB}" type="parTrans" cxnId="{E9A16DDB-F4C4-44A0-92E8-82DCC5D4645F}">
      <dgm:prSet/>
      <dgm:spPr/>
      <dgm:t>
        <a:bodyPr/>
        <a:lstStyle/>
        <a:p>
          <a:endParaRPr lang="uk-UA"/>
        </a:p>
      </dgm:t>
    </dgm:pt>
    <dgm:pt modelId="{6442E460-E34E-4D13-8DE7-A82F6481F27F}" type="sibTrans" cxnId="{E9A16DDB-F4C4-44A0-92E8-82DCC5D4645F}">
      <dgm:prSet/>
      <dgm:spPr/>
      <dgm:t>
        <a:bodyPr/>
        <a:lstStyle/>
        <a:p>
          <a:endParaRPr lang="uk-UA"/>
        </a:p>
      </dgm:t>
    </dgm:pt>
    <dgm:pt modelId="{58EB0E7B-621B-4A49-B7EE-49AA2866D73C}">
      <dgm:prSet/>
      <dgm:spPr/>
      <dgm:t>
        <a:bodyPr/>
        <a:lstStyle/>
        <a:p>
          <a:r>
            <a:rPr lang="ru-RU" b="0" i="0" dirty="0"/>
            <a:t>Мстислава </a:t>
          </a:r>
          <a:r>
            <a:rPr lang="ru-RU" b="0" i="0" dirty="0" err="1"/>
            <a:t>Володимировича</a:t>
          </a:r>
          <a:r>
            <a:rPr lang="ru-RU" b="0" i="0" dirty="0"/>
            <a:t>.</a:t>
          </a:r>
          <a:endParaRPr lang="uk-UA" dirty="0"/>
        </a:p>
      </dgm:t>
    </dgm:pt>
    <dgm:pt modelId="{1C6D8622-4BF0-4DB0-8709-747CEF342A00}" type="parTrans" cxnId="{2B4C52A3-3A9B-43E8-A96E-DDEC4CDE294C}">
      <dgm:prSet/>
      <dgm:spPr/>
      <dgm:t>
        <a:bodyPr/>
        <a:lstStyle/>
        <a:p>
          <a:endParaRPr lang="uk-UA"/>
        </a:p>
      </dgm:t>
    </dgm:pt>
    <dgm:pt modelId="{96836B5D-E1E4-43A9-A72C-6AFC5EDF4601}" type="sibTrans" cxnId="{2B4C52A3-3A9B-43E8-A96E-DDEC4CDE294C}">
      <dgm:prSet/>
      <dgm:spPr/>
      <dgm:t>
        <a:bodyPr/>
        <a:lstStyle/>
        <a:p>
          <a:endParaRPr lang="uk-UA"/>
        </a:p>
      </dgm:t>
    </dgm:pt>
    <dgm:pt modelId="{0EC25E17-DE14-4DAD-A06F-0181552A8F9F}" type="pres">
      <dgm:prSet presAssocID="{0CA6D06F-01F6-49F3-B0F6-69729FDEED60}" presName="linear" presStyleCnt="0">
        <dgm:presLayoutVars>
          <dgm:animLvl val="lvl"/>
          <dgm:resizeHandles val="exact"/>
        </dgm:presLayoutVars>
      </dgm:prSet>
      <dgm:spPr/>
    </dgm:pt>
    <dgm:pt modelId="{BD7FA400-1020-42EE-B4DC-487DFE32069F}" type="pres">
      <dgm:prSet presAssocID="{89890B2A-EA06-4E7C-8783-699EF750811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E55E2E1-53B6-4DE4-8EBC-33128D318040}" type="pres">
      <dgm:prSet presAssocID="{EF4C9150-5768-490F-A62B-994EC2847D74}" presName="spacer" presStyleCnt="0"/>
      <dgm:spPr/>
    </dgm:pt>
    <dgm:pt modelId="{51C4BAAE-1ECC-44D7-A737-18D5B791A490}" type="pres">
      <dgm:prSet presAssocID="{5C1392B2-1D3E-4591-8E3F-A86FA9E42DC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56936D7-6C96-4DB6-9CFE-C03E1C64D65E}" type="pres">
      <dgm:prSet presAssocID="{B59D15C3-3390-4232-85BB-D15342051123}" presName="spacer" presStyleCnt="0"/>
      <dgm:spPr/>
    </dgm:pt>
    <dgm:pt modelId="{79143A7B-A9A8-450D-9870-BB96191C2F4B}" type="pres">
      <dgm:prSet presAssocID="{0A5894D6-750D-4CE4-B47A-CF1D95005AB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272670B-AB00-46BD-956D-42146769B88A}" type="pres">
      <dgm:prSet presAssocID="{6442E460-E34E-4D13-8DE7-A82F6481F27F}" presName="spacer" presStyleCnt="0"/>
      <dgm:spPr/>
    </dgm:pt>
    <dgm:pt modelId="{C38627BD-3F05-483B-9498-E09DF3BD6A95}" type="pres">
      <dgm:prSet presAssocID="{58EB0E7B-621B-4A49-B7EE-49AA2866D73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2D63102-ADAB-4531-8A45-A645163886ED}" srcId="{0CA6D06F-01F6-49F3-B0F6-69729FDEED60}" destId="{5C1392B2-1D3E-4591-8E3F-A86FA9E42DC2}" srcOrd="1" destOrd="0" parTransId="{75F627B2-6833-42C2-B4AB-8B39129E2E91}" sibTransId="{B59D15C3-3390-4232-85BB-D15342051123}"/>
    <dgm:cxn modelId="{E64EEB3C-E7B3-4E34-9511-0F873A9FB7BF}" type="presOf" srcId="{5C1392B2-1D3E-4591-8E3F-A86FA9E42DC2}" destId="{51C4BAAE-1ECC-44D7-A737-18D5B791A490}" srcOrd="0" destOrd="0" presId="urn:microsoft.com/office/officeart/2005/8/layout/vList2"/>
    <dgm:cxn modelId="{8AEA3951-A23B-4C41-9C9E-24CA59CF75E4}" type="presOf" srcId="{58EB0E7B-621B-4A49-B7EE-49AA2866D73C}" destId="{C38627BD-3F05-483B-9498-E09DF3BD6A95}" srcOrd="0" destOrd="0" presId="urn:microsoft.com/office/officeart/2005/8/layout/vList2"/>
    <dgm:cxn modelId="{960EA85A-3F43-4E0A-952D-0A5F44D334ED}" type="presOf" srcId="{0A5894D6-750D-4CE4-B47A-CF1D95005ABE}" destId="{79143A7B-A9A8-450D-9870-BB96191C2F4B}" srcOrd="0" destOrd="0" presId="urn:microsoft.com/office/officeart/2005/8/layout/vList2"/>
    <dgm:cxn modelId="{9F628C82-997E-4516-B913-FD8D8354A7DD}" type="presOf" srcId="{89890B2A-EA06-4E7C-8783-699EF7508117}" destId="{BD7FA400-1020-42EE-B4DC-487DFE32069F}" srcOrd="0" destOrd="0" presId="urn:microsoft.com/office/officeart/2005/8/layout/vList2"/>
    <dgm:cxn modelId="{2B4C52A3-3A9B-43E8-A96E-DDEC4CDE294C}" srcId="{0CA6D06F-01F6-49F3-B0F6-69729FDEED60}" destId="{58EB0E7B-621B-4A49-B7EE-49AA2866D73C}" srcOrd="3" destOrd="0" parTransId="{1C6D8622-4BF0-4DB0-8709-747CEF342A00}" sibTransId="{96836B5D-E1E4-43A9-A72C-6AFC5EDF4601}"/>
    <dgm:cxn modelId="{E9A16DDB-F4C4-44A0-92E8-82DCC5D4645F}" srcId="{0CA6D06F-01F6-49F3-B0F6-69729FDEED60}" destId="{0A5894D6-750D-4CE4-B47A-CF1D95005ABE}" srcOrd="2" destOrd="0" parTransId="{7169033E-8BF2-4351-AEB9-39FEFC2608DB}" sibTransId="{6442E460-E34E-4D13-8DE7-A82F6481F27F}"/>
    <dgm:cxn modelId="{F0708DE4-4653-4CAE-B2D0-DAAE1D609161}" srcId="{0CA6D06F-01F6-49F3-B0F6-69729FDEED60}" destId="{89890B2A-EA06-4E7C-8783-699EF7508117}" srcOrd="0" destOrd="0" parTransId="{48CEF483-D5A4-4B63-9953-B49F7E24FD4B}" sibTransId="{EF4C9150-5768-490F-A62B-994EC2847D74}"/>
    <dgm:cxn modelId="{54D34EFB-E5C2-44A5-BEB3-23D0F4FF034B}" type="presOf" srcId="{0CA6D06F-01F6-49F3-B0F6-69729FDEED60}" destId="{0EC25E17-DE14-4DAD-A06F-0181552A8F9F}" srcOrd="0" destOrd="0" presId="urn:microsoft.com/office/officeart/2005/8/layout/vList2"/>
    <dgm:cxn modelId="{30536E4E-0EC9-4695-A0EA-0F02A213CF55}" type="presParOf" srcId="{0EC25E17-DE14-4DAD-A06F-0181552A8F9F}" destId="{BD7FA400-1020-42EE-B4DC-487DFE32069F}" srcOrd="0" destOrd="0" presId="urn:microsoft.com/office/officeart/2005/8/layout/vList2"/>
    <dgm:cxn modelId="{FD81B682-E9F6-4954-B83B-4D984877561B}" type="presParOf" srcId="{0EC25E17-DE14-4DAD-A06F-0181552A8F9F}" destId="{9E55E2E1-53B6-4DE4-8EBC-33128D318040}" srcOrd="1" destOrd="0" presId="urn:microsoft.com/office/officeart/2005/8/layout/vList2"/>
    <dgm:cxn modelId="{13158486-DC22-4F2D-96EC-C06027C63AD6}" type="presParOf" srcId="{0EC25E17-DE14-4DAD-A06F-0181552A8F9F}" destId="{51C4BAAE-1ECC-44D7-A737-18D5B791A490}" srcOrd="2" destOrd="0" presId="urn:microsoft.com/office/officeart/2005/8/layout/vList2"/>
    <dgm:cxn modelId="{09F115BF-80E9-4CE8-9D44-3F9668DFFD6F}" type="presParOf" srcId="{0EC25E17-DE14-4DAD-A06F-0181552A8F9F}" destId="{E56936D7-6C96-4DB6-9CFE-C03E1C64D65E}" srcOrd="3" destOrd="0" presId="urn:microsoft.com/office/officeart/2005/8/layout/vList2"/>
    <dgm:cxn modelId="{95B4EE5D-366C-459D-AF80-9A45B3641DD2}" type="presParOf" srcId="{0EC25E17-DE14-4DAD-A06F-0181552A8F9F}" destId="{79143A7B-A9A8-450D-9870-BB96191C2F4B}" srcOrd="4" destOrd="0" presId="urn:microsoft.com/office/officeart/2005/8/layout/vList2"/>
    <dgm:cxn modelId="{164DD03B-3117-4FC6-8464-E1916AAC3595}" type="presParOf" srcId="{0EC25E17-DE14-4DAD-A06F-0181552A8F9F}" destId="{0272670B-AB00-46BD-956D-42146769B88A}" srcOrd="5" destOrd="0" presId="urn:microsoft.com/office/officeart/2005/8/layout/vList2"/>
    <dgm:cxn modelId="{8CB2291C-67B5-464A-9304-211EF6F04219}" type="presParOf" srcId="{0EC25E17-DE14-4DAD-A06F-0181552A8F9F}" destId="{C38627BD-3F05-483B-9498-E09DF3BD6A9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17DC7583-F111-4D0B-9F69-DAD61EA780F1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B4157C4-6C3B-4ED9-9425-A06676CF4F58}">
      <dgm:prSet/>
      <dgm:spPr/>
      <dgm:t>
        <a:bodyPr/>
        <a:lstStyle/>
        <a:p>
          <a:r>
            <a:rPr lang="uk-UA" b="0" i="0" dirty="0"/>
            <a:t>половців</a:t>
          </a:r>
          <a:endParaRPr lang="uk-UA" dirty="0"/>
        </a:p>
      </dgm:t>
    </dgm:pt>
    <dgm:pt modelId="{0DC7AF09-B18D-481B-A413-F3B1CCEC391A}" type="parTrans" cxnId="{1D417F2D-A7AD-4B71-B314-D5BB0245A354}">
      <dgm:prSet/>
      <dgm:spPr/>
      <dgm:t>
        <a:bodyPr/>
        <a:lstStyle/>
        <a:p>
          <a:endParaRPr lang="uk-UA"/>
        </a:p>
      </dgm:t>
    </dgm:pt>
    <dgm:pt modelId="{EBF26415-135D-4D79-9DA3-EEEB69D0E65E}" type="sibTrans" cxnId="{1D417F2D-A7AD-4B71-B314-D5BB0245A354}">
      <dgm:prSet/>
      <dgm:spPr/>
      <dgm:t>
        <a:bodyPr/>
        <a:lstStyle/>
        <a:p>
          <a:endParaRPr lang="uk-UA"/>
        </a:p>
      </dgm:t>
    </dgm:pt>
    <dgm:pt modelId="{955D0241-2F8A-4F9E-AA0D-B522E241037F}">
      <dgm:prSet/>
      <dgm:spPr/>
      <dgm:t>
        <a:bodyPr/>
        <a:lstStyle/>
        <a:p>
          <a:r>
            <a:rPr lang="uk-UA" b="0" i="0"/>
            <a:t>монголів</a:t>
          </a:r>
          <a:endParaRPr lang="uk-UA"/>
        </a:p>
      </dgm:t>
    </dgm:pt>
    <dgm:pt modelId="{BC00F88C-6E89-4FD0-B0D8-43EF08D7D086}" type="parTrans" cxnId="{95C03531-E7C0-436B-A3C3-4E3EC6D13E41}">
      <dgm:prSet/>
      <dgm:spPr/>
      <dgm:t>
        <a:bodyPr/>
        <a:lstStyle/>
        <a:p>
          <a:endParaRPr lang="uk-UA"/>
        </a:p>
      </dgm:t>
    </dgm:pt>
    <dgm:pt modelId="{EDF1D998-B1A7-47CC-9639-9EE478405751}" type="sibTrans" cxnId="{95C03531-E7C0-436B-A3C3-4E3EC6D13E41}">
      <dgm:prSet/>
      <dgm:spPr/>
      <dgm:t>
        <a:bodyPr/>
        <a:lstStyle/>
        <a:p>
          <a:endParaRPr lang="uk-UA"/>
        </a:p>
      </dgm:t>
    </dgm:pt>
    <dgm:pt modelId="{3D84BA42-5CEE-4A84-92D8-24C54BC25E43}">
      <dgm:prSet/>
      <dgm:spPr/>
      <dgm:t>
        <a:bodyPr/>
        <a:lstStyle/>
        <a:p>
          <a:r>
            <a:rPr lang="uk-UA" b="0" i="0" dirty="0" err="1"/>
            <a:t>хозарів</a:t>
          </a:r>
          <a:endParaRPr lang="uk-UA" dirty="0"/>
        </a:p>
      </dgm:t>
    </dgm:pt>
    <dgm:pt modelId="{70EB6A9A-9649-4A4B-AFD4-B82233B16C81}" type="parTrans" cxnId="{992D2F84-2DE3-4A2A-80CA-EE4996FAD88C}">
      <dgm:prSet/>
      <dgm:spPr/>
      <dgm:t>
        <a:bodyPr/>
        <a:lstStyle/>
        <a:p>
          <a:endParaRPr lang="uk-UA"/>
        </a:p>
      </dgm:t>
    </dgm:pt>
    <dgm:pt modelId="{4A927AF5-17CC-4E9A-AB92-D1D320FD2D01}" type="sibTrans" cxnId="{992D2F84-2DE3-4A2A-80CA-EE4996FAD88C}">
      <dgm:prSet/>
      <dgm:spPr/>
      <dgm:t>
        <a:bodyPr/>
        <a:lstStyle/>
        <a:p>
          <a:endParaRPr lang="uk-UA"/>
        </a:p>
      </dgm:t>
    </dgm:pt>
    <dgm:pt modelId="{A5349F3C-6DF1-4C04-8D34-C09AF3910AD1}">
      <dgm:prSet/>
      <dgm:spPr/>
      <dgm:t>
        <a:bodyPr/>
        <a:lstStyle/>
        <a:p>
          <a:r>
            <a:rPr lang="uk-UA" b="0" i="0" dirty="0"/>
            <a:t>печенігів</a:t>
          </a:r>
          <a:endParaRPr lang="uk-UA" dirty="0"/>
        </a:p>
      </dgm:t>
    </dgm:pt>
    <dgm:pt modelId="{174C683C-F253-4082-A24A-68158A6EDA03}" type="parTrans" cxnId="{D20EED81-E005-4C20-A332-6B74D771B75B}">
      <dgm:prSet/>
      <dgm:spPr/>
      <dgm:t>
        <a:bodyPr/>
        <a:lstStyle/>
        <a:p>
          <a:endParaRPr lang="uk-UA"/>
        </a:p>
      </dgm:t>
    </dgm:pt>
    <dgm:pt modelId="{9894EE39-C243-4713-BAC8-F181793AC40E}" type="sibTrans" cxnId="{D20EED81-E005-4C20-A332-6B74D771B75B}">
      <dgm:prSet/>
      <dgm:spPr/>
      <dgm:t>
        <a:bodyPr/>
        <a:lstStyle/>
        <a:p>
          <a:endParaRPr lang="uk-UA"/>
        </a:p>
      </dgm:t>
    </dgm:pt>
    <dgm:pt modelId="{82B29F0E-87E0-4683-BE3C-0F3B4FC7127F}" type="pres">
      <dgm:prSet presAssocID="{17DC7583-F111-4D0B-9F69-DAD61EA780F1}" presName="matrix" presStyleCnt="0">
        <dgm:presLayoutVars>
          <dgm:chMax val="1"/>
          <dgm:dir/>
          <dgm:resizeHandles val="exact"/>
        </dgm:presLayoutVars>
      </dgm:prSet>
      <dgm:spPr/>
    </dgm:pt>
    <dgm:pt modelId="{CA9B7E3C-DDC9-4080-99A9-A9F895D75EFF}" type="pres">
      <dgm:prSet presAssocID="{17DC7583-F111-4D0B-9F69-DAD61EA780F1}" presName="diamond" presStyleLbl="bgShp" presStyleIdx="0" presStyleCnt="1"/>
      <dgm:spPr/>
    </dgm:pt>
    <dgm:pt modelId="{AC6BE845-A367-42AE-9743-3B1C9618D26B}" type="pres">
      <dgm:prSet presAssocID="{17DC7583-F111-4D0B-9F69-DAD61EA780F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6EEFD53-5BBA-4E1C-B95E-881F3E12F441}" type="pres">
      <dgm:prSet presAssocID="{17DC7583-F111-4D0B-9F69-DAD61EA780F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E72CFD9-AB16-430E-BF98-638F191E525E}" type="pres">
      <dgm:prSet presAssocID="{17DC7583-F111-4D0B-9F69-DAD61EA780F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F4293D0-306E-435D-8658-6EAE193E376E}" type="pres">
      <dgm:prSet presAssocID="{17DC7583-F111-4D0B-9F69-DAD61EA780F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BBFB300-8407-4144-B649-C167DDD1F728}" type="presOf" srcId="{3D84BA42-5CEE-4A84-92D8-24C54BC25E43}" destId="{3E72CFD9-AB16-430E-BF98-638F191E525E}" srcOrd="0" destOrd="0" presId="urn:microsoft.com/office/officeart/2005/8/layout/matrix3"/>
    <dgm:cxn modelId="{EAA33323-F981-4241-A1E9-9286F72969C4}" type="presOf" srcId="{A5349F3C-6DF1-4C04-8D34-C09AF3910AD1}" destId="{3F4293D0-306E-435D-8658-6EAE193E376E}" srcOrd="0" destOrd="0" presId="urn:microsoft.com/office/officeart/2005/8/layout/matrix3"/>
    <dgm:cxn modelId="{1D417F2D-A7AD-4B71-B314-D5BB0245A354}" srcId="{17DC7583-F111-4D0B-9F69-DAD61EA780F1}" destId="{4B4157C4-6C3B-4ED9-9425-A06676CF4F58}" srcOrd="0" destOrd="0" parTransId="{0DC7AF09-B18D-481B-A413-F3B1CCEC391A}" sibTransId="{EBF26415-135D-4D79-9DA3-EEEB69D0E65E}"/>
    <dgm:cxn modelId="{95C03531-E7C0-436B-A3C3-4E3EC6D13E41}" srcId="{17DC7583-F111-4D0B-9F69-DAD61EA780F1}" destId="{955D0241-2F8A-4F9E-AA0D-B522E241037F}" srcOrd="1" destOrd="0" parTransId="{BC00F88C-6E89-4FD0-B0D8-43EF08D7D086}" sibTransId="{EDF1D998-B1A7-47CC-9639-9EE478405751}"/>
    <dgm:cxn modelId="{D20EED81-E005-4C20-A332-6B74D771B75B}" srcId="{17DC7583-F111-4D0B-9F69-DAD61EA780F1}" destId="{A5349F3C-6DF1-4C04-8D34-C09AF3910AD1}" srcOrd="3" destOrd="0" parTransId="{174C683C-F253-4082-A24A-68158A6EDA03}" sibTransId="{9894EE39-C243-4713-BAC8-F181793AC40E}"/>
    <dgm:cxn modelId="{992D2F84-2DE3-4A2A-80CA-EE4996FAD88C}" srcId="{17DC7583-F111-4D0B-9F69-DAD61EA780F1}" destId="{3D84BA42-5CEE-4A84-92D8-24C54BC25E43}" srcOrd="2" destOrd="0" parTransId="{70EB6A9A-9649-4A4B-AFD4-B82233B16C81}" sibTransId="{4A927AF5-17CC-4E9A-AB92-D1D320FD2D01}"/>
    <dgm:cxn modelId="{D0109EAA-E2F6-4DE5-B1AE-86A7E8FCB0A2}" type="presOf" srcId="{17DC7583-F111-4D0B-9F69-DAD61EA780F1}" destId="{82B29F0E-87E0-4683-BE3C-0F3B4FC7127F}" srcOrd="0" destOrd="0" presId="urn:microsoft.com/office/officeart/2005/8/layout/matrix3"/>
    <dgm:cxn modelId="{442934B0-E836-4920-BCB8-56A5016E4A7D}" type="presOf" srcId="{955D0241-2F8A-4F9E-AA0D-B522E241037F}" destId="{36EEFD53-5BBA-4E1C-B95E-881F3E12F441}" srcOrd="0" destOrd="0" presId="urn:microsoft.com/office/officeart/2005/8/layout/matrix3"/>
    <dgm:cxn modelId="{73930CC8-15DA-472A-8D3D-6252C0916F88}" type="presOf" srcId="{4B4157C4-6C3B-4ED9-9425-A06676CF4F58}" destId="{AC6BE845-A367-42AE-9743-3B1C9618D26B}" srcOrd="0" destOrd="0" presId="urn:microsoft.com/office/officeart/2005/8/layout/matrix3"/>
    <dgm:cxn modelId="{1217929C-A102-46BA-9376-E287722D5DAE}" type="presParOf" srcId="{82B29F0E-87E0-4683-BE3C-0F3B4FC7127F}" destId="{CA9B7E3C-DDC9-4080-99A9-A9F895D75EFF}" srcOrd="0" destOrd="0" presId="urn:microsoft.com/office/officeart/2005/8/layout/matrix3"/>
    <dgm:cxn modelId="{40B4C757-E414-46E6-9218-F99839D31590}" type="presParOf" srcId="{82B29F0E-87E0-4683-BE3C-0F3B4FC7127F}" destId="{AC6BE845-A367-42AE-9743-3B1C9618D26B}" srcOrd="1" destOrd="0" presId="urn:microsoft.com/office/officeart/2005/8/layout/matrix3"/>
    <dgm:cxn modelId="{8E4E200D-6AC1-439A-8CEE-8358EF7AB6D2}" type="presParOf" srcId="{82B29F0E-87E0-4683-BE3C-0F3B4FC7127F}" destId="{36EEFD53-5BBA-4E1C-B95E-881F3E12F441}" srcOrd="2" destOrd="0" presId="urn:microsoft.com/office/officeart/2005/8/layout/matrix3"/>
    <dgm:cxn modelId="{9C6781C2-A620-4116-8F4A-7081EC76621A}" type="presParOf" srcId="{82B29F0E-87E0-4683-BE3C-0F3B4FC7127F}" destId="{3E72CFD9-AB16-430E-BF98-638F191E525E}" srcOrd="3" destOrd="0" presId="urn:microsoft.com/office/officeart/2005/8/layout/matrix3"/>
    <dgm:cxn modelId="{57DC39FB-6C3D-4A39-93E1-69F24E46A664}" type="presParOf" srcId="{82B29F0E-87E0-4683-BE3C-0F3B4FC7127F}" destId="{3F4293D0-306E-435D-8658-6EAE193E376E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9368E9F7-ECE1-4F6C-A13C-9BC266B0215D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8C13FF4-9FB0-40B2-B891-C7BB911365B5}">
      <dgm:prSet/>
      <dgm:spPr/>
      <dgm:t>
        <a:bodyPr/>
        <a:lstStyle/>
        <a:p>
          <a:r>
            <a:rPr lang="uk-UA" b="0" i="0"/>
            <a:t>поділ між Ярославом та Мстиславом Русі по Дніпру</a:t>
          </a:r>
          <a:endParaRPr lang="uk-UA"/>
        </a:p>
      </dgm:t>
    </dgm:pt>
    <dgm:pt modelId="{A8499F5C-DF5C-493E-A7C3-18642EB0F9FD}" type="parTrans" cxnId="{4F0FA42B-6078-4B64-9131-8C7165812275}">
      <dgm:prSet/>
      <dgm:spPr/>
      <dgm:t>
        <a:bodyPr/>
        <a:lstStyle/>
        <a:p>
          <a:endParaRPr lang="uk-UA"/>
        </a:p>
      </dgm:t>
    </dgm:pt>
    <dgm:pt modelId="{168634D8-412B-496D-8867-892D933E4C5F}" type="sibTrans" cxnId="{4F0FA42B-6078-4B64-9131-8C7165812275}">
      <dgm:prSet/>
      <dgm:spPr/>
      <dgm:t>
        <a:bodyPr/>
        <a:lstStyle/>
        <a:p>
          <a:endParaRPr lang="uk-UA"/>
        </a:p>
      </dgm:t>
    </dgm:pt>
    <dgm:pt modelId="{BF371DA4-3CB1-433F-98D7-641EE42FB4A7}">
      <dgm:prSet/>
      <dgm:spPr/>
      <dgm:t>
        <a:bodyPr/>
        <a:lstStyle/>
        <a:p>
          <a:r>
            <a:rPr lang="uk-UA" b="0" i="0" dirty="0"/>
            <a:t>запровадження Ярославом нової системи престолонаслідування</a:t>
          </a:r>
          <a:endParaRPr lang="uk-UA" dirty="0"/>
        </a:p>
      </dgm:t>
    </dgm:pt>
    <dgm:pt modelId="{7CE6C89F-B068-41BB-9263-82B78454BA32}" type="parTrans" cxnId="{54850268-4D92-4A47-B1CD-6B2BC6678950}">
      <dgm:prSet/>
      <dgm:spPr/>
      <dgm:t>
        <a:bodyPr/>
        <a:lstStyle/>
        <a:p>
          <a:endParaRPr lang="uk-UA"/>
        </a:p>
      </dgm:t>
    </dgm:pt>
    <dgm:pt modelId="{9D095978-818B-4B3C-B915-DABE16262058}" type="sibTrans" cxnId="{54850268-4D92-4A47-B1CD-6B2BC6678950}">
      <dgm:prSet/>
      <dgm:spPr/>
      <dgm:t>
        <a:bodyPr/>
        <a:lstStyle/>
        <a:p>
          <a:endParaRPr lang="uk-UA"/>
        </a:p>
      </dgm:t>
    </dgm:pt>
    <dgm:pt modelId="{F34A9FEA-CA26-4A0F-BB46-AE3BB16076C3}">
      <dgm:prSet/>
      <dgm:spPr/>
      <dgm:t>
        <a:bodyPr/>
        <a:lstStyle/>
        <a:p>
          <a:r>
            <a:rPr lang="uk-UA" b="0" i="0"/>
            <a:t>утвердження Ярослава єдиновладним володарем Русі</a:t>
          </a:r>
          <a:endParaRPr lang="uk-UA"/>
        </a:p>
      </dgm:t>
    </dgm:pt>
    <dgm:pt modelId="{22948CB1-CE19-46CD-BB0B-C260C4ACE95D}" type="parTrans" cxnId="{15400280-D030-4354-AD1D-20A88581A2F5}">
      <dgm:prSet/>
      <dgm:spPr/>
      <dgm:t>
        <a:bodyPr/>
        <a:lstStyle/>
        <a:p>
          <a:endParaRPr lang="uk-UA"/>
        </a:p>
      </dgm:t>
    </dgm:pt>
    <dgm:pt modelId="{D5721701-ED97-4ED2-92B6-9E17AD39B04A}" type="sibTrans" cxnId="{15400280-D030-4354-AD1D-20A88581A2F5}">
      <dgm:prSet/>
      <dgm:spPr/>
      <dgm:t>
        <a:bodyPr/>
        <a:lstStyle/>
        <a:p>
          <a:endParaRPr lang="uk-UA"/>
        </a:p>
      </dgm:t>
    </dgm:pt>
    <dgm:pt modelId="{FBB817DB-9709-4E44-9DEC-686DDC192684}">
      <dgm:prSet/>
      <dgm:spPr/>
      <dgm:t>
        <a:bodyPr/>
        <a:lstStyle/>
        <a:p>
          <a:r>
            <a:rPr lang="uk-UA" b="0" i="0" dirty="0"/>
            <a:t>здобуття Ярославом великокняжого столу</a:t>
          </a:r>
          <a:endParaRPr lang="uk-UA" dirty="0"/>
        </a:p>
      </dgm:t>
    </dgm:pt>
    <dgm:pt modelId="{7F42DFE8-F56E-4D08-911C-999BEA1164B2}" type="parTrans" cxnId="{B0D90E3D-7BCE-42B7-A5F3-40038D25E980}">
      <dgm:prSet/>
      <dgm:spPr/>
      <dgm:t>
        <a:bodyPr/>
        <a:lstStyle/>
        <a:p>
          <a:endParaRPr lang="uk-UA"/>
        </a:p>
      </dgm:t>
    </dgm:pt>
    <dgm:pt modelId="{1328175B-6A51-4333-A562-C4C10008C56A}" type="sibTrans" cxnId="{B0D90E3D-7BCE-42B7-A5F3-40038D25E980}">
      <dgm:prSet/>
      <dgm:spPr/>
      <dgm:t>
        <a:bodyPr/>
        <a:lstStyle/>
        <a:p>
          <a:endParaRPr lang="uk-UA"/>
        </a:p>
      </dgm:t>
    </dgm:pt>
    <dgm:pt modelId="{2E6401E6-B0B7-43AB-A9EE-CBF631AFEDEE}" type="pres">
      <dgm:prSet presAssocID="{9368E9F7-ECE1-4F6C-A13C-9BC266B0215D}" presName="Name0" presStyleCnt="0">
        <dgm:presLayoutVars>
          <dgm:chMax val="7"/>
          <dgm:chPref val="7"/>
          <dgm:dir/>
        </dgm:presLayoutVars>
      </dgm:prSet>
      <dgm:spPr/>
    </dgm:pt>
    <dgm:pt modelId="{E83D6C1C-8ACF-4FA7-AD51-7EAA232FD4CE}" type="pres">
      <dgm:prSet presAssocID="{9368E9F7-ECE1-4F6C-A13C-9BC266B0215D}" presName="Name1" presStyleCnt="0"/>
      <dgm:spPr/>
    </dgm:pt>
    <dgm:pt modelId="{70291CE2-F0B5-42DA-9400-4F17AF4A49DA}" type="pres">
      <dgm:prSet presAssocID="{9368E9F7-ECE1-4F6C-A13C-9BC266B0215D}" presName="cycle" presStyleCnt="0"/>
      <dgm:spPr/>
    </dgm:pt>
    <dgm:pt modelId="{5EBF6CBE-52F3-4C8F-AD66-D0BD8475A15D}" type="pres">
      <dgm:prSet presAssocID="{9368E9F7-ECE1-4F6C-A13C-9BC266B0215D}" presName="srcNode" presStyleLbl="node1" presStyleIdx="0" presStyleCnt="4"/>
      <dgm:spPr/>
    </dgm:pt>
    <dgm:pt modelId="{B9F5FA20-DDFC-47C5-85C6-68563A958F44}" type="pres">
      <dgm:prSet presAssocID="{9368E9F7-ECE1-4F6C-A13C-9BC266B0215D}" presName="conn" presStyleLbl="parChTrans1D2" presStyleIdx="0" presStyleCnt="1"/>
      <dgm:spPr/>
    </dgm:pt>
    <dgm:pt modelId="{53E9E4B0-24C6-4A1D-A851-7FE4C7F4A90C}" type="pres">
      <dgm:prSet presAssocID="{9368E9F7-ECE1-4F6C-A13C-9BC266B0215D}" presName="extraNode" presStyleLbl="node1" presStyleIdx="0" presStyleCnt="4"/>
      <dgm:spPr/>
    </dgm:pt>
    <dgm:pt modelId="{25D98D5B-98E9-4F33-960C-63013E9DAD3E}" type="pres">
      <dgm:prSet presAssocID="{9368E9F7-ECE1-4F6C-A13C-9BC266B0215D}" presName="dstNode" presStyleLbl="node1" presStyleIdx="0" presStyleCnt="4"/>
      <dgm:spPr/>
    </dgm:pt>
    <dgm:pt modelId="{9440E514-7AEE-44FF-9D3A-1B18557A47C5}" type="pres">
      <dgm:prSet presAssocID="{38C13FF4-9FB0-40B2-B891-C7BB911365B5}" presName="text_1" presStyleLbl="node1" presStyleIdx="0" presStyleCnt="4">
        <dgm:presLayoutVars>
          <dgm:bulletEnabled val="1"/>
        </dgm:presLayoutVars>
      </dgm:prSet>
      <dgm:spPr/>
    </dgm:pt>
    <dgm:pt modelId="{65B2676F-154E-45F8-9364-21D356ACEC3C}" type="pres">
      <dgm:prSet presAssocID="{38C13FF4-9FB0-40B2-B891-C7BB911365B5}" presName="accent_1" presStyleCnt="0"/>
      <dgm:spPr/>
    </dgm:pt>
    <dgm:pt modelId="{DCB17931-D125-4FBB-B1FD-E9FCBF333391}" type="pres">
      <dgm:prSet presAssocID="{38C13FF4-9FB0-40B2-B891-C7BB911365B5}" presName="accentRepeatNode" presStyleLbl="solidFgAcc1" presStyleIdx="0" presStyleCnt="4"/>
      <dgm:spPr/>
    </dgm:pt>
    <dgm:pt modelId="{2E9EF7EE-FC5A-4066-80DE-AAA42A58CEA5}" type="pres">
      <dgm:prSet presAssocID="{BF371DA4-3CB1-433F-98D7-641EE42FB4A7}" presName="text_2" presStyleLbl="node1" presStyleIdx="1" presStyleCnt="4">
        <dgm:presLayoutVars>
          <dgm:bulletEnabled val="1"/>
        </dgm:presLayoutVars>
      </dgm:prSet>
      <dgm:spPr/>
    </dgm:pt>
    <dgm:pt modelId="{E25CC267-81E8-4736-9FAC-50CB96969950}" type="pres">
      <dgm:prSet presAssocID="{BF371DA4-3CB1-433F-98D7-641EE42FB4A7}" presName="accent_2" presStyleCnt="0"/>
      <dgm:spPr/>
    </dgm:pt>
    <dgm:pt modelId="{28100A8F-85E8-4D17-8020-368E59DD2A1F}" type="pres">
      <dgm:prSet presAssocID="{BF371DA4-3CB1-433F-98D7-641EE42FB4A7}" presName="accentRepeatNode" presStyleLbl="solidFgAcc1" presStyleIdx="1" presStyleCnt="4"/>
      <dgm:spPr/>
    </dgm:pt>
    <dgm:pt modelId="{6C699C01-CA4D-4E4D-BBE0-A18B574B7326}" type="pres">
      <dgm:prSet presAssocID="{F34A9FEA-CA26-4A0F-BB46-AE3BB16076C3}" presName="text_3" presStyleLbl="node1" presStyleIdx="2" presStyleCnt="4">
        <dgm:presLayoutVars>
          <dgm:bulletEnabled val="1"/>
        </dgm:presLayoutVars>
      </dgm:prSet>
      <dgm:spPr/>
    </dgm:pt>
    <dgm:pt modelId="{29FC2708-C6EB-447C-8C94-93422B879F4B}" type="pres">
      <dgm:prSet presAssocID="{F34A9FEA-CA26-4A0F-BB46-AE3BB16076C3}" presName="accent_3" presStyleCnt="0"/>
      <dgm:spPr/>
    </dgm:pt>
    <dgm:pt modelId="{80729856-A821-4A01-88A9-B895E6A38EF3}" type="pres">
      <dgm:prSet presAssocID="{F34A9FEA-CA26-4A0F-BB46-AE3BB16076C3}" presName="accentRepeatNode" presStyleLbl="solidFgAcc1" presStyleIdx="2" presStyleCnt="4"/>
      <dgm:spPr/>
    </dgm:pt>
    <dgm:pt modelId="{FCAA3AA7-FA71-4769-A892-92FC55C62BB8}" type="pres">
      <dgm:prSet presAssocID="{FBB817DB-9709-4E44-9DEC-686DDC192684}" presName="text_4" presStyleLbl="node1" presStyleIdx="3" presStyleCnt="4">
        <dgm:presLayoutVars>
          <dgm:bulletEnabled val="1"/>
        </dgm:presLayoutVars>
      </dgm:prSet>
      <dgm:spPr/>
    </dgm:pt>
    <dgm:pt modelId="{9708A2A1-1997-47CA-B74B-C2A950FF2BCA}" type="pres">
      <dgm:prSet presAssocID="{FBB817DB-9709-4E44-9DEC-686DDC192684}" presName="accent_4" presStyleCnt="0"/>
      <dgm:spPr/>
    </dgm:pt>
    <dgm:pt modelId="{FA64C1FB-B29E-4AC1-8EDD-F18B7C28F0FE}" type="pres">
      <dgm:prSet presAssocID="{FBB817DB-9709-4E44-9DEC-686DDC192684}" presName="accentRepeatNode" presStyleLbl="solidFgAcc1" presStyleIdx="3" presStyleCnt="4"/>
      <dgm:spPr/>
    </dgm:pt>
  </dgm:ptLst>
  <dgm:cxnLst>
    <dgm:cxn modelId="{4F0FA42B-6078-4B64-9131-8C7165812275}" srcId="{9368E9F7-ECE1-4F6C-A13C-9BC266B0215D}" destId="{38C13FF4-9FB0-40B2-B891-C7BB911365B5}" srcOrd="0" destOrd="0" parTransId="{A8499F5C-DF5C-493E-A7C3-18642EB0F9FD}" sibTransId="{168634D8-412B-496D-8867-892D933E4C5F}"/>
    <dgm:cxn modelId="{B0D90E3D-7BCE-42B7-A5F3-40038D25E980}" srcId="{9368E9F7-ECE1-4F6C-A13C-9BC266B0215D}" destId="{FBB817DB-9709-4E44-9DEC-686DDC192684}" srcOrd="3" destOrd="0" parTransId="{7F42DFE8-F56E-4D08-911C-999BEA1164B2}" sibTransId="{1328175B-6A51-4333-A562-C4C10008C56A}"/>
    <dgm:cxn modelId="{54850268-4D92-4A47-B1CD-6B2BC6678950}" srcId="{9368E9F7-ECE1-4F6C-A13C-9BC266B0215D}" destId="{BF371DA4-3CB1-433F-98D7-641EE42FB4A7}" srcOrd="1" destOrd="0" parTransId="{7CE6C89F-B068-41BB-9263-82B78454BA32}" sibTransId="{9D095978-818B-4B3C-B915-DABE16262058}"/>
    <dgm:cxn modelId="{A43E4272-36BC-46F4-8F27-1F1387A91350}" type="presOf" srcId="{FBB817DB-9709-4E44-9DEC-686DDC192684}" destId="{FCAA3AA7-FA71-4769-A892-92FC55C62BB8}" srcOrd="0" destOrd="0" presId="urn:microsoft.com/office/officeart/2008/layout/VerticalCurvedList"/>
    <dgm:cxn modelId="{15400280-D030-4354-AD1D-20A88581A2F5}" srcId="{9368E9F7-ECE1-4F6C-A13C-9BC266B0215D}" destId="{F34A9FEA-CA26-4A0F-BB46-AE3BB16076C3}" srcOrd="2" destOrd="0" parTransId="{22948CB1-CE19-46CD-BB0B-C260C4ACE95D}" sibTransId="{D5721701-ED97-4ED2-92B6-9E17AD39B04A}"/>
    <dgm:cxn modelId="{A2DFBBA5-2A5F-45F3-92AC-A2AF148553CC}" type="presOf" srcId="{9368E9F7-ECE1-4F6C-A13C-9BC266B0215D}" destId="{2E6401E6-B0B7-43AB-A9EE-CBF631AFEDEE}" srcOrd="0" destOrd="0" presId="urn:microsoft.com/office/officeart/2008/layout/VerticalCurvedList"/>
    <dgm:cxn modelId="{55FD02B5-E785-4B22-9162-1490701EE5B6}" type="presOf" srcId="{BF371DA4-3CB1-433F-98D7-641EE42FB4A7}" destId="{2E9EF7EE-FC5A-4066-80DE-AAA42A58CEA5}" srcOrd="0" destOrd="0" presId="urn:microsoft.com/office/officeart/2008/layout/VerticalCurvedList"/>
    <dgm:cxn modelId="{FE5B8EC7-F292-44E3-96E1-F6EEA5EE550E}" type="presOf" srcId="{F34A9FEA-CA26-4A0F-BB46-AE3BB16076C3}" destId="{6C699C01-CA4D-4E4D-BBE0-A18B574B7326}" srcOrd="0" destOrd="0" presId="urn:microsoft.com/office/officeart/2008/layout/VerticalCurvedList"/>
    <dgm:cxn modelId="{678672C9-F7CB-4AA8-AB2A-3B295AC7CB4B}" type="presOf" srcId="{168634D8-412B-496D-8867-892D933E4C5F}" destId="{B9F5FA20-DDFC-47C5-85C6-68563A958F44}" srcOrd="0" destOrd="0" presId="urn:microsoft.com/office/officeart/2008/layout/VerticalCurvedList"/>
    <dgm:cxn modelId="{CCC859F8-DC78-4C55-BCA1-1CB5F27FF47E}" type="presOf" srcId="{38C13FF4-9FB0-40B2-B891-C7BB911365B5}" destId="{9440E514-7AEE-44FF-9D3A-1B18557A47C5}" srcOrd="0" destOrd="0" presId="urn:microsoft.com/office/officeart/2008/layout/VerticalCurvedList"/>
    <dgm:cxn modelId="{38BC4B27-F323-4A69-AAE1-63F85CEEAB43}" type="presParOf" srcId="{2E6401E6-B0B7-43AB-A9EE-CBF631AFEDEE}" destId="{E83D6C1C-8ACF-4FA7-AD51-7EAA232FD4CE}" srcOrd="0" destOrd="0" presId="urn:microsoft.com/office/officeart/2008/layout/VerticalCurvedList"/>
    <dgm:cxn modelId="{555FD237-899D-4DCD-8A64-DD89F65979B5}" type="presParOf" srcId="{E83D6C1C-8ACF-4FA7-AD51-7EAA232FD4CE}" destId="{70291CE2-F0B5-42DA-9400-4F17AF4A49DA}" srcOrd="0" destOrd="0" presId="urn:microsoft.com/office/officeart/2008/layout/VerticalCurvedList"/>
    <dgm:cxn modelId="{5FB39CD1-86A6-456F-A2B2-11D197D642E7}" type="presParOf" srcId="{70291CE2-F0B5-42DA-9400-4F17AF4A49DA}" destId="{5EBF6CBE-52F3-4C8F-AD66-D0BD8475A15D}" srcOrd="0" destOrd="0" presId="urn:microsoft.com/office/officeart/2008/layout/VerticalCurvedList"/>
    <dgm:cxn modelId="{CDCC2D1A-BDA8-463D-A836-A75BF95EE0D9}" type="presParOf" srcId="{70291CE2-F0B5-42DA-9400-4F17AF4A49DA}" destId="{B9F5FA20-DDFC-47C5-85C6-68563A958F44}" srcOrd="1" destOrd="0" presId="urn:microsoft.com/office/officeart/2008/layout/VerticalCurvedList"/>
    <dgm:cxn modelId="{C2DC8F58-1918-4C17-89F8-C409730036B7}" type="presParOf" srcId="{70291CE2-F0B5-42DA-9400-4F17AF4A49DA}" destId="{53E9E4B0-24C6-4A1D-A851-7FE4C7F4A90C}" srcOrd="2" destOrd="0" presId="urn:microsoft.com/office/officeart/2008/layout/VerticalCurvedList"/>
    <dgm:cxn modelId="{83657E78-26A0-484B-ADF0-94FD4389F860}" type="presParOf" srcId="{70291CE2-F0B5-42DA-9400-4F17AF4A49DA}" destId="{25D98D5B-98E9-4F33-960C-63013E9DAD3E}" srcOrd="3" destOrd="0" presId="urn:microsoft.com/office/officeart/2008/layout/VerticalCurvedList"/>
    <dgm:cxn modelId="{BB224D05-42A1-4729-90FC-B4EA2D70409A}" type="presParOf" srcId="{E83D6C1C-8ACF-4FA7-AD51-7EAA232FD4CE}" destId="{9440E514-7AEE-44FF-9D3A-1B18557A47C5}" srcOrd="1" destOrd="0" presId="urn:microsoft.com/office/officeart/2008/layout/VerticalCurvedList"/>
    <dgm:cxn modelId="{1EFACF65-6774-447A-815D-0B08E5742C5F}" type="presParOf" srcId="{E83D6C1C-8ACF-4FA7-AD51-7EAA232FD4CE}" destId="{65B2676F-154E-45F8-9364-21D356ACEC3C}" srcOrd="2" destOrd="0" presId="urn:microsoft.com/office/officeart/2008/layout/VerticalCurvedList"/>
    <dgm:cxn modelId="{2439AA29-CA13-46EC-B986-989787842C4A}" type="presParOf" srcId="{65B2676F-154E-45F8-9364-21D356ACEC3C}" destId="{DCB17931-D125-4FBB-B1FD-E9FCBF333391}" srcOrd="0" destOrd="0" presId="urn:microsoft.com/office/officeart/2008/layout/VerticalCurvedList"/>
    <dgm:cxn modelId="{08A42F5A-EB95-42D0-B7B8-3EEF9587A3F0}" type="presParOf" srcId="{E83D6C1C-8ACF-4FA7-AD51-7EAA232FD4CE}" destId="{2E9EF7EE-FC5A-4066-80DE-AAA42A58CEA5}" srcOrd="3" destOrd="0" presId="urn:microsoft.com/office/officeart/2008/layout/VerticalCurvedList"/>
    <dgm:cxn modelId="{3E80B819-7A04-46C3-9CF6-9F87FB4BC6E9}" type="presParOf" srcId="{E83D6C1C-8ACF-4FA7-AD51-7EAA232FD4CE}" destId="{E25CC267-81E8-4736-9FAC-50CB96969950}" srcOrd="4" destOrd="0" presId="urn:microsoft.com/office/officeart/2008/layout/VerticalCurvedList"/>
    <dgm:cxn modelId="{2E7D3050-B301-4135-AE5D-0952910D6DA3}" type="presParOf" srcId="{E25CC267-81E8-4736-9FAC-50CB96969950}" destId="{28100A8F-85E8-4D17-8020-368E59DD2A1F}" srcOrd="0" destOrd="0" presId="urn:microsoft.com/office/officeart/2008/layout/VerticalCurvedList"/>
    <dgm:cxn modelId="{D76F121C-CF85-4D3B-B903-26BBF4E27384}" type="presParOf" srcId="{E83D6C1C-8ACF-4FA7-AD51-7EAA232FD4CE}" destId="{6C699C01-CA4D-4E4D-BBE0-A18B574B7326}" srcOrd="5" destOrd="0" presId="urn:microsoft.com/office/officeart/2008/layout/VerticalCurvedList"/>
    <dgm:cxn modelId="{664C4A8F-3763-49FB-B9E0-569439ED5EEF}" type="presParOf" srcId="{E83D6C1C-8ACF-4FA7-AD51-7EAA232FD4CE}" destId="{29FC2708-C6EB-447C-8C94-93422B879F4B}" srcOrd="6" destOrd="0" presId="urn:microsoft.com/office/officeart/2008/layout/VerticalCurvedList"/>
    <dgm:cxn modelId="{09FCA6C2-ECEA-48BD-A7ED-50D46D5E7689}" type="presParOf" srcId="{29FC2708-C6EB-447C-8C94-93422B879F4B}" destId="{80729856-A821-4A01-88A9-B895E6A38EF3}" srcOrd="0" destOrd="0" presId="urn:microsoft.com/office/officeart/2008/layout/VerticalCurvedList"/>
    <dgm:cxn modelId="{E6D25E2D-F7D6-4D42-B9E3-D30B3D8AC61B}" type="presParOf" srcId="{E83D6C1C-8ACF-4FA7-AD51-7EAA232FD4CE}" destId="{FCAA3AA7-FA71-4769-A892-92FC55C62BB8}" srcOrd="7" destOrd="0" presId="urn:microsoft.com/office/officeart/2008/layout/VerticalCurvedList"/>
    <dgm:cxn modelId="{6B77044C-A64A-42A9-9ED7-F04D07EBF73F}" type="presParOf" srcId="{E83D6C1C-8ACF-4FA7-AD51-7EAA232FD4CE}" destId="{9708A2A1-1997-47CA-B74B-C2A950FF2BCA}" srcOrd="8" destOrd="0" presId="urn:microsoft.com/office/officeart/2008/layout/VerticalCurvedList"/>
    <dgm:cxn modelId="{C492D421-7D17-4334-B996-8CE356C3875C}" type="presParOf" srcId="{9708A2A1-1997-47CA-B74B-C2A950FF2BCA}" destId="{FA64C1FB-B29E-4AC1-8EDD-F18B7C28F0F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C8EB98A2-77A6-499C-AD2A-962A739BFB9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FF4CFDD-3FEB-4EBD-BE5B-7E2B863E79EB}">
      <dgm:prSet/>
      <dgm:spPr/>
      <dgm:t>
        <a:bodyPr/>
        <a:lstStyle/>
        <a:p>
          <a:r>
            <a:rPr lang="ru-RU" b="0" i="0"/>
            <a:t>1019 р.</a:t>
          </a:r>
          <a:endParaRPr lang="uk-UA"/>
        </a:p>
      </dgm:t>
    </dgm:pt>
    <dgm:pt modelId="{34009AE6-D1F3-4BD0-8677-5D2E0F348E2B}" type="parTrans" cxnId="{10D5E1B5-1DBB-4325-806D-9FB6BD4B6014}">
      <dgm:prSet/>
      <dgm:spPr/>
      <dgm:t>
        <a:bodyPr/>
        <a:lstStyle/>
        <a:p>
          <a:endParaRPr lang="uk-UA"/>
        </a:p>
      </dgm:t>
    </dgm:pt>
    <dgm:pt modelId="{60E6B976-13EA-41DB-9815-3225BA1A6A88}" type="sibTrans" cxnId="{10D5E1B5-1DBB-4325-806D-9FB6BD4B6014}">
      <dgm:prSet/>
      <dgm:spPr/>
      <dgm:t>
        <a:bodyPr/>
        <a:lstStyle/>
        <a:p>
          <a:endParaRPr lang="uk-UA"/>
        </a:p>
      </dgm:t>
    </dgm:pt>
    <dgm:pt modelId="{4AA1AAFF-C4FF-49A6-A5D8-8616D1490411}">
      <dgm:prSet/>
      <dgm:spPr/>
      <dgm:t>
        <a:bodyPr/>
        <a:lstStyle/>
        <a:p>
          <a:r>
            <a:rPr lang="ru-RU" b="0" i="0" dirty="0"/>
            <a:t>1036 р.</a:t>
          </a:r>
          <a:endParaRPr lang="uk-UA" dirty="0"/>
        </a:p>
      </dgm:t>
    </dgm:pt>
    <dgm:pt modelId="{C9A6BF5C-D59F-40A8-95B1-81A3630E0A9B}" type="parTrans" cxnId="{E19F33A0-F5B2-4018-8285-88C82F5DCC6E}">
      <dgm:prSet/>
      <dgm:spPr/>
      <dgm:t>
        <a:bodyPr/>
        <a:lstStyle/>
        <a:p>
          <a:endParaRPr lang="uk-UA"/>
        </a:p>
      </dgm:t>
    </dgm:pt>
    <dgm:pt modelId="{D186911A-1B71-4F13-8CB6-E3D23025FED6}" type="sibTrans" cxnId="{E19F33A0-F5B2-4018-8285-88C82F5DCC6E}">
      <dgm:prSet/>
      <dgm:spPr/>
      <dgm:t>
        <a:bodyPr/>
        <a:lstStyle/>
        <a:p>
          <a:endParaRPr lang="uk-UA"/>
        </a:p>
      </dgm:t>
    </dgm:pt>
    <dgm:pt modelId="{606E731D-7620-48A4-8FCA-EBBE0B92A133}">
      <dgm:prSet/>
      <dgm:spPr/>
      <dgm:t>
        <a:bodyPr/>
        <a:lstStyle/>
        <a:p>
          <a:r>
            <a:rPr lang="ru-RU" b="0" i="0" dirty="0"/>
            <a:t>1051 р.</a:t>
          </a:r>
          <a:endParaRPr lang="uk-UA" dirty="0"/>
        </a:p>
      </dgm:t>
    </dgm:pt>
    <dgm:pt modelId="{C6C981D6-DFAA-4820-9A7E-5ACCB9F32C0C}" type="parTrans" cxnId="{53E8B51B-7B94-41EC-9FC0-BE42AE3F4228}">
      <dgm:prSet/>
      <dgm:spPr/>
      <dgm:t>
        <a:bodyPr/>
        <a:lstStyle/>
        <a:p>
          <a:endParaRPr lang="uk-UA"/>
        </a:p>
      </dgm:t>
    </dgm:pt>
    <dgm:pt modelId="{216CDEB4-7087-423C-8133-8CBAD46CA33A}" type="sibTrans" cxnId="{53E8B51B-7B94-41EC-9FC0-BE42AE3F4228}">
      <dgm:prSet/>
      <dgm:spPr/>
      <dgm:t>
        <a:bodyPr/>
        <a:lstStyle/>
        <a:p>
          <a:endParaRPr lang="uk-UA"/>
        </a:p>
      </dgm:t>
    </dgm:pt>
    <dgm:pt modelId="{0B45D8C4-C660-4D91-A502-BEF074D32230}">
      <dgm:prSet/>
      <dgm:spPr/>
      <dgm:t>
        <a:bodyPr/>
        <a:lstStyle/>
        <a:p>
          <a:r>
            <a:rPr lang="ru-RU" b="0" i="0" dirty="0"/>
            <a:t>1054 р.</a:t>
          </a:r>
          <a:endParaRPr lang="uk-UA" dirty="0"/>
        </a:p>
      </dgm:t>
    </dgm:pt>
    <dgm:pt modelId="{7AE45180-4BE4-4539-A8DB-6FAE265DEC6C}" type="parTrans" cxnId="{43ABBD05-3D52-44C6-92BA-24CD0AEF25FC}">
      <dgm:prSet/>
      <dgm:spPr/>
      <dgm:t>
        <a:bodyPr/>
        <a:lstStyle/>
        <a:p>
          <a:endParaRPr lang="uk-UA"/>
        </a:p>
      </dgm:t>
    </dgm:pt>
    <dgm:pt modelId="{87EC2B6A-60A6-4FE3-95E8-6308EB032650}" type="sibTrans" cxnId="{43ABBD05-3D52-44C6-92BA-24CD0AEF25FC}">
      <dgm:prSet/>
      <dgm:spPr/>
      <dgm:t>
        <a:bodyPr/>
        <a:lstStyle/>
        <a:p>
          <a:endParaRPr lang="uk-UA"/>
        </a:p>
      </dgm:t>
    </dgm:pt>
    <dgm:pt modelId="{AAC34B00-22E2-41CE-9401-9F7E1A526436}" type="pres">
      <dgm:prSet presAssocID="{C8EB98A2-77A6-499C-AD2A-962A739BFB97}" presName="matrix" presStyleCnt="0">
        <dgm:presLayoutVars>
          <dgm:chMax val="1"/>
          <dgm:dir/>
          <dgm:resizeHandles val="exact"/>
        </dgm:presLayoutVars>
      </dgm:prSet>
      <dgm:spPr/>
    </dgm:pt>
    <dgm:pt modelId="{BA8D2B7D-DA6C-4583-B310-BD841DDC5569}" type="pres">
      <dgm:prSet presAssocID="{C8EB98A2-77A6-499C-AD2A-962A739BFB97}" presName="diamond" presStyleLbl="bgShp" presStyleIdx="0" presStyleCnt="1"/>
      <dgm:spPr/>
    </dgm:pt>
    <dgm:pt modelId="{BEB1E8C6-684D-41BF-8289-20AB8663B307}" type="pres">
      <dgm:prSet presAssocID="{C8EB98A2-77A6-499C-AD2A-962A739BFB9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E4D6438-9E02-4AD0-A121-6D1E4A854EAE}" type="pres">
      <dgm:prSet presAssocID="{C8EB98A2-77A6-499C-AD2A-962A739BFB9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9ABAB25-6776-43AE-8F66-5A20208B412C}" type="pres">
      <dgm:prSet presAssocID="{C8EB98A2-77A6-499C-AD2A-962A739BFB9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F36D25B-28CE-4A75-8925-11C79C096F67}" type="pres">
      <dgm:prSet presAssocID="{C8EB98A2-77A6-499C-AD2A-962A739BFB9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3ABBD05-3D52-44C6-92BA-24CD0AEF25FC}" srcId="{C8EB98A2-77A6-499C-AD2A-962A739BFB97}" destId="{0B45D8C4-C660-4D91-A502-BEF074D32230}" srcOrd="3" destOrd="0" parTransId="{7AE45180-4BE4-4539-A8DB-6FAE265DEC6C}" sibTransId="{87EC2B6A-60A6-4FE3-95E8-6308EB032650}"/>
    <dgm:cxn modelId="{53E8B51B-7B94-41EC-9FC0-BE42AE3F4228}" srcId="{C8EB98A2-77A6-499C-AD2A-962A739BFB97}" destId="{606E731D-7620-48A4-8FCA-EBBE0B92A133}" srcOrd="2" destOrd="0" parTransId="{C6C981D6-DFAA-4820-9A7E-5ACCB9F32C0C}" sibTransId="{216CDEB4-7087-423C-8133-8CBAD46CA33A}"/>
    <dgm:cxn modelId="{279BFB2D-85A7-44EB-8009-57D71FDA9C74}" type="presOf" srcId="{606E731D-7620-48A4-8FCA-EBBE0B92A133}" destId="{D9ABAB25-6776-43AE-8F66-5A20208B412C}" srcOrd="0" destOrd="0" presId="urn:microsoft.com/office/officeart/2005/8/layout/matrix3"/>
    <dgm:cxn modelId="{7CE87539-3B1F-4CE2-BF6A-D393F7992128}" type="presOf" srcId="{4AA1AAFF-C4FF-49A6-A5D8-8616D1490411}" destId="{AE4D6438-9E02-4AD0-A121-6D1E4A854EAE}" srcOrd="0" destOrd="0" presId="urn:microsoft.com/office/officeart/2005/8/layout/matrix3"/>
    <dgm:cxn modelId="{B51B9466-3904-4F98-96C7-B29C4EBA2853}" type="presOf" srcId="{4FF4CFDD-3FEB-4EBD-BE5B-7E2B863E79EB}" destId="{BEB1E8C6-684D-41BF-8289-20AB8663B307}" srcOrd="0" destOrd="0" presId="urn:microsoft.com/office/officeart/2005/8/layout/matrix3"/>
    <dgm:cxn modelId="{00AB907D-F518-41A3-9ABF-94B02109AD4C}" type="presOf" srcId="{0B45D8C4-C660-4D91-A502-BEF074D32230}" destId="{1F36D25B-28CE-4A75-8925-11C79C096F67}" srcOrd="0" destOrd="0" presId="urn:microsoft.com/office/officeart/2005/8/layout/matrix3"/>
    <dgm:cxn modelId="{E19F33A0-F5B2-4018-8285-88C82F5DCC6E}" srcId="{C8EB98A2-77A6-499C-AD2A-962A739BFB97}" destId="{4AA1AAFF-C4FF-49A6-A5D8-8616D1490411}" srcOrd="1" destOrd="0" parTransId="{C9A6BF5C-D59F-40A8-95B1-81A3630E0A9B}" sibTransId="{D186911A-1B71-4F13-8CB6-E3D23025FED6}"/>
    <dgm:cxn modelId="{10D5E1B5-1DBB-4325-806D-9FB6BD4B6014}" srcId="{C8EB98A2-77A6-499C-AD2A-962A739BFB97}" destId="{4FF4CFDD-3FEB-4EBD-BE5B-7E2B863E79EB}" srcOrd="0" destOrd="0" parTransId="{34009AE6-D1F3-4BD0-8677-5D2E0F348E2B}" sibTransId="{60E6B976-13EA-41DB-9815-3225BA1A6A88}"/>
    <dgm:cxn modelId="{3190F4BA-1606-46CF-ACC1-56084120F8E7}" type="presOf" srcId="{C8EB98A2-77A6-499C-AD2A-962A739BFB97}" destId="{AAC34B00-22E2-41CE-9401-9F7E1A526436}" srcOrd="0" destOrd="0" presId="urn:microsoft.com/office/officeart/2005/8/layout/matrix3"/>
    <dgm:cxn modelId="{15C07810-8E42-49C9-9233-A23C41B2FA47}" type="presParOf" srcId="{AAC34B00-22E2-41CE-9401-9F7E1A526436}" destId="{BA8D2B7D-DA6C-4583-B310-BD841DDC5569}" srcOrd="0" destOrd="0" presId="urn:microsoft.com/office/officeart/2005/8/layout/matrix3"/>
    <dgm:cxn modelId="{974622B9-203B-431B-8EA7-D514C3CD0911}" type="presParOf" srcId="{AAC34B00-22E2-41CE-9401-9F7E1A526436}" destId="{BEB1E8C6-684D-41BF-8289-20AB8663B307}" srcOrd="1" destOrd="0" presId="urn:microsoft.com/office/officeart/2005/8/layout/matrix3"/>
    <dgm:cxn modelId="{69CCD00B-A523-49E8-BFE9-3D4F705F4E95}" type="presParOf" srcId="{AAC34B00-22E2-41CE-9401-9F7E1A526436}" destId="{AE4D6438-9E02-4AD0-A121-6D1E4A854EAE}" srcOrd="2" destOrd="0" presId="urn:microsoft.com/office/officeart/2005/8/layout/matrix3"/>
    <dgm:cxn modelId="{8B3A02ED-4483-4126-BD39-FBC4FD13A27D}" type="presParOf" srcId="{AAC34B00-22E2-41CE-9401-9F7E1A526436}" destId="{D9ABAB25-6776-43AE-8F66-5A20208B412C}" srcOrd="3" destOrd="0" presId="urn:microsoft.com/office/officeart/2005/8/layout/matrix3"/>
    <dgm:cxn modelId="{786A6BC8-AC78-4678-B12B-FEFEAA1B750D}" type="presParOf" srcId="{AAC34B00-22E2-41CE-9401-9F7E1A526436}" destId="{1F36D25B-28CE-4A75-8925-11C79C096F6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681AF5AE-7E6A-47FB-A780-413D56E8DCB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2BC84BA-31D7-4CC2-90ED-012595A46626}">
      <dgm:prSet/>
      <dgm:spPr/>
      <dgm:t>
        <a:bodyPr/>
        <a:lstStyle/>
        <a:p>
          <a:r>
            <a:rPr lang="ru-RU" b="0" i="0"/>
            <a:t>Ігоря Рюриковича.</a:t>
          </a:r>
          <a:endParaRPr lang="uk-UA"/>
        </a:p>
      </dgm:t>
    </dgm:pt>
    <dgm:pt modelId="{2F8F050E-E874-49FA-9223-CE730539AF60}" type="parTrans" cxnId="{17733B7C-4466-4982-BB05-D1E9A0B3F747}">
      <dgm:prSet/>
      <dgm:spPr/>
      <dgm:t>
        <a:bodyPr/>
        <a:lstStyle/>
        <a:p>
          <a:endParaRPr lang="uk-UA"/>
        </a:p>
      </dgm:t>
    </dgm:pt>
    <dgm:pt modelId="{C4FCD76A-FD36-4D26-8B97-091CA1A6EAFE}" type="sibTrans" cxnId="{17733B7C-4466-4982-BB05-D1E9A0B3F747}">
      <dgm:prSet/>
      <dgm:spPr/>
      <dgm:t>
        <a:bodyPr/>
        <a:lstStyle/>
        <a:p>
          <a:endParaRPr lang="uk-UA"/>
        </a:p>
      </dgm:t>
    </dgm:pt>
    <dgm:pt modelId="{B31C9345-6B39-4E03-903B-735FABA7F3A5}">
      <dgm:prSet/>
      <dgm:spPr/>
      <dgm:t>
        <a:bodyPr/>
        <a:lstStyle/>
        <a:p>
          <a:r>
            <a:rPr lang="ru-RU" b="0" i="0"/>
            <a:t>Святослава Ігоревича.</a:t>
          </a:r>
          <a:endParaRPr lang="uk-UA"/>
        </a:p>
      </dgm:t>
    </dgm:pt>
    <dgm:pt modelId="{B5F6713A-F0C6-41B0-BE7C-BF66EFBD0782}" type="parTrans" cxnId="{8C66D563-0799-4071-AABD-7A742E86B384}">
      <dgm:prSet/>
      <dgm:spPr/>
      <dgm:t>
        <a:bodyPr/>
        <a:lstStyle/>
        <a:p>
          <a:endParaRPr lang="uk-UA"/>
        </a:p>
      </dgm:t>
    </dgm:pt>
    <dgm:pt modelId="{C00BE4C5-A81F-4799-84DB-F8B0824A78BE}" type="sibTrans" cxnId="{8C66D563-0799-4071-AABD-7A742E86B384}">
      <dgm:prSet/>
      <dgm:spPr/>
      <dgm:t>
        <a:bodyPr/>
        <a:lstStyle/>
        <a:p>
          <a:endParaRPr lang="uk-UA"/>
        </a:p>
      </dgm:t>
    </dgm:pt>
    <dgm:pt modelId="{83A91FFC-F7D2-4039-A0DA-1266BCCF8F02}">
      <dgm:prSet/>
      <dgm:spPr/>
      <dgm:t>
        <a:bodyPr/>
        <a:lstStyle/>
        <a:p>
          <a:r>
            <a:rPr lang="ru-RU" b="0" i="0" dirty="0" err="1"/>
            <a:t>Володимира</a:t>
          </a:r>
          <a:r>
            <a:rPr lang="ru-RU" b="0" i="0" dirty="0"/>
            <a:t> Великого.</a:t>
          </a:r>
          <a:endParaRPr lang="uk-UA" dirty="0"/>
        </a:p>
      </dgm:t>
    </dgm:pt>
    <dgm:pt modelId="{9823333A-DC89-4E0A-A993-D0C2BB82FA6F}" type="parTrans" cxnId="{728054DD-C814-4BE3-9046-1A5FFD4277B5}">
      <dgm:prSet/>
      <dgm:spPr/>
      <dgm:t>
        <a:bodyPr/>
        <a:lstStyle/>
        <a:p>
          <a:endParaRPr lang="uk-UA"/>
        </a:p>
      </dgm:t>
    </dgm:pt>
    <dgm:pt modelId="{AD06D564-90CF-49C9-BE61-6D317F00B83A}" type="sibTrans" cxnId="{728054DD-C814-4BE3-9046-1A5FFD4277B5}">
      <dgm:prSet/>
      <dgm:spPr/>
      <dgm:t>
        <a:bodyPr/>
        <a:lstStyle/>
        <a:p>
          <a:endParaRPr lang="uk-UA"/>
        </a:p>
      </dgm:t>
    </dgm:pt>
    <dgm:pt modelId="{F230775A-6730-4381-A3AE-CB59096EA1D0}">
      <dgm:prSet/>
      <dgm:spPr/>
      <dgm:t>
        <a:bodyPr/>
        <a:lstStyle/>
        <a:p>
          <a:r>
            <a:rPr lang="ru-RU" b="0" i="0" dirty="0"/>
            <a:t>Ярослава Мудрого.</a:t>
          </a:r>
          <a:endParaRPr lang="uk-UA" dirty="0"/>
        </a:p>
      </dgm:t>
    </dgm:pt>
    <dgm:pt modelId="{A7BE4D41-2F6E-4172-886B-BF85651E3E47}" type="parTrans" cxnId="{B2A00ABA-3CD4-4A41-9396-CCC4F3C57B13}">
      <dgm:prSet/>
      <dgm:spPr/>
      <dgm:t>
        <a:bodyPr/>
        <a:lstStyle/>
        <a:p>
          <a:endParaRPr lang="uk-UA"/>
        </a:p>
      </dgm:t>
    </dgm:pt>
    <dgm:pt modelId="{C5BAFA5B-71A2-430B-9C3C-FD96B3073588}" type="sibTrans" cxnId="{B2A00ABA-3CD4-4A41-9396-CCC4F3C57B13}">
      <dgm:prSet/>
      <dgm:spPr/>
      <dgm:t>
        <a:bodyPr/>
        <a:lstStyle/>
        <a:p>
          <a:endParaRPr lang="uk-UA"/>
        </a:p>
      </dgm:t>
    </dgm:pt>
    <dgm:pt modelId="{4384C6E1-D039-4178-B81F-93871A070BC9}" type="pres">
      <dgm:prSet presAssocID="{681AF5AE-7E6A-47FB-A780-413D56E8DCB8}" presName="matrix" presStyleCnt="0">
        <dgm:presLayoutVars>
          <dgm:chMax val="1"/>
          <dgm:dir/>
          <dgm:resizeHandles val="exact"/>
        </dgm:presLayoutVars>
      </dgm:prSet>
      <dgm:spPr/>
    </dgm:pt>
    <dgm:pt modelId="{E7D9E6B6-9F8B-4427-A2F7-22FE41C44334}" type="pres">
      <dgm:prSet presAssocID="{681AF5AE-7E6A-47FB-A780-413D56E8DCB8}" presName="diamond" presStyleLbl="bgShp" presStyleIdx="0" presStyleCnt="1"/>
      <dgm:spPr/>
    </dgm:pt>
    <dgm:pt modelId="{395CCAFA-A5DE-49D2-AD64-32B0F10D4FCB}" type="pres">
      <dgm:prSet presAssocID="{681AF5AE-7E6A-47FB-A780-413D56E8DCB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8C14035-7352-428E-B560-AC86C4B94429}" type="pres">
      <dgm:prSet presAssocID="{681AF5AE-7E6A-47FB-A780-413D56E8DCB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5F14491-8D05-4DF2-B262-1A96FEB0E0E3}" type="pres">
      <dgm:prSet presAssocID="{681AF5AE-7E6A-47FB-A780-413D56E8DCB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C1E43F8-92D4-46AC-8D0A-94D10B2FEB44}" type="pres">
      <dgm:prSet presAssocID="{681AF5AE-7E6A-47FB-A780-413D56E8DCB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E1D1812-977D-47C8-A61B-8E0135C98115}" type="presOf" srcId="{62BC84BA-31D7-4CC2-90ED-012595A46626}" destId="{395CCAFA-A5DE-49D2-AD64-32B0F10D4FCB}" srcOrd="0" destOrd="0" presId="urn:microsoft.com/office/officeart/2005/8/layout/matrix3"/>
    <dgm:cxn modelId="{8C66D563-0799-4071-AABD-7A742E86B384}" srcId="{681AF5AE-7E6A-47FB-A780-413D56E8DCB8}" destId="{B31C9345-6B39-4E03-903B-735FABA7F3A5}" srcOrd="1" destOrd="0" parTransId="{B5F6713A-F0C6-41B0-BE7C-BF66EFBD0782}" sibTransId="{C00BE4C5-A81F-4799-84DB-F8B0824A78BE}"/>
    <dgm:cxn modelId="{17733B7C-4466-4982-BB05-D1E9A0B3F747}" srcId="{681AF5AE-7E6A-47FB-A780-413D56E8DCB8}" destId="{62BC84BA-31D7-4CC2-90ED-012595A46626}" srcOrd="0" destOrd="0" parTransId="{2F8F050E-E874-49FA-9223-CE730539AF60}" sibTransId="{C4FCD76A-FD36-4D26-8B97-091CA1A6EAFE}"/>
    <dgm:cxn modelId="{429692B5-45FF-42FB-92FB-861A4DFFEAA8}" type="presOf" srcId="{681AF5AE-7E6A-47FB-A780-413D56E8DCB8}" destId="{4384C6E1-D039-4178-B81F-93871A070BC9}" srcOrd="0" destOrd="0" presId="urn:microsoft.com/office/officeart/2005/8/layout/matrix3"/>
    <dgm:cxn modelId="{38D7FDB8-6D67-4063-80DC-EAC0F3AE7FEA}" type="presOf" srcId="{F230775A-6730-4381-A3AE-CB59096EA1D0}" destId="{1C1E43F8-92D4-46AC-8D0A-94D10B2FEB44}" srcOrd="0" destOrd="0" presId="urn:microsoft.com/office/officeart/2005/8/layout/matrix3"/>
    <dgm:cxn modelId="{B2A00ABA-3CD4-4A41-9396-CCC4F3C57B13}" srcId="{681AF5AE-7E6A-47FB-A780-413D56E8DCB8}" destId="{F230775A-6730-4381-A3AE-CB59096EA1D0}" srcOrd="3" destOrd="0" parTransId="{A7BE4D41-2F6E-4172-886B-BF85651E3E47}" sibTransId="{C5BAFA5B-71A2-430B-9C3C-FD96B3073588}"/>
    <dgm:cxn modelId="{BE9C9DC5-0063-4DF7-A07F-61217AF0EC17}" type="presOf" srcId="{83A91FFC-F7D2-4039-A0DA-1266BCCF8F02}" destId="{F5F14491-8D05-4DF2-B262-1A96FEB0E0E3}" srcOrd="0" destOrd="0" presId="urn:microsoft.com/office/officeart/2005/8/layout/matrix3"/>
    <dgm:cxn modelId="{728054DD-C814-4BE3-9046-1A5FFD4277B5}" srcId="{681AF5AE-7E6A-47FB-A780-413D56E8DCB8}" destId="{83A91FFC-F7D2-4039-A0DA-1266BCCF8F02}" srcOrd="2" destOrd="0" parTransId="{9823333A-DC89-4E0A-A993-D0C2BB82FA6F}" sibTransId="{AD06D564-90CF-49C9-BE61-6D317F00B83A}"/>
    <dgm:cxn modelId="{943B05FB-D25D-40BD-B94C-92D20235B371}" type="presOf" srcId="{B31C9345-6B39-4E03-903B-735FABA7F3A5}" destId="{E8C14035-7352-428E-B560-AC86C4B94429}" srcOrd="0" destOrd="0" presId="urn:microsoft.com/office/officeart/2005/8/layout/matrix3"/>
    <dgm:cxn modelId="{06AFDBC6-43CE-4CF5-B8E0-E8A80A6BC58A}" type="presParOf" srcId="{4384C6E1-D039-4178-B81F-93871A070BC9}" destId="{E7D9E6B6-9F8B-4427-A2F7-22FE41C44334}" srcOrd="0" destOrd="0" presId="urn:microsoft.com/office/officeart/2005/8/layout/matrix3"/>
    <dgm:cxn modelId="{82DF24D8-FADA-44AA-BFB4-5FCC7681EEFC}" type="presParOf" srcId="{4384C6E1-D039-4178-B81F-93871A070BC9}" destId="{395CCAFA-A5DE-49D2-AD64-32B0F10D4FCB}" srcOrd="1" destOrd="0" presId="urn:microsoft.com/office/officeart/2005/8/layout/matrix3"/>
    <dgm:cxn modelId="{41F29C16-76CC-4E67-B667-C76567236021}" type="presParOf" srcId="{4384C6E1-D039-4178-B81F-93871A070BC9}" destId="{E8C14035-7352-428E-B560-AC86C4B94429}" srcOrd="2" destOrd="0" presId="urn:microsoft.com/office/officeart/2005/8/layout/matrix3"/>
    <dgm:cxn modelId="{EC0E6BB7-6E9D-49A3-A28D-57DF0F8091CF}" type="presParOf" srcId="{4384C6E1-D039-4178-B81F-93871A070BC9}" destId="{F5F14491-8D05-4DF2-B262-1A96FEB0E0E3}" srcOrd="3" destOrd="0" presId="urn:microsoft.com/office/officeart/2005/8/layout/matrix3"/>
    <dgm:cxn modelId="{F696FE32-EE6D-4E79-AA08-AB0693FCFF1A}" type="presParOf" srcId="{4384C6E1-D039-4178-B81F-93871A070BC9}" destId="{1C1E43F8-92D4-46AC-8D0A-94D10B2FEB4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F292050E-91A3-458A-8198-E736B9B7EDF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F69998C-DE7D-4C92-879B-D634185C51FB}">
      <dgm:prSet/>
      <dgm:spPr/>
      <dgm:t>
        <a:bodyPr/>
        <a:lstStyle/>
        <a:p>
          <a:r>
            <a:rPr lang="ru-RU" b="0" i="0"/>
            <a:t>Олега та Ігоря.</a:t>
          </a:r>
          <a:endParaRPr lang="uk-UA"/>
        </a:p>
      </dgm:t>
    </dgm:pt>
    <dgm:pt modelId="{B2024B61-021E-4B99-AA5F-D5238B7ED4CB}" type="parTrans" cxnId="{674603E0-AC7D-400B-BE41-9B2AACE48198}">
      <dgm:prSet/>
      <dgm:spPr/>
      <dgm:t>
        <a:bodyPr/>
        <a:lstStyle/>
        <a:p>
          <a:endParaRPr lang="uk-UA"/>
        </a:p>
      </dgm:t>
    </dgm:pt>
    <dgm:pt modelId="{1DFE386A-A50D-4967-ADB1-B53D8CAD15C5}" type="sibTrans" cxnId="{674603E0-AC7D-400B-BE41-9B2AACE48198}">
      <dgm:prSet/>
      <dgm:spPr/>
      <dgm:t>
        <a:bodyPr/>
        <a:lstStyle/>
        <a:p>
          <a:endParaRPr lang="uk-UA"/>
        </a:p>
      </dgm:t>
    </dgm:pt>
    <dgm:pt modelId="{2DD36D90-F69F-42B9-BD27-36277AF6F415}">
      <dgm:prSet/>
      <dgm:spPr/>
      <dgm:t>
        <a:bodyPr/>
        <a:lstStyle/>
        <a:p>
          <a:r>
            <a:rPr lang="ru-RU" b="0" i="0"/>
            <a:t>Аскольда та Святослава.</a:t>
          </a:r>
          <a:endParaRPr lang="uk-UA"/>
        </a:p>
      </dgm:t>
    </dgm:pt>
    <dgm:pt modelId="{852B5BB0-FB94-47A5-829B-2F993375EF46}" type="parTrans" cxnId="{30733D0F-5723-42B5-BD44-BF41CC67E6B2}">
      <dgm:prSet/>
      <dgm:spPr/>
      <dgm:t>
        <a:bodyPr/>
        <a:lstStyle/>
        <a:p>
          <a:endParaRPr lang="uk-UA"/>
        </a:p>
      </dgm:t>
    </dgm:pt>
    <dgm:pt modelId="{88679F1A-1884-43F7-AB4B-2894E0C1088A}" type="sibTrans" cxnId="{30733D0F-5723-42B5-BD44-BF41CC67E6B2}">
      <dgm:prSet/>
      <dgm:spPr/>
      <dgm:t>
        <a:bodyPr/>
        <a:lstStyle/>
        <a:p>
          <a:endParaRPr lang="uk-UA"/>
        </a:p>
      </dgm:t>
    </dgm:pt>
    <dgm:pt modelId="{DA6A42F7-8147-4FCE-A58F-2B363018B8E0}">
      <dgm:prSet/>
      <dgm:spPr/>
      <dgm:t>
        <a:bodyPr/>
        <a:lstStyle/>
        <a:p>
          <a:r>
            <a:rPr lang="ru-RU" b="0" i="0" dirty="0" err="1"/>
            <a:t>Володимира</a:t>
          </a:r>
          <a:r>
            <a:rPr lang="ru-RU" b="0" i="0" dirty="0"/>
            <a:t> Мономаха та Мстислава Великого.</a:t>
          </a:r>
          <a:endParaRPr lang="uk-UA" dirty="0"/>
        </a:p>
      </dgm:t>
    </dgm:pt>
    <dgm:pt modelId="{59A17FBD-25AC-41E4-A32E-28C95484CC1C}" type="parTrans" cxnId="{4504A37C-BDE4-46D3-8A4B-5F84D807750F}">
      <dgm:prSet/>
      <dgm:spPr/>
      <dgm:t>
        <a:bodyPr/>
        <a:lstStyle/>
        <a:p>
          <a:endParaRPr lang="uk-UA"/>
        </a:p>
      </dgm:t>
    </dgm:pt>
    <dgm:pt modelId="{C3F2A904-886B-4500-93AD-EE70B8046488}" type="sibTrans" cxnId="{4504A37C-BDE4-46D3-8A4B-5F84D807750F}">
      <dgm:prSet/>
      <dgm:spPr/>
      <dgm:t>
        <a:bodyPr/>
        <a:lstStyle/>
        <a:p>
          <a:endParaRPr lang="uk-UA"/>
        </a:p>
      </dgm:t>
    </dgm:pt>
    <dgm:pt modelId="{A54CF08A-6430-4649-9CC0-C5BB120C79EF}">
      <dgm:prSet/>
      <dgm:spPr/>
      <dgm:t>
        <a:bodyPr/>
        <a:lstStyle/>
        <a:p>
          <a:r>
            <a:rPr lang="ru-RU" b="0" i="0" dirty="0" err="1"/>
            <a:t>Володимира</a:t>
          </a:r>
          <a:r>
            <a:rPr lang="ru-RU" b="0" i="0" dirty="0"/>
            <a:t> Великого та Ярослава Мудрого</a:t>
          </a:r>
          <a:endParaRPr lang="uk-UA" dirty="0"/>
        </a:p>
      </dgm:t>
    </dgm:pt>
    <dgm:pt modelId="{1A0EE43D-FA38-4CFC-A022-2FED1E7FA115}" type="parTrans" cxnId="{0F3E87EF-C921-40FB-B127-5F43C170853C}">
      <dgm:prSet/>
      <dgm:spPr/>
      <dgm:t>
        <a:bodyPr/>
        <a:lstStyle/>
        <a:p>
          <a:endParaRPr lang="uk-UA"/>
        </a:p>
      </dgm:t>
    </dgm:pt>
    <dgm:pt modelId="{4BE47CB6-815F-41BF-AF71-4229779AC42A}" type="sibTrans" cxnId="{0F3E87EF-C921-40FB-B127-5F43C170853C}">
      <dgm:prSet/>
      <dgm:spPr/>
      <dgm:t>
        <a:bodyPr/>
        <a:lstStyle/>
        <a:p>
          <a:endParaRPr lang="uk-UA"/>
        </a:p>
      </dgm:t>
    </dgm:pt>
    <dgm:pt modelId="{03B839D9-9718-4B4F-9B29-0A494B36BDE0}" type="pres">
      <dgm:prSet presAssocID="{F292050E-91A3-458A-8198-E736B9B7EDF9}" presName="linear" presStyleCnt="0">
        <dgm:presLayoutVars>
          <dgm:animLvl val="lvl"/>
          <dgm:resizeHandles val="exact"/>
        </dgm:presLayoutVars>
      </dgm:prSet>
      <dgm:spPr/>
    </dgm:pt>
    <dgm:pt modelId="{09E592AA-C8DD-4AA8-871D-7AF3ADB5FD85}" type="pres">
      <dgm:prSet presAssocID="{FF69998C-DE7D-4C92-879B-D634185C51F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562356D-BAC5-4B1E-BF34-0A46575F9947}" type="pres">
      <dgm:prSet presAssocID="{1DFE386A-A50D-4967-ADB1-B53D8CAD15C5}" presName="spacer" presStyleCnt="0"/>
      <dgm:spPr/>
    </dgm:pt>
    <dgm:pt modelId="{1FF18DAE-BB0E-4694-B39D-77F6D94A97A9}" type="pres">
      <dgm:prSet presAssocID="{2DD36D90-F69F-42B9-BD27-36277AF6F41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B308D99-13BF-4315-AE7E-AEF609A49E9E}" type="pres">
      <dgm:prSet presAssocID="{88679F1A-1884-43F7-AB4B-2894E0C1088A}" presName="spacer" presStyleCnt="0"/>
      <dgm:spPr/>
    </dgm:pt>
    <dgm:pt modelId="{386E0EF2-4EE7-4FC0-A2F6-41D06E1787A0}" type="pres">
      <dgm:prSet presAssocID="{DA6A42F7-8147-4FCE-A58F-2B363018B8E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439A490-423F-47D3-963E-D8B966A073CA}" type="pres">
      <dgm:prSet presAssocID="{C3F2A904-886B-4500-93AD-EE70B8046488}" presName="spacer" presStyleCnt="0"/>
      <dgm:spPr/>
    </dgm:pt>
    <dgm:pt modelId="{05421B46-3AC1-431D-8DE8-D46F50DE7836}" type="pres">
      <dgm:prSet presAssocID="{A54CF08A-6430-4649-9CC0-C5BB120C79E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0733D0F-5723-42B5-BD44-BF41CC67E6B2}" srcId="{F292050E-91A3-458A-8198-E736B9B7EDF9}" destId="{2DD36D90-F69F-42B9-BD27-36277AF6F415}" srcOrd="1" destOrd="0" parTransId="{852B5BB0-FB94-47A5-829B-2F993375EF46}" sibTransId="{88679F1A-1884-43F7-AB4B-2894E0C1088A}"/>
    <dgm:cxn modelId="{02072F3A-CDE8-4025-BB12-491EF57FA1C2}" type="presOf" srcId="{F292050E-91A3-458A-8198-E736B9B7EDF9}" destId="{03B839D9-9718-4B4F-9B29-0A494B36BDE0}" srcOrd="0" destOrd="0" presId="urn:microsoft.com/office/officeart/2005/8/layout/vList2"/>
    <dgm:cxn modelId="{AD8DE46D-B805-4A3E-978F-250B2710B841}" type="presOf" srcId="{A54CF08A-6430-4649-9CC0-C5BB120C79EF}" destId="{05421B46-3AC1-431D-8DE8-D46F50DE7836}" srcOrd="0" destOrd="0" presId="urn:microsoft.com/office/officeart/2005/8/layout/vList2"/>
    <dgm:cxn modelId="{B12A5776-115E-4D84-8585-82EA52579740}" type="presOf" srcId="{2DD36D90-F69F-42B9-BD27-36277AF6F415}" destId="{1FF18DAE-BB0E-4694-B39D-77F6D94A97A9}" srcOrd="0" destOrd="0" presId="urn:microsoft.com/office/officeart/2005/8/layout/vList2"/>
    <dgm:cxn modelId="{4504A37C-BDE4-46D3-8A4B-5F84D807750F}" srcId="{F292050E-91A3-458A-8198-E736B9B7EDF9}" destId="{DA6A42F7-8147-4FCE-A58F-2B363018B8E0}" srcOrd="2" destOrd="0" parTransId="{59A17FBD-25AC-41E4-A32E-28C95484CC1C}" sibTransId="{C3F2A904-886B-4500-93AD-EE70B8046488}"/>
    <dgm:cxn modelId="{ADABD7A4-4ED6-450E-9A52-2A49F4BC0959}" type="presOf" srcId="{DA6A42F7-8147-4FCE-A58F-2B363018B8E0}" destId="{386E0EF2-4EE7-4FC0-A2F6-41D06E1787A0}" srcOrd="0" destOrd="0" presId="urn:microsoft.com/office/officeart/2005/8/layout/vList2"/>
    <dgm:cxn modelId="{674603E0-AC7D-400B-BE41-9B2AACE48198}" srcId="{F292050E-91A3-458A-8198-E736B9B7EDF9}" destId="{FF69998C-DE7D-4C92-879B-D634185C51FB}" srcOrd="0" destOrd="0" parTransId="{B2024B61-021E-4B99-AA5F-D5238B7ED4CB}" sibTransId="{1DFE386A-A50D-4967-ADB1-B53D8CAD15C5}"/>
    <dgm:cxn modelId="{C62473E4-86E8-4E40-89C7-ED79A8CA8424}" type="presOf" srcId="{FF69998C-DE7D-4C92-879B-D634185C51FB}" destId="{09E592AA-C8DD-4AA8-871D-7AF3ADB5FD85}" srcOrd="0" destOrd="0" presId="urn:microsoft.com/office/officeart/2005/8/layout/vList2"/>
    <dgm:cxn modelId="{0F3E87EF-C921-40FB-B127-5F43C170853C}" srcId="{F292050E-91A3-458A-8198-E736B9B7EDF9}" destId="{A54CF08A-6430-4649-9CC0-C5BB120C79EF}" srcOrd="3" destOrd="0" parTransId="{1A0EE43D-FA38-4CFC-A022-2FED1E7FA115}" sibTransId="{4BE47CB6-815F-41BF-AF71-4229779AC42A}"/>
    <dgm:cxn modelId="{B4B40BCD-CBC6-430E-9B2C-4E2853536D51}" type="presParOf" srcId="{03B839D9-9718-4B4F-9B29-0A494B36BDE0}" destId="{09E592AA-C8DD-4AA8-871D-7AF3ADB5FD85}" srcOrd="0" destOrd="0" presId="urn:microsoft.com/office/officeart/2005/8/layout/vList2"/>
    <dgm:cxn modelId="{1D6B29B9-1A7B-4F24-9913-251F63E4CA62}" type="presParOf" srcId="{03B839D9-9718-4B4F-9B29-0A494B36BDE0}" destId="{A562356D-BAC5-4B1E-BF34-0A46575F9947}" srcOrd="1" destOrd="0" presId="urn:microsoft.com/office/officeart/2005/8/layout/vList2"/>
    <dgm:cxn modelId="{A725C8D9-2E4E-4806-996F-8D776CA749AC}" type="presParOf" srcId="{03B839D9-9718-4B4F-9B29-0A494B36BDE0}" destId="{1FF18DAE-BB0E-4694-B39D-77F6D94A97A9}" srcOrd="2" destOrd="0" presId="urn:microsoft.com/office/officeart/2005/8/layout/vList2"/>
    <dgm:cxn modelId="{49A54B51-C217-42CB-A709-1E7158F22D0D}" type="presParOf" srcId="{03B839D9-9718-4B4F-9B29-0A494B36BDE0}" destId="{2B308D99-13BF-4315-AE7E-AEF609A49E9E}" srcOrd="3" destOrd="0" presId="urn:microsoft.com/office/officeart/2005/8/layout/vList2"/>
    <dgm:cxn modelId="{481AC50E-4357-4793-A4BB-DBCEEA1AE2FE}" type="presParOf" srcId="{03B839D9-9718-4B4F-9B29-0A494B36BDE0}" destId="{386E0EF2-4EE7-4FC0-A2F6-41D06E1787A0}" srcOrd="4" destOrd="0" presId="urn:microsoft.com/office/officeart/2005/8/layout/vList2"/>
    <dgm:cxn modelId="{5A1B4360-8562-4786-91FD-D3B8F360301E}" type="presParOf" srcId="{03B839D9-9718-4B4F-9B29-0A494B36BDE0}" destId="{4439A490-423F-47D3-963E-D8B966A073CA}" srcOrd="5" destOrd="0" presId="urn:microsoft.com/office/officeart/2005/8/layout/vList2"/>
    <dgm:cxn modelId="{FC49FD86-BBAC-4D43-BAAA-EC79C2ACED09}" type="presParOf" srcId="{03B839D9-9718-4B4F-9B29-0A494B36BDE0}" destId="{05421B46-3AC1-431D-8DE8-D46F50DE783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6B69E8E4-F224-4E0C-94C0-E65B580118C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984B170-194D-4A94-9AA9-85EEA4FC1618}">
      <dgm:prSet/>
      <dgm:spPr/>
      <dgm:t>
        <a:bodyPr/>
        <a:lstStyle/>
        <a:p>
          <a:r>
            <a:rPr lang="uk-UA" b="0" i="1" dirty="0"/>
            <a:t>Хозари вийшли супроти нього з каганом, князем своїм. І зступилися війська битися, і сталася битва межи ними, і </a:t>
          </a:r>
          <a:r>
            <a:rPr lang="uk-UA" b="0" i="1" dirty="0" err="1"/>
            <a:t>одолів</a:t>
          </a:r>
          <a:r>
            <a:rPr lang="uk-UA" b="0" i="1" dirty="0"/>
            <a:t> він хозар і город їхній столицю Ітіль, і город Білу Вежу взяв...»</a:t>
          </a:r>
          <a:endParaRPr lang="uk-UA" dirty="0"/>
        </a:p>
      </dgm:t>
    </dgm:pt>
    <dgm:pt modelId="{B214F5DA-00FA-456F-89B5-ADEA47FD6373}" type="parTrans" cxnId="{458326B8-742C-4CC4-A313-5E215CDB2377}">
      <dgm:prSet/>
      <dgm:spPr/>
      <dgm:t>
        <a:bodyPr/>
        <a:lstStyle/>
        <a:p>
          <a:endParaRPr lang="uk-UA"/>
        </a:p>
      </dgm:t>
    </dgm:pt>
    <dgm:pt modelId="{B2669674-D443-410E-956C-4A9608572E57}" type="sibTrans" cxnId="{458326B8-742C-4CC4-A313-5E215CDB2377}">
      <dgm:prSet/>
      <dgm:spPr/>
      <dgm:t>
        <a:bodyPr/>
        <a:lstStyle/>
        <a:p>
          <a:endParaRPr lang="uk-UA"/>
        </a:p>
      </dgm:t>
    </dgm:pt>
    <dgm:pt modelId="{130457AE-385A-4107-A8E3-7DEB50C56CCA}">
      <dgm:prSet/>
      <dgm:spPr/>
      <dgm:t>
        <a:bodyPr/>
        <a:lstStyle/>
        <a:p>
          <a:r>
            <a:rPr lang="uk-UA" b="0" i="1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– ту. І перестала усобиця в землі Руській...»</a:t>
          </a:r>
          <a:endParaRPr lang="uk-UA"/>
        </a:p>
      </dgm:t>
    </dgm:pt>
    <dgm:pt modelId="{9EA7850E-4A60-4253-B041-9C95BAA994FD}" type="parTrans" cxnId="{610DA61C-E727-471E-B5B6-FBF4E0C816F3}">
      <dgm:prSet/>
      <dgm:spPr/>
      <dgm:t>
        <a:bodyPr/>
        <a:lstStyle/>
        <a:p>
          <a:endParaRPr lang="uk-UA"/>
        </a:p>
      </dgm:t>
    </dgm:pt>
    <dgm:pt modelId="{5BC1A63E-451E-4530-BB52-7628D0EC7E8B}" type="sibTrans" cxnId="{610DA61C-E727-471E-B5B6-FBF4E0C816F3}">
      <dgm:prSet/>
      <dgm:spPr/>
      <dgm:t>
        <a:bodyPr/>
        <a:lstStyle/>
        <a:p>
          <a:endParaRPr lang="uk-UA"/>
        </a:p>
      </dgm:t>
    </dgm:pt>
    <dgm:pt modelId="{723628C5-2BFC-40CD-89EB-684EF8BF8967}">
      <dgm:prSet/>
      <dgm:spPr/>
      <dgm:t>
        <a:bodyPr/>
        <a:lstStyle/>
        <a:p>
          <a:r>
            <a:rPr lang="uk-UA" b="0" i="1" dirty="0"/>
            <a:t>«Коли ж побачив, що церкву завершено, він помолився богу, говорячи: «Осе даю церкві сій, святій Богородиці, од маєтності своєї десяту частину. Якщо се </a:t>
          </a:r>
          <a:r>
            <a:rPr lang="uk-UA" b="0" i="1" dirty="0" err="1"/>
            <a:t>одмінить</a:t>
          </a:r>
          <a:r>
            <a:rPr lang="uk-UA" b="0" i="1" dirty="0"/>
            <a:t> хто, – хай буде проклят...»</a:t>
          </a:r>
          <a:endParaRPr lang="uk-UA" dirty="0"/>
        </a:p>
      </dgm:t>
    </dgm:pt>
    <dgm:pt modelId="{4E08BD86-3BBD-4FB4-B3BF-D21781E97304}" type="parTrans" cxnId="{4E27C778-0B60-451A-8F39-C5E70EBF869C}">
      <dgm:prSet/>
      <dgm:spPr/>
      <dgm:t>
        <a:bodyPr/>
        <a:lstStyle/>
        <a:p>
          <a:endParaRPr lang="uk-UA"/>
        </a:p>
      </dgm:t>
    </dgm:pt>
    <dgm:pt modelId="{22387725-D88B-456B-8650-A340FC1F0BBF}" type="sibTrans" cxnId="{4E27C778-0B60-451A-8F39-C5E70EBF869C}">
      <dgm:prSet/>
      <dgm:spPr/>
      <dgm:t>
        <a:bodyPr/>
        <a:lstStyle/>
        <a:p>
          <a:endParaRPr lang="uk-UA"/>
        </a:p>
      </dgm:t>
    </dgm:pt>
    <dgm:pt modelId="{C99FA1E3-2DC4-40F2-BFC3-31E18D3F4F94}" type="pres">
      <dgm:prSet presAssocID="{6B69E8E4-F224-4E0C-94C0-E65B580118C7}" presName="linear" presStyleCnt="0">
        <dgm:presLayoutVars>
          <dgm:animLvl val="lvl"/>
          <dgm:resizeHandles val="exact"/>
        </dgm:presLayoutVars>
      </dgm:prSet>
      <dgm:spPr/>
    </dgm:pt>
    <dgm:pt modelId="{6EFE83BE-28AF-4ACD-A8D6-13A41CF24A61}" type="pres">
      <dgm:prSet presAssocID="{A984B170-194D-4A94-9AA9-85EEA4FC161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D7C0EA9-F950-4B87-A0CE-E3DD562D0D2E}" type="pres">
      <dgm:prSet presAssocID="{B2669674-D443-410E-956C-4A9608572E57}" presName="spacer" presStyleCnt="0"/>
      <dgm:spPr/>
    </dgm:pt>
    <dgm:pt modelId="{6EDBA8B0-F0E7-4DFC-8001-60CDDFC64379}" type="pres">
      <dgm:prSet presAssocID="{130457AE-385A-4107-A8E3-7DEB50C56CC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0C42F36-CA2E-498F-8232-2E885480BBC5}" type="pres">
      <dgm:prSet presAssocID="{5BC1A63E-451E-4530-BB52-7628D0EC7E8B}" presName="spacer" presStyleCnt="0"/>
      <dgm:spPr/>
    </dgm:pt>
    <dgm:pt modelId="{F6AFB0D3-FF06-418C-9A3D-4B7A91612775}" type="pres">
      <dgm:prSet presAssocID="{723628C5-2BFC-40CD-89EB-684EF8BF896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10DA61C-E727-471E-B5B6-FBF4E0C816F3}" srcId="{6B69E8E4-F224-4E0C-94C0-E65B580118C7}" destId="{130457AE-385A-4107-A8E3-7DEB50C56CCA}" srcOrd="1" destOrd="0" parTransId="{9EA7850E-4A60-4253-B041-9C95BAA994FD}" sibTransId="{5BC1A63E-451E-4530-BB52-7628D0EC7E8B}"/>
    <dgm:cxn modelId="{4E2A8363-6FF2-49AD-BE82-391331D0FCF2}" type="presOf" srcId="{6B69E8E4-F224-4E0C-94C0-E65B580118C7}" destId="{C99FA1E3-2DC4-40F2-BFC3-31E18D3F4F94}" srcOrd="0" destOrd="0" presId="urn:microsoft.com/office/officeart/2005/8/layout/vList2"/>
    <dgm:cxn modelId="{81E8C86B-8C0F-43CC-9AFF-3F601722CED1}" type="presOf" srcId="{130457AE-385A-4107-A8E3-7DEB50C56CCA}" destId="{6EDBA8B0-F0E7-4DFC-8001-60CDDFC64379}" srcOrd="0" destOrd="0" presId="urn:microsoft.com/office/officeart/2005/8/layout/vList2"/>
    <dgm:cxn modelId="{4E27C778-0B60-451A-8F39-C5E70EBF869C}" srcId="{6B69E8E4-F224-4E0C-94C0-E65B580118C7}" destId="{723628C5-2BFC-40CD-89EB-684EF8BF8967}" srcOrd="2" destOrd="0" parTransId="{4E08BD86-3BBD-4FB4-B3BF-D21781E97304}" sibTransId="{22387725-D88B-456B-8650-A340FC1F0BBF}"/>
    <dgm:cxn modelId="{458326B8-742C-4CC4-A313-5E215CDB2377}" srcId="{6B69E8E4-F224-4E0C-94C0-E65B580118C7}" destId="{A984B170-194D-4A94-9AA9-85EEA4FC1618}" srcOrd="0" destOrd="0" parTransId="{B214F5DA-00FA-456F-89B5-ADEA47FD6373}" sibTransId="{B2669674-D443-410E-956C-4A9608572E57}"/>
    <dgm:cxn modelId="{0DD2E3D0-9436-403C-B00B-E154933E0895}" type="presOf" srcId="{A984B170-194D-4A94-9AA9-85EEA4FC1618}" destId="{6EFE83BE-28AF-4ACD-A8D6-13A41CF24A61}" srcOrd="0" destOrd="0" presId="urn:microsoft.com/office/officeart/2005/8/layout/vList2"/>
    <dgm:cxn modelId="{52B348FA-D05F-40C6-A5DA-CFFF67B9EA96}" type="presOf" srcId="{723628C5-2BFC-40CD-89EB-684EF8BF8967}" destId="{F6AFB0D3-FF06-418C-9A3D-4B7A91612775}" srcOrd="0" destOrd="0" presId="urn:microsoft.com/office/officeart/2005/8/layout/vList2"/>
    <dgm:cxn modelId="{DC22C124-9D17-4072-A313-171BBE1A82F7}" type="presParOf" srcId="{C99FA1E3-2DC4-40F2-BFC3-31E18D3F4F94}" destId="{6EFE83BE-28AF-4ACD-A8D6-13A41CF24A61}" srcOrd="0" destOrd="0" presId="urn:microsoft.com/office/officeart/2005/8/layout/vList2"/>
    <dgm:cxn modelId="{B3ACAD7C-0603-41DF-888A-C22872E3EFDA}" type="presParOf" srcId="{C99FA1E3-2DC4-40F2-BFC3-31E18D3F4F94}" destId="{0D7C0EA9-F950-4B87-A0CE-E3DD562D0D2E}" srcOrd="1" destOrd="0" presId="urn:microsoft.com/office/officeart/2005/8/layout/vList2"/>
    <dgm:cxn modelId="{3AA848A0-676A-462A-A663-2281E95A12F9}" type="presParOf" srcId="{C99FA1E3-2DC4-40F2-BFC3-31E18D3F4F94}" destId="{6EDBA8B0-F0E7-4DFC-8001-60CDDFC64379}" srcOrd="2" destOrd="0" presId="urn:microsoft.com/office/officeart/2005/8/layout/vList2"/>
    <dgm:cxn modelId="{C7A09391-02B1-41CE-B104-9E8B279D87BA}" type="presParOf" srcId="{C99FA1E3-2DC4-40F2-BFC3-31E18D3F4F94}" destId="{F0C42F36-CA2E-498F-8232-2E885480BBC5}" srcOrd="3" destOrd="0" presId="urn:microsoft.com/office/officeart/2005/8/layout/vList2"/>
    <dgm:cxn modelId="{FD262C0D-202E-4E7A-B0F3-DE88C8CBCE2F}" type="presParOf" srcId="{C99FA1E3-2DC4-40F2-BFC3-31E18D3F4F94}" destId="{F6AFB0D3-FF06-418C-9A3D-4B7A9161277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FCDA9842-EA99-4EE3-B335-F14097CF458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1D275D5-7F3B-469B-8694-93FFCF58BF1A}">
      <dgm:prSet/>
      <dgm:spPr/>
      <dgm:t>
        <a:bodyPr/>
        <a:lstStyle/>
        <a:p>
          <a:r>
            <a:rPr lang="uk-UA" b="0" i="1"/>
            <a:t>«Тепер поручаю я, – замість себе, – стіл свій, Київ, найстаршому синові… Ізяславу, …нехай він вам буде замість мене… А Святославу даю Чернігів, а Всеволоду – Переяслав…»</a:t>
          </a:r>
          <a:endParaRPr lang="uk-UA"/>
        </a:p>
      </dgm:t>
    </dgm:pt>
    <dgm:pt modelId="{7743A823-67CA-494D-A8AE-EBAB8A56DDFD}" type="parTrans" cxnId="{9E8A2821-254F-43BD-927E-088BA13DD6ED}">
      <dgm:prSet/>
      <dgm:spPr/>
      <dgm:t>
        <a:bodyPr/>
        <a:lstStyle/>
        <a:p>
          <a:endParaRPr lang="uk-UA"/>
        </a:p>
      </dgm:t>
    </dgm:pt>
    <dgm:pt modelId="{90B06096-60CF-49B5-A833-2C4C00A9E80B}" type="sibTrans" cxnId="{9E8A2821-254F-43BD-927E-088BA13DD6ED}">
      <dgm:prSet/>
      <dgm:spPr/>
      <dgm:t>
        <a:bodyPr/>
        <a:lstStyle/>
        <a:p>
          <a:endParaRPr lang="uk-UA"/>
        </a:p>
      </dgm:t>
    </dgm:pt>
    <dgm:pt modelId="{2B61871D-FD12-408D-B680-18E201ABA4C0}">
      <dgm:prSet/>
      <dgm:spPr/>
      <dgm:t>
        <a:bodyPr/>
        <a:lstStyle/>
        <a:p>
          <a:r>
            <a:rPr lang="uk-UA" b="0" i="1" dirty="0"/>
            <a:t>«І повелів він поскидати кумирів – тих порубати, а других вогню </a:t>
          </a:r>
          <a:r>
            <a:rPr lang="uk-UA" b="0" i="1" dirty="0" err="1"/>
            <a:t>оддати</a:t>
          </a:r>
          <a:r>
            <a:rPr lang="uk-UA" b="0" i="1" dirty="0"/>
            <a:t>. Перуна ж повелів він прив’язати коневі до хвоста і волочити з Гори по Боричевому узвозу на ручай...»</a:t>
          </a:r>
          <a:endParaRPr lang="uk-UA" dirty="0"/>
        </a:p>
      </dgm:t>
    </dgm:pt>
    <dgm:pt modelId="{5A6660FF-11C3-472D-BA0E-AE75FAD02917}" type="parTrans" cxnId="{E93B8D23-5D7A-4DF0-83B1-0D7DF1665219}">
      <dgm:prSet/>
      <dgm:spPr/>
      <dgm:t>
        <a:bodyPr/>
        <a:lstStyle/>
        <a:p>
          <a:endParaRPr lang="uk-UA"/>
        </a:p>
      </dgm:t>
    </dgm:pt>
    <dgm:pt modelId="{9302FA76-2913-49F5-B170-CE85ACAC0203}" type="sibTrans" cxnId="{E93B8D23-5D7A-4DF0-83B1-0D7DF1665219}">
      <dgm:prSet/>
      <dgm:spPr/>
      <dgm:t>
        <a:bodyPr/>
        <a:lstStyle/>
        <a:p>
          <a:endParaRPr lang="uk-UA"/>
        </a:p>
      </dgm:t>
    </dgm:pt>
    <dgm:pt modelId="{40D64DAD-043E-435F-AF4C-BF06C19B1080}">
      <dgm:prSet/>
      <dgm:spPr/>
      <dgm:t>
        <a:bodyPr/>
        <a:lstStyle/>
        <a:p>
          <a:r>
            <a:rPr lang="uk-UA" b="0" i="1" dirty="0"/>
            <a:t>«Виступив тоді він із </a:t>
          </a:r>
          <a:r>
            <a:rPr lang="uk-UA" b="0" i="1" dirty="0" err="1"/>
            <a:t>города</a:t>
          </a:r>
          <a:r>
            <a:rPr lang="uk-UA" b="0" i="1" dirty="0"/>
            <a:t>, приготував до бою дружину. Зійшлися вони на місці, де ото нині свята Софія стоїть, митрополія руська. І сталася січа люта, і ледве </a:t>
          </a:r>
          <a:r>
            <a:rPr lang="uk-UA" b="0" i="1" dirty="0" err="1"/>
            <a:t>одолів</a:t>
          </a:r>
          <a:r>
            <a:rPr lang="uk-UA" b="0" i="1" dirty="0"/>
            <a:t> він печенігів під вечір...»</a:t>
          </a:r>
          <a:endParaRPr lang="uk-UA" dirty="0"/>
        </a:p>
      </dgm:t>
    </dgm:pt>
    <dgm:pt modelId="{6119CB6C-68BC-4524-B71B-7F78FD76CD03}" type="parTrans" cxnId="{1374A601-1A47-437F-A5B1-DC8302FF0178}">
      <dgm:prSet/>
      <dgm:spPr/>
      <dgm:t>
        <a:bodyPr/>
        <a:lstStyle/>
        <a:p>
          <a:endParaRPr lang="uk-UA"/>
        </a:p>
      </dgm:t>
    </dgm:pt>
    <dgm:pt modelId="{530EB38D-0E9D-4A44-B7A5-3EECCAD07204}" type="sibTrans" cxnId="{1374A601-1A47-437F-A5B1-DC8302FF0178}">
      <dgm:prSet/>
      <dgm:spPr/>
      <dgm:t>
        <a:bodyPr/>
        <a:lstStyle/>
        <a:p>
          <a:endParaRPr lang="uk-UA"/>
        </a:p>
      </dgm:t>
    </dgm:pt>
    <dgm:pt modelId="{35276FD3-2D35-4C74-BDBC-C69857FCEEAB}" type="pres">
      <dgm:prSet presAssocID="{FCDA9842-EA99-4EE3-B335-F14097CF458F}" presName="linear" presStyleCnt="0">
        <dgm:presLayoutVars>
          <dgm:animLvl val="lvl"/>
          <dgm:resizeHandles val="exact"/>
        </dgm:presLayoutVars>
      </dgm:prSet>
      <dgm:spPr/>
    </dgm:pt>
    <dgm:pt modelId="{4BA0359B-6B2A-4C6B-896E-4BFAE67D66A0}" type="pres">
      <dgm:prSet presAssocID="{71D275D5-7F3B-469B-8694-93FFCF58BF1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2DE0C67-409B-4E9B-A17A-F1E76BCBEE50}" type="pres">
      <dgm:prSet presAssocID="{90B06096-60CF-49B5-A833-2C4C00A9E80B}" presName="spacer" presStyleCnt="0"/>
      <dgm:spPr/>
    </dgm:pt>
    <dgm:pt modelId="{395EB99C-5ED4-412E-8DF4-ECF296692A39}" type="pres">
      <dgm:prSet presAssocID="{2B61871D-FD12-408D-B680-18E201ABA4C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A6E4770-860D-4F0B-ADD2-CF48147561DA}" type="pres">
      <dgm:prSet presAssocID="{9302FA76-2913-49F5-B170-CE85ACAC0203}" presName="spacer" presStyleCnt="0"/>
      <dgm:spPr/>
    </dgm:pt>
    <dgm:pt modelId="{72E7B3E3-AE9F-41AC-83ED-0A8921F8F14C}" type="pres">
      <dgm:prSet presAssocID="{40D64DAD-043E-435F-AF4C-BF06C19B108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374A601-1A47-437F-A5B1-DC8302FF0178}" srcId="{FCDA9842-EA99-4EE3-B335-F14097CF458F}" destId="{40D64DAD-043E-435F-AF4C-BF06C19B1080}" srcOrd="2" destOrd="0" parTransId="{6119CB6C-68BC-4524-B71B-7F78FD76CD03}" sibTransId="{530EB38D-0E9D-4A44-B7A5-3EECCAD07204}"/>
    <dgm:cxn modelId="{9E8A2821-254F-43BD-927E-088BA13DD6ED}" srcId="{FCDA9842-EA99-4EE3-B335-F14097CF458F}" destId="{71D275D5-7F3B-469B-8694-93FFCF58BF1A}" srcOrd="0" destOrd="0" parTransId="{7743A823-67CA-494D-A8AE-EBAB8A56DDFD}" sibTransId="{90B06096-60CF-49B5-A833-2C4C00A9E80B}"/>
    <dgm:cxn modelId="{E93B8D23-5D7A-4DF0-83B1-0D7DF1665219}" srcId="{FCDA9842-EA99-4EE3-B335-F14097CF458F}" destId="{2B61871D-FD12-408D-B680-18E201ABA4C0}" srcOrd="1" destOrd="0" parTransId="{5A6660FF-11C3-472D-BA0E-AE75FAD02917}" sibTransId="{9302FA76-2913-49F5-B170-CE85ACAC0203}"/>
    <dgm:cxn modelId="{AB836633-5BDD-408F-B823-2385B48D9D55}" type="presOf" srcId="{FCDA9842-EA99-4EE3-B335-F14097CF458F}" destId="{35276FD3-2D35-4C74-BDBC-C69857FCEEAB}" srcOrd="0" destOrd="0" presId="urn:microsoft.com/office/officeart/2005/8/layout/vList2"/>
    <dgm:cxn modelId="{2DE26963-404F-4E72-9912-D557CC35AB2E}" type="presOf" srcId="{2B61871D-FD12-408D-B680-18E201ABA4C0}" destId="{395EB99C-5ED4-412E-8DF4-ECF296692A39}" srcOrd="0" destOrd="0" presId="urn:microsoft.com/office/officeart/2005/8/layout/vList2"/>
    <dgm:cxn modelId="{0036F5A9-B2E5-4FAE-8993-59C1A5354677}" type="presOf" srcId="{71D275D5-7F3B-469B-8694-93FFCF58BF1A}" destId="{4BA0359B-6B2A-4C6B-896E-4BFAE67D66A0}" srcOrd="0" destOrd="0" presId="urn:microsoft.com/office/officeart/2005/8/layout/vList2"/>
    <dgm:cxn modelId="{AAEFE0C5-636C-4E36-9963-53CBE704429C}" type="presOf" srcId="{40D64DAD-043E-435F-AF4C-BF06C19B1080}" destId="{72E7B3E3-AE9F-41AC-83ED-0A8921F8F14C}" srcOrd="0" destOrd="0" presId="urn:microsoft.com/office/officeart/2005/8/layout/vList2"/>
    <dgm:cxn modelId="{44E1C9DB-8D33-4D1F-B676-AC43AF544D51}" type="presParOf" srcId="{35276FD3-2D35-4C74-BDBC-C69857FCEEAB}" destId="{4BA0359B-6B2A-4C6B-896E-4BFAE67D66A0}" srcOrd="0" destOrd="0" presId="urn:microsoft.com/office/officeart/2005/8/layout/vList2"/>
    <dgm:cxn modelId="{D007863B-5162-404A-A4E1-3A8401DEC2AB}" type="presParOf" srcId="{35276FD3-2D35-4C74-BDBC-C69857FCEEAB}" destId="{62DE0C67-409B-4E9B-A17A-F1E76BCBEE50}" srcOrd="1" destOrd="0" presId="urn:microsoft.com/office/officeart/2005/8/layout/vList2"/>
    <dgm:cxn modelId="{8B44AE9E-1EB2-4AD3-A4EC-FE442AE1FE2C}" type="presParOf" srcId="{35276FD3-2D35-4C74-BDBC-C69857FCEEAB}" destId="{395EB99C-5ED4-412E-8DF4-ECF296692A39}" srcOrd="2" destOrd="0" presId="urn:microsoft.com/office/officeart/2005/8/layout/vList2"/>
    <dgm:cxn modelId="{22EE3438-71B3-4415-85A3-759E62431A88}" type="presParOf" srcId="{35276FD3-2D35-4C74-BDBC-C69857FCEEAB}" destId="{3A6E4770-860D-4F0B-ADD2-CF48147561DA}" srcOrd="3" destOrd="0" presId="urn:microsoft.com/office/officeart/2005/8/layout/vList2"/>
    <dgm:cxn modelId="{A0C4647A-1E7E-4538-B6B1-E11F5887FAB6}" type="presParOf" srcId="{35276FD3-2D35-4C74-BDBC-C69857FCEEAB}" destId="{72E7B3E3-AE9F-41AC-83ED-0A8921F8F14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3D8E0148-D406-4417-9938-907666C9764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62AC54F-F52C-45E3-B1C7-1C548DCE7766}">
      <dgm:prSet/>
      <dgm:spPr/>
      <dgm:t>
        <a:bodyPr/>
        <a:lstStyle/>
        <a:p>
          <a:r>
            <a:rPr lang="uk-UA" b="0" i="0" dirty="0"/>
            <a:t>писаний збірник давньоруських законів.</a:t>
          </a:r>
          <a:endParaRPr lang="uk-UA" dirty="0"/>
        </a:p>
      </dgm:t>
    </dgm:pt>
    <dgm:pt modelId="{0724D827-8162-465D-9954-27741FDFBD46}" type="parTrans" cxnId="{48B10090-8496-4E8B-998F-BEFCC600CCBA}">
      <dgm:prSet/>
      <dgm:spPr/>
      <dgm:t>
        <a:bodyPr/>
        <a:lstStyle/>
        <a:p>
          <a:endParaRPr lang="uk-UA"/>
        </a:p>
      </dgm:t>
    </dgm:pt>
    <dgm:pt modelId="{FBEB55D2-E9DD-47F2-BDE3-F5531F62A47D}" type="sibTrans" cxnId="{48B10090-8496-4E8B-998F-BEFCC600CCBA}">
      <dgm:prSet/>
      <dgm:spPr/>
      <dgm:t>
        <a:bodyPr/>
        <a:lstStyle/>
        <a:p>
          <a:endParaRPr lang="uk-UA"/>
        </a:p>
      </dgm:t>
    </dgm:pt>
    <dgm:pt modelId="{30131624-94CA-4F9A-9DD8-79DF42E1A72F}">
      <dgm:prSet/>
      <dgm:spPr/>
      <dgm:t>
        <a:bodyPr/>
        <a:lstStyle/>
        <a:p>
          <a:r>
            <a:rPr lang="uk-UA" b="0" i="0" dirty="0"/>
            <a:t>християнство як державну релігію Київської Русі.</a:t>
          </a:r>
          <a:endParaRPr lang="uk-UA" dirty="0"/>
        </a:p>
      </dgm:t>
    </dgm:pt>
    <dgm:pt modelId="{1FA8AC4B-5A3B-453B-BC37-94CAF1185A75}" type="parTrans" cxnId="{B7D055D1-7F73-4C28-A7E8-3F2B218200C7}">
      <dgm:prSet/>
      <dgm:spPr/>
      <dgm:t>
        <a:bodyPr/>
        <a:lstStyle/>
        <a:p>
          <a:endParaRPr lang="uk-UA"/>
        </a:p>
      </dgm:t>
    </dgm:pt>
    <dgm:pt modelId="{D89E587E-2359-4CEB-A249-82A64E8C961B}" type="sibTrans" cxnId="{B7D055D1-7F73-4C28-A7E8-3F2B218200C7}">
      <dgm:prSet/>
      <dgm:spPr/>
      <dgm:t>
        <a:bodyPr/>
        <a:lstStyle/>
        <a:p>
          <a:endParaRPr lang="uk-UA"/>
        </a:p>
      </dgm:t>
    </dgm:pt>
    <dgm:pt modelId="{F7A97C95-041F-48A3-918B-6267AE408DCE}">
      <dgm:prSet/>
      <dgm:spPr/>
      <dgm:t>
        <a:bodyPr/>
        <a:lstStyle/>
        <a:p>
          <a:r>
            <a:rPr lang="uk-UA" b="0" i="0"/>
            <a:t>систему збору данини з підлеглих племен – полюддя.</a:t>
          </a:r>
          <a:endParaRPr lang="uk-UA"/>
        </a:p>
      </dgm:t>
    </dgm:pt>
    <dgm:pt modelId="{A912FEFE-1399-4556-B9B8-AB3CE7F7FCC3}" type="parTrans" cxnId="{1862756D-EB40-47DF-948C-3336BA2F66E6}">
      <dgm:prSet/>
      <dgm:spPr/>
      <dgm:t>
        <a:bodyPr/>
        <a:lstStyle/>
        <a:p>
          <a:endParaRPr lang="uk-UA"/>
        </a:p>
      </dgm:t>
    </dgm:pt>
    <dgm:pt modelId="{19D265E3-50C1-4FD7-9D96-A8E0273EC46A}" type="sibTrans" cxnId="{1862756D-EB40-47DF-948C-3336BA2F66E6}">
      <dgm:prSet/>
      <dgm:spPr/>
      <dgm:t>
        <a:bodyPr/>
        <a:lstStyle/>
        <a:p>
          <a:endParaRPr lang="uk-UA"/>
        </a:p>
      </dgm:t>
    </dgm:pt>
    <dgm:pt modelId="{0983520D-5546-4311-BC1D-3C09ED16D7FB}">
      <dgm:prSet/>
      <dgm:spPr/>
      <dgm:t>
        <a:bodyPr/>
        <a:lstStyle/>
        <a:p>
          <a:r>
            <a:rPr lang="uk-UA" b="0" i="0" dirty="0"/>
            <a:t>традицію скликання з’їздів (</a:t>
          </a:r>
          <a:r>
            <a:rPr lang="uk-UA" b="0" i="0" dirty="0" err="1"/>
            <a:t>снемів</a:t>
          </a:r>
          <a:r>
            <a:rPr lang="uk-UA" b="0" i="0" dirty="0"/>
            <a:t>) руських князів.</a:t>
          </a:r>
          <a:endParaRPr lang="uk-UA" dirty="0"/>
        </a:p>
      </dgm:t>
    </dgm:pt>
    <dgm:pt modelId="{A60DC8A4-5F80-4F1B-9EC1-438C9AD8A839}" type="parTrans" cxnId="{9C6E2837-74DB-4EC5-BC8A-685792D5BAB8}">
      <dgm:prSet/>
      <dgm:spPr/>
      <dgm:t>
        <a:bodyPr/>
        <a:lstStyle/>
        <a:p>
          <a:endParaRPr lang="uk-UA"/>
        </a:p>
      </dgm:t>
    </dgm:pt>
    <dgm:pt modelId="{339BE31D-F5D2-4E5B-AE1F-F2A2D5FA134F}" type="sibTrans" cxnId="{9C6E2837-74DB-4EC5-BC8A-685792D5BAB8}">
      <dgm:prSet/>
      <dgm:spPr/>
      <dgm:t>
        <a:bodyPr/>
        <a:lstStyle/>
        <a:p>
          <a:endParaRPr lang="uk-UA"/>
        </a:p>
      </dgm:t>
    </dgm:pt>
    <dgm:pt modelId="{A4F6730C-110A-4871-893D-AEB445A6D2AC}" type="pres">
      <dgm:prSet presAssocID="{3D8E0148-D406-4417-9938-907666C9764C}" presName="linear" presStyleCnt="0">
        <dgm:presLayoutVars>
          <dgm:animLvl val="lvl"/>
          <dgm:resizeHandles val="exact"/>
        </dgm:presLayoutVars>
      </dgm:prSet>
      <dgm:spPr/>
    </dgm:pt>
    <dgm:pt modelId="{DA891B65-8EFA-438F-8372-B40C7C0B7EAE}" type="pres">
      <dgm:prSet presAssocID="{062AC54F-F52C-45E3-B1C7-1C548DCE776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D330A1D-1C8F-4CD1-B714-A658EE00F235}" type="pres">
      <dgm:prSet presAssocID="{FBEB55D2-E9DD-47F2-BDE3-F5531F62A47D}" presName="spacer" presStyleCnt="0"/>
      <dgm:spPr/>
    </dgm:pt>
    <dgm:pt modelId="{826EF84F-C6DD-47D8-A290-FE1852825FDC}" type="pres">
      <dgm:prSet presAssocID="{30131624-94CA-4F9A-9DD8-79DF42E1A72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DA99572-54E4-4867-8842-88B8BB9684D0}" type="pres">
      <dgm:prSet presAssocID="{D89E587E-2359-4CEB-A249-82A64E8C961B}" presName="spacer" presStyleCnt="0"/>
      <dgm:spPr/>
    </dgm:pt>
    <dgm:pt modelId="{D709AE6C-09A1-4E39-8D0E-F9E4F7CCE542}" type="pres">
      <dgm:prSet presAssocID="{F7A97C95-041F-48A3-918B-6267AE408DC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23B86B2-DD41-46B4-939F-80CCB23FA94C}" type="pres">
      <dgm:prSet presAssocID="{19D265E3-50C1-4FD7-9D96-A8E0273EC46A}" presName="spacer" presStyleCnt="0"/>
      <dgm:spPr/>
    </dgm:pt>
    <dgm:pt modelId="{D6478624-E824-42F7-9998-C57DF88B81E9}" type="pres">
      <dgm:prSet presAssocID="{0983520D-5546-4311-BC1D-3C09ED16D7F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2CCB307-27E4-4CEB-99D0-980BB0D0DC95}" type="presOf" srcId="{30131624-94CA-4F9A-9DD8-79DF42E1A72F}" destId="{826EF84F-C6DD-47D8-A290-FE1852825FDC}" srcOrd="0" destOrd="0" presId="urn:microsoft.com/office/officeart/2005/8/layout/vList2"/>
    <dgm:cxn modelId="{90409F09-70A1-4371-8089-B65ADE2550AA}" type="presOf" srcId="{F7A97C95-041F-48A3-918B-6267AE408DCE}" destId="{D709AE6C-09A1-4E39-8D0E-F9E4F7CCE542}" srcOrd="0" destOrd="0" presId="urn:microsoft.com/office/officeart/2005/8/layout/vList2"/>
    <dgm:cxn modelId="{9C6E2837-74DB-4EC5-BC8A-685792D5BAB8}" srcId="{3D8E0148-D406-4417-9938-907666C9764C}" destId="{0983520D-5546-4311-BC1D-3C09ED16D7FB}" srcOrd="3" destOrd="0" parTransId="{A60DC8A4-5F80-4F1B-9EC1-438C9AD8A839}" sibTransId="{339BE31D-F5D2-4E5B-AE1F-F2A2D5FA134F}"/>
    <dgm:cxn modelId="{F19D8141-13A5-42BF-B978-C520172FF77E}" type="presOf" srcId="{062AC54F-F52C-45E3-B1C7-1C548DCE7766}" destId="{DA891B65-8EFA-438F-8372-B40C7C0B7EAE}" srcOrd="0" destOrd="0" presId="urn:microsoft.com/office/officeart/2005/8/layout/vList2"/>
    <dgm:cxn modelId="{1862756D-EB40-47DF-948C-3336BA2F66E6}" srcId="{3D8E0148-D406-4417-9938-907666C9764C}" destId="{F7A97C95-041F-48A3-918B-6267AE408DCE}" srcOrd="2" destOrd="0" parTransId="{A912FEFE-1399-4556-B9B8-AB3CE7F7FCC3}" sibTransId="{19D265E3-50C1-4FD7-9D96-A8E0273EC46A}"/>
    <dgm:cxn modelId="{48B10090-8496-4E8B-998F-BEFCC600CCBA}" srcId="{3D8E0148-D406-4417-9938-907666C9764C}" destId="{062AC54F-F52C-45E3-B1C7-1C548DCE7766}" srcOrd="0" destOrd="0" parTransId="{0724D827-8162-465D-9954-27741FDFBD46}" sibTransId="{FBEB55D2-E9DD-47F2-BDE3-F5531F62A47D}"/>
    <dgm:cxn modelId="{E34B66A0-EB72-4CCF-BA73-C933E5AA76C3}" type="presOf" srcId="{0983520D-5546-4311-BC1D-3C09ED16D7FB}" destId="{D6478624-E824-42F7-9998-C57DF88B81E9}" srcOrd="0" destOrd="0" presId="urn:microsoft.com/office/officeart/2005/8/layout/vList2"/>
    <dgm:cxn modelId="{B7D055D1-7F73-4C28-A7E8-3F2B218200C7}" srcId="{3D8E0148-D406-4417-9938-907666C9764C}" destId="{30131624-94CA-4F9A-9DD8-79DF42E1A72F}" srcOrd="1" destOrd="0" parTransId="{1FA8AC4B-5A3B-453B-BC37-94CAF1185A75}" sibTransId="{D89E587E-2359-4CEB-A249-82A64E8C961B}"/>
    <dgm:cxn modelId="{F78799E9-787D-4A9A-95D4-B32B79F3DE5A}" type="presOf" srcId="{3D8E0148-D406-4417-9938-907666C9764C}" destId="{A4F6730C-110A-4871-893D-AEB445A6D2AC}" srcOrd="0" destOrd="0" presId="urn:microsoft.com/office/officeart/2005/8/layout/vList2"/>
    <dgm:cxn modelId="{8AF97CDA-2CCF-4B19-ACEE-D5CB1A8E34D8}" type="presParOf" srcId="{A4F6730C-110A-4871-893D-AEB445A6D2AC}" destId="{DA891B65-8EFA-438F-8372-B40C7C0B7EAE}" srcOrd="0" destOrd="0" presId="urn:microsoft.com/office/officeart/2005/8/layout/vList2"/>
    <dgm:cxn modelId="{99ED6FAB-F808-4409-82E1-8648C3C87935}" type="presParOf" srcId="{A4F6730C-110A-4871-893D-AEB445A6D2AC}" destId="{4D330A1D-1C8F-4CD1-B714-A658EE00F235}" srcOrd="1" destOrd="0" presId="urn:microsoft.com/office/officeart/2005/8/layout/vList2"/>
    <dgm:cxn modelId="{0638B892-3B73-4E1A-BB16-C4A823502F80}" type="presParOf" srcId="{A4F6730C-110A-4871-893D-AEB445A6D2AC}" destId="{826EF84F-C6DD-47D8-A290-FE1852825FDC}" srcOrd="2" destOrd="0" presId="urn:microsoft.com/office/officeart/2005/8/layout/vList2"/>
    <dgm:cxn modelId="{A61F13F0-BB8B-457D-99C1-46E18BB776A6}" type="presParOf" srcId="{A4F6730C-110A-4871-893D-AEB445A6D2AC}" destId="{0DA99572-54E4-4867-8842-88B8BB9684D0}" srcOrd="3" destOrd="0" presId="urn:microsoft.com/office/officeart/2005/8/layout/vList2"/>
    <dgm:cxn modelId="{468427EB-04F4-4BFE-9122-4207C3748C43}" type="presParOf" srcId="{A4F6730C-110A-4871-893D-AEB445A6D2AC}" destId="{D709AE6C-09A1-4E39-8D0E-F9E4F7CCE542}" srcOrd="4" destOrd="0" presId="urn:microsoft.com/office/officeart/2005/8/layout/vList2"/>
    <dgm:cxn modelId="{C87CEE85-6C57-4492-8861-AD056FC08722}" type="presParOf" srcId="{A4F6730C-110A-4871-893D-AEB445A6D2AC}" destId="{423B86B2-DD41-46B4-939F-80CCB23FA94C}" srcOrd="5" destOrd="0" presId="urn:microsoft.com/office/officeart/2005/8/layout/vList2"/>
    <dgm:cxn modelId="{41071BDD-C36E-46FA-A613-09112E30832E}" type="presParOf" srcId="{A4F6730C-110A-4871-893D-AEB445A6D2AC}" destId="{D6478624-E824-42F7-9998-C57DF88B81E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50FC6975-D86F-4C37-971D-2189992B516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854DF33-D265-4F56-943D-CC453F96F93D}">
      <dgm:prSet/>
      <dgm:spPr/>
      <dgm:t>
        <a:bodyPr/>
        <a:lstStyle/>
        <a:p>
          <a:r>
            <a:rPr lang="ru-RU" b="0" i="0"/>
            <a:t>розширювали кордони Русі.</a:t>
          </a:r>
          <a:endParaRPr lang="uk-UA"/>
        </a:p>
      </dgm:t>
    </dgm:pt>
    <dgm:pt modelId="{BB71FA30-282A-4057-B60A-E7734412A342}" type="parTrans" cxnId="{68C81837-6DA3-4A9C-8958-CC340A834DDA}">
      <dgm:prSet/>
      <dgm:spPr/>
      <dgm:t>
        <a:bodyPr/>
        <a:lstStyle/>
        <a:p>
          <a:endParaRPr lang="uk-UA"/>
        </a:p>
      </dgm:t>
    </dgm:pt>
    <dgm:pt modelId="{B156E9E1-3888-4B73-897D-99CD187A2114}" type="sibTrans" cxnId="{68C81837-6DA3-4A9C-8958-CC340A834DDA}">
      <dgm:prSet/>
      <dgm:spPr/>
      <dgm:t>
        <a:bodyPr/>
        <a:lstStyle/>
        <a:p>
          <a:endParaRPr lang="uk-UA"/>
        </a:p>
      </dgm:t>
    </dgm:pt>
    <dgm:pt modelId="{86E56AA0-B835-4AC6-A8D4-A28F104953B3}">
      <dgm:prSet/>
      <dgm:spPr/>
      <dgm:t>
        <a:bodyPr/>
        <a:lstStyle/>
        <a:p>
          <a:r>
            <a:rPr lang="ru-RU" b="0" i="0" dirty="0" err="1"/>
            <a:t>поширювали</a:t>
          </a:r>
          <a:r>
            <a:rPr lang="ru-RU" b="0" i="0" dirty="0"/>
            <a:t> </a:t>
          </a:r>
          <a:r>
            <a:rPr lang="ru-RU" b="0" i="0" dirty="0" err="1"/>
            <a:t>християнство</a:t>
          </a:r>
          <a:r>
            <a:rPr lang="ru-RU" b="0" i="0" dirty="0"/>
            <a:t>.</a:t>
          </a:r>
          <a:endParaRPr lang="uk-UA" dirty="0"/>
        </a:p>
      </dgm:t>
    </dgm:pt>
    <dgm:pt modelId="{1A35FE73-5962-4520-91A7-B44AC920823D}" type="parTrans" cxnId="{A3461F99-0137-4503-8635-077AD56924A0}">
      <dgm:prSet/>
      <dgm:spPr/>
      <dgm:t>
        <a:bodyPr/>
        <a:lstStyle/>
        <a:p>
          <a:endParaRPr lang="uk-UA"/>
        </a:p>
      </dgm:t>
    </dgm:pt>
    <dgm:pt modelId="{8A2C610A-99DD-4BB6-9FC6-A87DEF6E4C23}" type="sibTrans" cxnId="{A3461F99-0137-4503-8635-077AD56924A0}">
      <dgm:prSet/>
      <dgm:spPr/>
      <dgm:t>
        <a:bodyPr/>
        <a:lstStyle/>
        <a:p>
          <a:endParaRPr lang="uk-UA"/>
        </a:p>
      </dgm:t>
    </dgm:pt>
    <dgm:pt modelId="{1FED0957-A451-4C41-AA0B-12752C665878}">
      <dgm:prSet/>
      <dgm:spPr/>
      <dgm:t>
        <a:bodyPr/>
        <a:lstStyle/>
        <a:p>
          <a:r>
            <a:rPr lang="ru-RU" b="0" i="0"/>
            <a:t>укладали збірники писемних законів.</a:t>
          </a:r>
          <a:endParaRPr lang="uk-UA"/>
        </a:p>
      </dgm:t>
    </dgm:pt>
    <dgm:pt modelId="{E64E6762-0E81-4D8F-95C8-4CA4EE1BE18A}" type="parTrans" cxnId="{4DDBFB38-6C9C-4B3E-94F1-2EB846814D65}">
      <dgm:prSet/>
      <dgm:spPr/>
      <dgm:t>
        <a:bodyPr/>
        <a:lstStyle/>
        <a:p>
          <a:endParaRPr lang="uk-UA"/>
        </a:p>
      </dgm:t>
    </dgm:pt>
    <dgm:pt modelId="{BF8CECD5-5F02-445A-9E93-6BB9E3CA6E6A}" type="sibTrans" cxnId="{4DDBFB38-6C9C-4B3E-94F1-2EB846814D65}">
      <dgm:prSet/>
      <dgm:spPr/>
      <dgm:t>
        <a:bodyPr/>
        <a:lstStyle/>
        <a:p>
          <a:endParaRPr lang="uk-UA"/>
        </a:p>
      </dgm:t>
    </dgm:pt>
    <dgm:pt modelId="{F31FE266-DEF6-4E2E-A7E4-FDB66616BABB}">
      <dgm:prSet/>
      <dgm:spPr/>
      <dgm:t>
        <a:bodyPr/>
        <a:lstStyle/>
        <a:p>
          <a:r>
            <a:rPr lang="ru-RU" b="0" i="0" dirty="0" err="1"/>
            <a:t>здійснювали</a:t>
          </a:r>
          <a:r>
            <a:rPr lang="ru-RU" b="0" i="0" dirty="0"/>
            <a:t> «</a:t>
          </a:r>
          <a:r>
            <a:rPr lang="ru-RU" b="0" i="0" dirty="0" err="1"/>
            <a:t>шлюбну</a:t>
          </a:r>
          <a:r>
            <a:rPr lang="ru-RU" b="0" i="0" dirty="0"/>
            <a:t> </a:t>
          </a:r>
          <a:r>
            <a:rPr lang="ru-RU" b="0" i="0" dirty="0" err="1"/>
            <a:t>дипломатію</a:t>
          </a:r>
          <a:r>
            <a:rPr lang="ru-RU" b="0" i="0" dirty="0"/>
            <a:t>».</a:t>
          </a:r>
          <a:endParaRPr lang="uk-UA" dirty="0"/>
        </a:p>
      </dgm:t>
    </dgm:pt>
    <dgm:pt modelId="{C825C9F3-FCB2-4C6B-AEDA-FDFDF30798D6}" type="parTrans" cxnId="{43C9BDC3-A07A-4E95-B5DC-007B8B66D7D4}">
      <dgm:prSet/>
      <dgm:spPr/>
      <dgm:t>
        <a:bodyPr/>
        <a:lstStyle/>
        <a:p>
          <a:endParaRPr lang="uk-UA"/>
        </a:p>
      </dgm:t>
    </dgm:pt>
    <dgm:pt modelId="{250825F8-0CA3-4DF1-B605-697F169393F8}" type="sibTrans" cxnId="{43C9BDC3-A07A-4E95-B5DC-007B8B66D7D4}">
      <dgm:prSet/>
      <dgm:spPr/>
      <dgm:t>
        <a:bodyPr/>
        <a:lstStyle/>
        <a:p>
          <a:endParaRPr lang="uk-UA"/>
        </a:p>
      </dgm:t>
    </dgm:pt>
    <dgm:pt modelId="{4450048A-5F9D-4D38-A812-322E868E9015}" type="pres">
      <dgm:prSet presAssocID="{50FC6975-D86F-4C37-971D-2189992B5168}" presName="linear" presStyleCnt="0">
        <dgm:presLayoutVars>
          <dgm:animLvl val="lvl"/>
          <dgm:resizeHandles val="exact"/>
        </dgm:presLayoutVars>
      </dgm:prSet>
      <dgm:spPr/>
    </dgm:pt>
    <dgm:pt modelId="{E3EF91E9-E521-4692-839A-832E6F420A3F}" type="pres">
      <dgm:prSet presAssocID="{6854DF33-D265-4F56-943D-CC453F96F93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53358FB-C805-4AA9-8735-E9C2368070B4}" type="pres">
      <dgm:prSet presAssocID="{B156E9E1-3888-4B73-897D-99CD187A2114}" presName="spacer" presStyleCnt="0"/>
      <dgm:spPr/>
    </dgm:pt>
    <dgm:pt modelId="{AFDFE908-9F48-4509-A3E5-FD9A17342826}" type="pres">
      <dgm:prSet presAssocID="{86E56AA0-B835-4AC6-A8D4-A28F104953B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060EF85-1830-4D49-99AF-B0A52A5CC1D2}" type="pres">
      <dgm:prSet presAssocID="{8A2C610A-99DD-4BB6-9FC6-A87DEF6E4C23}" presName="spacer" presStyleCnt="0"/>
      <dgm:spPr/>
    </dgm:pt>
    <dgm:pt modelId="{B7779C3C-EFCD-4962-A5FC-0EC43B81FFD5}" type="pres">
      <dgm:prSet presAssocID="{1FED0957-A451-4C41-AA0B-12752C66587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220E357-3B30-47E1-8118-7DFCB9DE3A46}" type="pres">
      <dgm:prSet presAssocID="{BF8CECD5-5F02-445A-9E93-6BB9E3CA6E6A}" presName="spacer" presStyleCnt="0"/>
      <dgm:spPr/>
    </dgm:pt>
    <dgm:pt modelId="{50C5C58F-94E2-4B3F-A8AB-1C989296AA20}" type="pres">
      <dgm:prSet presAssocID="{F31FE266-DEF6-4E2E-A7E4-FDB66616BAB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8C81837-6DA3-4A9C-8958-CC340A834DDA}" srcId="{50FC6975-D86F-4C37-971D-2189992B5168}" destId="{6854DF33-D265-4F56-943D-CC453F96F93D}" srcOrd="0" destOrd="0" parTransId="{BB71FA30-282A-4057-B60A-E7734412A342}" sibTransId="{B156E9E1-3888-4B73-897D-99CD187A2114}"/>
    <dgm:cxn modelId="{4DDBFB38-6C9C-4B3E-94F1-2EB846814D65}" srcId="{50FC6975-D86F-4C37-971D-2189992B5168}" destId="{1FED0957-A451-4C41-AA0B-12752C665878}" srcOrd="2" destOrd="0" parTransId="{E64E6762-0E81-4D8F-95C8-4CA4EE1BE18A}" sibTransId="{BF8CECD5-5F02-445A-9E93-6BB9E3CA6E6A}"/>
    <dgm:cxn modelId="{8A04834A-8756-43A1-8979-66F35B17811A}" type="presOf" srcId="{50FC6975-D86F-4C37-971D-2189992B5168}" destId="{4450048A-5F9D-4D38-A812-322E868E9015}" srcOrd="0" destOrd="0" presId="urn:microsoft.com/office/officeart/2005/8/layout/vList2"/>
    <dgm:cxn modelId="{A3461F99-0137-4503-8635-077AD56924A0}" srcId="{50FC6975-D86F-4C37-971D-2189992B5168}" destId="{86E56AA0-B835-4AC6-A8D4-A28F104953B3}" srcOrd="1" destOrd="0" parTransId="{1A35FE73-5962-4520-91A7-B44AC920823D}" sibTransId="{8A2C610A-99DD-4BB6-9FC6-A87DEF6E4C23}"/>
    <dgm:cxn modelId="{42FF92B1-073E-4641-9512-986F1C3B39B1}" type="presOf" srcId="{6854DF33-D265-4F56-943D-CC453F96F93D}" destId="{E3EF91E9-E521-4692-839A-832E6F420A3F}" srcOrd="0" destOrd="0" presId="urn:microsoft.com/office/officeart/2005/8/layout/vList2"/>
    <dgm:cxn modelId="{43C9BDC3-A07A-4E95-B5DC-007B8B66D7D4}" srcId="{50FC6975-D86F-4C37-971D-2189992B5168}" destId="{F31FE266-DEF6-4E2E-A7E4-FDB66616BABB}" srcOrd="3" destOrd="0" parTransId="{C825C9F3-FCB2-4C6B-AEDA-FDFDF30798D6}" sibTransId="{250825F8-0CA3-4DF1-B605-697F169393F8}"/>
    <dgm:cxn modelId="{EAD809D2-4BB6-4688-BE9A-6DD7CA479513}" type="presOf" srcId="{F31FE266-DEF6-4E2E-A7E4-FDB66616BABB}" destId="{50C5C58F-94E2-4B3F-A8AB-1C989296AA20}" srcOrd="0" destOrd="0" presId="urn:microsoft.com/office/officeart/2005/8/layout/vList2"/>
    <dgm:cxn modelId="{3DA95FE4-D193-4629-90FF-6948218F71D5}" type="presOf" srcId="{86E56AA0-B835-4AC6-A8D4-A28F104953B3}" destId="{AFDFE908-9F48-4509-A3E5-FD9A17342826}" srcOrd="0" destOrd="0" presId="urn:microsoft.com/office/officeart/2005/8/layout/vList2"/>
    <dgm:cxn modelId="{5971E4FD-65B5-42E4-9637-A0D42DD14DCE}" type="presOf" srcId="{1FED0957-A451-4C41-AA0B-12752C665878}" destId="{B7779C3C-EFCD-4962-A5FC-0EC43B81FFD5}" srcOrd="0" destOrd="0" presId="urn:microsoft.com/office/officeart/2005/8/layout/vList2"/>
    <dgm:cxn modelId="{C5E5DB78-4C52-455B-97D1-0FA03B3F60CD}" type="presParOf" srcId="{4450048A-5F9D-4D38-A812-322E868E9015}" destId="{E3EF91E9-E521-4692-839A-832E6F420A3F}" srcOrd="0" destOrd="0" presId="urn:microsoft.com/office/officeart/2005/8/layout/vList2"/>
    <dgm:cxn modelId="{772AE944-7C52-464F-B9A2-6DA5807F6231}" type="presParOf" srcId="{4450048A-5F9D-4D38-A812-322E868E9015}" destId="{753358FB-C805-4AA9-8735-E9C2368070B4}" srcOrd="1" destOrd="0" presId="urn:microsoft.com/office/officeart/2005/8/layout/vList2"/>
    <dgm:cxn modelId="{8B7BBF6D-2967-4F2B-AC3F-4C7273C95086}" type="presParOf" srcId="{4450048A-5F9D-4D38-A812-322E868E9015}" destId="{AFDFE908-9F48-4509-A3E5-FD9A17342826}" srcOrd="2" destOrd="0" presId="urn:microsoft.com/office/officeart/2005/8/layout/vList2"/>
    <dgm:cxn modelId="{AC7BA4CC-A8A0-4A73-94C1-85C436D7BD03}" type="presParOf" srcId="{4450048A-5F9D-4D38-A812-322E868E9015}" destId="{6060EF85-1830-4D49-99AF-B0A52A5CC1D2}" srcOrd="3" destOrd="0" presId="urn:microsoft.com/office/officeart/2005/8/layout/vList2"/>
    <dgm:cxn modelId="{81099F98-A02B-4E4C-BC26-F143F44020D4}" type="presParOf" srcId="{4450048A-5F9D-4D38-A812-322E868E9015}" destId="{B7779C3C-EFCD-4962-A5FC-0EC43B81FFD5}" srcOrd="4" destOrd="0" presId="urn:microsoft.com/office/officeart/2005/8/layout/vList2"/>
    <dgm:cxn modelId="{57B3A380-6AAB-416C-BEAA-234B4568C2E6}" type="presParOf" srcId="{4450048A-5F9D-4D38-A812-322E868E9015}" destId="{B220E357-3B30-47E1-8118-7DFCB9DE3A46}" srcOrd="5" destOrd="0" presId="urn:microsoft.com/office/officeart/2005/8/layout/vList2"/>
    <dgm:cxn modelId="{1606484C-E2DC-432E-9FA8-657ABFC5AC5D}" type="presParOf" srcId="{4450048A-5F9D-4D38-A812-322E868E9015}" destId="{50C5C58F-94E2-4B3F-A8AB-1C989296AA2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4EC31750-C99D-44BE-AB7A-23C766CA140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0D38D43-F557-44C5-9F3A-32E5241D17BB}">
      <dgm:prSet/>
      <dgm:spPr/>
      <dgm:t>
        <a:bodyPr/>
        <a:lstStyle/>
        <a:p>
          <a:r>
            <a:rPr lang="ru-RU" b="0" i="0"/>
            <a:t>укладення уній</a:t>
          </a:r>
          <a:endParaRPr lang="uk-UA"/>
        </a:p>
      </dgm:t>
    </dgm:pt>
    <dgm:pt modelId="{DCF94155-EB5B-4FAC-A5FC-F5D9F74EDC87}" type="parTrans" cxnId="{32DBF6BB-9B0F-4506-A35B-443CA13AF92A}">
      <dgm:prSet/>
      <dgm:spPr/>
      <dgm:t>
        <a:bodyPr/>
        <a:lstStyle/>
        <a:p>
          <a:endParaRPr lang="uk-UA"/>
        </a:p>
      </dgm:t>
    </dgm:pt>
    <dgm:pt modelId="{69CE2B12-1D16-4DD6-8CFF-557C6BB8F5BB}" type="sibTrans" cxnId="{32DBF6BB-9B0F-4506-A35B-443CA13AF92A}">
      <dgm:prSet/>
      <dgm:spPr/>
      <dgm:t>
        <a:bodyPr/>
        <a:lstStyle/>
        <a:p>
          <a:endParaRPr lang="uk-UA"/>
        </a:p>
      </dgm:t>
    </dgm:pt>
    <dgm:pt modelId="{A338F911-4AA2-4C34-868F-19186EAF1E71}">
      <dgm:prSet/>
      <dgm:spPr/>
      <dgm:t>
        <a:bodyPr/>
        <a:lstStyle/>
        <a:p>
          <a:r>
            <a:rPr lang="ru-RU" b="0" i="0" dirty="0" err="1"/>
            <a:t>міждинастичні</a:t>
          </a:r>
          <a:r>
            <a:rPr lang="ru-RU" b="0" i="0" dirty="0"/>
            <a:t> </a:t>
          </a:r>
          <a:r>
            <a:rPr lang="ru-RU" b="0" i="0" dirty="0" err="1"/>
            <a:t>шлюби</a:t>
          </a:r>
          <a:endParaRPr lang="uk-UA" dirty="0"/>
        </a:p>
      </dgm:t>
    </dgm:pt>
    <dgm:pt modelId="{338BB2CE-582F-4B6B-AB47-A0EBFD53C753}" type="parTrans" cxnId="{41A0A1E0-A31E-46C1-9BE6-D344012F7866}">
      <dgm:prSet/>
      <dgm:spPr/>
      <dgm:t>
        <a:bodyPr/>
        <a:lstStyle/>
        <a:p>
          <a:endParaRPr lang="uk-UA"/>
        </a:p>
      </dgm:t>
    </dgm:pt>
    <dgm:pt modelId="{95E6C105-2520-47C8-84F8-2384E5BC81DD}" type="sibTrans" cxnId="{41A0A1E0-A31E-46C1-9BE6-D344012F7866}">
      <dgm:prSet/>
      <dgm:spPr/>
      <dgm:t>
        <a:bodyPr/>
        <a:lstStyle/>
        <a:p>
          <a:endParaRPr lang="uk-UA"/>
        </a:p>
      </dgm:t>
    </dgm:pt>
    <dgm:pt modelId="{E3BB4A17-D936-4EEA-9D2D-CFBF4A81E04A}">
      <dgm:prSet/>
      <dgm:spPr/>
      <dgm:t>
        <a:bodyPr/>
        <a:lstStyle/>
        <a:p>
          <a:r>
            <a:rPr lang="ru-RU" b="0" i="0"/>
            <a:t>прийняття корони з рук Папи Римського</a:t>
          </a:r>
          <a:endParaRPr lang="uk-UA"/>
        </a:p>
      </dgm:t>
    </dgm:pt>
    <dgm:pt modelId="{63620DD5-8A25-49ED-BDCF-DBD9F5AEECF2}" type="parTrans" cxnId="{85A9469C-7184-46FA-AA2E-18FB11B00189}">
      <dgm:prSet/>
      <dgm:spPr/>
      <dgm:t>
        <a:bodyPr/>
        <a:lstStyle/>
        <a:p>
          <a:endParaRPr lang="uk-UA"/>
        </a:p>
      </dgm:t>
    </dgm:pt>
    <dgm:pt modelId="{831146D2-4C21-4966-9443-804A9E306E7A}" type="sibTrans" cxnId="{85A9469C-7184-46FA-AA2E-18FB11B00189}">
      <dgm:prSet/>
      <dgm:spPr/>
      <dgm:t>
        <a:bodyPr/>
        <a:lstStyle/>
        <a:p>
          <a:endParaRPr lang="uk-UA"/>
        </a:p>
      </dgm:t>
    </dgm:pt>
    <dgm:pt modelId="{D1AE2D7E-E338-431D-908D-626A91983BA8}">
      <dgm:prSet/>
      <dgm:spPr/>
      <dgm:t>
        <a:bodyPr/>
        <a:lstStyle/>
        <a:p>
          <a:r>
            <a:rPr lang="ru-RU" b="0" i="0" dirty="0"/>
            <a:t>участь руських дружин у </a:t>
          </a:r>
          <a:r>
            <a:rPr lang="ru-RU" b="0" i="0" dirty="0" err="1"/>
            <a:t>хрестових</a:t>
          </a:r>
          <a:r>
            <a:rPr lang="ru-RU" b="0" i="0" dirty="0"/>
            <a:t> походах</a:t>
          </a:r>
          <a:endParaRPr lang="uk-UA" dirty="0"/>
        </a:p>
      </dgm:t>
    </dgm:pt>
    <dgm:pt modelId="{2241CD23-799D-48B5-BE44-34EDFD758089}" type="parTrans" cxnId="{5E0CE4F2-A4F0-47D9-926C-CA567D2EC941}">
      <dgm:prSet/>
      <dgm:spPr/>
      <dgm:t>
        <a:bodyPr/>
        <a:lstStyle/>
        <a:p>
          <a:endParaRPr lang="uk-UA"/>
        </a:p>
      </dgm:t>
    </dgm:pt>
    <dgm:pt modelId="{B32EAC37-54C1-4955-91A8-95E14348629A}" type="sibTrans" cxnId="{5E0CE4F2-A4F0-47D9-926C-CA567D2EC941}">
      <dgm:prSet/>
      <dgm:spPr/>
      <dgm:t>
        <a:bodyPr/>
        <a:lstStyle/>
        <a:p>
          <a:endParaRPr lang="uk-UA"/>
        </a:p>
      </dgm:t>
    </dgm:pt>
    <dgm:pt modelId="{A48580C7-9B52-45A1-91E1-A0B7F7850E8B}" type="pres">
      <dgm:prSet presAssocID="{4EC31750-C99D-44BE-AB7A-23C766CA1401}" presName="linearFlow" presStyleCnt="0">
        <dgm:presLayoutVars>
          <dgm:dir/>
          <dgm:resizeHandles val="exact"/>
        </dgm:presLayoutVars>
      </dgm:prSet>
      <dgm:spPr/>
    </dgm:pt>
    <dgm:pt modelId="{07954B72-CEF1-40F2-A5B3-951F5A19DFFD}" type="pres">
      <dgm:prSet presAssocID="{10D38D43-F557-44C5-9F3A-32E5241D17BB}" presName="composite" presStyleCnt="0"/>
      <dgm:spPr/>
    </dgm:pt>
    <dgm:pt modelId="{CFF3BDE6-BECB-4E54-928E-8F5C47AD03F8}" type="pres">
      <dgm:prSet presAssocID="{10D38D43-F557-44C5-9F3A-32E5241D17BB}" presName="imgShp" presStyleLbl="fgImgPlace1" presStyleIdx="0" presStyleCnt="4"/>
      <dgm:spPr/>
    </dgm:pt>
    <dgm:pt modelId="{C15AFF8B-3A63-4790-A280-53584219C846}" type="pres">
      <dgm:prSet presAssocID="{10D38D43-F557-44C5-9F3A-32E5241D17BB}" presName="txShp" presStyleLbl="node1" presStyleIdx="0" presStyleCnt="4">
        <dgm:presLayoutVars>
          <dgm:bulletEnabled val="1"/>
        </dgm:presLayoutVars>
      </dgm:prSet>
      <dgm:spPr/>
    </dgm:pt>
    <dgm:pt modelId="{31841896-F888-42DE-A471-44E08E5C4B6B}" type="pres">
      <dgm:prSet presAssocID="{69CE2B12-1D16-4DD6-8CFF-557C6BB8F5BB}" presName="spacing" presStyleCnt="0"/>
      <dgm:spPr/>
    </dgm:pt>
    <dgm:pt modelId="{AF4E69C9-CDCC-44FB-9CFC-4C371B80E0D1}" type="pres">
      <dgm:prSet presAssocID="{A338F911-4AA2-4C34-868F-19186EAF1E71}" presName="composite" presStyleCnt="0"/>
      <dgm:spPr/>
    </dgm:pt>
    <dgm:pt modelId="{B0EB67DC-8E9B-4700-BDB4-72D3A63B560A}" type="pres">
      <dgm:prSet presAssocID="{A338F911-4AA2-4C34-868F-19186EAF1E71}" presName="imgShp" presStyleLbl="fgImgPlace1" presStyleIdx="1" presStyleCnt="4"/>
      <dgm:spPr/>
    </dgm:pt>
    <dgm:pt modelId="{70EEF423-E199-4E51-B37B-74EBB90B6412}" type="pres">
      <dgm:prSet presAssocID="{A338F911-4AA2-4C34-868F-19186EAF1E71}" presName="txShp" presStyleLbl="node1" presStyleIdx="1" presStyleCnt="4">
        <dgm:presLayoutVars>
          <dgm:bulletEnabled val="1"/>
        </dgm:presLayoutVars>
      </dgm:prSet>
      <dgm:spPr/>
    </dgm:pt>
    <dgm:pt modelId="{6E5D52B9-82FE-4D6A-834A-ACFD081B0EFB}" type="pres">
      <dgm:prSet presAssocID="{95E6C105-2520-47C8-84F8-2384E5BC81DD}" presName="spacing" presStyleCnt="0"/>
      <dgm:spPr/>
    </dgm:pt>
    <dgm:pt modelId="{E0200854-91E1-423E-80D2-DFCDF05318BD}" type="pres">
      <dgm:prSet presAssocID="{E3BB4A17-D936-4EEA-9D2D-CFBF4A81E04A}" presName="composite" presStyleCnt="0"/>
      <dgm:spPr/>
    </dgm:pt>
    <dgm:pt modelId="{7EACD9C9-F3E1-48C1-9344-9C9EB2778606}" type="pres">
      <dgm:prSet presAssocID="{E3BB4A17-D936-4EEA-9D2D-CFBF4A81E04A}" presName="imgShp" presStyleLbl="fgImgPlace1" presStyleIdx="2" presStyleCnt="4"/>
      <dgm:spPr/>
    </dgm:pt>
    <dgm:pt modelId="{9756981C-0921-4D50-B02D-65882F9D7F61}" type="pres">
      <dgm:prSet presAssocID="{E3BB4A17-D936-4EEA-9D2D-CFBF4A81E04A}" presName="txShp" presStyleLbl="node1" presStyleIdx="2" presStyleCnt="4">
        <dgm:presLayoutVars>
          <dgm:bulletEnabled val="1"/>
        </dgm:presLayoutVars>
      </dgm:prSet>
      <dgm:spPr/>
    </dgm:pt>
    <dgm:pt modelId="{AA8E387F-D11E-4DC5-AAA1-35B07A35E2AE}" type="pres">
      <dgm:prSet presAssocID="{831146D2-4C21-4966-9443-804A9E306E7A}" presName="spacing" presStyleCnt="0"/>
      <dgm:spPr/>
    </dgm:pt>
    <dgm:pt modelId="{2B67A55E-81EA-4D23-83B0-318C3D68B2E5}" type="pres">
      <dgm:prSet presAssocID="{D1AE2D7E-E338-431D-908D-626A91983BA8}" presName="composite" presStyleCnt="0"/>
      <dgm:spPr/>
    </dgm:pt>
    <dgm:pt modelId="{FC310891-5CB2-41BC-A837-48B632C0E9E3}" type="pres">
      <dgm:prSet presAssocID="{D1AE2D7E-E338-431D-908D-626A91983BA8}" presName="imgShp" presStyleLbl="fgImgPlace1" presStyleIdx="3" presStyleCnt="4"/>
      <dgm:spPr/>
    </dgm:pt>
    <dgm:pt modelId="{E1CF8DB7-3ED3-47A0-879F-6E86741E8100}" type="pres">
      <dgm:prSet presAssocID="{D1AE2D7E-E338-431D-908D-626A91983BA8}" presName="txShp" presStyleLbl="node1" presStyleIdx="3" presStyleCnt="4">
        <dgm:presLayoutVars>
          <dgm:bulletEnabled val="1"/>
        </dgm:presLayoutVars>
      </dgm:prSet>
      <dgm:spPr/>
    </dgm:pt>
  </dgm:ptLst>
  <dgm:cxnLst>
    <dgm:cxn modelId="{93602505-402F-4E4C-B131-2B17BB59EA4F}" type="presOf" srcId="{D1AE2D7E-E338-431D-908D-626A91983BA8}" destId="{E1CF8DB7-3ED3-47A0-879F-6E86741E8100}" srcOrd="0" destOrd="0" presId="urn:microsoft.com/office/officeart/2005/8/layout/vList3"/>
    <dgm:cxn modelId="{B693BD8D-2BF6-4770-B84B-1E9BCA5EA9FC}" type="presOf" srcId="{10D38D43-F557-44C5-9F3A-32E5241D17BB}" destId="{C15AFF8B-3A63-4790-A280-53584219C846}" srcOrd="0" destOrd="0" presId="urn:microsoft.com/office/officeart/2005/8/layout/vList3"/>
    <dgm:cxn modelId="{85A9469C-7184-46FA-AA2E-18FB11B00189}" srcId="{4EC31750-C99D-44BE-AB7A-23C766CA1401}" destId="{E3BB4A17-D936-4EEA-9D2D-CFBF4A81E04A}" srcOrd="2" destOrd="0" parTransId="{63620DD5-8A25-49ED-BDCF-DBD9F5AEECF2}" sibTransId="{831146D2-4C21-4966-9443-804A9E306E7A}"/>
    <dgm:cxn modelId="{4972E59C-0955-4527-9852-1E16E304AA9A}" type="presOf" srcId="{E3BB4A17-D936-4EEA-9D2D-CFBF4A81E04A}" destId="{9756981C-0921-4D50-B02D-65882F9D7F61}" srcOrd="0" destOrd="0" presId="urn:microsoft.com/office/officeart/2005/8/layout/vList3"/>
    <dgm:cxn modelId="{4FCFE3A6-A7A7-4463-B6E4-5CC61005891F}" type="presOf" srcId="{4EC31750-C99D-44BE-AB7A-23C766CA1401}" destId="{A48580C7-9B52-45A1-91E1-A0B7F7850E8B}" srcOrd="0" destOrd="0" presId="urn:microsoft.com/office/officeart/2005/8/layout/vList3"/>
    <dgm:cxn modelId="{32DBF6BB-9B0F-4506-A35B-443CA13AF92A}" srcId="{4EC31750-C99D-44BE-AB7A-23C766CA1401}" destId="{10D38D43-F557-44C5-9F3A-32E5241D17BB}" srcOrd="0" destOrd="0" parTransId="{DCF94155-EB5B-4FAC-A5FC-F5D9F74EDC87}" sibTransId="{69CE2B12-1D16-4DD6-8CFF-557C6BB8F5BB}"/>
    <dgm:cxn modelId="{41A0A1E0-A31E-46C1-9BE6-D344012F7866}" srcId="{4EC31750-C99D-44BE-AB7A-23C766CA1401}" destId="{A338F911-4AA2-4C34-868F-19186EAF1E71}" srcOrd="1" destOrd="0" parTransId="{338BB2CE-582F-4B6B-AB47-A0EBFD53C753}" sibTransId="{95E6C105-2520-47C8-84F8-2384E5BC81DD}"/>
    <dgm:cxn modelId="{5E0CE4F2-A4F0-47D9-926C-CA567D2EC941}" srcId="{4EC31750-C99D-44BE-AB7A-23C766CA1401}" destId="{D1AE2D7E-E338-431D-908D-626A91983BA8}" srcOrd="3" destOrd="0" parTransId="{2241CD23-799D-48B5-BE44-34EDFD758089}" sibTransId="{B32EAC37-54C1-4955-91A8-95E14348629A}"/>
    <dgm:cxn modelId="{AA7C17FE-B831-4708-9E8A-8D0343F8E6C5}" type="presOf" srcId="{A338F911-4AA2-4C34-868F-19186EAF1E71}" destId="{70EEF423-E199-4E51-B37B-74EBB90B6412}" srcOrd="0" destOrd="0" presId="urn:microsoft.com/office/officeart/2005/8/layout/vList3"/>
    <dgm:cxn modelId="{59581589-6AC5-4FA2-9CC1-C515CE8612A7}" type="presParOf" srcId="{A48580C7-9B52-45A1-91E1-A0B7F7850E8B}" destId="{07954B72-CEF1-40F2-A5B3-951F5A19DFFD}" srcOrd="0" destOrd="0" presId="urn:microsoft.com/office/officeart/2005/8/layout/vList3"/>
    <dgm:cxn modelId="{DE04B30D-84ED-4707-A73A-B5569B7E171F}" type="presParOf" srcId="{07954B72-CEF1-40F2-A5B3-951F5A19DFFD}" destId="{CFF3BDE6-BECB-4E54-928E-8F5C47AD03F8}" srcOrd="0" destOrd="0" presId="urn:microsoft.com/office/officeart/2005/8/layout/vList3"/>
    <dgm:cxn modelId="{EF92427B-F4DC-45AF-BBE9-078C1969793E}" type="presParOf" srcId="{07954B72-CEF1-40F2-A5B3-951F5A19DFFD}" destId="{C15AFF8B-3A63-4790-A280-53584219C846}" srcOrd="1" destOrd="0" presId="urn:microsoft.com/office/officeart/2005/8/layout/vList3"/>
    <dgm:cxn modelId="{1B4626EB-96B7-40E9-AC06-76005EBF71A0}" type="presParOf" srcId="{A48580C7-9B52-45A1-91E1-A0B7F7850E8B}" destId="{31841896-F888-42DE-A471-44E08E5C4B6B}" srcOrd="1" destOrd="0" presId="urn:microsoft.com/office/officeart/2005/8/layout/vList3"/>
    <dgm:cxn modelId="{89DE34D8-4397-4682-BC14-D8ED89D1D23D}" type="presParOf" srcId="{A48580C7-9B52-45A1-91E1-A0B7F7850E8B}" destId="{AF4E69C9-CDCC-44FB-9CFC-4C371B80E0D1}" srcOrd="2" destOrd="0" presId="urn:microsoft.com/office/officeart/2005/8/layout/vList3"/>
    <dgm:cxn modelId="{14EA41E9-3377-429B-9943-064147AC4C30}" type="presParOf" srcId="{AF4E69C9-CDCC-44FB-9CFC-4C371B80E0D1}" destId="{B0EB67DC-8E9B-4700-BDB4-72D3A63B560A}" srcOrd="0" destOrd="0" presId="urn:microsoft.com/office/officeart/2005/8/layout/vList3"/>
    <dgm:cxn modelId="{6FD5E2C6-EB40-46B1-9DA8-3CC277E75E98}" type="presParOf" srcId="{AF4E69C9-CDCC-44FB-9CFC-4C371B80E0D1}" destId="{70EEF423-E199-4E51-B37B-74EBB90B6412}" srcOrd="1" destOrd="0" presId="urn:microsoft.com/office/officeart/2005/8/layout/vList3"/>
    <dgm:cxn modelId="{3B6013C6-1969-41A5-B024-22B611C8B7BF}" type="presParOf" srcId="{A48580C7-9B52-45A1-91E1-A0B7F7850E8B}" destId="{6E5D52B9-82FE-4D6A-834A-ACFD081B0EFB}" srcOrd="3" destOrd="0" presId="urn:microsoft.com/office/officeart/2005/8/layout/vList3"/>
    <dgm:cxn modelId="{DAD5BD6E-F1E5-4B2B-84D1-73FAB57456B2}" type="presParOf" srcId="{A48580C7-9B52-45A1-91E1-A0B7F7850E8B}" destId="{E0200854-91E1-423E-80D2-DFCDF05318BD}" srcOrd="4" destOrd="0" presId="urn:microsoft.com/office/officeart/2005/8/layout/vList3"/>
    <dgm:cxn modelId="{EA0A2603-87EF-4F56-B360-19316D4217B9}" type="presParOf" srcId="{E0200854-91E1-423E-80D2-DFCDF05318BD}" destId="{7EACD9C9-F3E1-48C1-9344-9C9EB2778606}" srcOrd="0" destOrd="0" presId="urn:microsoft.com/office/officeart/2005/8/layout/vList3"/>
    <dgm:cxn modelId="{926870C9-5963-4DA8-B8CB-D67543A88C25}" type="presParOf" srcId="{E0200854-91E1-423E-80D2-DFCDF05318BD}" destId="{9756981C-0921-4D50-B02D-65882F9D7F61}" srcOrd="1" destOrd="0" presId="urn:microsoft.com/office/officeart/2005/8/layout/vList3"/>
    <dgm:cxn modelId="{5768DE70-F4AB-4913-B910-048B0EB7D78A}" type="presParOf" srcId="{A48580C7-9B52-45A1-91E1-A0B7F7850E8B}" destId="{AA8E387F-D11E-4DC5-AAA1-35B07A35E2AE}" srcOrd="5" destOrd="0" presId="urn:microsoft.com/office/officeart/2005/8/layout/vList3"/>
    <dgm:cxn modelId="{245C5D0F-CE8F-4040-9173-7E38F9DE97E0}" type="presParOf" srcId="{A48580C7-9B52-45A1-91E1-A0B7F7850E8B}" destId="{2B67A55E-81EA-4D23-83B0-318C3D68B2E5}" srcOrd="6" destOrd="0" presId="urn:microsoft.com/office/officeart/2005/8/layout/vList3"/>
    <dgm:cxn modelId="{07027DF5-7C52-47E6-A0F3-F148FA4D4431}" type="presParOf" srcId="{2B67A55E-81EA-4D23-83B0-318C3D68B2E5}" destId="{FC310891-5CB2-41BC-A837-48B632C0E9E3}" srcOrd="0" destOrd="0" presId="urn:microsoft.com/office/officeart/2005/8/layout/vList3"/>
    <dgm:cxn modelId="{554384E2-E0AD-4683-94D4-DF86676B4454}" type="presParOf" srcId="{2B67A55E-81EA-4D23-83B0-318C3D68B2E5}" destId="{E1CF8DB7-3ED3-47A0-879F-6E86741E810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462F1252-41AE-4FDD-B01C-BEEAAA2CF824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CC4D25D-3069-485F-9700-FE2054BEAA90}">
      <dgm:prSet/>
      <dgm:spPr/>
      <dgm:t>
        <a:bodyPr/>
        <a:lstStyle/>
        <a:p>
          <a:r>
            <a:rPr lang="ru-RU" b="0" i="0" dirty="0"/>
            <a:t>1, 3</a:t>
          </a:r>
          <a:endParaRPr lang="uk-UA" dirty="0"/>
        </a:p>
      </dgm:t>
    </dgm:pt>
    <dgm:pt modelId="{A5A96602-7C72-4AA0-91F9-0D7DFFC38DC0}" type="parTrans" cxnId="{219414DC-94C8-4DFC-B15E-F5988418C746}">
      <dgm:prSet/>
      <dgm:spPr/>
      <dgm:t>
        <a:bodyPr/>
        <a:lstStyle/>
        <a:p>
          <a:endParaRPr lang="uk-UA"/>
        </a:p>
      </dgm:t>
    </dgm:pt>
    <dgm:pt modelId="{D21CE3B5-848B-4236-94A6-75EDAF902E75}" type="sibTrans" cxnId="{219414DC-94C8-4DFC-B15E-F5988418C746}">
      <dgm:prSet/>
      <dgm:spPr/>
      <dgm:t>
        <a:bodyPr/>
        <a:lstStyle/>
        <a:p>
          <a:endParaRPr lang="uk-UA"/>
        </a:p>
      </dgm:t>
    </dgm:pt>
    <dgm:pt modelId="{CEEF6685-EF6A-44A1-B236-CDC73DE1FA5E}">
      <dgm:prSet/>
      <dgm:spPr/>
      <dgm:t>
        <a:bodyPr/>
        <a:lstStyle/>
        <a:p>
          <a:r>
            <a:rPr lang="ru-RU" b="0" i="0"/>
            <a:t>1, 2</a:t>
          </a:r>
          <a:endParaRPr lang="uk-UA"/>
        </a:p>
      </dgm:t>
    </dgm:pt>
    <dgm:pt modelId="{C4FDAFE5-9E7D-4AFE-9047-971010A87235}" type="parTrans" cxnId="{82C523A8-D10E-4F19-B687-E28E16A2A64B}">
      <dgm:prSet/>
      <dgm:spPr/>
      <dgm:t>
        <a:bodyPr/>
        <a:lstStyle/>
        <a:p>
          <a:endParaRPr lang="uk-UA"/>
        </a:p>
      </dgm:t>
    </dgm:pt>
    <dgm:pt modelId="{B482C5C5-6E4C-4C86-AB2C-0F54A8F64E6A}" type="sibTrans" cxnId="{82C523A8-D10E-4F19-B687-E28E16A2A64B}">
      <dgm:prSet/>
      <dgm:spPr/>
      <dgm:t>
        <a:bodyPr/>
        <a:lstStyle/>
        <a:p>
          <a:endParaRPr lang="uk-UA"/>
        </a:p>
      </dgm:t>
    </dgm:pt>
    <dgm:pt modelId="{4E0D4BD1-9401-4418-9F64-98D03DCD9945}">
      <dgm:prSet/>
      <dgm:spPr/>
      <dgm:t>
        <a:bodyPr/>
        <a:lstStyle/>
        <a:p>
          <a:r>
            <a:rPr lang="ru-RU" b="0" i="0" dirty="0"/>
            <a:t>2, 3</a:t>
          </a:r>
          <a:endParaRPr lang="uk-UA" dirty="0"/>
        </a:p>
      </dgm:t>
    </dgm:pt>
    <dgm:pt modelId="{D395514C-6325-43F9-90A7-1144F3DA2284}" type="parTrans" cxnId="{D1792561-F660-4B14-BAC1-9CF766464E0F}">
      <dgm:prSet/>
      <dgm:spPr/>
      <dgm:t>
        <a:bodyPr/>
        <a:lstStyle/>
        <a:p>
          <a:endParaRPr lang="uk-UA"/>
        </a:p>
      </dgm:t>
    </dgm:pt>
    <dgm:pt modelId="{1B8E6860-74B0-4BD8-AB73-1C8D1EE97B47}" type="sibTrans" cxnId="{D1792561-F660-4B14-BAC1-9CF766464E0F}">
      <dgm:prSet/>
      <dgm:spPr/>
      <dgm:t>
        <a:bodyPr/>
        <a:lstStyle/>
        <a:p>
          <a:endParaRPr lang="uk-UA"/>
        </a:p>
      </dgm:t>
    </dgm:pt>
    <dgm:pt modelId="{17EC5A0A-9894-4EC1-B4FF-F2733D1888F2}">
      <dgm:prSet/>
      <dgm:spPr/>
      <dgm:t>
        <a:bodyPr/>
        <a:lstStyle/>
        <a:p>
          <a:r>
            <a:rPr lang="ru-RU" b="0" i="0" dirty="0"/>
            <a:t>1, 2, 3</a:t>
          </a:r>
          <a:endParaRPr lang="uk-UA" dirty="0"/>
        </a:p>
      </dgm:t>
    </dgm:pt>
    <dgm:pt modelId="{A2E34E04-1B63-4A0D-BC2B-D4155BEF7C16}" type="parTrans" cxnId="{E9145C4F-EF73-448B-AAA3-0242E6F0E99D}">
      <dgm:prSet/>
      <dgm:spPr/>
      <dgm:t>
        <a:bodyPr/>
        <a:lstStyle/>
        <a:p>
          <a:endParaRPr lang="uk-UA"/>
        </a:p>
      </dgm:t>
    </dgm:pt>
    <dgm:pt modelId="{7ACF13A8-FF8A-4FE9-A6E1-2272CF62F6C0}" type="sibTrans" cxnId="{E9145C4F-EF73-448B-AAA3-0242E6F0E99D}">
      <dgm:prSet/>
      <dgm:spPr/>
      <dgm:t>
        <a:bodyPr/>
        <a:lstStyle/>
        <a:p>
          <a:endParaRPr lang="uk-UA"/>
        </a:p>
      </dgm:t>
    </dgm:pt>
    <dgm:pt modelId="{7F55B6C9-EFEA-44D4-B179-3F37296EBD29}" type="pres">
      <dgm:prSet presAssocID="{462F1252-41AE-4FDD-B01C-BEEAAA2CF824}" presName="matrix" presStyleCnt="0">
        <dgm:presLayoutVars>
          <dgm:chMax val="1"/>
          <dgm:dir/>
          <dgm:resizeHandles val="exact"/>
        </dgm:presLayoutVars>
      </dgm:prSet>
      <dgm:spPr/>
    </dgm:pt>
    <dgm:pt modelId="{3F978B8B-11C5-41AD-989A-6367510680F8}" type="pres">
      <dgm:prSet presAssocID="{462F1252-41AE-4FDD-B01C-BEEAAA2CF824}" presName="diamond" presStyleLbl="bgShp" presStyleIdx="0" presStyleCnt="1"/>
      <dgm:spPr/>
    </dgm:pt>
    <dgm:pt modelId="{4408E547-E081-4410-8F17-E3FD80294F86}" type="pres">
      <dgm:prSet presAssocID="{462F1252-41AE-4FDD-B01C-BEEAAA2CF824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36FC4A2-A9EB-456F-A504-EDDADE84B3BC}" type="pres">
      <dgm:prSet presAssocID="{462F1252-41AE-4FDD-B01C-BEEAAA2CF824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D830072-FA95-4119-866F-39385B7F6CFA}" type="pres">
      <dgm:prSet presAssocID="{462F1252-41AE-4FDD-B01C-BEEAAA2CF824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EE5DC16-3408-4ECB-9C31-78EA345D3251}" type="pres">
      <dgm:prSet presAssocID="{462F1252-41AE-4FDD-B01C-BEEAAA2CF824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1792561-F660-4B14-BAC1-9CF766464E0F}" srcId="{462F1252-41AE-4FDD-B01C-BEEAAA2CF824}" destId="{4E0D4BD1-9401-4418-9F64-98D03DCD9945}" srcOrd="2" destOrd="0" parTransId="{D395514C-6325-43F9-90A7-1144F3DA2284}" sibTransId="{1B8E6860-74B0-4BD8-AB73-1C8D1EE97B47}"/>
    <dgm:cxn modelId="{E9145C4F-EF73-448B-AAA3-0242E6F0E99D}" srcId="{462F1252-41AE-4FDD-B01C-BEEAAA2CF824}" destId="{17EC5A0A-9894-4EC1-B4FF-F2733D1888F2}" srcOrd="3" destOrd="0" parTransId="{A2E34E04-1B63-4A0D-BC2B-D4155BEF7C16}" sibTransId="{7ACF13A8-FF8A-4FE9-A6E1-2272CF62F6C0}"/>
    <dgm:cxn modelId="{1DFF1355-7AC3-4A76-828A-E60D271A903E}" type="presOf" srcId="{17EC5A0A-9894-4EC1-B4FF-F2733D1888F2}" destId="{3EE5DC16-3408-4ECB-9C31-78EA345D3251}" srcOrd="0" destOrd="0" presId="urn:microsoft.com/office/officeart/2005/8/layout/matrix3"/>
    <dgm:cxn modelId="{F7AD36A4-0DD6-4F3B-8F67-F909CF056C7C}" type="presOf" srcId="{CEEF6685-EF6A-44A1-B236-CDC73DE1FA5E}" destId="{F36FC4A2-A9EB-456F-A504-EDDADE84B3BC}" srcOrd="0" destOrd="0" presId="urn:microsoft.com/office/officeart/2005/8/layout/matrix3"/>
    <dgm:cxn modelId="{82C523A8-D10E-4F19-B687-E28E16A2A64B}" srcId="{462F1252-41AE-4FDD-B01C-BEEAAA2CF824}" destId="{CEEF6685-EF6A-44A1-B236-CDC73DE1FA5E}" srcOrd="1" destOrd="0" parTransId="{C4FDAFE5-9E7D-4AFE-9047-971010A87235}" sibTransId="{B482C5C5-6E4C-4C86-AB2C-0F54A8F64E6A}"/>
    <dgm:cxn modelId="{FB7F21B3-40F0-4362-9794-5CF21BB7EF33}" type="presOf" srcId="{4E0D4BD1-9401-4418-9F64-98D03DCD9945}" destId="{5D830072-FA95-4119-866F-39385B7F6CFA}" srcOrd="0" destOrd="0" presId="urn:microsoft.com/office/officeart/2005/8/layout/matrix3"/>
    <dgm:cxn modelId="{A65237C5-22AB-4F70-A96C-128BD28A9538}" type="presOf" srcId="{462F1252-41AE-4FDD-B01C-BEEAAA2CF824}" destId="{7F55B6C9-EFEA-44D4-B179-3F37296EBD29}" srcOrd="0" destOrd="0" presId="urn:microsoft.com/office/officeart/2005/8/layout/matrix3"/>
    <dgm:cxn modelId="{219414DC-94C8-4DFC-B15E-F5988418C746}" srcId="{462F1252-41AE-4FDD-B01C-BEEAAA2CF824}" destId="{6CC4D25D-3069-485F-9700-FE2054BEAA90}" srcOrd="0" destOrd="0" parTransId="{A5A96602-7C72-4AA0-91F9-0D7DFFC38DC0}" sibTransId="{D21CE3B5-848B-4236-94A6-75EDAF902E75}"/>
    <dgm:cxn modelId="{C37D1CEC-FEDC-4626-939B-A93013186692}" type="presOf" srcId="{6CC4D25D-3069-485F-9700-FE2054BEAA90}" destId="{4408E547-E081-4410-8F17-E3FD80294F86}" srcOrd="0" destOrd="0" presId="urn:microsoft.com/office/officeart/2005/8/layout/matrix3"/>
    <dgm:cxn modelId="{28EBE5C6-CF48-4777-9C11-898E67814795}" type="presParOf" srcId="{7F55B6C9-EFEA-44D4-B179-3F37296EBD29}" destId="{3F978B8B-11C5-41AD-989A-6367510680F8}" srcOrd="0" destOrd="0" presId="urn:microsoft.com/office/officeart/2005/8/layout/matrix3"/>
    <dgm:cxn modelId="{FC79EC9B-C987-4B2C-8898-C855C131C2BE}" type="presParOf" srcId="{7F55B6C9-EFEA-44D4-B179-3F37296EBD29}" destId="{4408E547-E081-4410-8F17-E3FD80294F86}" srcOrd="1" destOrd="0" presId="urn:microsoft.com/office/officeart/2005/8/layout/matrix3"/>
    <dgm:cxn modelId="{AEF5ACE1-FD95-46EF-A8D1-5E885988DD11}" type="presParOf" srcId="{7F55B6C9-EFEA-44D4-B179-3F37296EBD29}" destId="{F36FC4A2-A9EB-456F-A504-EDDADE84B3BC}" srcOrd="2" destOrd="0" presId="urn:microsoft.com/office/officeart/2005/8/layout/matrix3"/>
    <dgm:cxn modelId="{1CA2DCF4-C7EE-41BB-9420-27B992684318}" type="presParOf" srcId="{7F55B6C9-EFEA-44D4-B179-3F37296EBD29}" destId="{5D830072-FA95-4119-866F-39385B7F6CFA}" srcOrd="3" destOrd="0" presId="urn:microsoft.com/office/officeart/2005/8/layout/matrix3"/>
    <dgm:cxn modelId="{2F86C8B3-E0FB-43A5-9ABA-A4B66D9ECE0F}" type="presParOf" srcId="{7F55B6C9-EFEA-44D4-B179-3F37296EBD29}" destId="{3EE5DC16-3408-4ECB-9C31-78EA345D325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426A6274-9432-4974-9A6C-641A3ACF192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B98E153-F6F1-46CB-9A2D-A1A781276C70}">
      <dgm:prSet/>
      <dgm:spPr/>
      <dgm:t>
        <a:bodyPr/>
        <a:lstStyle/>
        <a:p>
          <a:r>
            <a:rPr lang="ru-RU" b="0" i="0"/>
            <a:t>убезпечити державу від князівських міжусобиць</a:t>
          </a:r>
          <a:endParaRPr lang="uk-UA"/>
        </a:p>
      </dgm:t>
    </dgm:pt>
    <dgm:pt modelId="{CFA319BE-A0C3-4E30-B711-BD1AB27D801A}" type="parTrans" cxnId="{D506F09D-9B71-4F22-82F1-E59B876179BE}">
      <dgm:prSet/>
      <dgm:spPr/>
      <dgm:t>
        <a:bodyPr/>
        <a:lstStyle/>
        <a:p>
          <a:endParaRPr lang="uk-UA"/>
        </a:p>
      </dgm:t>
    </dgm:pt>
    <dgm:pt modelId="{F91887CD-BEDB-4F70-8062-C06012430221}" type="sibTrans" cxnId="{D506F09D-9B71-4F22-82F1-E59B876179BE}">
      <dgm:prSet/>
      <dgm:spPr/>
      <dgm:t>
        <a:bodyPr/>
        <a:lstStyle/>
        <a:p>
          <a:endParaRPr lang="uk-UA"/>
        </a:p>
      </dgm:t>
    </dgm:pt>
    <dgm:pt modelId="{736664FB-C060-4DB7-811A-FAD3D7B25B6B}">
      <dgm:prSet/>
      <dgm:spPr/>
      <dgm:t>
        <a:bodyPr/>
        <a:lstStyle/>
        <a:p>
          <a:r>
            <a:rPr lang="ru-RU" b="0" i="0" dirty="0" err="1"/>
            <a:t>запровадити</a:t>
          </a:r>
          <a:r>
            <a:rPr lang="ru-RU" b="0" i="0" dirty="0"/>
            <a:t> </a:t>
          </a:r>
          <a:r>
            <a:rPr lang="ru-RU" b="0" i="0" dirty="0" err="1"/>
            <a:t>станово-представницьку</a:t>
          </a:r>
          <a:r>
            <a:rPr lang="ru-RU" b="0" i="0" dirty="0"/>
            <a:t> </a:t>
          </a:r>
          <a:r>
            <a:rPr lang="ru-RU" b="0" i="0" dirty="0" err="1"/>
            <a:t>монархію</a:t>
          </a:r>
          <a:endParaRPr lang="uk-UA" dirty="0"/>
        </a:p>
      </dgm:t>
    </dgm:pt>
    <dgm:pt modelId="{3D919E4F-944F-4485-A652-60A2C6EC2F65}" type="parTrans" cxnId="{A01BB3FA-C9BC-494B-B4F1-791EFB6F2031}">
      <dgm:prSet/>
      <dgm:spPr/>
      <dgm:t>
        <a:bodyPr/>
        <a:lstStyle/>
        <a:p>
          <a:endParaRPr lang="uk-UA"/>
        </a:p>
      </dgm:t>
    </dgm:pt>
    <dgm:pt modelId="{C86F06F3-C395-4CA5-AE14-2B6975FEE2F5}" type="sibTrans" cxnId="{A01BB3FA-C9BC-494B-B4F1-791EFB6F2031}">
      <dgm:prSet/>
      <dgm:spPr/>
      <dgm:t>
        <a:bodyPr/>
        <a:lstStyle/>
        <a:p>
          <a:endParaRPr lang="uk-UA"/>
        </a:p>
      </dgm:t>
    </dgm:pt>
    <dgm:pt modelId="{66D5C790-FDAB-4040-932A-E64D945D590B}">
      <dgm:prSet/>
      <dgm:spPr/>
      <dgm:t>
        <a:bodyPr/>
        <a:lstStyle/>
        <a:p>
          <a:r>
            <a:rPr lang="ru-RU" b="0" i="0" dirty="0" err="1"/>
            <a:t>упорядкувати</a:t>
          </a:r>
          <a:r>
            <a:rPr lang="ru-RU" b="0" i="0" dirty="0"/>
            <a:t> систему </a:t>
          </a:r>
          <a:r>
            <a:rPr lang="ru-RU" b="0" i="0" dirty="0" err="1"/>
            <a:t>збирання</a:t>
          </a:r>
          <a:r>
            <a:rPr lang="ru-RU" b="0" i="0" dirty="0"/>
            <a:t> </a:t>
          </a:r>
          <a:r>
            <a:rPr lang="ru-RU" b="0" i="0" dirty="0" err="1"/>
            <a:t>данини</a:t>
          </a:r>
          <a:endParaRPr lang="uk-UA" dirty="0"/>
        </a:p>
      </dgm:t>
    </dgm:pt>
    <dgm:pt modelId="{8230C667-B148-411D-8254-1911B45D3F62}" type="parTrans" cxnId="{F77585BC-D070-45FE-8671-162D530FCA03}">
      <dgm:prSet/>
      <dgm:spPr/>
      <dgm:t>
        <a:bodyPr/>
        <a:lstStyle/>
        <a:p>
          <a:endParaRPr lang="uk-UA"/>
        </a:p>
      </dgm:t>
    </dgm:pt>
    <dgm:pt modelId="{5051F343-1AE3-44E4-B248-A2FC2FA8C505}" type="sibTrans" cxnId="{F77585BC-D070-45FE-8671-162D530FCA03}">
      <dgm:prSet/>
      <dgm:spPr/>
      <dgm:t>
        <a:bodyPr/>
        <a:lstStyle/>
        <a:p>
          <a:endParaRPr lang="uk-UA"/>
        </a:p>
      </dgm:t>
    </dgm:pt>
    <dgm:pt modelId="{116AEF77-1B6E-4B47-B119-7738A3804E73}">
      <dgm:prSet/>
      <dgm:spPr/>
      <dgm:t>
        <a:bodyPr/>
        <a:lstStyle/>
        <a:p>
          <a:r>
            <a:rPr lang="ru-RU" b="0" i="0" dirty="0" err="1"/>
            <a:t>ліквідувати</a:t>
          </a:r>
          <a:r>
            <a:rPr lang="ru-RU" b="0" i="0" dirty="0"/>
            <a:t> </a:t>
          </a:r>
          <a:r>
            <a:rPr lang="ru-RU" b="0" i="0" dirty="0" err="1"/>
            <a:t>удільні</a:t>
          </a:r>
          <a:r>
            <a:rPr lang="ru-RU" b="0" i="0" dirty="0"/>
            <a:t> </a:t>
          </a:r>
          <a:r>
            <a:rPr lang="ru-RU" b="0" i="0" dirty="0" err="1"/>
            <a:t>князівства</a:t>
          </a:r>
          <a:endParaRPr lang="uk-UA" dirty="0"/>
        </a:p>
      </dgm:t>
    </dgm:pt>
    <dgm:pt modelId="{C890144B-E59B-4CF6-AC91-B4CC794A4247}" type="parTrans" cxnId="{230B8568-FD9F-4660-AF10-FCC63AAD468D}">
      <dgm:prSet/>
      <dgm:spPr/>
      <dgm:t>
        <a:bodyPr/>
        <a:lstStyle/>
        <a:p>
          <a:endParaRPr lang="uk-UA"/>
        </a:p>
      </dgm:t>
    </dgm:pt>
    <dgm:pt modelId="{34253DBC-051D-4231-B0D1-F0C9C259C5F6}" type="sibTrans" cxnId="{230B8568-FD9F-4660-AF10-FCC63AAD468D}">
      <dgm:prSet/>
      <dgm:spPr/>
      <dgm:t>
        <a:bodyPr/>
        <a:lstStyle/>
        <a:p>
          <a:endParaRPr lang="uk-UA"/>
        </a:p>
      </dgm:t>
    </dgm:pt>
    <dgm:pt modelId="{AE14D0E9-789D-4E3B-80DC-C5292983AD39}" type="pres">
      <dgm:prSet presAssocID="{426A6274-9432-4974-9A6C-641A3ACF1927}" presName="Name0" presStyleCnt="0">
        <dgm:presLayoutVars>
          <dgm:chMax val="7"/>
          <dgm:chPref val="7"/>
          <dgm:dir/>
        </dgm:presLayoutVars>
      </dgm:prSet>
      <dgm:spPr/>
    </dgm:pt>
    <dgm:pt modelId="{FCA1E99E-145F-460F-AF84-87E9E19B0714}" type="pres">
      <dgm:prSet presAssocID="{426A6274-9432-4974-9A6C-641A3ACF1927}" presName="Name1" presStyleCnt="0"/>
      <dgm:spPr/>
    </dgm:pt>
    <dgm:pt modelId="{A4EE872D-1738-4AEB-A7FE-D64F1A0BA114}" type="pres">
      <dgm:prSet presAssocID="{426A6274-9432-4974-9A6C-641A3ACF1927}" presName="cycle" presStyleCnt="0"/>
      <dgm:spPr/>
    </dgm:pt>
    <dgm:pt modelId="{E275F2E5-D4D6-4E1B-A47A-9393A2542F9E}" type="pres">
      <dgm:prSet presAssocID="{426A6274-9432-4974-9A6C-641A3ACF1927}" presName="srcNode" presStyleLbl="node1" presStyleIdx="0" presStyleCnt="4"/>
      <dgm:spPr/>
    </dgm:pt>
    <dgm:pt modelId="{78EC044A-17EB-47A2-8EFB-89AE832CC74C}" type="pres">
      <dgm:prSet presAssocID="{426A6274-9432-4974-9A6C-641A3ACF1927}" presName="conn" presStyleLbl="parChTrans1D2" presStyleIdx="0" presStyleCnt="1"/>
      <dgm:spPr/>
    </dgm:pt>
    <dgm:pt modelId="{22B8851B-DF1D-4A6B-B7F8-0142AD12ADA4}" type="pres">
      <dgm:prSet presAssocID="{426A6274-9432-4974-9A6C-641A3ACF1927}" presName="extraNode" presStyleLbl="node1" presStyleIdx="0" presStyleCnt="4"/>
      <dgm:spPr/>
    </dgm:pt>
    <dgm:pt modelId="{45C36135-714C-472E-BB49-AEF272EE036D}" type="pres">
      <dgm:prSet presAssocID="{426A6274-9432-4974-9A6C-641A3ACF1927}" presName="dstNode" presStyleLbl="node1" presStyleIdx="0" presStyleCnt="4"/>
      <dgm:spPr/>
    </dgm:pt>
    <dgm:pt modelId="{5D002CB9-F285-4622-B13C-52F0A056A372}" type="pres">
      <dgm:prSet presAssocID="{EB98E153-F6F1-46CB-9A2D-A1A781276C70}" presName="text_1" presStyleLbl="node1" presStyleIdx="0" presStyleCnt="4">
        <dgm:presLayoutVars>
          <dgm:bulletEnabled val="1"/>
        </dgm:presLayoutVars>
      </dgm:prSet>
      <dgm:spPr/>
    </dgm:pt>
    <dgm:pt modelId="{0A7804EC-B970-4A4D-BFC6-44B9EB3AD2E6}" type="pres">
      <dgm:prSet presAssocID="{EB98E153-F6F1-46CB-9A2D-A1A781276C70}" presName="accent_1" presStyleCnt="0"/>
      <dgm:spPr/>
    </dgm:pt>
    <dgm:pt modelId="{B75DC440-6CC8-413E-9919-4FBEBE3E84DC}" type="pres">
      <dgm:prSet presAssocID="{EB98E153-F6F1-46CB-9A2D-A1A781276C70}" presName="accentRepeatNode" presStyleLbl="solidFgAcc1" presStyleIdx="0" presStyleCnt="4"/>
      <dgm:spPr/>
    </dgm:pt>
    <dgm:pt modelId="{A7F58809-E8AC-4ACD-9A74-88DE3F592797}" type="pres">
      <dgm:prSet presAssocID="{736664FB-C060-4DB7-811A-FAD3D7B25B6B}" presName="text_2" presStyleLbl="node1" presStyleIdx="1" presStyleCnt="4">
        <dgm:presLayoutVars>
          <dgm:bulletEnabled val="1"/>
        </dgm:presLayoutVars>
      </dgm:prSet>
      <dgm:spPr/>
    </dgm:pt>
    <dgm:pt modelId="{93C31DFB-01A4-4170-A4F4-D024F0A69CBC}" type="pres">
      <dgm:prSet presAssocID="{736664FB-C060-4DB7-811A-FAD3D7B25B6B}" presName="accent_2" presStyleCnt="0"/>
      <dgm:spPr/>
    </dgm:pt>
    <dgm:pt modelId="{7B046C83-82B4-4F3A-9BFD-AEEBA43AF66C}" type="pres">
      <dgm:prSet presAssocID="{736664FB-C060-4DB7-811A-FAD3D7B25B6B}" presName="accentRepeatNode" presStyleLbl="solidFgAcc1" presStyleIdx="1" presStyleCnt="4"/>
      <dgm:spPr/>
    </dgm:pt>
    <dgm:pt modelId="{9BEF4D02-633C-4802-8529-7CAB81E6FD8F}" type="pres">
      <dgm:prSet presAssocID="{66D5C790-FDAB-4040-932A-E64D945D590B}" presName="text_3" presStyleLbl="node1" presStyleIdx="2" presStyleCnt="4">
        <dgm:presLayoutVars>
          <dgm:bulletEnabled val="1"/>
        </dgm:presLayoutVars>
      </dgm:prSet>
      <dgm:spPr/>
    </dgm:pt>
    <dgm:pt modelId="{8BDD6884-C300-456C-80A3-A18892C9166A}" type="pres">
      <dgm:prSet presAssocID="{66D5C790-FDAB-4040-932A-E64D945D590B}" presName="accent_3" presStyleCnt="0"/>
      <dgm:spPr/>
    </dgm:pt>
    <dgm:pt modelId="{2BD48C91-C997-4E04-8174-30C1BBD78CC5}" type="pres">
      <dgm:prSet presAssocID="{66D5C790-FDAB-4040-932A-E64D945D590B}" presName="accentRepeatNode" presStyleLbl="solidFgAcc1" presStyleIdx="2" presStyleCnt="4"/>
      <dgm:spPr/>
    </dgm:pt>
    <dgm:pt modelId="{2F65332D-F85B-41F5-A553-8CA1DDE480DA}" type="pres">
      <dgm:prSet presAssocID="{116AEF77-1B6E-4B47-B119-7738A3804E73}" presName="text_4" presStyleLbl="node1" presStyleIdx="3" presStyleCnt="4">
        <dgm:presLayoutVars>
          <dgm:bulletEnabled val="1"/>
        </dgm:presLayoutVars>
      </dgm:prSet>
      <dgm:spPr/>
    </dgm:pt>
    <dgm:pt modelId="{79C14F47-B067-4C7F-A8B0-36E6CED50639}" type="pres">
      <dgm:prSet presAssocID="{116AEF77-1B6E-4B47-B119-7738A3804E73}" presName="accent_4" presStyleCnt="0"/>
      <dgm:spPr/>
    </dgm:pt>
    <dgm:pt modelId="{8EF89488-E572-48AA-9DDF-645FA80AEE61}" type="pres">
      <dgm:prSet presAssocID="{116AEF77-1B6E-4B47-B119-7738A3804E73}" presName="accentRepeatNode" presStyleLbl="solidFgAcc1" presStyleIdx="3" presStyleCnt="4"/>
      <dgm:spPr/>
    </dgm:pt>
  </dgm:ptLst>
  <dgm:cxnLst>
    <dgm:cxn modelId="{7464B314-B5BF-4C3C-81C9-90BA27C7D366}" type="presOf" srcId="{F91887CD-BEDB-4F70-8062-C06012430221}" destId="{78EC044A-17EB-47A2-8EFB-89AE832CC74C}" srcOrd="0" destOrd="0" presId="urn:microsoft.com/office/officeart/2008/layout/VerticalCurvedList"/>
    <dgm:cxn modelId="{230B8568-FD9F-4660-AF10-FCC63AAD468D}" srcId="{426A6274-9432-4974-9A6C-641A3ACF1927}" destId="{116AEF77-1B6E-4B47-B119-7738A3804E73}" srcOrd="3" destOrd="0" parTransId="{C890144B-E59B-4CF6-AC91-B4CC794A4247}" sibTransId="{34253DBC-051D-4231-B0D1-F0C9C259C5F6}"/>
    <dgm:cxn modelId="{CD25B84C-3E88-4D99-8DE9-F2B1089C775C}" type="presOf" srcId="{736664FB-C060-4DB7-811A-FAD3D7B25B6B}" destId="{A7F58809-E8AC-4ACD-9A74-88DE3F592797}" srcOrd="0" destOrd="0" presId="urn:microsoft.com/office/officeart/2008/layout/VerticalCurvedList"/>
    <dgm:cxn modelId="{B6E94854-CFF6-4419-A05B-A4195CCA8C11}" type="presOf" srcId="{426A6274-9432-4974-9A6C-641A3ACF1927}" destId="{AE14D0E9-789D-4E3B-80DC-C5292983AD39}" srcOrd="0" destOrd="0" presId="urn:microsoft.com/office/officeart/2008/layout/VerticalCurvedList"/>
    <dgm:cxn modelId="{4185A496-3F84-4FF7-9056-95F6EC6EBC7B}" type="presOf" srcId="{EB98E153-F6F1-46CB-9A2D-A1A781276C70}" destId="{5D002CB9-F285-4622-B13C-52F0A056A372}" srcOrd="0" destOrd="0" presId="urn:microsoft.com/office/officeart/2008/layout/VerticalCurvedList"/>
    <dgm:cxn modelId="{D506F09D-9B71-4F22-82F1-E59B876179BE}" srcId="{426A6274-9432-4974-9A6C-641A3ACF1927}" destId="{EB98E153-F6F1-46CB-9A2D-A1A781276C70}" srcOrd="0" destOrd="0" parTransId="{CFA319BE-A0C3-4E30-B711-BD1AB27D801A}" sibTransId="{F91887CD-BEDB-4F70-8062-C06012430221}"/>
    <dgm:cxn modelId="{F77585BC-D070-45FE-8671-162D530FCA03}" srcId="{426A6274-9432-4974-9A6C-641A3ACF1927}" destId="{66D5C790-FDAB-4040-932A-E64D945D590B}" srcOrd="2" destOrd="0" parTransId="{8230C667-B148-411D-8254-1911B45D3F62}" sibTransId="{5051F343-1AE3-44E4-B248-A2FC2FA8C505}"/>
    <dgm:cxn modelId="{A05F27E4-032A-4E99-BDC7-BCF553001FEA}" type="presOf" srcId="{116AEF77-1B6E-4B47-B119-7738A3804E73}" destId="{2F65332D-F85B-41F5-A553-8CA1DDE480DA}" srcOrd="0" destOrd="0" presId="urn:microsoft.com/office/officeart/2008/layout/VerticalCurvedList"/>
    <dgm:cxn modelId="{E9D425E9-49CF-4042-A5DF-D1EE72220514}" type="presOf" srcId="{66D5C790-FDAB-4040-932A-E64D945D590B}" destId="{9BEF4D02-633C-4802-8529-7CAB81E6FD8F}" srcOrd="0" destOrd="0" presId="urn:microsoft.com/office/officeart/2008/layout/VerticalCurvedList"/>
    <dgm:cxn modelId="{A01BB3FA-C9BC-494B-B4F1-791EFB6F2031}" srcId="{426A6274-9432-4974-9A6C-641A3ACF1927}" destId="{736664FB-C060-4DB7-811A-FAD3D7B25B6B}" srcOrd="1" destOrd="0" parTransId="{3D919E4F-944F-4485-A652-60A2C6EC2F65}" sibTransId="{C86F06F3-C395-4CA5-AE14-2B6975FEE2F5}"/>
    <dgm:cxn modelId="{A5308FB0-36D8-407D-8C2E-7BA2FCD131CB}" type="presParOf" srcId="{AE14D0E9-789D-4E3B-80DC-C5292983AD39}" destId="{FCA1E99E-145F-460F-AF84-87E9E19B0714}" srcOrd="0" destOrd="0" presId="urn:microsoft.com/office/officeart/2008/layout/VerticalCurvedList"/>
    <dgm:cxn modelId="{E9090729-730A-4FC4-ABF7-8AE1311A49EA}" type="presParOf" srcId="{FCA1E99E-145F-460F-AF84-87E9E19B0714}" destId="{A4EE872D-1738-4AEB-A7FE-D64F1A0BA114}" srcOrd="0" destOrd="0" presId="urn:microsoft.com/office/officeart/2008/layout/VerticalCurvedList"/>
    <dgm:cxn modelId="{F306E002-05EA-4FF1-8285-01C1BA95DF8A}" type="presParOf" srcId="{A4EE872D-1738-4AEB-A7FE-D64F1A0BA114}" destId="{E275F2E5-D4D6-4E1B-A47A-9393A2542F9E}" srcOrd="0" destOrd="0" presId="urn:microsoft.com/office/officeart/2008/layout/VerticalCurvedList"/>
    <dgm:cxn modelId="{38A50A73-05F8-49DE-B81D-8CC518421A9F}" type="presParOf" srcId="{A4EE872D-1738-4AEB-A7FE-D64F1A0BA114}" destId="{78EC044A-17EB-47A2-8EFB-89AE832CC74C}" srcOrd="1" destOrd="0" presId="urn:microsoft.com/office/officeart/2008/layout/VerticalCurvedList"/>
    <dgm:cxn modelId="{B0877CB6-1901-45B5-9D51-177A66DDAB9A}" type="presParOf" srcId="{A4EE872D-1738-4AEB-A7FE-D64F1A0BA114}" destId="{22B8851B-DF1D-4A6B-B7F8-0142AD12ADA4}" srcOrd="2" destOrd="0" presId="urn:microsoft.com/office/officeart/2008/layout/VerticalCurvedList"/>
    <dgm:cxn modelId="{66B37904-F635-481A-9DC6-F3619D446D26}" type="presParOf" srcId="{A4EE872D-1738-4AEB-A7FE-D64F1A0BA114}" destId="{45C36135-714C-472E-BB49-AEF272EE036D}" srcOrd="3" destOrd="0" presId="urn:microsoft.com/office/officeart/2008/layout/VerticalCurvedList"/>
    <dgm:cxn modelId="{71C07489-3C0F-4195-9722-F7C7CE26ADA3}" type="presParOf" srcId="{FCA1E99E-145F-460F-AF84-87E9E19B0714}" destId="{5D002CB9-F285-4622-B13C-52F0A056A372}" srcOrd="1" destOrd="0" presId="urn:microsoft.com/office/officeart/2008/layout/VerticalCurvedList"/>
    <dgm:cxn modelId="{4BB1A17C-D7D5-49CD-B463-BD626C9F9C87}" type="presParOf" srcId="{FCA1E99E-145F-460F-AF84-87E9E19B0714}" destId="{0A7804EC-B970-4A4D-BFC6-44B9EB3AD2E6}" srcOrd="2" destOrd="0" presId="urn:microsoft.com/office/officeart/2008/layout/VerticalCurvedList"/>
    <dgm:cxn modelId="{FD741B20-540E-41F4-9714-74354C29482F}" type="presParOf" srcId="{0A7804EC-B970-4A4D-BFC6-44B9EB3AD2E6}" destId="{B75DC440-6CC8-413E-9919-4FBEBE3E84DC}" srcOrd="0" destOrd="0" presId="urn:microsoft.com/office/officeart/2008/layout/VerticalCurvedList"/>
    <dgm:cxn modelId="{2E3035AB-5103-4CBB-8231-B18D3C5ACD59}" type="presParOf" srcId="{FCA1E99E-145F-460F-AF84-87E9E19B0714}" destId="{A7F58809-E8AC-4ACD-9A74-88DE3F592797}" srcOrd="3" destOrd="0" presId="urn:microsoft.com/office/officeart/2008/layout/VerticalCurvedList"/>
    <dgm:cxn modelId="{010E4B37-D9FE-4993-890C-75E80FB36BFD}" type="presParOf" srcId="{FCA1E99E-145F-460F-AF84-87E9E19B0714}" destId="{93C31DFB-01A4-4170-A4F4-D024F0A69CBC}" srcOrd="4" destOrd="0" presId="urn:microsoft.com/office/officeart/2008/layout/VerticalCurvedList"/>
    <dgm:cxn modelId="{7C129B85-34B7-4956-A3F2-F0DDF8DAD401}" type="presParOf" srcId="{93C31DFB-01A4-4170-A4F4-D024F0A69CBC}" destId="{7B046C83-82B4-4F3A-9BFD-AEEBA43AF66C}" srcOrd="0" destOrd="0" presId="urn:microsoft.com/office/officeart/2008/layout/VerticalCurvedList"/>
    <dgm:cxn modelId="{6415DB10-DEDE-40A8-A96D-33F2498360AD}" type="presParOf" srcId="{FCA1E99E-145F-460F-AF84-87E9E19B0714}" destId="{9BEF4D02-633C-4802-8529-7CAB81E6FD8F}" srcOrd="5" destOrd="0" presId="urn:microsoft.com/office/officeart/2008/layout/VerticalCurvedList"/>
    <dgm:cxn modelId="{1EC5BBF9-948C-449A-BC12-B573CA652A10}" type="presParOf" srcId="{FCA1E99E-145F-460F-AF84-87E9E19B0714}" destId="{8BDD6884-C300-456C-80A3-A18892C9166A}" srcOrd="6" destOrd="0" presId="urn:microsoft.com/office/officeart/2008/layout/VerticalCurvedList"/>
    <dgm:cxn modelId="{33C39EBF-3A64-416A-84A8-754AFCEF52C8}" type="presParOf" srcId="{8BDD6884-C300-456C-80A3-A18892C9166A}" destId="{2BD48C91-C997-4E04-8174-30C1BBD78CC5}" srcOrd="0" destOrd="0" presId="urn:microsoft.com/office/officeart/2008/layout/VerticalCurvedList"/>
    <dgm:cxn modelId="{A46ED6EC-39F5-4F97-B3E1-E9C5EE5EDBBC}" type="presParOf" srcId="{FCA1E99E-145F-460F-AF84-87E9E19B0714}" destId="{2F65332D-F85B-41F5-A553-8CA1DDE480DA}" srcOrd="7" destOrd="0" presId="urn:microsoft.com/office/officeart/2008/layout/VerticalCurvedList"/>
    <dgm:cxn modelId="{11C94B0A-8B0B-4272-AEEA-7538FC383864}" type="presParOf" srcId="{FCA1E99E-145F-460F-AF84-87E9E19B0714}" destId="{79C14F47-B067-4C7F-A8B0-36E6CED50639}" srcOrd="8" destOrd="0" presId="urn:microsoft.com/office/officeart/2008/layout/VerticalCurvedList"/>
    <dgm:cxn modelId="{7303DF45-7524-4547-BD91-A9639C9D053C}" type="presParOf" srcId="{79C14F47-B067-4C7F-A8B0-36E6CED50639}" destId="{8EF89488-E572-48AA-9DDF-645FA80AEE6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8DD63F98-0101-44C2-B131-B7FECE5FBF6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DC4B193-5F14-4EE4-B2F7-DC284AC85B4C}">
      <dgm:prSet/>
      <dgm:spPr/>
      <dgm:t>
        <a:bodyPr/>
        <a:lstStyle/>
        <a:p>
          <a:r>
            <a:rPr lang="ru-RU" b="0" i="0"/>
            <a:t>визначено стольні міста для княжіння.</a:t>
          </a:r>
          <a:endParaRPr lang="uk-UA"/>
        </a:p>
      </dgm:t>
    </dgm:pt>
    <dgm:pt modelId="{DB0CE5A2-FBD7-4355-8E00-CE99DC79AB29}" type="parTrans" cxnId="{D0F24B79-DDD8-47E7-BEF7-275292B1D8FA}">
      <dgm:prSet/>
      <dgm:spPr/>
      <dgm:t>
        <a:bodyPr/>
        <a:lstStyle/>
        <a:p>
          <a:endParaRPr lang="uk-UA"/>
        </a:p>
      </dgm:t>
    </dgm:pt>
    <dgm:pt modelId="{5D57D4EF-C6BA-41CA-821E-38B5BE300A61}" type="sibTrans" cxnId="{D0F24B79-DDD8-47E7-BEF7-275292B1D8FA}">
      <dgm:prSet/>
      <dgm:spPr/>
      <dgm:t>
        <a:bodyPr/>
        <a:lstStyle/>
        <a:p>
          <a:endParaRPr lang="uk-UA"/>
        </a:p>
      </dgm:t>
    </dgm:pt>
    <dgm:pt modelId="{39A733B7-0814-470A-84AB-6D28C038B9E5}">
      <dgm:prSet/>
      <dgm:spPr/>
      <dgm:t>
        <a:bodyPr/>
        <a:lstStyle/>
        <a:p>
          <a:r>
            <a:rPr lang="ru-RU" b="0" i="0" dirty="0" err="1"/>
            <a:t>започатковано</a:t>
          </a:r>
          <a:r>
            <a:rPr lang="ru-RU" b="0" i="0" dirty="0"/>
            <a:t> </a:t>
          </a:r>
          <a:r>
            <a:rPr lang="ru-RU" b="0" i="0" dirty="0" err="1"/>
            <a:t>традиції</a:t>
          </a:r>
          <a:r>
            <a:rPr lang="ru-RU" b="0" i="0" dirty="0"/>
            <a:t> «</a:t>
          </a:r>
          <a:r>
            <a:rPr lang="ru-RU" b="0" i="0" dirty="0" err="1"/>
            <a:t>шлюбної</a:t>
          </a:r>
          <a:r>
            <a:rPr lang="ru-RU" b="0" i="0" dirty="0"/>
            <a:t> </a:t>
          </a:r>
          <a:r>
            <a:rPr lang="ru-RU" b="0" i="0" dirty="0" err="1"/>
            <a:t>дипломатії</a:t>
          </a:r>
          <a:r>
            <a:rPr lang="ru-RU" b="0" i="0" dirty="0"/>
            <a:t>».</a:t>
          </a:r>
          <a:endParaRPr lang="uk-UA" dirty="0"/>
        </a:p>
      </dgm:t>
    </dgm:pt>
    <dgm:pt modelId="{7285CB51-F662-40B0-9B0F-989A09212E3B}" type="parTrans" cxnId="{4DEEE811-BAEA-4763-A600-70227A11A7EE}">
      <dgm:prSet/>
      <dgm:spPr/>
      <dgm:t>
        <a:bodyPr/>
        <a:lstStyle/>
        <a:p>
          <a:endParaRPr lang="uk-UA"/>
        </a:p>
      </dgm:t>
    </dgm:pt>
    <dgm:pt modelId="{EFE106E1-D6F7-4E22-98D7-EE3BDFE8221E}" type="sibTrans" cxnId="{4DEEE811-BAEA-4763-A600-70227A11A7EE}">
      <dgm:prSet/>
      <dgm:spPr/>
      <dgm:t>
        <a:bodyPr/>
        <a:lstStyle/>
        <a:p>
          <a:endParaRPr lang="uk-UA"/>
        </a:p>
      </dgm:t>
    </dgm:pt>
    <dgm:pt modelId="{04DD6083-B4B4-4335-88C4-FBF68B541CFA}">
      <dgm:prSet/>
      <dgm:spPr/>
      <dgm:t>
        <a:bodyPr/>
        <a:lstStyle/>
        <a:p>
          <a:r>
            <a:rPr lang="ru-RU" b="0" i="0"/>
            <a:t>передано владу над Києвом старшому сину Ізяславу.</a:t>
          </a:r>
          <a:endParaRPr lang="uk-UA"/>
        </a:p>
      </dgm:t>
    </dgm:pt>
    <dgm:pt modelId="{D063BD84-F171-4654-AF27-D82178BEE5B2}" type="parTrans" cxnId="{4A8605E9-F683-449A-AC85-294CC4A9DEC2}">
      <dgm:prSet/>
      <dgm:spPr/>
      <dgm:t>
        <a:bodyPr/>
        <a:lstStyle/>
        <a:p>
          <a:endParaRPr lang="uk-UA"/>
        </a:p>
      </dgm:t>
    </dgm:pt>
    <dgm:pt modelId="{CAA6A10B-7D81-4609-8A58-0A85FDB0BDAB}" type="sibTrans" cxnId="{4A8605E9-F683-449A-AC85-294CC4A9DEC2}">
      <dgm:prSet/>
      <dgm:spPr/>
      <dgm:t>
        <a:bodyPr/>
        <a:lstStyle/>
        <a:p>
          <a:endParaRPr lang="uk-UA"/>
        </a:p>
      </dgm:t>
    </dgm:pt>
    <dgm:pt modelId="{FC85F5C1-6DAD-4841-9F24-1C741B76AD37}">
      <dgm:prSet/>
      <dgm:spPr/>
      <dgm:t>
        <a:bodyPr/>
        <a:lstStyle/>
        <a:p>
          <a:r>
            <a:rPr lang="ru-RU" b="0" i="0" dirty="0" err="1"/>
            <a:t>запроваджено</a:t>
          </a:r>
          <a:r>
            <a:rPr lang="ru-RU" b="0" i="0" dirty="0"/>
            <a:t> принцип </a:t>
          </a:r>
          <a:r>
            <a:rPr lang="ru-RU" b="0" i="0" dirty="0" err="1"/>
            <a:t>отчини</a:t>
          </a:r>
          <a:r>
            <a:rPr lang="ru-RU" b="0" i="0" dirty="0"/>
            <a:t> в </a:t>
          </a:r>
          <a:r>
            <a:rPr lang="ru-RU" b="0" i="0" dirty="0" err="1"/>
            <a:t>успадкуванні</a:t>
          </a:r>
          <a:r>
            <a:rPr lang="ru-RU" b="0" i="0" dirty="0"/>
            <a:t> </a:t>
          </a:r>
          <a:r>
            <a:rPr lang="ru-RU" b="0" i="0" dirty="0" err="1"/>
            <a:t>влади</a:t>
          </a:r>
          <a:r>
            <a:rPr lang="ru-RU" b="0" i="0" dirty="0"/>
            <a:t>.</a:t>
          </a:r>
          <a:endParaRPr lang="uk-UA" dirty="0"/>
        </a:p>
      </dgm:t>
    </dgm:pt>
    <dgm:pt modelId="{DAFA86F9-0907-4198-9E14-85BFEC1B7B21}" type="parTrans" cxnId="{FEDA9862-D497-4D16-89C3-BC0957ADBA31}">
      <dgm:prSet/>
      <dgm:spPr/>
      <dgm:t>
        <a:bodyPr/>
        <a:lstStyle/>
        <a:p>
          <a:endParaRPr lang="uk-UA"/>
        </a:p>
      </dgm:t>
    </dgm:pt>
    <dgm:pt modelId="{81825864-D97D-416A-A2A3-E22CE8514107}" type="sibTrans" cxnId="{FEDA9862-D497-4D16-89C3-BC0957ADBA31}">
      <dgm:prSet/>
      <dgm:spPr/>
      <dgm:t>
        <a:bodyPr/>
        <a:lstStyle/>
        <a:p>
          <a:endParaRPr lang="uk-UA"/>
        </a:p>
      </dgm:t>
    </dgm:pt>
    <dgm:pt modelId="{0FE8FC70-24B1-4D5B-906D-0AA67045B87C}" type="pres">
      <dgm:prSet presAssocID="{8DD63F98-0101-44C2-B131-B7FECE5FBF6A}" presName="linear" presStyleCnt="0">
        <dgm:presLayoutVars>
          <dgm:animLvl val="lvl"/>
          <dgm:resizeHandles val="exact"/>
        </dgm:presLayoutVars>
      </dgm:prSet>
      <dgm:spPr/>
    </dgm:pt>
    <dgm:pt modelId="{B03A01E1-DA1D-49E1-B0DD-D05BE6A672C4}" type="pres">
      <dgm:prSet presAssocID="{9DC4B193-5F14-4EE4-B2F7-DC284AC85B4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4186644-7D5F-48DC-B66B-E1A66BEB3AA1}" type="pres">
      <dgm:prSet presAssocID="{5D57D4EF-C6BA-41CA-821E-38B5BE300A61}" presName="spacer" presStyleCnt="0"/>
      <dgm:spPr/>
    </dgm:pt>
    <dgm:pt modelId="{A1706643-1E21-447C-8532-EF9F25C8369C}" type="pres">
      <dgm:prSet presAssocID="{39A733B7-0814-470A-84AB-6D28C038B9E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F66CA6D-2686-4E1D-A989-1BFB10647E43}" type="pres">
      <dgm:prSet presAssocID="{EFE106E1-D6F7-4E22-98D7-EE3BDFE8221E}" presName="spacer" presStyleCnt="0"/>
      <dgm:spPr/>
    </dgm:pt>
    <dgm:pt modelId="{9A1EF4C0-149E-45B6-82AC-6586EF515DD1}" type="pres">
      <dgm:prSet presAssocID="{04DD6083-B4B4-4335-88C4-FBF68B541CF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A0E9AF1-2CBB-4799-9A89-461A7626A54C}" type="pres">
      <dgm:prSet presAssocID="{CAA6A10B-7D81-4609-8A58-0A85FDB0BDAB}" presName="spacer" presStyleCnt="0"/>
      <dgm:spPr/>
    </dgm:pt>
    <dgm:pt modelId="{4E546D57-D313-44BB-8A9B-977D030B512B}" type="pres">
      <dgm:prSet presAssocID="{FC85F5C1-6DAD-4841-9F24-1C741B76AD3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DEEE811-BAEA-4763-A600-70227A11A7EE}" srcId="{8DD63F98-0101-44C2-B131-B7FECE5FBF6A}" destId="{39A733B7-0814-470A-84AB-6D28C038B9E5}" srcOrd="1" destOrd="0" parTransId="{7285CB51-F662-40B0-9B0F-989A09212E3B}" sibTransId="{EFE106E1-D6F7-4E22-98D7-EE3BDFE8221E}"/>
    <dgm:cxn modelId="{A608CA22-2A10-4841-8C70-239F82DFD798}" type="presOf" srcId="{39A733B7-0814-470A-84AB-6D28C038B9E5}" destId="{A1706643-1E21-447C-8532-EF9F25C8369C}" srcOrd="0" destOrd="0" presId="urn:microsoft.com/office/officeart/2005/8/layout/vList2"/>
    <dgm:cxn modelId="{25250239-FBAB-48A7-8AEB-0391DCF54315}" type="presOf" srcId="{FC85F5C1-6DAD-4841-9F24-1C741B76AD37}" destId="{4E546D57-D313-44BB-8A9B-977D030B512B}" srcOrd="0" destOrd="0" presId="urn:microsoft.com/office/officeart/2005/8/layout/vList2"/>
    <dgm:cxn modelId="{FEDA9862-D497-4D16-89C3-BC0957ADBA31}" srcId="{8DD63F98-0101-44C2-B131-B7FECE5FBF6A}" destId="{FC85F5C1-6DAD-4841-9F24-1C741B76AD37}" srcOrd="3" destOrd="0" parTransId="{DAFA86F9-0907-4198-9E14-85BFEC1B7B21}" sibTransId="{81825864-D97D-416A-A2A3-E22CE8514107}"/>
    <dgm:cxn modelId="{D0F24B79-DDD8-47E7-BEF7-275292B1D8FA}" srcId="{8DD63F98-0101-44C2-B131-B7FECE5FBF6A}" destId="{9DC4B193-5F14-4EE4-B2F7-DC284AC85B4C}" srcOrd="0" destOrd="0" parTransId="{DB0CE5A2-FBD7-4355-8E00-CE99DC79AB29}" sibTransId="{5D57D4EF-C6BA-41CA-821E-38B5BE300A61}"/>
    <dgm:cxn modelId="{A87F3CCC-D968-4E95-88CC-A71BA5F20291}" type="presOf" srcId="{8DD63F98-0101-44C2-B131-B7FECE5FBF6A}" destId="{0FE8FC70-24B1-4D5B-906D-0AA67045B87C}" srcOrd="0" destOrd="0" presId="urn:microsoft.com/office/officeart/2005/8/layout/vList2"/>
    <dgm:cxn modelId="{FF8DF4D1-2ED2-46FD-BBC5-1A9F27FE2D5E}" type="presOf" srcId="{04DD6083-B4B4-4335-88C4-FBF68B541CFA}" destId="{9A1EF4C0-149E-45B6-82AC-6586EF515DD1}" srcOrd="0" destOrd="0" presId="urn:microsoft.com/office/officeart/2005/8/layout/vList2"/>
    <dgm:cxn modelId="{2D4205DB-1A91-4AF7-9C61-726E6862B57B}" type="presOf" srcId="{9DC4B193-5F14-4EE4-B2F7-DC284AC85B4C}" destId="{B03A01E1-DA1D-49E1-B0DD-D05BE6A672C4}" srcOrd="0" destOrd="0" presId="urn:microsoft.com/office/officeart/2005/8/layout/vList2"/>
    <dgm:cxn modelId="{4A8605E9-F683-449A-AC85-294CC4A9DEC2}" srcId="{8DD63F98-0101-44C2-B131-B7FECE5FBF6A}" destId="{04DD6083-B4B4-4335-88C4-FBF68B541CFA}" srcOrd="2" destOrd="0" parTransId="{D063BD84-F171-4654-AF27-D82178BEE5B2}" sibTransId="{CAA6A10B-7D81-4609-8A58-0A85FDB0BDAB}"/>
    <dgm:cxn modelId="{99E93320-8299-4057-ADC3-4677F1DD1AB6}" type="presParOf" srcId="{0FE8FC70-24B1-4D5B-906D-0AA67045B87C}" destId="{B03A01E1-DA1D-49E1-B0DD-D05BE6A672C4}" srcOrd="0" destOrd="0" presId="urn:microsoft.com/office/officeart/2005/8/layout/vList2"/>
    <dgm:cxn modelId="{0B00EC20-90EC-4745-AADC-18DBC128C598}" type="presParOf" srcId="{0FE8FC70-24B1-4D5B-906D-0AA67045B87C}" destId="{E4186644-7D5F-48DC-B66B-E1A66BEB3AA1}" srcOrd="1" destOrd="0" presId="urn:microsoft.com/office/officeart/2005/8/layout/vList2"/>
    <dgm:cxn modelId="{F0F73B55-4A7D-4810-8456-6E875A2A2355}" type="presParOf" srcId="{0FE8FC70-24B1-4D5B-906D-0AA67045B87C}" destId="{A1706643-1E21-447C-8532-EF9F25C8369C}" srcOrd="2" destOrd="0" presId="urn:microsoft.com/office/officeart/2005/8/layout/vList2"/>
    <dgm:cxn modelId="{3311CC76-8CDD-46F2-9726-39442C2E2826}" type="presParOf" srcId="{0FE8FC70-24B1-4D5B-906D-0AA67045B87C}" destId="{DF66CA6D-2686-4E1D-A989-1BFB10647E43}" srcOrd="3" destOrd="0" presId="urn:microsoft.com/office/officeart/2005/8/layout/vList2"/>
    <dgm:cxn modelId="{32BA29B8-087A-451B-8900-CEEDEC17A38D}" type="presParOf" srcId="{0FE8FC70-24B1-4D5B-906D-0AA67045B87C}" destId="{9A1EF4C0-149E-45B6-82AC-6586EF515DD1}" srcOrd="4" destOrd="0" presId="urn:microsoft.com/office/officeart/2005/8/layout/vList2"/>
    <dgm:cxn modelId="{76EDB5E8-394F-420D-A6E8-F278AE043C1C}" type="presParOf" srcId="{0FE8FC70-24B1-4D5B-906D-0AA67045B87C}" destId="{1A0E9AF1-2CBB-4799-9A89-461A7626A54C}" srcOrd="5" destOrd="0" presId="urn:microsoft.com/office/officeart/2005/8/layout/vList2"/>
    <dgm:cxn modelId="{1CC670A1-3EB6-4F68-AB0F-F028E3F6183C}" type="presParOf" srcId="{0FE8FC70-24B1-4D5B-906D-0AA67045B87C}" destId="{4E546D57-D313-44BB-8A9B-977D030B512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8BA4D442-8F17-4400-BEFC-35A146510A6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AED6DB9-65DF-44E5-8FBE-BD23C467BDAD}">
      <dgm:prSet/>
      <dgm:spPr/>
      <dgm:t>
        <a:bodyPr/>
        <a:lstStyle/>
        <a:p>
          <a:r>
            <a:rPr lang="ru-RU" b="0" i="0"/>
            <a:t>встановлено принцип сеньорату в престолонаслідуванні.</a:t>
          </a:r>
          <a:endParaRPr lang="uk-UA"/>
        </a:p>
      </dgm:t>
    </dgm:pt>
    <dgm:pt modelId="{2AFE1FFE-8E9D-4EA6-AD05-05F2857BD0AD}" type="parTrans" cxnId="{EB28C45F-7A96-484D-8CA7-3788C8961397}">
      <dgm:prSet/>
      <dgm:spPr/>
      <dgm:t>
        <a:bodyPr/>
        <a:lstStyle/>
        <a:p>
          <a:endParaRPr lang="uk-UA"/>
        </a:p>
      </dgm:t>
    </dgm:pt>
    <dgm:pt modelId="{04B7D22C-5C53-43E7-84CF-0336861BA3EF}" type="sibTrans" cxnId="{EB28C45F-7A96-484D-8CA7-3788C8961397}">
      <dgm:prSet/>
      <dgm:spPr/>
      <dgm:t>
        <a:bodyPr/>
        <a:lstStyle/>
        <a:p>
          <a:endParaRPr lang="uk-UA"/>
        </a:p>
      </dgm:t>
    </dgm:pt>
    <dgm:pt modelId="{ADE64098-9665-46B5-BFD6-25FFC4A247BF}">
      <dgm:prSet/>
      <dgm:spPr/>
      <dgm:t>
        <a:bodyPr/>
        <a:lstStyle/>
        <a:p>
          <a:r>
            <a:rPr lang="ru-RU" b="0" i="0" dirty="0"/>
            <a:t>заборонено </a:t>
          </a:r>
          <a:r>
            <a:rPr lang="ru-RU" b="0" i="0" dirty="0" err="1"/>
            <a:t>набирати</a:t>
          </a:r>
          <a:r>
            <a:rPr lang="ru-RU" b="0" i="0" dirty="0"/>
            <a:t> на </a:t>
          </a:r>
          <a:r>
            <a:rPr lang="ru-RU" b="0" i="0" dirty="0" err="1"/>
            <a:t>військову</a:t>
          </a:r>
          <a:r>
            <a:rPr lang="ru-RU" b="0" i="0" dirty="0"/>
            <a:t> службу </a:t>
          </a:r>
          <a:r>
            <a:rPr lang="ru-RU" b="0" i="0" dirty="0" err="1"/>
            <a:t>найманців-варягів</a:t>
          </a:r>
          <a:r>
            <a:rPr lang="ru-RU" b="0" i="0" dirty="0"/>
            <a:t>.</a:t>
          </a:r>
          <a:endParaRPr lang="uk-UA" dirty="0"/>
        </a:p>
      </dgm:t>
    </dgm:pt>
    <dgm:pt modelId="{67DC9550-417B-40C4-B0A9-31A0284E0524}" type="parTrans" cxnId="{C122F535-C3B2-49C2-BAA2-9CAD44FEBB34}">
      <dgm:prSet/>
      <dgm:spPr/>
      <dgm:t>
        <a:bodyPr/>
        <a:lstStyle/>
        <a:p>
          <a:endParaRPr lang="uk-UA"/>
        </a:p>
      </dgm:t>
    </dgm:pt>
    <dgm:pt modelId="{B8B8EBDE-F00E-4576-9688-FF9973E91055}" type="sibTrans" cxnId="{C122F535-C3B2-49C2-BAA2-9CAD44FEBB34}">
      <dgm:prSet/>
      <dgm:spPr/>
      <dgm:t>
        <a:bodyPr/>
        <a:lstStyle/>
        <a:p>
          <a:endParaRPr lang="uk-UA"/>
        </a:p>
      </dgm:t>
    </dgm:pt>
    <dgm:pt modelId="{64419DB9-F528-4CA4-9F8A-E76767C8F17A}">
      <dgm:prSet/>
      <dgm:spPr/>
      <dgm:t>
        <a:bodyPr/>
        <a:lstStyle/>
        <a:p>
          <a:r>
            <a:rPr lang="ru-RU" b="0" i="0" dirty="0" err="1"/>
            <a:t>утверджено</a:t>
          </a:r>
          <a:r>
            <a:rPr lang="ru-RU" b="0" i="0" dirty="0"/>
            <a:t> </a:t>
          </a:r>
          <a:r>
            <a:rPr lang="ru-RU" b="0" i="0" dirty="0" err="1"/>
            <a:t>владу</a:t>
          </a:r>
          <a:r>
            <a:rPr lang="ru-RU" b="0" i="0" dirty="0"/>
            <a:t> великого князя </a:t>
          </a:r>
          <a:r>
            <a:rPr lang="ru-RU" b="0" i="0" dirty="0" err="1"/>
            <a:t>київського</a:t>
          </a:r>
          <a:r>
            <a:rPr lang="ru-RU" b="0" i="0" dirty="0"/>
            <a:t> в </a:t>
          </a:r>
          <a:r>
            <a:rPr lang="ru-RU" b="0" i="0" dirty="0" err="1"/>
            <a:t>племінних</a:t>
          </a:r>
          <a:r>
            <a:rPr lang="ru-RU" b="0" i="0" dirty="0"/>
            <a:t> </a:t>
          </a:r>
          <a:r>
            <a:rPr lang="ru-RU" b="0" i="0" dirty="0" err="1"/>
            <a:t>князівствах</a:t>
          </a:r>
          <a:r>
            <a:rPr lang="ru-RU" b="0" i="0" dirty="0"/>
            <a:t>.</a:t>
          </a:r>
          <a:endParaRPr lang="uk-UA" dirty="0"/>
        </a:p>
      </dgm:t>
    </dgm:pt>
    <dgm:pt modelId="{75A52155-D639-416F-B93C-2CB853EDF803}" type="parTrans" cxnId="{7BD9E1D4-82D6-414B-BA24-FB67FA38371D}">
      <dgm:prSet/>
      <dgm:spPr/>
      <dgm:t>
        <a:bodyPr/>
        <a:lstStyle/>
        <a:p>
          <a:endParaRPr lang="uk-UA"/>
        </a:p>
      </dgm:t>
    </dgm:pt>
    <dgm:pt modelId="{3A39DC0A-7800-45D6-AF3B-C483D8F1B35E}" type="sibTrans" cxnId="{7BD9E1D4-82D6-414B-BA24-FB67FA38371D}">
      <dgm:prSet/>
      <dgm:spPr/>
      <dgm:t>
        <a:bodyPr/>
        <a:lstStyle/>
        <a:p>
          <a:endParaRPr lang="uk-UA"/>
        </a:p>
      </dgm:t>
    </dgm:pt>
    <dgm:pt modelId="{FB00472D-CCE4-4A2F-8352-1DD3E60CF37F}" type="pres">
      <dgm:prSet presAssocID="{8BA4D442-8F17-4400-BEFC-35A146510A6E}" presName="linear" presStyleCnt="0">
        <dgm:presLayoutVars>
          <dgm:animLvl val="lvl"/>
          <dgm:resizeHandles val="exact"/>
        </dgm:presLayoutVars>
      </dgm:prSet>
      <dgm:spPr/>
    </dgm:pt>
    <dgm:pt modelId="{BF4DD331-583F-4BE2-9253-0872EEE924B1}" type="pres">
      <dgm:prSet presAssocID="{2AED6DB9-65DF-44E5-8FBE-BD23C467BDA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292CE36-43AA-4F18-B9AA-8C0D1764B067}" type="pres">
      <dgm:prSet presAssocID="{04B7D22C-5C53-43E7-84CF-0336861BA3EF}" presName="spacer" presStyleCnt="0"/>
      <dgm:spPr/>
    </dgm:pt>
    <dgm:pt modelId="{08B598E3-B36F-465C-AAAE-5C01DC0FA953}" type="pres">
      <dgm:prSet presAssocID="{ADE64098-9665-46B5-BFD6-25FFC4A247B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4031AE9-3756-4238-A04A-DCC5FD717F79}" type="pres">
      <dgm:prSet presAssocID="{B8B8EBDE-F00E-4576-9688-FF9973E91055}" presName="spacer" presStyleCnt="0"/>
      <dgm:spPr/>
    </dgm:pt>
    <dgm:pt modelId="{4A1F7769-6914-4EB2-8A89-4DDCC71E3416}" type="pres">
      <dgm:prSet presAssocID="{64419DB9-F528-4CA4-9F8A-E76767C8F17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FB60902-4E27-41D3-8564-E5B5BF65485B}" type="presOf" srcId="{64419DB9-F528-4CA4-9F8A-E76767C8F17A}" destId="{4A1F7769-6914-4EB2-8A89-4DDCC71E3416}" srcOrd="0" destOrd="0" presId="urn:microsoft.com/office/officeart/2005/8/layout/vList2"/>
    <dgm:cxn modelId="{C122F535-C3B2-49C2-BAA2-9CAD44FEBB34}" srcId="{8BA4D442-8F17-4400-BEFC-35A146510A6E}" destId="{ADE64098-9665-46B5-BFD6-25FFC4A247BF}" srcOrd="1" destOrd="0" parTransId="{67DC9550-417B-40C4-B0A9-31A0284E0524}" sibTransId="{B8B8EBDE-F00E-4576-9688-FF9973E91055}"/>
    <dgm:cxn modelId="{EB28C45F-7A96-484D-8CA7-3788C8961397}" srcId="{8BA4D442-8F17-4400-BEFC-35A146510A6E}" destId="{2AED6DB9-65DF-44E5-8FBE-BD23C467BDAD}" srcOrd="0" destOrd="0" parTransId="{2AFE1FFE-8E9D-4EA6-AD05-05F2857BD0AD}" sibTransId="{04B7D22C-5C53-43E7-84CF-0336861BA3EF}"/>
    <dgm:cxn modelId="{69571C6A-EF76-4F85-8BC4-FFB4729B9C41}" type="presOf" srcId="{8BA4D442-8F17-4400-BEFC-35A146510A6E}" destId="{FB00472D-CCE4-4A2F-8352-1DD3E60CF37F}" srcOrd="0" destOrd="0" presId="urn:microsoft.com/office/officeart/2005/8/layout/vList2"/>
    <dgm:cxn modelId="{0F765F83-D46B-49E0-900D-557A67BB1132}" type="presOf" srcId="{2AED6DB9-65DF-44E5-8FBE-BD23C467BDAD}" destId="{BF4DD331-583F-4BE2-9253-0872EEE924B1}" srcOrd="0" destOrd="0" presId="urn:microsoft.com/office/officeart/2005/8/layout/vList2"/>
    <dgm:cxn modelId="{72B73D8B-438F-4196-A76C-A625DAA4E6DD}" type="presOf" srcId="{ADE64098-9665-46B5-BFD6-25FFC4A247BF}" destId="{08B598E3-B36F-465C-AAAE-5C01DC0FA953}" srcOrd="0" destOrd="0" presId="urn:microsoft.com/office/officeart/2005/8/layout/vList2"/>
    <dgm:cxn modelId="{7BD9E1D4-82D6-414B-BA24-FB67FA38371D}" srcId="{8BA4D442-8F17-4400-BEFC-35A146510A6E}" destId="{64419DB9-F528-4CA4-9F8A-E76767C8F17A}" srcOrd="2" destOrd="0" parTransId="{75A52155-D639-416F-B93C-2CB853EDF803}" sibTransId="{3A39DC0A-7800-45D6-AF3B-C483D8F1B35E}"/>
    <dgm:cxn modelId="{A3FF6FF2-D58C-4766-9284-0DD53FB07A59}" type="presParOf" srcId="{FB00472D-CCE4-4A2F-8352-1DD3E60CF37F}" destId="{BF4DD331-583F-4BE2-9253-0872EEE924B1}" srcOrd="0" destOrd="0" presId="urn:microsoft.com/office/officeart/2005/8/layout/vList2"/>
    <dgm:cxn modelId="{D3629932-2FC6-4266-934D-B91E8FBB18B0}" type="presParOf" srcId="{FB00472D-CCE4-4A2F-8352-1DD3E60CF37F}" destId="{7292CE36-43AA-4F18-B9AA-8C0D1764B067}" srcOrd="1" destOrd="0" presId="urn:microsoft.com/office/officeart/2005/8/layout/vList2"/>
    <dgm:cxn modelId="{E14476CA-433C-45C1-A052-498675397AE5}" type="presParOf" srcId="{FB00472D-CCE4-4A2F-8352-1DD3E60CF37F}" destId="{08B598E3-B36F-465C-AAAE-5C01DC0FA953}" srcOrd="2" destOrd="0" presId="urn:microsoft.com/office/officeart/2005/8/layout/vList2"/>
    <dgm:cxn modelId="{DBF16445-A4AE-4177-AFC1-260B641766A1}" type="presParOf" srcId="{FB00472D-CCE4-4A2F-8352-1DD3E60CF37F}" destId="{B4031AE9-3756-4238-A04A-DCC5FD717F79}" srcOrd="3" destOrd="0" presId="urn:microsoft.com/office/officeart/2005/8/layout/vList2"/>
    <dgm:cxn modelId="{A317D444-028C-4E26-906E-AB12C9D39DDC}" type="presParOf" srcId="{FB00472D-CCE4-4A2F-8352-1DD3E60CF37F}" destId="{4A1F7769-6914-4EB2-8A89-4DDCC71E341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D74AA398-0D53-4A0F-B532-9F4CA00F0D2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50C9616-09A9-4A2E-8A96-ED9716F09BAE}">
      <dgm:prSet/>
      <dgm:spPr/>
      <dgm:t>
        <a:bodyPr/>
        <a:lstStyle/>
        <a:p>
          <a:r>
            <a:rPr lang="ru-RU" b="0" i="0"/>
            <a:t>Ізяслав.</a:t>
          </a:r>
          <a:endParaRPr lang="uk-UA"/>
        </a:p>
      </dgm:t>
    </dgm:pt>
    <dgm:pt modelId="{AE684966-8986-45CF-BC85-80FBBEDC5FE5}" type="parTrans" cxnId="{65081A1D-FCC2-4220-9962-0FEB9496ECDD}">
      <dgm:prSet/>
      <dgm:spPr/>
      <dgm:t>
        <a:bodyPr/>
        <a:lstStyle/>
        <a:p>
          <a:endParaRPr lang="uk-UA"/>
        </a:p>
      </dgm:t>
    </dgm:pt>
    <dgm:pt modelId="{0A75E799-3410-40C5-A036-918E8F3577EB}" type="sibTrans" cxnId="{65081A1D-FCC2-4220-9962-0FEB9496ECDD}">
      <dgm:prSet/>
      <dgm:spPr/>
      <dgm:t>
        <a:bodyPr/>
        <a:lstStyle/>
        <a:p>
          <a:endParaRPr lang="uk-UA"/>
        </a:p>
      </dgm:t>
    </dgm:pt>
    <dgm:pt modelId="{5E93E6EE-9482-4BC0-8E12-678583C7457E}">
      <dgm:prSet/>
      <dgm:spPr/>
      <dgm:t>
        <a:bodyPr/>
        <a:lstStyle/>
        <a:p>
          <a:r>
            <a:rPr lang="ru-RU" b="0" i="0"/>
            <a:t>Мстислав.</a:t>
          </a:r>
          <a:endParaRPr lang="uk-UA"/>
        </a:p>
      </dgm:t>
    </dgm:pt>
    <dgm:pt modelId="{2756F938-2FE0-4944-8F49-357E868CDCB6}" type="parTrans" cxnId="{644AE7A5-6515-4A3C-85B9-6181304E1B8A}">
      <dgm:prSet/>
      <dgm:spPr/>
      <dgm:t>
        <a:bodyPr/>
        <a:lstStyle/>
        <a:p>
          <a:endParaRPr lang="uk-UA"/>
        </a:p>
      </dgm:t>
    </dgm:pt>
    <dgm:pt modelId="{F2CA695C-47E3-4BD7-8DD8-6800A32358D0}" type="sibTrans" cxnId="{644AE7A5-6515-4A3C-85B9-6181304E1B8A}">
      <dgm:prSet/>
      <dgm:spPr/>
      <dgm:t>
        <a:bodyPr/>
        <a:lstStyle/>
        <a:p>
          <a:endParaRPr lang="uk-UA"/>
        </a:p>
      </dgm:t>
    </dgm:pt>
    <dgm:pt modelId="{42CF7F80-37BC-41B3-946A-4E400D36C253}">
      <dgm:prSet/>
      <dgm:spPr/>
      <dgm:t>
        <a:bodyPr/>
        <a:lstStyle/>
        <a:p>
          <a:r>
            <a:rPr lang="ru-RU" b="0" i="0"/>
            <a:t>Роман.</a:t>
          </a:r>
          <a:endParaRPr lang="uk-UA"/>
        </a:p>
      </dgm:t>
    </dgm:pt>
    <dgm:pt modelId="{34AC5CCB-3519-402A-A99E-211055D368D9}" type="parTrans" cxnId="{1FB58BF9-9DFA-4E45-9DEF-C4363B0F92D5}">
      <dgm:prSet/>
      <dgm:spPr/>
      <dgm:t>
        <a:bodyPr/>
        <a:lstStyle/>
        <a:p>
          <a:endParaRPr lang="uk-UA"/>
        </a:p>
      </dgm:t>
    </dgm:pt>
    <dgm:pt modelId="{07C96CE7-560E-4541-8429-259E103E8E53}" type="sibTrans" cxnId="{1FB58BF9-9DFA-4E45-9DEF-C4363B0F92D5}">
      <dgm:prSet/>
      <dgm:spPr/>
      <dgm:t>
        <a:bodyPr/>
        <a:lstStyle/>
        <a:p>
          <a:endParaRPr lang="uk-UA"/>
        </a:p>
      </dgm:t>
    </dgm:pt>
    <dgm:pt modelId="{E29B0FE8-5464-4080-9136-24D6DFA46F13}">
      <dgm:prSet/>
      <dgm:spPr/>
      <dgm:t>
        <a:bodyPr/>
        <a:lstStyle/>
        <a:p>
          <a:r>
            <a:rPr lang="ru-RU" b="0" i="0" dirty="0"/>
            <a:t>Святослав.</a:t>
          </a:r>
          <a:endParaRPr lang="uk-UA" dirty="0"/>
        </a:p>
      </dgm:t>
    </dgm:pt>
    <dgm:pt modelId="{68ADACA0-CE73-43AC-8811-FFF93E4AB384}" type="parTrans" cxnId="{62486143-1530-4EAE-9A58-781980EFD67A}">
      <dgm:prSet/>
      <dgm:spPr/>
      <dgm:t>
        <a:bodyPr/>
        <a:lstStyle/>
        <a:p>
          <a:endParaRPr lang="uk-UA"/>
        </a:p>
      </dgm:t>
    </dgm:pt>
    <dgm:pt modelId="{0C6B9805-3A20-42C6-A075-6D621EE4C7B6}" type="sibTrans" cxnId="{62486143-1530-4EAE-9A58-781980EFD67A}">
      <dgm:prSet/>
      <dgm:spPr/>
      <dgm:t>
        <a:bodyPr/>
        <a:lstStyle/>
        <a:p>
          <a:endParaRPr lang="uk-UA"/>
        </a:p>
      </dgm:t>
    </dgm:pt>
    <dgm:pt modelId="{3750065F-E979-4AF3-8609-30CAC37BBE98}">
      <dgm:prSet/>
      <dgm:spPr/>
      <dgm:t>
        <a:bodyPr/>
        <a:lstStyle/>
        <a:p>
          <a:r>
            <a:rPr lang="ru-RU" b="0" i="0"/>
            <a:t>Данило.</a:t>
          </a:r>
          <a:endParaRPr lang="uk-UA"/>
        </a:p>
      </dgm:t>
    </dgm:pt>
    <dgm:pt modelId="{83276B1A-D088-4F4A-B4D8-BEA1DEF1E893}" type="parTrans" cxnId="{CAFB8C53-134E-4B00-AB47-4F1409E2AC1C}">
      <dgm:prSet/>
      <dgm:spPr/>
      <dgm:t>
        <a:bodyPr/>
        <a:lstStyle/>
        <a:p>
          <a:endParaRPr lang="uk-UA"/>
        </a:p>
      </dgm:t>
    </dgm:pt>
    <dgm:pt modelId="{8B59196E-2A6A-4C59-ABFC-A541E4EE0B66}" type="sibTrans" cxnId="{CAFB8C53-134E-4B00-AB47-4F1409E2AC1C}">
      <dgm:prSet/>
      <dgm:spPr/>
      <dgm:t>
        <a:bodyPr/>
        <a:lstStyle/>
        <a:p>
          <a:endParaRPr lang="uk-UA"/>
        </a:p>
      </dgm:t>
    </dgm:pt>
    <dgm:pt modelId="{AAEEFB46-A532-450F-84F3-7842D53B420E}">
      <dgm:prSet/>
      <dgm:spPr/>
      <dgm:t>
        <a:bodyPr/>
        <a:lstStyle/>
        <a:p>
          <a:r>
            <a:rPr lang="ru-RU" b="0" i="0"/>
            <a:t>Всеволод.</a:t>
          </a:r>
          <a:endParaRPr lang="uk-UA"/>
        </a:p>
      </dgm:t>
    </dgm:pt>
    <dgm:pt modelId="{F509EE3E-D336-4928-B26D-56CCA3A17DA2}" type="parTrans" cxnId="{B745B0CC-D0CC-477E-BCAE-5F6FCC307706}">
      <dgm:prSet/>
      <dgm:spPr/>
      <dgm:t>
        <a:bodyPr/>
        <a:lstStyle/>
        <a:p>
          <a:endParaRPr lang="uk-UA"/>
        </a:p>
      </dgm:t>
    </dgm:pt>
    <dgm:pt modelId="{F9DBF554-FD59-4F04-930A-0AAA153640B1}" type="sibTrans" cxnId="{B745B0CC-D0CC-477E-BCAE-5F6FCC307706}">
      <dgm:prSet/>
      <dgm:spPr/>
      <dgm:t>
        <a:bodyPr/>
        <a:lstStyle/>
        <a:p>
          <a:endParaRPr lang="uk-UA"/>
        </a:p>
      </dgm:t>
    </dgm:pt>
    <dgm:pt modelId="{377BABC8-B7B7-4FA4-BC84-90FD2BDAEB13}">
      <dgm:prSet/>
      <dgm:spPr/>
      <dgm:t>
        <a:bodyPr/>
        <a:lstStyle/>
        <a:p>
          <a:r>
            <a:rPr lang="ru-RU" b="0" i="0" dirty="0" err="1"/>
            <a:t>Володимир</a:t>
          </a:r>
          <a:r>
            <a:rPr lang="ru-RU" b="0" i="0" dirty="0"/>
            <a:t>.</a:t>
          </a:r>
          <a:endParaRPr lang="uk-UA" dirty="0"/>
        </a:p>
      </dgm:t>
    </dgm:pt>
    <dgm:pt modelId="{9FB31529-25E5-48BC-8D56-CA982EBD41B6}" type="parTrans" cxnId="{116FB7C0-706F-45F8-B0A5-A0F8B136D818}">
      <dgm:prSet/>
      <dgm:spPr/>
      <dgm:t>
        <a:bodyPr/>
        <a:lstStyle/>
        <a:p>
          <a:endParaRPr lang="uk-UA"/>
        </a:p>
      </dgm:t>
    </dgm:pt>
    <dgm:pt modelId="{21DBBEA1-7A15-4D09-BAC2-3B8039AE07EE}" type="sibTrans" cxnId="{116FB7C0-706F-45F8-B0A5-A0F8B136D818}">
      <dgm:prSet/>
      <dgm:spPr/>
      <dgm:t>
        <a:bodyPr/>
        <a:lstStyle/>
        <a:p>
          <a:endParaRPr lang="uk-UA"/>
        </a:p>
      </dgm:t>
    </dgm:pt>
    <dgm:pt modelId="{C1D48CCC-DB72-4FC7-B479-822ED0105FA8}" type="pres">
      <dgm:prSet presAssocID="{D74AA398-0D53-4A0F-B532-9F4CA00F0D27}" presName="vert0" presStyleCnt="0">
        <dgm:presLayoutVars>
          <dgm:dir/>
          <dgm:animOne val="branch"/>
          <dgm:animLvl val="lvl"/>
        </dgm:presLayoutVars>
      </dgm:prSet>
      <dgm:spPr/>
    </dgm:pt>
    <dgm:pt modelId="{9B9B7451-5CBA-4592-A7E4-9447E2BBB3F0}" type="pres">
      <dgm:prSet presAssocID="{750C9616-09A9-4A2E-8A96-ED9716F09BAE}" presName="thickLine" presStyleLbl="alignNode1" presStyleIdx="0" presStyleCnt="7"/>
      <dgm:spPr/>
    </dgm:pt>
    <dgm:pt modelId="{C24BAA97-23A4-42BC-ACE1-03EED90C2087}" type="pres">
      <dgm:prSet presAssocID="{750C9616-09A9-4A2E-8A96-ED9716F09BAE}" presName="horz1" presStyleCnt="0"/>
      <dgm:spPr/>
    </dgm:pt>
    <dgm:pt modelId="{8374DF13-1C58-4379-A8D3-A389D2079D6A}" type="pres">
      <dgm:prSet presAssocID="{750C9616-09A9-4A2E-8A96-ED9716F09BAE}" presName="tx1" presStyleLbl="revTx" presStyleIdx="0" presStyleCnt="7"/>
      <dgm:spPr/>
    </dgm:pt>
    <dgm:pt modelId="{4ADAC850-23A2-4819-981C-80F157CC14C7}" type="pres">
      <dgm:prSet presAssocID="{750C9616-09A9-4A2E-8A96-ED9716F09BAE}" presName="vert1" presStyleCnt="0"/>
      <dgm:spPr/>
    </dgm:pt>
    <dgm:pt modelId="{9F70F4DA-C733-4ACA-9AB7-7587C0993C1C}" type="pres">
      <dgm:prSet presAssocID="{5E93E6EE-9482-4BC0-8E12-678583C7457E}" presName="thickLine" presStyleLbl="alignNode1" presStyleIdx="1" presStyleCnt="7"/>
      <dgm:spPr/>
    </dgm:pt>
    <dgm:pt modelId="{6E0BF057-96B0-4B0B-88B7-555673D93FA1}" type="pres">
      <dgm:prSet presAssocID="{5E93E6EE-9482-4BC0-8E12-678583C7457E}" presName="horz1" presStyleCnt="0"/>
      <dgm:spPr/>
    </dgm:pt>
    <dgm:pt modelId="{7F7D11A6-2130-4930-829F-AF9953D523C1}" type="pres">
      <dgm:prSet presAssocID="{5E93E6EE-9482-4BC0-8E12-678583C7457E}" presName="tx1" presStyleLbl="revTx" presStyleIdx="1" presStyleCnt="7"/>
      <dgm:spPr/>
    </dgm:pt>
    <dgm:pt modelId="{D6AB0EF0-1A2E-4D9E-9F5D-F2290DD8240F}" type="pres">
      <dgm:prSet presAssocID="{5E93E6EE-9482-4BC0-8E12-678583C7457E}" presName="vert1" presStyleCnt="0"/>
      <dgm:spPr/>
    </dgm:pt>
    <dgm:pt modelId="{CB063557-0EF4-44B2-A8DC-207096F4515E}" type="pres">
      <dgm:prSet presAssocID="{42CF7F80-37BC-41B3-946A-4E400D36C253}" presName="thickLine" presStyleLbl="alignNode1" presStyleIdx="2" presStyleCnt="7"/>
      <dgm:spPr/>
    </dgm:pt>
    <dgm:pt modelId="{9EB7EEEB-9025-4118-A8AF-9A14EB6F9127}" type="pres">
      <dgm:prSet presAssocID="{42CF7F80-37BC-41B3-946A-4E400D36C253}" presName="horz1" presStyleCnt="0"/>
      <dgm:spPr/>
    </dgm:pt>
    <dgm:pt modelId="{42ED50FF-38C1-46C0-A1F0-72A52CA37D61}" type="pres">
      <dgm:prSet presAssocID="{42CF7F80-37BC-41B3-946A-4E400D36C253}" presName="tx1" presStyleLbl="revTx" presStyleIdx="2" presStyleCnt="7"/>
      <dgm:spPr/>
    </dgm:pt>
    <dgm:pt modelId="{C486C2A7-6EA6-4761-AF3A-ACBBF27B6C82}" type="pres">
      <dgm:prSet presAssocID="{42CF7F80-37BC-41B3-946A-4E400D36C253}" presName="vert1" presStyleCnt="0"/>
      <dgm:spPr/>
    </dgm:pt>
    <dgm:pt modelId="{46A7D4E0-7355-471C-8072-4E5C9E9DD09E}" type="pres">
      <dgm:prSet presAssocID="{E29B0FE8-5464-4080-9136-24D6DFA46F13}" presName="thickLine" presStyleLbl="alignNode1" presStyleIdx="3" presStyleCnt="7"/>
      <dgm:spPr/>
    </dgm:pt>
    <dgm:pt modelId="{B1A2DAC2-CD9A-4FCB-9C83-B2AFE124183D}" type="pres">
      <dgm:prSet presAssocID="{E29B0FE8-5464-4080-9136-24D6DFA46F13}" presName="horz1" presStyleCnt="0"/>
      <dgm:spPr/>
    </dgm:pt>
    <dgm:pt modelId="{60B71A33-C54D-4CC5-B5E9-BAC0D307EA44}" type="pres">
      <dgm:prSet presAssocID="{E29B0FE8-5464-4080-9136-24D6DFA46F13}" presName="tx1" presStyleLbl="revTx" presStyleIdx="3" presStyleCnt="7"/>
      <dgm:spPr/>
    </dgm:pt>
    <dgm:pt modelId="{8631CC1A-CC22-4FD7-AFB3-86D57B0191D8}" type="pres">
      <dgm:prSet presAssocID="{E29B0FE8-5464-4080-9136-24D6DFA46F13}" presName="vert1" presStyleCnt="0"/>
      <dgm:spPr/>
    </dgm:pt>
    <dgm:pt modelId="{25EF14E4-DBD7-41AC-A612-1402C1F83C5A}" type="pres">
      <dgm:prSet presAssocID="{3750065F-E979-4AF3-8609-30CAC37BBE98}" presName="thickLine" presStyleLbl="alignNode1" presStyleIdx="4" presStyleCnt="7"/>
      <dgm:spPr/>
    </dgm:pt>
    <dgm:pt modelId="{ECBC8B3F-482D-4936-985A-D776CDB18DF0}" type="pres">
      <dgm:prSet presAssocID="{3750065F-E979-4AF3-8609-30CAC37BBE98}" presName="horz1" presStyleCnt="0"/>
      <dgm:spPr/>
    </dgm:pt>
    <dgm:pt modelId="{FC7BE635-7BC7-4420-B96D-00BE9580B80F}" type="pres">
      <dgm:prSet presAssocID="{3750065F-E979-4AF3-8609-30CAC37BBE98}" presName="tx1" presStyleLbl="revTx" presStyleIdx="4" presStyleCnt="7"/>
      <dgm:spPr/>
    </dgm:pt>
    <dgm:pt modelId="{0935B107-0EF1-4417-A05B-5627B5601F54}" type="pres">
      <dgm:prSet presAssocID="{3750065F-E979-4AF3-8609-30CAC37BBE98}" presName="vert1" presStyleCnt="0"/>
      <dgm:spPr/>
    </dgm:pt>
    <dgm:pt modelId="{993509F8-120C-48FF-ADE7-2A5C2ABD22A7}" type="pres">
      <dgm:prSet presAssocID="{AAEEFB46-A532-450F-84F3-7842D53B420E}" presName="thickLine" presStyleLbl="alignNode1" presStyleIdx="5" presStyleCnt="7"/>
      <dgm:spPr/>
    </dgm:pt>
    <dgm:pt modelId="{11BCAF5C-C9E9-4793-AF47-3BD4E46C0393}" type="pres">
      <dgm:prSet presAssocID="{AAEEFB46-A532-450F-84F3-7842D53B420E}" presName="horz1" presStyleCnt="0"/>
      <dgm:spPr/>
    </dgm:pt>
    <dgm:pt modelId="{E8E9AD89-BAE9-401E-888C-DA1E8B70FB6E}" type="pres">
      <dgm:prSet presAssocID="{AAEEFB46-A532-450F-84F3-7842D53B420E}" presName="tx1" presStyleLbl="revTx" presStyleIdx="5" presStyleCnt="7"/>
      <dgm:spPr/>
    </dgm:pt>
    <dgm:pt modelId="{F7505A75-4FD6-4187-831B-6E786B04851D}" type="pres">
      <dgm:prSet presAssocID="{AAEEFB46-A532-450F-84F3-7842D53B420E}" presName="vert1" presStyleCnt="0"/>
      <dgm:spPr/>
    </dgm:pt>
    <dgm:pt modelId="{120B34A7-EE9B-4B09-9327-700BC438564B}" type="pres">
      <dgm:prSet presAssocID="{377BABC8-B7B7-4FA4-BC84-90FD2BDAEB13}" presName="thickLine" presStyleLbl="alignNode1" presStyleIdx="6" presStyleCnt="7"/>
      <dgm:spPr/>
    </dgm:pt>
    <dgm:pt modelId="{D01DBD8B-D66D-4B97-A60B-F3FD76D25BB7}" type="pres">
      <dgm:prSet presAssocID="{377BABC8-B7B7-4FA4-BC84-90FD2BDAEB13}" presName="horz1" presStyleCnt="0"/>
      <dgm:spPr/>
    </dgm:pt>
    <dgm:pt modelId="{EC71577C-5E3A-4687-89B2-8FB50DDDA036}" type="pres">
      <dgm:prSet presAssocID="{377BABC8-B7B7-4FA4-BC84-90FD2BDAEB13}" presName="tx1" presStyleLbl="revTx" presStyleIdx="6" presStyleCnt="7"/>
      <dgm:spPr/>
    </dgm:pt>
    <dgm:pt modelId="{4A11EEEF-1345-42EC-83B9-3CF72A00204F}" type="pres">
      <dgm:prSet presAssocID="{377BABC8-B7B7-4FA4-BC84-90FD2BDAEB13}" presName="vert1" presStyleCnt="0"/>
      <dgm:spPr/>
    </dgm:pt>
  </dgm:ptLst>
  <dgm:cxnLst>
    <dgm:cxn modelId="{21F4A515-EB00-4E26-AA2F-F0049F69187D}" type="presOf" srcId="{5E93E6EE-9482-4BC0-8E12-678583C7457E}" destId="{7F7D11A6-2130-4930-829F-AF9953D523C1}" srcOrd="0" destOrd="0" presId="urn:microsoft.com/office/officeart/2008/layout/LinedList"/>
    <dgm:cxn modelId="{65081A1D-FCC2-4220-9962-0FEB9496ECDD}" srcId="{D74AA398-0D53-4A0F-B532-9F4CA00F0D27}" destId="{750C9616-09A9-4A2E-8A96-ED9716F09BAE}" srcOrd="0" destOrd="0" parTransId="{AE684966-8986-45CF-BC85-80FBBEDC5FE5}" sibTransId="{0A75E799-3410-40C5-A036-918E8F3577EB}"/>
    <dgm:cxn modelId="{370EB55E-DC10-4D70-8C0B-763589379FE3}" type="presOf" srcId="{377BABC8-B7B7-4FA4-BC84-90FD2BDAEB13}" destId="{EC71577C-5E3A-4687-89B2-8FB50DDDA036}" srcOrd="0" destOrd="0" presId="urn:microsoft.com/office/officeart/2008/layout/LinedList"/>
    <dgm:cxn modelId="{62486143-1530-4EAE-9A58-781980EFD67A}" srcId="{D74AA398-0D53-4A0F-B532-9F4CA00F0D27}" destId="{E29B0FE8-5464-4080-9136-24D6DFA46F13}" srcOrd="3" destOrd="0" parTransId="{68ADACA0-CE73-43AC-8811-FFF93E4AB384}" sibTransId="{0C6B9805-3A20-42C6-A075-6D621EE4C7B6}"/>
    <dgm:cxn modelId="{CAFB8C53-134E-4B00-AB47-4F1409E2AC1C}" srcId="{D74AA398-0D53-4A0F-B532-9F4CA00F0D27}" destId="{3750065F-E979-4AF3-8609-30CAC37BBE98}" srcOrd="4" destOrd="0" parTransId="{83276B1A-D088-4F4A-B4D8-BEA1DEF1E893}" sibTransId="{8B59196E-2A6A-4C59-ABFC-A541E4EE0B66}"/>
    <dgm:cxn modelId="{FCC5EB54-E07A-410C-8140-D183F2C99AEC}" type="presOf" srcId="{3750065F-E979-4AF3-8609-30CAC37BBE98}" destId="{FC7BE635-7BC7-4420-B96D-00BE9580B80F}" srcOrd="0" destOrd="0" presId="urn:microsoft.com/office/officeart/2008/layout/LinedList"/>
    <dgm:cxn modelId="{44FA6A5A-4F7D-4C57-982B-BEED1EB6976F}" type="presOf" srcId="{AAEEFB46-A532-450F-84F3-7842D53B420E}" destId="{E8E9AD89-BAE9-401E-888C-DA1E8B70FB6E}" srcOrd="0" destOrd="0" presId="urn:microsoft.com/office/officeart/2008/layout/LinedList"/>
    <dgm:cxn modelId="{DA601496-ECC8-4C29-B3E4-3FF8FFCDE75D}" type="presOf" srcId="{D74AA398-0D53-4A0F-B532-9F4CA00F0D27}" destId="{C1D48CCC-DB72-4FC7-B479-822ED0105FA8}" srcOrd="0" destOrd="0" presId="urn:microsoft.com/office/officeart/2008/layout/LinedList"/>
    <dgm:cxn modelId="{644AE7A5-6515-4A3C-85B9-6181304E1B8A}" srcId="{D74AA398-0D53-4A0F-B532-9F4CA00F0D27}" destId="{5E93E6EE-9482-4BC0-8E12-678583C7457E}" srcOrd="1" destOrd="0" parTransId="{2756F938-2FE0-4944-8F49-357E868CDCB6}" sibTransId="{F2CA695C-47E3-4BD7-8DD8-6800A32358D0}"/>
    <dgm:cxn modelId="{2712C1AA-1CB9-446B-A221-CB51052ABE58}" type="presOf" srcId="{750C9616-09A9-4A2E-8A96-ED9716F09BAE}" destId="{8374DF13-1C58-4379-A8D3-A389D2079D6A}" srcOrd="0" destOrd="0" presId="urn:microsoft.com/office/officeart/2008/layout/LinedList"/>
    <dgm:cxn modelId="{116FB7C0-706F-45F8-B0A5-A0F8B136D818}" srcId="{D74AA398-0D53-4A0F-B532-9F4CA00F0D27}" destId="{377BABC8-B7B7-4FA4-BC84-90FD2BDAEB13}" srcOrd="6" destOrd="0" parTransId="{9FB31529-25E5-48BC-8D56-CA982EBD41B6}" sibTransId="{21DBBEA1-7A15-4D09-BAC2-3B8039AE07EE}"/>
    <dgm:cxn modelId="{5FD8D0C7-0215-4836-949A-A94E4E7CDE1F}" type="presOf" srcId="{42CF7F80-37BC-41B3-946A-4E400D36C253}" destId="{42ED50FF-38C1-46C0-A1F0-72A52CA37D61}" srcOrd="0" destOrd="0" presId="urn:microsoft.com/office/officeart/2008/layout/LinedList"/>
    <dgm:cxn modelId="{B745B0CC-D0CC-477E-BCAE-5F6FCC307706}" srcId="{D74AA398-0D53-4A0F-B532-9F4CA00F0D27}" destId="{AAEEFB46-A532-450F-84F3-7842D53B420E}" srcOrd="5" destOrd="0" parTransId="{F509EE3E-D336-4928-B26D-56CCA3A17DA2}" sibTransId="{F9DBF554-FD59-4F04-930A-0AAA153640B1}"/>
    <dgm:cxn modelId="{83EF3AE7-10E6-4941-8C7B-25ED3E057814}" type="presOf" srcId="{E29B0FE8-5464-4080-9136-24D6DFA46F13}" destId="{60B71A33-C54D-4CC5-B5E9-BAC0D307EA44}" srcOrd="0" destOrd="0" presId="urn:microsoft.com/office/officeart/2008/layout/LinedList"/>
    <dgm:cxn modelId="{1FB58BF9-9DFA-4E45-9DEF-C4363B0F92D5}" srcId="{D74AA398-0D53-4A0F-B532-9F4CA00F0D27}" destId="{42CF7F80-37BC-41B3-946A-4E400D36C253}" srcOrd="2" destOrd="0" parTransId="{34AC5CCB-3519-402A-A99E-211055D368D9}" sibTransId="{07C96CE7-560E-4541-8429-259E103E8E53}"/>
    <dgm:cxn modelId="{7F79CD4D-31C8-4093-9E5C-E32E6501585D}" type="presParOf" srcId="{C1D48CCC-DB72-4FC7-B479-822ED0105FA8}" destId="{9B9B7451-5CBA-4592-A7E4-9447E2BBB3F0}" srcOrd="0" destOrd="0" presId="urn:microsoft.com/office/officeart/2008/layout/LinedList"/>
    <dgm:cxn modelId="{D768F220-D897-414B-A76A-F01F531A4765}" type="presParOf" srcId="{C1D48CCC-DB72-4FC7-B479-822ED0105FA8}" destId="{C24BAA97-23A4-42BC-ACE1-03EED90C2087}" srcOrd="1" destOrd="0" presId="urn:microsoft.com/office/officeart/2008/layout/LinedList"/>
    <dgm:cxn modelId="{30B667FB-D3E5-40D5-94E2-E4FFCADD6EC6}" type="presParOf" srcId="{C24BAA97-23A4-42BC-ACE1-03EED90C2087}" destId="{8374DF13-1C58-4379-A8D3-A389D2079D6A}" srcOrd="0" destOrd="0" presId="urn:microsoft.com/office/officeart/2008/layout/LinedList"/>
    <dgm:cxn modelId="{E83C99A1-1550-4989-9EBF-801799D59B22}" type="presParOf" srcId="{C24BAA97-23A4-42BC-ACE1-03EED90C2087}" destId="{4ADAC850-23A2-4819-981C-80F157CC14C7}" srcOrd="1" destOrd="0" presId="urn:microsoft.com/office/officeart/2008/layout/LinedList"/>
    <dgm:cxn modelId="{71F701E9-874B-4A9A-93EB-5C4FCA96D4B3}" type="presParOf" srcId="{C1D48CCC-DB72-4FC7-B479-822ED0105FA8}" destId="{9F70F4DA-C733-4ACA-9AB7-7587C0993C1C}" srcOrd="2" destOrd="0" presId="urn:microsoft.com/office/officeart/2008/layout/LinedList"/>
    <dgm:cxn modelId="{711FE3B1-FD0F-486F-A2C5-8FFCA91113C3}" type="presParOf" srcId="{C1D48CCC-DB72-4FC7-B479-822ED0105FA8}" destId="{6E0BF057-96B0-4B0B-88B7-555673D93FA1}" srcOrd="3" destOrd="0" presId="urn:microsoft.com/office/officeart/2008/layout/LinedList"/>
    <dgm:cxn modelId="{95BEF4F5-442C-4D0F-B023-72B89609D871}" type="presParOf" srcId="{6E0BF057-96B0-4B0B-88B7-555673D93FA1}" destId="{7F7D11A6-2130-4930-829F-AF9953D523C1}" srcOrd="0" destOrd="0" presId="urn:microsoft.com/office/officeart/2008/layout/LinedList"/>
    <dgm:cxn modelId="{327B3B20-D33A-4612-8E1C-5891218DFD71}" type="presParOf" srcId="{6E0BF057-96B0-4B0B-88B7-555673D93FA1}" destId="{D6AB0EF0-1A2E-4D9E-9F5D-F2290DD8240F}" srcOrd="1" destOrd="0" presId="urn:microsoft.com/office/officeart/2008/layout/LinedList"/>
    <dgm:cxn modelId="{A10B84C9-47C4-4377-9AFD-56A0BAB17C7A}" type="presParOf" srcId="{C1D48CCC-DB72-4FC7-B479-822ED0105FA8}" destId="{CB063557-0EF4-44B2-A8DC-207096F4515E}" srcOrd="4" destOrd="0" presId="urn:microsoft.com/office/officeart/2008/layout/LinedList"/>
    <dgm:cxn modelId="{B5B73FCA-C072-4FAB-B359-8D1B08B2A455}" type="presParOf" srcId="{C1D48CCC-DB72-4FC7-B479-822ED0105FA8}" destId="{9EB7EEEB-9025-4118-A8AF-9A14EB6F9127}" srcOrd="5" destOrd="0" presId="urn:microsoft.com/office/officeart/2008/layout/LinedList"/>
    <dgm:cxn modelId="{32E1F15A-2FDA-4329-AD37-FB5E2C387E60}" type="presParOf" srcId="{9EB7EEEB-9025-4118-A8AF-9A14EB6F9127}" destId="{42ED50FF-38C1-46C0-A1F0-72A52CA37D61}" srcOrd="0" destOrd="0" presId="urn:microsoft.com/office/officeart/2008/layout/LinedList"/>
    <dgm:cxn modelId="{0553F29A-07BA-4A7C-8726-073FF65D498C}" type="presParOf" srcId="{9EB7EEEB-9025-4118-A8AF-9A14EB6F9127}" destId="{C486C2A7-6EA6-4761-AF3A-ACBBF27B6C82}" srcOrd="1" destOrd="0" presId="urn:microsoft.com/office/officeart/2008/layout/LinedList"/>
    <dgm:cxn modelId="{D8AD91A0-2DFD-4B35-9B71-27D34AA0AC04}" type="presParOf" srcId="{C1D48CCC-DB72-4FC7-B479-822ED0105FA8}" destId="{46A7D4E0-7355-471C-8072-4E5C9E9DD09E}" srcOrd="6" destOrd="0" presId="urn:microsoft.com/office/officeart/2008/layout/LinedList"/>
    <dgm:cxn modelId="{04F7F3CA-9006-419D-921C-4F52E4D24034}" type="presParOf" srcId="{C1D48CCC-DB72-4FC7-B479-822ED0105FA8}" destId="{B1A2DAC2-CD9A-4FCB-9C83-B2AFE124183D}" srcOrd="7" destOrd="0" presId="urn:microsoft.com/office/officeart/2008/layout/LinedList"/>
    <dgm:cxn modelId="{93F67052-722D-4187-8D78-2D941EC6149B}" type="presParOf" srcId="{B1A2DAC2-CD9A-4FCB-9C83-B2AFE124183D}" destId="{60B71A33-C54D-4CC5-B5E9-BAC0D307EA44}" srcOrd="0" destOrd="0" presId="urn:microsoft.com/office/officeart/2008/layout/LinedList"/>
    <dgm:cxn modelId="{47407B81-5E73-442D-8919-04F305063D50}" type="presParOf" srcId="{B1A2DAC2-CD9A-4FCB-9C83-B2AFE124183D}" destId="{8631CC1A-CC22-4FD7-AFB3-86D57B0191D8}" srcOrd="1" destOrd="0" presId="urn:microsoft.com/office/officeart/2008/layout/LinedList"/>
    <dgm:cxn modelId="{36388520-3B51-4C2E-9F4E-5CBE8FE423EC}" type="presParOf" srcId="{C1D48CCC-DB72-4FC7-B479-822ED0105FA8}" destId="{25EF14E4-DBD7-41AC-A612-1402C1F83C5A}" srcOrd="8" destOrd="0" presId="urn:microsoft.com/office/officeart/2008/layout/LinedList"/>
    <dgm:cxn modelId="{DE95C05D-D754-4D47-AE59-3C11EDE5F517}" type="presParOf" srcId="{C1D48CCC-DB72-4FC7-B479-822ED0105FA8}" destId="{ECBC8B3F-482D-4936-985A-D776CDB18DF0}" srcOrd="9" destOrd="0" presId="urn:microsoft.com/office/officeart/2008/layout/LinedList"/>
    <dgm:cxn modelId="{E0831D46-0F18-44A6-9360-31F3782A4ACA}" type="presParOf" srcId="{ECBC8B3F-482D-4936-985A-D776CDB18DF0}" destId="{FC7BE635-7BC7-4420-B96D-00BE9580B80F}" srcOrd="0" destOrd="0" presId="urn:microsoft.com/office/officeart/2008/layout/LinedList"/>
    <dgm:cxn modelId="{C93E191C-20E9-41E5-8CCC-788D93A87A50}" type="presParOf" srcId="{ECBC8B3F-482D-4936-985A-D776CDB18DF0}" destId="{0935B107-0EF1-4417-A05B-5627B5601F54}" srcOrd="1" destOrd="0" presId="urn:microsoft.com/office/officeart/2008/layout/LinedList"/>
    <dgm:cxn modelId="{A10A10C1-27B9-4420-B9CA-65DE2BE4F33C}" type="presParOf" srcId="{C1D48CCC-DB72-4FC7-B479-822ED0105FA8}" destId="{993509F8-120C-48FF-ADE7-2A5C2ABD22A7}" srcOrd="10" destOrd="0" presId="urn:microsoft.com/office/officeart/2008/layout/LinedList"/>
    <dgm:cxn modelId="{B585DD12-75D2-4351-83A3-791487AD673F}" type="presParOf" srcId="{C1D48CCC-DB72-4FC7-B479-822ED0105FA8}" destId="{11BCAF5C-C9E9-4793-AF47-3BD4E46C0393}" srcOrd="11" destOrd="0" presId="urn:microsoft.com/office/officeart/2008/layout/LinedList"/>
    <dgm:cxn modelId="{3549B808-3F1A-49CE-B11E-F5476514B65D}" type="presParOf" srcId="{11BCAF5C-C9E9-4793-AF47-3BD4E46C0393}" destId="{E8E9AD89-BAE9-401E-888C-DA1E8B70FB6E}" srcOrd="0" destOrd="0" presId="urn:microsoft.com/office/officeart/2008/layout/LinedList"/>
    <dgm:cxn modelId="{3F8400A3-802D-4C22-9385-B1C885674EFA}" type="presParOf" srcId="{11BCAF5C-C9E9-4793-AF47-3BD4E46C0393}" destId="{F7505A75-4FD6-4187-831B-6E786B04851D}" srcOrd="1" destOrd="0" presId="urn:microsoft.com/office/officeart/2008/layout/LinedList"/>
    <dgm:cxn modelId="{40548971-7810-472F-A7A7-3BB0FADC4030}" type="presParOf" srcId="{C1D48CCC-DB72-4FC7-B479-822ED0105FA8}" destId="{120B34A7-EE9B-4B09-9327-700BC438564B}" srcOrd="12" destOrd="0" presId="urn:microsoft.com/office/officeart/2008/layout/LinedList"/>
    <dgm:cxn modelId="{D8274CDC-4B49-4993-A2A7-E60D3F6624E0}" type="presParOf" srcId="{C1D48CCC-DB72-4FC7-B479-822ED0105FA8}" destId="{D01DBD8B-D66D-4B97-A60B-F3FD76D25BB7}" srcOrd="13" destOrd="0" presId="urn:microsoft.com/office/officeart/2008/layout/LinedList"/>
    <dgm:cxn modelId="{EE3DBDEC-08B7-40E6-86CF-A4E69D8E9FEF}" type="presParOf" srcId="{D01DBD8B-D66D-4B97-A60B-F3FD76D25BB7}" destId="{EC71577C-5E3A-4687-89B2-8FB50DDDA036}" srcOrd="0" destOrd="0" presId="urn:microsoft.com/office/officeart/2008/layout/LinedList"/>
    <dgm:cxn modelId="{AFD2F32A-B955-4689-A4F4-84B6D97554FA}" type="presParOf" srcId="{D01DBD8B-D66D-4B97-A60B-F3FD76D25BB7}" destId="{4A11EEEF-1345-42EC-83B9-3CF72A00204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CCE19998-2731-444B-AD34-6571030C1D1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AA855A5-7BD3-479A-803F-93D5BCF523C2}">
      <dgm:prSet/>
      <dgm:spPr/>
      <dgm:t>
        <a:bodyPr/>
        <a:lstStyle/>
        <a:p>
          <a:r>
            <a:rPr lang="uk-UA" b="0" i="0"/>
            <a:t>утворено тріумвірат князів.</a:t>
          </a:r>
          <a:endParaRPr lang="uk-UA"/>
        </a:p>
      </dgm:t>
    </dgm:pt>
    <dgm:pt modelId="{4A9FA39E-6EFA-439C-A207-C36E3F265DB1}" type="parTrans" cxnId="{4912E2DD-E126-44FD-9ADA-35983043A7F1}">
      <dgm:prSet/>
      <dgm:spPr/>
      <dgm:t>
        <a:bodyPr/>
        <a:lstStyle/>
        <a:p>
          <a:endParaRPr lang="uk-UA"/>
        </a:p>
      </dgm:t>
    </dgm:pt>
    <dgm:pt modelId="{889F20A9-7EB1-4706-817E-D5B6A2619246}" type="sibTrans" cxnId="{4912E2DD-E126-44FD-9ADA-35983043A7F1}">
      <dgm:prSet/>
      <dgm:spPr/>
      <dgm:t>
        <a:bodyPr/>
        <a:lstStyle/>
        <a:p>
          <a:endParaRPr lang="uk-UA"/>
        </a:p>
      </dgm:t>
    </dgm:pt>
    <dgm:pt modelId="{B50492F8-20B1-41B6-95D2-E2FAB99B145F}">
      <dgm:prSet/>
      <dgm:spPr/>
      <dgm:t>
        <a:bodyPr/>
        <a:lstStyle/>
        <a:p>
          <a:r>
            <a:rPr lang="uk-UA" b="0" i="0"/>
            <a:t>започатковано «шлюбну дипломатію».</a:t>
          </a:r>
          <a:endParaRPr lang="uk-UA"/>
        </a:p>
      </dgm:t>
    </dgm:pt>
    <dgm:pt modelId="{6FF848BE-91D6-4D10-B394-F12AD6C6F012}" type="parTrans" cxnId="{464F68C0-F7ED-4AE6-BC1E-EC6E28E27323}">
      <dgm:prSet/>
      <dgm:spPr/>
      <dgm:t>
        <a:bodyPr/>
        <a:lstStyle/>
        <a:p>
          <a:endParaRPr lang="uk-UA"/>
        </a:p>
      </dgm:t>
    </dgm:pt>
    <dgm:pt modelId="{0C5C80BE-5278-4AC6-8274-1454F3F928AC}" type="sibTrans" cxnId="{464F68C0-F7ED-4AE6-BC1E-EC6E28E27323}">
      <dgm:prSet/>
      <dgm:spPr/>
      <dgm:t>
        <a:bodyPr/>
        <a:lstStyle/>
        <a:p>
          <a:endParaRPr lang="uk-UA"/>
        </a:p>
      </dgm:t>
    </dgm:pt>
    <dgm:pt modelId="{9611BF8C-0557-44C7-96DF-099D6014F40B}">
      <dgm:prSet/>
      <dgm:spPr/>
      <dgm:t>
        <a:bodyPr/>
        <a:lstStyle/>
        <a:p>
          <a:r>
            <a:rPr lang="uk-UA" b="0" i="0" dirty="0"/>
            <a:t>усунуто від влади династію Рюриковичів.</a:t>
          </a:r>
          <a:endParaRPr lang="uk-UA" dirty="0"/>
        </a:p>
      </dgm:t>
    </dgm:pt>
    <dgm:pt modelId="{C4670874-C9D0-4205-B9DF-9E569E81BF9F}" type="parTrans" cxnId="{D78CFB05-80E2-4E4A-9CB7-FFF984C94690}">
      <dgm:prSet/>
      <dgm:spPr/>
      <dgm:t>
        <a:bodyPr/>
        <a:lstStyle/>
        <a:p>
          <a:endParaRPr lang="uk-UA"/>
        </a:p>
      </dgm:t>
    </dgm:pt>
    <dgm:pt modelId="{BAE65D9C-C103-46EA-B25C-73F9C94E6240}" type="sibTrans" cxnId="{D78CFB05-80E2-4E4A-9CB7-FFF984C94690}">
      <dgm:prSet/>
      <dgm:spPr/>
      <dgm:t>
        <a:bodyPr/>
        <a:lstStyle/>
        <a:p>
          <a:endParaRPr lang="uk-UA"/>
        </a:p>
      </dgm:t>
    </dgm:pt>
    <dgm:pt modelId="{7640EA83-0FBB-407E-96F5-E0B674BE392B}">
      <dgm:prSet/>
      <dgm:spPr/>
      <dgm:t>
        <a:bodyPr/>
        <a:lstStyle/>
        <a:p>
          <a:r>
            <a:rPr lang="uk-UA" b="0" i="0" dirty="0"/>
            <a:t>підпорядковано Київського митрополита Константинопольському патріарху.</a:t>
          </a:r>
          <a:endParaRPr lang="uk-UA" dirty="0"/>
        </a:p>
      </dgm:t>
    </dgm:pt>
    <dgm:pt modelId="{6BF4A8F6-2761-4FFF-8071-FB642EB904AD}" type="parTrans" cxnId="{4A0DFB41-7585-49F8-A463-86EB7B6B3268}">
      <dgm:prSet/>
      <dgm:spPr/>
      <dgm:t>
        <a:bodyPr/>
        <a:lstStyle/>
        <a:p>
          <a:endParaRPr lang="uk-UA"/>
        </a:p>
      </dgm:t>
    </dgm:pt>
    <dgm:pt modelId="{D671181B-51AB-4F8A-9AE2-48D6D0909DEB}" type="sibTrans" cxnId="{4A0DFB41-7585-49F8-A463-86EB7B6B3268}">
      <dgm:prSet/>
      <dgm:spPr/>
      <dgm:t>
        <a:bodyPr/>
        <a:lstStyle/>
        <a:p>
          <a:endParaRPr lang="uk-UA"/>
        </a:p>
      </dgm:t>
    </dgm:pt>
    <dgm:pt modelId="{71A187EB-F634-40AC-902E-BD1024350888}" type="pres">
      <dgm:prSet presAssocID="{CCE19998-2731-444B-AD34-6571030C1D1C}" presName="Name0" presStyleCnt="0">
        <dgm:presLayoutVars>
          <dgm:chMax val="7"/>
          <dgm:chPref val="7"/>
          <dgm:dir/>
        </dgm:presLayoutVars>
      </dgm:prSet>
      <dgm:spPr/>
    </dgm:pt>
    <dgm:pt modelId="{362CDCD1-2426-423A-8786-1FA8FA563B75}" type="pres">
      <dgm:prSet presAssocID="{CCE19998-2731-444B-AD34-6571030C1D1C}" presName="Name1" presStyleCnt="0"/>
      <dgm:spPr/>
    </dgm:pt>
    <dgm:pt modelId="{D2A26EC6-6D2C-4AD6-965F-E159B86150EF}" type="pres">
      <dgm:prSet presAssocID="{CCE19998-2731-444B-AD34-6571030C1D1C}" presName="cycle" presStyleCnt="0"/>
      <dgm:spPr/>
    </dgm:pt>
    <dgm:pt modelId="{0A038A62-D97B-4818-9679-BFE6C9903EC9}" type="pres">
      <dgm:prSet presAssocID="{CCE19998-2731-444B-AD34-6571030C1D1C}" presName="srcNode" presStyleLbl="node1" presStyleIdx="0" presStyleCnt="4"/>
      <dgm:spPr/>
    </dgm:pt>
    <dgm:pt modelId="{C3E0F1F1-6BE7-444F-9F8E-C45F9E873E8C}" type="pres">
      <dgm:prSet presAssocID="{CCE19998-2731-444B-AD34-6571030C1D1C}" presName="conn" presStyleLbl="parChTrans1D2" presStyleIdx="0" presStyleCnt="1"/>
      <dgm:spPr/>
    </dgm:pt>
    <dgm:pt modelId="{2784C678-5361-4453-964F-2C53C10147DC}" type="pres">
      <dgm:prSet presAssocID="{CCE19998-2731-444B-AD34-6571030C1D1C}" presName="extraNode" presStyleLbl="node1" presStyleIdx="0" presStyleCnt="4"/>
      <dgm:spPr/>
    </dgm:pt>
    <dgm:pt modelId="{20898197-7CD2-4A03-8981-A8211E296AFF}" type="pres">
      <dgm:prSet presAssocID="{CCE19998-2731-444B-AD34-6571030C1D1C}" presName="dstNode" presStyleLbl="node1" presStyleIdx="0" presStyleCnt="4"/>
      <dgm:spPr/>
    </dgm:pt>
    <dgm:pt modelId="{8CDACC41-CC38-4A81-89FF-98FB8F43D57F}" type="pres">
      <dgm:prSet presAssocID="{2AA855A5-7BD3-479A-803F-93D5BCF523C2}" presName="text_1" presStyleLbl="node1" presStyleIdx="0" presStyleCnt="4">
        <dgm:presLayoutVars>
          <dgm:bulletEnabled val="1"/>
        </dgm:presLayoutVars>
      </dgm:prSet>
      <dgm:spPr/>
    </dgm:pt>
    <dgm:pt modelId="{4797D53E-942A-45CE-A4B4-B589ADF3521F}" type="pres">
      <dgm:prSet presAssocID="{2AA855A5-7BD3-479A-803F-93D5BCF523C2}" presName="accent_1" presStyleCnt="0"/>
      <dgm:spPr/>
    </dgm:pt>
    <dgm:pt modelId="{EE8AB8E2-6D41-452E-AA22-C2A3175AB5B3}" type="pres">
      <dgm:prSet presAssocID="{2AA855A5-7BD3-479A-803F-93D5BCF523C2}" presName="accentRepeatNode" presStyleLbl="solidFgAcc1" presStyleIdx="0" presStyleCnt="4"/>
      <dgm:spPr/>
    </dgm:pt>
    <dgm:pt modelId="{0FB06BC6-25C6-4F4E-8E04-5DE04775203D}" type="pres">
      <dgm:prSet presAssocID="{B50492F8-20B1-41B6-95D2-E2FAB99B145F}" presName="text_2" presStyleLbl="node1" presStyleIdx="1" presStyleCnt="4">
        <dgm:presLayoutVars>
          <dgm:bulletEnabled val="1"/>
        </dgm:presLayoutVars>
      </dgm:prSet>
      <dgm:spPr/>
    </dgm:pt>
    <dgm:pt modelId="{711140F0-8206-4C8C-9CCC-9B7755BE7CF9}" type="pres">
      <dgm:prSet presAssocID="{B50492F8-20B1-41B6-95D2-E2FAB99B145F}" presName="accent_2" presStyleCnt="0"/>
      <dgm:spPr/>
    </dgm:pt>
    <dgm:pt modelId="{AFF905F2-8E15-40B1-BE14-094C01440158}" type="pres">
      <dgm:prSet presAssocID="{B50492F8-20B1-41B6-95D2-E2FAB99B145F}" presName="accentRepeatNode" presStyleLbl="solidFgAcc1" presStyleIdx="1" presStyleCnt="4"/>
      <dgm:spPr/>
    </dgm:pt>
    <dgm:pt modelId="{50C4C160-ED85-4AD1-8EA0-1FF494DD99D8}" type="pres">
      <dgm:prSet presAssocID="{9611BF8C-0557-44C7-96DF-099D6014F40B}" presName="text_3" presStyleLbl="node1" presStyleIdx="2" presStyleCnt="4">
        <dgm:presLayoutVars>
          <dgm:bulletEnabled val="1"/>
        </dgm:presLayoutVars>
      </dgm:prSet>
      <dgm:spPr/>
    </dgm:pt>
    <dgm:pt modelId="{0FE775C5-E2E7-417C-B6EF-A33E4A1F537A}" type="pres">
      <dgm:prSet presAssocID="{9611BF8C-0557-44C7-96DF-099D6014F40B}" presName="accent_3" presStyleCnt="0"/>
      <dgm:spPr/>
    </dgm:pt>
    <dgm:pt modelId="{7CDF5EE8-D80C-4E60-961B-2372AE9D50D3}" type="pres">
      <dgm:prSet presAssocID="{9611BF8C-0557-44C7-96DF-099D6014F40B}" presName="accentRepeatNode" presStyleLbl="solidFgAcc1" presStyleIdx="2" presStyleCnt="4"/>
      <dgm:spPr/>
    </dgm:pt>
    <dgm:pt modelId="{3BD80E5C-887B-450E-8E66-41764C6E8FEF}" type="pres">
      <dgm:prSet presAssocID="{7640EA83-0FBB-407E-96F5-E0B674BE392B}" presName="text_4" presStyleLbl="node1" presStyleIdx="3" presStyleCnt="4">
        <dgm:presLayoutVars>
          <dgm:bulletEnabled val="1"/>
        </dgm:presLayoutVars>
      </dgm:prSet>
      <dgm:spPr/>
    </dgm:pt>
    <dgm:pt modelId="{6E7CD055-41DE-4754-8BC2-8970D7419991}" type="pres">
      <dgm:prSet presAssocID="{7640EA83-0FBB-407E-96F5-E0B674BE392B}" presName="accent_4" presStyleCnt="0"/>
      <dgm:spPr/>
    </dgm:pt>
    <dgm:pt modelId="{3838BCD2-E5C5-4056-A5F2-0459F7078979}" type="pres">
      <dgm:prSet presAssocID="{7640EA83-0FBB-407E-96F5-E0B674BE392B}" presName="accentRepeatNode" presStyleLbl="solidFgAcc1" presStyleIdx="3" presStyleCnt="4"/>
      <dgm:spPr/>
    </dgm:pt>
  </dgm:ptLst>
  <dgm:cxnLst>
    <dgm:cxn modelId="{D78CFB05-80E2-4E4A-9CB7-FFF984C94690}" srcId="{CCE19998-2731-444B-AD34-6571030C1D1C}" destId="{9611BF8C-0557-44C7-96DF-099D6014F40B}" srcOrd="2" destOrd="0" parTransId="{C4670874-C9D0-4205-B9DF-9E569E81BF9F}" sibTransId="{BAE65D9C-C103-46EA-B25C-73F9C94E6240}"/>
    <dgm:cxn modelId="{4A3F3612-1B80-4CF7-8208-1F8CF7F14CA2}" type="presOf" srcId="{B50492F8-20B1-41B6-95D2-E2FAB99B145F}" destId="{0FB06BC6-25C6-4F4E-8E04-5DE04775203D}" srcOrd="0" destOrd="0" presId="urn:microsoft.com/office/officeart/2008/layout/VerticalCurvedList"/>
    <dgm:cxn modelId="{59302118-D72B-408C-A5A0-FC5D5F081A65}" type="presOf" srcId="{7640EA83-0FBB-407E-96F5-E0B674BE392B}" destId="{3BD80E5C-887B-450E-8E66-41764C6E8FEF}" srcOrd="0" destOrd="0" presId="urn:microsoft.com/office/officeart/2008/layout/VerticalCurvedList"/>
    <dgm:cxn modelId="{4A0DFB41-7585-49F8-A463-86EB7B6B3268}" srcId="{CCE19998-2731-444B-AD34-6571030C1D1C}" destId="{7640EA83-0FBB-407E-96F5-E0B674BE392B}" srcOrd="3" destOrd="0" parTransId="{6BF4A8F6-2761-4FFF-8071-FB642EB904AD}" sibTransId="{D671181B-51AB-4F8A-9AE2-48D6D0909DEB}"/>
    <dgm:cxn modelId="{5082D387-7D17-4203-94C4-2D7D6D9CE5E6}" type="presOf" srcId="{9611BF8C-0557-44C7-96DF-099D6014F40B}" destId="{50C4C160-ED85-4AD1-8EA0-1FF494DD99D8}" srcOrd="0" destOrd="0" presId="urn:microsoft.com/office/officeart/2008/layout/VerticalCurvedList"/>
    <dgm:cxn modelId="{A7016EBF-B064-4F9D-B92B-FC3394DC610E}" type="presOf" srcId="{889F20A9-7EB1-4706-817E-D5B6A2619246}" destId="{C3E0F1F1-6BE7-444F-9F8E-C45F9E873E8C}" srcOrd="0" destOrd="0" presId="urn:microsoft.com/office/officeart/2008/layout/VerticalCurvedList"/>
    <dgm:cxn modelId="{464F68C0-F7ED-4AE6-BC1E-EC6E28E27323}" srcId="{CCE19998-2731-444B-AD34-6571030C1D1C}" destId="{B50492F8-20B1-41B6-95D2-E2FAB99B145F}" srcOrd="1" destOrd="0" parTransId="{6FF848BE-91D6-4D10-B394-F12AD6C6F012}" sibTransId="{0C5C80BE-5278-4AC6-8274-1454F3F928AC}"/>
    <dgm:cxn modelId="{0DC003DC-61E7-4235-B13C-524756175F20}" type="presOf" srcId="{CCE19998-2731-444B-AD34-6571030C1D1C}" destId="{71A187EB-F634-40AC-902E-BD1024350888}" srcOrd="0" destOrd="0" presId="urn:microsoft.com/office/officeart/2008/layout/VerticalCurvedList"/>
    <dgm:cxn modelId="{4912E2DD-E126-44FD-9ADA-35983043A7F1}" srcId="{CCE19998-2731-444B-AD34-6571030C1D1C}" destId="{2AA855A5-7BD3-479A-803F-93D5BCF523C2}" srcOrd="0" destOrd="0" parTransId="{4A9FA39E-6EFA-439C-A207-C36E3F265DB1}" sibTransId="{889F20A9-7EB1-4706-817E-D5B6A2619246}"/>
    <dgm:cxn modelId="{95C391EB-5898-4AB1-BB72-CDF87500906A}" type="presOf" srcId="{2AA855A5-7BD3-479A-803F-93D5BCF523C2}" destId="{8CDACC41-CC38-4A81-89FF-98FB8F43D57F}" srcOrd="0" destOrd="0" presId="urn:microsoft.com/office/officeart/2008/layout/VerticalCurvedList"/>
    <dgm:cxn modelId="{E06CC1DB-6847-402C-A950-2FAAB9273CA0}" type="presParOf" srcId="{71A187EB-F634-40AC-902E-BD1024350888}" destId="{362CDCD1-2426-423A-8786-1FA8FA563B75}" srcOrd="0" destOrd="0" presId="urn:microsoft.com/office/officeart/2008/layout/VerticalCurvedList"/>
    <dgm:cxn modelId="{237131CE-DA72-4756-BA6F-19C465EFBB43}" type="presParOf" srcId="{362CDCD1-2426-423A-8786-1FA8FA563B75}" destId="{D2A26EC6-6D2C-4AD6-965F-E159B86150EF}" srcOrd="0" destOrd="0" presId="urn:microsoft.com/office/officeart/2008/layout/VerticalCurvedList"/>
    <dgm:cxn modelId="{E2216EE7-8E6F-49EE-AC47-6E10784D8304}" type="presParOf" srcId="{D2A26EC6-6D2C-4AD6-965F-E159B86150EF}" destId="{0A038A62-D97B-4818-9679-BFE6C9903EC9}" srcOrd="0" destOrd="0" presId="urn:microsoft.com/office/officeart/2008/layout/VerticalCurvedList"/>
    <dgm:cxn modelId="{F509061D-5208-4CD0-8B5A-3250ECE0E98C}" type="presParOf" srcId="{D2A26EC6-6D2C-4AD6-965F-E159B86150EF}" destId="{C3E0F1F1-6BE7-444F-9F8E-C45F9E873E8C}" srcOrd="1" destOrd="0" presId="urn:microsoft.com/office/officeart/2008/layout/VerticalCurvedList"/>
    <dgm:cxn modelId="{17F18E5F-A0E0-4FFF-9E30-D486B01E277A}" type="presParOf" srcId="{D2A26EC6-6D2C-4AD6-965F-E159B86150EF}" destId="{2784C678-5361-4453-964F-2C53C10147DC}" srcOrd="2" destOrd="0" presId="urn:microsoft.com/office/officeart/2008/layout/VerticalCurvedList"/>
    <dgm:cxn modelId="{12E3B36C-8584-40C6-A56A-898A0C29B06E}" type="presParOf" srcId="{D2A26EC6-6D2C-4AD6-965F-E159B86150EF}" destId="{20898197-7CD2-4A03-8981-A8211E296AFF}" srcOrd="3" destOrd="0" presId="urn:microsoft.com/office/officeart/2008/layout/VerticalCurvedList"/>
    <dgm:cxn modelId="{E062AFBF-D183-4C03-B6FC-5F4C3563C255}" type="presParOf" srcId="{362CDCD1-2426-423A-8786-1FA8FA563B75}" destId="{8CDACC41-CC38-4A81-89FF-98FB8F43D57F}" srcOrd="1" destOrd="0" presId="urn:microsoft.com/office/officeart/2008/layout/VerticalCurvedList"/>
    <dgm:cxn modelId="{8ADA7E99-505C-4E0D-BDA0-1FB79CAC78CF}" type="presParOf" srcId="{362CDCD1-2426-423A-8786-1FA8FA563B75}" destId="{4797D53E-942A-45CE-A4B4-B589ADF3521F}" srcOrd="2" destOrd="0" presId="urn:microsoft.com/office/officeart/2008/layout/VerticalCurvedList"/>
    <dgm:cxn modelId="{CDAC24BF-EB4E-4D53-9692-94BDC459FE9B}" type="presParOf" srcId="{4797D53E-942A-45CE-A4B4-B589ADF3521F}" destId="{EE8AB8E2-6D41-452E-AA22-C2A3175AB5B3}" srcOrd="0" destOrd="0" presId="urn:microsoft.com/office/officeart/2008/layout/VerticalCurvedList"/>
    <dgm:cxn modelId="{DB3A02BF-98BE-423D-AC7D-3A787B1854F7}" type="presParOf" srcId="{362CDCD1-2426-423A-8786-1FA8FA563B75}" destId="{0FB06BC6-25C6-4F4E-8E04-5DE04775203D}" srcOrd="3" destOrd="0" presId="urn:microsoft.com/office/officeart/2008/layout/VerticalCurvedList"/>
    <dgm:cxn modelId="{EAA9C616-EC2B-420E-B12E-55772B5AE80D}" type="presParOf" srcId="{362CDCD1-2426-423A-8786-1FA8FA563B75}" destId="{711140F0-8206-4C8C-9CCC-9B7755BE7CF9}" srcOrd="4" destOrd="0" presId="urn:microsoft.com/office/officeart/2008/layout/VerticalCurvedList"/>
    <dgm:cxn modelId="{54367454-CEEA-4C87-AA08-FF1535870E74}" type="presParOf" srcId="{711140F0-8206-4C8C-9CCC-9B7755BE7CF9}" destId="{AFF905F2-8E15-40B1-BE14-094C01440158}" srcOrd="0" destOrd="0" presId="urn:microsoft.com/office/officeart/2008/layout/VerticalCurvedList"/>
    <dgm:cxn modelId="{79C606F6-E968-400A-B332-E32889A88840}" type="presParOf" srcId="{362CDCD1-2426-423A-8786-1FA8FA563B75}" destId="{50C4C160-ED85-4AD1-8EA0-1FF494DD99D8}" srcOrd="5" destOrd="0" presId="urn:microsoft.com/office/officeart/2008/layout/VerticalCurvedList"/>
    <dgm:cxn modelId="{CF6972FB-CB2D-4CC3-A1F1-557712AED6C5}" type="presParOf" srcId="{362CDCD1-2426-423A-8786-1FA8FA563B75}" destId="{0FE775C5-E2E7-417C-B6EF-A33E4A1F537A}" srcOrd="6" destOrd="0" presId="urn:microsoft.com/office/officeart/2008/layout/VerticalCurvedList"/>
    <dgm:cxn modelId="{3EF197A9-0AE6-4C8F-A96F-D6238BA79A16}" type="presParOf" srcId="{0FE775C5-E2E7-417C-B6EF-A33E4A1F537A}" destId="{7CDF5EE8-D80C-4E60-961B-2372AE9D50D3}" srcOrd="0" destOrd="0" presId="urn:microsoft.com/office/officeart/2008/layout/VerticalCurvedList"/>
    <dgm:cxn modelId="{B202BCA3-4647-45F9-ADFE-71C9B00522E7}" type="presParOf" srcId="{362CDCD1-2426-423A-8786-1FA8FA563B75}" destId="{3BD80E5C-887B-450E-8E66-41764C6E8FEF}" srcOrd="7" destOrd="0" presId="urn:microsoft.com/office/officeart/2008/layout/VerticalCurvedList"/>
    <dgm:cxn modelId="{3FE73F4F-E194-41E7-945C-B67069323074}" type="presParOf" srcId="{362CDCD1-2426-423A-8786-1FA8FA563B75}" destId="{6E7CD055-41DE-4754-8BC2-8970D7419991}" srcOrd="8" destOrd="0" presId="urn:microsoft.com/office/officeart/2008/layout/VerticalCurvedList"/>
    <dgm:cxn modelId="{8ABC3E53-5C37-4CA6-8B4A-6969AA9D3609}" type="presParOf" srcId="{6E7CD055-41DE-4754-8BC2-8970D7419991}" destId="{3838BCD2-E5C5-4056-A5F2-0459F707897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0E7E2DFB-8107-4645-8DD9-926E005C2E8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935D4D3-B71E-40E7-9B43-8EA48C09F962}">
      <dgm:prSet/>
      <dgm:spPr/>
      <dgm:t>
        <a:bodyPr/>
        <a:lstStyle/>
        <a:p>
          <a:r>
            <a:rPr lang="uk-UA" b="0" i="0" dirty="0"/>
            <a:t>Сходження князя Володимира Всеволодовича Мономаха на київський стіл:</a:t>
          </a:r>
          <a:endParaRPr lang="uk-UA" dirty="0"/>
        </a:p>
      </dgm:t>
    </dgm:pt>
    <dgm:pt modelId="{58D292FE-4C4F-46B9-A3B5-F87CD861690F}" type="parTrans" cxnId="{D29943C3-ECC6-4CBF-99C5-CC0CCEB53886}">
      <dgm:prSet/>
      <dgm:spPr/>
      <dgm:t>
        <a:bodyPr/>
        <a:lstStyle/>
        <a:p>
          <a:endParaRPr lang="uk-UA"/>
        </a:p>
      </dgm:t>
    </dgm:pt>
    <dgm:pt modelId="{D1A809AF-6E74-46FA-8410-C3153AB0486F}" type="sibTrans" cxnId="{D29943C3-ECC6-4CBF-99C5-CC0CCEB53886}">
      <dgm:prSet/>
      <dgm:spPr/>
      <dgm:t>
        <a:bodyPr/>
        <a:lstStyle/>
        <a:p>
          <a:endParaRPr lang="uk-UA"/>
        </a:p>
      </dgm:t>
    </dgm:pt>
    <dgm:pt modelId="{213CDDBB-D0B9-4B0E-A663-64CC06D402AA}">
      <dgm:prSet/>
      <dgm:spPr/>
      <dgm:t>
        <a:bodyPr/>
        <a:lstStyle/>
        <a:p>
          <a:r>
            <a:rPr lang="uk-UA" b="0" i="0"/>
            <a:t>1) стало реалізацією вотчинного права Всеволодовичів на Київ згідно з рішенням Любецького з’їзду князів;</a:t>
          </a:r>
          <a:br>
            <a:rPr lang="uk-UA" b="0" i="0"/>
          </a:br>
          <a:endParaRPr lang="uk-UA"/>
        </a:p>
      </dgm:t>
    </dgm:pt>
    <dgm:pt modelId="{0421A28F-0293-42AC-A928-470204AC8C37}" type="parTrans" cxnId="{713B9A97-BBB3-4E0E-9342-4025571F2C9E}">
      <dgm:prSet/>
      <dgm:spPr/>
      <dgm:t>
        <a:bodyPr/>
        <a:lstStyle/>
        <a:p>
          <a:endParaRPr lang="uk-UA"/>
        </a:p>
      </dgm:t>
    </dgm:pt>
    <dgm:pt modelId="{90CD2B10-6D88-4644-8F03-D3BA84410BD0}" type="sibTrans" cxnId="{713B9A97-BBB3-4E0E-9342-4025571F2C9E}">
      <dgm:prSet/>
      <dgm:spPr/>
      <dgm:t>
        <a:bodyPr/>
        <a:lstStyle/>
        <a:p>
          <a:endParaRPr lang="uk-UA"/>
        </a:p>
      </dgm:t>
    </dgm:pt>
    <dgm:pt modelId="{35FF3044-9DEB-46D4-B378-4D2287D9267F}">
      <dgm:prSet/>
      <dgm:spPr/>
      <dgm:t>
        <a:bodyPr/>
        <a:lstStyle/>
        <a:p>
          <a:r>
            <a:rPr lang="uk-UA" b="0" i="0" dirty="0"/>
            <a:t>2) відбулося за запрошенням міського віча під час повстання киян 1113 року.</a:t>
          </a:r>
          <a:endParaRPr lang="uk-UA" dirty="0"/>
        </a:p>
      </dgm:t>
    </dgm:pt>
    <dgm:pt modelId="{5983DDF1-F33D-45C6-B0ED-5612BE17BE6B}" type="parTrans" cxnId="{D8484CBD-7C6F-4E6E-9DA1-845E4E24942D}">
      <dgm:prSet/>
      <dgm:spPr/>
      <dgm:t>
        <a:bodyPr/>
        <a:lstStyle/>
        <a:p>
          <a:endParaRPr lang="uk-UA"/>
        </a:p>
      </dgm:t>
    </dgm:pt>
    <dgm:pt modelId="{8EEB0E84-D75B-4F54-A763-F3BCFCA05E45}" type="sibTrans" cxnId="{D8484CBD-7C6F-4E6E-9DA1-845E4E24942D}">
      <dgm:prSet/>
      <dgm:spPr/>
      <dgm:t>
        <a:bodyPr/>
        <a:lstStyle/>
        <a:p>
          <a:endParaRPr lang="uk-UA"/>
        </a:p>
      </dgm:t>
    </dgm:pt>
    <dgm:pt modelId="{6AF70D5D-8AD1-4480-BC90-A3ADD1C4AA34}" type="pres">
      <dgm:prSet presAssocID="{0E7E2DFB-8107-4645-8DD9-926E005C2E89}" presName="Name0" presStyleCnt="0">
        <dgm:presLayoutVars>
          <dgm:dir/>
          <dgm:animLvl val="lvl"/>
          <dgm:resizeHandles val="exact"/>
        </dgm:presLayoutVars>
      </dgm:prSet>
      <dgm:spPr/>
    </dgm:pt>
    <dgm:pt modelId="{8291B35A-07D7-4508-A5AD-5293AFE655A0}" type="pres">
      <dgm:prSet presAssocID="{D935D4D3-B71E-40E7-9B43-8EA48C09F962}" presName="composite" presStyleCnt="0"/>
      <dgm:spPr/>
    </dgm:pt>
    <dgm:pt modelId="{BC3F06E7-72E8-4A6D-BC52-31DA62264A5C}" type="pres">
      <dgm:prSet presAssocID="{D935D4D3-B71E-40E7-9B43-8EA48C09F962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6DCA8567-2A0C-495F-89EF-E2ACD7F212C5}" type="pres">
      <dgm:prSet presAssocID="{D935D4D3-B71E-40E7-9B43-8EA48C09F962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9DF9BE09-4881-403C-9F40-F328431D1656}" type="presOf" srcId="{D935D4D3-B71E-40E7-9B43-8EA48C09F962}" destId="{BC3F06E7-72E8-4A6D-BC52-31DA62264A5C}" srcOrd="0" destOrd="0" presId="urn:microsoft.com/office/officeart/2005/8/layout/hList1"/>
    <dgm:cxn modelId="{BA75C38A-D7C9-4C77-B23E-5812AE9FFF5E}" type="presOf" srcId="{213CDDBB-D0B9-4B0E-A663-64CC06D402AA}" destId="{6DCA8567-2A0C-495F-89EF-E2ACD7F212C5}" srcOrd="0" destOrd="0" presId="urn:microsoft.com/office/officeart/2005/8/layout/hList1"/>
    <dgm:cxn modelId="{05592E96-87E0-42B6-9737-C07F0D1FEDEB}" type="presOf" srcId="{35FF3044-9DEB-46D4-B378-4D2287D9267F}" destId="{6DCA8567-2A0C-495F-89EF-E2ACD7F212C5}" srcOrd="0" destOrd="1" presId="urn:microsoft.com/office/officeart/2005/8/layout/hList1"/>
    <dgm:cxn modelId="{713B9A97-BBB3-4E0E-9342-4025571F2C9E}" srcId="{D935D4D3-B71E-40E7-9B43-8EA48C09F962}" destId="{213CDDBB-D0B9-4B0E-A663-64CC06D402AA}" srcOrd="0" destOrd="0" parTransId="{0421A28F-0293-42AC-A928-470204AC8C37}" sibTransId="{90CD2B10-6D88-4644-8F03-D3BA84410BD0}"/>
    <dgm:cxn modelId="{34F9ACA2-FD31-4C59-A4B7-19FDBDC96BB6}" type="presOf" srcId="{0E7E2DFB-8107-4645-8DD9-926E005C2E89}" destId="{6AF70D5D-8AD1-4480-BC90-A3ADD1C4AA34}" srcOrd="0" destOrd="0" presId="urn:microsoft.com/office/officeart/2005/8/layout/hList1"/>
    <dgm:cxn modelId="{D8484CBD-7C6F-4E6E-9DA1-845E4E24942D}" srcId="{D935D4D3-B71E-40E7-9B43-8EA48C09F962}" destId="{35FF3044-9DEB-46D4-B378-4D2287D9267F}" srcOrd="1" destOrd="0" parTransId="{5983DDF1-F33D-45C6-B0ED-5612BE17BE6B}" sibTransId="{8EEB0E84-D75B-4F54-A763-F3BCFCA05E45}"/>
    <dgm:cxn modelId="{D29943C3-ECC6-4CBF-99C5-CC0CCEB53886}" srcId="{0E7E2DFB-8107-4645-8DD9-926E005C2E89}" destId="{D935D4D3-B71E-40E7-9B43-8EA48C09F962}" srcOrd="0" destOrd="0" parTransId="{58D292FE-4C4F-46B9-A3B5-F87CD861690F}" sibTransId="{D1A809AF-6E74-46FA-8410-C3153AB0486F}"/>
    <dgm:cxn modelId="{AEAA4C99-5007-43A9-9F48-1ED27E554C69}" type="presParOf" srcId="{6AF70D5D-8AD1-4480-BC90-A3ADD1C4AA34}" destId="{8291B35A-07D7-4508-A5AD-5293AFE655A0}" srcOrd="0" destOrd="0" presId="urn:microsoft.com/office/officeart/2005/8/layout/hList1"/>
    <dgm:cxn modelId="{CD50F756-580D-406A-8664-489F820E6F39}" type="presParOf" srcId="{8291B35A-07D7-4508-A5AD-5293AFE655A0}" destId="{BC3F06E7-72E8-4A6D-BC52-31DA62264A5C}" srcOrd="0" destOrd="0" presId="urn:microsoft.com/office/officeart/2005/8/layout/hList1"/>
    <dgm:cxn modelId="{1D7FB566-AEDD-48F3-8864-9A2BC9C70D08}" type="presParOf" srcId="{8291B35A-07D7-4508-A5AD-5293AFE655A0}" destId="{6DCA8567-2A0C-495F-89EF-E2ACD7F212C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0EF0AFE4-5255-4C4E-8750-488099773D51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1162FCB-516F-4CE0-AE44-3FABAB5FF403}">
      <dgm:prSet/>
      <dgm:spPr/>
      <dgm:t>
        <a:bodyPr/>
        <a:lstStyle/>
        <a:p>
          <a:r>
            <a:rPr lang="ru-RU" b="0" i="0" dirty="0" err="1"/>
            <a:t>обидва</a:t>
          </a:r>
          <a:r>
            <a:rPr lang="ru-RU" b="0" i="0" dirty="0"/>
            <a:t> </a:t>
          </a:r>
          <a:r>
            <a:rPr lang="ru-RU" b="0" i="0" dirty="0" err="1"/>
            <a:t>варіанти</a:t>
          </a:r>
          <a:r>
            <a:rPr lang="ru-RU" b="0" i="0" dirty="0"/>
            <a:t> </a:t>
          </a:r>
          <a:r>
            <a:rPr lang="ru-RU" b="0" i="0" dirty="0" err="1"/>
            <a:t>правильні</a:t>
          </a:r>
          <a:endParaRPr lang="uk-UA" dirty="0"/>
        </a:p>
      </dgm:t>
    </dgm:pt>
    <dgm:pt modelId="{AACD3514-9ADD-4573-9594-7A87CE319D56}" type="parTrans" cxnId="{387976FC-23EF-4132-8FE2-D4FEEF21D659}">
      <dgm:prSet/>
      <dgm:spPr/>
      <dgm:t>
        <a:bodyPr/>
        <a:lstStyle/>
        <a:p>
          <a:endParaRPr lang="uk-UA"/>
        </a:p>
      </dgm:t>
    </dgm:pt>
    <dgm:pt modelId="{2D16E1F9-3FAB-421D-9FBF-B9F53E00A1CA}" type="sibTrans" cxnId="{387976FC-23EF-4132-8FE2-D4FEEF21D659}">
      <dgm:prSet/>
      <dgm:spPr/>
      <dgm:t>
        <a:bodyPr/>
        <a:lstStyle/>
        <a:p>
          <a:endParaRPr lang="uk-UA"/>
        </a:p>
      </dgm:t>
    </dgm:pt>
    <dgm:pt modelId="{1664E6AD-852B-415B-B2D0-9F745B371AD7}">
      <dgm:prSet/>
      <dgm:spPr/>
      <dgm:t>
        <a:bodyPr/>
        <a:lstStyle/>
        <a:p>
          <a:r>
            <a:rPr lang="ru-RU" b="0" i="0"/>
            <a:t>тільки 1-й варіант правильний</a:t>
          </a:r>
          <a:endParaRPr lang="uk-UA"/>
        </a:p>
      </dgm:t>
    </dgm:pt>
    <dgm:pt modelId="{D044F347-73CC-4DDD-8083-EF3F9B0EBEEB}" type="parTrans" cxnId="{7C52EB2F-D273-4F9D-A0FF-1503E6676D35}">
      <dgm:prSet/>
      <dgm:spPr/>
      <dgm:t>
        <a:bodyPr/>
        <a:lstStyle/>
        <a:p>
          <a:endParaRPr lang="uk-UA"/>
        </a:p>
      </dgm:t>
    </dgm:pt>
    <dgm:pt modelId="{AEC81EA2-BEB0-4D76-8532-50ACF52AEC73}" type="sibTrans" cxnId="{7C52EB2F-D273-4F9D-A0FF-1503E6676D35}">
      <dgm:prSet/>
      <dgm:spPr/>
      <dgm:t>
        <a:bodyPr/>
        <a:lstStyle/>
        <a:p>
          <a:endParaRPr lang="uk-UA"/>
        </a:p>
      </dgm:t>
    </dgm:pt>
    <dgm:pt modelId="{9B79C175-56AC-4561-97A3-F38318E57252}">
      <dgm:prSet/>
      <dgm:spPr/>
      <dgm:t>
        <a:bodyPr/>
        <a:lstStyle/>
        <a:p>
          <a:r>
            <a:rPr lang="ru-RU" b="0" i="0" dirty="0" err="1"/>
            <a:t>тільки</a:t>
          </a:r>
          <a:r>
            <a:rPr lang="ru-RU" b="0" i="0" dirty="0"/>
            <a:t> 2-й </a:t>
          </a:r>
          <a:r>
            <a:rPr lang="ru-RU" b="0" i="0" dirty="0" err="1"/>
            <a:t>варіант</a:t>
          </a:r>
          <a:r>
            <a:rPr lang="ru-RU" b="0" i="0" dirty="0"/>
            <a:t> </a:t>
          </a:r>
          <a:r>
            <a:rPr lang="ru-RU" b="0" i="0" dirty="0" err="1"/>
            <a:t>правильний</a:t>
          </a:r>
          <a:endParaRPr lang="uk-UA" dirty="0"/>
        </a:p>
      </dgm:t>
    </dgm:pt>
    <dgm:pt modelId="{A0AC05B5-9D8C-4A21-A4ED-541EF4892EE2}" type="parTrans" cxnId="{A8C8A9B3-5E21-4693-9A8F-A2DEB5E0911F}">
      <dgm:prSet/>
      <dgm:spPr/>
      <dgm:t>
        <a:bodyPr/>
        <a:lstStyle/>
        <a:p>
          <a:endParaRPr lang="uk-UA"/>
        </a:p>
      </dgm:t>
    </dgm:pt>
    <dgm:pt modelId="{808233C8-4E68-494F-88D3-389C00A7B2E8}" type="sibTrans" cxnId="{A8C8A9B3-5E21-4693-9A8F-A2DEB5E0911F}">
      <dgm:prSet/>
      <dgm:spPr/>
      <dgm:t>
        <a:bodyPr/>
        <a:lstStyle/>
        <a:p>
          <a:endParaRPr lang="uk-UA"/>
        </a:p>
      </dgm:t>
    </dgm:pt>
    <dgm:pt modelId="{D0153161-6B64-4355-9078-97D5FB441681}">
      <dgm:prSet/>
      <dgm:spPr/>
      <dgm:t>
        <a:bodyPr/>
        <a:lstStyle/>
        <a:p>
          <a:r>
            <a:rPr lang="ru-RU" b="0" i="0" dirty="0" err="1"/>
            <a:t>обидва</a:t>
          </a:r>
          <a:r>
            <a:rPr lang="ru-RU" b="0" i="0" dirty="0"/>
            <a:t> </a:t>
          </a:r>
          <a:r>
            <a:rPr lang="ru-RU" b="0" i="0" dirty="0" err="1"/>
            <a:t>варіанти</a:t>
          </a:r>
          <a:r>
            <a:rPr lang="ru-RU" b="0" i="0" dirty="0"/>
            <a:t> не </a:t>
          </a:r>
          <a:r>
            <a:rPr lang="ru-RU" b="0" i="0" dirty="0" err="1"/>
            <a:t>правильні</a:t>
          </a:r>
          <a:endParaRPr lang="uk-UA" dirty="0"/>
        </a:p>
      </dgm:t>
    </dgm:pt>
    <dgm:pt modelId="{6BDCC68A-DB68-496D-9F48-48BDA4C415DE}" type="parTrans" cxnId="{FDC59B5F-E92B-48C9-B917-F490BA4970C2}">
      <dgm:prSet/>
      <dgm:spPr/>
      <dgm:t>
        <a:bodyPr/>
        <a:lstStyle/>
        <a:p>
          <a:endParaRPr lang="uk-UA"/>
        </a:p>
      </dgm:t>
    </dgm:pt>
    <dgm:pt modelId="{AD58684A-DF44-449F-81AB-25A614CD8BD9}" type="sibTrans" cxnId="{FDC59B5F-E92B-48C9-B917-F490BA4970C2}">
      <dgm:prSet/>
      <dgm:spPr/>
      <dgm:t>
        <a:bodyPr/>
        <a:lstStyle/>
        <a:p>
          <a:endParaRPr lang="uk-UA"/>
        </a:p>
      </dgm:t>
    </dgm:pt>
    <dgm:pt modelId="{8A05909A-8952-44B1-80BE-6385D2B09986}" type="pres">
      <dgm:prSet presAssocID="{0EF0AFE4-5255-4C4E-8750-488099773D51}" presName="matrix" presStyleCnt="0">
        <dgm:presLayoutVars>
          <dgm:chMax val="1"/>
          <dgm:dir/>
          <dgm:resizeHandles val="exact"/>
        </dgm:presLayoutVars>
      </dgm:prSet>
      <dgm:spPr/>
    </dgm:pt>
    <dgm:pt modelId="{2B97C180-852D-4D32-AE54-D0737C2F75B2}" type="pres">
      <dgm:prSet presAssocID="{0EF0AFE4-5255-4C4E-8750-488099773D51}" presName="diamond" presStyleLbl="bgShp" presStyleIdx="0" presStyleCnt="1"/>
      <dgm:spPr/>
    </dgm:pt>
    <dgm:pt modelId="{B8DBD1A5-4F26-44A2-8B87-8C1CEED5CB0D}" type="pres">
      <dgm:prSet presAssocID="{0EF0AFE4-5255-4C4E-8750-488099773D5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5706862-07B1-4914-B47A-DE51B8D7CFC6}" type="pres">
      <dgm:prSet presAssocID="{0EF0AFE4-5255-4C4E-8750-488099773D5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D160452-4076-444C-B759-C0F9FB693AEB}" type="pres">
      <dgm:prSet presAssocID="{0EF0AFE4-5255-4C4E-8750-488099773D5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4180FAA-56A1-4630-96ED-6D385B355F82}" type="pres">
      <dgm:prSet presAssocID="{0EF0AFE4-5255-4C4E-8750-488099773D5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61DCF1D-936C-41D8-A9AA-D5A92651B1D8}" type="presOf" srcId="{0EF0AFE4-5255-4C4E-8750-488099773D51}" destId="{8A05909A-8952-44B1-80BE-6385D2B09986}" srcOrd="0" destOrd="0" presId="urn:microsoft.com/office/officeart/2005/8/layout/matrix3"/>
    <dgm:cxn modelId="{7C52EB2F-D273-4F9D-A0FF-1503E6676D35}" srcId="{0EF0AFE4-5255-4C4E-8750-488099773D51}" destId="{1664E6AD-852B-415B-B2D0-9F745B371AD7}" srcOrd="1" destOrd="0" parTransId="{D044F347-73CC-4DDD-8083-EF3F9B0EBEEB}" sibTransId="{AEC81EA2-BEB0-4D76-8532-50ACF52AEC73}"/>
    <dgm:cxn modelId="{E66A8835-8FA2-48B1-850B-F9531DB81DE4}" type="presOf" srcId="{21162FCB-516F-4CE0-AE44-3FABAB5FF403}" destId="{B8DBD1A5-4F26-44A2-8B87-8C1CEED5CB0D}" srcOrd="0" destOrd="0" presId="urn:microsoft.com/office/officeart/2005/8/layout/matrix3"/>
    <dgm:cxn modelId="{FDC59B5F-E92B-48C9-B917-F490BA4970C2}" srcId="{0EF0AFE4-5255-4C4E-8750-488099773D51}" destId="{D0153161-6B64-4355-9078-97D5FB441681}" srcOrd="3" destOrd="0" parTransId="{6BDCC68A-DB68-496D-9F48-48BDA4C415DE}" sibTransId="{AD58684A-DF44-449F-81AB-25A614CD8BD9}"/>
    <dgm:cxn modelId="{586F6E7B-3DEF-46C8-B277-7831CD8E2A7A}" type="presOf" srcId="{1664E6AD-852B-415B-B2D0-9F745B371AD7}" destId="{55706862-07B1-4914-B47A-DE51B8D7CFC6}" srcOrd="0" destOrd="0" presId="urn:microsoft.com/office/officeart/2005/8/layout/matrix3"/>
    <dgm:cxn modelId="{6EE5DBAE-DCBF-4182-9FDA-30D4C9F50F2B}" type="presOf" srcId="{9B79C175-56AC-4561-97A3-F38318E57252}" destId="{9D160452-4076-444C-B759-C0F9FB693AEB}" srcOrd="0" destOrd="0" presId="urn:microsoft.com/office/officeart/2005/8/layout/matrix3"/>
    <dgm:cxn modelId="{A8C8A9B3-5E21-4693-9A8F-A2DEB5E0911F}" srcId="{0EF0AFE4-5255-4C4E-8750-488099773D51}" destId="{9B79C175-56AC-4561-97A3-F38318E57252}" srcOrd="2" destOrd="0" parTransId="{A0AC05B5-9D8C-4A21-A4ED-541EF4892EE2}" sibTransId="{808233C8-4E68-494F-88D3-389C00A7B2E8}"/>
    <dgm:cxn modelId="{9E4784F6-E876-4576-BEA1-06F5FEDBC234}" type="presOf" srcId="{D0153161-6B64-4355-9078-97D5FB441681}" destId="{54180FAA-56A1-4630-96ED-6D385B355F82}" srcOrd="0" destOrd="0" presId="urn:microsoft.com/office/officeart/2005/8/layout/matrix3"/>
    <dgm:cxn modelId="{387976FC-23EF-4132-8FE2-D4FEEF21D659}" srcId="{0EF0AFE4-5255-4C4E-8750-488099773D51}" destId="{21162FCB-516F-4CE0-AE44-3FABAB5FF403}" srcOrd="0" destOrd="0" parTransId="{AACD3514-9ADD-4573-9594-7A87CE319D56}" sibTransId="{2D16E1F9-3FAB-421D-9FBF-B9F53E00A1CA}"/>
    <dgm:cxn modelId="{12B7D722-50A8-4782-96C2-F4BBBEF616DA}" type="presParOf" srcId="{8A05909A-8952-44B1-80BE-6385D2B09986}" destId="{2B97C180-852D-4D32-AE54-D0737C2F75B2}" srcOrd="0" destOrd="0" presId="urn:microsoft.com/office/officeart/2005/8/layout/matrix3"/>
    <dgm:cxn modelId="{BCB22B3A-A9E6-4BEB-A959-C40975EBB2BF}" type="presParOf" srcId="{8A05909A-8952-44B1-80BE-6385D2B09986}" destId="{B8DBD1A5-4F26-44A2-8B87-8C1CEED5CB0D}" srcOrd="1" destOrd="0" presId="urn:microsoft.com/office/officeart/2005/8/layout/matrix3"/>
    <dgm:cxn modelId="{9A2E33DF-B51E-4073-9F51-7AD2E75937DF}" type="presParOf" srcId="{8A05909A-8952-44B1-80BE-6385D2B09986}" destId="{55706862-07B1-4914-B47A-DE51B8D7CFC6}" srcOrd="2" destOrd="0" presId="urn:microsoft.com/office/officeart/2005/8/layout/matrix3"/>
    <dgm:cxn modelId="{539E2D9D-94DF-4FEC-9185-6848507B2944}" type="presParOf" srcId="{8A05909A-8952-44B1-80BE-6385D2B09986}" destId="{9D160452-4076-444C-B759-C0F9FB693AEB}" srcOrd="3" destOrd="0" presId="urn:microsoft.com/office/officeart/2005/8/layout/matrix3"/>
    <dgm:cxn modelId="{F8E3F71A-9AA7-49F4-900C-184623BB0A3E}" type="presParOf" srcId="{8A05909A-8952-44B1-80BE-6385D2B09986}" destId="{54180FAA-56A1-4630-96ED-6D385B355F8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5696A1A1-DF83-478D-889B-A3A18B3530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1FC47AC-848A-47F3-BE45-5FAC588D819E}">
      <dgm:prSet/>
      <dgm:spPr/>
      <dgm:t>
        <a:bodyPr/>
        <a:lstStyle/>
        <a:p>
          <a:r>
            <a:rPr lang="uk-UA" b="0" i="0"/>
            <a:t>Запровадження перших писаних законів</a:t>
          </a:r>
          <a:endParaRPr lang="uk-UA"/>
        </a:p>
      </dgm:t>
    </dgm:pt>
    <dgm:pt modelId="{8C21CA43-5255-4919-9563-ED896D1F3442}" type="parTrans" cxnId="{7C0A0580-E712-4D90-A73D-A22075FE1705}">
      <dgm:prSet/>
      <dgm:spPr/>
      <dgm:t>
        <a:bodyPr/>
        <a:lstStyle/>
        <a:p>
          <a:endParaRPr lang="uk-UA"/>
        </a:p>
      </dgm:t>
    </dgm:pt>
    <dgm:pt modelId="{F5C31DD5-1590-4367-B5FF-F2827AF9AF89}" type="sibTrans" cxnId="{7C0A0580-E712-4D90-A73D-A22075FE1705}">
      <dgm:prSet/>
      <dgm:spPr/>
      <dgm:t>
        <a:bodyPr/>
        <a:lstStyle/>
        <a:p>
          <a:endParaRPr lang="uk-UA"/>
        </a:p>
      </dgm:t>
    </dgm:pt>
    <dgm:pt modelId="{F4EABAA7-2942-477F-8A63-BEF55D6081FB}">
      <dgm:prSet/>
      <dgm:spPr/>
      <dgm:t>
        <a:bodyPr/>
        <a:lstStyle/>
        <a:p>
          <a:r>
            <a:rPr lang="uk-UA" b="0" i="0" dirty="0"/>
            <a:t>Ініціювання нової системи престолонаслідування</a:t>
          </a:r>
          <a:endParaRPr lang="uk-UA" dirty="0"/>
        </a:p>
      </dgm:t>
    </dgm:pt>
    <dgm:pt modelId="{8A202ADC-D69F-4211-AD2A-78C0C4BA3320}" type="parTrans" cxnId="{68C679F7-E4ED-4CC0-862E-5D99C7D06780}">
      <dgm:prSet/>
      <dgm:spPr/>
      <dgm:t>
        <a:bodyPr/>
        <a:lstStyle/>
        <a:p>
          <a:endParaRPr lang="uk-UA"/>
        </a:p>
      </dgm:t>
    </dgm:pt>
    <dgm:pt modelId="{8B20601A-E483-4387-AFE0-818FE5F70CA6}" type="sibTrans" cxnId="{68C679F7-E4ED-4CC0-862E-5D99C7D06780}">
      <dgm:prSet/>
      <dgm:spPr/>
      <dgm:t>
        <a:bodyPr/>
        <a:lstStyle/>
        <a:p>
          <a:endParaRPr lang="uk-UA"/>
        </a:p>
      </dgm:t>
    </dgm:pt>
    <dgm:pt modelId="{A05EC7D0-EF75-4264-B431-18CD8BFB2494}">
      <dgm:prSet/>
      <dgm:spPr/>
      <dgm:t>
        <a:bodyPr/>
        <a:lstStyle/>
        <a:p>
          <a:r>
            <a:rPr lang="uk-UA" b="0" i="0"/>
            <a:t>Хрещення Русі</a:t>
          </a:r>
          <a:endParaRPr lang="uk-UA"/>
        </a:p>
      </dgm:t>
    </dgm:pt>
    <dgm:pt modelId="{CC51B3B6-7D0B-4A80-8ED2-B796E14A6604}" type="parTrans" cxnId="{DC008061-BE84-42A5-8CC2-5ADFB47BA97E}">
      <dgm:prSet/>
      <dgm:spPr/>
      <dgm:t>
        <a:bodyPr/>
        <a:lstStyle/>
        <a:p>
          <a:endParaRPr lang="uk-UA"/>
        </a:p>
      </dgm:t>
    </dgm:pt>
    <dgm:pt modelId="{677C44B5-A9D4-4D7C-98A9-C86CC2B66269}" type="sibTrans" cxnId="{DC008061-BE84-42A5-8CC2-5ADFB47BA97E}">
      <dgm:prSet/>
      <dgm:spPr/>
      <dgm:t>
        <a:bodyPr/>
        <a:lstStyle/>
        <a:p>
          <a:endParaRPr lang="uk-UA"/>
        </a:p>
      </dgm:t>
    </dgm:pt>
    <dgm:pt modelId="{3912C9B2-B2E4-4004-874D-B895314061E0}">
      <dgm:prSet/>
      <dgm:spPr/>
      <dgm:t>
        <a:bodyPr/>
        <a:lstStyle/>
        <a:p>
          <a:r>
            <a:rPr lang="uk-UA" b="0" i="0" dirty="0"/>
            <a:t>Скликання князівських з’їздів (</a:t>
          </a:r>
          <a:r>
            <a:rPr lang="uk-UA" b="0" i="0" dirty="0" err="1"/>
            <a:t>снемів</a:t>
          </a:r>
          <a:endParaRPr lang="uk-UA" dirty="0"/>
        </a:p>
      </dgm:t>
    </dgm:pt>
    <dgm:pt modelId="{6BE66B46-5871-4C86-8E2C-0D7CF50B690D}" type="parTrans" cxnId="{AEDE0032-D5CD-4FA5-BB3C-3FDEB39E0F1E}">
      <dgm:prSet/>
      <dgm:spPr/>
      <dgm:t>
        <a:bodyPr/>
        <a:lstStyle/>
        <a:p>
          <a:endParaRPr lang="uk-UA"/>
        </a:p>
      </dgm:t>
    </dgm:pt>
    <dgm:pt modelId="{AD79E321-89DD-4423-B4E7-E4024243D990}" type="sibTrans" cxnId="{AEDE0032-D5CD-4FA5-BB3C-3FDEB39E0F1E}">
      <dgm:prSet/>
      <dgm:spPr/>
      <dgm:t>
        <a:bodyPr/>
        <a:lstStyle/>
        <a:p>
          <a:endParaRPr lang="uk-UA"/>
        </a:p>
      </dgm:t>
    </dgm:pt>
    <dgm:pt modelId="{F9BA78C6-C7D5-4643-A530-4E8B1DBD6325}" type="pres">
      <dgm:prSet presAssocID="{5696A1A1-DF83-478D-889B-A3A18B3530B9}" presName="linear" presStyleCnt="0">
        <dgm:presLayoutVars>
          <dgm:animLvl val="lvl"/>
          <dgm:resizeHandles val="exact"/>
        </dgm:presLayoutVars>
      </dgm:prSet>
      <dgm:spPr/>
    </dgm:pt>
    <dgm:pt modelId="{8D8A3B92-7B59-4CBD-A478-B9792A86EE10}" type="pres">
      <dgm:prSet presAssocID="{E1FC47AC-848A-47F3-BE45-5FAC588D819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E912EFE-3809-4CA9-B5DB-B7710020BDDD}" type="pres">
      <dgm:prSet presAssocID="{F5C31DD5-1590-4367-B5FF-F2827AF9AF89}" presName="spacer" presStyleCnt="0"/>
      <dgm:spPr/>
    </dgm:pt>
    <dgm:pt modelId="{51CF8618-A925-4386-B50C-E31B7573B004}" type="pres">
      <dgm:prSet presAssocID="{F4EABAA7-2942-477F-8A63-BEF55D6081F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32B79D5-2384-4393-9B7B-9AE0DB925149}" type="pres">
      <dgm:prSet presAssocID="{8B20601A-E483-4387-AFE0-818FE5F70CA6}" presName="spacer" presStyleCnt="0"/>
      <dgm:spPr/>
    </dgm:pt>
    <dgm:pt modelId="{532FCCDC-1464-43E6-A639-1029DCD61C24}" type="pres">
      <dgm:prSet presAssocID="{A05EC7D0-EF75-4264-B431-18CD8BFB249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D26C178-0B6E-4808-AC45-2173C20EF8A6}" type="pres">
      <dgm:prSet presAssocID="{677C44B5-A9D4-4D7C-98A9-C86CC2B66269}" presName="spacer" presStyleCnt="0"/>
      <dgm:spPr/>
    </dgm:pt>
    <dgm:pt modelId="{ADA9ABB1-8DD2-4563-856D-709CCFD443D6}" type="pres">
      <dgm:prSet presAssocID="{3912C9B2-B2E4-4004-874D-B895314061E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8293018-F5D3-482E-B4E9-CDDBAF719EC6}" type="presOf" srcId="{F4EABAA7-2942-477F-8A63-BEF55D6081FB}" destId="{51CF8618-A925-4386-B50C-E31B7573B004}" srcOrd="0" destOrd="0" presId="urn:microsoft.com/office/officeart/2005/8/layout/vList2"/>
    <dgm:cxn modelId="{AEDE0032-D5CD-4FA5-BB3C-3FDEB39E0F1E}" srcId="{5696A1A1-DF83-478D-889B-A3A18B3530B9}" destId="{3912C9B2-B2E4-4004-874D-B895314061E0}" srcOrd="3" destOrd="0" parTransId="{6BE66B46-5871-4C86-8E2C-0D7CF50B690D}" sibTransId="{AD79E321-89DD-4423-B4E7-E4024243D990}"/>
    <dgm:cxn modelId="{DC008061-BE84-42A5-8CC2-5ADFB47BA97E}" srcId="{5696A1A1-DF83-478D-889B-A3A18B3530B9}" destId="{A05EC7D0-EF75-4264-B431-18CD8BFB2494}" srcOrd="2" destOrd="0" parTransId="{CC51B3B6-7D0B-4A80-8ED2-B796E14A6604}" sibTransId="{677C44B5-A9D4-4D7C-98A9-C86CC2B66269}"/>
    <dgm:cxn modelId="{0734A058-055B-4199-936B-B530885E0DBF}" type="presOf" srcId="{3912C9B2-B2E4-4004-874D-B895314061E0}" destId="{ADA9ABB1-8DD2-4563-856D-709CCFD443D6}" srcOrd="0" destOrd="0" presId="urn:microsoft.com/office/officeart/2005/8/layout/vList2"/>
    <dgm:cxn modelId="{53C72259-BAA9-4DA7-9F90-B7045124AB3F}" type="presOf" srcId="{E1FC47AC-848A-47F3-BE45-5FAC588D819E}" destId="{8D8A3B92-7B59-4CBD-A478-B9792A86EE10}" srcOrd="0" destOrd="0" presId="urn:microsoft.com/office/officeart/2005/8/layout/vList2"/>
    <dgm:cxn modelId="{32AE6C7D-3FDB-403E-A542-6DD8A369608D}" type="presOf" srcId="{A05EC7D0-EF75-4264-B431-18CD8BFB2494}" destId="{532FCCDC-1464-43E6-A639-1029DCD61C24}" srcOrd="0" destOrd="0" presId="urn:microsoft.com/office/officeart/2005/8/layout/vList2"/>
    <dgm:cxn modelId="{7C0A0580-E712-4D90-A73D-A22075FE1705}" srcId="{5696A1A1-DF83-478D-889B-A3A18B3530B9}" destId="{E1FC47AC-848A-47F3-BE45-5FAC588D819E}" srcOrd="0" destOrd="0" parTransId="{8C21CA43-5255-4919-9563-ED896D1F3442}" sibTransId="{F5C31DD5-1590-4367-B5FF-F2827AF9AF89}"/>
    <dgm:cxn modelId="{6BD5AC8D-7F28-478E-9707-4E3C7C85CD43}" type="presOf" srcId="{5696A1A1-DF83-478D-889B-A3A18B3530B9}" destId="{F9BA78C6-C7D5-4643-A530-4E8B1DBD6325}" srcOrd="0" destOrd="0" presId="urn:microsoft.com/office/officeart/2005/8/layout/vList2"/>
    <dgm:cxn modelId="{68C679F7-E4ED-4CC0-862E-5D99C7D06780}" srcId="{5696A1A1-DF83-478D-889B-A3A18B3530B9}" destId="{F4EABAA7-2942-477F-8A63-BEF55D6081FB}" srcOrd="1" destOrd="0" parTransId="{8A202ADC-D69F-4211-AD2A-78C0C4BA3320}" sibTransId="{8B20601A-E483-4387-AFE0-818FE5F70CA6}"/>
    <dgm:cxn modelId="{45782703-0AE1-4117-A39B-25590817CD07}" type="presParOf" srcId="{F9BA78C6-C7D5-4643-A530-4E8B1DBD6325}" destId="{8D8A3B92-7B59-4CBD-A478-B9792A86EE10}" srcOrd="0" destOrd="0" presId="urn:microsoft.com/office/officeart/2005/8/layout/vList2"/>
    <dgm:cxn modelId="{90C9D785-766F-448C-A46D-F2E77035ACE3}" type="presParOf" srcId="{F9BA78C6-C7D5-4643-A530-4E8B1DBD6325}" destId="{8E912EFE-3809-4CA9-B5DB-B7710020BDDD}" srcOrd="1" destOrd="0" presId="urn:microsoft.com/office/officeart/2005/8/layout/vList2"/>
    <dgm:cxn modelId="{A9BA633F-BBBF-434C-8AE6-068223CE8AB7}" type="presParOf" srcId="{F9BA78C6-C7D5-4643-A530-4E8B1DBD6325}" destId="{51CF8618-A925-4386-B50C-E31B7573B004}" srcOrd="2" destOrd="0" presId="urn:microsoft.com/office/officeart/2005/8/layout/vList2"/>
    <dgm:cxn modelId="{686B124C-E124-4156-9ECC-7F206175DF8E}" type="presParOf" srcId="{F9BA78C6-C7D5-4643-A530-4E8B1DBD6325}" destId="{132B79D5-2384-4393-9B7B-9AE0DB925149}" srcOrd="3" destOrd="0" presId="urn:microsoft.com/office/officeart/2005/8/layout/vList2"/>
    <dgm:cxn modelId="{AB1BAFAC-0E67-485B-9593-9FDA581F7B20}" type="presParOf" srcId="{F9BA78C6-C7D5-4643-A530-4E8B1DBD6325}" destId="{532FCCDC-1464-43E6-A639-1029DCD61C24}" srcOrd="4" destOrd="0" presId="urn:microsoft.com/office/officeart/2005/8/layout/vList2"/>
    <dgm:cxn modelId="{9FE12445-7F3F-47F7-B0EC-5387B43D5A22}" type="presParOf" srcId="{F9BA78C6-C7D5-4643-A530-4E8B1DBD6325}" destId="{CD26C178-0B6E-4808-AC45-2173C20EF8A6}" srcOrd="5" destOrd="0" presId="urn:microsoft.com/office/officeart/2005/8/layout/vList2"/>
    <dgm:cxn modelId="{1E4C4DB0-DCFE-4F02-8F12-71423F94FB7F}" type="presParOf" srcId="{F9BA78C6-C7D5-4643-A530-4E8B1DBD6325}" destId="{ADA9ABB1-8DD2-4563-856D-709CCFD443D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083F6396-7AB4-46D6-AB17-9A5B2022F3F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2BA725B-C9E1-4708-976F-A09837347A50}">
      <dgm:prSet/>
      <dgm:spPr/>
      <dgm:t>
        <a:bodyPr/>
        <a:lstStyle/>
        <a:p>
          <a:r>
            <a:rPr lang="ru-RU" b="0" i="0"/>
            <a:t>Розбудова Києва - будівництво "міста Володимира"</a:t>
          </a:r>
          <a:endParaRPr lang="uk-UA"/>
        </a:p>
      </dgm:t>
    </dgm:pt>
    <dgm:pt modelId="{F8D625BD-D87A-412E-8FA9-82B8450CB9D4}" type="parTrans" cxnId="{17C264E7-19AF-4E60-A021-4EBD3A91A357}">
      <dgm:prSet/>
      <dgm:spPr/>
      <dgm:t>
        <a:bodyPr/>
        <a:lstStyle/>
        <a:p>
          <a:endParaRPr lang="uk-UA"/>
        </a:p>
      </dgm:t>
    </dgm:pt>
    <dgm:pt modelId="{CB80426C-E936-4F02-8FF0-154130E8CCEF}" type="sibTrans" cxnId="{17C264E7-19AF-4E60-A021-4EBD3A91A357}">
      <dgm:prSet/>
      <dgm:spPr/>
      <dgm:t>
        <a:bodyPr/>
        <a:lstStyle/>
        <a:p>
          <a:endParaRPr lang="uk-UA"/>
        </a:p>
      </dgm:t>
    </dgm:pt>
    <dgm:pt modelId="{10A35866-1E2F-411C-866C-8B7D39A0D07E}">
      <dgm:prSet/>
      <dgm:spPr/>
      <dgm:t>
        <a:bodyPr/>
        <a:lstStyle/>
        <a:p>
          <a:r>
            <a:rPr lang="ru-RU" b="0" i="0" dirty="0" err="1"/>
            <a:t>Здійснення</a:t>
          </a:r>
          <a:r>
            <a:rPr lang="ru-RU" b="0" i="0" dirty="0"/>
            <a:t> походу на Константинополь</a:t>
          </a:r>
          <a:endParaRPr lang="uk-UA" dirty="0"/>
        </a:p>
      </dgm:t>
    </dgm:pt>
    <dgm:pt modelId="{88B48379-45EA-4835-84E3-7441E8863CD6}" type="parTrans" cxnId="{44D51510-AC12-4CDB-9C06-DA0F033B2B74}">
      <dgm:prSet/>
      <dgm:spPr/>
      <dgm:t>
        <a:bodyPr/>
        <a:lstStyle/>
        <a:p>
          <a:endParaRPr lang="uk-UA"/>
        </a:p>
      </dgm:t>
    </dgm:pt>
    <dgm:pt modelId="{72E8F7C3-A769-400A-9CE2-E1D5B603A3C4}" type="sibTrans" cxnId="{44D51510-AC12-4CDB-9C06-DA0F033B2B74}">
      <dgm:prSet/>
      <dgm:spPr/>
      <dgm:t>
        <a:bodyPr/>
        <a:lstStyle/>
        <a:p>
          <a:endParaRPr lang="uk-UA"/>
        </a:p>
      </dgm:t>
    </dgm:pt>
    <dgm:pt modelId="{8BFDA549-C3A2-4792-B901-570C8A9F3006}">
      <dgm:prSet/>
      <dgm:spPr/>
      <dgm:t>
        <a:bodyPr/>
        <a:lstStyle/>
        <a:p>
          <a:r>
            <a:rPr lang="ru-RU" b="0" i="0" dirty="0" err="1"/>
            <a:t>Об’єднання</a:t>
          </a:r>
          <a:r>
            <a:rPr lang="ru-RU" b="0" i="0" dirty="0"/>
            <a:t> руських </a:t>
          </a:r>
          <a:r>
            <a:rPr lang="ru-RU" b="0" i="0" dirty="0" err="1"/>
            <a:t>князів</a:t>
          </a:r>
          <a:r>
            <a:rPr lang="ru-RU" b="0" i="0" dirty="0"/>
            <a:t> для </a:t>
          </a:r>
          <a:r>
            <a:rPr lang="ru-RU" b="0" i="0" dirty="0" err="1"/>
            <a:t>боротьби</a:t>
          </a:r>
          <a:r>
            <a:rPr lang="ru-RU" b="0" i="0" dirty="0"/>
            <a:t> </a:t>
          </a:r>
          <a:r>
            <a:rPr lang="ru-RU" b="0" i="0" dirty="0" err="1"/>
            <a:t>проти</a:t>
          </a:r>
          <a:r>
            <a:rPr lang="ru-RU" b="0" i="0" dirty="0"/>
            <a:t> </a:t>
          </a:r>
          <a:r>
            <a:rPr lang="ru-RU" b="0" i="0" dirty="0" err="1"/>
            <a:t>половецької</a:t>
          </a:r>
          <a:r>
            <a:rPr lang="ru-RU" b="0" i="0" dirty="0"/>
            <a:t> </a:t>
          </a:r>
          <a:r>
            <a:rPr lang="ru-RU" b="0" i="0" dirty="0" err="1"/>
            <a:t>загрози</a:t>
          </a:r>
          <a:endParaRPr lang="uk-UA" dirty="0"/>
        </a:p>
      </dgm:t>
    </dgm:pt>
    <dgm:pt modelId="{B0F33E67-BD9C-46F3-942E-A8DDFD40E7DB}" type="parTrans" cxnId="{58DCF146-5806-48CC-A840-43238E64CA17}">
      <dgm:prSet/>
      <dgm:spPr/>
      <dgm:t>
        <a:bodyPr/>
        <a:lstStyle/>
        <a:p>
          <a:endParaRPr lang="uk-UA"/>
        </a:p>
      </dgm:t>
    </dgm:pt>
    <dgm:pt modelId="{33A89438-E329-4053-B673-2071B70B77D8}" type="sibTrans" cxnId="{58DCF146-5806-48CC-A840-43238E64CA17}">
      <dgm:prSet/>
      <dgm:spPr/>
      <dgm:t>
        <a:bodyPr/>
        <a:lstStyle/>
        <a:p>
          <a:endParaRPr lang="uk-UA"/>
        </a:p>
      </dgm:t>
    </dgm:pt>
    <dgm:pt modelId="{6317E4BD-EB69-4F70-B153-4E6AFBBBD0F5}" type="pres">
      <dgm:prSet presAssocID="{083F6396-7AB4-46D6-AB17-9A5B2022F3FE}" presName="linear" presStyleCnt="0">
        <dgm:presLayoutVars>
          <dgm:animLvl val="lvl"/>
          <dgm:resizeHandles val="exact"/>
        </dgm:presLayoutVars>
      </dgm:prSet>
      <dgm:spPr/>
    </dgm:pt>
    <dgm:pt modelId="{75AE912D-529C-4479-A5C2-AFD6E8705FB2}" type="pres">
      <dgm:prSet presAssocID="{62BA725B-C9E1-4708-976F-A09837347A5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C3090D9-32B3-4963-9070-4D1A4F120D55}" type="pres">
      <dgm:prSet presAssocID="{CB80426C-E936-4F02-8FF0-154130E8CCEF}" presName="spacer" presStyleCnt="0"/>
      <dgm:spPr/>
    </dgm:pt>
    <dgm:pt modelId="{4CB1C0B0-66E9-43EB-936D-0CCC7CE44AD7}" type="pres">
      <dgm:prSet presAssocID="{10A35866-1E2F-411C-866C-8B7D39A0D07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1BB1DCF-17BE-4F48-92B1-0B2765420A93}" type="pres">
      <dgm:prSet presAssocID="{72E8F7C3-A769-400A-9CE2-E1D5B603A3C4}" presName="spacer" presStyleCnt="0"/>
      <dgm:spPr/>
    </dgm:pt>
    <dgm:pt modelId="{37809059-808B-4109-9ACF-97ADA40D3EC0}" type="pres">
      <dgm:prSet presAssocID="{8BFDA549-C3A2-4792-B901-570C8A9F300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4D51510-AC12-4CDB-9C06-DA0F033B2B74}" srcId="{083F6396-7AB4-46D6-AB17-9A5B2022F3FE}" destId="{10A35866-1E2F-411C-866C-8B7D39A0D07E}" srcOrd="1" destOrd="0" parTransId="{88B48379-45EA-4835-84E3-7441E8863CD6}" sibTransId="{72E8F7C3-A769-400A-9CE2-E1D5B603A3C4}"/>
    <dgm:cxn modelId="{D687C111-5ADF-405A-BCAB-A5C68C44C4AE}" type="presOf" srcId="{8BFDA549-C3A2-4792-B901-570C8A9F3006}" destId="{37809059-808B-4109-9ACF-97ADA40D3EC0}" srcOrd="0" destOrd="0" presId="urn:microsoft.com/office/officeart/2005/8/layout/vList2"/>
    <dgm:cxn modelId="{CFAEE320-BB3B-4415-9BB8-532BEADFC431}" type="presOf" srcId="{10A35866-1E2F-411C-866C-8B7D39A0D07E}" destId="{4CB1C0B0-66E9-43EB-936D-0CCC7CE44AD7}" srcOrd="0" destOrd="0" presId="urn:microsoft.com/office/officeart/2005/8/layout/vList2"/>
    <dgm:cxn modelId="{C30BA343-AA00-48B2-B84C-63C60C4C8684}" type="presOf" srcId="{083F6396-7AB4-46D6-AB17-9A5B2022F3FE}" destId="{6317E4BD-EB69-4F70-B153-4E6AFBBBD0F5}" srcOrd="0" destOrd="0" presId="urn:microsoft.com/office/officeart/2005/8/layout/vList2"/>
    <dgm:cxn modelId="{58DCF146-5806-48CC-A840-43238E64CA17}" srcId="{083F6396-7AB4-46D6-AB17-9A5B2022F3FE}" destId="{8BFDA549-C3A2-4792-B901-570C8A9F3006}" srcOrd="2" destOrd="0" parTransId="{B0F33E67-BD9C-46F3-942E-A8DDFD40E7DB}" sibTransId="{33A89438-E329-4053-B673-2071B70B77D8}"/>
    <dgm:cxn modelId="{A53AF2DD-96DC-4826-97C1-8A2B18E2E889}" type="presOf" srcId="{62BA725B-C9E1-4708-976F-A09837347A50}" destId="{75AE912D-529C-4479-A5C2-AFD6E8705FB2}" srcOrd="0" destOrd="0" presId="urn:microsoft.com/office/officeart/2005/8/layout/vList2"/>
    <dgm:cxn modelId="{17C264E7-19AF-4E60-A021-4EBD3A91A357}" srcId="{083F6396-7AB4-46D6-AB17-9A5B2022F3FE}" destId="{62BA725B-C9E1-4708-976F-A09837347A50}" srcOrd="0" destOrd="0" parTransId="{F8D625BD-D87A-412E-8FA9-82B8450CB9D4}" sibTransId="{CB80426C-E936-4F02-8FF0-154130E8CCEF}"/>
    <dgm:cxn modelId="{63D0CA97-A84B-4342-AAB4-F5BCB09C9775}" type="presParOf" srcId="{6317E4BD-EB69-4F70-B153-4E6AFBBBD0F5}" destId="{75AE912D-529C-4479-A5C2-AFD6E8705FB2}" srcOrd="0" destOrd="0" presId="urn:microsoft.com/office/officeart/2005/8/layout/vList2"/>
    <dgm:cxn modelId="{064CA747-F8F7-4EF5-ADBB-CD294BFDD5C4}" type="presParOf" srcId="{6317E4BD-EB69-4F70-B153-4E6AFBBBD0F5}" destId="{2C3090D9-32B3-4963-9070-4D1A4F120D55}" srcOrd="1" destOrd="0" presId="urn:microsoft.com/office/officeart/2005/8/layout/vList2"/>
    <dgm:cxn modelId="{5A00FEFE-4FBC-41D2-B135-1E9924B8A2F1}" type="presParOf" srcId="{6317E4BD-EB69-4F70-B153-4E6AFBBBD0F5}" destId="{4CB1C0B0-66E9-43EB-936D-0CCC7CE44AD7}" srcOrd="2" destOrd="0" presId="urn:microsoft.com/office/officeart/2005/8/layout/vList2"/>
    <dgm:cxn modelId="{A132857F-1012-4281-87F1-23C0D36C9B88}" type="presParOf" srcId="{6317E4BD-EB69-4F70-B153-4E6AFBBBD0F5}" destId="{21BB1DCF-17BE-4F48-92B1-0B2765420A93}" srcOrd="3" destOrd="0" presId="urn:microsoft.com/office/officeart/2005/8/layout/vList2"/>
    <dgm:cxn modelId="{446F4E0D-DE31-47F7-AC4E-829F1D53A740}" type="presParOf" srcId="{6317E4BD-EB69-4F70-B153-4E6AFBBBD0F5}" destId="{37809059-808B-4109-9ACF-97ADA40D3EC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034E87E4-7830-499B-AB4E-E1782DA53B84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69DB5F1-0F19-4492-B429-F56D4B6282C1}">
      <dgm:prSet/>
      <dgm:spPr/>
      <dgm:t>
        <a:bodyPr/>
        <a:lstStyle/>
        <a:p>
          <a:r>
            <a:rPr lang="ru-RU" b="0" i="0" dirty="0"/>
            <a:t>1054 р.</a:t>
          </a:r>
          <a:endParaRPr lang="uk-UA" dirty="0"/>
        </a:p>
      </dgm:t>
    </dgm:pt>
    <dgm:pt modelId="{48D65827-BE13-4668-8D8F-A4DAD96E8CC3}" type="parTrans" cxnId="{EA719504-AA23-4A40-80D4-6ABAAEA94604}">
      <dgm:prSet/>
      <dgm:spPr/>
      <dgm:t>
        <a:bodyPr/>
        <a:lstStyle/>
        <a:p>
          <a:endParaRPr lang="uk-UA"/>
        </a:p>
      </dgm:t>
    </dgm:pt>
    <dgm:pt modelId="{23F2AE96-4803-4002-8B1E-9B8166DA8DB2}" type="sibTrans" cxnId="{EA719504-AA23-4A40-80D4-6ABAAEA94604}">
      <dgm:prSet/>
      <dgm:spPr/>
      <dgm:t>
        <a:bodyPr/>
        <a:lstStyle/>
        <a:p>
          <a:endParaRPr lang="uk-UA"/>
        </a:p>
      </dgm:t>
    </dgm:pt>
    <dgm:pt modelId="{79DA3B04-FB5A-4C18-9958-B6547728EABE}">
      <dgm:prSet/>
      <dgm:spPr/>
      <dgm:t>
        <a:bodyPr/>
        <a:lstStyle/>
        <a:p>
          <a:r>
            <a:rPr lang="ru-RU" b="0" i="0"/>
            <a:t>1097 р.</a:t>
          </a:r>
          <a:endParaRPr lang="uk-UA"/>
        </a:p>
      </dgm:t>
    </dgm:pt>
    <dgm:pt modelId="{344B9DB7-484E-40C7-9D49-1150B8E0EDC7}" type="parTrans" cxnId="{F0E6FDCE-0560-4C63-B795-E1B396DDCD94}">
      <dgm:prSet/>
      <dgm:spPr/>
      <dgm:t>
        <a:bodyPr/>
        <a:lstStyle/>
        <a:p>
          <a:endParaRPr lang="uk-UA"/>
        </a:p>
      </dgm:t>
    </dgm:pt>
    <dgm:pt modelId="{15AB67DE-5608-4587-B3F5-F1E7606C55F0}" type="sibTrans" cxnId="{F0E6FDCE-0560-4C63-B795-E1B396DDCD94}">
      <dgm:prSet/>
      <dgm:spPr/>
      <dgm:t>
        <a:bodyPr/>
        <a:lstStyle/>
        <a:p>
          <a:endParaRPr lang="uk-UA"/>
        </a:p>
      </dgm:t>
    </dgm:pt>
    <dgm:pt modelId="{BEBE5259-72EE-454A-A6C8-85CA634E2280}">
      <dgm:prSet/>
      <dgm:spPr/>
      <dgm:t>
        <a:bodyPr/>
        <a:lstStyle/>
        <a:p>
          <a:r>
            <a:rPr lang="ru-RU" b="0" i="0" dirty="0"/>
            <a:t>1113 р.</a:t>
          </a:r>
          <a:endParaRPr lang="uk-UA" dirty="0"/>
        </a:p>
      </dgm:t>
    </dgm:pt>
    <dgm:pt modelId="{E14A3F41-3C54-4E37-83DA-0474DE08125A}" type="parTrans" cxnId="{36FAA913-EAC6-450E-A99E-76D383E50491}">
      <dgm:prSet/>
      <dgm:spPr/>
      <dgm:t>
        <a:bodyPr/>
        <a:lstStyle/>
        <a:p>
          <a:endParaRPr lang="uk-UA"/>
        </a:p>
      </dgm:t>
    </dgm:pt>
    <dgm:pt modelId="{6874C579-5720-4584-A5DB-558ED8881665}" type="sibTrans" cxnId="{36FAA913-EAC6-450E-A99E-76D383E50491}">
      <dgm:prSet/>
      <dgm:spPr/>
      <dgm:t>
        <a:bodyPr/>
        <a:lstStyle/>
        <a:p>
          <a:endParaRPr lang="uk-UA"/>
        </a:p>
      </dgm:t>
    </dgm:pt>
    <dgm:pt modelId="{7C4C26CB-3059-4B81-897F-963EE4B818B8}">
      <dgm:prSet/>
      <dgm:spPr/>
      <dgm:t>
        <a:bodyPr/>
        <a:lstStyle/>
        <a:p>
          <a:r>
            <a:rPr lang="ru-RU" b="0" i="0" dirty="0"/>
            <a:t>1199 р.</a:t>
          </a:r>
          <a:endParaRPr lang="uk-UA" dirty="0"/>
        </a:p>
      </dgm:t>
    </dgm:pt>
    <dgm:pt modelId="{1BB49AEA-91CE-42D2-AFFA-DD8C9561A86F}" type="parTrans" cxnId="{DDE659B5-5FF8-42E6-B8AC-1F711BCF02CE}">
      <dgm:prSet/>
      <dgm:spPr/>
      <dgm:t>
        <a:bodyPr/>
        <a:lstStyle/>
        <a:p>
          <a:endParaRPr lang="uk-UA"/>
        </a:p>
      </dgm:t>
    </dgm:pt>
    <dgm:pt modelId="{85D68B64-20BF-439C-8C05-736E2DC98289}" type="sibTrans" cxnId="{DDE659B5-5FF8-42E6-B8AC-1F711BCF02CE}">
      <dgm:prSet/>
      <dgm:spPr/>
      <dgm:t>
        <a:bodyPr/>
        <a:lstStyle/>
        <a:p>
          <a:endParaRPr lang="uk-UA"/>
        </a:p>
      </dgm:t>
    </dgm:pt>
    <dgm:pt modelId="{0B17A706-1058-4702-AD75-DADCCB70758C}" type="pres">
      <dgm:prSet presAssocID="{034E87E4-7830-499B-AB4E-E1782DA53B84}" presName="matrix" presStyleCnt="0">
        <dgm:presLayoutVars>
          <dgm:chMax val="1"/>
          <dgm:dir/>
          <dgm:resizeHandles val="exact"/>
        </dgm:presLayoutVars>
      </dgm:prSet>
      <dgm:spPr/>
    </dgm:pt>
    <dgm:pt modelId="{412FAC60-6D6D-4B7A-A9F2-7A504A705166}" type="pres">
      <dgm:prSet presAssocID="{034E87E4-7830-499B-AB4E-E1782DA53B84}" presName="diamond" presStyleLbl="bgShp" presStyleIdx="0" presStyleCnt="1"/>
      <dgm:spPr/>
    </dgm:pt>
    <dgm:pt modelId="{237649FD-5B79-4562-A211-4377A5B9D918}" type="pres">
      <dgm:prSet presAssocID="{034E87E4-7830-499B-AB4E-E1782DA53B84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84A0B3F-1813-4DFD-842E-1BEEC90BD9D9}" type="pres">
      <dgm:prSet presAssocID="{034E87E4-7830-499B-AB4E-E1782DA53B84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25C7BCE-8270-4AAC-8297-127742273133}" type="pres">
      <dgm:prSet presAssocID="{034E87E4-7830-499B-AB4E-E1782DA53B84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A1A7711-CFEA-4658-805B-06739C19F55F}" type="pres">
      <dgm:prSet presAssocID="{034E87E4-7830-499B-AB4E-E1782DA53B84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24D7300-B25C-4426-9E1D-6A64D0FC13B9}" type="presOf" srcId="{BEBE5259-72EE-454A-A6C8-85CA634E2280}" destId="{625C7BCE-8270-4AAC-8297-127742273133}" srcOrd="0" destOrd="0" presId="urn:microsoft.com/office/officeart/2005/8/layout/matrix3"/>
    <dgm:cxn modelId="{EA719504-AA23-4A40-80D4-6ABAAEA94604}" srcId="{034E87E4-7830-499B-AB4E-E1782DA53B84}" destId="{A69DB5F1-0F19-4492-B429-F56D4B6282C1}" srcOrd="0" destOrd="0" parTransId="{48D65827-BE13-4668-8D8F-A4DAD96E8CC3}" sibTransId="{23F2AE96-4803-4002-8B1E-9B8166DA8DB2}"/>
    <dgm:cxn modelId="{3F1AB709-7A3F-498C-BE32-25BCB88FC0A3}" type="presOf" srcId="{034E87E4-7830-499B-AB4E-E1782DA53B84}" destId="{0B17A706-1058-4702-AD75-DADCCB70758C}" srcOrd="0" destOrd="0" presId="urn:microsoft.com/office/officeart/2005/8/layout/matrix3"/>
    <dgm:cxn modelId="{36FAA913-EAC6-450E-A99E-76D383E50491}" srcId="{034E87E4-7830-499B-AB4E-E1782DA53B84}" destId="{BEBE5259-72EE-454A-A6C8-85CA634E2280}" srcOrd="2" destOrd="0" parTransId="{E14A3F41-3C54-4E37-83DA-0474DE08125A}" sibTransId="{6874C579-5720-4584-A5DB-558ED8881665}"/>
    <dgm:cxn modelId="{2BFFF23A-12BD-4E02-8F35-B9FC32EF7CC6}" type="presOf" srcId="{A69DB5F1-0F19-4492-B429-F56D4B6282C1}" destId="{237649FD-5B79-4562-A211-4377A5B9D918}" srcOrd="0" destOrd="0" presId="urn:microsoft.com/office/officeart/2005/8/layout/matrix3"/>
    <dgm:cxn modelId="{FD8D867C-2905-4DB5-8C95-4D1F48F7143D}" type="presOf" srcId="{7C4C26CB-3059-4B81-897F-963EE4B818B8}" destId="{5A1A7711-CFEA-4658-805B-06739C19F55F}" srcOrd="0" destOrd="0" presId="urn:microsoft.com/office/officeart/2005/8/layout/matrix3"/>
    <dgm:cxn modelId="{DDE659B5-5FF8-42E6-B8AC-1F711BCF02CE}" srcId="{034E87E4-7830-499B-AB4E-E1782DA53B84}" destId="{7C4C26CB-3059-4B81-897F-963EE4B818B8}" srcOrd="3" destOrd="0" parTransId="{1BB49AEA-91CE-42D2-AFFA-DD8C9561A86F}" sibTransId="{85D68B64-20BF-439C-8C05-736E2DC98289}"/>
    <dgm:cxn modelId="{F0E6FDCE-0560-4C63-B795-E1B396DDCD94}" srcId="{034E87E4-7830-499B-AB4E-E1782DA53B84}" destId="{79DA3B04-FB5A-4C18-9958-B6547728EABE}" srcOrd="1" destOrd="0" parTransId="{344B9DB7-484E-40C7-9D49-1150B8E0EDC7}" sibTransId="{15AB67DE-5608-4587-B3F5-F1E7606C55F0}"/>
    <dgm:cxn modelId="{97C206F1-510E-4F25-B61D-3AA2594AAC69}" type="presOf" srcId="{79DA3B04-FB5A-4C18-9958-B6547728EABE}" destId="{384A0B3F-1813-4DFD-842E-1BEEC90BD9D9}" srcOrd="0" destOrd="0" presId="urn:microsoft.com/office/officeart/2005/8/layout/matrix3"/>
    <dgm:cxn modelId="{F8AA3C75-2CEA-413C-BBD8-4EFFC146E17A}" type="presParOf" srcId="{0B17A706-1058-4702-AD75-DADCCB70758C}" destId="{412FAC60-6D6D-4B7A-A9F2-7A504A705166}" srcOrd="0" destOrd="0" presId="urn:microsoft.com/office/officeart/2005/8/layout/matrix3"/>
    <dgm:cxn modelId="{8B82F134-51A4-448F-9B77-D877FC3C6C5F}" type="presParOf" srcId="{0B17A706-1058-4702-AD75-DADCCB70758C}" destId="{237649FD-5B79-4562-A211-4377A5B9D918}" srcOrd="1" destOrd="0" presId="urn:microsoft.com/office/officeart/2005/8/layout/matrix3"/>
    <dgm:cxn modelId="{65748125-8362-4A6F-AFFF-FAB80C2670F4}" type="presParOf" srcId="{0B17A706-1058-4702-AD75-DADCCB70758C}" destId="{384A0B3F-1813-4DFD-842E-1BEEC90BD9D9}" srcOrd="2" destOrd="0" presId="urn:microsoft.com/office/officeart/2005/8/layout/matrix3"/>
    <dgm:cxn modelId="{D90E630A-1A2A-4D97-9651-F1413EF50E76}" type="presParOf" srcId="{0B17A706-1058-4702-AD75-DADCCB70758C}" destId="{625C7BCE-8270-4AAC-8297-127742273133}" srcOrd="3" destOrd="0" presId="urn:microsoft.com/office/officeart/2005/8/layout/matrix3"/>
    <dgm:cxn modelId="{E487AFC6-8239-41F8-92CF-80E4BD2EFBED}" type="presParOf" srcId="{0B17A706-1058-4702-AD75-DADCCB70758C}" destId="{5A1A7711-CFEA-4658-805B-06739C19F55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D9341BE2-A6EE-4007-98EB-2395FB4ECB5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4ABF83B-0937-4624-AA2A-24C16982B455}">
      <dgm:prSet/>
      <dgm:spPr/>
      <dgm:t>
        <a:bodyPr/>
        <a:lstStyle/>
        <a:p>
          <a:r>
            <a:rPr lang="ru-RU" b="0" i="0"/>
            <a:t>1054 р.</a:t>
          </a:r>
          <a:endParaRPr lang="uk-UA"/>
        </a:p>
      </dgm:t>
    </dgm:pt>
    <dgm:pt modelId="{329532F6-83CF-4306-A6F5-F3E12150DFC2}" type="parTrans" cxnId="{6C7E68D2-15E7-4598-AD72-E5ED00B8B47F}">
      <dgm:prSet/>
      <dgm:spPr/>
      <dgm:t>
        <a:bodyPr/>
        <a:lstStyle/>
        <a:p>
          <a:endParaRPr lang="uk-UA"/>
        </a:p>
      </dgm:t>
    </dgm:pt>
    <dgm:pt modelId="{1CFA2233-914A-45C0-BCA5-276BF0EBEAF0}" type="sibTrans" cxnId="{6C7E68D2-15E7-4598-AD72-E5ED00B8B47F}">
      <dgm:prSet/>
      <dgm:spPr/>
      <dgm:t>
        <a:bodyPr/>
        <a:lstStyle/>
        <a:p>
          <a:endParaRPr lang="uk-UA"/>
        </a:p>
      </dgm:t>
    </dgm:pt>
    <dgm:pt modelId="{BF44511F-1539-4CF9-B79E-D62B46D893B7}">
      <dgm:prSet/>
      <dgm:spPr/>
      <dgm:t>
        <a:bodyPr/>
        <a:lstStyle/>
        <a:p>
          <a:r>
            <a:rPr lang="ru-RU" b="0" i="0"/>
            <a:t>1097 р.</a:t>
          </a:r>
          <a:endParaRPr lang="uk-UA"/>
        </a:p>
      </dgm:t>
    </dgm:pt>
    <dgm:pt modelId="{082F6039-3CE4-48D8-B2DA-7A9AED1C3173}" type="parTrans" cxnId="{76634926-DC52-4550-BE03-ED3628A0FD36}">
      <dgm:prSet/>
      <dgm:spPr/>
      <dgm:t>
        <a:bodyPr/>
        <a:lstStyle/>
        <a:p>
          <a:endParaRPr lang="uk-UA"/>
        </a:p>
      </dgm:t>
    </dgm:pt>
    <dgm:pt modelId="{864EAFE6-FBA0-4FDC-9435-36BD95D96E2B}" type="sibTrans" cxnId="{76634926-DC52-4550-BE03-ED3628A0FD36}">
      <dgm:prSet/>
      <dgm:spPr/>
      <dgm:t>
        <a:bodyPr/>
        <a:lstStyle/>
        <a:p>
          <a:endParaRPr lang="uk-UA"/>
        </a:p>
      </dgm:t>
    </dgm:pt>
    <dgm:pt modelId="{68609E19-2D1D-4D68-BE12-30755CB8FD51}">
      <dgm:prSet/>
      <dgm:spPr/>
      <dgm:t>
        <a:bodyPr/>
        <a:lstStyle/>
        <a:p>
          <a:r>
            <a:rPr lang="ru-RU" b="0" i="0" dirty="0"/>
            <a:t>1113 р.</a:t>
          </a:r>
          <a:endParaRPr lang="uk-UA" dirty="0"/>
        </a:p>
      </dgm:t>
    </dgm:pt>
    <dgm:pt modelId="{ECB03298-4357-4ADC-8884-B638A13C0C49}" type="parTrans" cxnId="{202B989A-3047-4AD2-A819-7E4E7207D43A}">
      <dgm:prSet/>
      <dgm:spPr/>
      <dgm:t>
        <a:bodyPr/>
        <a:lstStyle/>
        <a:p>
          <a:endParaRPr lang="uk-UA"/>
        </a:p>
      </dgm:t>
    </dgm:pt>
    <dgm:pt modelId="{E8CE2CB4-F8A8-4948-A532-43BB404B84D8}" type="sibTrans" cxnId="{202B989A-3047-4AD2-A819-7E4E7207D43A}">
      <dgm:prSet/>
      <dgm:spPr/>
      <dgm:t>
        <a:bodyPr/>
        <a:lstStyle/>
        <a:p>
          <a:endParaRPr lang="uk-UA"/>
        </a:p>
      </dgm:t>
    </dgm:pt>
    <dgm:pt modelId="{F2FB157E-2D12-48AA-B5E2-93BB3326D581}">
      <dgm:prSet/>
      <dgm:spPr/>
      <dgm:t>
        <a:bodyPr/>
        <a:lstStyle/>
        <a:p>
          <a:r>
            <a:rPr lang="ru-RU" b="0" i="0" dirty="0"/>
            <a:t>1187 р.</a:t>
          </a:r>
          <a:endParaRPr lang="uk-UA" dirty="0"/>
        </a:p>
      </dgm:t>
    </dgm:pt>
    <dgm:pt modelId="{C3DF9D6F-6048-4BBA-90B6-BE6E78F59C4C}" type="parTrans" cxnId="{4E0704AF-6924-44F4-B52A-729663C6E49E}">
      <dgm:prSet/>
      <dgm:spPr/>
      <dgm:t>
        <a:bodyPr/>
        <a:lstStyle/>
        <a:p>
          <a:endParaRPr lang="uk-UA"/>
        </a:p>
      </dgm:t>
    </dgm:pt>
    <dgm:pt modelId="{B47189EE-5131-4CEB-93F5-B898C7C77D34}" type="sibTrans" cxnId="{4E0704AF-6924-44F4-B52A-729663C6E49E}">
      <dgm:prSet/>
      <dgm:spPr/>
      <dgm:t>
        <a:bodyPr/>
        <a:lstStyle/>
        <a:p>
          <a:endParaRPr lang="uk-UA"/>
        </a:p>
      </dgm:t>
    </dgm:pt>
    <dgm:pt modelId="{F102FBEC-6FC3-4979-B18D-9AEFA9481494}" type="pres">
      <dgm:prSet presAssocID="{D9341BE2-A6EE-4007-98EB-2395FB4ECB58}" presName="matrix" presStyleCnt="0">
        <dgm:presLayoutVars>
          <dgm:chMax val="1"/>
          <dgm:dir/>
          <dgm:resizeHandles val="exact"/>
        </dgm:presLayoutVars>
      </dgm:prSet>
      <dgm:spPr/>
    </dgm:pt>
    <dgm:pt modelId="{72FE8E8D-9D96-46D0-BC40-AF5ED9A20E80}" type="pres">
      <dgm:prSet presAssocID="{D9341BE2-A6EE-4007-98EB-2395FB4ECB58}" presName="diamond" presStyleLbl="bgShp" presStyleIdx="0" presStyleCnt="1"/>
      <dgm:spPr/>
    </dgm:pt>
    <dgm:pt modelId="{1C967CC9-CE2C-4F80-9687-50440FAEFF08}" type="pres">
      <dgm:prSet presAssocID="{D9341BE2-A6EE-4007-98EB-2395FB4ECB5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3FAAB0C-4468-41EB-B91A-BB2CA2846E1F}" type="pres">
      <dgm:prSet presAssocID="{D9341BE2-A6EE-4007-98EB-2395FB4ECB5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17BCDE2-5CC0-4987-9DD0-E08F904B4A9B}" type="pres">
      <dgm:prSet presAssocID="{D9341BE2-A6EE-4007-98EB-2395FB4ECB5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F8C33D9-9C59-4BDC-9D12-D3F2E64AD6A1}" type="pres">
      <dgm:prSet presAssocID="{D9341BE2-A6EE-4007-98EB-2395FB4ECB5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6634926-DC52-4550-BE03-ED3628A0FD36}" srcId="{D9341BE2-A6EE-4007-98EB-2395FB4ECB58}" destId="{BF44511F-1539-4CF9-B79E-D62B46D893B7}" srcOrd="1" destOrd="0" parTransId="{082F6039-3CE4-48D8-B2DA-7A9AED1C3173}" sibTransId="{864EAFE6-FBA0-4FDC-9435-36BD95D96E2B}"/>
    <dgm:cxn modelId="{5297F93E-3495-4EF6-BE6F-C89F3109C6F5}" type="presOf" srcId="{BF44511F-1539-4CF9-B79E-D62B46D893B7}" destId="{C3FAAB0C-4468-41EB-B91A-BB2CA2846E1F}" srcOrd="0" destOrd="0" presId="urn:microsoft.com/office/officeart/2005/8/layout/matrix3"/>
    <dgm:cxn modelId="{B7C00E84-BCE4-4F12-82D0-00D8AF74EF9B}" type="presOf" srcId="{68609E19-2D1D-4D68-BE12-30755CB8FD51}" destId="{417BCDE2-5CC0-4987-9DD0-E08F904B4A9B}" srcOrd="0" destOrd="0" presId="urn:microsoft.com/office/officeart/2005/8/layout/matrix3"/>
    <dgm:cxn modelId="{0ED3958C-576C-4C52-96E3-37B74988849E}" type="presOf" srcId="{D9341BE2-A6EE-4007-98EB-2395FB4ECB58}" destId="{F102FBEC-6FC3-4979-B18D-9AEFA9481494}" srcOrd="0" destOrd="0" presId="urn:microsoft.com/office/officeart/2005/8/layout/matrix3"/>
    <dgm:cxn modelId="{202B989A-3047-4AD2-A819-7E4E7207D43A}" srcId="{D9341BE2-A6EE-4007-98EB-2395FB4ECB58}" destId="{68609E19-2D1D-4D68-BE12-30755CB8FD51}" srcOrd="2" destOrd="0" parTransId="{ECB03298-4357-4ADC-8884-B638A13C0C49}" sibTransId="{E8CE2CB4-F8A8-4948-A532-43BB404B84D8}"/>
    <dgm:cxn modelId="{6FEFE5A3-E730-43B8-A3A4-62D0103EE272}" type="presOf" srcId="{34ABF83B-0937-4624-AA2A-24C16982B455}" destId="{1C967CC9-CE2C-4F80-9687-50440FAEFF08}" srcOrd="0" destOrd="0" presId="urn:microsoft.com/office/officeart/2005/8/layout/matrix3"/>
    <dgm:cxn modelId="{707773A5-8C60-4F09-97AF-FE3E80E47440}" type="presOf" srcId="{F2FB157E-2D12-48AA-B5E2-93BB3326D581}" destId="{AF8C33D9-9C59-4BDC-9D12-D3F2E64AD6A1}" srcOrd="0" destOrd="0" presId="urn:microsoft.com/office/officeart/2005/8/layout/matrix3"/>
    <dgm:cxn modelId="{4E0704AF-6924-44F4-B52A-729663C6E49E}" srcId="{D9341BE2-A6EE-4007-98EB-2395FB4ECB58}" destId="{F2FB157E-2D12-48AA-B5E2-93BB3326D581}" srcOrd="3" destOrd="0" parTransId="{C3DF9D6F-6048-4BBA-90B6-BE6E78F59C4C}" sibTransId="{B47189EE-5131-4CEB-93F5-B898C7C77D34}"/>
    <dgm:cxn modelId="{6C7E68D2-15E7-4598-AD72-E5ED00B8B47F}" srcId="{D9341BE2-A6EE-4007-98EB-2395FB4ECB58}" destId="{34ABF83B-0937-4624-AA2A-24C16982B455}" srcOrd="0" destOrd="0" parTransId="{329532F6-83CF-4306-A6F5-F3E12150DFC2}" sibTransId="{1CFA2233-914A-45C0-BCA5-276BF0EBEAF0}"/>
    <dgm:cxn modelId="{0538A7DC-5F3C-42D0-B84C-ECCB2C81D0C2}" type="presParOf" srcId="{F102FBEC-6FC3-4979-B18D-9AEFA9481494}" destId="{72FE8E8D-9D96-46D0-BC40-AF5ED9A20E80}" srcOrd="0" destOrd="0" presId="urn:microsoft.com/office/officeart/2005/8/layout/matrix3"/>
    <dgm:cxn modelId="{D4EC5BAC-1320-4BCD-B5A9-2F4E1D670021}" type="presParOf" srcId="{F102FBEC-6FC3-4979-B18D-9AEFA9481494}" destId="{1C967CC9-CE2C-4F80-9687-50440FAEFF08}" srcOrd="1" destOrd="0" presId="urn:microsoft.com/office/officeart/2005/8/layout/matrix3"/>
    <dgm:cxn modelId="{7318BEDD-791E-4D34-BF0A-0FCCB46B7698}" type="presParOf" srcId="{F102FBEC-6FC3-4979-B18D-9AEFA9481494}" destId="{C3FAAB0C-4468-41EB-B91A-BB2CA2846E1F}" srcOrd="2" destOrd="0" presId="urn:microsoft.com/office/officeart/2005/8/layout/matrix3"/>
    <dgm:cxn modelId="{244A24AC-213B-4A0C-A633-F7FE43A8A3E9}" type="presParOf" srcId="{F102FBEC-6FC3-4979-B18D-9AEFA9481494}" destId="{417BCDE2-5CC0-4987-9DD0-E08F904B4A9B}" srcOrd="3" destOrd="0" presId="urn:microsoft.com/office/officeart/2005/8/layout/matrix3"/>
    <dgm:cxn modelId="{9C04F6A2-1EC7-4424-8A36-2247ED756847}" type="presParOf" srcId="{F102FBEC-6FC3-4979-B18D-9AEFA9481494}" destId="{AF8C33D9-9C59-4BDC-9D12-D3F2E64AD6A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21E63BFE-13A0-473B-BD45-9217F03F2383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6E138EA-E1E7-49E3-A420-6A9DA8541CA6}">
      <dgm:prSet/>
      <dgm:spPr/>
      <dgm:t>
        <a:bodyPr/>
        <a:lstStyle/>
        <a:p>
          <a:r>
            <a:rPr lang="ru-RU" b="0" i="0"/>
            <a:t>заповітом Ярослава Мудрого</a:t>
          </a:r>
          <a:endParaRPr lang="uk-UA"/>
        </a:p>
      </dgm:t>
    </dgm:pt>
    <dgm:pt modelId="{80CCEF5F-85FC-47AE-B175-E16B8F554B68}" type="parTrans" cxnId="{537B7E37-2E93-478D-866B-85B3C851448B}">
      <dgm:prSet/>
      <dgm:spPr/>
      <dgm:t>
        <a:bodyPr/>
        <a:lstStyle/>
        <a:p>
          <a:endParaRPr lang="uk-UA"/>
        </a:p>
      </dgm:t>
    </dgm:pt>
    <dgm:pt modelId="{6090F962-5DDC-4E6E-A102-ED28B55F8B4B}" type="sibTrans" cxnId="{537B7E37-2E93-478D-866B-85B3C851448B}">
      <dgm:prSet/>
      <dgm:spPr/>
      <dgm:t>
        <a:bodyPr/>
        <a:lstStyle/>
        <a:p>
          <a:endParaRPr lang="uk-UA"/>
        </a:p>
      </dgm:t>
    </dgm:pt>
    <dgm:pt modelId="{430367C2-37E2-4C71-961C-C971C7DD3268}">
      <dgm:prSet/>
      <dgm:spPr/>
      <dgm:t>
        <a:bodyPr/>
        <a:lstStyle/>
        <a:p>
          <a:r>
            <a:rPr lang="ru-RU" b="0" i="0" dirty="0"/>
            <a:t>нормою «</a:t>
          </a:r>
          <a:r>
            <a:rPr lang="ru-RU" b="0" i="0" dirty="0" err="1"/>
            <a:t>Правди</a:t>
          </a:r>
          <a:r>
            <a:rPr lang="ru-RU" b="0" i="0" dirty="0"/>
            <a:t> </a:t>
          </a:r>
          <a:r>
            <a:rPr lang="ru-RU" b="0" i="0" dirty="0" err="1"/>
            <a:t>Ярославичів</a:t>
          </a:r>
          <a:r>
            <a:rPr lang="ru-RU" b="0" i="0" dirty="0"/>
            <a:t>»</a:t>
          </a:r>
          <a:endParaRPr lang="uk-UA" dirty="0"/>
        </a:p>
      </dgm:t>
    </dgm:pt>
    <dgm:pt modelId="{2A4E1A62-21B9-4D58-8C94-E153619ACDB5}" type="parTrans" cxnId="{721BEC5A-429E-4635-A5C0-38D75111ABC7}">
      <dgm:prSet/>
      <dgm:spPr/>
      <dgm:t>
        <a:bodyPr/>
        <a:lstStyle/>
        <a:p>
          <a:endParaRPr lang="uk-UA"/>
        </a:p>
      </dgm:t>
    </dgm:pt>
    <dgm:pt modelId="{F4BC5267-2D97-45EF-AD21-7CD792995429}" type="sibTrans" cxnId="{721BEC5A-429E-4635-A5C0-38D75111ABC7}">
      <dgm:prSet/>
      <dgm:spPr/>
      <dgm:t>
        <a:bodyPr/>
        <a:lstStyle/>
        <a:p>
          <a:endParaRPr lang="uk-UA"/>
        </a:p>
      </dgm:t>
    </dgm:pt>
    <dgm:pt modelId="{311BBD9E-309B-454E-9288-EBEC9DBDC475}">
      <dgm:prSet/>
      <dgm:spPr/>
      <dgm:t>
        <a:bodyPr/>
        <a:lstStyle/>
        <a:p>
          <a:r>
            <a:rPr lang="ru-RU" b="0" i="0" dirty="0" err="1"/>
            <a:t>постановою</a:t>
          </a:r>
          <a:r>
            <a:rPr lang="ru-RU" b="0" i="0" dirty="0"/>
            <a:t> </a:t>
          </a:r>
          <a:r>
            <a:rPr lang="ru-RU" b="0" i="0" dirty="0" err="1"/>
            <a:t>Любецького</a:t>
          </a:r>
          <a:r>
            <a:rPr lang="ru-RU" b="0" i="0" dirty="0"/>
            <a:t> </a:t>
          </a:r>
          <a:r>
            <a:rPr lang="ru-RU" b="0" i="0" dirty="0" err="1"/>
            <a:t>з'їзду</a:t>
          </a:r>
          <a:r>
            <a:rPr lang="ru-RU" b="0" i="0" dirty="0"/>
            <a:t> </a:t>
          </a:r>
          <a:r>
            <a:rPr lang="ru-RU" b="0" i="0" dirty="0" err="1"/>
            <a:t>князів</a:t>
          </a:r>
          <a:endParaRPr lang="uk-UA" dirty="0"/>
        </a:p>
      </dgm:t>
    </dgm:pt>
    <dgm:pt modelId="{B0979DDC-48AF-4ED2-A36D-C6F6A71B4087}" type="parTrans" cxnId="{9B55F4D9-5CB3-473B-9B59-944926E6DD2F}">
      <dgm:prSet/>
      <dgm:spPr/>
      <dgm:t>
        <a:bodyPr/>
        <a:lstStyle/>
        <a:p>
          <a:endParaRPr lang="uk-UA"/>
        </a:p>
      </dgm:t>
    </dgm:pt>
    <dgm:pt modelId="{7305951C-43AC-4FA5-BA2C-9C85DE75DC96}" type="sibTrans" cxnId="{9B55F4D9-5CB3-473B-9B59-944926E6DD2F}">
      <dgm:prSet/>
      <dgm:spPr/>
      <dgm:t>
        <a:bodyPr/>
        <a:lstStyle/>
        <a:p>
          <a:endParaRPr lang="uk-UA"/>
        </a:p>
      </dgm:t>
    </dgm:pt>
    <dgm:pt modelId="{31980087-10A4-4F8B-8B02-C4B82F50080A}">
      <dgm:prSet/>
      <dgm:spPr/>
      <dgm:t>
        <a:bodyPr/>
        <a:lstStyle/>
        <a:p>
          <a:r>
            <a:rPr lang="ru-RU" b="0" i="0" dirty="0" err="1"/>
            <a:t>статтею</a:t>
          </a:r>
          <a:r>
            <a:rPr lang="ru-RU" b="0" i="0" dirty="0"/>
            <a:t> «Устава» </a:t>
          </a:r>
          <a:r>
            <a:rPr lang="ru-RU" b="0" i="0" dirty="0" err="1"/>
            <a:t>Володимира</a:t>
          </a:r>
          <a:r>
            <a:rPr lang="ru-RU" b="0" i="0" dirty="0"/>
            <a:t> Мономаха</a:t>
          </a:r>
          <a:endParaRPr lang="uk-UA" dirty="0"/>
        </a:p>
      </dgm:t>
    </dgm:pt>
    <dgm:pt modelId="{F0299A69-56BF-4932-966E-13B4BAF8000B}" type="parTrans" cxnId="{3B1B8E39-B602-4878-8212-70F6146F6C66}">
      <dgm:prSet/>
      <dgm:spPr/>
      <dgm:t>
        <a:bodyPr/>
        <a:lstStyle/>
        <a:p>
          <a:endParaRPr lang="uk-UA"/>
        </a:p>
      </dgm:t>
    </dgm:pt>
    <dgm:pt modelId="{DD830062-66BE-4B3D-B569-772FECB4A4A6}" type="sibTrans" cxnId="{3B1B8E39-B602-4878-8212-70F6146F6C66}">
      <dgm:prSet/>
      <dgm:spPr/>
      <dgm:t>
        <a:bodyPr/>
        <a:lstStyle/>
        <a:p>
          <a:endParaRPr lang="uk-UA"/>
        </a:p>
      </dgm:t>
    </dgm:pt>
    <dgm:pt modelId="{9C72D589-8C09-45F0-AE7A-D6F78592CAC1}" type="pres">
      <dgm:prSet presAssocID="{21E63BFE-13A0-473B-BD45-9217F03F2383}" presName="Name0" presStyleCnt="0">
        <dgm:presLayoutVars>
          <dgm:chMax val="7"/>
          <dgm:chPref val="7"/>
          <dgm:dir/>
        </dgm:presLayoutVars>
      </dgm:prSet>
      <dgm:spPr/>
    </dgm:pt>
    <dgm:pt modelId="{081B6638-53D9-42C5-81BA-1FBBD6CC13CF}" type="pres">
      <dgm:prSet presAssocID="{21E63BFE-13A0-473B-BD45-9217F03F2383}" presName="Name1" presStyleCnt="0"/>
      <dgm:spPr/>
    </dgm:pt>
    <dgm:pt modelId="{7A315EF3-1338-42A5-AAFB-5784904AA651}" type="pres">
      <dgm:prSet presAssocID="{21E63BFE-13A0-473B-BD45-9217F03F2383}" presName="cycle" presStyleCnt="0"/>
      <dgm:spPr/>
    </dgm:pt>
    <dgm:pt modelId="{726F5D9B-7E9C-4091-8221-FF74864DA391}" type="pres">
      <dgm:prSet presAssocID="{21E63BFE-13A0-473B-BD45-9217F03F2383}" presName="srcNode" presStyleLbl="node1" presStyleIdx="0" presStyleCnt="4"/>
      <dgm:spPr/>
    </dgm:pt>
    <dgm:pt modelId="{275FE4E2-F64B-49FE-B141-A6E32B015CC1}" type="pres">
      <dgm:prSet presAssocID="{21E63BFE-13A0-473B-BD45-9217F03F2383}" presName="conn" presStyleLbl="parChTrans1D2" presStyleIdx="0" presStyleCnt="1"/>
      <dgm:spPr/>
    </dgm:pt>
    <dgm:pt modelId="{33ADD6C9-1C9C-4CED-B3CD-BC688C4BB34F}" type="pres">
      <dgm:prSet presAssocID="{21E63BFE-13A0-473B-BD45-9217F03F2383}" presName="extraNode" presStyleLbl="node1" presStyleIdx="0" presStyleCnt="4"/>
      <dgm:spPr/>
    </dgm:pt>
    <dgm:pt modelId="{5C98071C-7125-42EF-AF94-2C60EE2D7C83}" type="pres">
      <dgm:prSet presAssocID="{21E63BFE-13A0-473B-BD45-9217F03F2383}" presName="dstNode" presStyleLbl="node1" presStyleIdx="0" presStyleCnt="4"/>
      <dgm:spPr/>
    </dgm:pt>
    <dgm:pt modelId="{2F471DEA-1FB2-4978-B228-5A93F616534D}" type="pres">
      <dgm:prSet presAssocID="{B6E138EA-E1E7-49E3-A420-6A9DA8541CA6}" presName="text_1" presStyleLbl="node1" presStyleIdx="0" presStyleCnt="4">
        <dgm:presLayoutVars>
          <dgm:bulletEnabled val="1"/>
        </dgm:presLayoutVars>
      </dgm:prSet>
      <dgm:spPr/>
    </dgm:pt>
    <dgm:pt modelId="{D70F6969-1C96-4E7D-8BB0-591AAE2AA337}" type="pres">
      <dgm:prSet presAssocID="{B6E138EA-E1E7-49E3-A420-6A9DA8541CA6}" presName="accent_1" presStyleCnt="0"/>
      <dgm:spPr/>
    </dgm:pt>
    <dgm:pt modelId="{EC47ACA9-0FF5-4587-954A-124220C4BF3B}" type="pres">
      <dgm:prSet presAssocID="{B6E138EA-E1E7-49E3-A420-6A9DA8541CA6}" presName="accentRepeatNode" presStyleLbl="solidFgAcc1" presStyleIdx="0" presStyleCnt="4"/>
      <dgm:spPr/>
    </dgm:pt>
    <dgm:pt modelId="{14260DE0-9F3B-43F0-B759-E7284427CCDA}" type="pres">
      <dgm:prSet presAssocID="{430367C2-37E2-4C71-961C-C971C7DD3268}" presName="text_2" presStyleLbl="node1" presStyleIdx="1" presStyleCnt="4">
        <dgm:presLayoutVars>
          <dgm:bulletEnabled val="1"/>
        </dgm:presLayoutVars>
      </dgm:prSet>
      <dgm:spPr/>
    </dgm:pt>
    <dgm:pt modelId="{AF4A2BB5-FE1B-49C6-B557-FB399441A17B}" type="pres">
      <dgm:prSet presAssocID="{430367C2-37E2-4C71-961C-C971C7DD3268}" presName="accent_2" presStyleCnt="0"/>
      <dgm:spPr/>
    </dgm:pt>
    <dgm:pt modelId="{1B87ECCF-33A7-4406-8430-1B2D138C4CCB}" type="pres">
      <dgm:prSet presAssocID="{430367C2-37E2-4C71-961C-C971C7DD3268}" presName="accentRepeatNode" presStyleLbl="solidFgAcc1" presStyleIdx="1" presStyleCnt="4"/>
      <dgm:spPr/>
    </dgm:pt>
    <dgm:pt modelId="{B57FDA0C-9F83-4B3E-A780-B1125C846C2D}" type="pres">
      <dgm:prSet presAssocID="{311BBD9E-309B-454E-9288-EBEC9DBDC475}" presName="text_3" presStyleLbl="node1" presStyleIdx="2" presStyleCnt="4">
        <dgm:presLayoutVars>
          <dgm:bulletEnabled val="1"/>
        </dgm:presLayoutVars>
      </dgm:prSet>
      <dgm:spPr/>
    </dgm:pt>
    <dgm:pt modelId="{23E6BD5A-896D-4F2B-98F0-D9992958EC1A}" type="pres">
      <dgm:prSet presAssocID="{311BBD9E-309B-454E-9288-EBEC9DBDC475}" presName="accent_3" presStyleCnt="0"/>
      <dgm:spPr/>
    </dgm:pt>
    <dgm:pt modelId="{47B431CB-3F8B-47B0-AC10-91B11592B859}" type="pres">
      <dgm:prSet presAssocID="{311BBD9E-309B-454E-9288-EBEC9DBDC475}" presName="accentRepeatNode" presStyleLbl="solidFgAcc1" presStyleIdx="2" presStyleCnt="4"/>
      <dgm:spPr/>
    </dgm:pt>
    <dgm:pt modelId="{E7270FD9-420C-4DD5-8EFF-D1C7012D90F8}" type="pres">
      <dgm:prSet presAssocID="{31980087-10A4-4F8B-8B02-C4B82F50080A}" presName="text_4" presStyleLbl="node1" presStyleIdx="3" presStyleCnt="4">
        <dgm:presLayoutVars>
          <dgm:bulletEnabled val="1"/>
        </dgm:presLayoutVars>
      </dgm:prSet>
      <dgm:spPr/>
    </dgm:pt>
    <dgm:pt modelId="{17EB1B55-5710-404A-AEB5-DECA667C1A9D}" type="pres">
      <dgm:prSet presAssocID="{31980087-10A4-4F8B-8B02-C4B82F50080A}" presName="accent_4" presStyleCnt="0"/>
      <dgm:spPr/>
    </dgm:pt>
    <dgm:pt modelId="{F245AEF6-8BAB-4BD2-A40E-9EF979183D90}" type="pres">
      <dgm:prSet presAssocID="{31980087-10A4-4F8B-8B02-C4B82F50080A}" presName="accentRepeatNode" presStyleLbl="solidFgAcc1" presStyleIdx="3" presStyleCnt="4"/>
      <dgm:spPr/>
    </dgm:pt>
  </dgm:ptLst>
  <dgm:cxnLst>
    <dgm:cxn modelId="{3116762B-F72F-438D-B270-D07C8CB3ED2E}" type="presOf" srcId="{B6E138EA-E1E7-49E3-A420-6A9DA8541CA6}" destId="{2F471DEA-1FB2-4978-B228-5A93F616534D}" srcOrd="0" destOrd="0" presId="urn:microsoft.com/office/officeart/2008/layout/VerticalCurvedList"/>
    <dgm:cxn modelId="{537B7E37-2E93-478D-866B-85B3C851448B}" srcId="{21E63BFE-13A0-473B-BD45-9217F03F2383}" destId="{B6E138EA-E1E7-49E3-A420-6A9DA8541CA6}" srcOrd="0" destOrd="0" parTransId="{80CCEF5F-85FC-47AE-B175-E16B8F554B68}" sibTransId="{6090F962-5DDC-4E6E-A102-ED28B55F8B4B}"/>
    <dgm:cxn modelId="{3B1B8E39-B602-4878-8212-70F6146F6C66}" srcId="{21E63BFE-13A0-473B-BD45-9217F03F2383}" destId="{31980087-10A4-4F8B-8B02-C4B82F50080A}" srcOrd="3" destOrd="0" parTransId="{F0299A69-56BF-4932-966E-13B4BAF8000B}" sibTransId="{DD830062-66BE-4B3D-B569-772FECB4A4A6}"/>
    <dgm:cxn modelId="{0C55B149-0181-4461-B367-985553281B79}" type="presOf" srcId="{6090F962-5DDC-4E6E-A102-ED28B55F8B4B}" destId="{275FE4E2-F64B-49FE-B141-A6E32B015CC1}" srcOrd="0" destOrd="0" presId="urn:microsoft.com/office/officeart/2008/layout/VerticalCurvedList"/>
    <dgm:cxn modelId="{721BEC5A-429E-4635-A5C0-38D75111ABC7}" srcId="{21E63BFE-13A0-473B-BD45-9217F03F2383}" destId="{430367C2-37E2-4C71-961C-C971C7DD3268}" srcOrd="1" destOrd="0" parTransId="{2A4E1A62-21B9-4D58-8C94-E153619ACDB5}" sibTransId="{F4BC5267-2D97-45EF-AD21-7CD792995429}"/>
    <dgm:cxn modelId="{CF3DAF90-BD30-433E-923E-364AB916BAF4}" type="presOf" srcId="{21E63BFE-13A0-473B-BD45-9217F03F2383}" destId="{9C72D589-8C09-45F0-AE7A-D6F78592CAC1}" srcOrd="0" destOrd="0" presId="urn:microsoft.com/office/officeart/2008/layout/VerticalCurvedList"/>
    <dgm:cxn modelId="{76FE8BA3-05B2-4BE4-9BD0-7A33F34B7C5F}" type="presOf" srcId="{430367C2-37E2-4C71-961C-C971C7DD3268}" destId="{14260DE0-9F3B-43F0-B759-E7284427CCDA}" srcOrd="0" destOrd="0" presId="urn:microsoft.com/office/officeart/2008/layout/VerticalCurvedList"/>
    <dgm:cxn modelId="{B5F116BF-2E63-41CC-8217-D01AA594A51A}" type="presOf" srcId="{31980087-10A4-4F8B-8B02-C4B82F50080A}" destId="{E7270FD9-420C-4DD5-8EFF-D1C7012D90F8}" srcOrd="0" destOrd="0" presId="urn:microsoft.com/office/officeart/2008/layout/VerticalCurvedList"/>
    <dgm:cxn modelId="{279F6CC5-172D-4428-BB73-44B103DCBB0B}" type="presOf" srcId="{311BBD9E-309B-454E-9288-EBEC9DBDC475}" destId="{B57FDA0C-9F83-4B3E-A780-B1125C846C2D}" srcOrd="0" destOrd="0" presId="urn:microsoft.com/office/officeart/2008/layout/VerticalCurvedList"/>
    <dgm:cxn modelId="{9B55F4D9-5CB3-473B-9B59-944926E6DD2F}" srcId="{21E63BFE-13A0-473B-BD45-9217F03F2383}" destId="{311BBD9E-309B-454E-9288-EBEC9DBDC475}" srcOrd="2" destOrd="0" parTransId="{B0979DDC-48AF-4ED2-A36D-C6F6A71B4087}" sibTransId="{7305951C-43AC-4FA5-BA2C-9C85DE75DC96}"/>
    <dgm:cxn modelId="{01E876A2-439B-4F84-9B29-DC43B2F6A0C7}" type="presParOf" srcId="{9C72D589-8C09-45F0-AE7A-D6F78592CAC1}" destId="{081B6638-53D9-42C5-81BA-1FBBD6CC13CF}" srcOrd="0" destOrd="0" presId="urn:microsoft.com/office/officeart/2008/layout/VerticalCurvedList"/>
    <dgm:cxn modelId="{BF782707-4224-4D96-929F-517FD809B6A0}" type="presParOf" srcId="{081B6638-53D9-42C5-81BA-1FBBD6CC13CF}" destId="{7A315EF3-1338-42A5-AAFB-5784904AA651}" srcOrd="0" destOrd="0" presId="urn:microsoft.com/office/officeart/2008/layout/VerticalCurvedList"/>
    <dgm:cxn modelId="{A611A4BB-BB25-4B55-A8B7-30E684B9E3A0}" type="presParOf" srcId="{7A315EF3-1338-42A5-AAFB-5784904AA651}" destId="{726F5D9B-7E9C-4091-8221-FF74864DA391}" srcOrd="0" destOrd="0" presId="urn:microsoft.com/office/officeart/2008/layout/VerticalCurvedList"/>
    <dgm:cxn modelId="{937B5B56-AA72-4BCE-8507-FAA8399B3240}" type="presParOf" srcId="{7A315EF3-1338-42A5-AAFB-5784904AA651}" destId="{275FE4E2-F64B-49FE-B141-A6E32B015CC1}" srcOrd="1" destOrd="0" presId="urn:microsoft.com/office/officeart/2008/layout/VerticalCurvedList"/>
    <dgm:cxn modelId="{FC1B5540-7417-403D-8D9A-324B7AE1316C}" type="presParOf" srcId="{7A315EF3-1338-42A5-AAFB-5784904AA651}" destId="{33ADD6C9-1C9C-4CED-B3CD-BC688C4BB34F}" srcOrd="2" destOrd="0" presId="urn:microsoft.com/office/officeart/2008/layout/VerticalCurvedList"/>
    <dgm:cxn modelId="{E4ECA267-27A5-48DF-9B62-B03DCFE245BA}" type="presParOf" srcId="{7A315EF3-1338-42A5-AAFB-5784904AA651}" destId="{5C98071C-7125-42EF-AF94-2C60EE2D7C83}" srcOrd="3" destOrd="0" presId="urn:microsoft.com/office/officeart/2008/layout/VerticalCurvedList"/>
    <dgm:cxn modelId="{36437EF0-9CE0-43E2-AFF4-71C9E5C0172A}" type="presParOf" srcId="{081B6638-53D9-42C5-81BA-1FBBD6CC13CF}" destId="{2F471DEA-1FB2-4978-B228-5A93F616534D}" srcOrd="1" destOrd="0" presId="urn:microsoft.com/office/officeart/2008/layout/VerticalCurvedList"/>
    <dgm:cxn modelId="{82FCF846-9276-458D-BC82-C183A5D309B6}" type="presParOf" srcId="{081B6638-53D9-42C5-81BA-1FBBD6CC13CF}" destId="{D70F6969-1C96-4E7D-8BB0-591AAE2AA337}" srcOrd="2" destOrd="0" presId="urn:microsoft.com/office/officeart/2008/layout/VerticalCurvedList"/>
    <dgm:cxn modelId="{8AB74EE1-4BE3-46AA-AAC3-848D163AF404}" type="presParOf" srcId="{D70F6969-1C96-4E7D-8BB0-591AAE2AA337}" destId="{EC47ACA9-0FF5-4587-954A-124220C4BF3B}" srcOrd="0" destOrd="0" presId="urn:microsoft.com/office/officeart/2008/layout/VerticalCurvedList"/>
    <dgm:cxn modelId="{17FFDF06-6AB8-44F8-B364-9B4D53FD2C09}" type="presParOf" srcId="{081B6638-53D9-42C5-81BA-1FBBD6CC13CF}" destId="{14260DE0-9F3B-43F0-B759-E7284427CCDA}" srcOrd="3" destOrd="0" presId="urn:microsoft.com/office/officeart/2008/layout/VerticalCurvedList"/>
    <dgm:cxn modelId="{9152DA5D-E5CB-4672-AF23-DCE595ADF183}" type="presParOf" srcId="{081B6638-53D9-42C5-81BA-1FBBD6CC13CF}" destId="{AF4A2BB5-FE1B-49C6-B557-FB399441A17B}" srcOrd="4" destOrd="0" presId="urn:microsoft.com/office/officeart/2008/layout/VerticalCurvedList"/>
    <dgm:cxn modelId="{AFEC6D2A-203A-4696-ACB4-BDE2CE7CDC89}" type="presParOf" srcId="{AF4A2BB5-FE1B-49C6-B557-FB399441A17B}" destId="{1B87ECCF-33A7-4406-8430-1B2D138C4CCB}" srcOrd="0" destOrd="0" presId="urn:microsoft.com/office/officeart/2008/layout/VerticalCurvedList"/>
    <dgm:cxn modelId="{C89158F2-0656-4A69-89F8-11B1138D2B7C}" type="presParOf" srcId="{081B6638-53D9-42C5-81BA-1FBBD6CC13CF}" destId="{B57FDA0C-9F83-4B3E-A780-B1125C846C2D}" srcOrd="5" destOrd="0" presId="urn:microsoft.com/office/officeart/2008/layout/VerticalCurvedList"/>
    <dgm:cxn modelId="{4BA6F6C0-81CE-4D40-925F-69537FE5BB7F}" type="presParOf" srcId="{081B6638-53D9-42C5-81BA-1FBBD6CC13CF}" destId="{23E6BD5A-896D-4F2B-98F0-D9992958EC1A}" srcOrd="6" destOrd="0" presId="urn:microsoft.com/office/officeart/2008/layout/VerticalCurvedList"/>
    <dgm:cxn modelId="{27A56205-975A-440F-8DDC-A7235E8CA099}" type="presParOf" srcId="{23E6BD5A-896D-4F2B-98F0-D9992958EC1A}" destId="{47B431CB-3F8B-47B0-AC10-91B11592B859}" srcOrd="0" destOrd="0" presId="urn:microsoft.com/office/officeart/2008/layout/VerticalCurvedList"/>
    <dgm:cxn modelId="{0F22672D-CB67-4A90-87CD-841172CCDED7}" type="presParOf" srcId="{081B6638-53D9-42C5-81BA-1FBBD6CC13CF}" destId="{E7270FD9-420C-4DD5-8EFF-D1C7012D90F8}" srcOrd="7" destOrd="0" presId="urn:microsoft.com/office/officeart/2008/layout/VerticalCurvedList"/>
    <dgm:cxn modelId="{D343FE70-68AB-44B6-89F3-652782186DB6}" type="presParOf" srcId="{081B6638-53D9-42C5-81BA-1FBBD6CC13CF}" destId="{17EB1B55-5710-404A-AEB5-DECA667C1A9D}" srcOrd="8" destOrd="0" presId="urn:microsoft.com/office/officeart/2008/layout/VerticalCurvedList"/>
    <dgm:cxn modelId="{B8EA9D30-D75C-4C07-88F4-181D54568404}" type="presParOf" srcId="{17EB1B55-5710-404A-AEB5-DECA667C1A9D}" destId="{F245AEF6-8BAB-4BD2-A40E-9EF979183D9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CB2B34FE-722D-4509-BED9-98651F256B4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F99102F-1F3A-4D3E-8003-149CAC17013E}">
      <dgm:prSet/>
      <dgm:spPr/>
      <dgm:t>
        <a:bodyPr/>
        <a:lstStyle/>
        <a:p>
          <a:r>
            <a:rPr lang="uk-UA" b="0" i="0"/>
            <a:t>посад</a:t>
          </a:r>
          <a:endParaRPr lang="uk-UA"/>
        </a:p>
      </dgm:t>
    </dgm:pt>
    <dgm:pt modelId="{874E89D8-6AAA-4278-84EC-113F6D0811C5}" type="parTrans" cxnId="{5F4DF1EA-B767-45AE-8802-7993ACB94CCA}">
      <dgm:prSet/>
      <dgm:spPr/>
      <dgm:t>
        <a:bodyPr/>
        <a:lstStyle/>
        <a:p>
          <a:endParaRPr lang="uk-UA"/>
        </a:p>
      </dgm:t>
    </dgm:pt>
    <dgm:pt modelId="{BE0116F2-D15A-477E-AA07-CE1588EAF3F8}" type="sibTrans" cxnId="{5F4DF1EA-B767-45AE-8802-7993ACB94CCA}">
      <dgm:prSet/>
      <dgm:spPr/>
      <dgm:t>
        <a:bodyPr/>
        <a:lstStyle/>
        <a:p>
          <a:endParaRPr lang="uk-UA"/>
        </a:p>
      </dgm:t>
    </dgm:pt>
    <dgm:pt modelId="{98BBF79B-32B9-4712-A5CB-FC42F6B82E38}">
      <dgm:prSet/>
      <dgm:spPr/>
      <dgm:t>
        <a:bodyPr/>
        <a:lstStyle/>
        <a:p>
          <a:r>
            <a:rPr lang="uk-UA" b="0" i="0" dirty="0"/>
            <a:t>наділ</a:t>
          </a:r>
          <a:endParaRPr lang="uk-UA" dirty="0"/>
        </a:p>
      </dgm:t>
    </dgm:pt>
    <dgm:pt modelId="{B9512AD6-3821-435C-BBB2-1A7111DB7766}" type="parTrans" cxnId="{D7298175-7460-4357-88D6-A17690DC4383}">
      <dgm:prSet/>
      <dgm:spPr/>
      <dgm:t>
        <a:bodyPr/>
        <a:lstStyle/>
        <a:p>
          <a:endParaRPr lang="uk-UA"/>
        </a:p>
      </dgm:t>
    </dgm:pt>
    <dgm:pt modelId="{F458B85B-F6EF-4197-8F34-523199EC58DA}" type="sibTrans" cxnId="{D7298175-7460-4357-88D6-A17690DC4383}">
      <dgm:prSet/>
      <dgm:spPr/>
      <dgm:t>
        <a:bodyPr/>
        <a:lstStyle/>
        <a:p>
          <a:endParaRPr lang="uk-UA"/>
        </a:p>
      </dgm:t>
    </dgm:pt>
    <dgm:pt modelId="{3864383B-4A2B-4E08-9ECA-D523A2124A56}">
      <dgm:prSet/>
      <dgm:spPr/>
      <dgm:t>
        <a:bodyPr/>
        <a:lstStyle/>
        <a:p>
          <a:r>
            <a:rPr lang="uk-UA" b="0" i="0"/>
            <a:t>помістя</a:t>
          </a:r>
          <a:endParaRPr lang="uk-UA"/>
        </a:p>
      </dgm:t>
    </dgm:pt>
    <dgm:pt modelId="{73F3F04C-F48E-46D3-8F30-B25D9A74AF70}" type="parTrans" cxnId="{5B8883D2-510B-4388-B17B-63AB0A645928}">
      <dgm:prSet/>
      <dgm:spPr/>
      <dgm:t>
        <a:bodyPr/>
        <a:lstStyle/>
        <a:p>
          <a:endParaRPr lang="uk-UA"/>
        </a:p>
      </dgm:t>
    </dgm:pt>
    <dgm:pt modelId="{B5043C4D-3645-4DA6-A015-F0A3546DA76C}" type="sibTrans" cxnId="{5B8883D2-510B-4388-B17B-63AB0A645928}">
      <dgm:prSet/>
      <dgm:spPr/>
      <dgm:t>
        <a:bodyPr/>
        <a:lstStyle/>
        <a:p>
          <a:endParaRPr lang="uk-UA"/>
        </a:p>
      </dgm:t>
    </dgm:pt>
    <dgm:pt modelId="{226D64F0-EC7C-4106-88E4-4C5272E3CA8B}">
      <dgm:prSet/>
      <dgm:spPr/>
      <dgm:t>
        <a:bodyPr/>
        <a:lstStyle/>
        <a:p>
          <a:r>
            <a:rPr lang="uk-UA" b="0" i="0" dirty="0"/>
            <a:t>вотчину</a:t>
          </a:r>
          <a:endParaRPr lang="uk-UA" dirty="0"/>
        </a:p>
      </dgm:t>
    </dgm:pt>
    <dgm:pt modelId="{7D48423B-44B8-4B68-A6A8-5439EF529756}" type="parTrans" cxnId="{05BA97E0-2CE6-42F4-8A87-4B84D3AAD5E2}">
      <dgm:prSet/>
      <dgm:spPr/>
      <dgm:t>
        <a:bodyPr/>
        <a:lstStyle/>
        <a:p>
          <a:endParaRPr lang="uk-UA"/>
        </a:p>
      </dgm:t>
    </dgm:pt>
    <dgm:pt modelId="{17DF9D44-7B63-4DDF-AE8B-7ACA1EA38AE9}" type="sibTrans" cxnId="{05BA97E0-2CE6-42F4-8A87-4B84D3AAD5E2}">
      <dgm:prSet/>
      <dgm:spPr/>
      <dgm:t>
        <a:bodyPr/>
        <a:lstStyle/>
        <a:p>
          <a:endParaRPr lang="uk-UA"/>
        </a:p>
      </dgm:t>
    </dgm:pt>
    <dgm:pt modelId="{BF78F29D-6863-4EC8-BD78-CB3FB154CE93}" type="pres">
      <dgm:prSet presAssocID="{CB2B34FE-722D-4509-BED9-98651F256B48}" presName="matrix" presStyleCnt="0">
        <dgm:presLayoutVars>
          <dgm:chMax val="1"/>
          <dgm:dir/>
          <dgm:resizeHandles val="exact"/>
        </dgm:presLayoutVars>
      </dgm:prSet>
      <dgm:spPr/>
    </dgm:pt>
    <dgm:pt modelId="{45F8F241-0333-4ABD-841D-F4B0611576F3}" type="pres">
      <dgm:prSet presAssocID="{CB2B34FE-722D-4509-BED9-98651F256B48}" presName="diamond" presStyleLbl="bgShp" presStyleIdx="0" presStyleCnt="1"/>
      <dgm:spPr/>
    </dgm:pt>
    <dgm:pt modelId="{447BF7BF-91F2-4EEA-8FB2-2428AD44CA78}" type="pres">
      <dgm:prSet presAssocID="{CB2B34FE-722D-4509-BED9-98651F256B4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6830237-7804-470C-A333-FD7F90E9AAC2}" type="pres">
      <dgm:prSet presAssocID="{CB2B34FE-722D-4509-BED9-98651F256B4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608A6E9-4E0B-42CB-8C37-EC5969FD02BC}" type="pres">
      <dgm:prSet presAssocID="{CB2B34FE-722D-4509-BED9-98651F256B4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7161623-E865-4676-A3E6-7F7C7DFAF1D5}" type="pres">
      <dgm:prSet presAssocID="{CB2B34FE-722D-4509-BED9-98651F256B4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CAC7275-0529-4580-8CC7-12B287CFD6DA}" type="presOf" srcId="{EF99102F-1F3A-4D3E-8003-149CAC17013E}" destId="{447BF7BF-91F2-4EEA-8FB2-2428AD44CA78}" srcOrd="0" destOrd="0" presId="urn:microsoft.com/office/officeart/2005/8/layout/matrix3"/>
    <dgm:cxn modelId="{D7298175-7460-4357-88D6-A17690DC4383}" srcId="{CB2B34FE-722D-4509-BED9-98651F256B48}" destId="{98BBF79B-32B9-4712-A5CB-FC42F6B82E38}" srcOrd="1" destOrd="0" parTransId="{B9512AD6-3821-435C-BBB2-1A7111DB7766}" sibTransId="{F458B85B-F6EF-4197-8F34-523199EC58DA}"/>
    <dgm:cxn modelId="{BAEB478B-5B46-450E-B50C-E59D0C155358}" type="presOf" srcId="{CB2B34FE-722D-4509-BED9-98651F256B48}" destId="{BF78F29D-6863-4EC8-BD78-CB3FB154CE93}" srcOrd="0" destOrd="0" presId="urn:microsoft.com/office/officeart/2005/8/layout/matrix3"/>
    <dgm:cxn modelId="{27788E95-234C-407E-BD3E-5512BCA2EB8C}" type="presOf" srcId="{226D64F0-EC7C-4106-88E4-4C5272E3CA8B}" destId="{E7161623-E865-4676-A3E6-7F7C7DFAF1D5}" srcOrd="0" destOrd="0" presId="urn:microsoft.com/office/officeart/2005/8/layout/matrix3"/>
    <dgm:cxn modelId="{5B8883D2-510B-4388-B17B-63AB0A645928}" srcId="{CB2B34FE-722D-4509-BED9-98651F256B48}" destId="{3864383B-4A2B-4E08-9ECA-D523A2124A56}" srcOrd="2" destOrd="0" parTransId="{73F3F04C-F48E-46D3-8F30-B25D9A74AF70}" sibTransId="{B5043C4D-3645-4DA6-A015-F0A3546DA76C}"/>
    <dgm:cxn modelId="{05BA97E0-2CE6-42F4-8A87-4B84D3AAD5E2}" srcId="{CB2B34FE-722D-4509-BED9-98651F256B48}" destId="{226D64F0-EC7C-4106-88E4-4C5272E3CA8B}" srcOrd="3" destOrd="0" parTransId="{7D48423B-44B8-4B68-A6A8-5439EF529756}" sibTransId="{17DF9D44-7B63-4DDF-AE8B-7ACA1EA38AE9}"/>
    <dgm:cxn modelId="{22B989E1-8B12-46C6-A9D2-3D77532DBBC5}" type="presOf" srcId="{3864383B-4A2B-4E08-9ECA-D523A2124A56}" destId="{9608A6E9-4E0B-42CB-8C37-EC5969FD02BC}" srcOrd="0" destOrd="0" presId="urn:microsoft.com/office/officeart/2005/8/layout/matrix3"/>
    <dgm:cxn modelId="{5F4DF1EA-B767-45AE-8802-7993ACB94CCA}" srcId="{CB2B34FE-722D-4509-BED9-98651F256B48}" destId="{EF99102F-1F3A-4D3E-8003-149CAC17013E}" srcOrd="0" destOrd="0" parTransId="{874E89D8-6AAA-4278-84EC-113F6D0811C5}" sibTransId="{BE0116F2-D15A-477E-AA07-CE1588EAF3F8}"/>
    <dgm:cxn modelId="{AFDEF0F9-9209-4F96-A706-194098B42159}" type="presOf" srcId="{98BBF79B-32B9-4712-A5CB-FC42F6B82E38}" destId="{D6830237-7804-470C-A333-FD7F90E9AAC2}" srcOrd="0" destOrd="0" presId="urn:microsoft.com/office/officeart/2005/8/layout/matrix3"/>
    <dgm:cxn modelId="{1AA606B0-ACB6-40AD-90B1-1C3158C7ADB3}" type="presParOf" srcId="{BF78F29D-6863-4EC8-BD78-CB3FB154CE93}" destId="{45F8F241-0333-4ABD-841D-F4B0611576F3}" srcOrd="0" destOrd="0" presId="urn:microsoft.com/office/officeart/2005/8/layout/matrix3"/>
    <dgm:cxn modelId="{F6A465F8-451A-43B5-86D8-013DEF6BB0AD}" type="presParOf" srcId="{BF78F29D-6863-4EC8-BD78-CB3FB154CE93}" destId="{447BF7BF-91F2-4EEA-8FB2-2428AD44CA78}" srcOrd="1" destOrd="0" presId="urn:microsoft.com/office/officeart/2005/8/layout/matrix3"/>
    <dgm:cxn modelId="{DE5D9426-5C46-4269-A7D8-3E4E827CFEFC}" type="presParOf" srcId="{BF78F29D-6863-4EC8-BD78-CB3FB154CE93}" destId="{D6830237-7804-470C-A333-FD7F90E9AAC2}" srcOrd="2" destOrd="0" presId="urn:microsoft.com/office/officeart/2005/8/layout/matrix3"/>
    <dgm:cxn modelId="{A5CDE95D-802E-4B45-858B-A176A9561D05}" type="presParOf" srcId="{BF78F29D-6863-4EC8-BD78-CB3FB154CE93}" destId="{9608A6E9-4E0B-42CB-8C37-EC5969FD02BC}" srcOrd="3" destOrd="0" presId="urn:microsoft.com/office/officeart/2005/8/layout/matrix3"/>
    <dgm:cxn modelId="{675ADACE-3B7A-46AD-800F-68A18681DF70}" type="presParOf" srcId="{BF78F29D-6863-4EC8-BD78-CB3FB154CE93}" destId="{E7161623-E865-4676-A3E6-7F7C7DFAF1D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7C4D95D5-651D-4838-B17F-A85B996AD6DD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2C480D3-DCCA-4B06-994A-03515CE2D586}">
      <dgm:prSet/>
      <dgm:spPr/>
      <dgm:t>
        <a:bodyPr/>
        <a:lstStyle/>
        <a:p>
          <a:r>
            <a:rPr lang="uk-UA" b="0" i="0"/>
            <a:t>розподіл полюддя</a:t>
          </a:r>
          <a:endParaRPr lang="uk-UA"/>
        </a:p>
      </dgm:t>
    </dgm:pt>
    <dgm:pt modelId="{108487A6-A4AD-4BA2-BD49-3DEEA70FCAFA}" type="parTrans" cxnId="{CAD69703-BB94-4874-9B44-9D14267BB9EE}">
      <dgm:prSet/>
      <dgm:spPr/>
      <dgm:t>
        <a:bodyPr/>
        <a:lstStyle/>
        <a:p>
          <a:endParaRPr lang="uk-UA"/>
        </a:p>
      </dgm:t>
    </dgm:pt>
    <dgm:pt modelId="{F46897CF-9424-4D57-AA4C-64C577C1985E}" type="sibTrans" cxnId="{CAD69703-BB94-4874-9B44-9D14267BB9EE}">
      <dgm:prSet/>
      <dgm:spPr/>
      <dgm:t>
        <a:bodyPr/>
        <a:lstStyle/>
        <a:p>
          <a:endParaRPr lang="uk-UA"/>
        </a:p>
      </dgm:t>
    </dgm:pt>
    <dgm:pt modelId="{D5D9969E-0A1E-4278-8675-9DB150DFD5AF}">
      <dgm:prSet/>
      <dgm:spPr/>
      <dgm:t>
        <a:bodyPr/>
        <a:lstStyle/>
        <a:p>
          <a:r>
            <a:rPr lang="uk-UA" b="0" i="0"/>
            <a:t>наділення помістями бояр</a:t>
          </a:r>
          <a:endParaRPr lang="uk-UA"/>
        </a:p>
      </dgm:t>
    </dgm:pt>
    <dgm:pt modelId="{4FADE249-0899-4709-B32B-1D55F56BC8EE}" type="parTrans" cxnId="{41FED278-C75A-4A38-847E-0EEA1FEE679F}">
      <dgm:prSet/>
      <dgm:spPr/>
      <dgm:t>
        <a:bodyPr/>
        <a:lstStyle/>
        <a:p>
          <a:endParaRPr lang="uk-UA"/>
        </a:p>
      </dgm:t>
    </dgm:pt>
    <dgm:pt modelId="{CEF69A98-F9F7-4D36-B4D3-C1D6656F610B}" type="sibTrans" cxnId="{41FED278-C75A-4A38-847E-0EEA1FEE679F}">
      <dgm:prSet/>
      <dgm:spPr/>
      <dgm:t>
        <a:bodyPr/>
        <a:lstStyle/>
        <a:p>
          <a:endParaRPr lang="uk-UA"/>
        </a:p>
      </dgm:t>
    </dgm:pt>
    <dgm:pt modelId="{1AE6DC4A-02E0-4233-B742-B3DF54E2B84E}">
      <dgm:prSet/>
      <dgm:spPr/>
      <dgm:t>
        <a:bodyPr/>
        <a:lstStyle/>
        <a:p>
          <a:r>
            <a:rPr lang="uk-UA" b="0" i="0" dirty="0"/>
            <a:t>надання містам </a:t>
          </a:r>
          <a:r>
            <a:rPr lang="uk-UA" b="0" i="0" dirty="0" err="1"/>
            <a:t>маґдебургського</a:t>
          </a:r>
          <a:r>
            <a:rPr lang="uk-UA" b="0" i="0" dirty="0"/>
            <a:t> права</a:t>
          </a:r>
          <a:endParaRPr lang="uk-UA" dirty="0"/>
        </a:p>
      </dgm:t>
    </dgm:pt>
    <dgm:pt modelId="{0CE41948-CB4B-4FBB-889D-6BC2E6F61D95}" type="parTrans" cxnId="{D7509C35-646B-4318-8F5A-F82E418A6420}">
      <dgm:prSet/>
      <dgm:spPr/>
      <dgm:t>
        <a:bodyPr/>
        <a:lstStyle/>
        <a:p>
          <a:endParaRPr lang="uk-UA"/>
        </a:p>
      </dgm:t>
    </dgm:pt>
    <dgm:pt modelId="{EDBAB552-63D4-48C9-B786-AF5DEC07D0B8}" type="sibTrans" cxnId="{D7509C35-646B-4318-8F5A-F82E418A6420}">
      <dgm:prSet/>
      <dgm:spPr/>
      <dgm:t>
        <a:bodyPr/>
        <a:lstStyle/>
        <a:p>
          <a:endParaRPr lang="uk-UA"/>
        </a:p>
      </dgm:t>
    </dgm:pt>
    <dgm:pt modelId="{CF037BF7-BF06-4D7C-A715-034C7078D53B}">
      <dgm:prSet/>
      <dgm:spPr/>
      <dgm:t>
        <a:bodyPr/>
        <a:lstStyle/>
        <a:p>
          <a:r>
            <a:rPr lang="uk-UA" b="0" i="0" dirty="0"/>
            <a:t>боротьбу князів за уділи</a:t>
          </a:r>
          <a:endParaRPr lang="uk-UA" dirty="0"/>
        </a:p>
      </dgm:t>
    </dgm:pt>
    <dgm:pt modelId="{6537EE80-E1A3-48C1-9AC3-F852E5D7BF9C}" type="parTrans" cxnId="{92C7E859-0DB8-41BF-A60E-C86FC1CBD82F}">
      <dgm:prSet/>
      <dgm:spPr/>
      <dgm:t>
        <a:bodyPr/>
        <a:lstStyle/>
        <a:p>
          <a:endParaRPr lang="uk-UA"/>
        </a:p>
      </dgm:t>
    </dgm:pt>
    <dgm:pt modelId="{89FC1A95-FD38-4E63-9D34-C6AF90EBA642}" type="sibTrans" cxnId="{92C7E859-0DB8-41BF-A60E-C86FC1CBD82F}">
      <dgm:prSet/>
      <dgm:spPr/>
      <dgm:t>
        <a:bodyPr/>
        <a:lstStyle/>
        <a:p>
          <a:endParaRPr lang="uk-UA"/>
        </a:p>
      </dgm:t>
    </dgm:pt>
    <dgm:pt modelId="{937EEB60-6E3D-45D0-9715-CA86805F2814}" type="pres">
      <dgm:prSet presAssocID="{7C4D95D5-651D-4838-B17F-A85B996AD6DD}" presName="Name0" presStyleCnt="0">
        <dgm:presLayoutVars>
          <dgm:chMax val="7"/>
          <dgm:chPref val="7"/>
          <dgm:dir/>
        </dgm:presLayoutVars>
      </dgm:prSet>
      <dgm:spPr/>
    </dgm:pt>
    <dgm:pt modelId="{384F7A7C-B116-4FD1-86DA-8A42CFC676C5}" type="pres">
      <dgm:prSet presAssocID="{7C4D95D5-651D-4838-B17F-A85B996AD6DD}" presName="Name1" presStyleCnt="0"/>
      <dgm:spPr/>
    </dgm:pt>
    <dgm:pt modelId="{84154C1E-996D-4CAA-825C-FA7ADD08A61E}" type="pres">
      <dgm:prSet presAssocID="{7C4D95D5-651D-4838-B17F-A85B996AD6DD}" presName="cycle" presStyleCnt="0"/>
      <dgm:spPr/>
    </dgm:pt>
    <dgm:pt modelId="{9EA5D566-E395-42EB-8434-B920397E1CF5}" type="pres">
      <dgm:prSet presAssocID="{7C4D95D5-651D-4838-B17F-A85B996AD6DD}" presName="srcNode" presStyleLbl="node1" presStyleIdx="0" presStyleCnt="4"/>
      <dgm:spPr/>
    </dgm:pt>
    <dgm:pt modelId="{84480E72-3CC5-4DAC-B436-F6891AB46BB0}" type="pres">
      <dgm:prSet presAssocID="{7C4D95D5-651D-4838-B17F-A85B996AD6DD}" presName="conn" presStyleLbl="parChTrans1D2" presStyleIdx="0" presStyleCnt="1"/>
      <dgm:spPr/>
    </dgm:pt>
    <dgm:pt modelId="{9AA868EF-B5BE-4EE4-82B3-1815C6DEFDCD}" type="pres">
      <dgm:prSet presAssocID="{7C4D95D5-651D-4838-B17F-A85B996AD6DD}" presName="extraNode" presStyleLbl="node1" presStyleIdx="0" presStyleCnt="4"/>
      <dgm:spPr/>
    </dgm:pt>
    <dgm:pt modelId="{A223D49E-E4E0-433A-B587-16B07014F238}" type="pres">
      <dgm:prSet presAssocID="{7C4D95D5-651D-4838-B17F-A85B996AD6DD}" presName="dstNode" presStyleLbl="node1" presStyleIdx="0" presStyleCnt="4"/>
      <dgm:spPr/>
    </dgm:pt>
    <dgm:pt modelId="{9E71085E-2978-4E77-9107-A58927C603F6}" type="pres">
      <dgm:prSet presAssocID="{C2C480D3-DCCA-4B06-994A-03515CE2D586}" presName="text_1" presStyleLbl="node1" presStyleIdx="0" presStyleCnt="4">
        <dgm:presLayoutVars>
          <dgm:bulletEnabled val="1"/>
        </dgm:presLayoutVars>
      </dgm:prSet>
      <dgm:spPr/>
    </dgm:pt>
    <dgm:pt modelId="{F5A0DFE5-DE59-40F8-AFE3-458793E22BCC}" type="pres">
      <dgm:prSet presAssocID="{C2C480D3-DCCA-4B06-994A-03515CE2D586}" presName="accent_1" presStyleCnt="0"/>
      <dgm:spPr/>
    </dgm:pt>
    <dgm:pt modelId="{BE463D49-28C5-48EE-B7A9-328389F1D161}" type="pres">
      <dgm:prSet presAssocID="{C2C480D3-DCCA-4B06-994A-03515CE2D586}" presName="accentRepeatNode" presStyleLbl="solidFgAcc1" presStyleIdx="0" presStyleCnt="4"/>
      <dgm:spPr/>
    </dgm:pt>
    <dgm:pt modelId="{16DDE407-849D-4BA1-A870-5050B8EAE405}" type="pres">
      <dgm:prSet presAssocID="{D5D9969E-0A1E-4278-8675-9DB150DFD5AF}" presName="text_2" presStyleLbl="node1" presStyleIdx="1" presStyleCnt="4">
        <dgm:presLayoutVars>
          <dgm:bulletEnabled val="1"/>
        </dgm:presLayoutVars>
      </dgm:prSet>
      <dgm:spPr/>
    </dgm:pt>
    <dgm:pt modelId="{1529DE85-1ADB-4541-856A-7B4CE7A7CA95}" type="pres">
      <dgm:prSet presAssocID="{D5D9969E-0A1E-4278-8675-9DB150DFD5AF}" presName="accent_2" presStyleCnt="0"/>
      <dgm:spPr/>
    </dgm:pt>
    <dgm:pt modelId="{9650F47B-8701-4D81-95AA-8E298355C7C8}" type="pres">
      <dgm:prSet presAssocID="{D5D9969E-0A1E-4278-8675-9DB150DFD5AF}" presName="accentRepeatNode" presStyleLbl="solidFgAcc1" presStyleIdx="1" presStyleCnt="4"/>
      <dgm:spPr/>
    </dgm:pt>
    <dgm:pt modelId="{77791AB3-3F6C-43F0-9443-3652ABC86478}" type="pres">
      <dgm:prSet presAssocID="{1AE6DC4A-02E0-4233-B742-B3DF54E2B84E}" presName="text_3" presStyleLbl="node1" presStyleIdx="2" presStyleCnt="4">
        <dgm:presLayoutVars>
          <dgm:bulletEnabled val="1"/>
        </dgm:presLayoutVars>
      </dgm:prSet>
      <dgm:spPr/>
    </dgm:pt>
    <dgm:pt modelId="{8069599F-BBAE-4556-89FE-210D18308063}" type="pres">
      <dgm:prSet presAssocID="{1AE6DC4A-02E0-4233-B742-B3DF54E2B84E}" presName="accent_3" presStyleCnt="0"/>
      <dgm:spPr/>
    </dgm:pt>
    <dgm:pt modelId="{950F5D14-73D8-48F2-B2A4-F2D4191004E3}" type="pres">
      <dgm:prSet presAssocID="{1AE6DC4A-02E0-4233-B742-B3DF54E2B84E}" presName="accentRepeatNode" presStyleLbl="solidFgAcc1" presStyleIdx="2" presStyleCnt="4"/>
      <dgm:spPr/>
    </dgm:pt>
    <dgm:pt modelId="{65433B8D-640A-4842-A640-81B493F61261}" type="pres">
      <dgm:prSet presAssocID="{CF037BF7-BF06-4D7C-A715-034C7078D53B}" presName="text_4" presStyleLbl="node1" presStyleIdx="3" presStyleCnt="4">
        <dgm:presLayoutVars>
          <dgm:bulletEnabled val="1"/>
        </dgm:presLayoutVars>
      </dgm:prSet>
      <dgm:spPr/>
    </dgm:pt>
    <dgm:pt modelId="{5666EA7A-A4EF-4D10-8B73-5CD6F1F11634}" type="pres">
      <dgm:prSet presAssocID="{CF037BF7-BF06-4D7C-A715-034C7078D53B}" presName="accent_4" presStyleCnt="0"/>
      <dgm:spPr/>
    </dgm:pt>
    <dgm:pt modelId="{835E3FDA-992C-4C35-B65D-4A2E9C6D82DC}" type="pres">
      <dgm:prSet presAssocID="{CF037BF7-BF06-4D7C-A715-034C7078D53B}" presName="accentRepeatNode" presStyleLbl="solidFgAcc1" presStyleIdx="3" presStyleCnt="4"/>
      <dgm:spPr/>
    </dgm:pt>
  </dgm:ptLst>
  <dgm:cxnLst>
    <dgm:cxn modelId="{CAD69703-BB94-4874-9B44-9D14267BB9EE}" srcId="{7C4D95D5-651D-4838-B17F-A85B996AD6DD}" destId="{C2C480D3-DCCA-4B06-994A-03515CE2D586}" srcOrd="0" destOrd="0" parTransId="{108487A6-A4AD-4BA2-BD49-3DEEA70FCAFA}" sibTransId="{F46897CF-9424-4D57-AA4C-64C577C1985E}"/>
    <dgm:cxn modelId="{593C0D1A-65D0-47F0-B8E2-D936107A16DE}" type="presOf" srcId="{C2C480D3-DCCA-4B06-994A-03515CE2D586}" destId="{9E71085E-2978-4E77-9107-A58927C603F6}" srcOrd="0" destOrd="0" presId="urn:microsoft.com/office/officeart/2008/layout/VerticalCurvedList"/>
    <dgm:cxn modelId="{6005CF22-5571-4BD5-9789-1785FDFB27C8}" type="presOf" srcId="{F46897CF-9424-4D57-AA4C-64C577C1985E}" destId="{84480E72-3CC5-4DAC-B436-F6891AB46BB0}" srcOrd="0" destOrd="0" presId="urn:microsoft.com/office/officeart/2008/layout/VerticalCurvedList"/>
    <dgm:cxn modelId="{D7509C35-646B-4318-8F5A-F82E418A6420}" srcId="{7C4D95D5-651D-4838-B17F-A85B996AD6DD}" destId="{1AE6DC4A-02E0-4233-B742-B3DF54E2B84E}" srcOrd="2" destOrd="0" parTransId="{0CE41948-CB4B-4FBB-889D-6BC2E6F61D95}" sibTransId="{EDBAB552-63D4-48C9-B786-AF5DEC07D0B8}"/>
    <dgm:cxn modelId="{2BD1DE76-A954-4AE6-A348-9550731F7F79}" type="presOf" srcId="{1AE6DC4A-02E0-4233-B742-B3DF54E2B84E}" destId="{77791AB3-3F6C-43F0-9443-3652ABC86478}" srcOrd="0" destOrd="0" presId="urn:microsoft.com/office/officeart/2008/layout/VerticalCurvedList"/>
    <dgm:cxn modelId="{41FED278-C75A-4A38-847E-0EEA1FEE679F}" srcId="{7C4D95D5-651D-4838-B17F-A85B996AD6DD}" destId="{D5D9969E-0A1E-4278-8675-9DB150DFD5AF}" srcOrd="1" destOrd="0" parTransId="{4FADE249-0899-4709-B32B-1D55F56BC8EE}" sibTransId="{CEF69A98-F9F7-4D36-B4D3-C1D6656F610B}"/>
    <dgm:cxn modelId="{92C7E859-0DB8-41BF-A60E-C86FC1CBD82F}" srcId="{7C4D95D5-651D-4838-B17F-A85B996AD6DD}" destId="{CF037BF7-BF06-4D7C-A715-034C7078D53B}" srcOrd="3" destOrd="0" parTransId="{6537EE80-E1A3-48C1-9AC3-F852E5D7BF9C}" sibTransId="{89FC1A95-FD38-4E63-9D34-C6AF90EBA642}"/>
    <dgm:cxn modelId="{CD3FE25A-3972-455B-B381-5B97E0A49FB0}" type="presOf" srcId="{7C4D95D5-651D-4838-B17F-A85B996AD6DD}" destId="{937EEB60-6E3D-45D0-9715-CA86805F2814}" srcOrd="0" destOrd="0" presId="urn:microsoft.com/office/officeart/2008/layout/VerticalCurvedList"/>
    <dgm:cxn modelId="{21E15885-BC01-4676-B263-697FA689823E}" type="presOf" srcId="{CF037BF7-BF06-4D7C-A715-034C7078D53B}" destId="{65433B8D-640A-4842-A640-81B493F61261}" srcOrd="0" destOrd="0" presId="urn:microsoft.com/office/officeart/2008/layout/VerticalCurvedList"/>
    <dgm:cxn modelId="{E3AAA6BC-F650-494D-A801-9D5EDF10FC22}" type="presOf" srcId="{D5D9969E-0A1E-4278-8675-9DB150DFD5AF}" destId="{16DDE407-849D-4BA1-A870-5050B8EAE405}" srcOrd="0" destOrd="0" presId="urn:microsoft.com/office/officeart/2008/layout/VerticalCurvedList"/>
    <dgm:cxn modelId="{3F56EDAE-A3E4-4852-AB8B-C9007288EC78}" type="presParOf" srcId="{937EEB60-6E3D-45D0-9715-CA86805F2814}" destId="{384F7A7C-B116-4FD1-86DA-8A42CFC676C5}" srcOrd="0" destOrd="0" presId="urn:microsoft.com/office/officeart/2008/layout/VerticalCurvedList"/>
    <dgm:cxn modelId="{D2B078C5-BE88-4712-8913-2F0DBA53A32D}" type="presParOf" srcId="{384F7A7C-B116-4FD1-86DA-8A42CFC676C5}" destId="{84154C1E-996D-4CAA-825C-FA7ADD08A61E}" srcOrd="0" destOrd="0" presId="urn:microsoft.com/office/officeart/2008/layout/VerticalCurvedList"/>
    <dgm:cxn modelId="{DEC126F4-C16D-43B9-952A-E6ACBA200E3F}" type="presParOf" srcId="{84154C1E-996D-4CAA-825C-FA7ADD08A61E}" destId="{9EA5D566-E395-42EB-8434-B920397E1CF5}" srcOrd="0" destOrd="0" presId="urn:microsoft.com/office/officeart/2008/layout/VerticalCurvedList"/>
    <dgm:cxn modelId="{476370E4-F729-4B4B-A4FC-C63501C67226}" type="presParOf" srcId="{84154C1E-996D-4CAA-825C-FA7ADD08A61E}" destId="{84480E72-3CC5-4DAC-B436-F6891AB46BB0}" srcOrd="1" destOrd="0" presId="urn:microsoft.com/office/officeart/2008/layout/VerticalCurvedList"/>
    <dgm:cxn modelId="{83AB1101-BBFA-4F87-B633-7CDEE3E01412}" type="presParOf" srcId="{84154C1E-996D-4CAA-825C-FA7ADD08A61E}" destId="{9AA868EF-B5BE-4EE4-82B3-1815C6DEFDCD}" srcOrd="2" destOrd="0" presId="urn:microsoft.com/office/officeart/2008/layout/VerticalCurvedList"/>
    <dgm:cxn modelId="{F1138E03-0713-42BC-9C8D-1FD70B81782D}" type="presParOf" srcId="{84154C1E-996D-4CAA-825C-FA7ADD08A61E}" destId="{A223D49E-E4E0-433A-B587-16B07014F238}" srcOrd="3" destOrd="0" presId="urn:microsoft.com/office/officeart/2008/layout/VerticalCurvedList"/>
    <dgm:cxn modelId="{BDB429C0-4E85-450E-8AC4-10D1D0C8115E}" type="presParOf" srcId="{384F7A7C-B116-4FD1-86DA-8A42CFC676C5}" destId="{9E71085E-2978-4E77-9107-A58927C603F6}" srcOrd="1" destOrd="0" presId="urn:microsoft.com/office/officeart/2008/layout/VerticalCurvedList"/>
    <dgm:cxn modelId="{05BC0042-ABC6-4812-B0FE-96CBA34ADAAD}" type="presParOf" srcId="{384F7A7C-B116-4FD1-86DA-8A42CFC676C5}" destId="{F5A0DFE5-DE59-40F8-AFE3-458793E22BCC}" srcOrd="2" destOrd="0" presId="urn:microsoft.com/office/officeart/2008/layout/VerticalCurvedList"/>
    <dgm:cxn modelId="{0D05FBBA-2CF0-458B-AE07-918E1D80F146}" type="presParOf" srcId="{F5A0DFE5-DE59-40F8-AFE3-458793E22BCC}" destId="{BE463D49-28C5-48EE-B7A9-328389F1D161}" srcOrd="0" destOrd="0" presId="urn:microsoft.com/office/officeart/2008/layout/VerticalCurvedList"/>
    <dgm:cxn modelId="{E19C519F-6A62-4B50-BE4A-A42ACA0308BC}" type="presParOf" srcId="{384F7A7C-B116-4FD1-86DA-8A42CFC676C5}" destId="{16DDE407-849D-4BA1-A870-5050B8EAE405}" srcOrd="3" destOrd="0" presId="urn:microsoft.com/office/officeart/2008/layout/VerticalCurvedList"/>
    <dgm:cxn modelId="{DCBD20D0-166D-4092-8892-662411A2EC40}" type="presParOf" srcId="{384F7A7C-B116-4FD1-86DA-8A42CFC676C5}" destId="{1529DE85-1ADB-4541-856A-7B4CE7A7CA95}" srcOrd="4" destOrd="0" presId="urn:microsoft.com/office/officeart/2008/layout/VerticalCurvedList"/>
    <dgm:cxn modelId="{FE8E89AB-446E-424C-87E5-D5C6465BB046}" type="presParOf" srcId="{1529DE85-1ADB-4541-856A-7B4CE7A7CA95}" destId="{9650F47B-8701-4D81-95AA-8E298355C7C8}" srcOrd="0" destOrd="0" presId="urn:microsoft.com/office/officeart/2008/layout/VerticalCurvedList"/>
    <dgm:cxn modelId="{0994C843-C853-4B9F-A8F7-5C72D6B85459}" type="presParOf" srcId="{384F7A7C-B116-4FD1-86DA-8A42CFC676C5}" destId="{77791AB3-3F6C-43F0-9443-3652ABC86478}" srcOrd="5" destOrd="0" presId="urn:microsoft.com/office/officeart/2008/layout/VerticalCurvedList"/>
    <dgm:cxn modelId="{242B6BD2-BEA4-4A7F-A9F1-5B9FAB8B4253}" type="presParOf" srcId="{384F7A7C-B116-4FD1-86DA-8A42CFC676C5}" destId="{8069599F-BBAE-4556-89FE-210D18308063}" srcOrd="6" destOrd="0" presId="urn:microsoft.com/office/officeart/2008/layout/VerticalCurvedList"/>
    <dgm:cxn modelId="{DD55A81B-3CE4-45C6-8369-0B4F528BC537}" type="presParOf" srcId="{8069599F-BBAE-4556-89FE-210D18308063}" destId="{950F5D14-73D8-48F2-B2A4-F2D4191004E3}" srcOrd="0" destOrd="0" presId="urn:microsoft.com/office/officeart/2008/layout/VerticalCurvedList"/>
    <dgm:cxn modelId="{7323ACC7-D54C-4AE0-A905-136BE17411F0}" type="presParOf" srcId="{384F7A7C-B116-4FD1-86DA-8A42CFC676C5}" destId="{65433B8D-640A-4842-A640-81B493F61261}" srcOrd="7" destOrd="0" presId="urn:microsoft.com/office/officeart/2008/layout/VerticalCurvedList"/>
    <dgm:cxn modelId="{5E69F055-745E-4D1B-8F13-0049017139B8}" type="presParOf" srcId="{384F7A7C-B116-4FD1-86DA-8A42CFC676C5}" destId="{5666EA7A-A4EF-4D10-8B73-5CD6F1F11634}" srcOrd="8" destOrd="0" presId="urn:microsoft.com/office/officeart/2008/layout/VerticalCurvedList"/>
    <dgm:cxn modelId="{5F054AFE-B6D5-48AB-87DB-2D3BAEB200F2}" type="presParOf" srcId="{5666EA7A-A4EF-4D10-8B73-5CD6F1F11634}" destId="{835E3FDA-992C-4C35-B65D-4A2E9C6D82D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EF324754-E654-4C11-992D-39F325C7E2E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7287F91-7B3D-417E-8BDE-72FEC5F57E44}">
      <dgm:prSet/>
      <dgm:spPr/>
      <dgm:t>
        <a:bodyPr/>
        <a:lstStyle/>
        <a:p>
          <a:r>
            <a:rPr lang="uk-UA" b="0" i="0"/>
            <a:t>Галицьке</a:t>
          </a:r>
          <a:endParaRPr lang="uk-UA"/>
        </a:p>
      </dgm:t>
    </dgm:pt>
    <dgm:pt modelId="{FE1CDA69-0D09-458A-8B2B-B001848939CB}" type="parTrans" cxnId="{33BD97B7-2B83-4EAC-A473-E6DF04282CFB}">
      <dgm:prSet/>
      <dgm:spPr/>
      <dgm:t>
        <a:bodyPr/>
        <a:lstStyle/>
        <a:p>
          <a:endParaRPr lang="uk-UA"/>
        </a:p>
      </dgm:t>
    </dgm:pt>
    <dgm:pt modelId="{E57B121C-989F-44BD-A676-A196EC5B4EFA}" type="sibTrans" cxnId="{33BD97B7-2B83-4EAC-A473-E6DF04282CFB}">
      <dgm:prSet/>
      <dgm:spPr/>
      <dgm:t>
        <a:bodyPr/>
        <a:lstStyle/>
        <a:p>
          <a:endParaRPr lang="uk-UA"/>
        </a:p>
      </dgm:t>
    </dgm:pt>
    <dgm:pt modelId="{71F3E920-D60E-427C-B6BB-FB4B0FC8B072}">
      <dgm:prSet/>
      <dgm:spPr/>
      <dgm:t>
        <a:bodyPr/>
        <a:lstStyle/>
        <a:p>
          <a:r>
            <a:rPr lang="uk-UA" b="0" i="0"/>
            <a:t>Новгород-Сіверське</a:t>
          </a:r>
          <a:endParaRPr lang="uk-UA"/>
        </a:p>
      </dgm:t>
    </dgm:pt>
    <dgm:pt modelId="{77482197-7D60-462F-8F38-C912C5D5D65A}" type="parTrans" cxnId="{20CDDAC6-29E2-445E-A44D-EC364C014CC6}">
      <dgm:prSet/>
      <dgm:spPr/>
      <dgm:t>
        <a:bodyPr/>
        <a:lstStyle/>
        <a:p>
          <a:endParaRPr lang="uk-UA"/>
        </a:p>
      </dgm:t>
    </dgm:pt>
    <dgm:pt modelId="{67A2C2A9-F37F-49D4-8F92-14D185C6E432}" type="sibTrans" cxnId="{20CDDAC6-29E2-445E-A44D-EC364C014CC6}">
      <dgm:prSet/>
      <dgm:spPr/>
      <dgm:t>
        <a:bodyPr/>
        <a:lstStyle/>
        <a:p>
          <a:endParaRPr lang="uk-UA"/>
        </a:p>
      </dgm:t>
    </dgm:pt>
    <dgm:pt modelId="{1BF60E0E-59D7-4CB8-9587-9339A91ADE88}">
      <dgm:prSet/>
      <dgm:spPr/>
      <dgm:t>
        <a:bodyPr/>
        <a:lstStyle/>
        <a:p>
          <a:r>
            <a:rPr lang="uk-UA" b="0" i="0" dirty="0"/>
            <a:t>Чернігівське</a:t>
          </a:r>
          <a:endParaRPr lang="uk-UA" dirty="0"/>
        </a:p>
      </dgm:t>
    </dgm:pt>
    <dgm:pt modelId="{5EA1319E-B86B-4F73-B003-CABCB4D4C3BD}" type="parTrans" cxnId="{8FA17B89-C32A-4EB1-A4A7-889EEFA13523}">
      <dgm:prSet/>
      <dgm:spPr/>
      <dgm:t>
        <a:bodyPr/>
        <a:lstStyle/>
        <a:p>
          <a:endParaRPr lang="uk-UA"/>
        </a:p>
      </dgm:t>
    </dgm:pt>
    <dgm:pt modelId="{6CF17D0C-466D-4CB1-827D-F708716B8709}" type="sibTrans" cxnId="{8FA17B89-C32A-4EB1-A4A7-889EEFA13523}">
      <dgm:prSet/>
      <dgm:spPr/>
      <dgm:t>
        <a:bodyPr/>
        <a:lstStyle/>
        <a:p>
          <a:endParaRPr lang="uk-UA"/>
        </a:p>
      </dgm:t>
    </dgm:pt>
    <dgm:pt modelId="{8867F712-D062-4522-BF0D-1EC235AEF67E}">
      <dgm:prSet/>
      <dgm:spPr/>
      <dgm:t>
        <a:bodyPr/>
        <a:lstStyle/>
        <a:p>
          <a:r>
            <a:rPr lang="uk-UA" b="0" i="0" dirty="0"/>
            <a:t>Переяславське</a:t>
          </a:r>
          <a:endParaRPr lang="uk-UA" dirty="0"/>
        </a:p>
      </dgm:t>
    </dgm:pt>
    <dgm:pt modelId="{FCCCBAC7-30B9-4164-9AAF-E6F9B7F572C9}" type="parTrans" cxnId="{A1EAE368-01EA-467C-B9C4-314C38D8E1B6}">
      <dgm:prSet/>
      <dgm:spPr/>
      <dgm:t>
        <a:bodyPr/>
        <a:lstStyle/>
        <a:p>
          <a:endParaRPr lang="uk-UA"/>
        </a:p>
      </dgm:t>
    </dgm:pt>
    <dgm:pt modelId="{4A8D6EFD-72FF-4BCB-8143-8818D1BDF5B8}" type="sibTrans" cxnId="{A1EAE368-01EA-467C-B9C4-314C38D8E1B6}">
      <dgm:prSet/>
      <dgm:spPr/>
      <dgm:t>
        <a:bodyPr/>
        <a:lstStyle/>
        <a:p>
          <a:endParaRPr lang="uk-UA"/>
        </a:p>
      </dgm:t>
    </dgm:pt>
    <dgm:pt modelId="{D40EA2D5-D8D2-4FD4-9FF4-AA88A679B095}" type="pres">
      <dgm:prSet presAssocID="{EF324754-E654-4C11-992D-39F325C7E2EB}" presName="matrix" presStyleCnt="0">
        <dgm:presLayoutVars>
          <dgm:chMax val="1"/>
          <dgm:dir/>
          <dgm:resizeHandles val="exact"/>
        </dgm:presLayoutVars>
      </dgm:prSet>
      <dgm:spPr/>
    </dgm:pt>
    <dgm:pt modelId="{42536874-E07E-49A1-81AA-770E844E901E}" type="pres">
      <dgm:prSet presAssocID="{EF324754-E654-4C11-992D-39F325C7E2EB}" presName="diamond" presStyleLbl="bgShp" presStyleIdx="0" presStyleCnt="1"/>
      <dgm:spPr/>
    </dgm:pt>
    <dgm:pt modelId="{A3AF930B-36E5-4BFC-B5BA-75C2E66382C5}" type="pres">
      <dgm:prSet presAssocID="{EF324754-E654-4C11-992D-39F325C7E2E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D6974D8-4263-42BA-8BE8-7F01533D2D6A}" type="pres">
      <dgm:prSet presAssocID="{EF324754-E654-4C11-992D-39F325C7E2E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D9432C1-5DE6-41E4-ACDC-066FFF03035D}" type="pres">
      <dgm:prSet presAssocID="{EF324754-E654-4C11-992D-39F325C7E2E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B279589-CF4D-437C-A2D5-85B226051808}" type="pres">
      <dgm:prSet presAssocID="{EF324754-E654-4C11-992D-39F325C7E2E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44C7C24-9F57-43FB-91A6-B33A816B5F8C}" type="presOf" srcId="{EF324754-E654-4C11-992D-39F325C7E2EB}" destId="{D40EA2D5-D8D2-4FD4-9FF4-AA88A679B095}" srcOrd="0" destOrd="0" presId="urn:microsoft.com/office/officeart/2005/8/layout/matrix3"/>
    <dgm:cxn modelId="{A1EAE368-01EA-467C-B9C4-314C38D8E1B6}" srcId="{EF324754-E654-4C11-992D-39F325C7E2EB}" destId="{8867F712-D062-4522-BF0D-1EC235AEF67E}" srcOrd="3" destOrd="0" parTransId="{FCCCBAC7-30B9-4164-9AAF-E6F9B7F572C9}" sibTransId="{4A8D6EFD-72FF-4BCB-8143-8818D1BDF5B8}"/>
    <dgm:cxn modelId="{8FA17B89-C32A-4EB1-A4A7-889EEFA13523}" srcId="{EF324754-E654-4C11-992D-39F325C7E2EB}" destId="{1BF60E0E-59D7-4CB8-9587-9339A91ADE88}" srcOrd="2" destOrd="0" parTransId="{5EA1319E-B86B-4F73-B003-CABCB4D4C3BD}" sibTransId="{6CF17D0C-466D-4CB1-827D-F708716B8709}"/>
    <dgm:cxn modelId="{82EE278C-26E9-42ED-AEF3-8CCB538758A4}" type="presOf" srcId="{1BF60E0E-59D7-4CB8-9587-9339A91ADE88}" destId="{DD9432C1-5DE6-41E4-ACDC-066FFF03035D}" srcOrd="0" destOrd="0" presId="urn:microsoft.com/office/officeart/2005/8/layout/matrix3"/>
    <dgm:cxn modelId="{8AEEB49D-17DA-4179-82BA-E3B0260808B1}" type="presOf" srcId="{37287F91-7B3D-417E-8BDE-72FEC5F57E44}" destId="{A3AF930B-36E5-4BFC-B5BA-75C2E66382C5}" srcOrd="0" destOrd="0" presId="urn:microsoft.com/office/officeart/2005/8/layout/matrix3"/>
    <dgm:cxn modelId="{33BD97B7-2B83-4EAC-A473-E6DF04282CFB}" srcId="{EF324754-E654-4C11-992D-39F325C7E2EB}" destId="{37287F91-7B3D-417E-8BDE-72FEC5F57E44}" srcOrd="0" destOrd="0" parTransId="{FE1CDA69-0D09-458A-8B2B-B001848939CB}" sibTransId="{E57B121C-989F-44BD-A676-A196EC5B4EFA}"/>
    <dgm:cxn modelId="{20CDDAC6-29E2-445E-A44D-EC364C014CC6}" srcId="{EF324754-E654-4C11-992D-39F325C7E2EB}" destId="{71F3E920-D60E-427C-B6BB-FB4B0FC8B072}" srcOrd="1" destOrd="0" parTransId="{77482197-7D60-462F-8F38-C912C5D5D65A}" sibTransId="{67A2C2A9-F37F-49D4-8F92-14D185C6E432}"/>
    <dgm:cxn modelId="{428DA4F5-FFE6-41AC-A0E4-7461AD474694}" type="presOf" srcId="{8867F712-D062-4522-BF0D-1EC235AEF67E}" destId="{9B279589-CF4D-437C-A2D5-85B226051808}" srcOrd="0" destOrd="0" presId="urn:microsoft.com/office/officeart/2005/8/layout/matrix3"/>
    <dgm:cxn modelId="{A76A3AFD-0B82-4D0C-9808-180E9025991F}" type="presOf" srcId="{71F3E920-D60E-427C-B6BB-FB4B0FC8B072}" destId="{BD6974D8-4263-42BA-8BE8-7F01533D2D6A}" srcOrd="0" destOrd="0" presId="urn:microsoft.com/office/officeart/2005/8/layout/matrix3"/>
    <dgm:cxn modelId="{8AA2933B-5588-4B89-8897-7ED244E1B440}" type="presParOf" srcId="{D40EA2D5-D8D2-4FD4-9FF4-AA88A679B095}" destId="{42536874-E07E-49A1-81AA-770E844E901E}" srcOrd="0" destOrd="0" presId="urn:microsoft.com/office/officeart/2005/8/layout/matrix3"/>
    <dgm:cxn modelId="{D59E19D3-9E9C-4CC0-A17C-2D99F2A02D34}" type="presParOf" srcId="{D40EA2D5-D8D2-4FD4-9FF4-AA88A679B095}" destId="{A3AF930B-36E5-4BFC-B5BA-75C2E66382C5}" srcOrd="1" destOrd="0" presId="urn:microsoft.com/office/officeart/2005/8/layout/matrix3"/>
    <dgm:cxn modelId="{4AF0D379-1E05-45FD-AD1B-0927A6DFF9DE}" type="presParOf" srcId="{D40EA2D5-D8D2-4FD4-9FF4-AA88A679B095}" destId="{BD6974D8-4263-42BA-8BE8-7F01533D2D6A}" srcOrd="2" destOrd="0" presId="urn:microsoft.com/office/officeart/2005/8/layout/matrix3"/>
    <dgm:cxn modelId="{5EF885D1-8D53-40D4-950B-D85114E031B5}" type="presParOf" srcId="{D40EA2D5-D8D2-4FD4-9FF4-AA88A679B095}" destId="{DD9432C1-5DE6-41E4-ACDC-066FFF03035D}" srcOrd="3" destOrd="0" presId="urn:microsoft.com/office/officeart/2005/8/layout/matrix3"/>
    <dgm:cxn modelId="{69B5EF3D-1220-4B9A-8F15-B90DA49B83E8}" type="presParOf" srcId="{D40EA2D5-D8D2-4FD4-9FF4-AA88A679B095}" destId="{9B279589-CF4D-437C-A2D5-85B22605180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A4E97278-57A3-41DF-A936-247775F2DFC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1913D29-10D7-47A6-8F40-000B5B01BF98}">
      <dgm:prSet/>
      <dgm:spPr/>
      <dgm:t>
        <a:bodyPr/>
        <a:lstStyle/>
        <a:p>
          <a:r>
            <a:rPr lang="ru-RU" b="0" i="0"/>
            <a:t>виникнення та становлення</a:t>
          </a:r>
          <a:endParaRPr lang="uk-UA"/>
        </a:p>
      </dgm:t>
    </dgm:pt>
    <dgm:pt modelId="{2C9BBA1F-333A-420E-B03A-07225E1504B4}" type="parTrans" cxnId="{C60E8FC3-18CE-41D1-AB2D-58874B13F68F}">
      <dgm:prSet/>
      <dgm:spPr/>
      <dgm:t>
        <a:bodyPr/>
        <a:lstStyle/>
        <a:p>
          <a:endParaRPr lang="uk-UA"/>
        </a:p>
      </dgm:t>
    </dgm:pt>
    <dgm:pt modelId="{10DF5E1F-D6E4-4BEF-B455-879A653957B3}" type="sibTrans" cxnId="{C60E8FC3-18CE-41D1-AB2D-58874B13F68F}">
      <dgm:prSet/>
      <dgm:spPr/>
      <dgm:t>
        <a:bodyPr/>
        <a:lstStyle/>
        <a:p>
          <a:endParaRPr lang="uk-UA"/>
        </a:p>
      </dgm:t>
    </dgm:pt>
    <dgm:pt modelId="{7215A9B2-2C5F-4505-9923-AAACDC118AA1}">
      <dgm:prSet/>
      <dgm:spPr/>
      <dgm:t>
        <a:bodyPr/>
        <a:lstStyle/>
        <a:p>
          <a:r>
            <a:rPr lang="ru-RU" b="0" i="0" dirty="0" err="1"/>
            <a:t>піднесення</a:t>
          </a:r>
          <a:r>
            <a:rPr lang="ru-RU" b="0" i="0" dirty="0"/>
            <a:t> та </a:t>
          </a:r>
          <a:r>
            <a:rPr lang="ru-RU" b="0" i="0" dirty="0" err="1"/>
            <a:t>розквіту</a:t>
          </a:r>
          <a:endParaRPr lang="uk-UA" dirty="0"/>
        </a:p>
      </dgm:t>
    </dgm:pt>
    <dgm:pt modelId="{AE3879C7-ECD9-4880-B972-1F5568B7A09F}" type="parTrans" cxnId="{8044752D-CBA3-43EE-B6D3-76C299DB10BF}">
      <dgm:prSet/>
      <dgm:spPr/>
      <dgm:t>
        <a:bodyPr/>
        <a:lstStyle/>
        <a:p>
          <a:endParaRPr lang="uk-UA"/>
        </a:p>
      </dgm:t>
    </dgm:pt>
    <dgm:pt modelId="{36841224-FE91-4D1F-B487-59F29AB3E1FB}" type="sibTrans" cxnId="{8044752D-CBA3-43EE-B6D3-76C299DB10BF}">
      <dgm:prSet/>
      <dgm:spPr/>
      <dgm:t>
        <a:bodyPr/>
        <a:lstStyle/>
        <a:p>
          <a:endParaRPr lang="uk-UA"/>
        </a:p>
      </dgm:t>
    </dgm:pt>
    <dgm:pt modelId="{05C25A94-2043-4AFA-956F-9A79231CCC86}">
      <dgm:prSet/>
      <dgm:spPr/>
      <dgm:t>
        <a:bodyPr/>
        <a:lstStyle/>
        <a:p>
          <a:r>
            <a:rPr lang="ru-RU" b="0" i="0"/>
            <a:t>політичної роздробленості</a:t>
          </a:r>
          <a:endParaRPr lang="uk-UA"/>
        </a:p>
      </dgm:t>
    </dgm:pt>
    <dgm:pt modelId="{5713690B-E610-4AD6-A0FC-FD2D5ED969F3}" type="parTrans" cxnId="{1FB3B12B-D5D8-4D59-B763-FC6E3ECD752B}">
      <dgm:prSet/>
      <dgm:spPr/>
      <dgm:t>
        <a:bodyPr/>
        <a:lstStyle/>
        <a:p>
          <a:endParaRPr lang="uk-UA"/>
        </a:p>
      </dgm:t>
    </dgm:pt>
    <dgm:pt modelId="{239E7177-F5A8-40D2-9431-5445A64D90C8}" type="sibTrans" cxnId="{1FB3B12B-D5D8-4D59-B763-FC6E3ECD752B}">
      <dgm:prSet/>
      <dgm:spPr/>
      <dgm:t>
        <a:bodyPr/>
        <a:lstStyle/>
        <a:p>
          <a:endParaRPr lang="uk-UA"/>
        </a:p>
      </dgm:t>
    </dgm:pt>
    <dgm:pt modelId="{83420AB6-501A-4B58-9C1A-213030063883}">
      <dgm:prSet/>
      <dgm:spPr/>
      <dgm:t>
        <a:bodyPr/>
        <a:lstStyle/>
        <a:p>
          <a:r>
            <a:rPr lang="ru-RU" b="0" i="0" dirty="0" err="1"/>
            <a:t>золотоординського</a:t>
          </a:r>
          <a:r>
            <a:rPr lang="ru-RU" b="0" i="0" dirty="0"/>
            <a:t> </a:t>
          </a:r>
          <a:r>
            <a:rPr lang="ru-RU" b="0" i="0" dirty="0" err="1"/>
            <a:t>панування</a:t>
          </a:r>
          <a:endParaRPr lang="uk-UA" dirty="0"/>
        </a:p>
      </dgm:t>
    </dgm:pt>
    <dgm:pt modelId="{7781A6D4-397D-49E9-8649-82EE17897BA7}" type="parTrans" cxnId="{3519889F-0B4C-406E-9AEB-B6F4C8AA6B9E}">
      <dgm:prSet/>
      <dgm:spPr/>
      <dgm:t>
        <a:bodyPr/>
        <a:lstStyle/>
        <a:p>
          <a:endParaRPr lang="uk-UA"/>
        </a:p>
      </dgm:t>
    </dgm:pt>
    <dgm:pt modelId="{88719C2B-102E-489E-80C1-1AB3C62B78C5}" type="sibTrans" cxnId="{3519889F-0B4C-406E-9AEB-B6F4C8AA6B9E}">
      <dgm:prSet/>
      <dgm:spPr/>
      <dgm:t>
        <a:bodyPr/>
        <a:lstStyle/>
        <a:p>
          <a:endParaRPr lang="uk-UA"/>
        </a:p>
      </dgm:t>
    </dgm:pt>
    <dgm:pt modelId="{5B8537F0-C2C5-409C-9EC5-BC88CEC5F885}" type="pres">
      <dgm:prSet presAssocID="{A4E97278-57A3-41DF-A936-247775F2DFC5}" presName="linear" presStyleCnt="0">
        <dgm:presLayoutVars>
          <dgm:animLvl val="lvl"/>
          <dgm:resizeHandles val="exact"/>
        </dgm:presLayoutVars>
      </dgm:prSet>
      <dgm:spPr/>
    </dgm:pt>
    <dgm:pt modelId="{337234BD-094A-412A-85FC-5D298EA2465F}" type="pres">
      <dgm:prSet presAssocID="{A1913D29-10D7-47A6-8F40-000B5B01BF9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E41F7EF-7CBC-42B4-B364-31036FAA2928}" type="pres">
      <dgm:prSet presAssocID="{10DF5E1F-D6E4-4BEF-B455-879A653957B3}" presName="spacer" presStyleCnt="0"/>
      <dgm:spPr/>
    </dgm:pt>
    <dgm:pt modelId="{F6C7D01B-BE4A-4135-B9C4-A2EEB81887BC}" type="pres">
      <dgm:prSet presAssocID="{7215A9B2-2C5F-4505-9923-AAACDC118AA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A53234D-0485-4B7C-9BFF-AAC5D4D2733A}" type="pres">
      <dgm:prSet presAssocID="{36841224-FE91-4D1F-B487-59F29AB3E1FB}" presName="spacer" presStyleCnt="0"/>
      <dgm:spPr/>
    </dgm:pt>
    <dgm:pt modelId="{4868B621-0BB7-4927-8BE1-01DB4D39BB47}" type="pres">
      <dgm:prSet presAssocID="{05C25A94-2043-4AFA-956F-9A79231CCC8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E3DFF40-B332-4938-B929-D5DCDE5B0D3A}" type="pres">
      <dgm:prSet presAssocID="{239E7177-F5A8-40D2-9431-5445A64D90C8}" presName="spacer" presStyleCnt="0"/>
      <dgm:spPr/>
    </dgm:pt>
    <dgm:pt modelId="{C3CF3071-73B9-4C2B-B79C-6926E4B9BB11}" type="pres">
      <dgm:prSet presAssocID="{83420AB6-501A-4B58-9C1A-21303006388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709AE15-143C-437B-86CB-7AD2AF354E22}" type="presOf" srcId="{05C25A94-2043-4AFA-956F-9A79231CCC86}" destId="{4868B621-0BB7-4927-8BE1-01DB4D39BB47}" srcOrd="0" destOrd="0" presId="urn:microsoft.com/office/officeart/2005/8/layout/vList2"/>
    <dgm:cxn modelId="{1FB3B12B-D5D8-4D59-B763-FC6E3ECD752B}" srcId="{A4E97278-57A3-41DF-A936-247775F2DFC5}" destId="{05C25A94-2043-4AFA-956F-9A79231CCC86}" srcOrd="2" destOrd="0" parTransId="{5713690B-E610-4AD6-A0FC-FD2D5ED969F3}" sibTransId="{239E7177-F5A8-40D2-9431-5445A64D90C8}"/>
    <dgm:cxn modelId="{8044752D-CBA3-43EE-B6D3-76C299DB10BF}" srcId="{A4E97278-57A3-41DF-A936-247775F2DFC5}" destId="{7215A9B2-2C5F-4505-9923-AAACDC118AA1}" srcOrd="1" destOrd="0" parTransId="{AE3879C7-ECD9-4880-B972-1F5568B7A09F}" sibTransId="{36841224-FE91-4D1F-B487-59F29AB3E1FB}"/>
    <dgm:cxn modelId="{4CFD898C-B334-4104-A271-5DFDA0D00321}" type="presOf" srcId="{A4E97278-57A3-41DF-A936-247775F2DFC5}" destId="{5B8537F0-C2C5-409C-9EC5-BC88CEC5F885}" srcOrd="0" destOrd="0" presId="urn:microsoft.com/office/officeart/2005/8/layout/vList2"/>
    <dgm:cxn modelId="{3519889F-0B4C-406E-9AEB-B6F4C8AA6B9E}" srcId="{A4E97278-57A3-41DF-A936-247775F2DFC5}" destId="{83420AB6-501A-4B58-9C1A-213030063883}" srcOrd="3" destOrd="0" parTransId="{7781A6D4-397D-49E9-8649-82EE17897BA7}" sibTransId="{88719C2B-102E-489E-80C1-1AB3C62B78C5}"/>
    <dgm:cxn modelId="{061E47B3-EE52-4859-B2F6-D012376FC8D0}" type="presOf" srcId="{A1913D29-10D7-47A6-8F40-000B5B01BF98}" destId="{337234BD-094A-412A-85FC-5D298EA2465F}" srcOrd="0" destOrd="0" presId="urn:microsoft.com/office/officeart/2005/8/layout/vList2"/>
    <dgm:cxn modelId="{C60E8FC3-18CE-41D1-AB2D-58874B13F68F}" srcId="{A4E97278-57A3-41DF-A936-247775F2DFC5}" destId="{A1913D29-10D7-47A6-8F40-000B5B01BF98}" srcOrd="0" destOrd="0" parTransId="{2C9BBA1F-333A-420E-B03A-07225E1504B4}" sibTransId="{10DF5E1F-D6E4-4BEF-B455-879A653957B3}"/>
    <dgm:cxn modelId="{EF12EDED-6ECE-4CB2-B814-F444CCDDF0CA}" type="presOf" srcId="{7215A9B2-2C5F-4505-9923-AAACDC118AA1}" destId="{F6C7D01B-BE4A-4135-B9C4-A2EEB81887BC}" srcOrd="0" destOrd="0" presId="urn:microsoft.com/office/officeart/2005/8/layout/vList2"/>
    <dgm:cxn modelId="{DA43BAEF-F96C-414D-B989-24F195B36949}" type="presOf" srcId="{83420AB6-501A-4B58-9C1A-213030063883}" destId="{C3CF3071-73B9-4C2B-B79C-6926E4B9BB11}" srcOrd="0" destOrd="0" presId="urn:microsoft.com/office/officeart/2005/8/layout/vList2"/>
    <dgm:cxn modelId="{BBB1D40B-910D-4AF7-A631-9DFEF392B2E0}" type="presParOf" srcId="{5B8537F0-C2C5-409C-9EC5-BC88CEC5F885}" destId="{337234BD-094A-412A-85FC-5D298EA2465F}" srcOrd="0" destOrd="0" presId="urn:microsoft.com/office/officeart/2005/8/layout/vList2"/>
    <dgm:cxn modelId="{0FFFBD79-DED5-4C4A-92E7-2655B0E969A3}" type="presParOf" srcId="{5B8537F0-C2C5-409C-9EC5-BC88CEC5F885}" destId="{4E41F7EF-7CBC-42B4-B364-31036FAA2928}" srcOrd="1" destOrd="0" presId="urn:microsoft.com/office/officeart/2005/8/layout/vList2"/>
    <dgm:cxn modelId="{1A6054DC-88F3-48B4-A4E8-0B794A6EDDC4}" type="presParOf" srcId="{5B8537F0-C2C5-409C-9EC5-BC88CEC5F885}" destId="{F6C7D01B-BE4A-4135-B9C4-A2EEB81887BC}" srcOrd="2" destOrd="0" presId="urn:microsoft.com/office/officeart/2005/8/layout/vList2"/>
    <dgm:cxn modelId="{D8F813B6-AE43-4E44-BD5C-7EEF8FBC7D33}" type="presParOf" srcId="{5B8537F0-C2C5-409C-9EC5-BC88CEC5F885}" destId="{EA53234D-0485-4B7C-9BFF-AAC5D4D2733A}" srcOrd="3" destOrd="0" presId="urn:microsoft.com/office/officeart/2005/8/layout/vList2"/>
    <dgm:cxn modelId="{25473C6D-E3F2-477E-A950-B62ADA4E7E2D}" type="presParOf" srcId="{5B8537F0-C2C5-409C-9EC5-BC88CEC5F885}" destId="{4868B621-0BB7-4927-8BE1-01DB4D39BB47}" srcOrd="4" destOrd="0" presId="urn:microsoft.com/office/officeart/2005/8/layout/vList2"/>
    <dgm:cxn modelId="{68DA2F46-7D15-45D5-84C9-CD361890FC9E}" type="presParOf" srcId="{5B8537F0-C2C5-409C-9EC5-BC88CEC5F885}" destId="{7E3DFF40-B332-4938-B929-D5DCDE5B0D3A}" srcOrd="5" destOrd="0" presId="urn:microsoft.com/office/officeart/2005/8/layout/vList2"/>
    <dgm:cxn modelId="{3110C653-5BD4-4C71-A9B1-14FBA88551F3}" type="presParOf" srcId="{5B8537F0-C2C5-409C-9EC5-BC88CEC5F885}" destId="{C3CF3071-73B9-4C2B-B79C-6926E4B9BB1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EB3751AB-6F1D-423E-AA78-FB1685134264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5A9857E-69EA-42B0-A313-262786F19F02}">
      <dgm:prSet/>
      <dgm:spPr/>
      <dgm:t>
        <a:bodyPr/>
        <a:lstStyle/>
        <a:p>
          <a:r>
            <a:rPr lang="ru-RU" b="0" i="0" dirty="0" err="1"/>
            <a:t>боярській</a:t>
          </a:r>
          <a:r>
            <a:rPr lang="ru-RU" b="0" i="0" dirty="0"/>
            <a:t> </a:t>
          </a:r>
          <a:r>
            <a:rPr lang="ru-RU" b="0" i="0" dirty="0" err="1"/>
            <a:t>раді</a:t>
          </a:r>
          <a:r>
            <a:rPr lang="ru-RU" b="0" i="0" dirty="0"/>
            <a:t>.</a:t>
          </a:r>
          <a:endParaRPr lang="uk-UA" dirty="0"/>
        </a:p>
      </dgm:t>
    </dgm:pt>
    <dgm:pt modelId="{313BC1FD-63F6-472D-B605-AEE37C44508B}" type="parTrans" cxnId="{57C07D46-59EA-4A4D-A9E0-CD0FC0537C2C}">
      <dgm:prSet/>
      <dgm:spPr/>
      <dgm:t>
        <a:bodyPr/>
        <a:lstStyle/>
        <a:p>
          <a:endParaRPr lang="uk-UA"/>
        </a:p>
      </dgm:t>
    </dgm:pt>
    <dgm:pt modelId="{D5248378-C864-47B1-A542-1ADD8705B075}" type="sibTrans" cxnId="{57C07D46-59EA-4A4D-A9E0-CD0FC0537C2C}">
      <dgm:prSet/>
      <dgm:spPr/>
      <dgm:t>
        <a:bodyPr/>
        <a:lstStyle/>
        <a:p>
          <a:endParaRPr lang="uk-UA"/>
        </a:p>
      </dgm:t>
    </dgm:pt>
    <dgm:pt modelId="{52DD2EE0-1E11-43D7-8D91-3E6EE1DD356F}">
      <dgm:prSet/>
      <dgm:spPr/>
      <dgm:t>
        <a:bodyPr/>
        <a:lstStyle/>
        <a:p>
          <a:r>
            <a:rPr lang="ru-RU" b="0" i="0"/>
            <a:t>народному вічі.</a:t>
          </a:r>
          <a:endParaRPr lang="uk-UA"/>
        </a:p>
      </dgm:t>
    </dgm:pt>
    <dgm:pt modelId="{0F6813F0-8106-4B24-B297-2D6A0614E116}" type="parTrans" cxnId="{A6BA6931-176D-4351-B9AF-371BAE2D033E}">
      <dgm:prSet/>
      <dgm:spPr/>
      <dgm:t>
        <a:bodyPr/>
        <a:lstStyle/>
        <a:p>
          <a:endParaRPr lang="uk-UA"/>
        </a:p>
      </dgm:t>
    </dgm:pt>
    <dgm:pt modelId="{4926105A-7FA2-4E9F-B673-F4FC42F786DE}" type="sibTrans" cxnId="{A6BA6931-176D-4351-B9AF-371BAE2D033E}">
      <dgm:prSet/>
      <dgm:spPr/>
      <dgm:t>
        <a:bodyPr/>
        <a:lstStyle/>
        <a:p>
          <a:endParaRPr lang="uk-UA"/>
        </a:p>
      </dgm:t>
    </dgm:pt>
    <dgm:pt modelId="{957FC21F-4D79-4726-BF56-DE758EE81C16}">
      <dgm:prSet/>
      <dgm:spPr/>
      <dgm:t>
        <a:bodyPr/>
        <a:lstStyle/>
        <a:p>
          <a:r>
            <a:rPr lang="ru-RU" b="0" i="0"/>
            <a:t>князівському з’їзді.</a:t>
          </a:r>
          <a:endParaRPr lang="uk-UA"/>
        </a:p>
      </dgm:t>
    </dgm:pt>
    <dgm:pt modelId="{E7F1C2AD-3E54-4464-9A18-62A4FEC0178E}" type="parTrans" cxnId="{6A42FF4A-3DB8-4D7F-97BB-8ACC9C69D041}">
      <dgm:prSet/>
      <dgm:spPr/>
      <dgm:t>
        <a:bodyPr/>
        <a:lstStyle/>
        <a:p>
          <a:endParaRPr lang="uk-UA"/>
        </a:p>
      </dgm:t>
    </dgm:pt>
    <dgm:pt modelId="{8DDA7857-F8FB-4653-AF30-E4FBB1DCD43B}" type="sibTrans" cxnId="{6A42FF4A-3DB8-4D7F-97BB-8ACC9C69D041}">
      <dgm:prSet/>
      <dgm:spPr/>
      <dgm:t>
        <a:bodyPr/>
        <a:lstStyle/>
        <a:p>
          <a:endParaRPr lang="uk-UA"/>
        </a:p>
      </dgm:t>
    </dgm:pt>
    <dgm:pt modelId="{BD9FB0FA-605B-4916-95EB-02AC314C3561}">
      <dgm:prSet/>
      <dgm:spPr/>
      <dgm:t>
        <a:bodyPr/>
        <a:lstStyle/>
        <a:p>
          <a:r>
            <a:rPr lang="ru-RU" b="0" i="0" dirty="0"/>
            <a:t>церковному </a:t>
          </a:r>
          <a:r>
            <a:rPr lang="ru-RU" b="0" i="0" dirty="0" err="1"/>
            <a:t>соборі</a:t>
          </a:r>
          <a:r>
            <a:rPr lang="ru-RU" b="0" i="0" dirty="0"/>
            <a:t>.</a:t>
          </a:r>
          <a:endParaRPr lang="uk-UA" dirty="0"/>
        </a:p>
      </dgm:t>
    </dgm:pt>
    <dgm:pt modelId="{47B2A7F1-6402-4423-B1AF-1A0343C21022}" type="parTrans" cxnId="{55D65B5B-91FE-449F-A016-BB9560F0D633}">
      <dgm:prSet/>
      <dgm:spPr/>
      <dgm:t>
        <a:bodyPr/>
        <a:lstStyle/>
        <a:p>
          <a:endParaRPr lang="uk-UA"/>
        </a:p>
      </dgm:t>
    </dgm:pt>
    <dgm:pt modelId="{59A9E907-4269-4142-B6F0-9EB4F410E041}" type="sibTrans" cxnId="{55D65B5B-91FE-449F-A016-BB9560F0D633}">
      <dgm:prSet/>
      <dgm:spPr/>
      <dgm:t>
        <a:bodyPr/>
        <a:lstStyle/>
        <a:p>
          <a:endParaRPr lang="uk-UA"/>
        </a:p>
      </dgm:t>
    </dgm:pt>
    <dgm:pt modelId="{36059875-BDDD-4825-A533-498D350895F0}" type="pres">
      <dgm:prSet presAssocID="{EB3751AB-6F1D-423E-AA78-FB1685134264}" presName="matrix" presStyleCnt="0">
        <dgm:presLayoutVars>
          <dgm:chMax val="1"/>
          <dgm:dir/>
          <dgm:resizeHandles val="exact"/>
        </dgm:presLayoutVars>
      </dgm:prSet>
      <dgm:spPr/>
    </dgm:pt>
    <dgm:pt modelId="{48AA84F5-F39C-4A1D-89CB-0CA17F1C8713}" type="pres">
      <dgm:prSet presAssocID="{EB3751AB-6F1D-423E-AA78-FB1685134264}" presName="diamond" presStyleLbl="bgShp" presStyleIdx="0" presStyleCnt="1"/>
      <dgm:spPr/>
    </dgm:pt>
    <dgm:pt modelId="{0C3CBD0F-FB01-4F5C-97A0-F43F95CBFFB7}" type="pres">
      <dgm:prSet presAssocID="{EB3751AB-6F1D-423E-AA78-FB1685134264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4ECD0D6-6CF7-4061-A1DD-33162F196F87}" type="pres">
      <dgm:prSet presAssocID="{EB3751AB-6F1D-423E-AA78-FB1685134264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B1DA2DA-BFD9-4CA1-A90A-D97640ADBE8A}" type="pres">
      <dgm:prSet presAssocID="{EB3751AB-6F1D-423E-AA78-FB1685134264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458DE6B-820B-4252-AA23-F8DA8F3A1555}" type="pres">
      <dgm:prSet presAssocID="{EB3751AB-6F1D-423E-AA78-FB1685134264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F7FF72E-8962-4359-8987-895429D70853}" type="presOf" srcId="{EB3751AB-6F1D-423E-AA78-FB1685134264}" destId="{36059875-BDDD-4825-A533-498D350895F0}" srcOrd="0" destOrd="0" presId="urn:microsoft.com/office/officeart/2005/8/layout/matrix3"/>
    <dgm:cxn modelId="{A6BA6931-176D-4351-B9AF-371BAE2D033E}" srcId="{EB3751AB-6F1D-423E-AA78-FB1685134264}" destId="{52DD2EE0-1E11-43D7-8D91-3E6EE1DD356F}" srcOrd="1" destOrd="0" parTransId="{0F6813F0-8106-4B24-B297-2D6A0614E116}" sibTransId="{4926105A-7FA2-4E9F-B673-F4FC42F786DE}"/>
    <dgm:cxn modelId="{E4273B32-8090-4694-8CFE-68EA49A7D5CA}" type="presOf" srcId="{BD9FB0FA-605B-4916-95EB-02AC314C3561}" destId="{4458DE6B-820B-4252-AA23-F8DA8F3A1555}" srcOrd="0" destOrd="0" presId="urn:microsoft.com/office/officeart/2005/8/layout/matrix3"/>
    <dgm:cxn modelId="{55D65B5B-91FE-449F-A016-BB9560F0D633}" srcId="{EB3751AB-6F1D-423E-AA78-FB1685134264}" destId="{BD9FB0FA-605B-4916-95EB-02AC314C3561}" srcOrd="3" destOrd="0" parTransId="{47B2A7F1-6402-4423-B1AF-1A0343C21022}" sibTransId="{59A9E907-4269-4142-B6F0-9EB4F410E041}"/>
    <dgm:cxn modelId="{57C07D46-59EA-4A4D-A9E0-CD0FC0537C2C}" srcId="{EB3751AB-6F1D-423E-AA78-FB1685134264}" destId="{25A9857E-69EA-42B0-A313-262786F19F02}" srcOrd="0" destOrd="0" parTransId="{313BC1FD-63F6-472D-B605-AEE37C44508B}" sibTransId="{D5248378-C864-47B1-A542-1ADD8705B075}"/>
    <dgm:cxn modelId="{6A42FF4A-3DB8-4D7F-97BB-8ACC9C69D041}" srcId="{EB3751AB-6F1D-423E-AA78-FB1685134264}" destId="{957FC21F-4D79-4726-BF56-DE758EE81C16}" srcOrd="2" destOrd="0" parTransId="{E7F1C2AD-3E54-4464-9A18-62A4FEC0178E}" sibTransId="{8DDA7857-F8FB-4653-AF30-E4FBB1DCD43B}"/>
    <dgm:cxn modelId="{60A50F98-7B72-4E00-B264-73F1F1986199}" type="presOf" srcId="{25A9857E-69EA-42B0-A313-262786F19F02}" destId="{0C3CBD0F-FB01-4F5C-97A0-F43F95CBFFB7}" srcOrd="0" destOrd="0" presId="urn:microsoft.com/office/officeart/2005/8/layout/matrix3"/>
    <dgm:cxn modelId="{6738A4A7-A6F7-47C8-9A66-BFBD81282CA9}" type="presOf" srcId="{957FC21F-4D79-4726-BF56-DE758EE81C16}" destId="{CB1DA2DA-BFD9-4CA1-A90A-D97640ADBE8A}" srcOrd="0" destOrd="0" presId="urn:microsoft.com/office/officeart/2005/8/layout/matrix3"/>
    <dgm:cxn modelId="{A6D787D1-A434-48E0-81B7-605ECFFC0744}" type="presOf" srcId="{52DD2EE0-1E11-43D7-8D91-3E6EE1DD356F}" destId="{D4ECD0D6-6CF7-4061-A1DD-33162F196F87}" srcOrd="0" destOrd="0" presId="urn:microsoft.com/office/officeart/2005/8/layout/matrix3"/>
    <dgm:cxn modelId="{FE0F1C6B-DE3D-453E-BBF5-13831B51182C}" type="presParOf" srcId="{36059875-BDDD-4825-A533-498D350895F0}" destId="{48AA84F5-F39C-4A1D-89CB-0CA17F1C8713}" srcOrd="0" destOrd="0" presId="urn:microsoft.com/office/officeart/2005/8/layout/matrix3"/>
    <dgm:cxn modelId="{13DF81DB-3A5D-4C58-91C3-E51EE23BD0D9}" type="presParOf" srcId="{36059875-BDDD-4825-A533-498D350895F0}" destId="{0C3CBD0F-FB01-4F5C-97A0-F43F95CBFFB7}" srcOrd="1" destOrd="0" presId="urn:microsoft.com/office/officeart/2005/8/layout/matrix3"/>
    <dgm:cxn modelId="{4AFC2475-914A-422D-A6CE-31CB500E1D57}" type="presParOf" srcId="{36059875-BDDD-4825-A533-498D350895F0}" destId="{D4ECD0D6-6CF7-4061-A1DD-33162F196F87}" srcOrd="2" destOrd="0" presId="urn:microsoft.com/office/officeart/2005/8/layout/matrix3"/>
    <dgm:cxn modelId="{1AFD3BDA-A4DD-4E88-ADA2-EABC54BB937C}" type="presParOf" srcId="{36059875-BDDD-4825-A533-498D350895F0}" destId="{CB1DA2DA-BFD9-4CA1-A90A-D97640ADBE8A}" srcOrd="3" destOrd="0" presId="urn:microsoft.com/office/officeart/2005/8/layout/matrix3"/>
    <dgm:cxn modelId="{2C910A71-1F2B-4E55-B7FB-A0378CDCDA44}" type="presParOf" srcId="{36059875-BDDD-4825-A533-498D350895F0}" destId="{4458DE6B-820B-4252-AA23-F8DA8F3A155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0875EC52-7F96-43B6-8D99-04925135CBC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03DF2C7-2DBF-4B81-B134-10098B636AC5}">
      <dgm:prSet/>
      <dgm:spPr/>
      <dgm:t>
        <a:bodyPr/>
        <a:lstStyle/>
        <a:p>
          <a:r>
            <a:rPr lang="uk-UA" b="0" i="0"/>
            <a:t>усунення половецької загрози для Київської держави</a:t>
          </a:r>
          <a:endParaRPr lang="uk-UA"/>
        </a:p>
      </dgm:t>
    </dgm:pt>
    <dgm:pt modelId="{9DC2CD65-33D9-43D0-B6E3-8A5B3767C3EB}" type="parTrans" cxnId="{EC6A1574-6210-484D-8558-978329A13C23}">
      <dgm:prSet/>
      <dgm:spPr/>
      <dgm:t>
        <a:bodyPr/>
        <a:lstStyle/>
        <a:p>
          <a:endParaRPr lang="uk-UA"/>
        </a:p>
      </dgm:t>
    </dgm:pt>
    <dgm:pt modelId="{02150B08-027E-4146-ABDE-1D70982758B9}" type="sibTrans" cxnId="{EC6A1574-6210-484D-8558-978329A13C23}">
      <dgm:prSet/>
      <dgm:spPr/>
      <dgm:t>
        <a:bodyPr/>
        <a:lstStyle/>
        <a:p>
          <a:endParaRPr lang="uk-UA"/>
        </a:p>
      </dgm:t>
    </dgm:pt>
    <dgm:pt modelId="{5B0A70DA-29BA-4ACC-9C13-E5909252F090}">
      <dgm:prSet/>
      <dgm:spPr/>
      <dgm:t>
        <a:bodyPr/>
        <a:lstStyle/>
        <a:p>
          <a:r>
            <a:rPr lang="uk-UA" b="0" i="0" dirty="0"/>
            <a:t>заміна загальнодержавного законодавства удільним</a:t>
          </a:r>
          <a:endParaRPr lang="uk-UA" dirty="0"/>
        </a:p>
      </dgm:t>
    </dgm:pt>
    <dgm:pt modelId="{D2323929-5267-4793-B539-2896BFA1582C}" type="parTrans" cxnId="{8F9CBA9B-AE93-429D-B2CA-B0E2CDE1F31F}">
      <dgm:prSet/>
      <dgm:spPr/>
      <dgm:t>
        <a:bodyPr/>
        <a:lstStyle/>
        <a:p>
          <a:endParaRPr lang="uk-UA"/>
        </a:p>
      </dgm:t>
    </dgm:pt>
    <dgm:pt modelId="{F144B01F-5458-4075-AAB9-09F6D145C334}" type="sibTrans" cxnId="{8F9CBA9B-AE93-429D-B2CA-B0E2CDE1F31F}">
      <dgm:prSet/>
      <dgm:spPr/>
      <dgm:t>
        <a:bodyPr/>
        <a:lstStyle/>
        <a:p>
          <a:endParaRPr lang="uk-UA"/>
        </a:p>
      </dgm:t>
    </dgm:pt>
    <dgm:pt modelId="{D74088D8-6EB2-4B9F-A074-7346512A44DB}">
      <dgm:prSet/>
      <dgm:spPr/>
      <dgm:t>
        <a:bodyPr/>
        <a:lstStyle/>
        <a:p>
          <a:r>
            <a:rPr lang="uk-UA" b="0" i="0" dirty="0"/>
            <a:t>економічний і культурний занепад Київської держави</a:t>
          </a:r>
          <a:endParaRPr lang="uk-UA" dirty="0"/>
        </a:p>
      </dgm:t>
    </dgm:pt>
    <dgm:pt modelId="{B25D25DD-BC52-435F-AD9E-1953979FA5A9}" type="parTrans" cxnId="{3F0C9448-842B-4F56-A527-480DB68FAEC1}">
      <dgm:prSet/>
      <dgm:spPr/>
      <dgm:t>
        <a:bodyPr/>
        <a:lstStyle/>
        <a:p>
          <a:endParaRPr lang="uk-UA"/>
        </a:p>
      </dgm:t>
    </dgm:pt>
    <dgm:pt modelId="{9B4D1308-1AE9-49D3-808A-EA72414D81DB}" type="sibTrans" cxnId="{3F0C9448-842B-4F56-A527-480DB68FAEC1}">
      <dgm:prSet/>
      <dgm:spPr/>
      <dgm:t>
        <a:bodyPr/>
        <a:lstStyle/>
        <a:p>
          <a:endParaRPr lang="uk-UA"/>
        </a:p>
      </dgm:t>
    </dgm:pt>
    <dgm:pt modelId="{612D5CCC-8607-496C-96FA-9B3B7AF034C1}">
      <dgm:prSet/>
      <dgm:spPr/>
      <dgm:t>
        <a:bodyPr/>
        <a:lstStyle/>
        <a:p>
          <a:r>
            <a:rPr lang="uk-UA" b="0" i="0" dirty="0"/>
            <a:t>зміцнення самостійності удільних князівств</a:t>
          </a:r>
          <a:endParaRPr lang="uk-UA" dirty="0"/>
        </a:p>
      </dgm:t>
    </dgm:pt>
    <dgm:pt modelId="{55D29EF4-CDEB-4F6F-A811-20E46B2D8776}" type="parTrans" cxnId="{F87FD422-BEC2-49EB-BB59-D086033A5582}">
      <dgm:prSet/>
      <dgm:spPr/>
      <dgm:t>
        <a:bodyPr/>
        <a:lstStyle/>
        <a:p>
          <a:endParaRPr lang="uk-UA"/>
        </a:p>
      </dgm:t>
    </dgm:pt>
    <dgm:pt modelId="{2B8AD035-9090-40FE-A12A-A52A86A1A060}" type="sibTrans" cxnId="{F87FD422-BEC2-49EB-BB59-D086033A5582}">
      <dgm:prSet/>
      <dgm:spPr/>
      <dgm:t>
        <a:bodyPr/>
        <a:lstStyle/>
        <a:p>
          <a:endParaRPr lang="uk-UA"/>
        </a:p>
      </dgm:t>
    </dgm:pt>
    <dgm:pt modelId="{779E5E08-CA56-478B-A2A1-EE2BE1AF14F2}" type="pres">
      <dgm:prSet presAssocID="{0875EC52-7F96-43B6-8D99-04925135CBC2}" presName="linear" presStyleCnt="0">
        <dgm:presLayoutVars>
          <dgm:animLvl val="lvl"/>
          <dgm:resizeHandles val="exact"/>
        </dgm:presLayoutVars>
      </dgm:prSet>
      <dgm:spPr/>
    </dgm:pt>
    <dgm:pt modelId="{277DECC3-E069-48E8-A4D1-2BC3EA4FD7E4}" type="pres">
      <dgm:prSet presAssocID="{C03DF2C7-2DBF-4B81-B134-10098B636AC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607B574-E942-4E0E-92F1-C642E70E7868}" type="pres">
      <dgm:prSet presAssocID="{02150B08-027E-4146-ABDE-1D70982758B9}" presName="spacer" presStyleCnt="0"/>
      <dgm:spPr/>
    </dgm:pt>
    <dgm:pt modelId="{8BC84702-C7B4-4CB5-8382-3C337E9A1575}" type="pres">
      <dgm:prSet presAssocID="{5B0A70DA-29BA-4ACC-9C13-E5909252F09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B736459-1D0C-4FA8-83F8-D87777830806}" type="pres">
      <dgm:prSet presAssocID="{F144B01F-5458-4075-AAB9-09F6D145C334}" presName="spacer" presStyleCnt="0"/>
      <dgm:spPr/>
    </dgm:pt>
    <dgm:pt modelId="{FB54A040-338C-48C8-A513-9035221B0A1E}" type="pres">
      <dgm:prSet presAssocID="{D74088D8-6EB2-4B9F-A074-7346512A44D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AF0062B-75B5-4880-B3C2-6111AA95953A}" type="pres">
      <dgm:prSet presAssocID="{9B4D1308-1AE9-49D3-808A-EA72414D81DB}" presName="spacer" presStyleCnt="0"/>
      <dgm:spPr/>
    </dgm:pt>
    <dgm:pt modelId="{68962521-BF30-43ED-B836-98D3D1C1F86A}" type="pres">
      <dgm:prSet presAssocID="{612D5CCC-8607-496C-96FA-9B3B7AF034C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87FD422-BEC2-49EB-BB59-D086033A5582}" srcId="{0875EC52-7F96-43B6-8D99-04925135CBC2}" destId="{612D5CCC-8607-496C-96FA-9B3B7AF034C1}" srcOrd="3" destOrd="0" parTransId="{55D29EF4-CDEB-4F6F-A811-20E46B2D8776}" sibTransId="{2B8AD035-9090-40FE-A12A-A52A86A1A060}"/>
    <dgm:cxn modelId="{3F0C9448-842B-4F56-A527-480DB68FAEC1}" srcId="{0875EC52-7F96-43B6-8D99-04925135CBC2}" destId="{D74088D8-6EB2-4B9F-A074-7346512A44DB}" srcOrd="2" destOrd="0" parTransId="{B25D25DD-BC52-435F-AD9E-1953979FA5A9}" sibTransId="{9B4D1308-1AE9-49D3-808A-EA72414D81DB}"/>
    <dgm:cxn modelId="{EC6A1574-6210-484D-8558-978329A13C23}" srcId="{0875EC52-7F96-43B6-8D99-04925135CBC2}" destId="{C03DF2C7-2DBF-4B81-B134-10098B636AC5}" srcOrd="0" destOrd="0" parTransId="{9DC2CD65-33D9-43D0-B6E3-8A5B3767C3EB}" sibTransId="{02150B08-027E-4146-ABDE-1D70982758B9}"/>
    <dgm:cxn modelId="{49DEE674-8DB7-4FC4-A000-4DBF8365D26E}" type="presOf" srcId="{5B0A70DA-29BA-4ACC-9C13-E5909252F090}" destId="{8BC84702-C7B4-4CB5-8382-3C337E9A1575}" srcOrd="0" destOrd="0" presId="urn:microsoft.com/office/officeart/2005/8/layout/vList2"/>
    <dgm:cxn modelId="{9F812692-DE26-42BE-B13A-CDCB898B92AB}" type="presOf" srcId="{0875EC52-7F96-43B6-8D99-04925135CBC2}" destId="{779E5E08-CA56-478B-A2A1-EE2BE1AF14F2}" srcOrd="0" destOrd="0" presId="urn:microsoft.com/office/officeart/2005/8/layout/vList2"/>
    <dgm:cxn modelId="{8F9CBA9B-AE93-429D-B2CA-B0E2CDE1F31F}" srcId="{0875EC52-7F96-43B6-8D99-04925135CBC2}" destId="{5B0A70DA-29BA-4ACC-9C13-E5909252F090}" srcOrd="1" destOrd="0" parTransId="{D2323929-5267-4793-B539-2896BFA1582C}" sibTransId="{F144B01F-5458-4075-AAB9-09F6D145C334}"/>
    <dgm:cxn modelId="{961F8DBB-0284-44C0-BA6D-37B0D5DA1E3B}" type="presOf" srcId="{C03DF2C7-2DBF-4B81-B134-10098B636AC5}" destId="{277DECC3-E069-48E8-A4D1-2BC3EA4FD7E4}" srcOrd="0" destOrd="0" presId="urn:microsoft.com/office/officeart/2005/8/layout/vList2"/>
    <dgm:cxn modelId="{5F67F9DA-4964-43DC-AE96-E7600711F2EB}" type="presOf" srcId="{612D5CCC-8607-496C-96FA-9B3B7AF034C1}" destId="{68962521-BF30-43ED-B836-98D3D1C1F86A}" srcOrd="0" destOrd="0" presId="urn:microsoft.com/office/officeart/2005/8/layout/vList2"/>
    <dgm:cxn modelId="{3732CEEA-C77A-4503-A3B2-04FA630BA02E}" type="presOf" srcId="{D74088D8-6EB2-4B9F-A074-7346512A44DB}" destId="{FB54A040-338C-48C8-A513-9035221B0A1E}" srcOrd="0" destOrd="0" presId="urn:microsoft.com/office/officeart/2005/8/layout/vList2"/>
    <dgm:cxn modelId="{F7B61CF1-0A32-4D69-A01E-8860D047B39D}" type="presParOf" srcId="{779E5E08-CA56-478B-A2A1-EE2BE1AF14F2}" destId="{277DECC3-E069-48E8-A4D1-2BC3EA4FD7E4}" srcOrd="0" destOrd="0" presId="urn:microsoft.com/office/officeart/2005/8/layout/vList2"/>
    <dgm:cxn modelId="{B8E3BE63-DBC0-4AFC-B0EB-0361639A6B87}" type="presParOf" srcId="{779E5E08-CA56-478B-A2A1-EE2BE1AF14F2}" destId="{8607B574-E942-4E0E-92F1-C642E70E7868}" srcOrd="1" destOrd="0" presId="urn:microsoft.com/office/officeart/2005/8/layout/vList2"/>
    <dgm:cxn modelId="{1FEF2CD1-5975-499E-B938-F449B9733B8F}" type="presParOf" srcId="{779E5E08-CA56-478B-A2A1-EE2BE1AF14F2}" destId="{8BC84702-C7B4-4CB5-8382-3C337E9A1575}" srcOrd="2" destOrd="0" presId="urn:microsoft.com/office/officeart/2005/8/layout/vList2"/>
    <dgm:cxn modelId="{71D3DEFB-B259-4E9E-A19E-3D2271B40A2D}" type="presParOf" srcId="{779E5E08-CA56-478B-A2A1-EE2BE1AF14F2}" destId="{EB736459-1D0C-4FA8-83F8-D87777830806}" srcOrd="3" destOrd="0" presId="urn:microsoft.com/office/officeart/2005/8/layout/vList2"/>
    <dgm:cxn modelId="{36FE9269-201D-4E6B-BA2E-4CB5EA8137B2}" type="presParOf" srcId="{779E5E08-CA56-478B-A2A1-EE2BE1AF14F2}" destId="{FB54A040-338C-48C8-A513-9035221B0A1E}" srcOrd="4" destOrd="0" presId="urn:microsoft.com/office/officeart/2005/8/layout/vList2"/>
    <dgm:cxn modelId="{8831A49C-4BBA-42F8-989A-891FBB0CEE72}" type="presParOf" srcId="{779E5E08-CA56-478B-A2A1-EE2BE1AF14F2}" destId="{4AF0062B-75B5-4880-B3C2-6111AA95953A}" srcOrd="5" destOrd="0" presId="urn:microsoft.com/office/officeart/2005/8/layout/vList2"/>
    <dgm:cxn modelId="{4E943BBF-A045-438C-A08A-38B5DA8C9377}" type="presParOf" srcId="{779E5E08-CA56-478B-A2A1-EE2BE1AF14F2}" destId="{68962521-BF30-43ED-B836-98D3D1C1F86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11E7931E-5CA4-43F5-94BF-46B042892DF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9F56788-3F5E-4C58-A53F-0847546D7841}">
      <dgm:prSet/>
      <dgm:spPr/>
      <dgm:t>
        <a:bodyPr/>
        <a:lstStyle/>
        <a:p>
          <a:r>
            <a:rPr lang="uk-UA" b="0" i="0" dirty="0"/>
            <a:t>занепад сільського господарства й торгівлі</a:t>
          </a:r>
          <a:endParaRPr lang="uk-UA" dirty="0"/>
        </a:p>
      </dgm:t>
    </dgm:pt>
    <dgm:pt modelId="{D379A9E9-8053-4913-871E-492EEDB7FEA7}" type="parTrans" cxnId="{B307CAD8-1629-45E1-9A2A-E80224871585}">
      <dgm:prSet/>
      <dgm:spPr/>
      <dgm:t>
        <a:bodyPr/>
        <a:lstStyle/>
        <a:p>
          <a:endParaRPr lang="uk-UA"/>
        </a:p>
      </dgm:t>
    </dgm:pt>
    <dgm:pt modelId="{6217AE9B-3962-46DF-8CC7-1DF35EC831F2}" type="sibTrans" cxnId="{B307CAD8-1629-45E1-9A2A-E80224871585}">
      <dgm:prSet/>
      <dgm:spPr/>
      <dgm:t>
        <a:bodyPr/>
        <a:lstStyle/>
        <a:p>
          <a:endParaRPr lang="uk-UA"/>
        </a:p>
      </dgm:t>
    </dgm:pt>
    <dgm:pt modelId="{0559E975-9588-4A44-9CAD-809460F97904}">
      <dgm:prSet/>
      <dgm:spPr/>
      <dgm:t>
        <a:bodyPr/>
        <a:lstStyle/>
        <a:p>
          <a:r>
            <a:rPr lang="uk-UA" b="0" i="0"/>
            <a:t>відсутність чіткого механізму спадкоємності велико-князівської влади</a:t>
          </a:r>
          <a:endParaRPr lang="uk-UA"/>
        </a:p>
      </dgm:t>
    </dgm:pt>
    <dgm:pt modelId="{34B65B3B-B5A7-488A-B3CC-87A0072FCF87}" type="parTrans" cxnId="{8369D669-4FFE-4783-8E69-573A3E79C04F}">
      <dgm:prSet/>
      <dgm:spPr/>
      <dgm:t>
        <a:bodyPr/>
        <a:lstStyle/>
        <a:p>
          <a:endParaRPr lang="uk-UA"/>
        </a:p>
      </dgm:t>
    </dgm:pt>
    <dgm:pt modelId="{BFD36194-F5A6-4DFC-80AB-7FF18E838088}" type="sibTrans" cxnId="{8369D669-4FFE-4783-8E69-573A3E79C04F}">
      <dgm:prSet/>
      <dgm:spPr/>
      <dgm:t>
        <a:bodyPr/>
        <a:lstStyle/>
        <a:p>
          <a:endParaRPr lang="uk-UA"/>
        </a:p>
      </dgm:t>
    </dgm:pt>
    <dgm:pt modelId="{70A427D9-023C-45D5-B13B-DD92F8E011FB}">
      <dgm:prSet/>
      <dgm:spPr/>
      <dgm:t>
        <a:bodyPr/>
        <a:lstStyle/>
        <a:p>
          <a:r>
            <a:rPr lang="uk-UA" b="0" i="0" dirty="0"/>
            <a:t>утвердження нової династії </a:t>
          </a:r>
          <a:r>
            <a:rPr lang="uk-UA" b="0" i="0" dirty="0" err="1"/>
            <a:t>Гедиміновичів</a:t>
          </a:r>
          <a:r>
            <a:rPr lang="uk-UA" b="0" i="0" dirty="0"/>
            <a:t> у Києві</a:t>
          </a:r>
          <a:endParaRPr lang="uk-UA" dirty="0"/>
        </a:p>
      </dgm:t>
    </dgm:pt>
    <dgm:pt modelId="{314555D7-F475-4E6F-A108-A8B064FACE14}" type="parTrans" cxnId="{D834EF83-08BF-4C0C-A75D-DD1470CD786A}">
      <dgm:prSet/>
      <dgm:spPr/>
      <dgm:t>
        <a:bodyPr/>
        <a:lstStyle/>
        <a:p>
          <a:endParaRPr lang="uk-UA"/>
        </a:p>
      </dgm:t>
    </dgm:pt>
    <dgm:pt modelId="{C25C7DCF-1568-4807-80DC-43863FAE1962}" type="sibTrans" cxnId="{D834EF83-08BF-4C0C-A75D-DD1470CD786A}">
      <dgm:prSet/>
      <dgm:spPr/>
      <dgm:t>
        <a:bodyPr/>
        <a:lstStyle/>
        <a:p>
          <a:endParaRPr lang="uk-UA"/>
        </a:p>
      </dgm:t>
    </dgm:pt>
    <dgm:pt modelId="{4071A269-992C-454B-97B9-5677E9DB9FDB}" type="pres">
      <dgm:prSet presAssocID="{11E7931E-5CA4-43F5-94BF-46B042892DF0}" presName="linear" presStyleCnt="0">
        <dgm:presLayoutVars>
          <dgm:animLvl val="lvl"/>
          <dgm:resizeHandles val="exact"/>
        </dgm:presLayoutVars>
      </dgm:prSet>
      <dgm:spPr/>
    </dgm:pt>
    <dgm:pt modelId="{6BEDDA40-ED2C-4617-ABC0-BDA4D6F6EE26}" type="pres">
      <dgm:prSet presAssocID="{89F56788-3F5E-4C58-A53F-0847546D784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44FBF1C-5170-4D1F-B454-504AC4269303}" type="pres">
      <dgm:prSet presAssocID="{6217AE9B-3962-46DF-8CC7-1DF35EC831F2}" presName="spacer" presStyleCnt="0"/>
      <dgm:spPr/>
    </dgm:pt>
    <dgm:pt modelId="{E2D43BE0-416B-40B5-B981-9498C2E57893}" type="pres">
      <dgm:prSet presAssocID="{0559E975-9588-4A44-9CAD-809460F9790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1173655-3C36-4D73-B11D-9150C9091EEE}" type="pres">
      <dgm:prSet presAssocID="{BFD36194-F5A6-4DFC-80AB-7FF18E838088}" presName="spacer" presStyleCnt="0"/>
      <dgm:spPr/>
    </dgm:pt>
    <dgm:pt modelId="{24AC024D-1526-49BE-A94E-902D13707FAE}" type="pres">
      <dgm:prSet presAssocID="{70A427D9-023C-45D5-B13B-DD92F8E011F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0E5F342-7914-44CC-B38A-1BE6A3057868}" type="presOf" srcId="{89F56788-3F5E-4C58-A53F-0847546D7841}" destId="{6BEDDA40-ED2C-4617-ABC0-BDA4D6F6EE26}" srcOrd="0" destOrd="0" presId="urn:microsoft.com/office/officeart/2005/8/layout/vList2"/>
    <dgm:cxn modelId="{8369D669-4FFE-4783-8E69-573A3E79C04F}" srcId="{11E7931E-5CA4-43F5-94BF-46B042892DF0}" destId="{0559E975-9588-4A44-9CAD-809460F97904}" srcOrd="1" destOrd="0" parTransId="{34B65B3B-B5A7-488A-B3CC-87A0072FCF87}" sibTransId="{BFD36194-F5A6-4DFC-80AB-7FF18E838088}"/>
    <dgm:cxn modelId="{CFCE034D-5E26-4CB4-B39E-3E25C51B34E9}" type="presOf" srcId="{0559E975-9588-4A44-9CAD-809460F97904}" destId="{E2D43BE0-416B-40B5-B981-9498C2E57893}" srcOrd="0" destOrd="0" presId="urn:microsoft.com/office/officeart/2005/8/layout/vList2"/>
    <dgm:cxn modelId="{D834EF83-08BF-4C0C-A75D-DD1470CD786A}" srcId="{11E7931E-5CA4-43F5-94BF-46B042892DF0}" destId="{70A427D9-023C-45D5-B13B-DD92F8E011FB}" srcOrd="2" destOrd="0" parTransId="{314555D7-F475-4E6F-A108-A8B064FACE14}" sibTransId="{C25C7DCF-1568-4807-80DC-43863FAE1962}"/>
    <dgm:cxn modelId="{2EE38DAE-0976-46F3-BDF8-C925303D1781}" type="presOf" srcId="{11E7931E-5CA4-43F5-94BF-46B042892DF0}" destId="{4071A269-992C-454B-97B9-5677E9DB9FDB}" srcOrd="0" destOrd="0" presId="urn:microsoft.com/office/officeart/2005/8/layout/vList2"/>
    <dgm:cxn modelId="{B307CAD8-1629-45E1-9A2A-E80224871585}" srcId="{11E7931E-5CA4-43F5-94BF-46B042892DF0}" destId="{89F56788-3F5E-4C58-A53F-0847546D7841}" srcOrd="0" destOrd="0" parTransId="{D379A9E9-8053-4913-871E-492EEDB7FEA7}" sibTransId="{6217AE9B-3962-46DF-8CC7-1DF35EC831F2}"/>
    <dgm:cxn modelId="{2AEC30EB-6A77-475B-8FE8-AB3CF6E87252}" type="presOf" srcId="{70A427D9-023C-45D5-B13B-DD92F8E011FB}" destId="{24AC024D-1526-49BE-A94E-902D13707FAE}" srcOrd="0" destOrd="0" presId="urn:microsoft.com/office/officeart/2005/8/layout/vList2"/>
    <dgm:cxn modelId="{4C05D5D3-C41A-4C84-95A6-66D85C7BB43D}" type="presParOf" srcId="{4071A269-992C-454B-97B9-5677E9DB9FDB}" destId="{6BEDDA40-ED2C-4617-ABC0-BDA4D6F6EE26}" srcOrd="0" destOrd="0" presId="urn:microsoft.com/office/officeart/2005/8/layout/vList2"/>
    <dgm:cxn modelId="{59D9F79F-AEE4-499C-8B05-9C21BCB3E763}" type="presParOf" srcId="{4071A269-992C-454B-97B9-5677E9DB9FDB}" destId="{844FBF1C-5170-4D1F-B454-504AC4269303}" srcOrd="1" destOrd="0" presId="urn:microsoft.com/office/officeart/2005/8/layout/vList2"/>
    <dgm:cxn modelId="{093FD6BB-FBB6-433B-9CE1-10FA521B27B0}" type="presParOf" srcId="{4071A269-992C-454B-97B9-5677E9DB9FDB}" destId="{E2D43BE0-416B-40B5-B981-9498C2E57893}" srcOrd="2" destOrd="0" presId="urn:microsoft.com/office/officeart/2005/8/layout/vList2"/>
    <dgm:cxn modelId="{87170915-2026-4AEA-8C1F-916B83937027}" type="presParOf" srcId="{4071A269-992C-454B-97B9-5677E9DB9FDB}" destId="{41173655-3C36-4D73-B11D-9150C9091EEE}" srcOrd="3" destOrd="0" presId="urn:microsoft.com/office/officeart/2005/8/layout/vList2"/>
    <dgm:cxn modelId="{BB7F985F-2BE5-4052-A4E8-EE50FACC8D09}" type="presParOf" srcId="{4071A269-992C-454B-97B9-5677E9DB9FDB}" destId="{24AC024D-1526-49BE-A94E-902D13707FA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DA3107AF-DB2B-41D0-92CF-A3FDF3705E1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D5C9BDE-49BB-4854-B0D4-5B873804D673}">
      <dgm:prSet/>
      <dgm:spPr/>
      <dgm:t>
        <a:bodyPr/>
        <a:lstStyle/>
        <a:p>
          <a:r>
            <a:rPr lang="uk-UA" b="0" i="0"/>
            <a:t>зміцнення вотчинного землеволодіння</a:t>
          </a:r>
          <a:endParaRPr lang="uk-UA"/>
        </a:p>
      </dgm:t>
    </dgm:pt>
    <dgm:pt modelId="{D63206E1-2A02-4BC1-A1E7-3F338E27D594}" type="parTrans" cxnId="{ACBD4694-CDD1-4C81-A6DF-8951937E19EF}">
      <dgm:prSet/>
      <dgm:spPr/>
      <dgm:t>
        <a:bodyPr/>
        <a:lstStyle/>
        <a:p>
          <a:endParaRPr lang="uk-UA"/>
        </a:p>
      </dgm:t>
    </dgm:pt>
    <dgm:pt modelId="{68142F45-55AE-4A7C-9C7A-3E4789AB2C60}" type="sibTrans" cxnId="{ACBD4694-CDD1-4C81-A6DF-8951937E19EF}">
      <dgm:prSet/>
      <dgm:spPr/>
      <dgm:t>
        <a:bodyPr/>
        <a:lstStyle/>
        <a:p>
          <a:endParaRPr lang="uk-UA"/>
        </a:p>
      </dgm:t>
    </dgm:pt>
    <dgm:pt modelId="{0503C840-CDBB-4FB1-975C-9FD3D09233C0}">
      <dgm:prSet/>
      <dgm:spPr/>
      <dgm:t>
        <a:bodyPr/>
        <a:lstStyle/>
        <a:p>
          <a:r>
            <a:rPr lang="uk-UA" b="0" i="0" dirty="0"/>
            <a:t>етнічна неоднорідність населення держави</a:t>
          </a:r>
          <a:endParaRPr lang="uk-UA" dirty="0"/>
        </a:p>
      </dgm:t>
    </dgm:pt>
    <dgm:pt modelId="{F424CFC6-B8AC-4ADC-A7E6-94CFD2DE7A84}" type="parTrans" cxnId="{797CF1A4-433D-4066-A4E9-66E254B0C5FA}">
      <dgm:prSet/>
      <dgm:spPr/>
      <dgm:t>
        <a:bodyPr/>
        <a:lstStyle/>
        <a:p>
          <a:endParaRPr lang="uk-UA"/>
        </a:p>
      </dgm:t>
    </dgm:pt>
    <dgm:pt modelId="{64BBFB0A-ACA6-4179-9E94-6BC664C8BD65}" type="sibTrans" cxnId="{797CF1A4-433D-4066-A4E9-66E254B0C5FA}">
      <dgm:prSet/>
      <dgm:spPr/>
      <dgm:t>
        <a:bodyPr/>
        <a:lstStyle/>
        <a:p>
          <a:endParaRPr lang="uk-UA"/>
        </a:p>
      </dgm:t>
    </dgm:pt>
    <dgm:pt modelId="{C39DF36A-2B92-4F79-B776-E923D99F488C}">
      <dgm:prSet/>
      <dgm:spPr/>
      <dgm:t>
        <a:bodyPr/>
        <a:lstStyle/>
        <a:p>
          <a:r>
            <a:rPr lang="uk-UA" b="0" i="0" dirty="0"/>
            <a:t>падіння Візантійської імперії</a:t>
          </a:r>
          <a:endParaRPr lang="uk-UA" dirty="0"/>
        </a:p>
      </dgm:t>
    </dgm:pt>
    <dgm:pt modelId="{A81488EF-52A0-478F-915A-745A1FE70F35}" type="parTrans" cxnId="{81B6D6C1-7876-4C71-9758-E3F86C7E3651}">
      <dgm:prSet/>
      <dgm:spPr/>
      <dgm:t>
        <a:bodyPr/>
        <a:lstStyle/>
        <a:p>
          <a:endParaRPr lang="uk-UA"/>
        </a:p>
      </dgm:t>
    </dgm:pt>
    <dgm:pt modelId="{B9D430ED-3E24-4589-9D93-805EB2BABF7D}" type="sibTrans" cxnId="{81B6D6C1-7876-4C71-9758-E3F86C7E3651}">
      <dgm:prSet/>
      <dgm:spPr/>
      <dgm:t>
        <a:bodyPr/>
        <a:lstStyle/>
        <a:p>
          <a:endParaRPr lang="uk-UA"/>
        </a:p>
      </dgm:t>
    </dgm:pt>
    <dgm:pt modelId="{8B509970-F2D4-453A-8ADE-6C9BB0BDCB95}" type="pres">
      <dgm:prSet presAssocID="{DA3107AF-DB2B-41D0-92CF-A3FDF3705E1C}" presName="linear" presStyleCnt="0">
        <dgm:presLayoutVars>
          <dgm:animLvl val="lvl"/>
          <dgm:resizeHandles val="exact"/>
        </dgm:presLayoutVars>
      </dgm:prSet>
      <dgm:spPr/>
    </dgm:pt>
    <dgm:pt modelId="{3B091870-113D-4AC1-9975-C3D1416C6C5E}" type="pres">
      <dgm:prSet presAssocID="{2D5C9BDE-49BB-4854-B0D4-5B873804D67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4D0650F-E7D3-4692-845C-BBB79BE1DCA5}" type="pres">
      <dgm:prSet presAssocID="{68142F45-55AE-4A7C-9C7A-3E4789AB2C60}" presName="spacer" presStyleCnt="0"/>
      <dgm:spPr/>
    </dgm:pt>
    <dgm:pt modelId="{DE0F6386-155A-42B8-A1AA-CF2230F6E88E}" type="pres">
      <dgm:prSet presAssocID="{0503C840-CDBB-4FB1-975C-9FD3D09233C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2080FB6-A028-4E7B-B99B-FF39CF382927}" type="pres">
      <dgm:prSet presAssocID="{64BBFB0A-ACA6-4179-9E94-6BC664C8BD65}" presName="spacer" presStyleCnt="0"/>
      <dgm:spPr/>
    </dgm:pt>
    <dgm:pt modelId="{EB61AE37-A355-441D-9108-B1DB59E88FDF}" type="pres">
      <dgm:prSet presAssocID="{C39DF36A-2B92-4F79-B776-E923D99F488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1DCD232-2946-4431-B4EB-B862B5A7F3E6}" type="presOf" srcId="{0503C840-CDBB-4FB1-975C-9FD3D09233C0}" destId="{DE0F6386-155A-42B8-A1AA-CF2230F6E88E}" srcOrd="0" destOrd="0" presId="urn:microsoft.com/office/officeart/2005/8/layout/vList2"/>
    <dgm:cxn modelId="{600CD649-905F-4BE5-80DE-0D4C2D900D8F}" type="presOf" srcId="{2D5C9BDE-49BB-4854-B0D4-5B873804D673}" destId="{3B091870-113D-4AC1-9975-C3D1416C6C5E}" srcOrd="0" destOrd="0" presId="urn:microsoft.com/office/officeart/2005/8/layout/vList2"/>
    <dgm:cxn modelId="{ACBD4694-CDD1-4C81-A6DF-8951937E19EF}" srcId="{DA3107AF-DB2B-41D0-92CF-A3FDF3705E1C}" destId="{2D5C9BDE-49BB-4854-B0D4-5B873804D673}" srcOrd="0" destOrd="0" parTransId="{D63206E1-2A02-4BC1-A1E7-3F338E27D594}" sibTransId="{68142F45-55AE-4A7C-9C7A-3E4789AB2C60}"/>
    <dgm:cxn modelId="{B65DAB94-84B4-4F86-BD7B-7319BAF892B8}" type="presOf" srcId="{C39DF36A-2B92-4F79-B776-E923D99F488C}" destId="{EB61AE37-A355-441D-9108-B1DB59E88FDF}" srcOrd="0" destOrd="0" presId="urn:microsoft.com/office/officeart/2005/8/layout/vList2"/>
    <dgm:cxn modelId="{797CF1A4-433D-4066-A4E9-66E254B0C5FA}" srcId="{DA3107AF-DB2B-41D0-92CF-A3FDF3705E1C}" destId="{0503C840-CDBB-4FB1-975C-9FD3D09233C0}" srcOrd="1" destOrd="0" parTransId="{F424CFC6-B8AC-4ADC-A7E6-94CFD2DE7A84}" sibTransId="{64BBFB0A-ACA6-4179-9E94-6BC664C8BD65}"/>
    <dgm:cxn modelId="{81B6D6C1-7876-4C71-9758-E3F86C7E3651}" srcId="{DA3107AF-DB2B-41D0-92CF-A3FDF3705E1C}" destId="{C39DF36A-2B92-4F79-B776-E923D99F488C}" srcOrd="2" destOrd="0" parTransId="{A81488EF-52A0-478F-915A-745A1FE70F35}" sibTransId="{B9D430ED-3E24-4589-9D93-805EB2BABF7D}"/>
    <dgm:cxn modelId="{A245F4C7-5F22-46B4-A95F-248960FD9BD6}" type="presOf" srcId="{DA3107AF-DB2B-41D0-92CF-A3FDF3705E1C}" destId="{8B509970-F2D4-453A-8ADE-6C9BB0BDCB95}" srcOrd="0" destOrd="0" presId="urn:microsoft.com/office/officeart/2005/8/layout/vList2"/>
    <dgm:cxn modelId="{0D7BA749-FA7E-4BB3-A5D2-8570C598318D}" type="presParOf" srcId="{8B509970-F2D4-453A-8ADE-6C9BB0BDCB95}" destId="{3B091870-113D-4AC1-9975-C3D1416C6C5E}" srcOrd="0" destOrd="0" presId="urn:microsoft.com/office/officeart/2005/8/layout/vList2"/>
    <dgm:cxn modelId="{ABE34E04-6EEF-445F-A144-18A7C8B0B600}" type="presParOf" srcId="{8B509970-F2D4-453A-8ADE-6C9BB0BDCB95}" destId="{84D0650F-E7D3-4692-845C-BBB79BE1DCA5}" srcOrd="1" destOrd="0" presId="urn:microsoft.com/office/officeart/2005/8/layout/vList2"/>
    <dgm:cxn modelId="{01A75686-33A6-4585-A0A0-F2C497DEACFC}" type="presParOf" srcId="{8B509970-F2D4-453A-8ADE-6C9BB0BDCB95}" destId="{DE0F6386-155A-42B8-A1AA-CF2230F6E88E}" srcOrd="2" destOrd="0" presId="urn:microsoft.com/office/officeart/2005/8/layout/vList2"/>
    <dgm:cxn modelId="{7537E164-6345-46E7-A469-58F7A0B1FF0C}" type="presParOf" srcId="{8B509970-F2D4-453A-8ADE-6C9BB0BDCB95}" destId="{B2080FB6-A028-4E7B-B99B-FF39CF382927}" srcOrd="3" destOrd="0" presId="urn:microsoft.com/office/officeart/2005/8/layout/vList2"/>
    <dgm:cxn modelId="{6D81976C-B796-4841-9320-F39D97079B61}" type="presParOf" srcId="{8B509970-F2D4-453A-8ADE-6C9BB0BDCB95}" destId="{EB61AE37-A355-441D-9108-B1DB59E88FD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994CF20E-B327-4B0B-8E45-7F5F0DA5362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A6D6C91-73DE-418B-A19C-A9DB6B8CCAE2}">
      <dgm:prSet/>
      <dgm:spPr/>
      <dgm:t>
        <a:bodyPr/>
        <a:lstStyle/>
        <a:p>
          <a:r>
            <a:rPr lang="uk-UA" b="0" i="0"/>
            <a:t>втрату державної незалежності Київською Руссю.</a:t>
          </a:r>
          <a:endParaRPr lang="uk-UA"/>
        </a:p>
      </dgm:t>
    </dgm:pt>
    <dgm:pt modelId="{A4AB83A4-C185-4930-A368-30BF6A646106}" type="parTrans" cxnId="{B257E63E-0405-4E25-B070-F95FF1F6C282}">
      <dgm:prSet/>
      <dgm:spPr/>
      <dgm:t>
        <a:bodyPr/>
        <a:lstStyle/>
        <a:p>
          <a:endParaRPr lang="uk-UA"/>
        </a:p>
      </dgm:t>
    </dgm:pt>
    <dgm:pt modelId="{FC3C1D5F-220F-47C5-839F-AEFE47D11E6D}" type="sibTrans" cxnId="{B257E63E-0405-4E25-B070-F95FF1F6C282}">
      <dgm:prSet/>
      <dgm:spPr/>
      <dgm:t>
        <a:bodyPr/>
        <a:lstStyle/>
        <a:p>
          <a:endParaRPr lang="uk-UA"/>
        </a:p>
      </dgm:t>
    </dgm:pt>
    <dgm:pt modelId="{29621EAF-8453-45D1-9D1F-AF4DF9C83CDE}">
      <dgm:prSet/>
      <dgm:spPr/>
      <dgm:t>
        <a:bodyPr/>
        <a:lstStyle/>
        <a:p>
          <a:r>
            <a:rPr lang="uk-UA" b="0" i="0"/>
            <a:t>занепад ремесла та сільського господарства Київської Русі.</a:t>
          </a:r>
          <a:endParaRPr lang="uk-UA"/>
        </a:p>
      </dgm:t>
    </dgm:pt>
    <dgm:pt modelId="{876EBBF2-4300-4F18-9FB4-6EBBF79F557F}" type="parTrans" cxnId="{1921BCAF-246E-43AF-980B-C9E5FA0CE325}">
      <dgm:prSet/>
      <dgm:spPr/>
      <dgm:t>
        <a:bodyPr/>
        <a:lstStyle/>
        <a:p>
          <a:endParaRPr lang="uk-UA"/>
        </a:p>
      </dgm:t>
    </dgm:pt>
    <dgm:pt modelId="{25AFB3DD-3AC1-4B9D-A631-A546127B3997}" type="sibTrans" cxnId="{1921BCAF-246E-43AF-980B-C9E5FA0CE325}">
      <dgm:prSet/>
      <dgm:spPr/>
      <dgm:t>
        <a:bodyPr/>
        <a:lstStyle/>
        <a:p>
          <a:endParaRPr lang="uk-UA"/>
        </a:p>
      </dgm:t>
    </dgm:pt>
    <dgm:pt modelId="{80556A36-6F10-4744-997D-78C500400266}">
      <dgm:prSet/>
      <dgm:spPr/>
      <dgm:t>
        <a:bodyPr/>
        <a:lstStyle/>
        <a:p>
          <a:r>
            <a:rPr lang="uk-UA" b="0" i="0" dirty="0"/>
            <a:t>політичну роздробленість Київської Русі.</a:t>
          </a:r>
          <a:endParaRPr lang="uk-UA" dirty="0"/>
        </a:p>
      </dgm:t>
    </dgm:pt>
    <dgm:pt modelId="{D6B4CA02-934D-4DCA-8E9F-2DAF0BB04F02}" type="parTrans" cxnId="{B8576168-D8F0-4245-8BFE-1A0C68F5CCBB}">
      <dgm:prSet/>
      <dgm:spPr/>
      <dgm:t>
        <a:bodyPr/>
        <a:lstStyle/>
        <a:p>
          <a:endParaRPr lang="uk-UA"/>
        </a:p>
      </dgm:t>
    </dgm:pt>
    <dgm:pt modelId="{54F2F9BC-A36A-4BF7-85C5-3B8721C89E41}" type="sibTrans" cxnId="{B8576168-D8F0-4245-8BFE-1A0C68F5CCBB}">
      <dgm:prSet/>
      <dgm:spPr/>
      <dgm:t>
        <a:bodyPr/>
        <a:lstStyle/>
        <a:p>
          <a:endParaRPr lang="uk-UA"/>
        </a:p>
      </dgm:t>
    </dgm:pt>
    <dgm:pt modelId="{B92F7922-265E-4944-929C-C364A708F79A}">
      <dgm:prSet/>
      <dgm:spPr/>
      <dgm:t>
        <a:bodyPr/>
        <a:lstStyle/>
        <a:p>
          <a:r>
            <a:rPr lang="uk-UA" b="0" i="0" dirty="0"/>
            <a:t>посилення залежності Київської Русі від Візантійської імперії.</a:t>
          </a:r>
          <a:endParaRPr lang="uk-UA" dirty="0"/>
        </a:p>
      </dgm:t>
    </dgm:pt>
    <dgm:pt modelId="{2D9948F8-38E0-4386-9E0E-856A965EE3AA}" type="parTrans" cxnId="{2CD229A3-5BFB-4560-A06D-24BEE426EE28}">
      <dgm:prSet/>
      <dgm:spPr/>
      <dgm:t>
        <a:bodyPr/>
        <a:lstStyle/>
        <a:p>
          <a:endParaRPr lang="uk-UA"/>
        </a:p>
      </dgm:t>
    </dgm:pt>
    <dgm:pt modelId="{D75D25EF-7B04-4DBE-AEB0-888634107187}" type="sibTrans" cxnId="{2CD229A3-5BFB-4560-A06D-24BEE426EE28}">
      <dgm:prSet/>
      <dgm:spPr/>
      <dgm:t>
        <a:bodyPr/>
        <a:lstStyle/>
        <a:p>
          <a:endParaRPr lang="uk-UA"/>
        </a:p>
      </dgm:t>
    </dgm:pt>
    <dgm:pt modelId="{40D95D78-E014-4A1D-A3E6-AE7E1A4B8906}" type="pres">
      <dgm:prSet presAssocID="{994CF20E-B327-4B0B-8E45-7F5F0DA53621}" presName="linear" presStyleCnt="0">
        <dgm:presLayoutVars>
          <dgm:animLvl val="lvl"/>
          <dgm:resizeHandles val="exact"/>
        </dgm:presLayoutVars>
      </dgm:prSet>
      <dgm:spPr/>
    </dgm:pt>
    <dgm:pt modelId="{17B89FC8-4BF6-4ADA-8FE6-9029277D5A63}" type="pres">
      <dgm:prSet presAssocID="{4A6D6C91-73DE-418B-A19C-A9DB6B8CCAE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FED695C-AABE-416C-9123-8D7B973A1A41}" type="pres">
      <dgm:prSet presAssocID="{FC3C1D5F-220F-47C5-839F-AEFE47D11E6D}" presName="spacer" presStyleCnt="0"/>
      <dgm:spPr/>
    </dgm:pt>
    <dgm:pt modelId="{D17B78DE-19B8-4ADB-9C5C-1AD32673DED4}" type="pres">
      <dgm:prSet presAssocID="{29621EAF-8453-45D1-9D1F-AF4DF9C83CD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CA6B727-6757-43FE-9BE2-1C8E8352CEA0}" type="pres">
      <dgm:prSet presAssocID="{25AFB3DD-3AC1-4B9D-A631-A546127B3997}" presName="spacer" presStyleCnt="0"/>
      <dgm:spPr/>
    </dgm:pt>
    <dgm:pt modelId="{17E57E52-A157-411D-B7B5-CA2E8FD9D5F6}" type="pres">
      <dgm:prSet presAssocID="{80556A36-6F10-4744-997D-78C50040026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D37D77E-BD5E-4D9D-8063-E9E44E550DB6}" type="pres">
      <dgm:prSet presAssocID="{54F2F9BC-A36A-4BF7-85C5-3B8721C89E41}" presName="spacer" presStyleCnt="0"/>
      <dgm:spPr/>
    </dgm:pt>
    <dgm:pt modelId="{B84370E9-6F7A-4AD1-9743-F3B4948619E8}" type="pres">
      <dgm:prSet presAssocID="{B92F7922-265E-4944-929C-C364A708F79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0564624-30BA-444F-B867-9592447C5200}" type="presOf" srcId="{B92F7922-265E-4944-929C-C364A708F79A}" destId="{B84370E9-6F7A-4AD1-9743-F3B4948619E8}" srcOrd="0" destOrd="0" presId="urn:microsoft.com/office/officeart/2005/8/layout/vList2"/>
    <dgm:cxn modelId="{B257E63E-0405-4E25-B070-F95FF1F6C282}" srcId="{994CF20E-B327-4B0B-8E45-7F5F0DA53621}" destId="{4A6D6C91-73DE-418B-A19C-A9DB6B8CCAE2}" srcOrd="0" destOrd="0" parTransId="{A4AB83A4-C185-4930-A368-30BF6A646106}" sibTransId="{FC3C1D5F-220F-47C5-839F-AEFE47D11E6D}"/>
    <dgm:cxn modelId="{B8576168-D8F0-4245-8BFE-1A0C68F5CCBB}" srcId="{994CF20E-B327-4B0B-8E45-7F5F0DA53621}" destId="{80556A36-6F10-4744-997D-78C500400266}" srcOrd="2" destOrd="0" parTransId="{D6B4CA02-934D-4DCA-8E9F-2DAF0BB04F02}" sibTransId="{54F2F9BC-A36A-4BF7-85C5-3B8721C89E41}"/>
    <dgm:cxn modelId="{138E364A-86A2-4534-8DB7-6ED892816EBC}" type="presOf" srcId="{994CF20E-B327-4B0B-8E45-7F5F0DA53621}" destId="{40D95D78-E014-4A1D-A3E6-AE7E1A4B8906}" srcOrd="0" destOrd="0" presId="urn:microsoft.com/office/officeart/2005/8/layout/vList2"/>
    <dgm:cxn modelId="{2CD229A3-5BFB-4560-A06D-24BEE426EE28}" srcId="{994CF20E-B327-4B0B-8E45-7F5F0DA53621}" destId="{B92F7922-265E-4944-929C-C364A708F79A}" srcOrd="3" destOrd="0" parTransId="{2D9948F8-38E0-4386-9E0E-856A965EE3AA}" sibTransId="{D75D25EF-7B04-4DBE-AEB0-888634107187}"/>
    <dgm:cxn modelId="{EABD5BA7-2FA3-45EB-AC96-B0195EA55C8E}" type="presOf" srcId="{4A6D6C91-73DE-418B-A19C-A9DB6B8CCAE2}" destId="{17B89FC8-4BF6-4ADA-8FE6-9029277D5A63}" srcOrd="0" destOrd="0" presId="urn:microsoft.com/office/officeart/2005/8/layout/vList2"/>
    <dgm:cxn modelId="{1921BCAF-246E-43AF-980B-C9E5FA0CE325}" srcId="{994CF20E-B327-4B0B-8E45-7F5F0DA53621}" destId="{29621EAF-8453-45D1-9D1F-AF4DF9C83CDE}" srcOrd="1" destOrd="0" parTransId="{876EBBF2-4300-4F18-9FB4-6EBBF79F557F}" sibTransId="{25AFB3DD-3AC1-4B9D-A631-A546127B3997}"/>
    <dgm:cxn modelId="{3D63DCE9-9B92-42F5-8C9F-E9DC8D0F01E9}" type="presOf" srcId="{29621EAF-8453-45D1-9D1F-AF4DF9C83CDE}" destId="{D17B78DE-19B8-4ADB-9C5C-1AD32673DED4}" srcOrd="0" destOrd="0" presId="urn:microsoft.com/office/officeart/2005/8/layout/vList2"/>
    <dgm:cxn modelId="{684BFBF0-2DAE-4725-9447-45C715D8F794}" type="presOf" srcId="{80556A36-6F10-4744-997D-78C500400266}" destId="{17E57E52-A157-411D-B7B5-CA2E8FD9D5F6}" srcOrd="0" destOrd="0" presId="urn:microsoft.com/office/officeart/2005/8/layout/vList2"/>
    <dgm:cxn modelId="{6707A596-86C6-45DB-A6C3-7450289014FA}" type="presParOf" srcId="{40D95D78-E014-4A1D-A3E6-AE7E1A4B8906}" destId="{17B89FC8-4BF6-4ADA-8FE6-9029277D5A63}" srcOrd="0" destOrd="0" presId="urn:microsoft.com/office/officeart/2005/8/layout/vList2"/>
    <dgm:cxn modelId="{73037053-FF4F-481F-BCDF-3A74A8085780}" type="presParOf" srcId="{40D95D78-E014-4A1D-A3E6-AE7E1A4B8906}" destId="{FFED695C-AABE-416C-9123-8D7B973A1A41}" srcOrd="1" destOrd="0" presId="urn:microsoft.com/office/officeart/2005/8/layout/vList2"/>
    <dgm:cxn modelId="{06F1A7C0-8D2E-48DB-92D4-8F4D2C312519}" type="presParOf" srcId="{40D95D78-E014-4A1D-A3E6-AE7E1A4B8906}" destId="{D17B78DE-19B8-4ADB-9C5C-1AD32673DED4}" srcOrd="2" destOrd="0" presId="urn:microsoft.com/office/officeart/2005/8/layout/vList2"/>
    <dgm:cxn modelId="{CF4DEADA-0E22-4C5B-9227-FE04524A1339}" type="presParOf" srcId="{40D95D78-E014-4A1D-A3E6-AE7E1A4B8906}" destId="{2CA6B727-6757-43FE-9BE2-1C8E8352CEA0}" srcOrd="3" destOrd="0" presId="urn:microsoft.com/office/officeart/2005/8/layout/vList2"/>
    <dgm:cxn modelId="{0EDB2667-37C7-4F38-9523-966ADC9D873C}" type="presParOf" srcId="{40D95D78-E014-4A1D-A3E6-AE7E1A4B8906}" destId="{17E57E52-A157-411D-B7B5-CA2E8FD9D5F6}" srcOrd="4" destOrd="0" presId="urn:microsoft.com/office/officeart/2005/8/layout/vList2"/>
    <dgm:cxn modelId="{6EF1978C-D826-4EE2-8AC7-B11D8F05EC25}" type="presParOf" srcId="{40D95D78-E014-4A1D-A3E6-AE7E1A4B8906}" destId="{5D37D77E-BD5E-4D9D-8063-E9E44E550DB6}" srcOrd="5" destOrd="0" presId="urn:microsoft.com/office/officeart/2005/8/layout/vList2"/>
    <dgm:cxn modelId="{EE546D47-3D7A-4386-8FBC-DAA79930BD29}" type="presParOf" srcId="{40D95D78-E014-4A1D-A3E6-AE7E1A4B8906}" destId="{B84370E9-6F7A-4AD1-9743-F3B4948619E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5.xml><?xml version="1.0" encoding="utf-8"?>
<dgm:dataModel xmlns:dgm="http://schemas.openxmlformats.org/drawingml/2006/diagram" xmlns:a="http://schemas.openxmlformats.org/drawingml/2006/main">
  <dgm:ptLst>
    <dgm:pt modelId="{573DFAA7-975F-4D1B-8CA1-783C9969312A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18EC02D-80D7-4CD9-B3C5-D0473DFE192A}">
      <dgm:prSet/>
      <dgm:spPr/>
      <dgm:t>
        <a:bodyPr/>
        <a:lstStyle/>
        <a:p>
          <a:r>
            <a:rPr lang="ru-RU" b="0" i="0" dirty="0"/>
            <a:t>«вотчина»</a:t>
          </a:r>
          <a:endParaRPr lang="uk-UA" dirty="0"/>
        </a:p>
      </dgm:t>
    </dgm:pt>
    <dgm:pt modelId="{FBBE57B0-31B7-4384-B0E7-48F01B4A2471}" type="parTrans" cxnId="{5DBF8A16-4685-4238-872F-F2B1BF26880D}">
      <dgm:prSet/>
      <dgm:spPr/>
      <dgm:t>
        <a:bodyPr/>
        <a:lstStyle/>
        <a:p>
          <a:endParaRPr lang="uk-UA"/>
        </a:p>
      </dgm:t>
    </dgm:pt>
    <dgm:pt modelId="{B6AB2AAE-6B74-487B-9AE8-A339FCA8CE69}" type="sibTrans" cxnId="{5DBF8A16-4685-4238-872F-F2B1BF26880D}">
      <dgm:prSet/>
      <dgm:spPr/>
      <dgm:t>
        <a:bodyPr/>
        <a:lstStyle/>
        <a:p>
          <a:endParaRPr lang="uk-UA"/>
        </a:p>
      </dgm:t>
    </dgm:pt>
    <dgm:pt modelId="{E39ACAAE-71DB-4F26-AC47-ED19601E2C3B}">
      <dgm:prSet/>
      <dgm:spPr/>
      <dgm:t>
        <a:bodyPr/>
        <a:lstStyle/>
        <a:p>
          <a:r>
            <a:rPr lang="ru-RU" b="0" i="0"/>
            <a:t>«ярлик»</a:t>
          </a:r>
          <a:endParaRPr lang="uk-UA"/>
        </a:p>
      </dgm:t>
    </dgm:pt>
    <dgm:pt modelId="{645E3AA9-E9E4-4DB0-98BC-A4966650E0EF}" type="parTrans" cxnId="{F58DCA20-B63F-4797-9FE9-762F0D19189C}">
      <dgm:prSet/>
      <dgm:spPr/>
      <dgm:t>
        <a:bodyPr/>
        <a:lstStyle/>
        <a:p>
          <a:endParaRPr lang="uk-UA"/>
        </a:p>
      </dgm:t>
    </dgm:pt>
    <dgm:pt modelId="{072DB496-E671-4883-A7A4-7B2F0000B7EA}" type="sibTrans" cxnId="{F58DCA20-B63F-4797-9FE9-762F0D19189C}">
      <dgm:prSet/>
      <dgm:spPr/>
      <dgm:t>
        <a:bodyPr/>
        <a:lstStyle/>
        <a:p>
          <a:endParaRPr lang="uk-UA"/>
        </a:p>
      </dgm:t>
    </dgm:pt>
    <dgm:pt modelId="{B9C46AFA-A03E-434F-9C1B-DB9F7B279BF4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полюддя</a:t>
          </a:r>
          <a:r>
            <a:rPr lang="ru-RU" b="0" i="0" dirty="0"/>
            <a:t>»</a:t>
          </a:r>
          <a:endParaRPr lang="uk-UA" dirty="0"/>
        </a:p>
      </dgm:t>
    </dgm:pt>
    <dgm:pt modelId="{92F898D2-7775-410B-B4C8-52B00428C88E}" type="parTrans" cxnId="{FD3EFBF5-BDAB-4416-A0D8-9FE3C3404936}">
      <dgm:prSet/>
      <dgm:spPr/>
      <dgm:t>
        <a:bodyPr/>
        <a:lstStyle/>
        <a:p>
          <a:endParaRPr lang="uk-UA"/>
        </a:p>
      </dgm:t>
    </dgm:pt>
    <dgm:pt modelId="{3A64495B-E803-4144-8B4B-A39D051E9ABF}" type="sibTrans" cxnId="{FD3EFBF5-BDAB-4416-A0D8-9FE3C3404936}">
      <dgm:prSet/>
      <dgm:spPr/>
      <dgm:t>
        <a:bodyPr/>
        <a:lstStyle/>
        <a:p>
          <a:endParaRPr lang="uk-UA"/>
        </a:p>
      </dgm:t>
    </dgm:pt>
    <dgm:pt modelId="{114ADEA2-8C8F-4F8D-8D20-FDE25536FB16}">
      <dgm:prSet/>
      <dgm:spPr/>
      <dgm:t>
        <a:bodyPr/>
        <a:lstStyle/>
        <a:p>
          <a:r>
            <a:rPr lang="ru-RU" b="0" i="0" dirty="0"/>
            <a:t>«погости»</a:t>
          </a:r>
          <a:endParaRPr lang="uk-UA" dirty="0"/>
        </a:p>
      </dgm:t>
    </dgm:pt>
    <dgm:pt modelId="{60382174-D2C9-44F3-96D2-CBBAB5883F18}" type="parTrans" cxnId="{AC010825-8539-4C60-8B14-6D3286C01E50}">
      <dgm:prSet/>
      <dgm:spPr/>
      <dgm:t>
        <a:bodyPr/>
        <a:lstStyle/>
        <a:p>
          <a:endParaRPr lang="uk-UA"/>
        </a:p>
      </dgm:t>
    </dgm:pt>
    <dgm:pt modelId="{1CD4493D-DD8F-46B2-815E-51E8F8FBEFE4}" type="sibTrans" cxnId="{AC010825-8539-4C60-8B14-6D3286C01E50}">
      <dgm:prSet/>
      <dgm:spPr/>
      <dgm:t>
        <a:bodyPr/>
        <a:lstStyle/>
        <a:p>
          <a:endParaRPr lang="uk-UA"/>
        </a:p>
      </dgm:t>
    </dgm:pt>
    <dgm:pt modelId="{AB10A720-1549-4E4C-B58D-8D8DC8B07BB7}" type="pres">
      <dgm:prSet presAssocID="{573DFAA7-975F-4D1B-8CA1-783C9969312A}" presName="matrix" presStyleCnt="0">
        <dgm:presLayoutVars>
          <dgm:chMax val="1"/>
          <dgm:dir/>
          <dgm:resizeHandles val="exact"/>
        </dgm:presLayoutVars>
      </dgm:prSet>
      <dgm:spPr/>
    </dgm:pt>
    <dgm:pt modelId="{588F97DC-E8A5-4A03-A0DB-5E5D9E205540}" type="pres">
      <dgm:prSet presAssocID="{573DFAA7-975F-4D1B-8CA1-783C9969312A}" presName="diamond" presStyleLbl="bgShp" presStyleIdx="0" presStyleCnt="1"/>
      <dgm:spPr/>
    </dgm:pt>
    <dgm:pt modelId="{2135C0B8-FD37-4D1F-8F5B-BF7EA5292B15}" type="pres">
      <dgm:prSet presAssocID="{573DFAA7-975F-4D1B-8CA1-783C9969312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5228E0A-F9E3-4B45-8462-042D8DE2D694}" type="pres">
      <dgm:prSet presAssocID="{573DFAA7-975F-4D1B-8CA1-783C9969312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450127B-B92C-4A27-83D3-A41CF22C9ADF}" type="pres">
      <dgm:prSet presAssocID="{573DFAA7-975F-4D1B-8CA1-783C9969312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F751B8C-2A42-417F-9E6E-2452D18AAAC7}" type="pres">
      <dgm:prSet presAssocID="{573DFAA7-975F-4D1B-8CA1-783C9969312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DBF8A16-4685-4238-872F-F2B1BF26880D}" srcId="{573DFAA7-975F-4D1B-8CA1-783C9969312A}" destId="{D18EC02D-80D7-4CD9-B3C5-D0473DFE192A}" srcOrd="0" destOrd="0" parTransId="{FBBE57B0-31B7-4384-B0E7-48F01B4A2471}" sibTransId="{B6AB2AAE-6B74-487B-9AE8-A339FCA8CE69}"/>
    <dgm:cxn modelId="{F58DCA20-B63F-4797-9FE9-762F0D19189C}" srcId="{573DFAA7-975F-4D1B-8CA1-783C9969312A}" destId="{E39ACAAE-71DB-4F26-AC47-ED19601E2C3B}" srcOrd="1" destOrd="0" parTransId="{645E3AA9-E9E4-4DB0-98BC-A4966650E0EF}" sibTransId="{072DB496-E671-4883-A7A4-7B2F0000B7EA}"/>
    <dgm:cxn modelId="{AC010825-8539-4C60-8B14-6D3286C01E50}" srcId="{573DFAA7-975F-4D1B-8CA1-783C9969312A}" destId="{114ADEA2-8C8F-4F8D-8D20-FDE25536FB16}" srcOrd="3" destOrd="0" parTransId="{60382174-D2C9-44F3-96D2-CBBAB5883F18}" sibTransId="{1CD4493D-DD8F-46B2-815E-51E8F8FBEFE4}"/>
    <dgm:cxn modelId="{5025A537-CE38-4733-8793-23D621666BAE}" type="presOf" srcId="{114ADEA2-8C8F-4F8D-8D20-FDE25536FB16}" destId="{BF751B8C-2A42-417F-9E6E-2452D18AAAC7}" srcOrd="0" destOrd="0" presId="urn:microsoft.com/office/officeart/2005/8/layout/matrix3"/>
    <dgm:cxn modelId="{8B40A05B-D4C7-40CE-A5F0-0694B9AAA03C}" type="presOf" srcId="{D18EC02D-80D7-4CD9-B3C5-D0473DFE192A}" destId="{2135C0B8-FD37-4D1F-8F5B-BF7EA5292B15}" srcOrd="0" destOrd="0" presId="urn:microsoft.com/office/officeart/2005/8/layout/matrix3"/>
    <dgm:cxn modelId="{64A90297-DE8D-484B-A0C6-5AA1C988AB00}" type="presOf" srcId="{B9C46AFA-A03E-434F-9C1B-DB9F7B279BF4}" destId="{B450127B-B92C-4A27-83D3-A41CF22C9ADF}" srcOrd="0" destOrd="0" presId="urn:microsoft.com/office/officeart/2005/8/layout/matrix3"/>
    <dgm:cxn modelId="{0BC2C7DB-65E4-4E5B-9BAE-2E1C45EB5D6C}" type="presOf" srcId="{E39ACAAE-71DB-4F26-AC47-ED19601E2C3B}" destId="{75228E0A-F9E3-4B45-8462-042D8DE2D694}" srcOrd="0" destOrd="0" presId="urn:microsoft.com/office/officeart/2005/8/layout/matrix3"/>
    <dgm:cxn modelId="{6E7420DD-A7A7-447F-8A39-6213928E8BEF}" type="presOf" srcId="{573DFAA7-975F-4D1B-8CA1-783C9969312A}" destId="{AB10A720-1549-4E4C-B58D-8D8DC8B07BB7}" srcOrd="0" destOrd="0" presId="urn:microsoft.com/office/officeart/2005/8/layout/matrix3"/>
    <dgm:cxn modelId="{FD3EFBF5-BDAB-4416-A0D8-9FE3C3404936}" srcId="{573DFAA7-975F-4D1B-8CA1-783C9969312A}" destId="{B9C46AFA-A03E-434F-9C1B-DB9F7B279BF4}" srcOrd="2" destOrd="0" parTransId="{92F898D2-7775-410B-B4C8-52B00428C88E}" sibTransId="{3A64495B-E803-4144-8B4B-A39D051E9ABF}"/>
    <dgm:cxn modelId="{B8D1D9BF-15AD-42B0-B79B-3BEAEBADA7A1}" type="presParOf" srcId="{AB10A720-1549-4E4C-B58D-8D8DC8B07BB7}" destId="{588F97DC-E8A5-4A03-A0DB-5E5D9E205540}" srcOrd="0" destOrd="0" presId="urn:microsoft.com/office/officeart/2005/8/layout/matrix3"/>
    <dgm:cxn modelId="{9779C07F-94DF-4425-BFBE-E1F1026979EA}" type="presParOf" srcId="{AB10A720-1549-4E4C-B58D-8D8DC8B07BB7}" destId="{2135C0B8-FD37-4D1F-8F5B-BF7EA5292B15}" srcOrd="1" destOrd="0" presId="urn:microsoft.com/office/officeart/2005/8/layout/matrix3"/>
    <dgm:cxn modelId="{4BD1A7B6-208D-456A-98AD-08712354FD43}" type="presParOf" srcId="{AB10A720-1549-4E4C-B58D-8D8DC8B07BB7}" destId="{75228E0A-F9E3-4B45-8462-042D8DE2D694}" srcOrd="2" destOrd="0" presId="urn:microsoft.com/office/officeart/2005/8/layout/matrix3"/>
    <dgm:cxn modelId="{DA2F0F4A-92D1-4104-8ABB-3D79FD04C7A4}" type="presParOf" srcId="{AB10A720-1549-4E4C-B58D-8D8DC8B07BB7}" destId="{B450127B-B92C-4A27-83D3-A41CF22C9ADF}" srcOrd="3" destOrd="0" presId="urn:microsoft.com/office/officeart/2005/8/layout/matrix3"/>
    <dgm:cxn modelId="{52FB8FA3-F93C-4197-ABA7-32170AA00ADE}" type="presParOf" srcId="{AB10A720-1549-4E4C-B58D-8D8DC8B07BB7}" destId="{BF751B8C-2A42-417F-9E6E-2452D18AAAC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6.xml><?xml version="1.0" encoding="utf-8"?>
<dgm:dataModel xmlns:dgm="http://schemas.openxmlformats.org/drawingml/2006/diagram" xmlns:a="http://schemas.openxmlformats.org/drawingml/2006/main">
  <dgm:ptLst>
    <dgm:pt modelId="{B38F2624-94B9-4040-B9AF-B0E3E3021B4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07CDE5B-FBBB-4D16-BE7D-5282AE314628}">
      <dgm:prSet/>
      <dgm:spPr/>
      <dgm:t>
        <a:bodyPr/>
        <a:lstStyle/>
        <a:p>
          <a:r>
            <a:rPr lang="uk-UA" b="0" i="0"/>
            <a:t>обмеженням влади великого київського князя лише судовими функціями.</a:t>
          </a:r>
          <a:endParaRPr lang="uk-UA"/>
        </a:p>
      </dgm:t>
    </dgm:pt>
    <dgm:pt modelId="{44BA3D9D-F587-4BA9-BDFC-5AC49F02C35C}" type="parTrans" cxnId="{C64B1F25-10D0-4B88-9F76-36AAD89B6687}">
      <dgm:prSet/>
      <dgm:spPr/>
      <dgm:t>
        <a:bodyPr/>
        <a:lstStyle/>
        <a:p>
          <a:endParaRPr lang="uk-UA"/>
        </a:p>
      </dgm:t>
    </dgm:pt>
    <dgm:pt modelId="{7396C418-E9E8-4684-8452-066915F6C0C2}" type="sibTrans" cxnId="{C64B1F25-10D0-4B88-9F76-36AAD89B6687}">
      <dgm:prSet/>
      <dgm:spPr/>
      <dgm:t>
        <a:bodyPr/>
        <a:lstStyle/>
        <a:p>
          <a:endParaRPr lang="uk-UA"/>
        </a:p>
      </dgm:t>
    </dgm:pt>
    <dgm:pt modelId="{6A71A10C-C664-4B02-B9A8-94A373FA41F1}">
      <dgm:prSet/>
      <dgm:spPr/>
      <dgm:t>
        <a:bodyPr/>
        <a:lstStyle/>
        <a:p>
          <a:r>
            <a:rPr lang="uk-UA" b="0" i="0" dirty="0"/>
            <a:t>появою та функціонуванням інституту загальноруських князівських з’їздів.</a:t>
          </a:r>
          <a:endParaRPr lang="uk-UA" dirty="0"/>
        </a:p>
      </dgm:t>
    </dgm:pt>
    <dgm:pt modelId="{ED17648D-9A42-4683-A023-13C8CC2061A1}" type="parTrans" cxnId="{46F0D407-D735-42F3-BECD-DA31E2265080}">
      <dgm:prSet/>
      <dgm:spPr/>
      <dgm:t>
        <a:bodyPr/>
        <a:lstStyle/>
        <a:p>
          <a:endParaRPr lang="uk-UA"/>
        </a:p>
      </dgm:t>
    </dgm:pt>
    <dgm:pt modelId="{D30D5BA8-F377-4ACE-908F-C6EA009F6EA4}" type="sibTrans" cxnId="{46F0D407-D735-42F3-BECD-DA31E2265080}">
      <dgm:prSet/>
      <dgm:spPr/>
      <dgm:t>
        <a:bodyPr/>
        <a:lstStyle/>
        <a:p>
          <a:endParaRPr lang="uk-UA"/>
        </a:p>
      </dgm:t>
    </dgm:pt>
    <dgm:pt modelId="{FB0B45C8-5A06-4F07-A1AA-6D0F7974DAEE}">
      <dgm:prSet/>
      <dgm:spPr/>
      <dgm:t>
        <a:bodyPr/>
        <a:lstStyle/>
        <a:p>
          <a:r>
            <a:rPr lang="uk-UA" b="0" i="0" dirty="0"/>
            <a:t>занепадом і зникненням віче – органу громадського та державного управління.</a:t>
          </a:r>
          <a:endParaRPr lang="uk-UA" dirty="0"/>
        </a:p>
      </dgm:t>
    </dgm:pt>
    <dgm:pt modelId="{86B60986-440D-464D-813F-85D6807BE960}" type="parTrans" cxnId="{18B1BA87-8C36-4A65-89AC-92A1FB605C02}">
      <dgm:prSet/>
      <dgm:spPr/>
      <dgm:t>
        <a:bodyPr/>
        <a:lstStyle/>
        <a:p>
          <a:endParaRPr lang="uk-UA"/>
        </a:p>
      </dgm:t>
    </dgm:pt>
    <dgm:pt modelId="{E6C9CA88-2417-4BFF-B0BB-002DC873390A}" type="sibTrans" cxnId="{18B1BA87-8C36-4A65-89AC-92A1FB605C02}">
      <dgm:prSet/>
      <dgm:spPr/>
      <dgm:t>
        <a:bodyPr/>
        <a:lstStyle/>
        <a:p>
          <a:endParaRPr lang="uk-UA"/>
        </a:p>
      </dgm:t>
    </dgm:pt>
    <dgm:pt modelId="{AEEF20EB-EF5C-4EB5-B421-08DDE03DA900}">
      <dgm:prSet/>
      <dgm:spPr/>
      <dgm:t>
        <a:bodyPr/>
        <a:lstStyle/>
        <a:p>
          <a:r>
            <a:rPr lang="uk-UA" b="0" i="0" dirty="0"/>
            <a:t>перетворенням боярської ради з дорадчого органу при князі на урядовий орган.</a:t>
          </a:r>
          <a:endParaRPr lang="uk-UA" dirty="0"/>
        </a:p>
      </dgm:t>
    </dgm:pt>
    <dgm:pt modelId="{3B9790EC-1651-4B0E-B9DE-D836362C24AA}" type="parTrans" cxnId="{3CC3E0F8-1221-4C0F-8B83-E04CF79B67CD}">
      <dgm:prSet/>
      <dgm:spPr/>
      <dgm:t>
        <a:bodyPr/>
        <a:lstStyle/>
        <a:p>
          <a:endParaRPr lang="uk-UA"/>
        </a:p>
      </dgm:t>
    </dgm:pt>
    <dgm:pt modelId="{07EC8108-706B-4DC0-8D77-89D25AFF3CF2}" type="sibTrans" cxnId="{3CC3E0F8-1221-4C0F-8B83-E04CF79B67CD}">
      <dgm:prSet/>
      <dgm:spPr/>
      <dgm:t>
        <a:bodyPr/>
        <a:lstStyle/>
        <a:p>
          <a:endParaRPr lang="uk-UA"/>
        </a:p>
      </dgm:t>
    </dgm:pt>
    <dgm:pt modelId="{CE8D4E7D-D46E-4B53-8B48-3FF3C690D871}" type="pres">
      <dgm:prSet presAssocID="{B38F2624-94B9-4040-B9AF-B0E3E3021B40}" presName="linear" presStyleCnt="0">
        <dgm:presLayoutVars>
          <dgm:animLvl val="lvl"/>
          <dgm:resizeHandles val="exact"/>
        </dgm:presLayoutVars>
      </dgm:prSet>
      <dgm:spPr/>
    </dgm:pt>
    <dgm:pt modelId="{D57F85DE-F745-44AE-8734-000B10AF88F2}" type="pres">
      <dgm:prSet presAssocID="{D07CDE5B-FBBB-4D16-BE7D-5282AE31462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33359C7-5627-4792-A113-9B703B6E6F48}" type="pres">
      <dgm:prSet presAssocID="{7396C418-E9E8-4684-8452-066915F6C0C2}" presName="spacer" presStyleCnt="0"/>
      <dgm:spPr/>
    </dgm:pt>
    <dgm:pt modelId="{815635A1-5025-4CAF-89E4-8948C94982F5}" type="pres">
      <dgm:prSet presAssocID="{6A71A10C-C664-4B02-B9A8-94A373FA41F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E4A70E9-B283-4678-87AD-D1F83A81E6F6}" type="pres">
      <dgm:prSet presAssocID="{D30D5BA8-F377-4ACE-908F-C6EA009F6EA4}" presName="spacer" presStyleCnt="0"/>
      <dgm:spPr/>
    </dgm:pt>
    <dgm:pt modelId="{7A3A7A6B-7AFC-47F9-A241-41C72F89ADE9}" type="pres">
      <dgm:prSet presAssocID="{FB0B45C8-5A06-4F07-A1AA-6D0F7974DAE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0006DE0-5EB0-48B1-B07A-324F69CEAD60}" type="pres">
      <dgm:prSet presAssocID="{E6C9CA88-2417-4BFF-B0BB-002DC873390A}" presName="spacer" presStyleCnt="0"/>
      <dgm:spPr/>
    </dgm:pt>
    <dgm:pt modelId="{5F5B81E0-2748-4E19-81D4-583830CF73A0}" type="pres">
      <dgm:prSet presAssocID="{AEEF20EB-EF5C-4EB5-B421-08DDE03DA90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6F0D407-D735-42F3-BECD-DA31E2265080}" srcId="{B38F2624-94B9-4040-B9AF-B0E3E3021B40}" destId="{6A71A10C-C664-4B02-B9A8-94A373FA41F1}" srcOrd="1" destOrd="0" parTransId="{ED17648D-9A42-4683-A023-13C8CC2061A1}" sibTransId="{D30D5BA8-F377-4ACE-908F-C6EA009F6EA4}"/>
    <dgm:cxn modelId="{C64B1F25-10D0-4B88-9F76-36AAD89B6687}" srcId="{B38F2624-94B9-4040-B9AF-B0E3E3021B40}" destId="{D07CDE5B-FBBB-4D16-BE7D-5282AE314628}" srcOrd="0" destOrd="0" parTransId="{44BA3D9D-F587-4BA9-BDFC-5AC49F02C35C}" sibTransId="{7396C418-E9E8-4684-8452-066915F6C0C2}"/>
    <dgm:cxn modelId="{A7E5FE3C-C9DB-4FDA-9181-46C7FF7B20A7}" type="presOf" srcId="{D07CDE5B-FBBB-4D16-BE7D-5282AE314628}" destId="{D57F85DE-F745-44AE-8734-000B10AF88F2}" srcOrd="0" destOrd="0" presId="urn:microsoft.com/office/officeart/2005/8/layout/vList2"/>
    <dgm:cxn modelId="{B41DDE85-46B8-44E8-B966-0573A3C8EB03}" type="presOf" srcId="{6A71A10C-C664-4B02-B9A8-94A373FA41F1}" destId="{815635A1-5025-4CAF-89E4-8948C94982F5}" srcOrd="0" destOrd="0" presId="urn:microsoft.com/office/officeart/2005/8/layout/vList2"/>
    <dgm:cxn modelId="{18B1BA87-8C36-4A65-89AC-92A1FB605C02}" srcId="{B38F2624-94B9-4040-B9AF-B0E3E3021B40}" destId="{FB0B45C8-5A06-4F07-A1AA-6D0F7974DAEE}" srcOrd="2" destOrd="0" parTransId="{86B60986-440D-464D-813F-85D6807BE960}" sibTransId="{E6C9CA88-2417-4BFF-B0BB-002DC873390A}"/>
    <dgm:cxn modelId="{9B3D9289-4920-46C2-88E5-564026FE91CF}" type="presOf" srcId="{B38F2624-94B9-4040-B9AF-B0E3E3021B40}" destId="{CE8D4E7D-D46E-4B53-8B48-3FF3C690D871}" srcOrd="0" destOrd="0" presId="urn:microsoft.com/office/officeart/2005/8/layout/vList2"/>
    <dgm:cxn modelId="{A90E24A8-FACD-41F4-B821-FC186A9C2CF3}" type="presOf" srcId="{FB0B45C8-5A06-4F07-A1AA-6D0F7974DAEE}" destId="{7A3A7A6B-7AFC-47F9-A241-41C72F89ADE9}" srcOrd="0" destOrd="0" presId="urn:microsoft.com/office/officeart/2005/8/layout/vList2"/>
    <dgm:cxn modelId="{98FDCDF0-AA9C-469B-B3FE-AA6E444150B7}" type="presOf" srcId="{AEEF20EB-EF5C-4EB5-B421-08DDE03DA900}" destId="{5F5B81E0-2748-4E19-81D4-583830CF73A0}" srcOrd="0" destOrd="0" presId="urn:microsoft.com/office/officeart/2005/8/layout/vList2"/>
    <dgm:cxn modelId="{3CC3E0F8-1221-4C0F-8B83-E04CF79B67CD}" srcId="{B38F2624-94B9-4040-B9AF-B0E3E3021B40}" destId="{AEEF20EB-EF5C-4EB5-B421-08DDE03DA900}" srcOrd="3" destOrd="0" parTransId="{3B9790EC-1651-4B0E-B9DE-D836362C24AA}" sibTransId="{07EC8108-706B-4DC0-8D77-89D25AFF3CF2}"/>
    <dgm:cxn modelId="{41B9D742-16F5-4756-86BD-6259192333F9}" type="presParOf" srcId="{CE8D4E7D-D46E-4B53-8B48-3FF3C690D871}" destId="{D57F85DE-F745-44AE-8734-000B10AF88F2}" srcOrd="0" destOrd="0" presId="urn:microsoft.com/office/officeart/2005/8/layout/vList2"/>
    <dgm:cxn modelId="{7F04D230-0AA6-4896-BF94-B81605027CBB}" type="presParOf" srcId="{CE8D4E7D-D46E-4B53-8B48-3FF3C690D871}" destId="{D33359C7-5627-4792-A113-9B703B6E6F48}" srcOrd="1" destOrd="0" presId="urn:microsoft.com/office/officeart/2005/8/layout/vList2"/>
    <dgm:cxn modelId="{BB801C13-B5E4-4A0C-8F19-E3A687A9C31E}" type="presParOf" srcId="{CE8D4E7D-D46E-4B53-8B48-3FF3C690D871}" destId="{815635A1-5025-4CAF-89E4-8948C94982F5}" srcOrd="2" destOrd="0" presId="urn:microsoft.com/office/officeart/2005/8/layout/vList2"/>
    <dgm:cxn modelId="{5C404911-FE08-4030-A98B-7F44EC118008}" type="presParOf" srcId="{CE8D4E7D-D46E-4B53-8B48-3FF3C690D871}" destId="{9E4A70E9-B283-4678-87AD-D1F83A81E6F6}" srcOrd="3" destOrd="0" presId="urn:microsoft.com/office/officeart/2005/8/layout/vList2"/>
    <dgm:cxn modelId="{DFB2DAE5-F421-4593-9BB7-7390EEFE30E0}" type="presParOf" srcId="{CE8D4E7D-D46E-4B53-8B48-3FF3C690D871}" destId="{7A3A7A6B-7AFC-47F9-A241-41C72F89ADE9}" srcOrd="4" destOrd="0" presId="urn:microsoft.com/office/officeart/2005/8/layout/vList2"/>
    <dgm:cxn modelId="{82F9799F-3486-4F75-A88F-4DFEB191BF17}" type="presParOf" srcId="{CE8D4E7D-D46E-4B53-8B48-3FF3C690D871}" destId="{C0006DE0-5EB0-48B1-B07A-324F69CEAD60}" srcOrd="5" destOrd="0" presId="urn:microsoft.com/office/officeart/2005/8/layout/vList2"/>
    <dgm:cxn modelId="{2EC948EC-7DB1-425A-B60E-95B605D7FCA9}" type="presParOf" srcId="{CE8D4E7D-D46E-4B53-8B48-3FF3C690D871}" destId="{5F5B81E0-2748-4E19-81D4-583830CF73A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7.xml><?xml version="1.0" encoding="utf-8"?>
<dgm:dataModel xmlns:dgm="http://schemas.openxmlformats.org/drawingml/2006/diagram" xmlns:a="http://schemas.openxmlformats.org/drawingml/2006/main">
  <dgm:ptLst>
    <dgm:pt modelId="{FD91E3B6-76A0-41A2-8B45-CB01A26F5DB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77EF9D0-4457-4CF2-BCE0-77532BBB107C}">
      <dgm:prSet/>
      <dgm:spPr/>
      <dgm:t>
        <a:bodyPr/>
        <a:lstStyle/>
        <a:p>
          <a:r>
            <a:rPr lang="ru-RU" b="0" i="0" dirty="0"/>
            <a:t>1, 3</a:t>
          </a:r>
          <a:endParaRPr lang="uk-UA" dirty="0"/>
        </a:p>
      </dgm:t>
    </dgm:pt>
    <dgm:pt modelId="{636F51E8-24A3-4310-80D5-FF6A8EAD1E99}" type="parTrans" cxnId="{D3AC0194-587A-41E7-8E6A-AEA5578908A1}">
      <dgm:prSet/>
      <dgm:spPr/>
      <dgm:t>
        <a:bodyPr/>
        <a:lstStyle/>
        <a:p>
          <a:endParaRPr lang="uk-UA"/>
        </a:p>
      </dgm:t>
    </dgm:pt>
    <dgm:pt modelId="{BB6212AF-6305-4D2A-8373-FBEA9A035747}" type="sibTrans" cxnId="{D3AC0194-587A-41E7-8E6A-AEA5578908A1}">
      <dgm:prSet/>
      <dgm:spPr/>
      <dgm:t>
        <a:bodyPr/>
        <a:lstStyle/>
        <a:p>
          <a:endParaRPr lang="uk-UA"/>
        </a:p>
      </dgm:t>
    </dgm:pt>
    <dgm:pt modelId="{C915500C-7DDB-47BD-A8B1-09001EF54D03}">
      <dgm:prSet/>
      <dgm:spPr/>
      <dgm:t>
        <a:bodyPr/>
        <a:lstStyle/>
        <a:p>
          <a:r>
            <a:rPr lang="ru-RU" b="0" i="0" dirty="0"/>
            <a:t>1, 4</a:t>
          </a:r>
          <a:endParaRPr lang="uk-UA" dirty="0"/>
        </a:p>
      </dgm:t>
    </dgm:pt>
    <dgm:pt modelId="{F753140B-2740-4864-9C71-FEB7BBD5A285}" type="parTrans" cxnId="{1B48314D-E570-49F0-B2AB-458D41F60803}">
      <dgm:prSet/>
      <dgm:spPr/>
      <dgm:t>
        <a:bodyPr/>
        <a:lstStyle/>
        <a:p>
          <a:endParaRPr lang="uk-UA"/>
        </a:p>
      </dgm:t>
    </dgm:pt>
    <dgm:pt modelId="{6E818D18-581D-45A7-B24F-C488A1E31433}" type="sibTrans" cxnId="{1B48314D-E570-49F0-B2AB-458D41F60803}">
      <dgm:prSet/>
      <dgm:spPr/>
      <dgm:t>
        <a:bodyPr/>
        <a:lstStyle/>
        <a:p>
          <a:endParaRPr lang="uk-UA"/>
        </a:p>
      </dgm:t>
    </dgm:pt>
    <dgm:pt modelId="{4F093748-5327-42F9-B2AE-A1B1720242F3}">
      <dgm:prSet/>
      <dgm:spPr/>
      <dgm:t>
        <a:bodyPr/>
        <a:lstStyle/>
        <a:p>
          <a:r>
            <a:rPr lang="ru-RU" b="0" i="0"/>
            <a:t>2, 3</a:t>
          </a:r>
          <a:endParaRPr lang="uk-UA"/>
        </a:p>
      </dgm:t>
    </dgm:pt>
    <dgm:pt modelId="{4C493D51-CC6E-47C5-BA07-3DF7C78E2FF9}" type="parTrans" cxnId="{3FE9BC6A-29CB-4458-99FC-6B685D3EBD38}">
      <dgm:prSet/>
      <dgm:spPr/>
      <dgm:t>
        <a:bodyPr/>
        <a:lstStyle/>
        <a:p>
          <a:endParaRPr lang="uk-UA"/>
        </a:p>
      </dgm:t>
    </dgm:pt>
    <dgm:pt modelId="{6F856DAC-CE6E-4278-A950-F4B0D30CE4C9}" type="sibTrans" cxnId="{3FE9BC6A-29CB-4458-99FC-6B685D3EBD38}">
      <dgm:prSet/>
      <dgm:spPr/>
      <dgm:t>
        <a:bodyPr/>
        <a:lstStyle/>
        <a:p>
          <a:endParaRPr lang="uk-UA"/>
        </a:p>
      </dgm:t>
    </dgm:pt>
    <dgm:pt modelId="{2B771409-B2EB-48B2-8369-9E46838DFA1F}">
      <dgm:prSet/>
      <dgm:spPr/>
      <dgm:t>
        <a:bodyPr/>
        <a:lstStyle/>
        <a:p>
          <a:r>
            <a:rPr lang="ru-RU" b="0" i="0" dirty="0"/>
            <a:t>2, 4</a:t>
          </a:r>
          <a:endParaRPr lang="uk-UA" dirty="0"/>
        </a:p>
      </dgm:t>
    </dgm:pt>
    <dgm:pt modelId="{2C4AFE4F-770A-48F2-936E-3D40056BD92B}" type="parTrans" cxnId="{F0ED6459-ADEF-4E0B-9505-B81280141FDD}">
      <dgm:prSet/>
      <dgm:spPr/>
      <dgm:t>
        <a:bodyPr/>
        <a:lstStyle/>
        <a:p>
          <a:endParaRPr lang="uk-UA"/>
        </a:p>
      </dgm:t>
    </dgm:pt>
    <dgm:pt modelId="{66B4EE3D-EC70-4CD6-8427-2546F85D1BB6}" type="sibTrans" cxnId="{F0ED6459-ADEF-4E0B-9505-B81280141FDD}">
      <dgm:prSet/>
      <dgm:spPr/>
      <dgm:t>
        <a:bodyPr/>
        <a:lstStyle/>
        <a:p>
          <a:endParaRPr lang="uk-UA"/>
        </a:p>
      </dgm:t>
    </dgm:pt>
    <dgm:pt modelId="{2DD78E99-5DDC-4BB3-B910-D42C8C781006}" type="pres">
      <dgm:prSet presAssocID="{FD91E3B6-76A0-41A2-8B45-CB01A26F5DB9}" presName="matrix" presStyleCnt="0">
        <dgm:presLayoutVars>
          <dgm:chMax val="1"/>
          <dgm:dir/>
          <dgm:resizeHandles val="exact"/>
        </dgm:presLayoutVars>
      </dgm:prSet>
      <dgm:spPr/>
    </dgm:pt>
    <dgm:pt modelId="{88D4823D-3F54-4E7B-8F2D-D40B3CB71A2D}" type="pres">
      <dgm:prSet presAssocID="{FD91E3B6-76A0-41A2-8B45-CB01A26F5DB9}" presName="diamond" presStyleLbl="bgShp" presStyleIdx="0" presStyleCnt="1"/>
      <dgm:spPr/>
    </dgm:pt>
    <dgm:pt modelId="{8862C37B-A2EA-4BD5-8C2C-3C9E5392B21B}" type="pres">
      <dgm:prSet presAssocID="{FD91E3B6-76A0-41A2-8B45-CB01A26F5DB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B89ECFE-7C26-4512-A133-C7F137F2F663}" type="pres">
      <dgm:prSet presAssocID="{FD91E3B6-76A0-41A2-8B45-CB01A26F5DB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296AF67-E542-48DA-81D5-2CA991EA8452}" type="pres">
      <dgm:prSet presAssocID="{FD91E3B6-76A0-41A2-8B45-CB01A26F5DB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4903243-0313-4B7D-9DF9-030C5A85A76C}" type="pres">
      <dgm:prSet presAssocID="{FD91E3B6-76A0-41A2-8B45-CB01A26F5DB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6E09402-AE5A-49D9-BDCA-C998AE6B6D37}" type="presOf" srcId="{FD91E3B6-76A0-41A2-8B45-CB01A26F5DB9}" destId="{2DD78E99-5DDC-4BB3-B910-D42C8C781006}" srcOrd="0" destOrd="0" presId="urn:microsoft.com/office/officeart/2005/8/layout/matrix3"/>
    <dgm:cxn modelId="{3FE9BC6A-29CB-4458-99FC-6B685D3EBD38}" srcId="{FD91E3B6-76A0-41A2-8B45-CB01A26F5DB9}" destId="{4F093748-5327-42F9-B2AE-A1B1720242F3}" srcOrd="2" destOrd="0" parTransId="{4C493D51-CC6E-47C5-BA07-3DF7C78E2FF9}" sibTransId="{6F856DAC-CE6E-4278-A950-F4B0D30CE4C9}"/>
    <dgm:cxn modelId="{1B48314D-E570-49F0-B2AB-458D41F60803}" srcId="{FD91E3B6-76A0-41A2-8B45-CB01A26F5DB9}" destId="{C915500C-7DDB-47BD-A8B1-09001EF54D03}" srcOrd="1" destOrd="0" parTransId="{F753140B-2740-4864-9C71-FEB7BBD5A285}" sibTransId="{6E818D18-581D-45A7-B24F-C488A1E31433}"/>
    <dgm:cxn modelId="{5B1CC66E-9048-4579-9C6B-8180738D6584}" type="presOf" srcId="{477EF9D0-4457-4CF2-BCE0-77532BBB107C}" destId="{8862C37B-A2EA-4BD5-8C2C-3C9E5392B21B}" srcOrd="0" destOrd="0" presId="urn:microsoft.com/office/officeart/2005/8/layout/matrix3"/>
    <dgm:cxn modelId="{F0ED6459-ADEF-4E0B-9505-B81280141FDD}" srcId="{FD91E3B6-76A0-41A2-8B45-CB01A26F5DB9}" destId="{2B771409-B2EB-48B2-8369-9E46838DFA1F}" srcOrd="3" destOrd="0" parTransId="{2C4AFE4F-770A-48F2-936E-3D40056BD92B}" sibTransId="{66B4EE3D-EC70-4CD6-8427-2546F85D1BB6}"/>
    <dgm:cxn modelId="{D3AC0194-587A-41E7-8E6A-AEA5578908A1}" srcId="{FD91E3B6-76A0-41A2-8B45-CB01A26F5DB9}" destId="{477EF9D0-4457-4CF2-BCE0-77532BBB107C}" srcOrd="0" destOrd="0" parTransId="{636F51E8-24A3-4310-80D5-FF6A8EAD1E99}" sibTransId="{BB6212AF-6305-4D2A-8373-FBEA9A035747}"/>
    <dgm:cxn modelId="{DF14B0C0-692C-4F93-970D-0AD4902317E7}" type="presOf" srcId="{C915500C-7DDB-47BD-A8B1-09001EF54D03}" destId="{4B89ECFE-7C26-4512-A133-C7F137F2F663}" srcOrd="0" destOrd="0" presId="urn:microsoft.com/office/officeart/2005/8/layout/matrix3"/>
    <dgm:cxn modelId="{FC063CC9-46C3-487F-B178-9E5A8E4C7133}" type="presOf" srcId="{4F093748-5327-42F9-B2AE-A1B1720242F3}" destId="{A296AF67-E542-48DA-81D5-2CA991EA8452}" srcOrd="0" destOrd="0" presId="urn:microsoft.com/office/officeart/2005/8/layout/matrix3"/>
    <dgm:cxn modelId="{AFFCA9CF-E62D-4AAE-B2FA-CABCB471DD6A}" type="presOf" srcId="{2B771409-B2EB-48B2-8369-9E46838DFA1F}" destId="{F4903243-0313-4B7D-9DF9-030C5A85A76C}" srcOrd="0" destOrd="0" presId="urn:microsoft.com/office/officeart/2005/8/layout/matrix3"/>
    <dgm:cxn modelId="{FAAED4BB-729B-4B0B-9771-35B1243298B4}" type="presParOf" srcId="{2DD78E99-5DDC-4BB3-B910-D42C8C781006}" destId="{88D4823D-3F54-4E7B-8F2D-D40B3CB71A2D}" srcOrd="0" destOrd="0" presId="urn:microsoft.com/office/officeart/2005/8/layout/matrix3"/>
    <dgm:cxn modelId="{ACC3C969-C487-4CD5-B14B-B06B6887C1E6}" type="presParOf" srcId="{2DD78E99-5DDC-4BB3-B910-D42C8C781006}" destId="{8862C37B-A2EA-4BD5-8C2C-3C9E5392B21B}" srcOrd="1" destOrd="0" presId="urn:microsoft.com/office/officeart/2005/8/layout/matrix3"/>
    <dgm:cxn modelId="{F8C072B6-B963-4CA4-B34E-E16754B35550}" type="presParOf" srcId="{2DD78E99-5DDC-4BB3-B910-D42C8C781006}" destId="{4B89ECFE-7C26-4512-A133-C7F137F2F663}" srcOrd="2" destOrd="0" presId="urn:microsoft.com/office/officeart/2005/8/layout/matrix3"/>
    <dgm:cxn modelId="{76C3CD16-AC72-42DC-A00A-C7E97616C32A}" type="presParOf" srcId="{2DD78E99-5DDC-4BB3-B910-D42C8C781006}" destId="{A296AF67-E542-48DA-81D5-2CA991EA8452}" srcOrd="3" destOrd="0" presId="urn:microsoft.com/office/officeart/2005/8/layout/matrix3"/>
    <dgm:cxn modelId="{C307E264-5D61-4DC2-8E9D-268AA7429AE8}" type="presParOf" srcId="{2DD78E99-5DDC-4BB3-B910-D42C8C781006}" destId="{F4903243-0313-4B7D-9DF9-030C5A85A76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8.xml><?xml version="1.0" encoding="utf-8"?>
<dgm:dataModel xmlns:dgm="http://schemas.openxmlformats.org/drawingml/2006/diagram" xmlns:a="http://schemas.openxmlformats.org/drawingml/2006/main">
  <dgm:ptLst>
    <dgm:pt modelId="{59312786-1A39-41E4-8758-C7B16116FD7D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FBFE8D6-0DEA-426B-9FB1-08370CA881AF}">
      <dgm:prSet/>
      <dgm:spPr/>
      <dgm:t>
        <a:bodyPr/>
        <a:lstStyle/>
        <a:p>
          <a:r>
            <a:rPr lang="uk-UA" b="0" i="0" dirty="0"/>
            <a:t>зміцненні самостійності удільних князівств.</a:t>
          </a:r>
          <a:endParaRPr lang="uk-UA" dirty="0"/>
        </a:p>
      </dgm:t>
    </dgm:pt>
    <dgm:pt modelId="{247455E1-F045-4F6B-8527-DBB19D6692B2}" type="parTrans" cxnId="{06285B48-9170-4086-A576-6B767409E9A3}">
      <dgm:prSet/>
      <dgm:spPr/>
      <dgm:t>
        <a:bodyPr/>
        <a:lstStyle/>
        <a:p>
          <a:endParaRPr lang="uk-UA"/>
        </a:p>
      </dgm:t>
    </dgm:pt>
    <dgm:pt modelId="{5F44D6B0-18C4-4E62-83FD-257AEC86F849}" type="sibTrans" cxnId="{06285B48-9170-4086-A576-6B767409E9A3}">
      <dgm:prSet/>
      <dgm:spPr/>
      <dgm:t>
        <a:bodyPr/>
        <a:lstStyle/>
        <a:p>
          <a:endParaRPr lang="uk-UA"/>
        </a:p>
      </dgm:t>
    </dgm:pt>
    <dgm:pt modelId="{57CF5F3D-A60D-4691-A801-DC755F3176E9}">
      <dgm:prSet/>
      <dgm:spPr/>
      <dgm:t>
        <a:bodyPr/>
        <a:lstStyle/>
        <a:p>
          <a:r>
            <a:rPr lang="uk-UA" b="0" i="0"/>
            <a:t>появі інституту загальноруських князівських з'їздів.</a:t>
          </a:r>
          <a:endParaRPr lang="uk-UA"/>
        </a:p>
      </dgm:t>
    </dgm:pt>
    <dgm:pt modelId="{B08D453E-D9A8-4401-A96C-73D574CC18E1}" type="parTrans" cxnId="{1888FDAF-97E1-494F-9E32-AA8F56CF851C}">
      <dgm:prSet/>
      <dgm:spPr/>
      <dgm:t>
        <a:bodyPr/>
        <a:lstStyle/>
        <a:p>
          <a:endParaRPr lang="uk-UA"/>
        </a:p>
      </dgm:t>
    </dgm:pt>
    <dgm:pt modelId="{A20CF75B-8407-471A-B704-16A3C024494B}" type="sibTrans" cxnId="{1888FDAF-97E1-494F-9E32-AA8F56CF851C}">
      <dgm:prSet/>
      <dgm:spPr/>
      <dgm:t>
        <a:bodyPr/>
        <a:lstStyle/>
        <a:p>
          <a:endParaRPr lang="uk-UA"/>
        </a:p>
      </dgm:t>
    </dgm:pt>
    <dgm:pt modelId="{AF69635B-8F9A-423F-8858-2A5518E08AB0}">
      <dgm:prSet/>
      <dgm:spPr/>
      <dgm:t>
        <a:bodyPr/>
        <a:lstStyle/>
        <a:p>
          <a:r>
            <a:rPr lang="uk-UA" b="0" i="0"/>
            <a:t>відсутності механізму спадкоємності влади великого князя.</a:t>
          </a:r>
          <a:endParaRPr lang="uk-UA"/>
        </a:p>
      </dgm:t>
    </dgm:pt>
    <dgm:pt modelId="{2B82D5AC-E84A-4CF6-8717-D1BED4EBA580}" type="parTrans" cxnId="{3E2BFD47-BB6E-42C9-9AC7-B8DDE78B7132}">
      <dgm:prSet/>
      <dgm:spPr/>
      <dgm:t>
        <a:bodyPr/>
        <a:lstStyle/>
        <a:p>
          <a:endParaRPr lang="uk-UA"/>
        </a:p>
      </dgm:t>
    </dgm:pt>
    <dgm:pt modelId="{2CD8291A-8610-4F1A-B534-A2261BEE82A8}" type="sibTrans" cxnId="{3E2BFD47-BB6E-42C9-9AC7-B8DDE78B7132}">
      <dgm:prSet/>
      <dgm:spPr/>
      <dgm:t>
        <a:bodyPr/>
        <a:lstStyle/>
        <a:p>
          <a:endParaRPr lang="uk-UA"/>
        </a:p>
      </dgm:t>
    </dgm:pt>
    <dgm:pt modelId="{64EBCC63-8C42-4BB2-880D-04D52CA480CC}">
      <dgm:prSet/>
      <dgm:spPr/>
      <dgm:t>
        <a:bodyPr/>
        <a:lstStyle/>
        <a:p>
          <a:r>
            <a:rPr lang="uk-UA" b="0" i="0" dirty="0"/>
            <a:t>занепаді віча - органу громадського та державного управління.</a:t>
          </a:r>
          <a:endParaRPr lang="uk-UA" dirty="0"/>
        </a:p>
      </dgm:t>
    </dgm:pt>
    <dgm:pt modelId="{9149DF81-69B7-4E86-864C-BD61AD5711D0}" type="parTrans" cxnId="{818D8DAA-5FDF-451C-917C-AC75FAF8A527}">
      <dgm:prSet/>
      <dgm:spPr/>
      <dgm:t>
        <a:bodyPr/>
        <a:lstStyle/>
        <a:p>
          <a:endParaRPr lang="uk-UA"/>
        </a:p>
      </dgm:t>
    </dgm:pt>
    <dgm:pt modelId="{39D62FCA-35CE-45E3-912A-3E5BBA332A20}" type="sibTrans" cxnId="{818D8DAA-5FDF-451C-917C-AC75FAF8A527}">
      <dgm:prSet/>
      <dgm:spPr/>
      <dgm:t>
        <a:bodyPr/>
        <a:lstStyle/>
        <a:p>
          <a:endParaRPr lang="uk-UA"/>
        </a:p>
      </dgm:t>
    </dgm:pt>
    <dgm:pt modelId="{1C7F88DD-6544-4349-8BF3-EE9FE1C83A2A}" type="pres">
      <dgm:prSet presAssocID="{59312786-1A39-41E4-8758-C7B16116FD7D}" presName="linearFlow" presStyleCnt="0">
        <dgm:presLayoutVars>
          <dgm:dir/>
          <dgm:resizeHandles val="exact"/>
        </dgm:presLayoutVars>
      </dgm:prSet>
      <dgm:spPr/>
    </dgm:pt>
    <dgm:pt modelId="{4E7B206F-FBAE-49D8-A60C-27DCFE213520}" type="pres">
      <dgm:prSet presAssocID="{1FBFE8D6-0DEA-426B-9FB1-08370CA881AF}" presName="composite" presStyleCnt="0"/>
      <dgm:spPr/>
    </dgm:pt>
    <dgm:pt modelId="{DDE0CCA7-C114-419E-AFA7-D96D6352AAE9}" type="pres">
      <dgm:prSet presAssocID="{1FBFE8D6-0DEA-426B-9FB1-08370CA881AF}" presName="imgShp" presStyleLbl="fgImgPlace1" presStyleIdx="0" presStyleCnt="4"/>
      <dgm:spPr/>
    </dgm:pt>
    <dgm:pt modelId="{BC9BE8F2-BC36-402D-84BF-4C5780204C37}" type="pres">
      <dgm:prSet presAssocID="{1FBFE8D6-0DEA-426B-9FB1-08370CA881AF}" presName="txShp" presStyleLbl="node1" presStyleIdx="0" presStyleCnt="4">
        <dgm:presLayoutVars>
          <dgm:bulletEnabled val="1"/>
        </dgm:presLayoutVars>
      </dgm:prSet>
      <dgm:spPr/>
    </dgm:pt>
    <dgm:pt modelId="{86F6C7A6-59E1-4BF5-82CA-FFCC20F3241B}" type="pres">
      <dgm:prSet presAssocID="{5F44D6B0-18C4-4E62-83FD-257AEC86F849}" presName="spacing" presStyleCnt="0"/>
      <dgm:spPr/>
    </dgm:pt>
    <dgm:pt modelId="{02574DAD-56FF-4560-8791-797E505C484D}" type="pres">
      <dgm:prSet presAssocID="{57CF5F3D-A60D-4691-A801-DC755F3176E9}" presName="composite" presStyleCnt="0"/>
      <dgm:spPr/>
    </dgm:pt>
    <dgm:pt modelId="{AF6A4192-B1E2-4525-ACD9-465ED2635331}" type="pres">
      <dgm:prSet presAssocID="{57CF5F3D-A60D-4691-A801-DC755F3176E9}" presName="imgShp" presStyleLbl="fgImgPlace1" presStyleIdx="1" presStyleCnt="4"/>
      <dgm:spPr/>
    </dgm:pt>
    <dgm:pt modelId="{C0A9C962-42B8-402F-9575-C1083E49B463}" type="pres">
      <dgm:prSet presAssocID="{57CF5F3D-A60D-4691-A801-DC755F3176E9}" presName="txShp" presStyleLbl="node1" presStyleIdx="1" presStyleCnt="4">
        <dgm:presLayoutVars>
          <dgm:bulletEnabled val="1"/>
        </dgm:presLayoutVars>
      </dgm:prSet>
      <dgm:spPr/>
    </dgm:pt>
    <dgm:pt modelId="{5E3E4F7F-5F99-49AC-84D2-53ECD3BE241E}" type="pres">
      <dgm:prSet presAssocID="{A20CF75B-8407-471A-B704-16A3C024494B}" presName="spacing" presStyleCnt="0"/>
      <dgm:spPr/>
    </dgm:pt>
    <dgm:pt modelId="{BD2BE1C5-8749-486D-9E51-2284D4DEA40F}" type="pres">
      <dgm:prSet presAssocID="{AF69635B-8F9A-423F-8858-2A5518E08AB0}" presName="composite" presStyleCnt="0"/>
      <dgm:spPr/>
    </dgm:pt>
    <dgm:pt modelId="{D0693FEB-AC02-4DDA-9DCA-2E2504A1B133}" type="pres">
      <dgm:prSet presAssocID="{AF69635B-8F9A-423F-8858-2A5518E08AB0}" presName="imgShp" presStyleLbl="fgImgPlace1" presStyleIdx="2" presStyleCnt="4"/>
      <dgm:spPr/>
    </dgm:pt>
    <dgm:pt modelId="{20B6AA62-DB50-4740-BCF4-CE2F7797002D}" type="pres">
      <dgm:prSet presAssocID="{AF69635B-8F9A-423F-8858-2A5518E08AB0}" presName="txShp" presStyleLbl="node1" presStyleIdx="2" presStyleCnt="4">
        <dgm:presLayoutVars>
          <dgm:bulletEnabled val="1"/>
        </dgm:presLayoutVars>
      </dgm:prSet>
      <dgm:spPr/>
    </dgm:pt>
    <dgm:pt modelId="{F54B4158-617D-4701-A2AB-760FC3074AD3}" type="pres">
      <dgm:prSet presAssocID="{2CD8291A-8610-4F1A-B534-A2261BEE82A8}" presName="spacing" presStyleCnt="0"/>
      <dgm:spPr/>
    </dgm:pt>
    <dgm:pt modelId="{DB9CFB6F-3EE7-4A5F-93A3-2FDF2011D6C0}" type="pres">
      <dgm:prSet presAssocID="{64EBCC63-8C42-4BB2-880D-04D52CA480CC}" presName="composite" presStyleCnt="0"/>
      <dgm:spPr/>
    </dgm:pt>
    <dgm:pt modelId="{97914CE6-8CAA-4BD8-B346-E80FFEFD52C6}" type="pres">
      <dgm:prSet presAssocID="{64EBCC63-8C42-4BB2-880D-04D52CA480CC}" presName="imgShp" presStyleLbl="fgImgPlace1" presStyleIdx="3" presStyleCnt="4"/>
      <dgm:spPr/>
    </dgm:pt>
    <dgm:pt modelId="{EFCDC659-376C-45E7-A9E8-B3042BA4A327}" type="pres">
      <dgm:prSet presAssocID="{64EBCC63-8C42-4BB2-880D-04D52CA480CC}" presName="txShp" presStyleLbl="node1" presStyleIdx="3" presStyleCnt="4">
        <dgm:presLayoutVars>
          <dgm:bulletEnabled val="1"/>
        </dgm:presLayoutVars>
      </dgm:prSet>
      <dgm:spPr/>
    </dgm:pt>
  </dgm:ptLst>
  <dgm:cxnLst>
    <dgm:cxn modelId="{B65B982B-F263-4040-B631-453AE5738850}" type="presOf" srcId="{1FBFE8D6-0DEA-426B-9FB1-08370CA881AF}" destId="{BC9BE8F2-BC36-402D-84BF-4C5780204C37}" srcOrd="0" destOrd="0" presId="urn:microsoft.com/office/officeart/2005/8/layout/vList3"/>
    <dgm:cxn modelId="{CD20C85E-C8A5-4456-B1DE-87417CC46989}" type="presOf" srcId="{59312786-1A39-41E4-8758-C7B16116FD7D}" destId="{1C7F88DD-6544-4349-8BF3-EE9FE1C83A2A}" srcOrd="0" destOrd="0" presId="urn:microsoft.com/office/officeart/2005/8/layout/vList3"/>
    <dgm:cxn modelId="{3E2BFD47-BB6E-42C9-9AC7-B8DDE78B7132}" srcId="{59312786-1A39-41E4-8758-C7B16116FD7D}" destId="{AF69635B-8F9A-423F-8858-2A5518E08AB0}" srcOrd="2" destOrd="0" parTransId="{2B82D5AC-E84A-4CF6-8717-D1BED4EBA580}" sibTransId="{2CD8291A-8610-4F1A-B534-A2261BEE82A8}"/>
    <dgm:cxn modelId="{06285B48-9170-4086-A576-6B767409E9A3}" srcId="{59312786-1A39-41E4-8758-C7B16116FD7D}" destId="{1FBFE8D6-0DEA-426B-9FB1-08370CA881AF}" srcOrd="0" destOrd="0" parTransId="{247455E1-F045-4F6B-8527-DBB19D6692B2}" sibTransId="{5F44D6B0-18C4-4E62-83FD-257AEC86F849}"/>
    <dgm:cxn modelId="{2363A66B-92D7-493F-B205-9983FDA6A20A}" type="presOf" srcId="{57CF5F3D-A60D-4691-A801-DC755F3176E9}" destId="{C0A9C962-42B8-402F-9575-C1083E49B463}" srcOrd="0" destOrd="0" presId="urn:microsoft.com/office/officeart/2005/8/layout/vList3"/>
    <dgm:cxn modelId="{4D3BF485-759E-4329-8DE9-79F7417FB0D8}" type="presOf" srcId="{64EBCC63-8C42-4BB2-880D-04D52CA480CC}" destId="{EFCDC659-376C-45E7-A9E8-B3042BA4A327}" srcOrd="0" destOrd="0" presId="urn:microsoft.com/office/officeart/2005/8/layout/vList3"/>
    <dgm:cxn modelId="{92C68F8A-3AEA-49D6-93FB-AF0F0680DED0}" type="presOf" srcId="{AF69635B-8F9A-423F-8858-2A5518E08AB0}" destId="{20B6AA62-DB50-4740-BCF4-CE2F7797002D}" srcOrd="0" destOrd="0" presId="urn:microsoft.com/office/officeart/2005/8/layout/vList3"/>
    <dgm:cxn modelId="{818D8DAA-5FDF-451C-917C-AC75FAF8A527}" srcId="{59312786-1A39-41E4-8758-C7B16116FD7D}" destId="{64EBCC63-8C42-4BB2-880D-04D52CA480CC}" srcOrd="3" destOrd="0" parTransId="{9149DF81-69B7-4E86-864C-BD61AD5711D0}" sibTransId="{39D62FCA-35CE-45E3-912A-3E5BBA332A20}"/>
    <dgm:cxn modelId="{1888FDAF-97E1-494F-9E32-AA8F56CF851C}" srcId="{59312786-1A39-41E4-8758-C7B16116FD7D}" destId="{57CF5F3D-A60D-4691-A801-DC755F3176E9}" srcOrd="1" destOrd="0" parTransId="{B08D453E-D9A8-4401-A96C-73D574CC18E1}" sibTransId="{A20CF75B-8407-471A-B704-16A3C024494B}"/>
    <dgm:cxn modelId="{F9A25B13-DE10-4814-856C-F01F94BB5BA5}" type="presParOf" srcId="{1C7F88DD-6544-4349-8BF3-EE9FE1C83A2A}" destId="{4E7B206F-FBAE-49D8-A60C-27DCFE213520}" srcOrd="0" destOrd="0" presId="urn:microsoft.com/office/officeart/2005/8/layout/vList3"/>
    <dgm:cxn modelId="{1C7003C1-81D4-47AF-80BB-2C2A0B5609FA}" type="presParOf" srcId="{4E7B206F-FBAE-49D8-A60C-27DCFE213520}" destId="{DDE0CCA7-C114-419E-AFA7-D96D6352AAE9}" srcOrd="0" destOrd="0" presId="urn:microsoft.com/office/officeart/2005/8/layout/vList3"/>
    <dgm:cxn modelId="{844C6073-2E97-4931-AC8E-77595BC8B386}" type="presParOf" srcId="{4E7B206F-FBAE-49D8-A60C-27DCFE213520}" destId="{BC9BE8F2-BC36-402D-84BF-4C5780204C37}" srcOrd="1" destOrd="0" presId="urn:microsoft.com/office/officeart/2005/8/layout/vList3"/>
    <dgm:cxn modelId="{A8316FB0-DF40-433B-8CAB-F40BDF7F5D03}" type="presParOf" srcId="{1C7F88DD-6544-4349-8BF3-EE9FE1C83A2A}" destId="{86F6C7A6-59E1-4BF5-82CA-FFCC20F3241B}" srcOrd="1" destOrd="0" presId="urn:microsoft.com/office/officeart/2005/8/layout/vList3"/>
    <dgm:cxn modelId="{47BFFD6E-7FD0-4461-850C-5E6F29E89540}" type="presParOf" srcId="{1C7F88DD-6544-4349-8BF3-EE9FE1C83A2A}" destId="{02574DAD-56FF-4560-8791-797E505C484D}" srcOrd="2" destOrd="0" presId="urn:microsoft.com/office/officeart/2005/8/layout/vList3"/>
    <dgm:cxn modelId="{70F45032-FB66-4949-AF80-D857F1CFB8CA}" type="presParOf" srcId="{02574DAD-56FF-4560-8791-797E505C484D}" destId="{AF6A4192-B1E2-4525-ACD9-465ED2635331}" srcOrd="0" destOrd="0" presId="urn:microsoft.com/office/officeart/2005/8/layout/vList3"/>
    <dgm:cxn modelId="{60A7DA58-3A3E-4AAA-8BFD-1ECA881DED04}" type="presParOf" srcId="{02574DAD-56FF-4560-8791-797E505C484D}" destId="{C0A9C962-42B8-402F-9575-C1083E49B463}" srcOrd="1" destOrd="0" presId="urn:microsoft.com/office/officeart/2005/8/layout/vList3"/>
    <dgm:cxn modelId="{ABE47D1F-12CA-40E9-8140-2D20A901170F}" type="presParOf" srcId="{1C7F88DD-6544-4349-8BF3-EE9FE1C83A2A}" destId="{5E3E4F7F-5F99-49AC-84D2-53ECD3BE241E}" srcOrd="3" destOrd="0" presId="urn:microsoft.com/office/officeart/2005/8/layout/vList3"/>
    <dgm:cxn modelId="{9273F5B8-9FA1-46AA-AD3E-1ABFB36FA516}" type="presParOf" srcId="{1C7F88DD-6544-4349-8BF3-EE9FE1C83A2A}" destId="{BD2BE1C5-8749-486D-9E51-2284D4DEA40F}" srcOrd="4" destOrd="0" presId="urn:microsoft.com/office/officeart/2005/8/layout/vList3"/>
    <dgm:cxn modelId="{AF8A756F-30FE-42F0-9E9F-5537076545D4}" type="presParOf" srcId="{BD2BE1C5-8749-486D-9E51-2284D4DEA40F}" destId="{D0693FEB-AC02-4DDA-9DCA-2E2504A1B133}" srcOrd="0" destOrd="0" presId="urn:microsoft.com/office/officeart/2005/8/layout/vList3"/>
    <dgm:cxn modelId="{A5D57815-56EC-4EEA-921A-D6D169E9D8B7}" type="presParOf" srcId="{BD2BE1C5-8749-486D-9E51-2284D4DEA40F}" destId="{20B6AA62-DB50-4740-BCF4-CE2F7797002D}" srcOrd="1" destOrd="0" presId="urn:microsoft.com/office/officeart/2005/8/layout/vList3"/>
    <dgm:cxn modelId="{78356ECF-8211-4440-9235-4CBA2E1C2081}" type="presParOf" srcId="{1C7F88DD-6544-4349-8BF3-EE9FE1C83A2A}" destId="{F54B4158-617D-4701-A2AB-760FC3074AD3}" srcOrd="5" destOrd="0" presId="urn:microsoft.com/office/officeart/2005/8/layout/vList3"/>
    <dgm:cxn modelId="{E8CAD019-293C-4D96-8E49-5C8D85FDF342}" type="presParOf" srcId="{1C7F88DD-6544-4349-8BF3-EE9FE1C83A2A}" destId="{DB9CFB6F-3EE7-4A5F-93A3-2FDF2011D6C0}" srcOrd="6" destOrd="0" presId="urn:microsoft.com/office/officeart/2005/8/layout/vList3"/>
    <dgm:cxn modelId="{4B359746-EFFC-43B1-9A23-455BFAE01F89}" type="presParOf" srcId="{DB9CFB6F-3EE7-4A5F-93A3-2FDF2011D6C0}" destId="{97914CE6-8CAA-4BD8-B346-E80FFEFD52C6}" srcOrd="0" destOrd="0" presId="urn:microsoft.com/office/officeart/2005/8/layout/vList3"/>
    <dgm:cxn modelId="{80D65F3E-1FAB-4365-ACFC-98BA1B5FB668}" type="presParOf" srcId="{DB9CFB6F-3EE7-4A5F-93A3-2FDF2011D6C0}" destId="{EFCDC659-376C-45E7-A9E8-B3042BA4A32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9.xml><?xml version="1.0" encoding="utf-8"?>
<dgm:dataModel xmlns:dgm="http://schemas.openxmlformats.org/drawingml/2006/diagram" xmlns:a="http://schemas.openxmlformats.org/drawingml/2006/main">
  <dgm:ptLst>
    <dgm:pt modelId="{D130C712-DD71-433F-AEB9-F2B2B4B1447D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4BD3B7A-10A8-4A66-8950-CC6AF7CBA0A6}">
      <dgm:prSet/>
      <dgm:spPr/>
      <dgm:t>
        <a:bodyPr/>
        <a:lstStyle/>
        <a:p>
          <a:r>
            <a:rPr lang="uk-UA"/>
            <a:t>слобод.</a:t>
          </a:r>
        </a:p>
      </dgm:t>
    </dgm:pt>
    <dgm:pt modelId="{CF57D8E1-4A96-43FB-AE2E-876EB32D410F}" type="parTrans" cxnId="{041918EF-8611-48F1-9D0B-DB92870A5B23}">
      <dgm:prSet/>
      <dgm:spPr/>
      <dgm:t>
        <a:bodyPr/>
        <a:lstStyle/>
        <a:p>
          <a:endParaRPr lang="uk-UA"/>
        </a:p>
      </dgm:t>
    </dgm:pt>
    <dgm:pt modelId="{46A5153C-B242-451E-B4DA-ECF2700E5550}" type="sibTrans" cxnId="{041918EF-8611-48F1-9D0B-DB92870A5B23}">
      <dgm:prSet/>
      <dgm:spPr/>
      <dgm:t>
        <a:bodyPr/>
        <a:lstStyle/>
        <a:p>
          <a:endParaRPr lang="uk-UA"/>
        </a:p>
      </dgm:t>
    </dgm:pt>
    <dgm:pt modelId="{1A8C5E52-52D5-4F49-AA1D-E0E4A1D8D0D6}">
      <dgm:prSet/>
      <dgm:spPr/>
      <dgm:t>
        <a:bodyPr/>
        <a:lstStyle/>
        <a:p>
          <a:r>
            <a:rPr lang="uk-UA"/>
            <a:t>хуторів.</a:t>
          </a:r>
        </a:p>
      </dgm:t>
    </dgm:pt>
    <dgm:pt modelId="{0A94AF3F-30E0-4F5F-80A8-DE7FC25F886F}" type="parTrans" cxnId="{28281B5B-80A2-4C94-BDCF-D9D7B2D66E93}">
      <dgm:prSet/>
      <dgm:spPr/>
      <dgm:t>
        <a:bodyPr/>
        <a:lstStyle/>
        <a:p>
          <a:endParaRPr lang="uk-UA"/>
        </a:p>
      </dgm:t>
    </dgm:pt>
    <dgm:pt modelId="{2B99B3B3-EE91-4AEB-AFB8-D914274C7167}" type="sibTrans" cxnId="{28281B5B-80A2-4C94-BDCF-D9D7B2D66E93}">
      <dgm:prSet/>
      <dgm:spPr/>
      <dgm:t>
        <a:bodyPr/>
        <a:lstStyle/>
        <a:p>
          <a:endParaRPr lang="uk-UA"/>
        </a:p>
      </dgm:t>
    </dgm:pt>
    <dgm:pt modelId="{C37F11EF-776A-4293-A2DD-EE76EC6BE7FD}">
      <dgm:prSet/>
      <dgm:spPr/>
      <dgm:t>
        <a:bodyPr/>
        <a:lstStyle/>
        <a:p>
          <a:r>
            <a:rPr lang="uk-UA" dirty="0"/>
            <a:t>вотчини.</a:t>
          </a:r>
        </a:p>
      </dgm:t>
    </dgm:pt>
    <dgm:pt modelId="{6FA24428-8C1A-4DBA-961D-7D30F87E2EFB}" type="parTrans" cxnId="{ED12C7BF-8102-4D7F-885D-094B7FB2BE71}">
      <dgm:prSet/>
      <dgm:spPr/>
      <dgm:t>
        <a:bodyPr/>
        <a:lstStyle/>
        <a:p>
          <a:endParaRPr lang="uk-UA"/>
        </a:p>
      </dgm:t>
    </dgm:pt>
    <dgm:pt modelId="{961C5E36-EB5C-487C-8EE9-8EB291C54056}" type="sibTrans" cxnId="{ED12C7BF-8102-4D7F-885D-094B7FB2BE71}">
      <dgm:prSet/>
      <dgm:spPr/>
      <dgm:t>
        <a:bodyPr/>
        <a:lstStyle/>
        <a:p>
          <a:endParaRPr lang="uk-UA"/>
        </a:p>
      </dgm:t>
    </dgm:pt>
    <dgm:pt modelId="{A76D52E6-AF49-4633-9054-64E54E0BFB4E}">
      <dgm:prSet/>
      <dgm:spPr/>
      <dgm:t>
        <a:bodyPr/>
        <a:lstStyle/>
        <a:p>
          <a:r>
            <a:rPr lang="uk-UA" dirty="0"/>
            <a:t>фільварків.</a:t>
          </a:r>
        </a:p>
      </dgm:t>
    </dgm:pt>
    <dgm:pt modelId="{D8004B2C-6786-481C-BBD3-9DC14B13D59C}" type="parTrans" cxnId="{D04E35F9-1B74-42B4-B1A2-00B7320260ED}">
      <dgm:prSet/>
      <dgm:spPr/>
      <dgm:t>
        <a:bodyPr/>
        <a:lstStyle/>
        <a:p>
          <a:endParaRPr lang="uk-UA"/>
        </a:p>
      </dgm:t>
    </dgm:pt>
    <dgm:pt modelId="{91257887-BFE6-4884-B5B1-7F455D27DEC9}" type="sibTrans" cxnId="{D04E35F9-1B74-42B4-B1A2-00B7320260ED}">
      <dgm:prSet/>
      <dgm:spPr/>
      <dgm:t>
        <a:bodyPr/>
        <a:lstStyle/>
        <a:p>
          <a:endParaRPr lang="uk-UA"/>
        </a:p>
      </dgm:t>
    </dgm:pt>
    <dgm:pt modelId="{C6AF6024-AB02-4B12-B3F3-C066A290B42A}" type="pres">
      <dgm:prSet presAssocID="{D130C712-DD71-433F-AEB9-F2B2B4B1447D}" presName="matrix" presStyleCnt="0">
        <dgm:presLayoutVars>
          <dgm:chMax val="1"/>
          <dgm:dir/>
          <dgm:resizeHandles val="exact"/>
        </dgm:presLayoutVars>
      </dgm:prSet>
      <dgm:spPr/>
    </dgm:pt>
    <dgm:pt modelId="{7D2DBF63-2BF2-4EDE-9764-AD55A122B4E8}" type="pres">
      <dgm:prSet presAssocID="{D130C712-DD71-433F-AEB9-F2B2B4B1447D}" presName="diamond" presStyleLbl="bgShp" presStyleIdx="0" presStyleCnt="1"/>
      <dgm:spPr/>
    </dgm:pt>
    <dgm:pt modelId="{C4CA88D7-C202-4239-B1B8-BA58157D1309}" type="pres">
      <dgm:prSet presAssocID="{D130C712-DD71-433F-AEB9-F2B2B4B1447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2C73838-A51D-4EE0-A401-707C70771E18}" type="pres">
      <dgm:prSet presAssocID="{D130C712-DD71-433F-AEB9-F2B2B4B1447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43F42E0-727C-4215-BB83-2633CF733FEA}" type="pres">
      <dgm:prSet presAssocID="{D130C712-DD71-433F-AEB9-F2B2B4B1447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AB24111-74F4-4E1C-A2B5-6FA4A1AF11F7}" type="pres">
      <dgm:prSet presAssocID="{D130C712-DD71-433F-AEB9-F2B2B4B1447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A4DCC0B-F997-4D2D-9E0E-4AF844DA8DA7}" type="presOf" srcId="{A76D52E6-AF49-4633-9054-64E54E0BFB4E}" destId="{3AB24111-74F4-4E1C-A2B5-6FA4A1AF11F7}" srcOrd="0" destOrd="0" presId="urn:microsoft.com/office/officeart/2005/8/layout/matrix3"/>
    <dgm:cxn modelId="{28281B5B-80A2-4C94-BDCF-D9D7B2D66E93}" srcId="{D130C712-DD71-433F-AEB9-F2B2B4B1447D}" destId="{1A8C5E52-52D5-4F49-AA1D-E0E4A1D8D0D6}" srcOrd="1" destOrd="0" parTransId="{0A94AF3F-30E0-4F5F-80A8-DE7FC25F886F}" sibTransId="{2B99B3B3-EE91-4AEB-AFB8-D914274C7167}"/>
    <dgm:cxn modelId="{253FA84F-07F4-4335-82A2-FB7459F5F6F7}" type="presOf" srcId="{1A8C5E52-52D5-4F49-AA1D-E0E4A1D8D0D6}" destId="{A2C73838-A51D-4EE0-A401-707C70771E18}" srcOrd="0" destOrd="0" presId="urn:microsoft.com/office/officeart/2005/8/layout/matrix3"/>
    <dgm:cxn modelId="{D5775B85-E423-430B-98C8-1BED3A7A1A12}" type="presOf" srcId="{D130C712-DD71-433F-AEB9-F2B2B4B1447D}" destId="{C6AF6024-AB02-4B12-B3F3-C066A290B42A}" srcOrd="0" destOrd="0" presId="urn:microsoft.com/office/officeart/2005/8/layout/matrix3"/>
    <dgm:cxn modelId="{9A517D85-085F-4D3F-95C3-75C607B20511}" type="presOf" srcId="{C37F11EF-776A-4293-A2DD-EE76EC6BE7FD}" destId="{143F42E0-727C-4215-BB83-2633CF733FEA}" srcOrd="0" destOrd="0" presId="urn:microsoft.com/office/officeart/2005/8/layout/matrix3"/>
    <dgm:cxn modelId="{ED12C7BF-8102-4D7F-885D-094B7FB2BE71}" srcId="{D130C712-DD71-433F-AEB9-F2B2B4B1447D}" destId="{C37F11EF-776A-4293-A2DD-EE76EC6BE7FD}" srcOrd="2" destOrd="0" parTransId="{6FA24428-8C1A-4DBA-961D-7D30F87E2EFB}" sibTransId="{961C5E36-EB5C-487C-8EE9-8EB291C54056}"/>
    <dgm:cxn modelId="{11EAF2C4-CD33-432D-A2ED-0E1B53373E1D}" type="presOf" srcId="{B4BD3B7A-10A8-4A66-8950-CC6AF7CBA0A6}" destId="{C4CA88D7-C202-4239-B1B8-BA58157D1309}" srcOrd="0" destOrd="0" presId="urn:microsoft.com/office/officeart/2005/8/layout/matrix3"/>
    <dgm:cxn modelId="{041918EF-8611-48F1-9D0B-DB92870A5B23}" srcId="{D130C712-DD71-433F-AEB9-F2B2B4B1447D}" destId="{B4BD3B7A-10A8-4A66-8950-CC6AF7CBA0A6}" srcOrd="0" destOrd="0" parTransId="{CF57D8E1-4A96-43FB-AE2E-876EB32D410F}" sibTransId="{46A5153C-B242-451E-B4DA-ECF2700E5550}"/>
    <dgm:cxn modelId="{D04E35F9-1B74-42B4-B1A2-00B7320260ED}" srcId="{D130C712-DD71-433F-AEB9-F2B2B4B1447D}" destId="{A76D52E6-AF49-4633-9054-64E54E0BFB4E}" srcOrd="3" destOrd="0" parTransId="{D8004B2C-6786-481C-BBD3-9DC14B13D59C}" sibTransId="{91257887-BFE6-4884-B5B1-7F455D27DEC9}"/>
    <dgm:cxn modelId="{033E392D-2439-46C4-A0ED-663274E8022F}" type="presParOf" srcId="{C6AF6024-AB02-4B12-B3F3-C066A290B42A}" destId="{7D2DBF63-2BF2-4EDE-9764-AD55A122B4E8}" srcOrd="0" destOrd="0" presId="urn:microsoft.com/office/officeart/2005/8/layout/matrix3"/>
    <dgm:cxn modelId="{93580680-ADB8-4635-AA91-B4DABF0F9E66}" type="presParOf" srcId="{C6AF6024-AB02-4B12-B3F3-C066A290B42A}" destId="{C4CA88D7-C202-4239-B1B8-BA58157D1309}" srcOrd="1" destOrd="0" presId="urn:microsoft.com/office/officeart/2005/8/layout/matrix3"/>
    <dgm:cxn modelId="{742804CC-3099-418C-9BD6-A9A3D3A7D3DF}" type="presParOf" srcId="{C6AF6024-AB02-4B12-B3F3-C066A290B42A}" destId="{A2C73838-A51D-4EE0-A401-707C70771E18}" srcOrd="2" destOrd="0" presId="urn:microsoft.com/office/officeart/2005/8/layout/matrix3"/>
    <dgm:cxn modelId="{4E11763B-D48D-41F7-BF98-58D0841268C9}" type="presParOf" srcId="{C6AF6024-AB02-4B12-B3F3-C066A290B42A}" destId="{143F42E0-727C-4215-BB83-2633CF733FEA}" srcOrd="3" destOrd="0" presId="urn:microsoft.com/office/officeart/2005/8/layout/matrix3"/>
    <dgm:cxn modelId="{F3F15A31-A987-49E5-AF5C-4F476C559E07}" type="presParOf" srcId="{C6AF6024-AB02-4B12-B3F3-C066A290B42A}" destId="{3AB24111-74F4-4E1C-A2B5-6FA4A1AF11F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89321707-8A5A-44BE-8205-A687FCEB1A3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BB21384-33A9-4EA6-B333-BEF56494656F}">
      <dgm:prSet/>
      <dgm:spPr/>
      <dgm:t>
        <a:bodyPr/>
        <a:lstStyle/>
        <a:p>
          <a:r>
            <a:rPr lang="uk-UA" b="0" i="0" dirty="0"/>
            <a:t>Зосередження уваги та сил держави переважно на зовнішній політиці.</a:t>
          </a:r>
          <a:endParaRPr lang="uk-UA" dirty="0"/>
        </a:p>
      </dgm:t>
    </dgm:pt>
    <dgm:pt modelId="{5B74357D-7B1C-4AC0-8B18-375211D4CA86}" type="parTrans" cxnId="{1D9FC8E0-C34A-471F-84E0-AA9AB097B0E4}">
      <dgm:prSet/>
      <dgm:spPr/>
      <dgm:t>
        <a:bodyPr/>
        <a:lstStyle/>
        <a:p>
          <a:endParaRPr lang="uk-UA"/>
        </a:p>
      </dgm:t>
    </dgm:pt>
    <dgm:pt modelId="{E40FB5DB-50C1-4F32-8521-08E55620F2F3}" type="sibTrans" cxnId="{1D9FC8E0-C34A-471F-84E0-AA9AB097B0E4}">
      <dgm:prSet/>
      <dgm:spPr/>
      <dgm:t>
        <a:bodyPr/>
        <a:lstStyle/>
        <a:p>
          <a:endParaRPr lang="uk-UA"/>
        </a:p>
      </dgm:t>
    </dgm:pt>
    <dgm:pt modelId="{97138D3F-18DD-40B3-A637-5CD3C45FE79E}">
      <dgm:prSet/>
      <dgm:spPr/>
      <dgm:t>
        <a:bodyPr/>
        <a:lstStyle/>
        <a:p>
          <a:r>
            <a:rPr lang="uk-UA" b="0" i="0" dirty="0"/>
            <a:t>Вихід держави на міжнародну арену та початок її дипломатичної діяльності.</a:t>
          </a:r>
          <a:endParaRPr lang="uk-UA" dirty="0"/>
        </a:p>
      </dgm:t>
    </dgm:pt>
    <dgm:pt modelId="{B191C0C8-79AF-4432-B1A8-95DE3608DB03}" type="parTrans" cxnId="{41786B6F-892C-4EBC-9500-7221FBA148DF}">
      <dgm:prSet/>
      <dgm:spPr/>
      <dgm:t>
        <a:bodyPr/>
        <a:lstStyle/>
        <a:p>
          <a:endParaRPr lang="uk-UA"/>
        </a:p>
      </dgm:t>
    </dgm:pt>
    <dgm:pt modelId="{E593E5C2-B682-4950-AFA8-CC0CC6602BA9}" type="sibTrans" cxnId="{41786B6F-892C-4EBC-9500-7221FBA148DF}">
      <dgm:prSet/>
      <dgm:spPr/>
      <dgm:t>
        <a:bodyPr/>
        <a:lstStyle/>
        <a:p>
          <a:endParaRPr lang="uk-UA"/>
        </a:p>
      </dgm:t>
    </dgm:pt>
    <dgm:pt modelId="{576F1697-5F81-42D4-89D8-1316F1DACD7D}">
      <dgm:prSet/>
      <dgm:spPr/>
      <dgm:t>
        <a:bodyPr/>
        <a:lstStyle/>
        <a:p>
          <a:r>
            <a:rPr lang="uk-UA" b="0" i="0" dirty="0"/>
            <a:t>Перенесення уваги влади із проблеми завоювання земель на їх освоєння та утримання.</a:t>
          </a:r>
          <a:endParaRPr lang="uk-UA" dirty="0"/>
        </a:p>
      </dgm:t>
    </dgm:pt>
    <dgm:pt modelId="{27927653-B0F4-44A6-A787-9412DF5175AF}" type="parTrans" cxnId="{4AEA024D-653A-4C1A-AB22-DB68F3200E30}">
      <dgm:prSet/>
      <dgm:spPr/>
      <dgm:t>
        <a:bodyPr/>
        <a:lstStyle/>
        <a:p>
          <a:endParaRPr lang="uk-UA"/>
        </a:p>
      </dgm:t>
    </dgm:pt>
    <dgm:pt modelId="{74838F4E-4B4B-40B1-9CBC-E2EBE1E72EB4}" type="sibTrans" cxnId="{4AEA024D-653A-4C1A-AB22-DB68F3200E30}">
      <dgm:prSet/>
      <dgm:spPr/>
      <dgm:t>
        <a:bodyPr/>
        <a:lstStyle/>
        <a:p>
          <a:endParaRPr lang="uk-UA"/>
        </a:p>
      </dgm:t>
    </dgm:pt>
    <dgm:pt modelId="{DC827989-C461-47F7-89EB-744B7086CFB0}" type="pres">
      <dgm:prSet presAssocID="{89321707-8A5A-44BE-8205-A687FCEB1A3D}" presName="linear" presStyleCnt="0">
        <dgm:presLayoutVars>
          <dgm:animLvl val="lvl"/>
          <dgm:resizeHandles val="exact"/>
        </dgm:presLayoutVars>
      </dgm:prSet>
      <dgm:spPr/>
    </dgm:pt>
    <dgm:pt modelId="{1D7623F1-DA72-4941-82F1-65A93F801FF9}" type="pres">
      <dgm:prSet presAssocID="{4BB21384-33A9-4EA6-B333-BEF56494656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FBF9E67-E60E-4E91-BBBE-9AACF80A9A6A}" type="pres">
      <dgm:prSet presAssocID="{E40FB5DB-50C1-4F32-8521-08E55620F2F3}" presName="spacer" presStyleCnt="0"/>
      <dgm:spPr/>
    </dgm:pt>
    <dgm:pt modelId="{5DF99B2B-FDCB-42BA-A89C-E0C6B179FB00}" type="pres">
      <dgm:prSet presAssocID="{97138D3F-18DD-40B3-A637-5CD3C45FE79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ADFCE3F-4867-437A-ACBA-A845CA3DB3C7}" type="pres">
      <dgm:prSet presAssocID="{E593E5C2-B682-4950-AFA8-CC0CC6602BA9}" presName="spacer" presStyleCnt="0"/>
      <dgm:spPr/>
    </dgm:pt>
    <dgm:pt modelId="{373F6D6E-11ED-40B3-8B40-DFD8D34A44D2}" type="pres">
      <dgm:prSet presAssocID="{576F1697-5F81-42D4-89D8-1316F1DACD7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BF74D08-B466-42D3-A91D-18D9152A5DC6}" type="presOf" srcId="{89321707-8A5A-44BE-8205-A687FCEB1A3D}" destId="{DC827989-C461-47F7-89EB-744B7086CFB0}" srcOrd="0" destOrd="0" presId="urn:microsoft.com/office/officeart/2005/8/layout/vList2"/>
    <dgm:cxn modelId="{840E730B-C52C-4D81-841F-44F0B4AB67FE}" type="presOf" srcId="{97138D3F-18DD-40B3-A637-5CD3C45FE79E}" destId="{5DF99B2B-FDCB-42BA-A89C-E0C6B179FB00}" srcOrd="0" destOrd="0" presId="urn:microsoft.com/office/officeart/2005/8/layout/vList2"/>
    <dgm:cxn modelId="{4AEA024D-653A-4C1A-AB22-DB68F3200E30}" srcId="{89321707-8A5A-44BE-8205-A687FCEB1A3D}" destId="{576F1697-5F81-42D4-89D8-1316F1DACD7D}" srcOrd="2" destOrd="0" parTransId="{27927653-B0F4-44A6-A787-9412DF5175AF}" sibTransId="{74838F4E-4B4B-40B1-9CBC-E2EBE1E72EB4}"/>
    <dgm:cxn modelId="{41786B6F-892C-4EBC-9500-7221FBA148DF}" srcId="{89321707-8A5A-44BE-8205-A687FCEB1A3D}" destId="{97138D3F-18DD-40B3-A637-5CD3C45FE79E}" srcOrd="1" destOrd="0" parTransId="{B191C0C8-79AF-4432-B1A8-95DE3608DB03}" sibTransId="{E593E5C2-B682-4950-AFA8-CC0CC6602BA9}"/>
    <dgm:cxn modelId="{F911B8A6-FB14-433F-8FF6-474D63F17B5B}" type="presOf" srcId="{576F1697-5F81-42D4-89D8-1316F1DACD7D}" destId="{373F6D6E-11ED-40B3-8B40-DFD8D34A44D2}" srcOrd="0" destOrd="0" presId="urn:microsoft.com/office/officeart/2005/8/layout/vList2"/>
    <dgm:cxn modelId="{A7E0ACAF-3F05-4F5A-8C90-ECA50E9C71BC}" type="presOf" srcId="{4BB21384-33A9-4EA6-B333-BEF56494656F}" destId="{1D7623F1-DA72-4941-82F1-65A93F801FF9}" srcOrd="0" destOrd="0" presId="urn:microsoft.com/office/officeart/2005/8/layout/vList2"/>
    <dgm:cxn modelId="{1D9FC8E0-C34A-471F-84E0-AA9AB097B0E4}" srcId="{89321707-8A5A-44BE-8205-A687FCEB1A3D}" destId="{4BB21384-33A9-4EA6-B333-BEF56494656F}" srcOrd="0" destOrd="0" parTransId="{5B74357D-7B1C-4AC0-8B18-375211D4CA86}" sibTransId="{E40FB5DB-50C1-4F32-8521-08E55620F2F3}"/>
    <dgm:cxn modelId="{667BB3A7-BAD8-45D4-B562-EFCD2573ADEF}" type="presParOf" srcId="{DC827989-C461-47F7-89EB-744B7086CFB0}" destId="{1D7623F1-DA72-4941-82F1-65A93F801FF9}" srcOrd="0" destOrd="0" presId="urn:microsoft.com/office/officeart/2005/8/layout/vList2"/>
    <dgm:cxn modelId="{96ED7E34-CF08-4A4A-A3DC-EB823406E7AD}" type="presParOf" srcId="{DC827989-C461-47F7-89EB-744B7086CFB0}" destId="{AFBF9E67-E60E-4E91-BBBE-9AACF80A9A6A}" srcOrd="1" destOrd="0" presId="urn:microsoft.com/office/officeart/2005/8/layout/vList2"/>
    <dgm:cxn modelId="{781C0E29-3240-4961-A159-840B3B1649F5}" type="presParOf" srcId="{DC827989-C461-47F7-89EB-744B7086CFB0}" destId="{5DF99B2B-FDCB-42BA-A89C-E0C6B179FB00}" srcOrd="2" destOrd="0" presId="urn:microsoft.com/office/officeart/2005/8/layout/vList2"/>
    <dgm:cxn modelId="{6D39F490-3C69-4601-885F-2B5C6697D599}" type="presParOf" srcId="{DC827989-C461-47F7-89EB-744B7086CFB0}" destId="{DADFCE3F-4867-437A-ACBA-A845CA3DB3C7}" srcOrd="3" destOrd="0" presId="urn:microsoft.com/office/officeart/2005/8/layout/vList2"/>
    <dgm:cxn modelId="{44D558A5-26CA-4F55-A9C3-B8A8D5E6C40F}" type="presParOf" srcId="{DC827989-C461-47F7-89EB-744B7086CFB0}" destId="{373F6D6E-11ED-40B3-8B40-DFD8D34A44D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1.xml><?xml version="1.0" encoding="utf-8"?>
<dgm:dataModel xmlns:dgm="http://schemas.openxmlformats.org/drawingml/2006/diagram" xmlns:a="http://schemas.openxmlformats.org/drawingml/2006/main">
  <dgm:ptLst>
    <dgm:pt modelId="{94DFEA1E-2729-4178-AD03-2C1ADC8F5E1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9FBCCC1-78B5-42BE-8ADF-512DFEB3BEDA}">
      <dgm:prSet/>
      <dgm:spPr/>
      <dgm:t>
        <a:bodyPr/>
        <a:lstStyle/>
        <a:p>
          <a:r>
            <a:rPr lang="uk-UA" dirty="0" err="1"/>
            <a:t>Неконсолідованість</a:t>
          </a:r>
          <a:r>
            <a:rPr lang="uk-UA" dirty="0"/>
            <a:t> влади, постійний місцевий племінний сепаратизм.</a:t>
          </a:r>
        </a:p>
      </dgm:t>
    </dgm:pt>
    <dgm:pt modelId="{8A645E1B-7CCB-469D-8BAB-89E98324F4BB}" type="parTrans" cxnId="{1FA9E6CC-13EF-446F-8C89-8AAC0C15F90F}">
      <dgm:prSet/>
      <dgm:spPr/>
      <dgm:t>
        <a:bodyPr/>
        <a:lstStyle/>
        <a:p>
          <a:endParaRPr lang="uk-UA"/>
        </a:p>
      </dgm:t>
    </dgm:pt>
    <dgm:pt modelId="{4FFC0B9D-12F9-47C2-9AB8-F733AA19D4E6}" type="sibTrans" cxnId="{1FA9E6CC-13EF-446F-8C89-8AAC0C15F90F}">
      <dgm:prSet/>
      <dgm:spPr/>
      <dgm:t>
        <a:bodyPr/>
        <a:lstStyle/>
        <a:p>
          <a:endParaRPr lang="uk-UA"/>
        </a:p>
      </dgm:t>
    </dgm:pt>
    <dgm:pt modelId="{95A730CF-48DF-44FC-BD88-90E09D063750}">
      <dgm:prSet/>
      <dgm:spPr/>
      <dgm:t>
        <a:bodyPr/>
        <a:lstStyle/>
        <a:p>
          <a:r>
            <a:rPr lang="uk-UA" dirty="0"/>
            <a:t>Запровадження та поширення державної консолідуючої релігії.</a:t>
          </a:r>
        </a:p>
      </dgm:t>
    </dgm:pt>
    <dgm:pt modelId="{5F8F34DA-523A-447C-968D-867CAB88079D}" type="parTrans" cxnId="{5580DA2F-487A-49A2-9411-120AA16526EE}">
      <dgm:prSet/>
      <dgm:spPr/>
      <dgm:t>
        <a:bodyPr/>
        <a:lstStyle/>
        <a:p>
          <a:endParaRPr lang="uk-UA"/>
        </a:p>
      </dgm:t>
    </dgm:pt>
    <dgm:pt modelId="{E11C0D29-0880-4B32-A7E8-6CC2EA73EEBC}" type="sibTrans" cxnId="{5580DA2F-487A-49A2-9411-120AA16526EE}">
      <dgm:prSet/>
      <dgm:spPr/>
      <dgm:t>
        <a:bodyPr/>
        <a:lstStyle/>
        <a:p>
          <a:endParaRPr lang="uk-UA"/>
        </a:p>
      </dgm:t>
    </dgm:pt>
    <dgm:pt modelId="{B7826B48-BD67-4785-AC83-4FB4D2D640AC}">
      <dgm:prSet/>
      <dgm:spPr/>
      <dgm:t>
        <a:bodyPr/>
        <a:lstStyle/>
        <a:p>
          <a:r>
            <a:rPr lang="uk-UA" dirty="0"/>
            <a:t>Поява писаного кодифікованого права.</a:t>
          </a:r>
        </a:p>
      </dgm:t>
    </dgm:pt>
    <dgm:pt modelId="{BCAB2C51-AF6B-412E-A024-E426F90EBFFB}" type="parTrans" cxnId="{0C6C14B9-A318-4114-B6F7-47AC7C1F639A}">
      <dgm:prSet/>
      <dgm:spPr/>
      <dgm:t>
        <a:bodyPr/>
        <a:lstStyle/>
        <a:p>
          <a:endParaRPr lang="uk-UA"/>
        </a:p>
      </dgm:t>
    </dgm:pt>
    <dgm:pt modelId="{E9377D9F-3F17-4878-B6AE-5FF922981CBC}" type="sibTrans" cxnId="{0C6C14B9-A318-4114-B6F7-47AC7C1F639A}">
      <dgm:prSet/>
      <dgm:spPr/>
      <dgm:t>
        <a:bodyPr/>
        <a:lstStyle/>
        <a:p>
          <a:endParaRPr lang="uk-UA"/>
        </a:p>
      </dgm:t>
    </dgm:pt>
    <dgm:pt modelId="{398663D9-DF53-4569-8AA9-D5CBF9D6E51F}" type="pres">
      <dgm:prSet presAssocID="{94DFEA1E-2729-4178-AD03-2C1ADC8F5E11}" presName="linear" presStyleCnt="0">
        <dgm:presLayoutVars>
          <dgm:animLvl val="lvl"/>
          <dgm:resizeHandles val="exact"/>
        </dgm:presLayoutVars>
      </dgm:prSet>
      <dgm:spPr/>
    </dgm:pt>
    <dgm:pt modelId="{6FD63F31-1D21-4FBE-9278-CC94519A3D8C}" type="pres">
      <dgm:prSet presAssocID="{19FBCCC1-78B5-42BE-8ADF-512DFEB3BED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7828803-7430-4BAB-A87E-018F35882134}" type="pres">
      <dgm:prSet presAssocID="{4FFC0B9D-12F9-47C2-9AB8-F733AA19D4E6}" presName="spacer" presStyleCnt="0"/>
      <dgm:spPr/>
    </dgm:pt>
    <dgm:pt modelId="{21BEBDC1-6888-4D29-80F5-88EE6B2A5E82}" type="pres">
      <dgm:prSet presAssocID="{95A730CF-48DF-44FC-BD88-90E09D06375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FCEE36B-A7AA-4DB0-BEEE-01641BB555C1}" type="pres">
      <dgm:prSet presAssocID="{E11C0D29-0880-4B32-A7E8-6CC2EA73EEBC}" presName="spacer" presStyleCnt="0"/>
      <dgm:spPr/>
    </dgm:pt>
    <dgm:pt modelId="{7E04ABFE-D7FC-4D17-9050-511C34B4D6ED}" type="pres">
      <dgm:prSet presAssocID="{B7826B48-BD67-4785-AC83-4FB4D2D640A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580DA2F-487A-49A2-9411-120AA16526EE}" srcId="{94DFEA1E-2729-4178-AD03-2C1ADC8F5E11}" destId="{95A730CF-48DF-44FC-BD88-90E09D063750}" srcOrd="1" destOrd="0" parTransId="{5F8F34DA-523A-447C-968D-867CAB88079D}" sibTransId="{E11C0D29-0880-4B32-A7E8-6CC2EA73EEBC}"/>
    <dgm:cxn modelId="{F0065773-C7EA-4218-8BAD-CD7567CFA063}" type="presOf" srcId="{B7826B48-BD67-4785-AC83-4FB4D2D640AC}" destId="{7E04ABFE-D7FC-4D17-9050-511C34B4D6ED}" srcOrd="0" destOrd="0" presId="urn:microsoft.com/office/officeart/2005/8/layout/vList2"/>
    <dgm:cxn modelId="{6756E09C-587D-4158-9BE7-FC3B72372E3E}" type="presOf" srcId="{19FBCCC1-78B5-42BE-8ADF-512DFEB3BEDA}" destId="{6FD63F31-1D21-4FBE-9278-CC94519A3D8C}" srcOrd="0" destOrd="0" presId="urn:microsoft.com/office/officeart/2005/8/layout/vList2"/>
    <dgm:cxn modelId="{46E075A6-7EAC-45F5-B4BC-E09ADFEB8A25}" type="presOf" srcId="{95A730CF-48DF-44FC-BD88-90E09D063750}" destId="{21BEBDC1-6888-4D29-80F5-88EE6B2A5E82}" srcOrd="0" destOrd="0" presId="urn:microsoft.com/office/officeart/2005/8/layout/vList2"/>
    <dgm:cxn modelId="{0C6C14B9-A318-4114-B6F7-47AC7C1F639A}" srcId="{94DFEA1E-2729-4178-AD03-2C1ADC8F5E11}" destId="{B7826B48-BD67-4785-AC83-4FB4D2D640AC}" srcOrd="2" destOrd="0" parTransId="{BCAB2C51-AF6B-412E-A024-E426F90EBFFB}" sibTransId="{E9377D9F-3F17-4878-B6AE-5FF922981CBC}"/>
    <dgm:cxn modelId="{1FA9E6CC-13EF-446F-8C89-8AAC0C15F90F}" srcId="{94DFEA1E-2729-4178-AD03-2C1ADC8F5E11}" destId="{19FBCCC1-78B5-42BE-8ADF-512DFEB3BEDA}" srcOrd="0" destOrd="0" parTransId="{8A645E1B-7CCB-469D-8BAB-89E98324F4BB}" sibTransId="{4FFC0B9D-12F9-47C2-9AB8-F733AA19D4E6}"/>
    <dgm:cxn modelId="{85897AFE-8DE3-4384-819C-585AB1C958BD}" type="presOf" srcId="{94DFEA1E-2729-4178-AD03-2C1ADC8F5E11}" destId="{398663D9-DF53-4569-8AA9-D5CBF9D6E51F}" srcOrd="0" destOrd="0" presId="urn:microsoft.com/office/officeart/2005/8/layout/vList2"/>
    <dgm:cxn modelId="{46C4B946-3A6D-490D-A26A-BC964A84787D}" type="presParOf" srcId="{398663D9-DF53-4569-8AA9-D5CBF9D6E51F}" destId="{6FD63F31-1D21-4FBE-9278-CC94519A3D8C}" srcOrd="0" destOrd="0" presId="urn:microsoft.com/office/officeart/2005/8/layout/vList2"/>
    <dgm:cxn modelId="{A885588B-855B-4D5A-BCA4-2970BE9F0D8A}" type="presParOf" srcId="{398663D9-DF53-4569-8AA9-D5CBF9D6E51F}" destId="{47828803-7430-4BAB-A87E-018F35882134}" srcOrd="1" destOrd="0" presId="urn:microsoft.com/office/officeart/2005/8/layout/vList2"/>
    <dgm:cxn modelId="{664C1F60-66E9-44D9-B1F4-48518E9F41B2}" type="presParOf" srcId="{398663D9-DF53-4569-8AA9-D5CBF9D6E51F}" destId="{21BEBDC1-6888-4D29-80F5-88EE6B2A5E82}" srcOrd="2" destOrd="0" presId="urn:microsoft.com/office/officeart/2005/8/layout/vList2"/>
    <dgm:cxn modelId="{4A070790-5F26-4BB6-98BC-09F78E5588DF}" type="presParOf" srcId="{398663D9-DF53-4569-8AA9-D5CBF9D6E51F}" destId="{9FCEE36B-A7AA-4DB0-BEEE-01641BB555C1}" srcOrd="3" destOrd="0" presId="urn:microsoft.com/office/officeart/2005/8/layout/vList2"/>
    <dgm:cxn modelId="{7E6D27C7-192D-42DB-9DC1-E2A815698F76}" type="presParOf" srcId="{398663D9-DF53-4569-8AA9-D5CBF9D6E51F}" destId="{7E04ABFE-D7FC-4D17-9050-511C34B4D6E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2.xml><?xml version="1.0" encoding="utf-8"?>
<dgm:dataModel xmlns:dgm="http://schemas.openxmlformats.org/drawingml/2006/diagram" xmlns:a="http://schemas.openxmlformats.org/drawingml/2006/main">
  <dgm:ptLst>
    <dgm:pt modelId="{165BB22F-39CB-4A1F-925F-C935B43EDBC0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D12BBF4-EF50-4E90-8CEC-379EC818FB21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полюддя</a:t>
          </a:r>
          <a:r>
            <a:rPr lang="ru-RU" b="0" i="0" dirty="0"/>
            <a:t>»</a:t>
          </a:r>
          <a:endParaRPr lang="uk-UA" dirty="0"/>
        </a:p>
      </dgm:t>
    </dgm:pt>
    <dgm:pt modelId="{DD36A215-BF33-4283-8377-8FAB513D4A1C}" type="parTrans" cxnId="{A3D352CF-5804-442D-9A64-201D72168255}">
      <dgm:prSet/>
      <dgm:spPr/>
      <dgm:t>
        <a:bodyPr/>
        <a:lstStyle/>
        <a:p>
          <a:endParaRPr lang="uk-UA"/>
        </a:p>
      </dgm:t>
    </dgm:pt>
    <dgm:pt modelId="{34AFEB49-833F-4331-A9FA-636C8A526F68}" type="sibTrans" cxnId="{A3D352CF-5804-442D-9A64-201D72168255}">
      <dgm:prSet/>
      <dgm:spPr/>
      <dgm:t>
        <a:bodyPr/>
        <a:lstStyle/>
        <a:p>
          <a:endParaRPr lang="uk-UA"/>
        </a:p>
      </dgm:t>
    </dgm:pt>
    <dgm:pt modelId="{71A566B7-47FC-4F02-A3A8-9849784F3725}">
      <dgm:prSet/>
      <dgm:spPr/>
      <dgm:t>
        <a:bodyPr/>
        <a:lstStyle/>
        <a:p>
          <a:r>
            <a:rPr lang="ru-RU" b="0" i="0"/>
            <a:t>«язичництво»</a:t>
          </a:r>
          <a:endParaRPr lang="uk-UA"/>
        </a:p>
      </dgm:t>
    </dgm:pt>
    <dgm:pt modelId="{2BF91086-7489-4454-9393-7B49A88072F8}" type="parTrans" cxnId="{50C8F2FD-CE79-4D27-9E54-49F706479D3C}">
      <dgm:prSet/>
      <dgm:spPr/>
      <dgm:t>
        <a:bodyPr/>
        <a:lstStyle/>
        <a:p>
          <a:endParaRPr lang="uk-UA"/>
        </a:p>
      </dgm:t>
    </dgm:pt>
    <dgm:pt modelId="{2027F7A3-FC52-498E-9602-D0B73A37B6E1}" type="sibTrans" cxnId="{50C8F2FD-CE79-4D27-9E54-49F706479D3C}">
      <dgm:prSet/>
      <dgm:spPr/>
      <dgm:t>
        <a:bodyPr/>
        <a:lstStyle/>
        <a:p>
          <a:endParaRPr lang="uk-UA"/>
        </a:p>
      </dgm:t>
    </dgm:pt>
    <dgm:pt modelId="{1F504FC3-2BC3-4B34-A27B-437D5B7AA776}">
      <dgm:prSet/>
      <dgm:spPr/>
      <dgm:t>
        <a:bodyPr/>
        <a:lstStyle/>
        <a:p>
          <a:r>
            <a:rPr lang="ru-RU" b="0" i="0"/>
            <a:t>«шлюбна дипломатія»</a:t>
          </a:r>
          <a:endParaRPr lang="uk-UA"/>
        </a:p>
      </dgm:t>
    </dgm:pt>
    <dgm:pt modelId="{C9CE6C2C-CDE0-4400-8303-42301156CE31}" type="parTrans" cxnId="{9CA06ABA-E86C-4CFB-9379-82ABB8636F9C}">
      <dgm:prSet/>
      <dgm:spPr/>
      <dgm:t>
        <a:bodyPr/>
        <a:lstStyle/>
        <a:p>
          <a:endParaRPr lang="uk-UA"/>
        </a:p>
      </dgm:t>
    </dgm:pt>
    <dgm:pt modelId="{BE3C137D-DCEC-4AB1-B988-366C6B694FB9}" type="sibTrans" cxnId="{9CA06ABA-E86C-4CFB-9379-82ABB8636F9C}">
      <dgm:prSet/>
      <dgm:spPr/>
      <dgm:t>
        <a:bodyPr/>
        <a:lstStyle/>
        <a:p>
          <a:endParaRPr lang="uk-UA"/>
        </a:p>
      </dgm:t>
    </dgm:pt>
    <dgm:pt modelId="{B124C659-7019-4CFA-B98D-F5EA1111FE46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племінний</a:t>
          </a:r>
          <a:r>
            <a:rPr lang="ru-RU" b="0" i="0" dirty="0"/>
            <a:t> союз»</a:t>
          </a:r>
          <a:endParaRPr lang="uk-UA" dirty="0"/>
        </a:p>
      </dgm:t>
    </dgm:pt>
    <dgm:pt modelId="{F39C3120-4C04-406B-98A3-7F7FA9ECBF7F}" type="parTrans" cxnId="{E04EFB05-8EA1-40C3-A83B-3C685C146184}">
      <dgm:prSet/>
      <dgm:spPr/>
      <dgm:t>
        <a:bodyPr/>
        <a:lstStyle/>
        <a:p>
          <a:endParaRPr lang="uk-UA"/>
        </a:p>
      </dgm:t>
    </dgm:pt>
    <dgm:pt modelId="{360B1E97-712B-4CC2-A7EE-9A8B8979005F}" type="sibTrans" cxnId="{E04EFB05-8EA1-40C3-A83B-3C685C146184}">
      <dgm:prSet/>
      <dgm:spPr/>
      <dgm:t>
        <a:bodyPr/>
        <a:lstStyle/>
        <a:p>
          <a:endParaRPr lang="uk-UA"/>
        </a:p>
      </dgm:t>
    </dgm:pt>
    <dgm:pt modelId="{C79D14FF-7CCF-4DDE-8340-B07417DF7ACF}" type="pres">
      <dgm:prSet presAssocID="{165BB22F-39CB-4A1F-925F-C935B43EDBC0}" presName="matrix" presStyleCnt="0">
        <dgm:presLayoutVars>
          <dgm:chMax val="1"/>
          <dgm:dir/>
          <dgm:resizeHandles val="exact"/>
        </dgm:presLayoutVars>
      </dgm:prSet>
      <dgm:spPr/>
    </dgm:pt>
    <dgm:pt modelId="{50320FF9-69F0-40BC-95CE-86784F78E09A}" type="pres">
      <dgm:prSet presAssocID="{165BB22F-39CB-4A1F-925F-C935B43EDBC0}" presName="diamond" presStyleLbl="bgShp" presStyleIdx="0" presStyleCnt="1"/>
      <dgm:spPr/>
    </dgm:pt>
    <dgm:pt modelId="{23679A16-F2A1-47FC-A76E-AC12B1F04D6F}" type="pres">
      <dgm:prSet presAssocID="{165BB22F-39CB-4A1F-925F-C935B43EDBC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3C704E8-8F37-4108-8F84-979381B43DE2}" type="pres">
      <dgm:prSet presAssocID="{165BB22F-39CB-4A1F-925F-C935B43EDBC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ED53AF8-C510-4E3D-9114-E6A11A341A3C}" type="pres">
      <dgm:prSet presAssocID="{165BB22F-39CB-4A1F-925F-C935B43EDBC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3A526E2-22CB-4C32-A32D-ABD29C0A778C}" type="pres">
      <dgm:prSet presAssocID="{165BB22F-39CB-4A1F-925F-C935B43EDBC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04EFB05-8EA1-40C3-A83B-3C685C146184}" srcId="{165BB22F-39CB-4A1F-925F-C935B43EDBC0}" destId="{B124C659-7019-4CFA-B98D-F5EA1111FE46}" srcOrd="3" destOrd="0" parTransId="{F39C3120-4C04-406B-98A3-7F7FA9ECBF7F}" sibTransId="{360B1E97-712B-4CC2-A7EE-9A8B8979005F}"/>
    <dgm:cxn modelId="{95F6FE22-A0AE-4CB1-9920-744F61D2F0DD}" type="presOf" srcId="{FD12BBF4-EF50-4E90-8CEC-379EC818FB21}" destId="{23679A16-F2A1-47FC-A76E-AC12B1F04D6F}" srcOrd="0" destOrd="0" presId="urn:microsoft.com/office/officeart/2005/8/layout/matrix3"/>
    <dgm:cxn modelId="{13392E97-3B36-4F54-973E-AF73DEA6ABBE}" type="presOf" srcId="{165BB22F-39CB-4A1F-925F-C935B43EDBC0}" destId="{C79D14FF-7CCF-4DDE-8340-B07417DF7ACF}" srcOrd="0" destOrd="0" presId="urn:microsoft.com/office/officeart/2005/8/layout/matrix3"/>
    <dgm:cxn modelId="{9CA06ABA-E86C-4CFB-9379-82ABB8636F9C}" srcId="{165BB22F-39CB-4A1F-925F-C935B43EDBC0}" destId="{1F504FC3-2BC3-4B34-A27B-437D5B7AA776}" srcOrd="2" destOrd="0" parTransId="{C9CE6C2C-CDE0-4400-8303-42301156CE31}" sibTransId="{BE3C137D-DCEC-4AB1-B988-366C6B694FB9}"/>
    <dgm:cxn modelId="{BD9C2DC0-D391-47AF-9488-804F0EFB4F3D}" type="presOf" srcId="{71A566B7-47FC-4F02-A3A8-9849784F3725}" destId="{F3C704E8-8F37-4108-8F84-979381B43DE2}" srcOrd="0" destOrd="0" presId="urn:microsoft.com/office/officeart/2005/8/layout/matrix3"/>
    <dgm:cxn modelId="{A3D352CF-5804-442D-9A64-201D72168255}" srcId="{165BB22F-39CB-4A1F-925F-C935B43EDBC0}" destId="{FD12BBF4-EF50-4E90-8CEC-379EC818FB21}" srcOrd="0" destOrd="0" parTransId="{DD36A215-BF33-4283-8377-8FAB513D4A1C}" sibTransId="{34AFEB49-833F-4331-A9FA-636C8A526F68}"/>
    <dgm:cxn modelId="{EE79D7EA-A016-487D-B601-304594A69866}" type="presOf" srcId="{1F504FC3-2BC3-4B34-A27B-437D5B7AA776}" destId="{7ED53AF8-C510-4E3D-9114-E6A11A341A3C}" srcOrd="0" destOrd="0" presId="urn:microsoft.com/office/officeart/2005/8/layout/matrix3"/>
    <dgm:cxn modelId="{BFCA36EB-65D9-425F-B8AF-A83E5C4304E6}" type="presOf" srcId="{B124C659-7019-4CFA-B98D-F5EA1111FE46}" destId="{83A526E2-22CB-4C32-A32D-ABD29C0A778C}" srcOrd="0" destOrd="0" presId="urn:microsoft.com/office/officeart/2005/8/layout/matrix3"/>
    <dgm:cxn modelId="{50C8F2FD-CE79-4D27-9E54-49F706479D3C}" srcId="{165BB22F-39CB-4A1F-925F-C935B43EDBC0}" destId="{71A566B7-47FC-4F02-A3A8-9849784F3725}" srcOrd="1" destOrd="0" parTransId="{2BF91086-7489-4454-9393-7B49A88072F8}" sibTransId="{2027F7A3-FC52-498E-9602-D0B73A37B6E1}"/>
    <dgm:cxn modelId="{852D83B9-B5C2-4FEE-8037-670F57A5E2C1}" type="presParOf" srcId="{C79D14FF-7CCF-4DDE-8340-B07417DF7ACF}" destId="{50320FF9-69F0-40BC-95CE-86784F78E09A}" srcOrd="0" destOrd="0" presId="urn:microsoft.com/office/officeart/2005/8/layout/matrix3"/>
    <dgm:cxn modelId="{D6006EF0-0CF4-4FA5-9249-2A2356B2C520}" type="presParOf" srcId="{C79D14FF-7CCF-4DDE-8340-B07417DF7ACF}" destId="{23679A16-F2A1-47FC-A76E-AC12B1F04D6F}" srcOrd="1" destOrd="0" presId="urn:microsoft.com/office/officeart/2005/8/layout/matrix3"/>
    <dgm:cxn modelId="{8094DA3C-E9FE-4292-901F-6E2AEB1D2A35}" type="presParOf" srcId="{C79D14FF-7CCF-4DDE-8340-B07417DF7ACF}" destId="{F3C704E8-8F37-4108-8F84-979381B43DE2}" srcOrd="2" destOrd="0" presId="urn:microsoft.com/office/officeart/2005/8/layout/matrix3"/>
    <dgm:cxn modelId="{BA249E19-DDBF-4EE8-95D6-9455A01C47E8}" type="presParOf" srcId="{C79D14FF-7CCF-4DDE-8340-B07417DF7ACF}" destId="{7ED53AF8-C510-4E3D-9114-E6A11A341A3C}" srcOrd="3" destOrd="0" presId="urn:microsoft.com/office/officeart/2005/8/layout/matrix3"/>
    <dgm:cxn modelId="{277A7545-B336-4C23-95FB-B5A68C91160E}" type="presParOf" srcId="{C79D14FF-7CCF-4DDE-8340-B07417DF7ACF}" destId="{83A526E2-22CB-4C32-A32D-ABD29C0A778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3.xml><?xml version="1.0" encoding="utf-8"?>
<dgm:dataModel xmlns:dgm="http://schemas.openxmlformats.org/drawingml/2006/diagram" xmlns:a="http://schemas.openxmlformats.org/drawingml/2006/main">
  <dgm:ptLst>
    <dgm:pt modelId="{3A476402-894E-431B-A12C-528B2BFA1BB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179EE39-4A9C-431B-966E-31E02252B985}">
      <dgm:prSet/>
      <dgm:spPr/>
      <dgm:t>
        <a:bodyPr/>
        <a:lstStyle/>
        <a:p>
          <a:r>
            <a:rPr lang="uk-UA" b="0" i="1" dirty="0"/>
            <a:t>«Поляни, що жили осібно, …були роду слов’янського і називалися полянами, а деревляни теж [пішли] від слов’ян і називалися древлянами. Радимичі ж і в’ятичі [походять] од ляхів…»</a:t>
          </a:r>
          <a:endParaRPr lang="uk-UA" dirty="0"/>
        </a:p>
      </dgm:t>
    </dgm:pt>
    <dgm:pt modelId="{620E534A-A74C-4CD9-A3A4-CD0EB9537212}" type="parTrans" cxnId="{BF0079CE-B02C-4CB2-AD4E-2988F76BDA0C}">
      <dgm:prSet/>
      <dgm:spPr/>
      <dgm:t>
        <a:bodyPr/>
        <a:lstStyle/>
        <a:p>
          <a:endParaRPr lang="uk-UA"/>
        </a:p>
      </dgm:t>
    </dgm:pt>
    <dgm:pt modelId="{7B8F93E2-C5E2-4B37-9863-8E87F0186E9D}" type="sibTrans" cxnId="{BF0079CE-B02C-4CB2-AD4E-2988F76BDA0C}">
      <dgm:prSet/>
      <dgm:spPr/>
      <dgm:t>
        <a:bodyPr/>
        <a:lstStyle/>
        <a:p>
          <a:endParaRPr lang="uk-UA"/>
        </a:p>
      </dgm:t>
    </dgm:pt>
    <dgm:pt modelId="{D663D6A4-633F-4AAE-8D4D-ED3CCA91B076}">
      <dgm:prSet/>
      <dgm:spPr/>
      <dgm:t>
        <a:bodyPr/>
        <a:lstStyle/>
        <a:p>
          <a:r>
            <a:rPr lang="uk-UA" b="0" i="1" dirty="0"/>
            <a:t>«У ці ж часи видав Ярослав сестру свою [</a:t>
          </a:r>
          <a:r>
            <a:rPr lang="uk-UA" b="0" i="1" dirty="0" err="1"/>
            <a:t>Добронігу</a:t>
          </a:r>
          <a:r>
            <a:rPr lang="uk-UA" b="0" i="1" dirty="0"/>
            <a:t>-Марію] за Казимира [князя лядського]. І дав Казимир за неї людей вісімсот, яких полонив був Болеслав…»</a:t>
          </a:r>
          <a:endParaRPr lang="uk-UA" dirty="0"/>
        </a:p>
      </dgm:t>
    </dgm:pt>
    <dgm:pt modelId="{BAE14759-A6BA-49F9-AC02-5DECEA26D81C}" type="parTrans" cxnId="{A960E2C7-A534-43FA-B131-4106D5325E7F}">
      <dgm:prSet/>
      <dgm:spPr/>
      <dgm:t>
        <a:bodyPr/>
        <a:lstStyle/>
        <a:p>
          <a:endParaRPr lang="uk-UA"/>
        </a:p>
      </dgm:t>
    </dgm:pt>
    <dgm:pt modelId="{ED764362-F95D-42C2-A18D-C0693BCF7487}" type="sibTrans" cxnId="{A960E2C7-A534-43FA-B131-4106D5325E7F}">
      <dgm:prSet/>
      <dgm:spPr/>
      <dgm:t>
        <a:bodyPr/>
        <a:lstStyle/>
        <a:p>
          <a:endParaRPr lang="uk-UA"/>
        </a:p>
      </dgm:t>
    </dgm:pt>
    <dgm:pt modelId="{7E4EB0E1-CB46-484C-9A26-AB514663CE9C}" type="pres">
      <dgm:prSet presAssocID="{3A476402-894E-431B-A12C-528B2BFA1BBA}" presName="linear" presStyleCnt="0">
        <dgm:presLayoutVars>
          <dgm:animLvl val="lvl"/>
          <dgm:resizeHandles val="exact"/>
        </dgm:presLayoutVars>
      </dgm:prSet>
      <dgm:spPr/>
    </dgm:pt>
    <dgm:pt modelId="{59FFD2AE-7321-4042-B125-699EA545900C}" type="pres">
      <dgm:prSet presAssocID="{6179EE39-4A9C-431B-966E-31E02252B98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1461C69-57AA-43D0-A028-F15DB157D50E}" type="pres">
      <dgm:prSet presAssocID="{7B8F93E2-C5E2-4B37-9863-8E87F0186E9D}" presName="spacer" presStyleCnt="0"/>
      <dgm:spPr/>
    </dgm:pt>
    <dgm:pt modelId="{136CC418-477C-46D3-8049-4B799C60719C}" type="pres">
      <dgm:prSet presAssocID="{D663D6A4-633F-4AAE-8D4D-ED3CCA91B07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3264B24-9BB4-4E41-B9C9-5DBC5E0D390D}" type="presOf" srcId="{6179EE39-4A9C-431B-966E-31E02252B985}" destId="{59FFD2AE-7321-4042-B125-699EA545900C}" srcOrd="0" destOrd="0" presId="urn:microsoft.com/office/officeart/2005/8/layout/vList2"/>
    <dgm:cxn modelId="{38177668-AA35-4DFE-88D7-DA8F7BD7C7E2}" type="presOf" srcId="{D663D6A4-633F-4AAE-8D4D-ED3CCA91B076}" destId="{136CC418-477C-46D3-8049-4B799C60719C}" srcOrd="0" destOrd="0" presId="urn:microsoft.com/office/officeart/2005/8/layout/vList2"/>
    <dgm:cxn modelId="{4745A579-2BCE-4684-9ACE-19A6F22C25CD}" type="presOf" srcId="{3A476402-894E-431B-A12C-528B2BFA1BBA}" destId="{7E4EB0E1-CB46-484C-9A26-AB514663CE9C}" srcOrd="0" destOrd="0" presId="urn:microsoft.com/office/officeart/2005/8/layout/vList2"/>
    <dgm:cxn modelId="{A960E2C7-A534-43FA-B131-4106D5325E7F}" srcId="{3A476402-894E-431B-A12C-528B2BFA1BBA}" destId="{D663D6A4-633F-4AAE-8D4D-ED3CCA91B076}" srcOrd="1" destOrd="0" parTransId="{BAE14759-A6BA-49F9-AC02-5DECEA26D81C}" sibTransId="{ED764362-F95D-42C2-A18D-C0693BCF7487}"/>
    <dgm:cxn modelId="{BF0079CE-B02C-4CB2-AD4E-2988F76BDA0C}" srcId="{3A476402-894E-431B-A12C-528B2BFA1BBA}" destId="{6179EE39-4A9C-431B-966E-31E02252B985}" srcOrd="0" destOrd="0" parTransId="{620E534A-A74C-4CD9-A3A4-CD0EB9537212}" sibTransId="{7B8F93E2-C5E2-4B37-9863-8E87F0186E9D}"/>
    <dgm:cxn modelId="{B6F436F9-B9F2-443C-8E3D-12AE5D23DD2E}" type="presParOf" srcId="{7E4EB0E1-CB46-484C-9A26-AB514663CE9C}" destId="{59FFD2AE-7321-4042-B125-699EA545900C}" srcOrd="0" destOrd="0" presId="urn:microsoft.com/office/officeart/2005/8/layout/vList2"/>
    <dgm:cxn modelId="{1346C1E9-BCB7-45BF-A8DB-5E3664333FF3}" type="presParOf" srcId="{7E4EB0E1-CB46-484C-9A26-AB514663CE9C}" destId="{E1461C69-57AA-43D0-A028-F15DB157D50E}" srcOrd="1" destOrd="0" presId="urn:microsoft.com/office/officeart/2005/8/layout/vList2"/>
    <dgm:cxn modelId="{42AC49A8-3415-41DE-9F51-8284D6DA401C}" type="presParOf" srcId="{7E4EB0E1-CB46-484C-9A26-AB514663CE9C}" destId="{136CC418-477C-46D3-8049-4B799C60719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4.xml><?xml version="1.0" encoding="utf-8"?>
<dgm:dataModel xmlns:dgm="http://schemas.openxmlformats.org/drawingml/2006/diagram" xmlns:a="http://schemas.openxmlformats.org/drawingml/2006/main">
  <dgm:ptLst>
    <dgm:pt modelId="{B76D9D52-3B84-4E0D-AA8C-72A4DC73BB0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129E2A1-DF6B-4CB5-9C38-D1BFDBAE3656}">
      <dgm:prSet/>
      <dgm:spPr/>
      <dgm:t>
        <a:bodyPr/>
        <a:lstStyle/>
        <a:p>
          <a:r>
            <a:rPr lang="uk-UA" i="1" dirty="0"/>
            <a:t>«…І поставив він кумири на пагорбі, поза двором </a:t>
          </a:r>
          <a:r>
            <a:rPr lang="uk-UA" i="1" dirty="0" err="1"/>
            <a:t>теремним</a:t>
          </a:r>
          <a:r>
            <a:rPr lang="uk-UA" i="1" dirty="0"/>
            <a:t>: Перуна дерев’яного… і </a:t>
          </a:r>
          <a:r>
            <a:rPr lang="uk-UA" i="1" dirty="0" err="1"/>
            <a:t>Хорса</a:t>
          </a:r>
          <a:r>
            <a:rPr lang="uk-UA" i="1" dirty="0"/>
            <a:t>, і Дажбога, і </a:t>
          </a:r>
          <a:r>
            <a:rPr lang="uk-UA" i="1" dirty="0" err="1"/>
            <a:t>Стрибога</a:t>
          </a:r>
          <a:r>
            <a:rPr lang="uk-UA" i="1" dirty="0"/>
            <a:t>, і </a:t>
          </a:r>
          <a:r>
            <a:rPr lang="uk-UA" i="1" dirty="0" err="1"/>
            <a:t>Сімаргла</a:t>
          </a:r>
          <a:r>
            <a:rPr lang="uk-UA" i="1" dirty="0"/>
            <a:t>, і </a:t>
          </a:r>
          <a:r>
            <a:rPr lang="uk-UA" i="1" dirty="0" err="1"/>
            <a:t>Макош</a:t>
          </a:r>
          <a:r>
            <a:rPr lang="uk-UA" i="1" dirty="0"/>
            <a:t>. І приносили їм люди жертви. Називали їх богами…»</a:t>
          </a:r>
          <a:endParaRPr lang="uk-UA" dirty="0"/>
        </a:p>
      </dgm:t>
    </dgm:pt>
    <dgm:pt modelId="{383F453D-142B-44BD-A904-00DE7A9035F9}" type="parTrans" cxnId="{DCDB1884-31D7-454F-8B23-FA2B83F9FFAC}">
      <dgm:prSet/>
      <dgm:spPr/>
      <dgm:t>
        <a:bodyPr/>
        <a:lstStyle/>
        <a:p>
          <a:endParaRPr lang="uk-UA"/>
        </a:p>
      </dgm:t>
    </dgm:pt>
    <dgm:pt modelId="{9E54AE7B-16DA-4040-AC73-87717028E332}" type="sibTrans" cxnId="{DCDB1884-31D7-454F-8B23-FA2B83F9FFAC}">
      <dgm:prSet/>
      <dgm:spPr/>
      <dgm:t>
        <a:bodyPr/>
        <a:lstStyle/>
        <a:p>
          <a:endParaRPr lang="uk-UA"/>
        </a:p>
      </dgm:t>
    </dgm:pt>
    <dgm:pt modelId="{2ED4DEDC-C78B-468F-A0BF-7C3498CB9BA4}">
      <dgm:prSet/>
      <dgm:spPr/>
      <dgm:t>
        <a:bodyPr/>
        <a:lstStyle/>
        <a:p>
          <a:r>
            <a:rPr lang="uk-UA" i="1" dirty="0"/>
            <a:t>«…Якщо хто візьме чужого коня, чи зброю, чи одяг, а знайдеться у своєму миру [общині], то взяти хазяїнові своє, а три гривні – за образу…»</a:t>
          </a:r>
          <a:endParaRPr lang="uk-UA" dirty="0"/>
        </a:p>
      </dgm:t>
    </dgm:pt>
    <dgm:pt modelId="{107FB3C2-1375-4A49-A9EF-9E90869F4A70}" type="parTrans" cxnId="{1CBA0424-0720-4449-979F-C16378C45469}">
      <dgm:prSet/>
      <dgm:spPr/>
      <dgm:t>
        <a:bodyPr/>
        <a:lstStyle/>
        <a:p>
          <a:endParaRPr lang="uk-UA"/>
        </a:p>
      </dgm:t>
    </dgm:pt>
    <dgm:pt modelId="{C855432C-DF01-4989-AA98-3A28D092FD26}" type="sibTrans" cxnId="{1CBA0424-0720-4449-979F-C16378C45469}">
      <dgm:prSet/>
      <dgm:spPr/>
      <dgm:t>
        <a:bodyPr/>
        <a:lstStyle/>
        <a:p>
          <a:endParaRPr lang="uk-UA"/>
        </a:p>
      </dgm:t>
    </dgm:pt>
    <dgm:pt modelId="{DF905115-19D7-456E-8356-E356630D8275}">
      <dgm:prSet/>
      <dgm:spPr/>
      <dgm:t>
        <a:bodyPr/>
        <a:lstStyle/>
        <a:p>
          <a:r>
            <a:rPr lang="uk-UA" i="1" dirty="0"/>
            <a:t>«І приспіла осінь, і став він замишляти [похід] на древлян, прагнувши добути більшу данину…»</a:t>
          </a:r>
          <a:endParaRPr lang="uk-UA" dirty="0"/>
        </a:p>
      </dgm:t>
    </dgm:pt>
    <dgm:pt modelId="{49D9ED87-3747-47A9-B3C6-AE12725CB0C0}" type="parTrans" cxnId="{E6711118-91E5-468B-820C-308E843E1AB2}">
      <dgm:prSet/>
      <dgm:spPr/>
      <dgm:t>
        <a:bodyPr/>
        <a:lstStyle/>
        <a:p>
          <a:endParaRPr lang="uk-UA"/>
        </a:p>
      </dgm:t>
    </dgm:pt>
    <dgm:pt modelId="{ADD4229E-9863-4404-83EE-F72D54EDBAED}" type="sibTrans" cxnId="{E6711118-91E5-468B-820C-308E843E1AB2}">
      <dgm:prSet/>
      <dgm:spPr/>
      <dgm:t>
        <a:bodyPr/>
        <a:lstStyle/>
        <a:p>
          <a:endParaRPr lang="uk-UA"/>
        </a:p>
      </dgm:t>
    </dgm:pt>
    <dgm:pt modelId="{F0CBF9E6-4F36-4E5E-8D27-9CD31E65147E}" type="pres">
      <dgm:prSet presAssocID="{B76D9D52-3B84-4E0D-AA8C-72A4DC73BB07}" presName="linear" presStyleCnt="0">
        <dgm:presLayoutVars>
          <dgm:animLvl val="lvl"/>
          <dgm:resizeHandles val="exact"/>
        </dgm:presLayoutVars>
      </dgm:prSet>
      <dgm:spPr/>
    </dgm:pt>
    <dgm:pt modelId="{22A60FE8-324A-4763-9145-38EC6CB764A4}" type="pres">
      <dgm:prSet presAssocID="{1129E2A1-DF6B-4CB5-9C38-D1BFDBAE365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9C32296-EC85-4A80-B009-B4124E6CC737}" type="pres">
      <dgm:prSet presAssocID="{9E54AE7B-16DA-4040-AC73-87717028E332}" presName="spacer" presStyleCnt="0"/>
      <dgm:spPr/>
    </dgm:pt>
    <dgm:pt modelId="{BE9DE1F8-871B-4014-AE08-0FE010D44A49}" type="pres">
      <dgm:prSet presAssocID="{2ED4DEDC-C78B-468F-A0BF-7C3498CB9BA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9FF660C-0C76-4DAD-BA93-88EAC79B776B}" type="pres">
      <dgm:prSet presAssocID="{C855432C-DF01-4989-AA98-3A28D092FD26}" presName="spacer" presStyleCnt="0"/>
      <dgm:spPr/>
    </dgm:pt>
    <dgm:pt modelId="{67AF5A83-94FE-47A0-AF42-C9F5FC695812}" type="pres">
      <dgm:prSet presAssocID="{DF905115-19D7-456E-8356-E356630D827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C97360B-6BFE-4DBB-B35A-BDC82BA32FBB}" type="presOf" srcId="{DF905115-19D7-456E-8356-E356630D8275}" destId="{67AF5A83-94FE-47A0-AF42-C9F5FC695812}" srcOrd="0" destOrd="0" presId="urn:microsoft.com/office/officeart/2005/8/layout/vList2"/>
    <dgm:cxn modelId="{E6711118-91E5-468B-820C-308E843E1AB2}" srcId="{B76D9D52-3B84-4E0D-AA8C-72A4DC73BB07}" destId="{DF905115-19D7-456E-8356-E356630D8275}" srcOrd="2" destOrd="0" parTransId="{49D9ED87-3747-47A9-B3C6-AE12725CB0C0}" sibTransId="{ADD4229E-9863-4404-83EE-F72D54EDBAED}"/>
    <dgm:cxn modelId="{1CBA0424-0720-4449-979F-C16378C45469}" srcId="{B76D9D52-3B84-4E0D-AA8C-72A4DC73BB07}" destId="{2ED4DEDC-C78B-468F-A0BF-7C3498CB9BA4}" srcOrd="1" destOrd="0" parTransId="{107FB3C2-1375-4A49-A9EF-9E90869F4A70}" sibTransId="{C855432C-DF01-4989-AA98-3A28D092FD26}"/>
    <dgm:cxn modelId="{DCDB1884-31D7-454F-8B23-FA2B83F9FFAC}" srcId="{B76D9D52-3B84-4E0D-AA8C-72A4DC73BB07}" destId="{1129E2A1-DF6B-4CB5-9C38-D1BFDBAE3656}" srcOrd="0" destOrd="0" parTransId="{383F453D-142B-44BD-A904-00DE7A9035F9}" sibTransId="{9E54AE7B-16DA-4040-AC73-87717028E332}"/>
    <dgm:cxn modelId="{E377B792-2175-4E5C-8F43-8BF577002542}" type="presOf" srcId="{1129E2A1-DF6B-4CB5-9C38-D1BFDBAE3656}" destId="{22A60FE8-324A-4763-9145-38EC6CB764A4}" srcOrd="0" destOrd="0" presId="urn:microsoft.com/office/officeart/2005/8/layout/vList2"/>
    <dgm:cxn modelId="{5A0DAEC6-79AF-49EF-8A65-1B40A7FB99DB}" type="presOf" srcId="{B76D9D52-3B84-4E0D-AA8C-72A4DC73BB07}" destId="{F0CBF9E6-4F36-4E5E-8D27-9CD31E65147E}" srcOrd="0" destOrd="0" presId="urn:microsoft.com/office/officeart/2005/8/layout/vList2"/>
    <dgm:cxn modelId="{970A75F4-4217-452C-B525-77B08C0099B6}" type="presOf" srcId="{2ED4DEDC-C78B-468F-A0BF-7C3498CB9BA4}" destId="{BE9DE1F8-871B-4014-AE08-0FE010D44A49}" srcOrd="0" destOrd="0" presId="urn:microsoft.com/office/officeart/2005/8/layout/vList2"/>
    <dgm:cxn modelId="{8352CFBD-6964-4AE1-BE49-A98E295795F7}" type="presParOf" srcId="{F0CBF9E6-4F36-4E5E-8D27-9CD31E65147E}" destId="{22A60FE8-324A-4763-9145-38EC6CB764A4}" srcOrd="0" destOrd="0" presId="urn:microsoft.com/office/officeart/2005/8/layout/vList2"/>
    <dgm:cxn modelId="{CFC3DD18-B79B-4B75-A22F-DFC3C6CE9694}" type="presParOf" srcId="{F0CBF9E6-4F36-4E5E-8D27-9CD31E65147E}" destId="{39C32296-EC85-4A80-B009-B4124E6CC737}" srcOrd="1" destOrd="0" presId="urn:microsoft.com/office/officeart/2005/8/layout/vList2"/>
    <dgm:cxn modelId="{7E08F524-5447-41A5-8511-2539D1BA19A5}" type="presParOf" srcId="{F0CBF9E6-4F36-4E5E-8D27-9CD31E65147E}" destId="{BE9DE1F8-871B-4014-AE08-0FE010D44A49}" srcOrd="2" destOrd="0" presId="urn:microsoft.com/office/officeart/2005/8/layout/vList2"/>
    <dgm:cxn modelId="{51F19AD0-6C31-4787-B804-FA5C3FC15868}" type="presParOf" srcId="{F0CBF9E6-4F36-4E5E-8D27-9CD31E65147E}" destId="{29FF660C-0C76-4DAD-BA93-88EAC79B776B}" srcOrd="3" destOrd="0" presId="urn:microsoft.com/office/officeart/2005/8/layout/vList2"/>
    <dgm:cxn modelId="{1DF9E726-59C3-4B75-A3DA-ACA30516C48C}" type="presParOf" srcId="{F0CBF9E6-4F36-4E5E-8D27-9CD31E65147E}" destId="{67AF5A83-94FE-47A0-AF42-C9F5FC69581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75.xml><?xml version="1.0" encoding="utf-8"?>
<dgm:dataModel xmlns:dgm="http://schemas.openxmlformats.org/drawingml/2006/diagram" xmlns:a="http://schemas.openxmlformats.org/drawingml/2006/main">
  <dgm:ptLst>
    <dgm:pt modelId="{4A7E1088-CFB3-47E7-8F2C-81F5DAB2185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D20038D-B7F9-4E9D-9064-242A5033DED2}">
      <dgm:prSet/>
      <dgm:spPr/>
      <dgm:t>
        <a:bodyPr/>
        <a:lstStyle/>
        <a:p>
          <a:r>
            <a:rPr lang="uk-UA" b="0" i="0"/>
            <a:t>Литвою.</a:t>
          </a:r>
          <a:endParaRPr lang="uk-UA"/>
        </a:p>
      </dgm:t>
    </dgm:pt>
    <dgm:pt modelId="{7D26D26B-B023-4DBC-8E7E-167FFDC40D50}" type="parTrans" cxnId="{A8E0037C-BAAF-4A50-9F48-E1A6EFA17887}">
      <dgm:prSet/>
      <dgm:spPr/>
      <dgm:t>
        <a:bodyPr/>
        <a:lstStyle/>
        <a:p>
          <a:endParaRPr lang="uk-UA"/>
        </a:p>
      </dgm:t>
    </dgm:pt>
    <dgm:pt modelId="{936BB565-C33B-4F96-9B2C-0878EC53110F}" type="sibTrans" cxnId="{A8E0037C-BAAF-4A50-9F48-E1A6EFA17887}">
      <dgm:prSet/>
      <dgm:spPr/>
      <dgm:t>
        <a:bodyPr/>
        <a:lstStyle/>
        <a:p>
          <a:endParaRPr lang="uk-UA"/>
        </a:p>
      </dgm:t>
    </dgm:pt>
    <dgm:pt modelId="{0938F76F-4678-4A7D-9208-3B3EA145220C}">
      <dgm:prSet/>
      <dgm:spPr/>
      <dgm:t>
        <a:bodyPr/>
        <a:lstStyle/>
        <a:p>
          <a:r>
            <a:rPr lang="uk-UA" b="0" i="0"/>
            <a:t>Угорщиною.</a:t>
          </a:r>
          <a:endParaRPr lang="uk-UA"/>
        </a:p>
      </dgm:t>
    </dgm:pt>
    <dgm:pt modelId="{9CF3FA30-31FC-4AA7-8849-12A7FC43FCA7}" type="parTrans" cxnId="{C7BD7F7C-1232-4159-AD06-46BA3085DA28}">
      <dgm:prSet/>
      <dgm:spPr/>
      <dgm:t>
        <a:bodyPr/>
        <a:lstStyle/>
        <a:p>
          <a:endParaRPr lang="uk-UA"/>
        </a:p>
      </dgm:t>
    </dgm:pt>
    <dgm:pt modelId="{69A9E333-4FC8-4083-9E2B-E4709E726481}" type="sibTrans" cxnId="{C7BD7F7C-1232-4159-AD06-46BA3085DA28}">
      <dgm:prSet/>
      <dgm:spPr/>
      <dgm:t>
        <a:bodyPr/>
        <a:lstStyle/>
        <a:p>
          <a:endParaRPr lang="uk-UA"/>
        </a:p>
      </dgm:t>
    </dgm:pt>
    <dgm:pt modelId="{AE670D01-3A7E-4496-BF37-8B0D8F880B19}">
      <dgm:prSet/>
      <dgm:spPr/>
      <dgm:t>
        <a:bodyPr/>
        <a:lstStyle/>
        <a:p>
          <a:r>
            <a:rPr lang="uk-UA" b="0" i="0" dirty="0"/>
            <a:t>Польщею.</a:t>
          </a:r>
          <a:endParaRPr lang="uk-UA" dirty="0"/>
        </a:p>
      </dgm:t>
    </dgm:pt>
    <dgm:pt modelId="{360362F8-E7E6-44DF-A8CD-84B5ACB97F80}" type="parTrans" cxnId="{3F7E8B45-CF11-4759-A309-77081B0BEEA5}">
      <dgm:prSet/>
      <dgm:spPr/>
      <dgm:t>
        <a:bodyPr/>
        <a:lstStyle/>
        <a:p>
          <a:endParaRPr lang="uk-UA"/>
        </a:p>
      </dgm:t>
    </dgm:pt>
    <dgm:pt modelId="{C3182816-C114-436D-80F7-432C13C3E9A7}" type="sibTrans" cxnId="{3F7E8B45-CF11-4759-A309-77081B0BEEA5}">
      <dgm:prSet/>
      <dgm:spPr/>
      <dgm:t>
        <a:bodyPr/>
        <a:lstStyle/>
        <a:p>
          <a:endParaRPr lang="uk-UA"/>
        </a:p>
      </dgm:t>
    </dgm:pt>
    <dgm:pt modelId="{C697E62E-023E-494C-AE2E-46E77E0B4661}">
      <dgm:prSet/>
      <dgm:spPr/>
      <dgm:t>
        <a:bodyPr/>
        <a:lstStyle/>
        <a:p>
          <a:r>
            <a:rPr lang="uk-UA" b="0" i="0" dirty="0"/>
            <a:t>Молдавією.</a:t>
          </a:r>
          <a:endParaRPr lang="uk-UA" dirty="0"/>
        </a:p>
      </dgm:t>
    </dgm:pt>
    <dgm:pt modelId="{7B66E871-B913-4DEC-BB06-F13EB79DCA50}" type="parTrans" cxnId="{89B227C1-F687-4945-990C-A8118E0AF7E7}">
      <dgm:prSet/>
      <dgm:spPr/>
      <dgm:t>
        <a:bodyPr/>
        <a:lstStyle/>
        <a:p>
          <a:endParaRPr lang="uk-UA"/>
        </a:p>
      </dgm:t>
    </dgm:pt>
    <dgm:pt modelId="{F51A2541-4CAE-4445-9EA9-CAF79B98A1E5}" type="sibTrans" cxnId="{89B227C1-F687-4945-990C-A8118E0AF7E7}">
      <dgm:prSet/>
      <dgm:spPr/>
      <dgm:t>
        <a:bodyPr/>
        <a:lstStyle/>
        <a:p>
          <a:endParaRPr lang="uk-UA"/>
        </a:p>
      </dgm:t>
    </dgm:pt>
    <dgm:pt modelId="{A5D77CB3-2CA5-44B2-898C-618A5A8C3709}" type="pres">
      <dgm:prSet presAssocID="{4A7E1088-CFB3-47E7-8F2C-81F5DAB21858}" presName="matrix" presStyleCnt="0">
        <dgm:presLayoutVars>
          <dgm:chMax val="1"/>
          <dgm:dir/>
          <dgm:resizeHandles val="exact"/>
        </dgm:presLayoutVars>
      </dgm:prSet>
      <dgm:spPr/>
    </dgm:pt>
    <dgm:pt modelId="{27B1FC4A-A228-417E-8431-3966537493A4}" type="pres">
      <dgm:prSet presAssocID="{4A7E1088-CFB3-47E7-8F2C-81F5DAB21858}" presName="diamond" presStyleLbl="bgShp" presStyleIdx="0" presStyleCnt="1"/>
      <dgm:spPr/>
    </dgm:pt>
    <dgm:pt modelId="{54F6DC1D-BFC8-44B5-8AC4-93862C1F7929}" type="pres">
      <dgm:prSet presAssocID="{4A7E1088-CFB3-47E7-8F2C-81F5DAB2185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D1790CC-4842-46E1-BA08-75DE97757137}" type="pres">
      <dgm:prSet presAssocID="{4A7E1088-CFB3-47E7-8F2C-81F5DAB2185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719F042-9384-4D30-BB16-C955F965AB66}" type="pres">
      <dgm:prSet presAssocID="{4A7E1088-CFB3-47E7-8F2C-81F5DAB2185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0F7BED5-7BED-4D1B-954C-71956CCFA2C9}" type="pres">
      <dgm:prSet presAssocID="{4A7E1088-CFB3-47E7-8F2C-81F5DAB2185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6E85F35-A81F-4B7B-B89C-C985E370E5B9}" type="presOf" srcId="{7D20038D-B7F9-4E9D-9064-242A5033DED2}" destId="{54F6DC1D-BFC8-44B5-8AC4-93862C1F7929}" srcOrd="0" destOrd="0" presId="urn:microsoft.com/office/officeart/2005/8/layout/matrix3"/>
    <dgm:cxn modelId="{3F7E8B45-CF11-4759-A309-77081B0BEEA5}" srcId="{4A7E1088-CFB3-47E7-8F2C-81F5DAB21858}" destId="{AE670D01-3A7E-4496-BF37-8B0D8F880B19}" srcOrd="2" destOrd="0" parTransId="{360362F8-E7E6-44DF-A8CD-84B5ACB97F80}" sibTransId="{C3182816-C114-436D-80F7-432C13C3E9A7}"/>
    <dgm:cxn modelId="{A8E0037C-BAAF-4A50-9F48-E1A6EFA17887}" srcId="{4A7E1088-CFB3-47E7-8F2C-81F5DAB21858}" destId="{7D20038D-B7F9-4E9D-9064-242A5033DED2}" srcOrd="0" destOrd="0" parTransId="{7D26D26B-B023-4DBC-8E7E-167FFDC40D50}" sibTransId="{936BB565-C33B-4F96-9B2C-0878EC53110F}"/>
    <dgm:cxn modelId="{C7BD7F7C-1232-4159-AD06-46BA3085DA28}" srcId="{4A7E1088-CFB3-47E7-8F2C-81F5DAB21858}" destId="{0938F76F-4678-4A7D-9208-3B3EA145220C}" srcOrd="1" destOrd="0" parTransId="{9CF3FA30-31FC-4AA7-8849-12A7FC43FCA7}" sibTransId="{69A9E333-4FC8-4083-9E2B-E4709E726481}"/>
    <dgm:cxn modelId="{07A36CBB-CCA5-4F58-ADEF-A60B17F8AC1E}" type="presOf" srcId="{AE670D01-3A7E-4496-BF37-8B0D8F880B19}" destId="{6719F042-9384-4D30-BB16-C955F965AB66}" srcOrd="0" destOrd="0" presId="urn:microsoft.com/office/officeart/2005/8/layout/matrix3"/>
    <dgm:cxn modelId="{89B227C1-F687-4945-990C-A8118E0AF7E7}" srcId="{4A7E1088-CFB3-47E7-8F2C-81F5DAB21858}" destId="{C697E62E-023E-494C-AE2E-46E77E0B4661}" srcOrd="3" destOrd="0" parTransId="{7B66E871-B913-4DEC-BB06-F13EB79DCA50}" sibTransId="{F51A2541-4CAE-4445-9EA9-CAF79B98A1E5}"/>
    <dgm:cxn modelId="{912B28E4-FF84-4341-BBDF-739CA7E9A1E0}" type="presOf" srcId="{0938F76F-4678-4A7D-9208-3B3EA145220C}" destId="{7D1790CC-4842-46E1-BA08-75DE97757137}" srcOrd="0" destOrd="0" presId="urn:microsoft.com/office/officeart/2005/8/layout/matrix3"/>
    <dgm:cxn modelId="{2031A0E6-AE99-4969-ACD0-79D2AA53E934}" type="presOf" srcId="{C697E62E-023E-494C-AE2E-46E77E0B4661}" destId="{60F7BED5-7BED-4D1B-954C-71956CCFA2C9}" srcOrd="0" destOrd="0" presId="urn:microsoft.com/office/officeart/2005/8/layout/matrix3"/>
    <dgm:cxn modelId="{57F505E9-9832-4907-B044-F4FDCE393613}" type="presOf" srcId="{4A7E1088-CFB3-47E7-8F2C-81F5DAB21858}" destId="{A5D77CB3-2CA5-44B2-898C-618A5A8C3709}" srcOrd="0" destOrd="0" presId="urn:microsoft.com/office/officeart/2005/8/layout/matrix3"/>
    <dgm:cxn modelId="{F6DC84F8-7A70-4F7E-8982-B1E22E06065C}" type="presParOf" srcId="{A5D77CB3-2CA5-44B2-898C-618A5A8C3709}" destId="{27B1FC4A-A228-417E-8431-3966537493A4}" srcOrd="0" destOrd="0" presId="urn:microsoft.com/office/officeart/2005/8/layout/matrix3"/>
    <dgm:cxn modelId="{36A0281A-655C-4B40-B465-E8C9E063004F}" type="presParOf" srcId="{A5D77CB3-2CA5-44B2-898C-618A5A8C3709}" destId="{54F6DC1D-BFC8-44B5-8AC4-93862C1F7929}" srcOrd="1" destOrd="0" presId="urn:microsoft.com/office/officeart/2005/8/layout/matrix3"/>
    <dgm:cxn modelId="{0FD797D6-E73F-4DFA-B020-0FA07B4ECB62}" type="presParOf" srcId="{A5D77CB3-2CA5-44B2-898C-618A5A8C3709}" destId="{7D1790CC-4842-46E1-BA08-75DE97757137}" srcOrd="2" destOrd="0" presId="urn:microsoft.com/office/officeart/2005/8/layout/matrix3"/>
    <dgm:cxn modelId="{C6FE05F0-6A83-4E58-B5E4-6DEC8DA3BCA7}" type="presParOf" srcId="{A5D77CB3-2CA5-44B2-898C-618A5A8C3709}" destId="{6719F042-9384-4D30-BB16-C955F965AB66}" srcOrd="3" destOrd="0" presId="urn:microsoft.com/office/officeart/2005/8/layout/matrix3"/>
    <dgm:cxn modelId="{A2CC6985-2001-4D31-9143-CA93704A36D6}" type="presParOf" srcId="{A5D77CB3-2CA5-44B2-898C-618A5A8C3709}" destId="{60F7BED5-7BED-4D1B-954C-71956CCFA2C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6.xml><?xml version="1.0" encoding="utf-8"?>
<dgm:dataModel xmlns:dgm="http://schemas.openxmlformats.org/drawingml/2006/diagram" xmlns:a="http://schemas.openxmlformats.org/drawingml/2006/main">
  <dgm:ptLst>
    <dgm:pt modelId="{48F7DDEE-9DBD-4382-8ED8-2BCE62602A61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2E40CC5-B71F-461F-A5B7-C72B6E55EE4A}">
      <dgm:prSet/>
      <dgm:spPr/>
      <dgm:t>
        <a:bodyPr/>
        <a:lstStyle/>
        <a:p>
          <a:r>
            <a:rPr lang="ru-RU" b="0" i="0"/>
            <a:t>Ярослав Мудрий</a:t>
          </a:r>
          <a:endParaRPr lang="uk-UA"/>
        </a:p>
      </dgm:t>
    </dgm:pt>
    <dgm:pt modelId="{FB8DDBEE-569D-4A5D-80E4-E78B3EFBADC6}" type="parTrans" cxnId="{B9447A3B-0307-49D9-88B0-1AF30F5E9714}">
      <dgm:prSet/>
      <dgm:spPr/>
      <dgm:t>
        <a:bodyPr/>
        <a:lstStyle/>
        <a:p>
          <a:endParaRPr lang="uk-UA"/>
        </a:p>
      </dgm:t>
    </dgm:pt>
    <dgm:pt modelId="{E7F1A194-C009-416E-A976-BAD78BB5C20C}" type="sibTrans" cxnId="{B9447A3B-0307-49D9-88B0-1AF30F5E9714}">
      <dgm:prSet/>
      <dgm:spPr/>
      <dgm:t>
        <a:bodyPr/>
        <a:lstStyle/>
        <a:p>
          <a:endParaRPr lang="uk-UA"/>
        </a:p>
      </dgm:t>
    </dgm:pt>
    <dgm:pt modelId="{F7E80439-9774-4FD8-A9C2-53594068E4C9}">
      <dgm:prSet/>
      <dgm:spPr/>
      <dgm:t>
        <a:bodyPr/>
        <a:lstStyle/>
        <a:p>
          <a:r>
            <a:rPr lang="ru-RU" b="0" i="0"/>
            <a:t>Володимир Мономах</a:t>
          </a:r>
          <a:endParaRPr lang="uk-UA"/>
        </a:p>
      </dgm:t>
    </dgm:pt>
    <dgm:pt modelId="{DD8E06ED-7199-46CF-99CA-7CD6551DF70E}" type="parTrans" cxnId="{A3776490-19E6-4EDA-A6A5-0E621621901E}">
      <dgm:prSet/>
      <dgm:spPr/>
      <dgm:t>
        <a:bodyPr/>
        <a:lstStyle/>
        <a:p>
          <a:endParaRPr lang="uk-UA"/>
        </a:p>
      </dgm:t>
    </dgm:pt>
    <dgm:pt modelId="{E2E029E1-0C4F-4146-9289-CB95E859E6BC}" type="sibTrans" cxnId="{A3776490-19E6-4EDA-A6A5-0E621621901E}">
      <dgm:prSet/>
      <dgm:spPr/>
      <dgm:t>
        <a:bodyPr/>
        <a:lstStyle/>
        <a:p>
          <a:endParaRPr lang="uk-UA"/>
        </a:p>
      </dgm:t>
    </dgm:pt>
    <dgm:pt modelId="{76248024-EDFF-46F1-9231-63C292EC4E2B}">
      <dgm:prSet/>
      <dgm:spPr/>
      <dgm:t>
        <a:bodyPr/>
        <a:lstStyle/>
        <a:p>
          <a:r>
            <a:rPr lang="ru-RU" b="0" i="0" dirty="0"/>
            <a:t>Ярослав </a:t>
          </a:r>
          <a:r>
            <a:rPr lang="ru-RU" b="0" i="0" dirty="0" err="1"/>
            <a:t>Осмомисл</a:t>
          </a:r>
          <a:endParaRPr lang="uk-UA" dirty="0"/>
        </a:p>
      </dgm:t>
    </dgm:pt>
    <dgm:pt modelId="{2798956F-741C-4EE6-9AC9-025E113C4315}" type="parTrans" cxnId="{FBD680B3-5C0E-42EA-A6D3-DFE5CD16A092}">
      <dgm:prSet/>
      <dgm:spPr/>
      <dgm:t>
        <a:bodyPr/>
        <a:lstStyle/>
        <a:p>
          <a:endParaRPr lang="uk-UA"/>
        </a:p>
      </dgm:t>
    </dgm:pt>
    <dgm:pt modelId="{0357E287-955D-462F-8431-8C230DA9B084}" type="sibTrans" cxnId="{FBD680B3-5C0E-42EA-A6D3-DFE5CD16A092}">
      <dgm:prSet/>
      <dgm:spPr/>
      <dgm:t>
        <a:bodyPr/>
        <a:lstStyle/>
        <a:p>
          <a:endParaRPr lang="uk-UA"/>
        </a:p>
      </dgm:t>
    </dgm:pt>
    <dgm:pt modelId="{1CA094BF-8262-4C90-85B3-7DD21857D29B}">
      <dgm:prSet/>
      <dgm:spPr/>
      <dgm:t>
        <a:bodyPr/>
        <a:lstStyle/>
        <a:p>
          <a:r>
            <a:rPr lang="ru-RU" b="0" i="0" dirty="0"/>
            <a:t>Данило </a:t>
          </a:r>
          <a:r>
            <a:rPr lang="ru-RU" b="0" i="0" dirty="0" err="1"/>
            <a:t>Галицький</a:t>
          </a:r>
          <a:endParaRPr lang="uk-UA" dirty="0"/>
        </a:p>
      </dgm:t>
    </dgm:pt>
    <dgm:pt modelId="{757C25BF-8721-44A0-A13F-EA28C321680E}" type="parTrans" cxnId="{1C2A6E4A-D200-4D36-8016-9937D1B94108}">
      <dgm:prSet/>
      <dgm:spPr/>
      <dgm:t>
        <a:bodyPr/>
        <a:lstStyle/>
        <a:p>
          <a:endParaRPr lang="uk-UA"/>
        </a:p>
      </dgm:t>
    </dgm:pt>
    <dgm:pt modelId="{0B271C09-80C4-4EE2-934B-4AC9F33CA819}" type="sibTrans" cxnId="{1C2A6E4A-D200-4D36-8016-9937D1B94108}">
      <dgm:prSet/>
      <dgm:spPr/>
      <dgm:t>
        <a:bodyPr/>
        <a:lstStyle/>
        <a:p>
          <a:endParaRPr lang="uk-UA"/>
        </a:p>
      </dgm:t>
    </dgm:pt>
    <dgm:pt modelId="{B74AB12D-A6DB-4056-9E13-B0B39DD35E3D}" type="pres">
      <dgm:prSet presAssocID="{48F7DDEE-9DBD-4382-8ED8-2BCE62602A61}" presName="matrix" presStyleCnt="0">
        <dgm:presLayoutVars>
          <dgm:chMax val="1"/>
          <dgm:dir/>
          <dgm:resizeHandles val="exact"/>
        </dgm:presLayoutVars>
      </dgm:prSet>
      <dgm:spPr/>
    </dgm:pt>
    <dgm:pt modelId="{BF87C64E-E9EA-4799-9D85-9D76116A2C70}" type="pres">
      <dgm:prSet presAssocID="{48F7DDEE-9DBD-4382-8ED8-2BCE62602A61}" presName="diamond" presStyleLbl="bgShp" presStyleIdx="0" presStyleCnt="1"/>
      <dgm:spPr/>
    </dgm:pt>
    <dgm:pt modelId="{193D767E-80BF-44BB-B1E2-67313BA32F30}" type="pres">
      <dgm:prSet presAssocID="{48F7DDEE-9DBD-4382-8ED8-2BCE62602A6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96A7C6D-70B8-4858-8E4B-E3E55694DBE3}" type="pres">
      <dgm:prSet presAssocID="{48F7DDEE-9DBD-4382-8ED8-2BCE62602A6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28A3FF3-C629-49BF-8AAD-C93A1DE0340D}" type="pres">
      <dgm:prSet presAssocID="{48F7DDEE-9DBD-4382-8ED8-2BCE62602A6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CCB4DE8-95D3-40BF-9687-7727B3C5D3B2}" type="pres">
      <dgm:prSet presAssocID="{48F7DDEE-9DBD-4382-8ED8-2BCE62602A6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B08D519-A27D-4BBC-B4C6-B690D3498CD0}" type="presOf" srcId="{1CA094BF-8262-4C90-85B3-7DD21857D29B}" destId="{ACCB4DE8-95D3-40BF-9687-7727B3C5D3B2}" srcOrd="0" destOrd="0" presId="urn:microsoft.com/office/officeart/2005/8/layout/matrix3"/>
    <dgm:cxn modelId="{03202535-3DB3-40B9-8DE8-701DB08D3BC3}" type="presOf" srcId="{F7E80439-9774-4FD8-A9C2-53594068E4C9}" destId="{796A7C6D-70B8-4858-8E4B-E3E55694DBE3}" srcOrd="0" destOrd="0" presId="urn:microsoft.com/office/officeart/2005/8/layout/matrix3"/>
    <dgm:cxn modelId="{B9447A3B-0307-49D9-88B0-1AF30F5E9714}" srcId="{48F7DDEE-9DBD-4382-8ED8-2BCE62602A61}" destId="{42E40CC5-B71F-461F-A5B7-C72B6E55EE4A}" srcOrd="0" destOrd="0" parTransId="{FB8DDBEE-569D-4A5D-80E4-E78B3EFBADC6}" sibTransId="{E7F1A194-C009-416E-A976-BAD78BB5C20C}"/>
    <dgm:cxn modelId="{1C2A6E4A-D200-4D36-8016-9937D1B94108}" srcId="{48F7DDEE-9DBD-4382-8ED8-2BCE62602A61}" destId="{1CA094BF-8262-4C90-85B3-7DD21857D29B}" srcOrd="3" destOrd="0" parTransId="{757C25BF-8721-44A0-A13F-EA28C321680E}" sibTransId="{0B271C09-80C4-4EE2-934B-4AC9F33CA819}"/>
    <dgm:cxn modelId="{A3776490-19E6-4EDA-A6A5-0E621621901E}" srcId="{48F7DDEE-9DBD-4382-8ED8-2BCE62602A61}" destId="{F7E80439-9774-4FD8-A9C2-53594068E4C9}" srcOrd="1" destOrd="0" parTransId="{DD8E06ED-7199-46CF-99CA-7CD6551DF70E}" sibTransId="{E2E029E1-0C4F-4146-9289-CB95E859E6BC}"/>
    <dgm:cxn modelId="{01919799-80B2-4126-857E-E5E7515F9A4D}" type="presOf" srcId="{42E40CC5-B71F-461F-A5B7-C72B6E55EE4A}" destId="{193D767E-80BF-44BB-B1E2-67313BA32F30}" srcOrd="0" destOrd="0" presId="urn:microsoft.com/office/officeart/2005/8/layout/matrix3"/>
    <dgm:cxn modelId="{4491B7AD-76EA-46C2-BDB0-01F5A341A14F}" type="presOf" srcId="{76248024-EDFF-46F1-9231-63C292EC4E2B}" destId="{D28A3FF3-C629-49BF-8AAD-C93A1DE0340D}" srcOrd="0" destOrd="0" presId="urn:microsoft.com/office/officeart/2005/8/layout/matrix3"/>
    <dgm:cxn modelId="{FBD680B3-5C0E-42EA-A6D3-DFE5CD16A092}" srcId="{48F7DDEE-9DBD-4382-8ED8-2BCE62602A61}" destId="{76248024-EDFF-46F1-9231-63C292EC4E2B}" srcOrd="2" destOrd="0" parTransId="{2798956F-741C-4EE6-9AC9-025E113C4315}" sibTransId="{0357E287-955D-462F-8431-8C230DA9B084}"/>
    <dgm:cxn modelId="{BFAC15D1-2BC8-40C9-9051-23CC41475DDB}" type="presOf" srcId="{48F7DDEE-9DBD-4382-8ED8-2BCE62602A61}" destId="{B74AB12D-A6DB-4056-9E13-B0B39DD35E3D}" srcOrd="0" destOrd="0" presId="urn:microsoft.com/office/officeart/2005/8/layout/matrix3"/>
    <dgm:cxn modelId="{7092CFA3-1E23-4EA0-825A-5582CB2091BB}" type="presParOf" srcId="{B74AB12D-A6DB-4056-9E13-B0B39DD35E3D}" destId="{BF87C64E-E9EA-4799-9D85-9D76116A2C70}" srcOrd="0" destOrd="0" presId="urn:microsoft.com/office/officeart/2005/8/layout/matrix3"/>
    <dgm:cxn modelId="{5E217654-32AD-41DA-97E1-8E64F9C39634}" type="presParOf" srcId="{B74AB12D-A6DB-4056-9E13-B0B39DD35E3D}" destId="{193D767E-80BF-44BB-B1E2-67313BA32F30}" srcOrd="1" destOrd="0" presId="urn:microsoft.com/office/officeart/2005/8/layout/matrix3"/>
    <dgm:cxn modelId="{3245E55F-D97D-4241-A8CD-C032F18F51E3}" type="presParOf" srcId="{B74AB12D-A6DB-4056-9E13-B0B39DD35E3D}" destId="{796A7C6D-70B8-4858-8E4B-E3E55694DBE3}" srcOrd="2" destOrd="0" presId="urn:microsoft.com/office/officeart/2005/8/layout/matrix3"/>
    <dgm:cxn modelId="{D98F377E-FF47-4BC3-A0C5-4C80A14D7209}" type="presParOf" srcId="{B74AB12D-A6DB-4056-9E13-B0B39DD35E3D}" destId="{D28A3FF3-C629-49BF-8AAD-C93A1DE0340D}" srcOrd="3" destOrd="0" presId="urn:microsoft.com/office/officeart/2005/8/layout/matrix3"/>
    <dgm:cxn modelId="{43B8B0FA-4204-42CE-AA2C-A00E6ADAA657}" type="presParOf" srcId="{B74AB12D-A6DB-4056-9E13-B0B39DD35E3D}" destId="{ACCB4DE8-95D3-40BF-9687-7727B3C5D3B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7.xml><?xml version="1.0" encoding="utf-8"?>
<dgm:dataModel xmlns:dgm="http://schemas.openxmlformats.org/drawingml/2006/diagram" xmlns:a="http://schemas.openxmlformats.org/drawingml/2006/main">
  <dgm:ptLst>
    <dgm:pt modelId="{7E6F8D16-99DA-42EB-84D9-5A469A968DED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35D8264-F495-4BC4-AA8D-7D018B29DD0A}">
      <dgm:prSet/>
      <dgm:spPr/>
      <dgm:t>
        <a:bodyPr/>
        <a:lstStyle/>
        <a:p>
          <a:r>
            <a:rPr lang="ru-RU" b="0" i="0"/>
            <a:t>Святослава Ігоревича.</a:t>
          </a:r>
          <a:endParaRPr lang="uk-UA"/>
        </a:p>
      </dgm:t>
    </dgm:pt>
    <dgm:pt modelId="{91D5FDE8-3C5D-41BD-9C97-2F1E23B3C793}" type="parTrans" cxnId="{C95F08AF-039E-4946-9F51-38D674D1654B}">
      <dgm:prSet/>
      <dgm:spPr/>
      <dgm:t>
        <a:bodyPr/>
        <a:lstStyle/>
        <a:p>
          <a:endParaRPr lang="uk-UA"/>
        </a:p>
      </dgm:t>
    </dgm:pt>
    <dgm:pt modelId="{EDE4D84F-4417-47B2-A59E-92919FF88392}" type="sibTrans" cxnId="{C95F08AF-039E-4946-9F51-38D674D1654B}">
      <dgm:prSet/>
      <dgm:spPr/>
      <dgm:t>
        <a:bodyPr/>
        <a:lstStyle/>
        <a:p>
          <a:endParaRPr lang="uk-UA"/>
        </a:p>
      </dgm:t>
    </dgm:pt>
    <dgm:pt modelId="{A2CB3E0F-DDD2-48D0-AE72-A4B92B2B2184}">
      <dgm:prSet/>
      <dgm:spPr/>
      <dgm:t>
        <a:bodyPr/>
        <a:lstStyle/>
        <a:p>
          <a:r>
            <a:rPr lang="ru-RU" b="0" i="0"/>
            <a:t>Володимира Святославича.</a:t>
          </a:r>
          <a:endParaRPr lang="uk-UA"/>
        </a:p>
      </dgm:t>
    </dgm:pt>
    <dgm:pt modelId="{68275AE9-897F-4FBE-BB9D-67430F254A0E}" type="parTrans" cxnId="{CC00682D-ADF7-4473-A2B5-47D313127577}">
      <dgm:prSet/>
      <dgm:spPr/>
      <dgm:t>
        <a:bodyPr/>
        <a:lstStyle/>
        <a:p>
          <a:endParaRPr lang="uk-UA"/>
        </a:p>
      </dgm:t>
    </dgm:pt>
    <dgm:pt modelId="{CCB2350E-A5C5-4678-A42B-D81D295288E5}" type="sibTrans" cxnId="{CC00682D-ADF7-4473-A2B5-47D313127577}">
      <dgm:prSet/>
      <dgm:spPr/>
      <dgm:t>
        <a:bodyPr/>
        <a:lstStyle/>
        <a:p>
          <a:endParaRPr lang="uk-UA"/>
        </a:p>
      </dgm:t>
    </dgm:pt>
    <dgm:pt modelId="{B092D7F5-89EF-4575-8862-09D7917E46FA}">
      <dgm:prSet/>
      <dgm:spPr/>
      <dgm:t>
        <a:bodyPr/>
        <a:lstStyle/>
        <a:p>
          <a:r>
            <a:rPr lang="ru-RU" b="0" i="0"/>
            <a:t>Ярослава Володимировича.</a:t>
          </a:r>
          <a:endParaRPr lang="uk-UA"/>
        </a:p>
      </dgm:t>
    </dgm:pt>
    <dgm:pt modelId="{6927EF30-C728-452C-8899-DB30F420DC14}" type="parTrans" cxnId="{214FDF68-D608-4FBE-B254-2CD0E227C73B}">
      <dgm:prSet/>
      <dgm:spPr/>
      <dgm:t>
        <a:bodyPr/>
        <a:lstStyle/>
        <a:p>
          <a:endParaRPr lang="uk-UA"/>
        </a:p>
      </dgm:t>
    </dgm:pt>
    <dgm:pt modelId="{4388109F-20EC-4FC7-8013-F53D6E441DFE}" type="sibTrans" cxnId="{214FDF68-D608-4FBE-B254-2CD0E227C73B}">
      <dgm:prSet/>
      <dgm:spPr/>
      <dgm:t>
        <a:bodyPr/>
        <a:lstStyle/>
        <a:p>
          <a:endParaRPr lang="uk-UA"/>
        </a:p>
      </dgm:t>
    </dgm:pt>
    <dgm:pt modelId="{38A7B851-D286-4850-B269-73FF5EB4B70A}">
      <dgm:prSet/>
      <dgm:spPr/>
      <dgm:t>
        <a:bodyPr/>
        <a:lstStyle/>
        <a:p>
          <a:r>
            <a:rPr lang="ru-RU" b="0" i="0"/>
            <a:t>Володимира Всеволодовича.</a:t>
          </a:r>
          <a:endParaRPr lang="uk-UA"/>
        </a:p>
      </dgm:t>
    </dgm:pt>
    <dgm:pt modelId="{6E41A800-4C0D-4B36-94E3-74DCD70A6784}" type="parTrans" cxnId="{97A7B51B-6087-4431-B25A-14EF06C55F51}">
      <dgm:prSet/>
      <dgm:spPr/>
      <dgm:t>
        <a:bodyPr/>
        <a:lstStyle/>
        <a:p>
          <a:endParaRPr lang="uk-UA"/>
        </a:p>
      </dgm:t>
    </dgm:pt>
    <dgm:pt modelId="{210B0AD4-1792-43B8-B351-F03681B5B318}" type="sibTrans" cxnId="{97A7B51B-6087-4431-B25A-14EF06C55F51}">
      <dgm:prSet/>
      <dgm:spPr/>
      <dgm:t>
        <a:bodyPr/>
        <a:lstStyle/>
        <a:p>
          <a:endParaRPr lang="uk-UA"/>
        </a:p>
      </dgm:t>
    </dgm:pt>
    <dgm:pt modelId="{90DFF6BC-481F-4CA1-877F-742923FE05D3}" type="pres">
      <dgm:prSet presAssocID="{7E6F8D16-99DA-42EB-84D9-5A469A968DED}" presName="Name0" presStyleCnt="0">
        <dgm:presLayoutVars>
          <dgm:chMax val="7"/>
          <dgm:chPref val="7"/>
          <dgm:dir/>
        </dgm:presLayoutVars>
      </dgm:prSet>
      <dgm:spPr/>
    </dgm:pt>
    <dgm:pt modelId="{E69C17E9-1B39-4409-8B63-B8A17464C16C}" type="pres">
      <dgm:prSet presAssocID="{7E6F8D16-99DA-42EB-84D9-5A469A968DED}" presName="Name1" presStyleCnt="0"/>
      <dgm:spPr/>
    </dgm:pt>
    <dgm:pt modelId="{C2603256-B105-445A-B0F2-862A5B631B78}" type="pres">
      <dgm:prSet presAssocID="{7E6F8D16-99DA-42EB-84D9-5A469A968DED}" presName="cycle" presStyleCnt="0"/>
      <dgm:spPr/>
    </dgm:pt>
    <dgm:pt modelId="{B6357F27-4019-4BCA-BC27-535BB5C1A8B6}" type="pres">
      <dgm:prSet presAssocID="{7E6F8D16-99DA-42EB-84D9-5A469A968DED}" presName="srcNode" presStyleLbl="node1" presStyleIdx="0" presStyleCnt="4"/>
      <dgm:spPr/>
    </dgm:pt>
    <dgm:pt modelId="{DB8F58AF-6DC4-49F3-9F54-8EA5CE34D199}" type="pres">
      <dgm:prSet presAssocID="{7E6F8D16-99DA-42EB-84D9-5A469A968DED}" presName="conn" presStyleLbl="parChTrans1D2" presStyleIdx="0" presStyleCnt="1"/>
      <dgm:spPr/>
    </dgm:pt>
    <dgm:pt modelId="{4D862D46-3B53-4187-8E2E-DD13ECD3CACB}" type="pres">
      <dgm:prSet presAssocID="{7E6F8D16-99DA-42EB-84D9-5A469A968DED}" presName="extraNode" presStyleLbl="node1" presStyleIdx="0" presStyleCnt="4"/>
      <dgm:spPr/>
    </dgm:pt>
    <dgm:pt modelId="{3DE29E54-0B0E-4A09-93F2-DC2EC7A71F01}" type="pres">
      <dgm:prSet presAssocID="{7E6F8D16-99DA-42EB-84D9-5A469A968DED}" presName="dstNode" presStyleLbl="node1" presStyleIdx="0" presStyleCnt="4"/>
      <dgm:spPr/>
    </dgm:pt>
    <dgm:pt modelId="{A4AF33B6-B7A7-45B7-935C-7EAD531E8554}" type="pres">
      <dgm:prSet presAssocID="{D35D8264-F495-4BC4-AA8D-7D018B29DD0A}" presName="text_1" presStyleLbl="node1" presStyleIdx="0" presStyleCnt="4">
        <dgm:presLayoutVars>
          <dgm:bulletEnabled val="1"/>
        </dgm:presLayoutVars>
      </dgm:prSet>
      <dgm:spPr/>
    </dgm:pt>
    <dgm:pt modelId="{A7EC05AB-E58B-4895-9748-9EC611B459CD}" type="pres">
      <dgm:prSet presAssocID="{D35D8264-F495-4BC4-AA8D-7D018B29DD0A}" presName="accent_1" presStyleCnt="0"/>
      <dgm:spPr/>
    </dgm:pt>
    <dgm:pt modelId="{6617809B-D33F-4D65-8E33-2E694D93ED9E}" type="pres">
      <dgm:prSet presAssocID="{D35D8264-F495-4BC4-AA8D-7D018B29DD0A}" presName="accentRepeatNode" presStyleLbl="solidFgAcc1" presStyleIdx="0" presStyleCnt="4"/>
      <dgm:spPr/>
    </dgm:pt>
    <dgm:pt modelId="{5D48B84E-1011-451E-AA2C-3C0222B75EFF}" type="pres">
      <dgm:prSet presAssocID="{A2CB3E0F-DDD2-48D0-AE72-A4B92B2B2184}" presName="text_2" presStyleLbl="node1" presStyleIdx="1" presStyleCnt="4">
        <dgm:presLayoutVars>
          <dgm:bulletEnabled val="1"/>
        </dgm:presLayoutVars>
      </dgm:prSet>
      <dgm:spPr/>
    </dgm:pt>
    <dgm:pt modelId="{EDCF09B8-0AA6-4D4B-B6B9-61C6A19FA9CE}" type="pres">
      <dgm:prSet presAssocID="{A2CB3E0F-DDD2-48D0-AE72-A4B92B2B2184}" presName="accent_2" presStyleCnt="0"/>
      <dgm:spPr/>
    </dgm:pt>
    <dgm:pt modelId="{C8F7B372-F460-4FF0-A4FD-E568211B2A65}" type="pres">
      <dgm:prSet presAssocID="{A2CB3E0F-DDD2-48D0-AE72-A4B92B2B2184}" presName="accentRepeatNode" presStyleLbl="solidFgAcc1" presStyleIdx="1" presStyleCnt="4"/>
      <dgm:spPr/>
    </dgm:pt>
    <dgm:pt modelId="{69165272-8C77-4992-8AF5-1B1241D3CB62}" type="pres">
      <dgm:prSet presAssocID="{B092D7F5-89EF-4575-8862-09D7917E46FA}" presName="text_3" presStyleLbl="node1" presStyleIdx="2" presStyleCnt="4">
        <dgm:presLayoutVars>
          <dgm:bulletEnabled val="1"/>
        </dgm:presLayoutVars>
      </dgm:prSet>
      <dgm:spPr/>
    </dgm:pt>
    <dgm:pt modelId="{C658D075-26E2-4576-8A07-3B75DC329C0D}" type="pres">
      <dgm:prSet presAssocID="{B092D7F5-89EF-4575-8862-09D7917E46FA}" presName="accent_3" presStyleCnt="0"/>
      <dgm:spPr/>
    </dgm:pt>
    <dgm:pt modelId="{607BD443-1C75-4B8E-BF04-786022D89F2F}" type="pres">
      <dgm:prSet presAssocID="{B092D7F5-89EF-4575-8862-09D7917E46FA}" presName="accentRepeatNode" presStyleLbl="solidFgAcc1" presStyleIdx="2" presStyleCnt="4"/>
      <dgm:spPr/>
    </dgm:pt>
    <dgm:pt modelId="{B507DD72-16F3-4DDE-9F8D-8E302DC5FD12}" type="pres">
      <dgm:prSet presAssocID="{38A7B851-D286-4850-B269-73FF5EB4B70A}" presName="text_4" presStyleLbl="node1" presStyleIdx="3" presStyleCnt="4">
        <dgm:presLayoutVars>
          <dgm:bulletEnabled val="1"/>
        </dgm:presLayoutVars>
      </dgm:prSet>
      <dgm:spPr/>
    </dgm:pt>
    <dgm:pt modelId="{67DA04EC-0176-4D74-80A0-566442A38F27}" type="pres">
      <dgm:prSet presAssocID="{38A7B851-D286-4850-B269-73FF5EB4B70A}" presName="accent_4" presStyleCnt="0"/>
      <dgm:spPr/>
    </dgm:pt>
    <dgm:pt modelId="{BCED44F8-D65E-456F-81B3-FD4FFD6A5736}" type="pres">
      <dgm:prSet presAssocID="{38A7B851-D286-4850-B269-73FF5EB4B70A}" presName="accentRepeatNode" presStyleLbl="solidFgAcc1" presStyleIdx="3" presStyleCnt="4"/>
      <dgm:spPr/>
    </dgm:pt>
  </dgm:ptLst>
  <dgm:cxnLst>
    <dgm:cxn modelId="{97A7B51B-6087-4431-B25A-14EF06C55F51}" srcId="{7E6F8D16-99DA-42EB-84D9-5A469A968DED}" destId="{38A7B851-D286-4850-B269-73FF5EB4B70A}" srcOrd="3" destOrd="0" parTransId="{6E41A800-4C0D-4B36-94E3-74DCD70A6784}" sibTransId="{210B0AD4-1792-43B8-B351-F03681B5B318}"/>
    <dgm:cxn modelId="{CC00682D-ADF7-4473-A2B5-47D313127577}" srcId="{7E6F8D16-99DA-42EB-84D9-5A469A968DED}" destId="{A2CB3E0F-DDD2-48D0-AE72-A4B92B2B2184}" srcOrd="1" destOrd="0" parTransId="{68275AE9-897F-4FBE-BB9D-67430F254A0E}" sibTransId="{CCB2350E-A5C5-4678-A42B-D81D295288E5}"/>
    <dgm:cxn modelId="{ECA3D737-39F7-44E8-8177-29F571AFE5AB}" type="presOf" srcId="{EDE4D84F-4417-47B2-A59E-92919FF88392}" destId="{DB8F58AF-6DC4-49F3-9F54-8EA5CE34D199}" srcOrd="0" destOrd="0" presId="urn:microsoft.com/office/officeart/2008/layout/VerticalCurvedList"/>
    <dgm:cxn modelId="{3362A43F-78A9-42EA-BB6E-4B375302BFC9}" type="presOf" srcId="{38A7B851-D286-4850-B269-73FF5EB4B70A}" destId="{B507DD72-16F3-4DDE-9F8D-8E302DC5FD12}" srcOrd="0" destOrd="0" presId="urn:microsoft.com/office/officeart/2008/layout/VerticalCurvedList"/>
    <dgm:cxn modelId="{214FDF68-D608-4FBE-B254-2CD0E227C73B}" srcId="{7E6F8D16-99DA-42EB-84D9-5A469A968DED}" destId="{B092D7F5-89EF-4575-8862-09D7917E46FA}" srcOrd="2" destOrd="0" parTransId="{6927EF30-C728-452C-8899-DB30F420DC14}" sibTransId="{4388109F-20EC-4FC7-8013-F53D6E441DFE}"/>
    <dgm:cxn modelId="{9CF3846B-38F4-4EC5-98B8-071E37534711}" type="presOf" srcId="{B092D7F5-89EF-4575-8862-09D7917E46FA}" destId="{69165272-8C77-4992-8AF5-1B1241D3CB62}" srcOrd="0" destOrd="0" presId="urn:microsoft.com/office/officeart/2008/layout/VerticalCurvedList"/>
    <dgm:cxn modelId="{7737FD72-50DF-44E7-82DC-5D4EC8FBB803}" type="presOf" srcId="{A2CB3E0F-DDD2-48D0-AE72-A4B92B2B2184}" destId="{5D48B84E-1011-451E-AA2C-3C0222B75EFF}" srcOrd="0" destOrd="0" presId="urn:microsoft.com/office/officeart/2008/layout/VerticalCurvedList"/>
    <dgm:cxn modelId="{C95F08AF-039E-4946-9F51-38D674D1654B}" srcId="{7E6F8D16-99DA-42EB-84D9-5A469A968DED}" destId="{D35D8264-F495-4BC4-AA8D-7D018B29DD0A}" srcOrd="0" destOrd="0" parTransId="{91D5FDE8-3C5D-41BD-9C97-2F1E23B3C793}" sibTransId="{EDE4D84F-4417-47B2-A59E-92919FF88392}"/>
    <dgm:cxn modelId="{69D2DBC4-50A3-469C-B9EA-AF84E366722E}" type="presOf" srcId="{D35D8264-F495-4BC4-AA8D-7D018B29DD0A}" destId="{A4AF33B6-B7A7-45B7-935C-7EAD531E8554}" srcOrd="0" destOrd="0" presId="urn:microsoft.com/office/officeart/2008/layout/VerticalCurvedList"/>
    <dgm:cxn modelId="{6AB6DED0-94D6-4C10-85B9-AC5AEDE5FC80}" type="presOf" srcId="{7E6F8D16-99DA-42EB-84D9-5A469A968DED}" destId="{90DFF6BC-481F-4CA1-877F-742923FE05D3}" srcOrd="0" destOrd="0" presId="urn:microsoft.com/office/officeart/2008/layout/VerticalCurvedList"/>
    <dgm:cxn modelId="{6F5154A4-1860-4BC1-A723-45FC2AB145AC}" type="presParOf" srcId="{90DFF6BC-481F-4CA1-877F-742923FE05D3}" destId="{E69C17E9-1B39-4409-8B63-B8A17464C16C}" srcOrd="0" destOrd="0" presId="urn:microsoft.com/office/officeart/2008/layout/VerticalCurvedList"/>
    <dgm:cxn modelId="{9B7AB392-9FEE-4F3E-BC8A-08F4C59D9ECF}" type="presParOf" srcId="{E69C17E9-1B39-4409-8B63-B8A17464C16C}" destId="{C2603256-B105-445A-B0F2-862A5B631B78}" srcOrd="0" destOrd="0" presId="urn:microsoft.com/office/officeart/2008/layout/VerticalCurvedList"/>
    <dgm:cxn modelId="{6068A4E5-C780-4751-AC80-BAA9BF210169}" type="presParOf" srcId="{C2603256-B105-445A-B0F2-862A5B631B78}" destId="{B6357F27-4019-4BCA-BC27-535BB5C1A8B6}" srcOrd="0" destOrd="0" presId="urn:microsoft.com/office/officeart/2008/layout/VerticalCurvedList"/>
    <dgm:cxn modelId="{46B3D557-CA60-41E9-A281-C529EDD8ADD1}" type="presParOf" srcId="{C2603256-B105-445A-B0F2-862A5B631B78}" destId="{DB8F58AF-6DC4-49F3-9F54-8EA5CE34D199}" srcOrd="1" destOrd="0" presId="urn:microsoft.com/office/officeart/2008/layout/VerticalCurvedList"/>
    <dgm:cxn modelId="{2F53AAFF-1195-41BB-9812-E8AF4C3308D1}" type="presParOf" srcId="{C2603256-B105-445A-B0F2-862A5B631B78}" destId="{4D862D46-3B53-4187-8E2E-DD13ECD3CACB}" srcOrd="2" destOrd="0" presId="urn:microsoft.com/office/officeart/2008/layout/VerticalCurvedList"/>
    <dgm:cxn modelId="{F8741232-0298-43BA-8E7A-A16314ABF1FA}" type="presParOf" srcId="{C2603256-B105-445A-B0F2-862A5B631B78}" destId="{3DE29E54-0B0E-4A09-93F2-DC2EC7A71F01}" srcOrd="3" destOrd="0" presId="urn:microsoft.com/office/officeart/2008/layout/VerticalCurvedList"/>
    <dgm:cxn modelId="{76C41962-D8DC-44FE-8637-08DCB088A6B8}" type="presParOf" srcId="{E69C17E9-1B39-4409-8B63-B8A17464C16C}" destId="{A4AF33B6-B7A7-45B7-935C-7EAD531E8554}" srcOrd="1" destOrd="0" presId="urn:microsoft.com/office/officeart/2008/layout/VerticalCurvedList"/>
    <dgm:cxn modelId="{30920ECC-02F5-4ABB-AA1A-1EB165513144}" type="presParOf" srcId="{E69C17E9-1B39-4409-8B63-B8A17464C16C}" destId="{A7EC05AB-E58B-4895-9748-9EC611B459CD}" srcOrd="2" destOrd="0" presId="urn:microsoft.com/office/officeart/2008/layout/VerticalCurvedList"/>
    <dgm:cxn modelId="{BD89C722-81D7-409E-9CA0-51A5B9002BEF}" type="presParOf" srcId="{A7EC05AB-E58B-4895-9748-9EC611B459CD}" destId="{6617809B-D33F-4D65-8E33-2E694D93ED9E}" srcOrd="0" destOrd="0" presId="urn:microsoft.com/office/officeart/2008/layout/VerticalCurvedList"/>
    <dgm:cxn modelId="{E62A11FC-A817-4DA2-908A-8AE2252684D5}" type="presParOf" srcId="{E69C17E9-1B39-4409-8B63-B8A17464C16C}" destId="{5D48B84E-1011-451E-AA2C-3C0222B75EFF}" srcOrd="3" destOrd="0" presId="urn:microsoft.com/office/officeart/2008/layout/VerticalCurvedList"/>
    <dgm:cxn modelId="{F2457C78-4F31-4E1C-B4BA-693572281645}" type="presParOf" srcId="{E69C17E9-1B39-4409-8B63-B8A17464C16C}" destId="{EDCF09B8-0AA6-4D4B-B6B9-61C6A19FA9CE}" srcOrd="4" destOrd="0" presId="urn:microsoft.com/office/officeart/2008/layout/VerticalCurvedList"/>
    <dgm:cxn modelId="{1E008208-73BC-4750-AB9C-0BF4D58B182D}" type="presParOf" srcId="{EDCF09B8-0AA6-4D4B-B6B9-61C6A19FA9CE}" destId="{C8F7B372-F460-4FF0-A4FD-E568211B2A65}" srcOrd="0" destOrd="0" presId="urn:microsoft.com/office/officeart/2008/layout/VerticalCurvedList"/>
    <dgm:cxn modelId="{85E3F96B-5783-418A-9418-4DDF4E18CFD8}" type="presParOf" srcId="{E69C17E9-1B39-4409-8B63-B8A17464C16C}" destId="{69165272-8C77-4992-8AF5-1B1241D3CB62}" srcOrd="5" destOrd="0" presId="urn:microsoft.com/office/officeart/2008/layout/VerticalCurvedList"/>
    <dgm:cxn modelId="{FCEC6F25-9937-47EF-8729-21D89022BA47}" type="presParOf" srcId="{E69C17E9-1B39-4409-8B63-B8A17464C16C}" destId="{C658D075-26E2-4576-8A07-3B75DC329C0D}" srcOrd="6" destOrd="0" presId="urn:microsoft.com/office/officeart/2008/layout/VerticalCurvedList"/>
    <dgm:cxn modelId="{7E8D4619-9020-4F15-AAE2-CC338818A189}" type="presParOf" srcId="{C658D075-26E2-4576-8A07-3B75DC329C0D}" destId="{607BD443-1C75-4B8E-BF04-786022D89F2F}" srcOrd="0" destOrd="0" presId="urn:microsoft.com/office/officeart/2008/layout/VerticalCurvedList"/>
    <dgm:cxn modelId="{68112BE0-2A0D-4FC5-9609-5E780E9F82AD}" type="presParOf" srcId="{E69C17E9-1B39-4409-8B63-B8A17464C16C}" destId="{B507DD72-16F3-4DDE-9F8D-8E302DC5FD12}" srcOrd="7" destOrd="0" presId="urn:microsoft.com/office/officeart/2008/layout/VerticalCurvedList"/>
    <dgm:cxn modelId="{BDC0151A-DC85-42A6-A0A5-18FB88402786}" type="presParOf" srcId="{E69C17E9-1B39-4409-8B63-B8A17464C16C}" destId="{67DA04EC-0176-4D74-80A0-566442A38F27}" srcOrd="8" destOrd="0" presId="urn:microsoft.com/office/officeart/2008/layout/VerticalCurvedList"/>
    <dgm:cxn modelId="{3D1CF82D-2A35-40D0-9D68-C85018362AA8}" type="presParOf" srcId="{67DA04EC-0176-4D74-80A0-566442A38F27}" destId="{BCED44F8-D65E-456F-81B3-FD4FFD6A573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8.xml><?xml version="1.0" encoding="utf-8"?>
<dgm:dataModel xmlns:dgm="http://schemas.openxmlformats.org/drawingml/2006/diagram" xmlns:a="http://schemas.openxmlformats.org/drawingml/2006/main">
  <dgm:ptLst>
    <dgm:pt modelId="{584E032C-7BFD-47D9-B713-81E65D6346EC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4F8611D-3563-4015-B1FC-58CB6E938465}">
      <dgm:prSet/>
      <dgm:spPr/>
      <dgm:t>
        <a:bodyPr/>
        <a:lstStyle/>
        <a:p>
          <a:r>
            <a:rPr lang="ru-RU" b="0" i="0"/>
            <a:t>1054 р.</a:t>
          </a:r>
          <a:endParaRPr lang="uk-UA"/>
        </a:p>
      </dgm:t>
    </dgm:pt>
    <dgm:pt modelId="{12DCBE81-944A-4F01-B7E2-B0A38E2A7533}" type="parTrans" cxnId="{AA0E1BBB-2EB2-4C49-AD12-85C5D2879A3B}">
      <dgm:prSet/>
      <dgm:spPr/>
      <dgm:t>
        <a:bodyPr/>
        <a:lstStyle/>
        <a:p>
          <a:endParaRPr lang="uk-UA"/>
        </a:p>
      </dgm:t>
    </dgm:pt>
    <dgm:pt modelId="{671EB290-57CC-44AB-9FE3-760E8D5AE82C}" type="sibTrans" cxnId="{AA0E1BBB-2EB2-4C49-AD12-85C5D2879A3B}">
      <dgm:prSet/>
      <dgm:spPr/>
      <dgm:t>
        <a:bodyPr/>
        <a:lstStyle/>
        <a:p>
          <a:endParaRPr lang="uk-UA"/>
        </a:p>
      </dgm:t>
    </dgm:pt>
    <dgm:pt modelId="{EF164C39-BDC9-4011-8C9D-C9B655E064AB}">
      <dgm:prSet/>
      <dgm:spPr/>
      <dgm:t>
        <a:bodyPr/>
        <a:lstStyle/>
        <a:p>
          <a:r>
            <a:rPr lang="ru-RU" b="0" i="0"/>
            <a:t>1187 р.</a:t>
          </a:r>
          <a:endParaRPr lang="uk-UA"/>
        </a:p>
      </dgm:t>
    </dgm:pt>
    <dgm:pt modelId="{9B0B03CF-B763-40CF-815D-91BC2F99C686}" type="parTrans" cxnId="{2FC71600-4E5A-43BA-B2C9-1F0948D9C4D3}">
      <dgm:prSet/>
      <dgm:spPr/>
      <dgm:t>
        <a:bodyPr/>
        <a:lstStyle/>
        <a:p>
          <a:endParaRPr lang="uk-UA"/>
        </a:p>
      </dgm:t>
    </dgm:pt>
    <dgm:pt modelId="{DB07F64C-6D20-47CC-A2D5-F051F574D7EA}" type="sibTrans" cxnId="{2FC71600-4E5A-43BA-B2C9-1F0948D9C4D3}">
      <dgm:prSet/>
      <dgm:spPr/>
      <dgm:t>
        <a:bodyPr/>
        <a:lstStyle/>
        <a:p>
          <a:endParaRPr lang="uk-UA"/>
        </a:p>
      </dgm:t>
    </dgm:pt>
    <dgm:pt modelId="{C3D1644D-C804-4E26-AE1A-B8A306956F6A}">
      <dgm:prSet/>
      <dgm:spPr/>
      <dgm:t>
        <a:bodyPr/>
        <a:lstStyle/>
        <a:p>
          <a:r>
            <a:rPr lang="ru-RU" b="0" i="0"/>
            <a:t>1205 р.</a:t>
          </a:r>
          <a:endParaRPr lang="uk-UA"/>
        </a:p>
      </dgm:t>
    </dgm:pt>
    <dgm:pt modelId="{94E17E97-7D08-4C8C-9960-082068626355}" type="parTrans" cxnId="{7E1E61EC-2A25-4F43-A310-DF3013B4BDFF}">
      <dgm:prSet/>
      <dgm:spPr/>
      <dgm:t>
        <a:bodyPr/>
        <a:lstStyle/>
        <a:p>
          <a:endParaRPr lang="uk-UA"/>
        </a:p>
      </dgm:t>
    </dgm:pt>
    <dgm:pt modelId="{DE886886-BB67-4976-B09D-2C38D22C7FB4}" type="sibTrans" cxnId="{7E1E61EC-2A25-4F43-A310-DF3013B4BDFF}">
      <dgm:prSet/>
      <dgm:spPr/>
      <dgm:t>
        <a:bodyPr/>
        <a:lstStyle/>
        <a:p>
          <a:endParaRPr lang="uk-UA"/>
        </a:p>
      </dgm:t>
    </dgm:pt>
    <dgm:pt modelId="{B2B85D74-A2F8-42D5-90AC-94E83CB9D9C1}">
      <dgm:prSet/>
      <dgm:spPr/>
      <dgm:t>
        <a:bodyPr/>
        <a:lstStyle/>
        <a:p>
          <a:r>
            <a:rPr lang="ru-RU" b="0" i="0"/>
            <a:t>1240 р.</a:t>
          </a:r>
          <a:endParaRPr lang="uk-UA"/>
        </a:p>
      </dgm:t>
    </dgm:pt>
    <dgm:pt modelId="{0B79C2B0-EA96-4753-8B52-F65BBECA1056}" type="parTrans" cxnId="{A93BB5D5-0EB7-407D-A263-6A9FE4E93C12}">
      <dgm:prSet/>
      <dgm:spPr/>
      <dgm:t>
        <a:bodyPr/>
        <a:lstStyle/>
        <a:p>
          <a:endParaRPr lang="uk-UA"/>
        </a:p>
      </dgm:t>
    </dgm:pt>
    <dgm:pt modelId="{19E76035-3A36-4461-A444-6BF2536BEA5D}" type="sibTrans" cxnId="{A93BB5D5-0EB7-407D-A263-6A9FE4E93C12}">
      <dgm:prSet/>
      <dgm:spPr/>
      <dgm:t>
        <a:bodyPr/>
        <a:lstStyle/>
        <a:p>
          <a:endParaRPr lang="uk-UA"/>
        </a:p>
      </dgm:t>
    </dgm:pt>
    <dgm:pt modelId="{443F91A9-5C23-4E71-A3CC-6539B1D30990}" type="pres">
      <dgm:prSet presAssocID="{584E032C-7BFD-47D9-B713-81E65D6346EC}" presName="matrix" presStyleCnt="0">
        <dgm:presLayoutVars>
          <dgm:chMax val="1"/>
          <dgm:dir/>
          <dgm:resizeHandles val="exact"/>
        </dgm:presLayoutVars>
      </dgm:prSet>
      <dgm:spPr/>
    </dgm:pt>
    <dgm:pt modelId="{A1299D59-CE36-48DB-9471-7F78F59CE3B8}" type="pres">
      <dgm:prSet presAssocID="{584E032C-7BFD-47D9-B713-81E65D6346EC}" presName="diamond" presStyleLbl="bgShp" presStyleIdx="0" presStyleCnt="1"/>
      <dgm:spPr/>
    </dgm:pt>
    <dgm:pt modelId="{84494022-0F97-425B-BFB3-8158B1290DD2}" type="pres">
      <dgm:prSet presAssocID="{584E032C-7BFD-47D9-B713-81E65D6346EC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725E41D-676D-4BFF-A668-FE599C8066B8}" type="pres">
      <dgm:prSet presAssocID="{584E032C-7BFD-47D9-B713-81E65D6346EC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64B64B8-08B5-4A51-B3D6-132397AADA81}" type="pres">
      <dgm:prSet presAssocID="{584E032C-7BFD-47D9-B713-81E65D6346EC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9D68BDB-07BB-47D6-A5A1-51EB14713A7C}" type="pres">
      <dgm:prSet presAssocID="{584E032C-7BFD-47D9-B713-81E65D6346EC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FC71600-4E5A-43BA-B2C9-1F0948D9C4D3}" srcId="{584E032C-7BFD-47D9-B713-81E65D6346EC}" destId="{EF164C39-BDC9-4011-8C9D-C9B655E064AB}" srcOrd="1" destOrd="0" parTransId="{9B0B03CF-B763-40CF-815D-91BC2F99C686}" sibTransId="{DB07F64C-6D20-47CC-A2D5-F051F574D7EA}"/>
    <dgm:cxn modelId="{711EB556-7A5B-49C4-8A87-425145228C99}" type="presOf" srcId="{EF164C39-BDC9-4011-8C9D-C9B655E064AB}" destId="{A725E41D-676D-4BFF-A668-FE599C8066B8}" srcOrd="0" destOrd="0" presId="urn:microsoft.com/office/officeart/2005/8/layout/matrix3"/>
    <dgm:cxn modelId="{4B18B89F-A9D0-4879-974D-475E0E9A07B2}" type="presOf" srcId="{A4F8611D-3563-4015-B1FC-58CB6E938465}" destId="{84494022-0F97-425B-BFB3-8158B1290DD2}" srcOrd="0" destOrd="0" presId="urn:microsoft.com/office/officeart/2005/8/layout/matrix3"/>
    <dgm:cxn modelId="{FE2069B9-337B-49E4-A7D3-2779A7D9AA55}" type="presOf" srcId="{584E032C-7BFD-47D9-B713-81E65D6346EC}" destId="{443F91A9-5C23-4E71-A3CC-6539B1D30990}" srcOrd="0" destOrd="0" presId="urn:microsoft.com/office/officeart/2005/8/layout/matrix3"/>
    <dgm:cxn modelId="{AA0E1BBB-2EB2-4C49-AD12-85C5D2879A3B}" srcId="{584E032C-7BFD-47D9-B713-81E65D6346EC}" destId="{A4F8611D-3563-4015-B1FC-58CB6E938465}" srcOrd="0" destOrd="0" parTransId="{12DCBE81-944A-4F01-B7E2-B0A38E2A7533}" sibTransId="{671EB290-57CC-44AB-9FE3-760E8D5AE82C}"/>
    <dgm:cxn modelId="{0DF98ECC-BF73-4D3C-97C1-08D45F39F736}" type="presOf" srcId="{B2B85D74-A2F8-42D5-90AC-94E83CB9D9C1}" destId="{A9D68BDB-07BB-47D6-A5A1-51EB14713A7C}" srcOrd="0" destOrd="0" presId="urn:microsoft.com/office/officeart/2005/8/layout/matrix3"/>
    <dgm:cxn modelId="{A93BB5D5-0EB7-407D-A263-6A9FE4E93C12}" srcId="{584E032C-7BFD-47D9-B713-81E65D6346EC}" destId="{B2B85D74-A2F8-42D5-90AC-94E83CB9D9C1}" srcOrd="3" destOrd="0" parTransId="{0B79C2B0-EA96-4753-8B52-F65BBECA1056}" sibTransId="{19E76035-3A36-4461-A444-6BF2536BEA5D}"/>
    <dgm:cxn modelId="{F888ECE8-ABE9-4F29-BEE7-8AB88EE69E02}" type="presOf" srcId="{C3D1644D-C804-4E26-AE1A-B8A306956F6A}" destId="{664B64B8-08B5-4A51-B3D6-132397AADA81}" srcOrd="0" destOrd="0" presId="urn:microsoft.com/office/officeart/2005/8/layout/matrix3"/>
    <dgm:cxn modelId="{7E1E61EC-2A25-4F43-A310-DF3013B4BDFF}" srcId="{584E032C-7BFD-47D9-B713-81E65D6346EC}" destId="{C3D1644D-C804-4E26-AE1A-B8A306956F6A}" srcOrd="2" destOrd="0" parTransId="{94E17E97-7D08-4C8C-9960-082068626355}" sibTransId="{DE886886-BB67-4976-B09D-2C38D22C7FB4}"/>
    <dgm:cxn modelId="{22AC7CC7-FAF5-4975-B064-038928E6022E}" type="presParOf" srcId="{443F91A9-5C23-4E71-A3CC-6539B1D30990}" destId="{A1299D59-CE36-48DB-9471-7F78F59CE3B8}" srcOrd="0" destOrd="0" presId="urn:microsoft.com/office/officeart/2005/8/layout/matrix3"/>
    <dgm:cxn modelId="{8C00BF5C-E445-4496-A9DC-34848F4CE471}" type="presParOf" srcId="{443F91A9-5C23-4E71-A3CC-6539B1D30990}" destId="{84494022-0F97-425B-BFB3-8158B1290DD2}" srcOrd="1" destOrd="0" presId="urn:microsoft.com/office/officeart/2005/8/layout/matrix3"/>
    <dgm:cxn modelId="{AF40CC01-ACF0-4805-8D78-4420DD275199}" type="presParOf" srcId="{443F91A9-5C23-4E71-A3CC-6539B1D30990}" destId="{A725E41D-676D-4BFF-A668-FE599C8066B8}" srcOrd="2" destOrd="0" presId="urn:microsoft.com/office/officeart/2005/8/layout/matrix3"/>
    <dgm:cxn modelId="{E7F1401E-B6BF-472F-BDB5-C18A939F2504}" type="presParOf" srcId="{443F91A9-5C23-4E71-A3CC-6539B1D30990}" destId="{664B64B8-08B5-4A51-B3D6-132397AADA81}" srcOrd="3" destOrd="0" presId="urn:microsoft.com/office/officeart/2005/8/layout/matrix3"/>
    <dgm:cxn modelId="{B5CB5286-206A-40AB-B5D1-59456AA3DB9F}" type="presParOf" srcId="{443F91A9-5C23-4E71-A3CC-6539B1D30990}" destId="{A9D68BDB-07BB-47D6-A5A1-51EB14713A7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9.xml><?xml version="1.0" encoding="utf-8"?>
<dgm:dataModel xmlns:dgm="http://schemas.openxmlformats.org/drawingml/2006/diagram" xmlns:a="http://schemas.openxmlformats.org/drawingml/2006/main">
  <dgm:ptLst>
    <dgm:pt modelId="{B556EFD7-5F94-45FC-9576-E382C23DB0B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B2BB2BE-B909-447C-BA88-F804D92CE270}">
      <dgm:prSet/>
      <dgm:spPr/>
      <dgm:t>
        <a:bodyPr/>
        <a:lstStyle/>
        <a:p>
          <a:r>
            <a:rPr lang="uk-UA" b="0" i="0"/>
            <a:t>на річці Калці</a:t>
          </a:r>
          <a:endParaRPr lang="uk-UA"/>
        </a:p>
      </dgm:t>
    </dgm:pt>
    <dgm:pt modelId="{3F049922-1750-4F44-9690-D9496118F363}" type="parTrans" cxnId="{2FF69C47-C775-43B0-9388-C42D426138C2}">
      <dgm:prSet/>
      <dgm:spPr/>
      <dgm:t>
        <a:bodyPr/>
        <a:lstStyle/>
        <a:p>
          <a:endParaRPr lang="uk-UA"/>
        </a:p>
      </dgm:t>
    </dgm:pt>
    <dgm:pt modelId="{760142EA-CAD4-4AA2-ABF3-81FAE0316D87}" type="sibTrans" cxnId="{2FF69C47-C775-43B0-9388-C42D426138C2}">
      <dgm:prSet/>
      <dgm:spPr/>
      <dgm:t>
        <a:bodyPr/>
        <a:lstStyle/>
        <a:p>
          <a:endParaRPr lang="uk-UA"/>
        </a:p>
      </dgm:t>
    </dgm:pt>
    <dgm:pt modelId="{2F3CFCE4-F5BC-4524-919E-C42535821946}">
      <dgm:prSet/>
      <dgm:spPr/>
      <dgm:t>
        <a:bodyPr/>
        <a:lstStyle/>
        <a:p>
          <a:r>
            <a:rPr lang="uk-UA" b="0" i="0"/>
            <a:t>під Доростолом</a:t>
          </a:r>
          <a:endParaRPr lang="uk-UA"/>
        </a:p>
      </dgm:t>
    </dgm:pt>
    <dgm:pt modelId="{CC56D02D-9D1E-47FA-90D9-BBB89B062157}" type="parTrans" cxnId="{37792586-DFC5-45A1-9E6D-6762CA492AFD}">
      <dgm:prSet/>
      <dgm:spPr/>
      <dgm:t>
        <a:bodyPr/>
        <a:lstStyle/>
        <a:p>
          <a:endParaRPr lang="uk-UA"/>
        </a:p>
      </dgm:t>
    </dgm:pt>
    <dgm:pt modelId="{D467C097-1F09-48DB-A98A-2460E6A59AFA}" type="sibTrans" cxnId="{37792586-DFC5-45A1-9E6D-6762CA492AFD}">
      <dgm:prSet/>
      <dgm:spPr/>
      <dgm:t>
        <a:bodyPr/>
        <a:lstStyle/>
        <a:p>
          <a:endParaRPr lang="uk-UA"/>
        </a:p>
      </dgm:t>
    </dgm:pt>
    <dgm:pt modelId="{88F6DE42-2CE4-40D8-A215-FA5E0AB64ACC}">
      <dgm:prSet/>
      <dgm:spPr/>
      <dgm:t>
        <a:bodyPr/>
        <a:lstStyle/>
        <a:p>
          <a:r>
            <a:rPr lang="uk-UA" b="0" i="0"/>
            <a:t>на річці Ворсклі</a:t>
          </a:r>
          <a:endParaRPr lang="uk-UA"/>
        </a:p>
      </dgm:t>
    </dgm:pt>
    <dgm:pt modelId="{4975E058-1285-4954-9017-744EE808D6DE}" type="parTrans" cxnId="{55F270BE-790F-4869-BE01-486585D004A3}">
      <dgm:prSet/>
      <dgm:spPr/>
      <dgm:t>
        <a:bodyPr/>
        <a:lstStyle/>
        <a:p>
          <a:endParaRPr lang="uk-UA"/>
        </a:p>
      </dgm:t>
    </dgm:pt>
    <dgm:pt modelId="{4AF5A5B5-119C-4E71-832F-3FDB452CDD45}" type="sibTrans" cxnId="{55F270BE-790F-4869-BE01-486585D004A3}">
      <dgm:prSet/>
      <dgm:spPr/>
      <dgm:t>
        <a:bodyPr/>
        <a:lstStyle/>
        <a:p>
          <a:endParaRPr lang="uk-UA"/>
        </a:p>
      </dgm:t>
    </dgm:pt>
    <dgm:pt modelId="{B20BF8A5-5C0F-4DCE-8EDE-B99C7C26CBE8}">
      <dgm:prSet/>
      <dgm:spPr/>
      <dgm:t>
        <a:bodyPr/>
        <a:lstStyle/>
        <a:p>
          <a:r>
            <a:rPr lang="uk-UA" b="0" i="0"/>
            <a:t>під Оршею</a:t>
          </a:r>
          <a:endParaRPr lang="uk-UA"/>
        </a:p>
      </dgm:t>
    </dgm:pt>
    <dgm:pt modelId="{8AAED0F8-535D-4D7F-8F3C-D66B65B749C7}" type="parTrans" cxnId="{8B09444A-CF9F-47FB-9B9D-804D929DC634}">
      <dgm:prSet/>
      <dgm:spPr/>
      <dgm:t>
        <a:bodyPr/>
        <a:lstStyle/>
        <a:p>
          <a:endParaRPr lang="uk-UA"/>
        </a:p>
      </dgm:t>
    </dgm:pt>
    <dgm:pt modelId="{FDAE3EA8-3552-4C40-8925-BCAA980981AD}" type="sibTrans" cxnId="{8B09444A-CF9F-47FB-9B9D-804D929DC634}">
      <dgm:prSet/>
      <dgm:spPr/>
      <dgm:t>
        <a:bodyPr/>
        <a:lstStyle/>
        <a:p>
          <a:endParaRPr lang="uk-UA"/>
        </a:p>
      </dgm:t>
    </dgm:pt>
    <dgm:pt modelId="{29D367B3-946F-4CFC-A24A-E679BDEADC17}" type="pres">
      <dgm:prSet presAssocID="{B556EFD7-5F94-45FC-9576-E382C23DB0B8}" presName="matrix" presStyleCnt="0">
        <dgm:presLayoutVars>
          <dgm:chMax val="1"/>
          <dgm:dir/>
          <dgm:resizeHandles val="exact"/>
        </dgm:presLayoutVars>
      </dgm:prSet>
      <dgm:spPr/>
    </dgm:pt>
    <dgm:pt modelId="{90627E7A-FBC1-49CB-8364-E9E648863613}" type="pres">
      <dgm:prSet presAssocID="{B556EFD7-5F94-45FC-9576-E382C23DB0B8}" presName="diamond" presStyleLbl="bgShp" presStyleIdx="0" presStyleCnt="1"/>
      <dgm:spPr/>
    </dgm:pt>
    <dgm:pt modelId="{B1DA3644-14E5-4F00-876A-4385B2F5F923}" type="pres">
      <dgm:prSet presAssocID="{B556EFD7-5F94-45FC-9576-E382C23DB0B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2E6B8D4-9806-49E2-9437-7B47991B505C}" type="pres">
      <dgm:prSet presAssocID="{B556EFD7-5F94-45FC-9576-E382C23DB0B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EB884B9-2CAA-4DD6-B501-840626FE4488}" type="pres">
      <dgm:prSet presAssocID="{B556EFD7-5F94-45FC-9576-E382C23DB0B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71D2F43-C56D-424D-84F6-A9A4082598BF}" type="pres">
      <dgm:prSet presAssocID="{B556EFD7-5F94-45FC-9576-E382C23DB0B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BE7220E-4273-48F2-9A02-C4A22D16866E}" type="presOf" srcId="{B20BF8A5-5C0F-4DCE-8EDE-B99C7C26CBE8}" destId="{571D2F43-C56D-424D-84F6-A9A4082598BF}" srcOrd="0" destOrd="0" presId="urn:microsoft.com/office/officeart/2005/8/layout/matrix3"/>
    <dgm:cxn modelId="{ACF58544-CE81-469B-A4C0-8E93A25BFE9B}" type="presOf" srcId="{9B2BB2BE-B909-447C-BA88-F804D92CE270}" destId="{B1DA3644-14E5-4F00-876A-4385B2F5F923}" srcOrd="0" destOrd="0" presId="urn:microsoft.com/office/officeart/2005/8/layout/matrix3"/>
    <dgm:cxn modelId="{C6B73D45-DBF3-4BE4-88E1-B63C2BC02A45}" type="presOf" srcId="{B556EFD7-5F94-45FC-9576-E382C23DB0B8}" destId="{29D367B3-946F-4CFC-A24A-E679BDEADC17}" srcOrd="0" destOrd="0" presId="urn:microsoft.com/office/officeart/2005/8/layout/matrix3"/>
    <dgm:cxn modelId="{2FF69C47-C775-43B0-9388-C42D426138C2}" srcId="{B556EFD7-5F94-45FC-9576-E382C23DB0B8}" destId="{9B2BB2BE-B909-447C-BA88-F804D92CE270}" srcOrd="0" destOrd="0" parTransId="{3F049922-1750-4F44-9690-D9496118F363}" sibTransId="{760142EA-CAD4-4AA2-ABF3-81FAE0316D87}"/>
    <dgm:cxn modelId="{8B09444A-CF9F-47FB-9B9D-804D929DC634}" srcId="{B556EFD7-5F94-45FC-9576-E382C23DB0B8}" destId="{B20BF8A5-5C0F-4DCE-8EDE-B99C7C26CBE8}" srcOrd="3" destOrd="0" parTransId="{8AAED0F8-535D-4D7F-8F3C-D66B65B749C7}" sibTransId="{FDAE3EA8-3552-4C40-8925-BCAA980981AD}"/>
    <dgm:cxn modelId="{1C52CA4F-DEF2-45A9-A099-B95CF4446C9B}" type="presOf" srcId="{88F6DE42-2CE4-40D8-A215-FA5E0AB64ACC}" destId="{7EB884B9-2CAA-4DD6-B501-840626FE4488}" srcOrd="0" destOrd="0" presId="urn:microsoft.com/office/officeart/2005/8/layout/matrix3"/>
    <dgm:cxn modelId="{E264BE7B-2B77-42E0-8163-B93F5BE592E4}" type="presOf" srcId="{2F3CFCE4-F5BC-4524-919E-C42535821946}" destId="{12E6B8D4-9806-49E2-9437-7B47991B505C}" srcOrd="0" destOrd="0" presId="urn:microsoft.com/office/officeart/2005/8/layout/matrix3"/>
    <dgm:cxn modelId="{37792586-DFC5-45A1-9E6D-6762CA492AFD}" srcId="{B556EFD7-5F94-45FC-9576-E382C23DB0B8}" destId="{2F3CFCE4-F5BC-4524-919E-C42535821946}" srcOrd="1" destOrd="0" parTransId="{CC56D02D-9D1E-47FA-90D9-BBB89B062157}" sibTransId="{D467C097-1F09-48DB-A98A-2460E6A59AFA}"/>
    <dgm:cxn modelId="{55F270BE-790F-4869-BE01-486585D004A3}" srcId="{B556EFD7-5F94-45FC-9576-E382C23DB0B8}" destId="{88F6DE42-2CE4-40D8-A215-FA5E0AB64ACC}" srcOrd="2" destOrd="0" parTransId="{4975E058-1285-4954-9017-744EE808D6DE}" sibTransId="{4AF5A5B5-119C-4E71-832F-3FDB452CDD45}"/>
    <dgm:cxn modelId="{2E2FC586-49D5-4BCA-9DAA-7B0107B66FBC}" type="presParOf" srcId="{29D367B3-946F-4CFC-A24A-E679BDEADC17}" destId="{90627E7A-FBC1-49CB-8364-E9E648863613}" srcOrd="0" destOrd="0" presId="urn:microsoft.com/office/officeart/2005/8/layout/matrix3"/>
    <dgm:cxn modelId="{DF511934-AE7B-44CB-B92D-BC85C681BF7C}" type="presParOf" srcId="{29D367B3-946F-4CFC-A24A-E679BDEADC17}" destId="{B1DA3644-14E5-4F00-876A-4385B2F5F923}" srcOrd="1" destOrd="0" presId="urn:microsoft.com/office/officeart/2005/8/layout/matrix3"/>
    <dgm:cxn modelId="{01268F89-3051-4687-81B4-AB49694269F5}" type="presParOf" srcId="{29D367B3-946F-4CFC-A24A-E679BDEADC17}" destId="{12E6B8D4-9806-49E2-9437-7B47991B505C}" srcOrd="2" destOrd="0" presId="urn:microsoft.com/office/officeart/2005/8/layout/matrix3"/>
    <dgm:cxn modelId="{4D6FEE25-8B34-439C-ABEF-2AEF7355865D}" type="presParOf" srcId="{29D367B3-946F-4CFC-A24A-E679BDEADC17}" destId="{7EB884B9-2CAA-4DD6-B501-840626FE4488}" srcOrd="3" destOrd="0" presId="urn:microsoft.com/office/officeart/2005/8/layout/matrix3"/>
    <dgm:cxn modelId="{EF9BA536-9A4C-4152-8DA0-D6DCC9902015}" type="presParOf" srcId="{29D367B3-946F-4CFC-A24A-E679BDEADC17}" destId="{571D2F43-C56D-424D-84F6-A9A4082598B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0.xml><?xml version="1.0" encoding="utf-8"?>
<dgm:dataModel xmlns:dgm="http://schemas.openxmlformats.org/drawingml/2006/diagram" xmlns:a="http://schemas.openxmlformats.org/drawingml/2006/main">
  <dgm:ptLst>
    <dgm:pt modelId="{8DCB54D0-5AB4-48E4-9203-73A781DEFC3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D2D85F4-72AA-4EFA-A6D7-85FE7DECE66F}">
      <dgm:prSet/>
      <dgm:spPr/>
      <dgm:t>
        <a:bodyPr/>
        <a:lstStyle/>
        <a:p>
          <a:r>
            <a:rPr lang="uk-UA" b="0" i="1"/>
            <a:t>«Коли Ярослав був у Новгороді, йому прийшла звістка, що печеніги оточують Київ. Ярослав же, зібравши багато війська з варягів та слов’ян,.. прийшов до Києва та вступив у свій город…»</a:t>
          </a:r>
          <a:endParaRPr lang="uk-UA"/>
        </a:p>
      </dgm:t>
    </dgm:pt>
    <dgm:pt modelId="{E0D574EC-6EFD-43D6-9BE4-AA23F63DBCBE}" type="parTrans" cxnId="{016D36DF-710B-4A6D-8605-6B2AB24B79D5}">
      <dgm:prSet/>
      <dgm:spPr/>
      <dgm:t>
        <a:bodyPr/>
        <a:lstStyle/>
        <a:p>
          <a:endParaRPr lang="uk-UA"/>
        </a:p>
      </dgm:t>
    </dgm:pt>
    <dgm:pt modelId="{02DD744B-FE5A-490F-A86C-3C101A87E0AB}" type="sibTrans" cxnId="{016D36DF-710B-4A6D-8605-6B2AB24B79D5}">
      <dgm:prSet/>
      <dgm:spPr/>
      <dgm:t>
        <a:bodyPr/>
        <a:lstStyle/>
        <a:p>
          <a:endParaRPr lang="uk-UA"/>
        </a:p>
      </dgm:t>
    </dgm:pt>
    <dgm:pt modelId="{0FD2CE08-FB4C-4CAC-8E05-33DB07C3F8E1}">
      <dgm:prSet/>
      <dgm:spPr/>
      <dgm:t>
        <a:bodyPr/>
        <a:lstStyle/>
        <a:p>
          <a:r>
            <a:rPr lang="uk-UA" b="0" i="1"/>
            <a:t>«…почав міжусобну війну Всеслав, син Брячеслава, полоцький і зайняв Новгород. Троє Ярославичів – Ізяслав, Святослав і Всеволод, – об’єднавши військо, пішли на Всеслава лютої зими…»</a:t>
          </a:r>
          <a:endParaRPr lang="uk-UA"/>
        </a:p>
      </dgm:t>
    </dgm:pt>
    <dgm:pt modelId="{72673758-1EDA-4B14-8941-70FED748873E}" type="parTrans" cxnId="{5920A2E2-6E0A-4E1E-88DF-F8F569BF80A7}">
      <dgm:prSet/>
      <dgm:spPr/>
      <dgm:t>
        <a:bodyPr/>
        <a:lstStyle/>
        <a:p>
          <a:endParaRPr lang="uk-UA"/>
        </a:p>
      </dgm:t>
    </dgm:pt>
    <dgm:pt modelId="{05523D59-713A-480C-89CA-90EE0723396E}" type="sibTrans" cxnId="{5920A2E2-6E0A-4E1E-88DF-F8F569BF80A7}">
      <dgm:prSet/>
      <dgm:spPr/>
      <dgm:t>
        <a:bodyPr/>
        <a:lstStyle/>
        <a:p>
          <a:endParaRPr lang="uk-UA"/>
        </a:p>
      </dgm:t>
    </dgm:pt>
    <dgm:pt modelId="{28C528C9-2C6F-4D7F-90AC-D11D30A6DCA0}" type="pres">
      <dgm:prSet presAssocID="{8DCB54D0-5AB4-48E4-9203-73A781DEFC3E}" presName="linear" presStyleCnt="0">
        <dgm:presLayoutVars>
          <dgm:animLvl val="lvl"/>
          <dgm:resizeHandles val="exact"/>
        </dgm:presLayoutVars>
      </dgm:prSet>
      <dgm:spPr/>
    </dgm:pt>
    <dgm:pt modelId="{2BC3A0A1-06CB-47EE-9341-792D8E05E7C2}" type="pres">
      <dgm:prSet presAssocID="{FD2D85F4-72AA-4EFA-A6D7-85FE7DECE66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1898EB8-590D-48B9-8B04-3E4530A75E79}" type="pres">
      <dgm:prSet presAssocID="{02DD744B-FE5A-490F-A86C-3C101A87E0AB}" presName="spacer" presStyleCnt="0"/>
      <dgm:spPr/>
    </dgm:pt>
    <dgm:pt modelId="{BC2E49AE-F3B9-4541-9962-8B91AA4F8680}" type="pres">
      <dgm:prSet presAssocID="{0FD2CE08-FB4C-4CAC-8E05-33DB07C3F8E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16D36DF-710B-4A6D-8605-6B2AB24B79D5}" srcId="{8DCB54D0-5AB4-48E4-9203-73A781DEFC3E}" destId="{FD2D85F4-72AA-4EFA-A6D7-85FE7DECE66F}" srcOrd="0" destOrd="0" parTransId="{E0D574EC-6EFD-43D6-9BE4-AA23F63DBCBE}" sibTransId="{02DD744B-FE5A-490F-A86C-3C101A87E0AB}"/>
    <dgm:cxn modelId="{1BBDD6E1-6B3A-412A-9434-32D302B16115}" type="presOf" srcId="{0FD2CE08-FB4C-4CAC-8E05-33DB07C3F8E1}" destId="{BC2E49AE-F3B9-4541-9962-8B91AA4F8680}" srcOrd="0" destOrd="0" presId="urn:microsoft.com/office/officeart/2005/8/layout/vList2"/>
    <dgm:cxn modelId="{5920A2E2-6E0A-4E1E-88DF-F8F569BF80A7}" srcId="{8DCB54D0-5AB4-48E4-9203-73A781DEFC3E}" destId="{0FD2CE08-FB4C-4CAC-8E05-33DB07C3F8E1}" srcOrd="1" destOrd="0" parTransId="{72673758-1EDA-4B14-8941-70FED748873E}" sibTransId="{05523D59-713A-480C-89CA-90EE0723396E}"/>
    <dgm:cxn modelId="{A415B5F4-0586-453F-ABF0-DBCC37CC227A}" type="presOf" srcId="{8DCB54D0-5AB4-48E4-9203-73A781DEFC3E}" destId="{28C528C9-2C6F-4D7F-90AC-D11D30A6DCA0}" srcOrd="0" destOrd="0" presId="urn:microsoft.com/office/officeart/2005/8/layout/vList2"/>
    <dgm:cxn modelId="{CD75F9F9-EA19-4A1D-9DEE-8F3CB5813DC9}" type="presOf" srcId="{FD2D85F4-72AA-4EFA-A6D7-85FE7DECE66F}" destId="{2BC3A0A1-06CB-47EE-9341-792D8E05E7C2}" srcOrd="0" destOrd="0" presId="urn:microsoft.com/office/officeart/2005/8/layout/vList2"/>
    <dgm:cxn modelId="{C9DF7092-2264-4FBF-80CD-EB8ACE24BE34}" type="presParOf" srcId="{28C528C9-2C6F-4D7F-90AC-D11D30A6DCA0}" destId="{2BC3A0A1-06CB-47EE-9341-792D8E05E7C2}" srcOrd="0" destOrd="0" presId="urn:microsoft.com/office/officeart/2005/8/layout/vList2"/>
    <dgm:cxn modelId="{92E95773-E69F-4D03-B85F-34ACA806EA78}" type="presParOf" srcId="{28C528C9-2C6F-4D7F-90AC-D11D30A6DCA0}" destId="{21898EB8-590D-48B9-8B04-3E4530A75E79}" srcOrd="1" destOrd="0" presId="urn:microsoft.com/office/officeart/2005/8/layout/vList2"/>
    <dgm:cxn modelId="{10DE8D95-B906-48DA-853B-DA86C80E84C6}" type="presParOf" srcId="{28C528C9-2C6F-4D7F-90AC-D11D30A6DCA0}" destId="{BC2E49AE-F3B9-4541-9962-8B91AA4F868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1.xml><?xml version="1.0" encoding="utf-8"?>
<dgm:dataModel xmlns:dgm="http://schemas.openxmlformats.org/drawingml/2006/diagram" xmlns:a="http://schemas.openxmlformats.org/drawingml/2006/main">
  <dgm:ptLst>
    <dgm:pt modelId="{DCD96B2C-6211-49A8-B069-678C7F43F5A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540DFC8-2807-4E9F-B033-CBF2FB12DDA3}">
      <dgm:prSet/>
      <dgm:spPr/>
      <dgm:t>
        <a:bodyPr/>
        <a:lstStyle/>
        <a:p>
          <a:r>
            <a:rPr lang="uk-UA" b="0" i="1"/>
            <a:t>«Тепер же заповідаю стіл свій у Києві старшому синові моєму, братові вашому Ізяславу, його слухайте, як слухали мене, хай він замінить вам мене. А Святославу – Чернігів, а Всеволоду – Переяслав, а Вячеславу – Смоленськ…»</a:t>
          </a:r>
          <a:endParaRPr lang="uk-UA"/>
        </a:p>
      </dgm:t>
    </dgm:pt>
    <dgm:pt modelId="{0E4CB94D-CCF8-4FDF-A52A-EC4681B434EB}" type="parTrans" cxnId="{DA12BF30-A355-4E2C-B8F0-991073B5051D}">
      <dgm:prSet/>
      <dgm:spPr/>
      <dgm:t>
        <a:bodyPr/>
        <a:lstStyle/>
        <a:p>
          <a:endParaRPr lang="uk-UA"/>
        </a:p>
      </dgm:t>
    </dgm:pt>
    <dgm:pt modelId="{C5FF0C94-A306-47E6-AA19-769E229725FF}" type="sibTrans" cxnId="{DA12BF30-A355-4E2C-B8F0-991073B5051D}">
      <dgm:prSet/>
      <dgm:spPr/>
      <dgm:t>
        <a:bodyPr/>
        <a:lstStyle/>
        <a:p>
          <a:endParaRPr lang="uk-UA"/>
        </a:p>
      </dgm:t>
    </dgm:pt>
    <dgm:pt modelId="{AABC2F76-3275-429E-8CD3-D273E78BAA69}">
      <dgm:prSet/>
      <dgm:spPr/>
      <dgm:t>
        <a:bodyPr/>
        <a:lstStyle/>
        <a:p>
          <a:r>
            <a:rPr lang="uk-UA" b="0" i="1"/>
            <a:t>«І хай кожен тримає отчину свою: Святополк – Київ, Ізяславів [уділ], Володимир – Всеволодів [уділ], Давид, Олег і Ярослав – Святославів [уділ]; іншим хай будуть города, які їм роздав Всеволод…»</a:t>
          </a:r>
          <a:endParaRPr lang="uk-UA"/>
        </a:p>
      </dgm:t>
    </dgm:pt>
    <dgm:pt modelId="{38128899-2AE5-4873-9302-4FDBC32553D5}" type="parTrans" cxnId="{FFA7736A-0771-4705-BFAF-9F19E0CBE49F}">
      <dgm:prSet/>
      <dgm:spPr/>
      <dgm:t>
        <a:bodyPr/>
        <a:lstStyle/>
        <a:p>
          <a:endParaRPr lang="uk-UA"/>
        </a:p>
      </dgm:t>
    </dgm:pt>
    <dgm:pt modelId="{BFEF2709-0CD9-49B4-806E-B9645537AC3A}" type="sibTrans" cxnId="{FFA7736A-0771-4705-BFAF-9F19E0CBE49F}">
      <dgm:prSet/>
      <dgm:spPr/>
      <dgm:t>
        <a:bodyPr/>
        <a:lstStyle/>
        <a:p>
          <a:endParaRPr lang="uk-UA"/>
        </a:p>
      </dgm:t>
    </dgm:pt>
    <dgm:pt modelId="{C346231B-2DEC-4D6B-8D68-36356B12CE98}" type="pres">
      <dgm:prSet presAssocID="{DCD96B2C-6211-49A8-B069-678C7F43F5A7}" presName="linear" presStyleCnt="0">
        <dgm:presLayoutVars>
          <dgm:animLvl val="lvl"/>
          <dgm:resizeHandles val="exact"/>
        </dgm:presLayoutVars>
      </dgm:prSet>
      <dgm:spPr/>
    </dgm:pt>
    <dgm:pt modelId="{AE24E8E7-B630-4CBB-96DB-612B90006D2E}" type="pres">
      <dgm:prSet presAssocID="{F540DFC8-2807-4E9F-B033-CBF2FB12DDA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2E1F0F9-EDF6-44F3-9856-6562425528F3}" type="pres">
      <dgm:prSet presAssocID="{C5FF0C94-A306-47E6-AA19-769E229725FF}" presName="spacer" presStyleCnt="0"/>
      <dgm:spPr/>
    </dgm:pt>
    <dgm:pt modelId="{90A8C8B5-81E0-44A4-BA4A-88F2D1AEC4E2}" type="pres">
      <dgm:prSet presAssocID="{AABC2F76-3275-429E-8CD3-D273E78BAA6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981821F-0E15-40DE-8FB7-B3C7BAF97E09}" type="presOf" srcId="{AABC2F76-3275-429E-8CD3-D273E78BAA69}" destId="{90A8C8B5-81E0-44A4-BA4A-88F2D1AEC4E2}" srcOrd="0" destOrd="0" presId="urn:microsoft.com/office/officeart/2005/8/layout/vList2"/>
    <dgm:cxn modelId="{DA12BF30-A355-4E2C-B8F0-991073B5051D}" srcId="{DCD96B2C-6211-49A8-B069-678C7F43F5A7}" destId="{F540DFC8-2807-4E9F-B033-CBF2FB12DDA3}" srcOrd="0" destOrd="0" parTransId="{0E4CB94D-CCF8-4FDF-A52A-EC4681B434EB}" sibTransId="{C5FF0C94-A306-47E6-AA19-769E229725FF}"/>
    <dgm:cxn modelId="{FFA7736A-0771-4705-BFAF-9F19E0CBE49F}" srcId="{DCD96B2C-6211-49A8-B069-678C7F43F5A7}" destId="{AABC2F76-3275-429E-8CD3-D273E78BAA69}" srcOrd="1" destOrd="0" parTransId="{38128899-2AE5-4873-9302-4FDBC32553D5}" sibTransId="{BFEF2709-0CD9-49B4-806E-B9645537AC3A}"/>
    <dgm:cxn modelId="{E40B1BD5-816F-4C9E-A4D7-B3DD16F4418C}" type="presOf" srcId="{F540DFC8-2807-4E9F-B033-CBF2FB12DDA3}" destId="{AE24E8E7-B630-4CBB-96DB-612B90006D2E}" srcOrd="0" destOrd="0" presId="urn:microsoft.com/office/officeart/2005/8/layout/vList2"/>
    <dgm:cxn modelId="{C05719FC-71CD-432F-9309-4F54732EB53F}" type="presOf" srcId="{DCD96B2C-6211-49A8-B069-678C7F43F5A7}" destId="{C346231B-2DEC-4D6B-8D68-36356B12CE98}" srcOrd="0" destOrd="0" presId="urn:microsoft.com/office/officeart/2005/8/layout/vList2"/>
    <dgm:cxn modelId="{5B90CA14-98EC-4422-B781-457E13926E9B}" type="presParOf" srcId="{C346231B-2DEC-4D6B-8D68-36356B12CE98}" destId="{AE24E8E7-B630-4CBB-96DB-612B90006D2E}" srcOrd="0" destOrd="0" presId="urn:microsoft.com/office/officeart/2005/8/layout/vList2"/>
    <dgm:cxn modelId="{E2E79552-4F95-4C89-861C-7B32641CAFC8}" type="presParOf" srcId="{C346231B-2DEC-4D6B-8D68-36356B12CE98}" destId="{22E1F0F9-EDF6-44F3-9856-6562425528F3}" srcOrd="1" destOrd="0" presId="urn:microsoft.com/office/officeart/2005/8/layout/vList2"/>
    <dgm:cxn modelId="{A3A5E760-91C9-4E84-B4E0-3AAF7E21E63F}" type="presParOf" srcId="{C346231B-2DEC-4D6B-8D68-36356B12CE98}" destId="{90A8C8B5-81E0-44A4-BA4A-88F2D1AEC4E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2.xml><?xml version="1.0" encoding="utf-8"?>
<dgm:dataModel xmlns:dgm="http://schemas.openxmlformats.org/drawingml/2006/diagram" xmlns:a="http://schemas.openxmlformats.org/drawingml/2006/main">
  <dgm:ptLst>
    <dgm:pt modelId="{94745688-91FB-4952-9910-D681865DBCA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5FE1165-F548-4523-8147-0A0765606021}">
      <dgm:prSet/>
      <dgm:spPr/>
      <dgm:t>
        <a:bodyPr/>
        <a:lstStyle/>
        <a:p>
          <a:r>
            <a:rPr lang="uk-UA" b="0" i="0"/>
            <a:t>Володимир Великий і Ярослав Мудрий.</a:t>
          </a:r>
          <a:endParaRPr lang="uk-UA"/>
        </a:p>
      </dgm:t>
    </dgm:pt>
    <dgm:pt modelId="{9C354888-A731-4EDA-8B6E-E96337D3AF79}" type="parTrans" cxnId="{D6FCF775-B9E6-45A1-84AE-284AB3E25783}">
      <dgm:prSet/>
      <dgm:spPr/>
      <dgm:t>
        <a:bodyPr/>
        <a:lstStyle/>
        <a:p>
          <a:endParaRPr lang="uk-UA"/>
        </a:p>
      </dgm:t>
    </dgm:pt>
    <dgm:pt modelId="{A4CAFAB6-4E0E-4030-89AE-0AD29287EAF9}" type="sibTrans" cxnId="{D6FCF775-B9E6-45A1-84AE-284AB3E25783}">
      <dgm:prSet/>
      <dgm:spPr/>
      <dgm:t>
        <a:bodyPr/>
        <a:lstStyle/>
        <a:p>
          <a:endParaRPr lang="uk-UA"/>
        </a:p>
      </dgm:t>
    </dgm:pt>
    <dgm:pt modelId="{AAE132F2-4D99-4D3F-BC94-A1E1CF6BCDBF}">
      <dgm:prSet/>
      <dgm:spPr/>
      <dgm:t>
        <a:bodyPr/>
        <a:lstStyle/>
        <a:p>
          <a:r>
            <a:rPr lang="uk-UA" b="0" i="0"/>
            <a:t>Володимир Мономах і Мстислав Великий.</a:t>
          </a:r>
          <a:endParaRPr lang="uk-UA"/>
        </a:p>
      </dgm:t>
    </dgm:pt>
    <dgm:pt modelId="{6702125D-A338-4DCC-BFF8-55A9871FDB19}" type="parTrans" cxnId="{06DC6A7F-A2FA-4DE4-A5DA-163394D7A132}">
      <dgm:prSet/>
      <dgm:spPr/>
      <dgm:t>
        <a:bodyPr/>
        <a:lstStyle/>
        <a:p>
          <a:endParaRPr lang="uk-UA"/>
        </a:p>
      </dgm:t>
    </dgm:pt>
    <dgm:pt modelId="{8EFB6107-8C73-41A0-95A6-4932A3881270}" type="sibTrans" cxnId="{06DC6A7F-A2FA-4DE4-A5DA-163394D7A132}">
      <dgm:prSet/>
      <dgm:spPr/>
      <dgm:t>
        <a:bodyPr/>
        <a:lstStyle/>
        <a:p>
          <a:endParaRPr lang="uk-UA"/>
        </a:p>
      </dgm:t>
    </dgm:pt>
    <dgm:pt modelId="{9E8B9DDF-5FD6-4846-8E88-187FFFFC2E93}">
      <dgm:prSet/>
      <dgm:spPr/>
      <dgm:t>
        <a:bodyPr/>
        <a:lstStyle/>
        <a:p>
          <a:r>
            <a:rPr lang="uk-UA" b="0" i="0"/>
            <a:t>Данило Галицький і Юрій І Львович.</a:t>
          </a:r>
          <a:endParaRPr lang="uk-UA"/>
        </a:p>
      </dgm:t>
    </dgm:pt>
    <dgm:pt modelId="{DCEF5225-1F7D-43D7-85CD-D028565F09D2}" type="parTrans" cxnId="{A37A0A62-1279-4FFE-9A7B-63126BB02E68}">
      <dgm:prSet/>
      <dgm:spPr/>
      <dgm:t>
        <a:bodyPr/>
        <a:lstStyle/>
        <a:p>
          <a:endParaRPr lang="uk-UA"/>
        </a:p>
      </dgm:t>
    </dgm:pt>
    <dgm:pt modelId="{D3FD15D1-C32A-4965-806C-0A068025A94E}" type="sibTrans" cxnId="{A37A0A62-1279-4FFE-9A7B-63126BB02E68}">
      <dgm:prSet/>
      <dgm:spPr/>
      <dgm:t>
        <a:bodyPr/>
        <a:lstStyle/>
        <a:p>
          <a:endParaRPr lang="uk-UA"/>
        </a:p>
      </dgm:t>
    </dgm:pt>
    <dgm:pt modelId="{A6308F69-4C94-4026-8B33-3C18909F0409}">
      <dgm:prSet/>
      <dgm:spPr/>
      <dgm:t>
        <a:bodyPr/>
        <a:lstStyle/>
        <a:p>
          <a:r>
            <a:rPr lang="uk-UA" b="0" i="0"/>
            <a:t>Ігор Рюрикович і Святослав Ігоревич.</a:t>
          </a:r>
          <a:endParaRPr lang="uk-UA"/>
        </a:p>
      </dgm:t>
    </dgm:pt>
    <dgm:pt modelId="{0342ABCC-239E-4A09-A679-26F0B64C4919}" type="parTrans" cxnId="{29B5F53A-36E6-4815-981E-0CC5F3F64E8F}">
      <dgm:prSet/>
      <dgm:spPr/>
      <dgm:t>
        <a:bodyPr/>
        <a:lstStyle/>
        <a:p>
          <a:endParaRPr lang="uk-UA"/>
        </a:p>
      </dgm:t>
    </dgm:pt>
    <dgm:pt modelId="{0B5FB2DF-E55E-4D97-8171-598CDA08AB46}" type="sibTrans" cxnId="{29B5F53A-36E6-4815-981E-0CC5F3F64E8F}">
      <dgm:prSet/>
      <dgm:spPr/>
      <dgm:t>
        <a:bodyPr/>
        <a:lstStyle/>
        <a:p>
          <a:endParaRPr lang="uk-UA"/>
        </a:p>
      </dgm:t>
    </dgm:pt>
    <dgm:pt modelId="{1812766E-642A-4053-A24D-CE6579DAC593}" type="pres">
      <dgm:prSet presAssocID="{94745688-91FB-4952-9910-D681865DBCAF}" presName="linear" presStyleCnt="0">
        <dgm:presLayoutVars>
          <dgm:animLvl val="lvl"/>
          <dgm:resizeHandles val="exact"/>
        </dgm:presLayoutVars>
      </dgm:prSet>
      <dgm:spPr/>
    </dgm:pt>
    <dgm:pt modelId="{7277F298-7EC0-4889-82BC-20EFBBD4BDFD}" type="pres">
      <dgm:prSet presAssocID="{F5FE1165-F548-4523-8147-0A076560602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E6FD47F-0C72-4147-99A9-FD45D1DF3D50}" type="pres">
      <dgm:prSet presAssocID="{A4CAFAB6-4E0E-4030-89AE-0AD29287EAF9}" presName="spacer" presStyleCnt="0"/>
      <dgm:spPr/>
    </dgm:pt>
    <dgm:pt modelId="{539940DD-87E7-4BC9-837D-75BD4F1EE54E}" type="pres">
      <dgm:prSet presAssocID="{AAE132F2-4D99-4D3F-BC94-A1E1CF6BCDB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17353EF-9C39-4645-9046-BE8430D8B7CA}" type="pres">
      <dgm:prSet presAssocID="{8EFB6107-8C73-41A0-95A6-4932A3881270}" presName="spacer" presStyleCnt="0"/>
      <dgm:spPr/>
    </dgm:pt>
    <dgm:pt modelId="{A23DF2E9-56D7-4802-984C-05C4C9156363}" type="pres">
      <dgm:prSet presAssocID="{9E8B9DDF-5FD6-4846-8E88-187FFFFC2E9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E54E0F2-845E-4089-A2B1-93F017A2050A}" type="pres">
      <dgm:prSet presAssocID="{D3FD15D1-C32A-4965-806C-0A068025A94E}" presName="spacer" presStyleCnt="0"/>
      <dgm:spPr/>
    </dgm:pt>
    <dgm:pt modelId="{DA8F13B0-AC96-43AB-93BE-0258A32FE852}" type="pres">
      <dgm:prSet presAssocID="{A6308F69-4C94-4026-8B33-3C18909F040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9B5F53A-36E6-4815-981E-0CC5F3F64E8F}" srcId="{94745688-91FB-4952-9910-D681865DBCAF}" destId="{A6308F69-4C94-4026-8B33-3C18909F0409}" srcOrd="3" destOrd="0" parTransId="{0342ABCC-239E-4A09-A679-26F0B64C4919}" sibTransId="{0B5FB2DF-E55E-4D97-8171-598CDA08AB46}"/>
    <dgm:cxn modelId="{875FEB60-1F99-4BBD-921F-1B55BF9FE9BB}" type="presOf" srcId="{AAE132F2-4D99-4D3F-BC94-A1E1CF6BCDBF}" destId="{539940DD-87E7-4BC9-837D-75BD4F1EE54E}" srcOrd="0" destOrd="0" presId="urn:microsoft.com/office/officeart/2005/8/layout/vList2"/>
    <dgm:cxn modelId="{A37A0A62-1279-4FFE-9A7B-63126BB02E68}" srcId="{94745688-91FB-4952-9910-D681865DBCAF}" destId="{9E8B9DDF-5FD6-4846-8E88-187FFFFC2E93}" srcOrd="2" destOrd="0" parTransId="{DCEF5225-1F7D-43D7-85CD-D028565F09D2}" sibTransId="{D3FD15D1-C32A-4965-806C-0A068025A94E}"/>
    <dgm:cxn modelId="{477F5662-DA03-4D6E-9CF4-F480CDCBB9D1}" type="presOf" srcId="{94745688-91FB-4952-9910-D681865DBCAF}" destId="{1812766E-642A-4053-A24D-CE6579DAC593}" srcOrd="0" destOrd="0" presId="urn:microsoft.com/office/officeart/2005/8/layout/vList2"/>
    <dgm:cxn modelId="{D6FCF775-B9E6-45A1-84AE-284AB3E25783}" srcId="{94745688-91FB-4952-9910-D681865DBCAF}" destId="{F5FE1165-F548-4523-8147-0A0765606021}" srcOrd="0" destOrd="0" parTransId="{9C354888-A731-4EDA-8B6E-E96337D3AF79}" sibTransId="{A4CAFAB6-4E0E-4030-89AE-0AD29287EAF9}"/>
    <dgm:cxn modelId="{06DC6A7F-A2FA-4DE4-A5DA-163394D7A132}" srcId="{94745688-91FB-4952-9910-D681865DBCAF}" destId="{AAE132F2-4D99-4D3F-BC94-A1E1CF6BCDBF}" srcOrd="1" destOrd="0" parTransId="{6702125D-A338-4DCC-BFF8-55A9871FDB19}" sibTransId="{8EFB6107-8C73-41A0-95A6-4932A3881270}"/>
    <dgm:cxn modelId="{15B3B09E-3F9A-428A-8059-D5C60C9199B9}" type="presOf" srcId="{A6308F69-4C94-4026-8B33-3C18909F0409}" destId="{DA8F13B0-AC96-43AB-93BE-0258A32FE852}" srcOrd="0" destOrd="0" presId="urn:microsoft.com/office/officeart/2005/8/layout/vList2"/>
    <dgm:cxn modelId="{574F1CC6-A23F-4D8B-BD99-A5DEBCA08160}" type="presOf" srcId="{F5FE1165-F548-4523-8147-0A0765606021}" destId="{7277F298-7EC0-4889-82BC-20EFBBD4BDFD}" srcOrd="0" destOrd="0" presId="urn:microsoft.com/office/officeart/2005/8/layout/vList2"/>
    <dgm:cxn modelId="{0123D1E5-59A0-48A2-BCE7-E035F61E15BC}" type="presOf" srcId="{9E8B9DDF-5FD6-4846-8E88-187FFFFC2E93}" destId="{A23DF2E9-56D7-4802-984C-05C4C9156363}" srcOrd="0" destOrd="0" presId="urn:microsoft.com/office/officeart/2005/8/layout/vList2"/>
    <dgm:cxn modelId="{4EBF91A7-8DDE-4BD6-B849-657DF3A74070}" type="presParOf" srcId="{1812766E-642A-4053-A24D-CE6579DAC593}" destId="{7277F298-7EC0-4889-82BC-20EFBBD4BDFD}" srcOrd="0" destOrd="0" presId="urn:microsoft.com/office/officeart/2005/8/layout/vList2"/>
    <dgm:cxn modelId="{3EA4E055-90DE-447F-BAF4-F5A10DC19290}" type="presParOf" srcId="{1812766E-642A-4053-A24D-CE6579DAC593}" destId="{4E6FD47F-0C72-4147-99A9-FD45D1DF3D50}" srcOrd="1" destOrd="0" presId="urn:microsoft.com/office/officeart/2005/8/layout/vList2"/>
    <dgm:cxn modelId="{D030B446-A59F-4E6F-A3E8-2130C3413C43}" type="presParOf" srcId="{1812766E-642A-4053-A24D-CE6579DAC593}" destId="{539940DD-87E7-4BC9-837D-75BD4F1EE54E}" srcOrd="2" destOrd="0" presId="urn:microsoft.com/office/officeart/2005/8/layout/vList2"/>
    <dgm:cxn modelId="{A7EEB9A9-377F-4AFD-A952-4307E5EAE393}" type="presParOf" srcId="{1812766E-642A-4053-A24D-CE6579DAC593}" destId="{417353EF-9C39-4645-9046-BE8430D8B7CA}" srcOrd="3" destOrd="0" presId="urn:microsoft.com/office/officeart/2005/8/layout/vList2"/>
    <dgm:cxn modelId="{31C4350C-A465-455F-99A3-2E2F5A9DA788}" type="presParOf" srcId="{1812766E-642A-4053-A24D-CE6579DAC593}" destId="{A23DF2E9-56D7-4802-984C-05C4C9156363}" srcOrd="4" destOrd="0" presId="urn:microsoft.com/office/officeart/2005/8/layout/vList2"/>
    <dgm:cxn modelId="{2ABC22C5-CA77-4D07-8F26-BC455F8B6421}" type="presParOf" srcId="{1812766E-642A-4053-A24D-CE6579DAC593}" destId="{9E54E0F2-845E-4089-A2B1-93F017A2050A}" srcOrd="5" destOrd="0" presId="urn:microsoft.com/office/officeart/2005/8/layout/vList2"/>
    <dgm:cxn modelId="{23AA334E-10AB-402B-BFC8-9B9C97A2EBEF}" type="presParOf" srcId="{1812766E-642A-4053-A24D-CE6579DAC593}" destId="{DA8F13B0-AC96-43AB-93BE-0258A32FE85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3.xml><?xml version="1.0" encoding="utf-8"?>
<dgm:dataModel xmlns:dgm="http://schemas.openxmlformats.org/drawingml/2006/diagram" xmlns:a="http://schemas.openxmlformats.org/drawingml/2006/main">
  <dgm:ptLst>
    <dgm:pt modelId="{A35DFE39-51DB-4FA8-9C74-AA4DAD7E57F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C988B9D-13C1-4E49-A65F-DD85C8FAA15F}">
      <dgm:prSet/>
      <dgm:spPr/>
      <dgm:t>
        <a:bodyPr/>
        <a:lstStyle/>
        <a:p>
          <a:r>
            <a:rPr lang="ru-RU" b="0" i="0"/>
            <a:t>1015 р.</a:t>
          </a:r>
          <a:endParaRPr lang="uk-UA"/>
        </a:p>
      </dgm:t>
    </dgm:pt>
    <dgm:pt modelId="{CD3CB071-659D-4BB1-83B5-D3B13EF4AB05}" type="parTrans" cxnId="{7949A445-93C4-4B8D-8855-62E0B363F2FF}">
      <dgm:prSet/>
      <dgm:spPr/>
      <dgm:t>
        <a:bodyPr/>
        <a:lstStyle/>
        <a:p>
          <a:endParaRPr lang="uk-UA"/>
        </a:p>
      </dgm:t>
    </dgm:pt>
    <dgm:pt modelId="{7C1A8224-DFBB-4CB4-8522-91302E026E58}" type="sibTrans" cxnId="{7949A445-93C4-4B8D-8855-62E0B363F2FF}">
      <dgm:prSet/>
      <dgm:spPr/>
      <dgm:t>
        <a:bodyPr/>
        <a:lstStyle/>
        <a:p>
          <a:endParaRPr lang="uk-UA"/>
        </a:p>
      </dgm:t>
    </dgm:pt>
    <dgm:pt modelId="{069B97C8-855E-4C31-A4DA-15929D7B1D83}">
      <dgm:prSet/>
      <dgm:spPr/>
      <dgm:t>
        <a:bodyPr/>
        <a:lstStyle/>
        <a:p>
          <a:r>
            <a:rPr lang="ru-RU" b="0" i="0"/>
            <a:t>1037 р.</a:t>
          </a:r>
          <a:endParaRPr lang="uk-UA"/>
        </a:p>
      </dgm:t>
    </dgm:pt>
    <dgm:pt modelId="{B8FB84A5-A227-4C2A-B7D7-019C5E75B4D3}" type="parTrans" cxnId="{E54E201D-1288-4AB1-91D1-3B7B474F17B9}">
      <dgm:prSet/>
      <dgm:spPr/>
      <dgm:t>
        <a:bodyPr/>
        <a:lstStyle/>
        <a:p>
          <a:endParaRPr lang="uk-UA"/>
        </a:p>
      </dgm:t>
    </dgm:pt>
    <dgm:pt modelId="{378A4905-A5A3-4F9F-A35A-471A793AD6A8}" type="sibTrans" cxnId="{E54E201D-1288-4AB1-91D1-3B7B474F17B9}">
      <dgm:prSet/>
      <dgm:spPr/>
      <dgm:t>
        <a:bodyPr/>
        <a:lstStyle/>
        <a:p>
          <a:endParaRPr lang="uk-UA"/>
        </a:p>
      </dgm:t>
    </dgm:pt>
    <dgm:pt modelId="{8FB360EA-3C60-4BA0-8EC3-B758C745F9A3}">
      <dgm:prSet/>
      <dgm:spPr/>
      <dgm:t>
        <a:bodyPr/>
        <a:lstStyle/>
        <a:p>
          <a:r>
            <a:rPr lang="ru-RU" b="0" i="0"/>
            <a:t>1054 р.</a:t>
          </a:r>
          <a:endParaRPr lang="uk-UA"/>
        </a:p>
      </dgm:t>
    </dgm:pt>
    <dgm:pt modelId="{3ECFDF42-04C4-4A54-B0C5-808D2C260394}" type="parTrans" cxnId="{6771FE73-45FA-4C23-AF70-2325F2BAF68B}">
      <dgm:prSet/>
      <dgm:spPr/>
      <dgm:t>
        <a:bodyPr/>
        <a:lstStyle/>
        <a:p>
          <a:endParaRPr lang="uk-UA"/>
        </a:p>
      </dgm:t>
    </dgm:pt>
    <dgm:pt modelId="{BE653527-4C8B-45EC-9742-15995A4CCE44}" type="sibTrans" cxnId="{6771FE73-45FA-4C23-AF70-2325F2BAF68B}">
      <dgm:prSet/>
      <dgm:spPr/>
      <dgm:t>
        <a:bodyPr/>
        <a:lstStyle/>
        <a:p>
          <a:endParaRPr lang="uk-UA"/>
        </a:p>
      </dgm:t>
    </dgm:pt>
    <dgm:pt modelId="{292ED93E-3C18-4BD3-8454-ED1E5B9EB31A}">
      <dgm:prSet/>
      <dgm:spPr/>
      <dgm:t>
        <a:bodyPr/>
        <a:lstStyle/>
        <a:p>
          <a:r>
            <a:rPr lang="ru-RU" b="0" i="0"/>
            <a:t>1078 р.</a:t>
          </a:r>
          <a:endParaRPr lang="uk-UA"/>
        </a:p>
      </dgm:t>
    </dgm:pt>
    <dgm:pt modelId="{9D1BB753-B7B3-417F-B35B-CABC140DCD48}" type="parTrans" cxnId="{CA88A67D-5528-4065-A435-58C0FC1CD711}">
      <dgm:prSet/>
      <dgm:spPr/>
      <dgm:t>
        <a:bodyPr/>
        <a:lstStyle/>
        <a:p>
          <a:endParaRPr lang="uk-UA"/>
        </a:p>
      </dgm:t>
    </dgm:pt>
    <dgm:pt modelId="{4B080BA3-EEE5-4B14-A5B5-DECB64D7CC37}" type="sibTrans" cxnId="{CA88A67D-5528-4065-A435-58C0FC1CD711}">
      <dgm:prSet/>
      <dgm:spPr/>
      <dgm:t>
        <a:bodyPr/>
        <a:lstStyle/>
        <a:p>
          <a:endParaRPr lang="uk-UA"/>
        </a:p>
      </dgm:t>
    </dgm:pt>
    <dgm:pt modelId="{03A4AF34-54E7-417B-B7CE-64A59F217175}" type="pres">
      <dgm:prSet presAssocID="{A35DFE39-51DB-4FA8-9C74-AA4DAD7E57F1}" presName="linear" presStyleCnt="0">
        <dgm:presLayoutVars>
          <dgm:animLvl val="lvl"/>
          <dgm:resizeHandles val="exact"/>
        </dgm:presLayoutVars>
      </dgm:prSet>
      <dgm:spPr/>
    </dgm:pt>
    <dgm:pt modelId="{0616ECD5-812A-4F26-8845-3798422998B2}" type="pres">
      <dgm:prSet presAssocID="{1C988B9D-13C1-4E49-A65F-DD85C8FAA15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7D88D17-7A11-45E3-9488-E97CF71848A7}" type="pres">
      <dgm:prSet presAssocID="{7C1A8224-DFBB-4CB4-8522-91302E026E58}" presName="spacer" presStyleCnt="0"/>
      <dgm:spPr/>
    </dgm:pt>
    <dgm:pt modelId="{A03A9E0B-083A-4571-A74D-1B291F7BB616}" type="pres">
      <dgm:prSet presAssocID="{069B97C8-855E-4C31-A4DA-15929D7B1D8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56FF3E9-4C0F-4631-8D40-7BEB84F0DAE5}" type="pres">
      <dgm:prSet presAssocID="{378A4905-A5A3-4F9F-A35A-471A793AD6A8}" presName="spacer" presStyleCnt="0"/>
      <dgm:spPr/>
    </dgm:pt>
    <dgm:pt modelId="{1EE475AB-03DE-4E91-9CD1-B560FA073DDF}" type="pres">
      <dgm:prSet presAssocID="{8FB360EA-3C60-4BA0-8EC3-B758C745F9A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EC35834-88E2-4C29-85B1-0ED36E7250C9}" type="pres">
      <dgm:prSet presAssocID="{BE653527-4C8B-45EC-9742-15995A4CCE44}" presName="spacer" presStyleCnt="0"/>
      <dgm:spPr/>
    </dgm:pt>
    <dgm:pt modelId="{EDD9E3CA-BB5B-4F32-A735-754D9A5FB376}" type="pres">
      <dgm:prSet presAssocID="{292ED93E-3C18-4BD3-8454-ED1E5B9EB31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54E201D-1288-4AB1-91D1-3B7B474F17B9}" srcId="{A35DFE39-51DB-4FA8-9C74-AA4DAD7E57F1}" destId="{069B97C8-855E-4C31-A4DA-15929D7B1D83}" srcOrd="1" destOrd="0" parTransId="{B8FB84A5-A227-4C2A-B7D7-019C5E75B4D3}" sibTransId="{378A4905-A5A3-4F9F-A35A-471A793AD6A8}"/>
    <dgm:cxn modelId="{7949A445-93C4-4B8D-8855-62E0B363F2FF}" srcId="{A35DFE39-51DB-4FA8-9C74-AA4DAD7E57F1}" destId="{1C988B9D-13C1-4E49-A65F-DD85C8FAA15F}" srcOrd="0" destOrd="0" parTransId="{CD3CB071-659D-4BB1-83B5-D3B13EF4AB05}" sibTransId="{7C1A8224-DFBB-4CB4-8522-91302E026E58}"/>
    <dgm:cxn modelId="{BBCEA74A-D26B-4E08-A9B2-4E5506E69DC7}" type="presOf" srcId="{292ED93E-3C18-4BD3-8454-ED1E5B9EB31A}" destId="{EDD9E3CA-BB5B-4F32-A735-754D9A5FB376}" srcOrd="0" destOrd="0" presId="urn:microsoft.com/office/officeart/2005/8/layout/vList2"/>
    <dgm:cxn modelId="{F3DFD74D-FBFE-4FCA-BF46-FD6434C6AAB1}" type="presOf" srcId="{8FB360EA-3C60-4BA0-8EC3-B758C745F9A3}" destId="{1EE475AB-03DE-4E91-9CD1-B560FA073DDF}" srcOrd="0" destOrd="0" presId="urn:microsoft.com/office/officeart/2005/8/layout/vList2"/>
    <dgm:cxn modelId="{6771FE73-45FA-4C23-AF70-2325F2BAF68B}" srcId="{A35DFE39-51DB-4FA8-9C74-AA4DAD7E57F1}" destId="{8FB360EA-3C60-4BA0-8EC3-B758C745F9A3}" srcOrd="2" destOrd="0" parTransId="{3ECFDF42-04C4-4A54-B0C5-808D2C260394}" sibTransId="{BE653527-4C8B-45EC-9742-15995A4CCE44}"/>
    <dgm:cxn modelId="{36377B59-FA28-458A-BA43-A02F3E5B0F4A}" type="presOf" srcId="{1C988B9D-13C1-4E49-A65F-DD85C8FAA15F}" destId="{0616ECD5-812A-4F26-8845-3798422998B2}" srcOrd="0" destOrd="0" presId="urn:microsoft.com/office/officeart/2005/8/layout/vList2"/>
    <dgm:cxn modelId="{CA88A67D-5528-4065-A435-58C0FC1CD711}" srcId="{A35DFE39-51DB-4FA8-9C74-AA4DAD7E57F1}" destId="{292ED93E-3C18-4BD3-8454-ED1E5B9EB31A}" srcOrd="3" destOrd="0" parTransId="{9D1BB753-B7B3-417F-B35B-CABC140DCD48}" sibTransId="{4B080BA3-EEE5-4B14-A5B5-DECB64D7CC37}"/>
    <dgm:cxn modelId="{AFD69684-1817-4121-B021-DF8E4DF19AB9}" type="presOf" srcId="{A35DFE39-51DB-4FA8-9C74-AA4DAD7E57F1}" destId="{03A4AF34-54E7-417B-B7CE-64A59F217175}" srcOrd="0" destOrd="0" presId="urn:microsoft.com/office/officeart/2005/8/layout/vList2"/>
    <dgm:cxn modelId="{FA1013B4-3806-47AD-BDD3-9109B11AD332}" type="presOf" srcId="{069B97C8-855E-4C31-A4DA-15929D7B1D83}" destId="{A03A9E0B-083A-4571-A74D-1B291F7BB616}" srcOrd="0" destOrd="0" presId="urn:microsoft.com/office/officeart/2005/8/layout/vList2"/>
    <dgm:cxn modelId="{86C5A0B8-4D7D-422F-B261-4487D7C23794}" type="presParOf" srcId="{03A4AF34-54E7-417B-B7CE-64A59F217175}" destId="{0616ECD5-812A-4F26-8845-3798422998B2}" srcOrd="0" destOrd="0" presId="urn:microsoft.com/office/officeart/2005/8/layout/vList2"/>
    <dgm:cxn modelId="{11697076-33C2-4935-95B5-A759E3A8E2CC}" type="presParOf" srcId="{03A4AF34-54E7-417B-B7CE-64A59F217175}" destId="{F7D88D17-7A11-45E3-9488-E97CF71848A7}" srcOrd="1" destOrd="0" presId="urn:microsoft.com/office/officeart/2005/8/layout/vList2"/>
    <dgm:cxn modelId="{4A3E16F6-80B5-448F-AC6D-84F7FA240E3C}" type="presParOf" srcId="{03A4AF34-54E7-417B-B7CE-64A59F217175}" destId="{A03A9E0B-083A-4571-A74D-1B291F7BB616}" srcOrd="2" destOrd="0" presId="urn:microsoft.com/office/officeart/2005/8/layout/vList2"/>
    <dgm:cxn modelId="{8373C3A2-6C2D-4714-B7FD-F1E709AE9CA6}" type="presParOf" srcId="{03A4AF34-54E7-417B-B7CE-64A59F217175}" destId="{F56FF3E9-4C0F-4631-8D40-7BEB84F0DAE5}" srcOrd="3" destOrd="0" presId="urn:microsoft.com/office/officeart/2005/8/layout/vList2"/>
    <dgm:cxn modelId="{DC533DA1-AB86-4968-BAE2-6343ACA932B0}" type="presParOf" srcId="{03A4AF34-54E7-417B-B7CE-64A59F217175}" destId="{1EE475AB-03DE-4E91-9CD1-B560FA073DDF}" srcOrd="4" destOrd="0" presId="urn:microsoft.com/office/officeart/2005/8/layout/vList2"/>
    <dgm:cxn modelId="{1AE6E9E7-B532-4636-A38D-FCAB7A39D738}" type="presParOf" srcId="{03A4AF34-54E7-417B-B7CE-64A59F217175}" destId="{2EC35834-88E2-4C29-85B1-0ED36E7250C9}" srcOrd="5" destOrd="0" presId="urn:microsoft.com/office/officeart/2005/8/layout/vList2"/>
    <dgm:cxn modelId="{FA5430F7-17E9-405A-ACD3-97A271BF8530}" type="presParOf" srcId="{03A4AF34-54E7-417B-B7CE-64A59F217175}" destId="{EDD9E3CA-BB5B-4F32-A735-754D9A5FB37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4.xml><?xml version="1.0" encoding="utf-8"?>
<dgm:dataModel xmlns:dgm="http://schemas.openxmlformats.org/drawingml/2006/diagram" xmlns:a="http://schemas.openxmlformats.org/drawingml/2006/main">
  <dgm:ptLst>
    <dgm:pt modelId="{444216C5-EABE-437B-8989-4E30FBA4B80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64B893A-3807-4105-BA13-46C2A226CB25}">
      <dgm:prSet/>
      <dgm:spPr/>
      <dgm:t>
        <a:bodyPr/>
        <a:lstStyle/>
        <a:p>
          <a:r>
            <a:rPr lang="en-US" b="0" i="0"/>
            <a:t>X </a:t>
          </a:r>
          <a:r>
            <a:rPr lang="uk-UA" b="0" i="0"/>
            <a:t>ст.</a:t>
          </a:r>
          <a:endParaRPr lang="uk-UA"/>
        </a:p>
      </dgm:t>
    </dgm:pt>
    <dgm:pt modelId="{7441A228-5A00-4854-BFFB-A62741596999}" type="parTrans" cxnId="{D17D9CF9-6807-4A2E-9B5C-FB37523555E6}">
      <dgm:prSet/>
      <dgm:spPr/>
      <dgm:t>
        <a:bodyPr/>
        <a:lstStyle/>
        <a:p>
          <a:endParaRPr lang="uk-UA"/>
        </a:p>
      </dgm:t>
    </dgm:pt>
    <dgm:pt modelId="{79418070-8479-4A5C-915F-110A1F1B741C}" type="sibTrans" cxnId="{D17D9CF9-6807-4A2E-9B5C-FB37523555E6}">
      <dgm:prSet/>
      <dgm:spPr/>
      <dgm:t>
        <a:bodyPr/>
        <a:lstStyle/>
        <a:p>
          <a:endParaRPr lang="uk-UA"/>
        </a:p>
      </dgm:t>
    </dgm:pt>
    <dgm:pt modelId="{167531B3-A406-4B37-8A10-5A1B24DC4143}">
      <dgm:prSet/>
      <dgm:spPr/>
      <dgm:t>
        <a:bodyPr/>
        <a:lstStyle/>
        <a:p>
          <a:r>
            <a:rPr lang="en-US" b="0" i="0"/>
            <a:t>XI </a:t>
          </a:r>
          <a:r>
            <a:rPr lang="uk-UA" b="0" i="0"/>
            <a:t>ст.</a:t>
          </a:r>
          <a:endParaRPr lang="uk-UA"/>
        </a:p>
      </dgm:t>
    </dgm:pt>
    <dgm:pt modelId="{8AC23CA3-50E7-4AE4-9D45-211D77ECF71D}" type="parTrans" cxnId="{400713D7-B7D8-4457-8373-8036AE0788F5}">
      <dgm:prSet/>
      <dgm:spPr/>
      <dgm:t>
        <a:bodyPr/>
        <a:lstStyle/>
        <a:p>
          <a:endParaRPr lang="uk-UA"/>
        </a:p>
      </dgm:t>
    </dgm:pt>
    <dgm:pt modelId="{76ED56ED-1ADB-47DF-9B22-10D701A903CE}" type="sibTrans" cxnId="{400713D7-B7D8-4457-8373-8036AE0788F5}">
      <dgm:prSet/>
      <dgm:spPr/>
      <dgm:t>
        <a:bodyPr/>
        <a:lstStyle/>
        <a:p>
          <a:endParaRPr lang="uk-UA"/>
        </a:p>
      </dgm:t>
    </dgm:pt>
    <dgm:pt modelId="{DE7BC0F4-3928-4F1E-B0B2-C3F16B5A574D}">
      <dgm:prSet/>
      <dgm:spPr/>
      <dgm:t>
        <a:bodyPr/>
        <a:lstStyle/>
        <a:p>
          <a:r>
            <a:rPr lang="en-US" b="0" i="0"/>
            <a:t>XII </a:t>
          </a:r>
          <a:r>
            <a:rPr lang="uk-UA" b="0" i="0"/>
            <a:t>ст.</a:t>
          </a:r>
          <a:endParaRPr lang="uk-UA"/>
        </a:p>
      </dgm:t>
    </dgm:pt>
    <dgm:pt modelId="{C11DEFC8-143A-44C5-A025-414477254ABF}" type="parTrans" cxnId="{CCB31C74-314A-44BF-BE6D-740DDD91C432}">
      <dgm:prSet/>
      <dgm:spPr/>
      <dgm:t>
        <a:bodyPr/>
        <a:lstStyle/>
        <a:p>
          <a:endParaRPr lang="uk-UA"/>
        </a:p>
      </dgm:t>
    </dgm:pt>
    <dgm:pt modelId="{14F90D5B-7712-4F97-A879-B2D54EA269A7}" type="sibTrans" cxnId="{CCB31C74-314A-44BF-BE6D-740DDD91C432}">
      <dgm:prSet/>
      <dgm:spPr/>
      <dgm:t>
        <a:bodyPr/>
        <a:lstStyle/>
        <a:p>
          <a:endParaRPr lang="uk-UA"/>
        </a:p>
      </dgm:t>
    </dgm:pt>
    <dgm:pt modelId="{D0A2DA89-1955-4AE2-B151-5C519EA01581}">
      <dgm:prSet/>
      <dgm:spPr/>
      <dgm:t>
        <a:bodyPr/>
        <a:lstStyle/>
        <a:p>
          <a:r>
            <a:rPr lang="en-US" b="0" i="0"/>
            <a:t>XIII </a:t>
          </a:r>
          <a:r>
            <a:rPr lang="uk-UA" b="0" i="0"/>
            <a:t>ст.</a:t>
          </a:r>
          <a:endParaRPr lang="uk-UA"/>
        </a:p>
      </dgm:t>
    </dgm:pt>
    <dgm:pt modelId="{76A3214B-1541-464C-847F-CCD22E142661}" type="parTrans" cxnId="{665CCE2A-677D-4B05-B153-454A62E880E4}">
      <dgm:prSet/>
      <dgm:spPr/>
      <dgm:t>
        <a:bodyPr/>
        <a:lstStyle/>
        <a:p>
          <a:endParaRPr lang="uk-UA"/>
        </a:p>
      </dgm:t>
    </dgm:pt>
    <dgm:pt modelId="{A2DACC8B-A3DE-47BF-ABEA-7640725D00B3}" type="sibTrans" cxnId="{665CCE2A-677D-4B05-B153-454A62E880E4}">
      <dgm:prSet/>
      <dgm:spPr/>
      <dgm:t>
        <a:bodyPr/>
        <a:lstStyle/>
        <a:p>
          <a:endParaRPr lang="uk-UA"/>
        </a:p>
      </dgm:t>
    </dgm:pt>
    <dgm:pt modelId="{B31CE481-6089-462A-A89E-8F8AEAFA8B3F}" type="pres">
      <dgm:prSet presAssocID="{444216C5-EABE-437B-8989-4E30FBA4B808}" presName="matrix" presStyleCnt="0">
        <dgm:presLayoutVars>
          <dgm:chMax val="1"/>
          <dgm:dir/>
          <dgm:resizeHandles val="exact"/>
        </dgm:presLayoutVars>
      </dgm:prSet>
      <dgm:spPr/>
    </dgm:pt>
    <dgm:pt modelId="{72355531-90B3-4A54-88AB-327ABD2436C9}" type="pres">
      <dgm:prSet presAssocID="{444216C5-EABE-437B-8989-4E30FBA4B808}" presName="diamond" presStyleLbl="bgShp" presStyleIdx="0" presStyleCnt="1"/>
      <dgm:spPr/>
    </dgm:pt>
    <dgm:pt modelId="{0B2A4954-712E-4C8C-8C81-4D3F452732FF}" type="pres">
      <dgm:prSet presAssocID="{444216C5-EABE-437B-8989-4E30FBA4B80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F1D9F6B-5C15-4D17-A012-B132D2DBCBFA}" type="pres">
      <dgm:prSet presAssocID="{444216C5-EABE-437B-8989-4E30FBA4B80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FB58248-F80E-48D3-8908-79FBF1A9E285}" type="pres">
      <dgm:prSet presAssocID="{444216C5-EABE-437B-8989-4E30FBA4B80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7070454-9DBF-4417-9799-8C15E9371151}" type="pres">
      <dgm:prSet presAssocID="{444216C5-EABE-437B-8989-4E30FBA4B80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9BC0801-F95F-48E9-8351-2E8AE0632BF8}" type="presOf" srcId="{DE7BC0F4-3928-4F1E-B0B2-C3F16B5A574D}" destId="{EFB58248-F80E-48D3-8908-79FBF1A9E285}" srcOrd="0" destOrd="0" presId="urn:microsoft.com/office/officeart/2005/8/layout/matrix3"/>
    <dgm:cxn modelId="{665CCE2A-677D-4B05-B153-454A62E880E4}" srcId="{444216C5-EABE-437B-8989-4E30FBA4B808}" destId="{D0A2DA89-1955-4AE2-B151-5C519EA01581}" srcOrd="3" destOrd="0" parTransId="{76A3214B-1541-464C-847F-CCD22E142661}" sibTransId="{A2DACC8B-A3DE-47BF-ABEA-7640725D00B3}"/>
    <dgm:cxn modelId="{CCB31C74-314A-44BF-BE6D-740DDD91C432}" srcId="{444216C5-EABE-437B-8989-4E30FBA4B808}" destId="{DE7BC0F4-3928-4F1E-B0B2-C3F16B5A574D}" srcOrd="2" destOrd="0" parTransId="{C11DEFC8-143A-44C5-A025-414477254ABF}" sibTransId="{14F90D5B-7712-4F97-A879-B2D54EA269A7}"/>
    <dgm:cxn modelId="{F78D91AF-6F45-4204-ABFE-1EB8D76B7104}" type="presOf" srcId="{444216C5-EABE-437B-8989-4E30FBA4B808}" destId="{B31CE481-6089-462A-A89E-8F8AEAFA8B3F}" srcOrd="0" destOrd="0" presId="urn:microsoft.com/office/officeart/2005/8/layout/matrix3"/>
    <dgm:cxn modelId="{B87C72B3-E8B8-43C8-B95F-08CDD780CEA2}" type="presOf" srcId="{D0A2DA89-1955-4AE2-B151-5C519EA01581}" destId="{17070454-9DBF-4417-9799-8C15E9371151}" srcOrd="0" destOrd="0" presId="urn:microsoft.com/office/officeart/2005/8/layout/matrix3"/>
    <dgm:cxn modelId="{0B353CBA-B222-41BF-A2AD-7D8F3A26A0AB}" type="presOf" srcId="{364B893A-3807-4105-BA13-46C2A226CB25}" destId="{0B2A4954-712E-4C8C-8C81-4D3F452732FF}" srcOrd="0" destOrd="0" presId="urn:microsoft.com/office/officeart/2005/8/layout/matrix3"/>
    <dgm:cxn modelId="{400713D7-B7D8-4457-8373-8036AE0788F5}" srcId="{444216C5-EABE-437B-8989-4E30FBA4B808}" destId="{167531B3-A406-4B37-8A10-5A1B24DC4143}" srcOrd="1" destOrd="0" parTransId="{8AC23CA3-50E7-4AE4-9D45-211D77ECF71D}" sibTransId="{76ED56ED-1ADB-47DF-9B22-10D701A903CE}"/>
    <dgm:cxn modelId="{AE59EEE0-70FF-4385-8124-CBB851E3F6A1}" type="presOf" srcId="{167531B3-A406-4B37-8A10-5A1B24DC4143}" destId="{AF1D9F6B-5C15-4D17-A012-B132D2DBCBFA}" srcOrd="0" destOrd="0" presId="urn:microsoft.com/office/officeart/2005/8/layout/matrix3"/>
    <dgm:cxn modelId="{D17D9CF9-6807-4A2E-9B5C-FB37523555E6}" srcId="{444216C5-EABE-437B-8989-4E30FBA4B808}" destId="{364B893A-3807-4105-BA13-46C2A226CB25}" srcOrd="0" destOrd="0" parTransId="{7441A228-5A00-4854-BFFB-A62741596999}" sibTransId="{79418070-8479-4A5C-915F-110A1F1B741C}"/>
    <dgm:cxn modelId="{B864DB57-3D57-458C-A8CD-DFDB32FA995E}" type="presParOf" srcId="{B31CE481-6089-462A-A89E-8F8AEAFA8B3F}" destId="{72355531-90B3-4A54-88AB-327ABD2436C9}" srcOrd="0" destOrd="0" presId="urn:microsoft.com/office/officeart/2005/8/layout/matrix3"/>
    <dgm:cxn modelId="{E16E7FCC-0D58-4D24-9A2E-E120A14D96D8}" type="presParOf" srcId="{B31CE481-6089-462A-A89E-8F8AEAFA8B3F}" destId="{0B2A4954-712E-4C8C-8C81-4D3F452732FF}" srcOrd="1" destOrd="0" presId="urn:microsoft.com/office/officeart/2005/8/layout/matrix3"/>
    <dgm:cxn modelId="{199B521D-E595-49DD-8224-13A1F5B3F25C}" type="presParOf" srcId="{B31CE481-6089-462A-A89E-8F8AEAFA8B3F}" destId="{AF1D9F6B-5C15-4D17-A012-B132D2DBCBFA}" srcOrd="2" destOrd="0" presId="urn:microsoft.com/office/officeart/2005/8/layout/matrix3"/>
    <dgm:cxn modelId="{505AA4E2-B9B7-4409-AABB-1BA33B03C648}" type="presParOf" srcId="{B31CE481-6089-462A-A89E-8F8AEAFA8B3F}" destId="{EFB58248-F80E-48D3-8908-79FBF1A9E285}" srcOrd="3" destOrd="0" presId="urn:microsoft.com/office/officeart/2005/8/layout/matrix3"/>
    <dgm:cxn modelId="{736E2FFB-8A5B-47AA-9D22-48234E4EB5A3}" type="presParOf" srcId="{B31CE481-6089-462A-A89E-8F8AEAFA8B3F}" destId="{17070454-9DBF-4417-9799-8C15E937115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957624-D87A-4D37-B814-903E319423B9}">
      <dsp:nvSpPr>
        <dsp:cNvPr id="0" name=""/>
        <dsp:cNvSpPr/>
      </dsp:nvSpPr>
      <dsp:spPr>
        <a:xfrm>
          <a:off x="0" y="28946"/>
          <a:ext cx="3767051" cy="2457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1" kern="1200"/>
            <a:t>«Прийшов він у Переяславець. І послав до греків послів, говорячи: “Хочу йти на вас”… І пішов до Царгорода, розорюючи міста. І дали греки йому данину…»</a:t>
          </a:r>
          <a:endParaRPr lang="uk-UA" sz="2100" kern="1200"/>
        </a:p>
      </dsp:txBody>
      <dsp:txXfrm>
        <a:off x="119941" y="148887"/>
        <a:ext cx="3527169" cy="2217118"/>
      </dsp:txXfrm>
    </dsp:sp>
    <dsp:sp modelId="{E25123D4-7E71-4D05-8750-990591F743E8}">
      <dsp:nvSpPr>
        <dsp:cNvPr id="0" name=""/>
        <dsp:cNvSpPr/>
      </dsp:nvSpPr>
      <dsp:spPr>
        <a:xfrm>
          <a:off x="0" y="2546427"/>
          <a:ext cx="3767051" cy="2457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1" kern="1200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– ту...»</a:t>
          </a:r>
          <a:endParaRPr lang="uk-UA" sz="2100" kern="1200"/>
        </a:p>
      </dsp:txBody>
      <dsp:txXfrm>
        <a:off x="119941" y="2666368"/>
        <a:ext cx="3527169" cy="22171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00361B-FF52-4409-9E79-72E5B2EE5A03}">
      <dsp:nvSpPr>
        <dsp:cNvPr id="0" name=""/>
        <dsp:cNvSpPr/>
      </dsp:nvSpPr>
      <dsp:spPr>
        <a:xfrm>
          <a:off x="0" y="204784"/>
          <a:ext cx="3767051" cy="2457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1" kern="1200" dirty="0"/>
            <a:t>«І пішов він на греків, спустошуючи землі їхні. … Греки зустріли їх у човнах з вогнем і стали пускати вогонь трубами на човни руські… І через се не подолали </a:t>
          </a:r>
          <a:r>
            <a:rPr lang="uk-UA" sz="2100" b="0" i="1" kern="1200" dirty="0" err="1"/>
            <a:t>руси</a:t>
          </a:r>
          <a:r>
            <a:rPr lang="uk-UA" sz="2100" b="0" i="1" kern="1200" dirty="0"/>
            <a:t> їх…»</a:t>
          </a:r>
          <a:endParaRPr lang="uk-UA" sz="2100" kern="1200" dirty="0"/>
        </a:p>
      </dsp:txBody>
      <dsp:txXfrm>
        <a:off x="119941" y="324725"/>
        <a:ext cx="3527169" cy="2217118"/>
      </dsp:txXfrm>
    </dsp:sp>
    <dsp:sp modelId="{B29D9185-5A8E-42F3-ADE4-BB40B6493B07}">
      <dsp:nvSpPr>
        <dsp:cNvPr id="0" name=""/>
        <dsp:cNvSpPr/>
      </dsp:nvSpPr>
      <dsp:spPr>
        <a:xfrm>
          <a:off x="0" y="2722265"/>
          <a:ext cx="3767051" cy="2457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1" kern="1200"/>
            <a:t>«І поставив він кумирів на пагорбі, поза двором княжим: Перуна дерев’яного, – а голова його була срібна, а вус – золотий, – і Хорса, і Дажбога, і Стрибога, і Сімаргла...»</a:t>
          </a:r>
          <a:endParaRPr lang="uk-UA" sz="2100" kern="1200"/>
        </a:p>
      </dsp:txBody>
      <dsp:txXfrm>
        <a:off x="119941" y="2842206"/>
        <a:ext cx="3527169" cy="22171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78F675-D976-4B28-9E35-6A89062132FC}">
      <dsp:nvSpPr>
        <dsp:cNvPr id="0" name=""/>
        <dsp:cNvSpPr/>
      </dsp:nvSpPr>
      <dsp:spPr>
        <a:xfrm>
          <a:off x="1523704" y="1370"/>
          <a:ext cx="1215632" cy="7901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Ігор Рюрикович</a:t>
          </a:r>
          <a:endParaRPr lang="uk-UA" sz="1600" kern="1200"/>
        </a:p>
      </dsp:txBody>
      <dsp:txXfrm>
        <a:off x="1562276" y="39942"/>
        <a:ext cx="1138488" cy="713017"/>
      </dsp:txXfrm>
    </dsp:sp>
    <dsp:sp modelId="{6986E854-0281-4447-A502-C87FCEE5830C}">
      <dsp:nvSpPr>
        <dsp:cNvPr id="0" name=""/>
        <dsp:cNvSpPr/>
      </dsp:nvSpPr>
      <dsp:spPr>
        <a:xfrm>
          <a:off x="550598" y="396451"/>
          <a:ext cx="3161844" cy="3161844"/>
        </a:xfrm>
        <a:custGeom>
          <a:avLst/>
          <a:gdLst/>
          <a:ahLst/>
          <a:cxnLst/>
          <a:rect l="0" t="0" r="0" b="0"/>
          <a:pathLst>
            <a:path>
              <a:moveTo>
                <a:pt x="2197118" y="125031"/>
              </a:moveTo>
              <a:arcTo wR="1580922" hR="1580922" stAng="17576410" swAng="196495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D5F1E7-DB2B-411D-B6AE-0E40547DA6BF}">
      <dsp:nvSpPr>
        <dsp:cNvPr id="0" name=""/>
        <dsp:cNvSpPr/>
      </dsp:nvSpPr>
      <dsp:spPr>
        <a:xfrm>
          <a:off x="3027250" y="1093761"/>
          <a:ext cx="1215632" cy="7901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Святослав Ігоревич</a:t>
          </a:r>
          <a:endParaRPr lang="uk-UA" sz="1600" kern="1200"/>
        </a:p>
      </dsp:txBody>
      <dsp:txXfrm>
        <a:off x="3065822" y="1132333"/>
        <a:ext cx="1138488" cy="713017"/>
      </dsp:txXfrm>
    </dsp:sp>
    <dsp:sp modelId="{DA7FFC7D-04F9-45F5-BB69-A5DC3E60B05E}">
      <dsp:nvSpPr>
        <dsp:cNvPr id="0" name=""/>
        <dsp:cNvSpPr/>
      </dsp:nvSpPr>
      <dsp:spPr>
        <a:xfrm>
          <a:off x="550598" y="396451"/>
          <a:ext cx="3161844" cy="3161844"/>
        </a:xfrm>
        <a:custGeom>
          <a:avLst/>
          <a:gdLst/>
          <a:ahLst/>
          <a:cxnLst/>
          <a:rect l="0" t="0" r="0" b="0"/>
          <a:pathLst>
            <a:path>
              <a:moveTo>
                <a:pt x="3159647" y="1497588"/>
              </a:moveTo>
              <a:arcTo wR="1580922" hR="1580922" stAng="21418704" swAng="2198926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1A83FD-F515-4E85-90E9-CF429CB2B786}">
      <dsp:nvSpPr>
        <dsp:cNvPr id="0" name=""/>
        <dsp:cNvSpPr/>
      </dsp:nvSpPr>
      <dsp:spPr>
        <a:xfrm>
          <a:off x="2452947" y="2861286"/>
          <a:ext cx="1215632" cy="7901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Володимир Великий</a:t>
          </a:r>
          <a:endParaRPr lang="uk-UA" sz="1600" kern="1200"/>
        </a:p>
      </dsp:txBody>
      <dsp:txXfrm>
        <a:off x="2491519" y="2899858"/>
        <a:ext cx="1138488" cy="713017"/>
      </dsp:txXfrm>
    </dsp:sp>
    <dsp:sp modelId="{D7B2BC59-B138-4205-96B2-40AC386A398E}">
      <dsp:nvSpPr>
        <dsp:cNvPr id="0" name=""/>
        <dsp:cNvSpPr/>
      </dsp:nvSpPr>
      <dsp:spPr>
        <a:xfrm>
          <a:off x="550598" y="396451"/>
          <a:ext cx="3161844" cy="3161844"/>
        </a:xfrm>
        <a:custGeom>
          <a:avLst/>
          <a:gdLst/>
          <a:ahLst/>
          <a:cxnLst/>
          <a:rect l="0" t="0" r="0" b="0"/>
          <a:pathLst>
            <a:path>
              <a:moveTo>
                <a:pt x="1896052" y="3130118"/>
              </a:moveTo>
              <a:arcTo wR="1580922" hR="1580922" stAng="4710123" swAng="1379753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FCB8E9-2CFD-4D1D-8B2A-AEE6BEBBE41F}">
      <dsp:nvSpPr>
        <dsp:cNvPr id="0" name=""/>
        <dsp:cNvSpPr/>
      </dsp:nvSpPr>
      <dsp:spPr>
        <a:xfrm>
          <a:off x="594461" y="2861286"/>
          <a:ext cx="1215632" cy="7901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Ярослав Мудрий</a:t>
          </a:r>
          <a:endParaRPr lang="uk-UA" sz="1600" kern="1200"/>
        </a:p>
      </dsp:txBody>
      <dsp:txXfrm>
        <a:off x="633033" y="2899858"/>
        <a:ext cx="1138488" cy="713017"/>
      </dsp:txXfrm>
    </dsp:sp>
    <dsp:sp modelId="{93EFECAA-5787-4E22-AAD3-C646BE61E6F7}">
      <dsp:nvSpPr>
        <dsp:cNvPr id="0" name=""/>
        <dsp:cNvSpPr/>
      </dsp:nvSpPr>
      <dsp:spPr>
        <a:xfrm>
          <a:off x="550598" y="396451"/>
          <a:ext cx="3161844" cy="3161844"/>
        </a:xfrm>
        <a:custGeom>
          <a:avLst/>
          <a:gdLst/>
          <a:ahLst/>
          <a:cxnLst/>
          <a:rect l="0" t="0" r="0" b="0"/>
          <a:pathLst>
            <a:path>
              <a:moveTo>
                <a:pt x="264553" y="2456415"/>
              </a:moveTo>
              <a:arcTo wR="1580922" hR="1580922" stAng="8782370" swAng="2198926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EAE791-BE04-44FA-B405-ECA6A96239B0}">
      <dsp:nvSpPr>
        <dsp:cNvPr id="0" name=""/>
        <dsp:cNvSpPr/>
      </dsp:nvSpPr>
      <dsp:spPr>
        <a:xfrm>
          <a:off x="20157" y="1093761"/>
          <a:ext cx="1215632" cy="7901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Володимир Мономах</a:t>
          </a:r>
          <a:endParaRPr lang="uk-UA" sz="1600" kern="1200"/>
        </a:p>
      </dsp:txBody>
      <dsp:txXfrm>
        <a:off x="58729" y="1132333"/>
        <a:ext cx="1138488" cy="713017"/>
      </dsp:txXfrm>
    </dsp:sp>
    <dsp:sp modelId="{FE4BA9B9-EE78-455F-AF5E-8EC10FCA418C}">
      <dsp:nvSpPr>
        <dsp:cNvPr id="0" name=""/>
        <dsp:cNvSpPr/>
      </dsp:nvSpPr>
      <dsp:spPr>
        <a:xfrm>
          <a:off x="550598" y="396451"/>
          <a:ext cx="3161844" cy="3161844"/>
        </a:xfrm>
        <a:custGeom>
          <a:avLst/>
          <a:gdLst/>
          <a:ahLst/>
          <a:cxnLst/>
          <a:rect l="0" t="0" r="0" b="0"/>
          <a:pathLst>
            <a:path>
              <a:moveTo>
                <a:pt x="275090" y="689788"/>
              </a:moveTo>
              <a:arcTo wR="1580922" hR="1580922" stAng="12858639" swAng="196495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6380B6-D62B-4B07-B2B0-84974CAF99A0}">
      <dsp:nvSpPr>
        <dsp:cNvPr id="0" name=""/>
        <dsp:cNvSpPr/>
      </dsp:nvSpPr>
      <dsp:spPr>
        <a:xfrm>
          <a:off x="0" y="90594"/>
          <a:ext cx="5181600" cy="20562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1" kern="1200" dirty="0"/>
            <a:t>«І деревляни кажуть їй: “Нас земля послала </a:t>
          </a:r>
          <a:r>
            <a:rPr lang="uk-UA" sz="2000" b="0" i="1" kern="1200" dirty="0" err="1"/>
            <a:t>Деревлянська</a:t>
          </a:r>
          <a:r>
            <a:rPr lang="uk-UA" sz="2000" b="0" i="1" kern="1200" dirty="0"/>
            <a:t>, щоби таке сказати: "Мужа твого вбили, бо твій муж як вовк нас обкрадав і грабував, а наші князі добрі, бо збагатили </a:t>
          </a:r>
          <a:r>
            <a:rPr lang="uk-UA" sz="2000" b="0" i="1" kern="1200" dirty="0" err="1"/>
            <a:t>Деревлянську</a:t>
          </a:r>
          <a:r>
            <a:rPr lang="uk-UA" sz="2000" b="0" i="1" kern="1200" dirty="0"/>
            <a:t> землю"”...»</a:t>
          </a:r>
          <a:endParaRPr lang="uk-UA" sz="2000" kern="1200" dirty="0"/>
        </a:p>
      </dsp:txBody>
      <dsp:txXfrm>
        <a:off x="100379" y="190973"/>
        <a:ext cx="4980842" cy="1855517"/>
      </dsp:txXfrm>
    </dsp:sp>
    <dsp:sp modelId="{AF1F410B-BB09-4D66-BE9C-4D6A969064CC}">
      <dsp:nvSpPr>
        <dsp:cNvPr id="0" name=""/>
        <dsp:cNvSpPr/>
      </dsp:nvSpPr>
      <dsp:spPr>
        <a:xfrm>
          <a:off x="0" y="2204469"/>
          <a:ext cx="5181600" cy="20562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1" kern="1200" dirty="0"/>
            <a:t>«…а сам повернувся в Київ. І коли прийшов, повелів скинути всіх кумирів: одних порубати, а інших попалити. Перуна ж повелів прив’язати коневі до хвоста й волочити з гори Боричевим узвозом на Ручай…»</a:t>
          </a:r>
          <a:endParaRPr lang="uk-UA" sz="2000" kern="1200" dirty="0"/>
        </a:p>
      </dsp:txBody>
      <dsp:txXfrm>
        <a:off x="100379" y="2304848"/>
        <a:ext cx="4980842" cy="185551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100135-BB83-4C86-90E4-0820C1B0F6F1}">
      <dsp:nvSpPr>
        <dsp:cNvPr id="0" name=""/>
        <dsp:cNvSpPr/>
      </dsp:nvSpPr>
      <dsp:spPr>
        <a:xfrm>
          <a:off x="0" y="239228"/>
          <a:ext cx="5181600" cy="1904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1" kern="1200" dirty="0"/>
            <a:t>«Ходив Олег проти сіверян, і переміг сіверян, і наклав на них данину легку, і не дозволив їм данину давати хозарам, і сказав: “Я ворог їм, і вам нема чого [данину їм платити]”…»</a:t>
          </a:r>
          <a:endParaRPr lang="uk-UA" sz="2200" kern="1200" dirty="0"/>
        </a:p>
      </dsp:txBody>
      <dsp:txXfrm>
        <a:off x="92983" y="332211"/>
        <a:ext cx="4995634" cy="1718794"/>
      </dsp:txXfrm>
    </dsp:sp>
    <dsp:sp modelId="{C03B3798-6BA2-427D-B22B-13B23244AAEF}">
      <dsp:nvSpPr>
        <dsp:cNvPr id="0" name=""/>
        <dsp:cNvSpPr/>
      </dsp:nvSpPr>
      <dsp:spPr>
        <a:xfrm>
          <a:off x="0" y="2207349"/>
          <a:ext cx="5181600" cy="1904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1" kern="1200" dirty="0"/>
            <a:t>«Іде Святослав на Дунай воювати болгар. І в битві переміг Святослав болгар, і взяв городів вісімдесят по Дунаю. І сів княжити тут у Переяславці, беручи данину з греків...»</a:t>
          </a:r>
          <a:endParaRPr lang="uk-UA" sz="2200" kern="1200" dirty="0"/>
        </a:p>
      </dsp:txBody>
      <dsp:txXfrm>
        <a:off x="92983" y="2300332"/>
        <a:ext cx="4995634" cy="171879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15A4C5-CF42-4576-9327-8923C47879CD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7C2544-855D-4B04-BBE4-25E59A68990E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0" i="0" kern="1200"/>
            <a:t>Іскоростень</a:t>
          </a:r>
          <a:endParaRPr lang="uk-UA" sz="1300" kern="1200"/>
        </a:p>
      </dsp:txBody>
      <dsp:txXfrm>
        <a:off x="911350" y="496219"/>
        <a:ext cx="1531337" cy="1531337"/>
      </dsp:txXfrm>
    </dsp:sp>
    <dsp:sp modelId="{8A1F94AB-FB12-448C-A56A-547A9CC9B59A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0" i="0" kern="1200" dirty="0" err="1"/>
            <a:t>Царгород</a:t>
          </a:r>
          <a:r>
            <a:rPr lang="ru-RU" sz="1300" b="0" i="0" kern="1200" dirty="0"/>
            <a:t> (Константинополь)</a:t>
          </a:r>
          <a:endParaRPr lang="uk-UA" sz="1300" kern="1200" dirty="0"/>
        </a:p>
      </dsp:txBody>
      <dsp:txXfrm>
        <a:off x="2738912" y="496219"/>
        <a:ext cx="1531337" cy="1531337"/>
      </dsp:txXfrm>
    </dsp:sp>
    <dsp:sp modelId="{109A1F5B-00FF-4E6F-9F30-35B06B726C40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0" i="0" kern="1200"/>
            <a:t>Любеч</a:t>
          </a:r>
          <a:endParaRPr lang="uk-UA" sz="1300" kern="1200"/>
        </a:p>
      </dsp:txBody>
      <dsp:txXfrm>
        <a:off x="911350" y="2323781"/>
        <a:ext cx="1531337" cy="1531337"/>
      </dsp:txXfrm>
    </dsp:sp>
    <dsp:sp modelId="{4973414C-3248-4607-8415-E49A5D5894A3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0" i="0" kern="1200" dirty="0"/>
            <a:t>Корсунь (Херсонес)</a:t>
          </a:r>
          <a:endParaRPr lang="uk-UA" sz="1300" kern="1200" dirty="0"/>
        </a:p>
      </dsp:txBody>
      <dsp:txXfrm>
        <a:off x="2738912" y="2323781"/>
        <a:ext cx="1531337" cy="153133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1D05A7-BF8B-46B8-89AE-E1215A6B7116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0A2A39-0795-4417-BCE2-935C5B1ECF69}">
      <dsp:nvSpPr>
        <dsp:cNvPr id="0" name=""/>
        <dsp:cNvSpPr/>
      </dsp:nvSpPr>
      <dsp:spPr>
        <a:xfrm>
          <a:off x="411090" y="271871"/>
          <a:ext cx="471078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хрещення князя Володимира Великого</a:t>
          </a:r>
          <a:endParaRPr lang="uk-UA" sz="1900" kern="1200"/>
        </a:p>
      </dsp:txBody>
      <dsp:txXfrm>
        <a:off x="411090" y="271871"/>
        <a:ext cx="4710785" cy="544091"/>
      </dsp:txXfrm>
    </dsp:sp>
    <dsp:sp modelId="{3C6FED54-3725-4818-B93E-3DFF2F4C35F7}">
      <dsp:nvSpPr>
        <dsp:cNvPr id="0" name=""/>
        <dsp:cNvSpPr/>
      </dsp:nvSpPr>
      <dsp:spPr>
        <a:xfrm>
          <a:off x="71032" y="203860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1BFA8F-899F-4780-829B-0F534C148267}">
      <dsp:nvSpPr>
        <dsp:cNvPr id="0" name=""/>
        <dsp:cNvSpPr/>
      </dsp:nvSpPr>
      <dsp:spPr>
        <a:xfrm>
          <a:off x="800969" y="1087747"/>
          <a:ext cx="432090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проведення з'їзду князів</a:t>
          </a:r>
          <a:endParaRPr lang="uk-UA" sz="1900" kern="1200"/>
        </a:p>
      </dsp:txBody>
      <dsp:txXfrm>
        <a:off x="800969" y="1087747"/>
        <a:ext cx="4320905" cy="544091"/>
      </dsp:txXfrm>
    </dsp:sp>
    <dsp:sp modelId="{77C328B2-3B13-498F-8BA2-60B262A1E50C}">
      <dsp:nvSpPr>
        <dsp:cNvPr id="0" name=""/>
        <dsp:cNvSpPr/>
      </dsp:nvSpPr>
      <dsp:spPr>
        <a:xfrm>
          <a:off x="460912" y="1019736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3511F4-613D-4A5C-BE1C-D10C1D938F60}">
      <dsp:nvSpPr>
        <dsp:cNvPr id="0" name=""/>
        <dsp:cNvSpPr/>
      </dsp:nvSpPr>
      <dsp:spPr>
        <a:xfrm>
          <a:off x="920631" y="1903623"/>
          <a:ext cx="4201243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хрещення княгині Ольги</a:t>
          </a:r>
          <a:endParaRPr lang="uk-UA" sz="1900" kern="1200" dirty="0"/>
        </a:p>
      </dsp:txBody>
      <dsp:txXfrm>
        <a:off x="920631" y="1903623"/>
        <a:ext cx="4201243" cy="544091"/>
      </dsp:txXfrm>
    </dsp:sp>
    <dsp:sp modelId="{FCBCD2C2-4E26-434B-A098-4D199064EC51}">
      <dsp:nvSpPr>
        <dsp:cNvPr id="0" name=""/>
        <dsp:cNvSpPr/>
      </dsp:nvSpPr>
      <dsp:spPr>
        <a:xfrm>
          <a:off x="580574" y="1835611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20AC18-38B6-4551-831E-A3080BDDB2E4}">
      <dsp:nvSpPr>
        <dsp:cNvPr id="0" name=""/>
        <dsp:cNvSpPr/>
      </dsp:nvSpPr>
      <dsp:spPr>
        <a:xfrm>
          <a:off x="800969" y="2719499"/>
          <a:ext cx="432090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загибель князя Ігоря</a:t>
          </a:r>
          <a:endParaRPr lang="uk-UA" sz="1900" kern="1200"/>
        </a:p>
      </dsp:txBody>
      <dsp:txXfrm>
        <a:off x="800969" y="2719499"/>
        <a:ext cx="4320905" cy="544091"/>
      </dsp:txXfrm>
    </dsp:sp>
    <dsp:sp modelId="{4326CC85-BE1E-4E74-A944-EFF0AEC54A96}">
      <dsp:nvSpPr>
        <dsp:cNvPr id="0" name=""/>
        <dsp:cNvSpPr/>
      </dsp:nvSpPr>
      <dsp:spPr>
        <a:xfrm>
          <a:off x="460912" y="2651487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E81086-F7EA-430E-959C-D00336978EEC}">
      <dsp:nvSpPr>
        <dsp:cNvPr id="0" name=""/>
        <dsp:cNvSpPr/>
      </dsp:nvSpPr>
      <dsp:spPr>
        <a:xfrm>
          <a:off x="411090" y="3535375"/>
          <a:ext cx="471078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укладення «Руської правди»</a:t>
          </a:r>
          <a:endParaRPr lang="uk-UA" sz="1900" kern="1200" dirty="0"/>
        </a:p>
      </dsp:txBody>
      <dsp:txXfrm>
        <a:off x="411090" y="3535375"/>
        <a:ext cx="4710785" cy="544091"/>
      </dsp:txXfrm>
    </dsp:sp>
    <dsp:sp modelId="{B6DC9E65-2895-46BC-B659-5AD4FD421618}">
      <dsp:nvSpPr>
        <dsp:cNvPr id="0" name=""/>
        <dsp:cNvSpPr/>
      </dsp:nvSpPr>
      <dsp:spPr>
        <a:xfrm>
          <a:off x="71032" y="3467363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3FF106-C67C-4A1C-A1F1-1993EC04E5B5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DEB875-7282-4E6D-956F-C7F9B9046B49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Стародавня історія України</a:t>
          </a:r>
          <a:endParaRPr lang="uk-UA" sz="1600" kern="1200" dirty="0"/>
        </a:p>
      </dsp:txBody>
      <dsp:txXfrm>
        <a:off x="911350" y="496219"/>
        <a:ext cx="1531337" cy="1531337"/>
      </dsp:txXfrm>
    </dsp:sp>
    <dsp:sp modelId="{5733A7C3-A68A-48FB-857C-1A465C2F3A2D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Київська Русь за перших князів</a:t>
          </a:r>
          <a:endParaRPr lang="uk-UA" sz="1600" kern="1200"/>
        </a:p>
      </dsp:txBody>
      <dsp:txXfrm>
        <a:off x="2738912" y="496219"/>
        <a:ext cx="1531337" cy="1531337"/>
      </dsp:txXfrm>
    </dsp:sp>
    <dsp:sp modelId="{530EA160-B724-431B-9195-C9CB1DFCD86D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Розквіт Київської Русі</a:t>
          </a:r>
          <a:endParaRPr lang="uk-UA" sz="1600" kern="1200"/>
        </a:p>
      </dsp:txBody>
      <dsp:txXfrm>
        <a:off x="911350" y="2323781"/>
        <a:ext cx="1531337" cy="1531337"/>
      </dsp:txXfrm>
    </dsp:sp>
    <dsp:sp modelId="{0927D762-D341-4BC3-8D77-D68C618774C7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Київська Русь за часів роздробленості</a:t>
          </a:r>
          <a:endParaRPr lang="uk-UA" sz="1600" kern="1200" dirty="0"/>
        </a:p>
      </dsp:txBody>
      <dsp:txXfrm>
        <a:off x="2738912" y="2323781"/>
        <a:ext cx="1531337" cy="153133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3EBFA5-59CE-4C2C-BC47-D8BAD672C67B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581C9B-0235-4D83-9CAE-DDFBCFF6205A}">
      <dsp:nvSpPr>
        <dsp:cNvPr id="0" name=""/>
        <dsp:cNvSpPr/>
      </dsp:nvSpPr>
      <dsp:spPr>
        <a:xfrm>
          <a:off x="411090" y="271871"/>
          <a:ext cx="471078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Християнізація, «Змієві вали», «тесть Європи», «Руська правда».</a:t>
          </a:r>
          <a:endParaRPr lang="uk-UA" sz="1300" kern="1200"/>
        </a:p>
      </dsp:txBody>
      <dsp:txXfrm>
        <a:off x="411090" y="271871"/>
        <a:ext cx="4710785" cy="544091"/>
      </dsp:txXfrm>
    </dsp:sp>
    <dsp:sp modelId="{D88CFE2E-048A-47FD-8347-20D8ED670DEA}">
      <dsp:nvSpPr>
        <dsp:cNvPr id="0" name=""/>
        <dsp:cNvSpPr/>
      </dsp:nvSpPr>
      <dsp:spPr>
        <a:xfrm>
          <a:off x="71032" y="203860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5921ED-F7AB-485C-809E-F6402686382B}">
      <dsp:nvSpPr>
        <dsp:cNvPr id="0" name=""/>
        <dsp:cNvSpPr/>
      </dsp:nvSpPr>
      <dsp:spPr>
        <a:xfrm>
          <a:off x="800969" y="1087747"/>
          <a:ext cx="432090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 err="1"/>
            <a:t>Привласнююче</a:t>
          </a:r>
          <a:r>
            <a:rPr lang="uk-UA" sz="1300" b="0" i="0" kern="1200" dirty="0"/>
            <a:t> господарство, археологічна культура, осілий спосіб життя, Велике розселення слов’ян.</a:t>
          </a:r>
          <a:endParaRPr lang="uk-UA" sz="1300" kern="1200" dirty="0"/>
        </a:p>
      </dsp:txBody>
      <dsp:txXfrm>
        <a:off x="800969" y="1087747"/>
        <a:ext cx="4320905" cy="544091"/>
      </dsp:txXfrm>
    </dsp:sp>
    <dsp:sp modelId="{65C0051E-3EDB-42F1-9628-08969CCC2EA9}">
      <dsp:nvSpPr>
        <dsp:cNvPr id="0" name=""/>
        <dsp:cNvSpPr/>
      </dsp:nvSpPr>
      <dsp:spPr>
        <a:xfrm>
          <a:off x="460912" y="1019736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0D8CDF-2C34-4DD8-9DF4-CDC14E161EE2}">
      <dsp:nvSpPr>
        <dsp:cNvPr id="0" name=""/>
        <dsp:cNvSpPr/>
      </dsp:nvSpPr>
      <dsp:spPr>
        <a:xfrm>
          <a:off x="920631" y="1903623"/>
          <a:ext cx="4201243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Князівські усобиці, удільні землі, федеративна монархія, «Правда Ярославичів».</a:t>
          </a:r>
          <a:endParaRPr lang="uk-UA" sz="1300" kern="1200" dirty="0"/>
        </a:p>
      </dsp:txBody>
      <dsp:txXfrm>
        <a:off x="920631" y="1903623"/>
        <a:ext cx="4201243" cy="544091"/>
      </dsp:txXfrm>
    </dsp:sp>
    <dsp:sp modelId="{C091EF7E-AEDE-472B-900B-2995C63F1CD6}">
      <dsp:nvSpPr>
        <dsp:cNvPr id="0" name=""/>
        <dsp:cNvSpPr/>
      </dsp:nvSpPr>
      <dsp:spPr>
        <a:xfrm>
          <a:off x="580574" y="1835611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CDCC36-49EC-431D-B007-ADB8F406C823}">
      <dsp:nvSpPr>
        <dsp:cNvPr id="0" name=""/>
        <dsp:cNvSpPr/>
      </dsp:nvSpPr>
      <dsp:spPr>
        <a:xfrm>
          <a:off x="800969" y="2719499"/>
          <a:ext cx="432090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Язичництво, полюддя, уроки, погости.</a:t>
          </a:r>
          <a:endParaRPr lang="uk-UA" sz="1300" kern="1200"/>
        </a:p>
      </dsp:txBody>
      <dsp:txXfrm>
        <a:off x="800969" y="2719499"/>
        <a:ext cx="4320905" cy="544091"/>
      </dsp:txXfrm>
    </dsp:sp>
    <dsp:sp modelId="{091F2AAD-CC6A-40F4-8B63-3B761532E606}">
      <dsp:nvSpPr>
        <dsp:cNvPr id="0" name=""/>
        <dsp:cNvSpPr/>
      </dsp:nvSpPr>
      <dsp:spPr>
        <a:xfrm>
          <a:off x="460912" y="2651487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827B92-3EBB-4434-9ADF-06AE8BFC6CB3}">
      <dsp:nvSpPr>
        <dsp:cNvPr id="0" name=""/>
        <dsp:cNvSpPr/>
      </dsp:nvSpPr>
      <dsp:spPr>
        <a:xfrm>
          <a:off x="411090" y="3535375"/>
          <a:ext cx="471078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Фільваркове господарство, покозачення, магнат, шляхта.</a:t>
          </a:r>
          <a:endParaRPr lang="uk-UA" sz="1300" kern="1200" dirty="0"/>
        </a:p>
      </dsp:txBody>
      <dsp:txXfrm>
        <a:off x="411090" y="3535375"/>
        <a:ext cx="4710785" cy="544091"/>
      </dsp:txXfrm>
    </dsp:sp>
    <dsp:sp modelId="{0A3E5906-716A-4211-8DBE-3634903163AA}">
      <dsp:nvSpPr>
        <dsp:cNvPr id="0" name=""/>
        <dsp:cNvSpPr/>
      </dsp:nvSpPr>
      <dsp:spPr>
        <a:xfrm>
          <a:off x="71032" y="3467363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52D810-A9E2-4019-A2F4-C7C208A023CD}">
      <dsp:nvSpPr>
        <dsp:cNvPr id="0" name=""/>
        <dsp:cNvSpPr/>
      </dsp:nvSpPr>
      <dsp:spPr>
        <a:xfrm>
          <a:off x="0" y="139647"/>
          <a:ext cx="4033058" cy="23376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1" kern="1200"/>
            <a:t>«...І мовив... Аскольдові та Дірові: “Ви оба не є князі. Ні роду княжого. Я є роду княжого.” - “А се - син Рюриків...”»</a:t>
          </a:r>
          <a:endParaRPr lang="uk-UA" sz="2700" kern="1200"/>
        </a:p>
      </dsp:txBody>
      <dsp:txXfrm>
        <a:off x="114115" y="253762"/>
        <a:ext cx="3804828" cy="2109430"/>
      </dsp:txXfrm>
    </dsp:sp>
    <dsp:sp modelId="{9234E31D-0D6D-4CDE-B8A3-5B60C90FAC95}">
      <dsp:nvSpPr>
        <dsp:cNvPr id="0" name=""/>
        <dsp:cNvSpPr/>
      </dsp:nvSpPr>
      <dsp:spPr>
        <a:xfrm>
          <a:off x="0" y="2555067"/>
          <a:ext cx="4033058" cy="23376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1" kern="1200" dirty="0"/>
            <a:t>«Із </a:t>
          </a:r>
          <a:r>
            <a:rPr lang="uk-UA" sz="2700" b="0" i="1" kern="1200" dirty="0" err="1"/>
            <a:t>города</a:t>
          </a:r>
          <a:r>
            <a:rPr lang="uk-UA" sz="2700" b="0" i="1" kern="1200" dirty="0"/>
            <a:t> Іскоростеня вийшли проти нього древляни й убили [його] і дружину його, бо було їх мало...»</a:t>
          </a:r>
          <a:endParaRPr lang="uk-UA" sz="2700" kern="1200" dirty="0"/>
        </a:p>
      </dsp:txBody>
      <dsp:txXfrm>
        <a:off x="114115" y="2669182"/>
        <a:ext cx="3804828" cy="210943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04BA1B-828E-4B2C-959F-BFA293868B86}">
      <dsp:nvSpPr>
        <dsp:cNvPr id="0" name=""/>
        <dsp:cNvSpPr/>
      </dsp:nvSpPr>
      <dsp:spPr>
        <a:xfrm>
          <a:off x="0" y="474595"/>
          <a:ext cx="3812771" cy="216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i="1" kern="1200" dirty="0"/>
            <a:t>«Сказав... матері своїй і боярам своїм: “Не любо мені в Києві жити, хочу жити в Переяславці на Дунаї”...»</a:t>
          </a:r>
          <a:endParaRPr lang="uk-UA" sz="2500" kern="1200" dirty="0"/>
        </a:p>
      </dsp:txBody>
      <dsp:txXfrm>
        <a:off x="105662" y="580257"/>
        <a:ext cx="3601447" cy="1953176"/>
      </dsp:txXfrm>
    </dsp:sp>
    <dsp:sp modelId="{AA9A9B3C-B7D7-49B0-8D7D-50796D710066}">
      <dsp:nvSpPr>
        <dsp:cNvPr id="0" name=""/>
        <dsp:cNvSpPr/>
      </dsp:nvSpPr>
      <dsp:spPr>
        <a:xfrm>
          <a:off x="0" y="2711095"/>
          <a:ext cx="3812771" cy="216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i="1" kern="1200" dirty="0"/>
            <a:t>«...віддав Корсунь грекам як викуп за царицю, а сам повернувся в Київ...»</a:t>
          </a:r>
          <a:endParaRPr lang="uk-UA" sz="2500" kern="1200" dirty="0"/>
        </a:p>
      </dsp:txBody>
      <dsp:txXfrm>
        <a:off x="105662" y="2816757"/>
        <a:ext cx="3601447" cy="195317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85675A-9574-48A6-8E87-A86004767EED}">
      <dsp:nvSpPr>
        <dsp:cNvPr id="0" name=""/>
        <dsp:cNvSpPr/>
      </dsp:nvSpPr>
      <dsp:spPr>
        <a:xfrm>
          <a:off x="1512396" y="1896825"/>
          <a:ext cx="1008264" cy="100826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D12D96C-319F-43BC-BBB8-F16B7A4D41C5}">
      <dsp:nvSpPr>
        <dsp:cNvPr id="0" name=""/>
        <dsp:cNvSpPr/>
      </dsp:nvSpPr>
      <dsp:spPr>
        <a:xfrm>
          <a:off x="1431735" y="1075809"/>
          <a:ext cx="1169586" cy="67697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Олег</a:t>
          </a:r>
          <a:endParaRPr lang="uk-UA" sz="1600" kern="1200"/>
        </a:p>
      </dsp:txBody>
      <dsp:txXfrm>
        <a:off x="1431735" y="1075809"/>
        <a:ext cx="1169586" cy="676977"/>
      </dsp:txXfrm>
    </dsp:sp>
    <dsp:sp modelId="{247A97A2-63EB-4CBE-970D-5DEFA9DDF941}">
      <dsp:nvSpPr>
        <dsp:cNvPr id="0" name=""/>
        <dsp:cNvSpPr/>
      </dsp:nvSpPr>
      <dsp:spPr>
        <a:xfrm>
          <a:off x="1895940" y="2175394"/>
          <a:ext cx="1008264" cy="100826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FD8D9AF-38F0-41CF-990D-D63A85D52DA5}">
      <dsp:nvSpPr>
        <dsp:cNvPr id="0" name=""/>
        <dsp:cNvSpPr/>
      </dsp:nvSpPr>
      <dsp:spPr>
        <a:xfrm>
          <a:off x="2984462" y="1968843"/>
          <a:ext cx="1048595" cy="73459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Ігор</a:t>
          </a:r>
          <a:endParaRPr lang="uk-UA" sz="1600" kern="1200"/>
        </a:p>
      </dsp:txBody>
      <dsp:txXfrm>
        <a:off x="2984462" y="1968843"/>
        <a:ext cx="1048595" cy="734592"/>
      </dsp:txXfrm>
    </dsp:sp>
    <dsp:sp modelId="{CDEDAD15-ECC4-4DB8-8FB7-0626F41C5376}">
      <dsp:nvSpPr>
        <dsp:cNvPr id="0" name=""/>
        <dsp:cNvSpPr/>
      </dsp:nvSpPr>
      <dsp:spPr>
        <a:xfrm>
          <a:off x="1749540" y="2626520"/>
          <a:ext cx="1008264" cy="100826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8242F76-0FED-4633-86FE-B9C6568DB196}">
      <dsp:nvSpPr>
        <dsp:cNvPr id="0" name=""/>
        <dsp:cNvSpPr/>
      </dsp:nvSpPr>
      <dsp:spPr>
        <a:xfrm>
          <a:off x="2823140" y="3221972"/>
          <a:ext cx="1048595" cy="73459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Святослав</a:t>
          </a:r>
          <a:endParaRPr lang="uk-UA" sz="1600" kern="1200"/>
        </a:p>
      </dsp:txBody>
      <dsp:txXfrm>
        <a:off x="2823140" y="3221972"/>
        <a:ext cx="1048595" cy="734592"/>
      </dsp:txXfrm>
    </dsp:sp>
    <dsp:sp modelId="{FAB2F2D5-7EF3-456F-8E02-6B7E6BB07E26}">
      <dsp:nvSpPr>
        <dsp:cNvPr id="0" name=""/>
        <dsp:cNvSpPr/>
      </dsp:nvSpPr>
      <dsp:spPr>
        <a:xfrm>
          <a:off x="1275252" y="2626520"/>
          <a:ext cx="1008264" cy="100826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78D771B-71EF-4C46-A03C-2FB25B36CE95}">
      <dsp:nvSpPr>
        <dsp:cNvPr id="0" name=""/>
        <dsp:cNvSpPr/>
      </dsp:nvSpPr>
      <dsp:spPr>
        <a:xfrm>
          <a:off x="161322" y="3221972"/>
          <a:ext cx="1048595" cy="73459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 err="1"/>
            <a:t>Володимир</a:t>
          </a:r>
          <a:r>
            <a:rPr lang="ru-RU" sz="1600" b="0" i="0" kern="1200" dirty="0"/>
            <a:t> Великий</a:t>
          </a:r>
          <a:endParaRPr lang="uk-UA" sz="1600" kern="1200" dirty="0"/>
        </a:p>
      </dsp:txBody>
      <dsp:txXfrm>
        <a:off x="161322" y="3221972"/>
        <a:ext cx="1048595" cy="734592"/>
      </dsp:txXfrm>
    </dsp:sp>
    <dsp:sp modelId="{81668C50-CE90-4F15-834F-CC0753FFC200}">
      <dsp:nvSpPr>
        <dsp:cNvPr id="0" name=""/>
        <dsp:cNvSpPr/>
      </dsp:nvSpPr>
      <dsp:spPr>
        <a:xfrm>
          <a:off x="1128852" y="2175394"/>
          <a:ext cx="1008264" cy="100826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89FC07C-5AFD-435E-8884-F7ED7F8456E4}">
      <dsp:nvSpPr>
        <dsp:cNvPr id="0" name=""/>
        <dsp:cNvSpPr/>
      </dsp:nvSpPr>
      <dsp:spPr>
        <a:xfrm>
          <a:off x="0" y="1968843"/>
          <a:ext cx="1048595" cy="73459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Ярослав </a:t>
          </a:r>
          <a:r>
            <a:rPr lang="ru-RU" sz="1600" b="0" i="0" kern="1200" dirty="0" err="1"/>
            <a:t>Мудрий</a:t>
          </a:r>
          <a:endParaRPr lang="uk-UA" sz="1600" kern="1200" dirty="0"/>
        </a:p>
      </dsp:txBody>
      <dsp:txXfrm>
        <a:off x="0" y="1968843"/>
        <a:ext cx="1048595" cy="73459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4D1273-BCAC-4690-B5B7-9DE36549963C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553FA4-4423-4818-9BCD-61100F4954C2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Олегу</a:t>
          </a:r>
          <a:endParaRPr lang="uk-UA" sz="2000" kern="1200"/>
        </a:p>
      </dsp:txBody>
      <dsp:txXfrm>
        <a:off x="911350" y="496219"/>
        <a:ext cx="1531337" cy="1531337"/>
      </dsp:txXfrm>
    </dsp:sp>
    <dsp:sp modelId="{3213533A-AC80-493F-B0BE-A05F98CA5E8C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Ігорю</a:t>
          </a:r>
          <a:endParaRPr lang="uk-UA" sz="2000" kern="1200"/>
        </a:p>
      </dsp:txBody>
      <dsp:txXfrm>
        <a:off x="2738912" y="496219"/>
        <a:ext cx="1531337" cy="1531337"/>
      </dsp:txXfrm>
    </dsp:sp>
    <dsp:sp modelId="{76B564ED-9E19-4BC4-8968-895009C3CB68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Святославу</a:t>
          </a:r>
          <a:endParaRPr lang="uk-UA" sz="2000" kern="1200" dirty="0"/>
        </a:p>
      </dsp:txBody>
      <dsp:txXfrm>
        <a:off x="911350" y="2323781"/>
        <a:ext cx="1531337" cy="1531337"/>
      </dsp:txXfrm>
    </dsp:sp>
    <dsp:sp modelId="{E049E2D2-2B72-48AA-95B2-77296C18D401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Володимиру</a:t>
          </a:r>
          <a:endParaRPr lang="uk-UA" sz="2000" kern="1200" dirty="0"/>
        </a:p>
      </dsp:txBody>
      <dsp:txXfrm>
        <a:off x="2738912" y="2323781"/>
        <a:ext cx="1531337" cy="153133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5BFD49-FC32-4C09-B005-8BC19E2E0093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результат запровадження християнства.</a:t>
          </a:r>
          <a:endParaRPr lang="uk-UA" sz="2500" kern="1200"/>
        </a:p>
      </dsp:txBody>
      <dsp:txXfrm>
        <a:off x="48547" y="127216"/>
        <a:ext cx="5084506" cy="897406"/>
      </dsp:txXfrm>
    </dsp:sp>
    <dsp:sp modelId="{8D34FB6E-35E3-438D-99D3-A231B584A76C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привід</a:t>
          </a:r>
          <a:r>
            <a:rPr lang="ru-RU" sz="2500" b="0" i="0" kern="1200" dirty="0"/>
            <a:t> до </a:t>
          </a:r>
          <a:r>
            <a:rPr lang="ru-RU" sz="2500" b="0" i="0" kern="1200" dirty="0" err="1"/>
            <a:t>запровадження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християнства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547" y="1193716"/>
        <a:ext cx="5084506" cy="897406"/>
      </dsp:txXfrm>
    </dsp:sp>
    <dsp:sp modelId="{180DC077-434E-414D-9DED-CAB255420CCA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причину запровадження християнства.</a:t>
          </a:r>
          <a:endParaRPr lang="uk-UA" sz="2500" kern="1200"/>
        </a:p>
      </dsp:txBody>
      <dsp:txXfrm>
        <a:off x="48547" y="2260216"/>
        <a:ext cx="5084506" cy="897406"/>
      </dsp:txXfrm>
    </dsp:sp>
    <dsp:sp modelId="{FA09808D-5B07-401E-BB3C-B273FF429B51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наслідки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запровадження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християнства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547" y="3326716"/>
        <a:ext cx="5084506" cy="89740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BB74B8-88C7-4890-8750-A94F1BF39EAD}">
      <dsp:nvSpPr>
        <dsp:cNvPr id="0" name=""/>
        <dsp:cNvSpPr/>
      </dsp:nvSpPr>
      <dsp:spPr>
        <a:xfrm>
          <a:off x="0" y="81411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вибором державної релігії.</a:t>
          </a:r>
          <a:endParaRPr lang="uk-UA" sz="2500" kern="1200"/>
        </a:p>
      </dsp:txBody>
      <dsp:txXfrm>
        <a:off x="48481" y="129892"/>
        <a:ext cx="5084638" cy="896166"/>
      </dsp:txXfrm>
    </dsp:sp>
    <dsp:sp modelId="{27765A35-3D1E-47E9-B344-997796966858}">
      <dsp:nvSpPr>
        <dsp:cNvPr id="0" name=""/>
        <dsp:cNvSpPr/>
      </dsp:nvSpPr>
      <dsp:spPr>
        <a:xfrm>
          <a:off x="0" y="1146540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упровадженням «Руської правди».</a:t>
          </a:r>
          <a:endParaRPr lang="uk-UA" sz="2500" kern="1200"/>
        </a:p>
      </dsp:txBody>
      <dsp:txXfrm>
        <a:off x="48481" y="1195021"/>
        <a:ext cx="5084638" cy="896166"/>
      </dsp:txXfrm>
    </dsp:sp>
    <dsp:sp modelId="{2B976C2C-74C6-439F-A204-2091503720F9}">
      <dsp:nvSpPr>
        <dsp:cNvPr id="0" name=""/>
        <dsp:cNvSpPr/>
      </dsp:nvSpPr>
      <dsp:spPr>
        <a:xfrm>
          <a:off x="0" y="2211669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запровадженням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системи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престолонаслідування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481" y="2260150"/>
        <a:ext cx="5084638" cy="896166"/>
      </dsp:txXfrm>
    </dsp:sp>
    <dsp:sp modelId="{9DECB2BD-2BC5-4721-AE51-15ECC4CCF813}">
      <dsp:nvSpPr>
        <dsp:cNvPr id="0" name=""/>
        <dsp:cNvSpPr/>
      </dsp:nvSpPr>
      <dsp:spPr>
        <a:xfrm>
          <a:off x="0" y="3276797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укладенням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чергового</a:t>
          </a:r>
          <a:r>
            <a:rPr lang="ru-RU" sz="2500" b="0" i="0" kern="1200" dirty="0"/>
            <a:t> торгового договору з </a:t>
          </a:r>
          <a:r>
            <a:rPr lang="ru-RU" sz="2500" b="0" i="0" kern="1200" dirty="0" err="1"/>
            <a:t>Візантією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481" y="3325278"/>
        <a:ext cx="5084638" cy="89616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6833ED-BFF3-4ABD-A683-C42CB8F63851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C86918-1743-4584-B720-7489F263B253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Ігор</a:t>
          </a:r>
          <a:endParaRPr lang="uk-UA" sz="2100" kern="1200"/>
        </a:p>
      </dsp:txBody>
      <dsp:txXfrm>
        <a:off x="911350" y="496219"/>
        <a:ext cx="1531337" cy="1531337"/>
      </dsp:txXfrm>
    </dsp:sp>
    <dsp:sp modelId="{9B7AFF59-530F-43FB-9EC9-43558DB1A1C4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Святослав</a:t>
          </a:r>
          <a:endParaRPr lang="uk-UA" sz="2100" kern="1200"/>
        </a:p>
      </dsp:txBody>
      <dsp:txXfrm>
        <a:off x="2738912" y="496219"/>
        <a:ext cx="1531337" cy="1531337"/>
      </dsp:txXfrm>
    </dsp:sp>
    <dsp:sp modelId="{5F9C0302-384B-46E0-A62F-1F1E6498FADF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Володимир</a:t>
          </a:r>
          <a:r>
            <a:rPr lang="ru-RU" sz="2100" b="0" i="0" kern="1200" dirty="0"/>
            <a:t> Великий</a:t>
          </a:r>
          <a:endParaRPr lang="uk-UA" sz="2100" kern="1200" dirty="0"/>
        </a:p>
      </dsp:txBody>
      <dsp:txXfrm>
        <a:off x="911350" y="2323781"/>
        <a:ext cx="1531337" cy="1531337"/>
      </dsp:txXfrm>
    </dsp:sp>
    <dsp:sp modelId="{296F5CF2-D54D-482D-90F7-56E664949275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Ярослав </a:t>
          </a:r>
          <a:r>
            <a:rPr lang="ru-RU" sz="2100" b="0" i="0" kern="1200" dirty="0" err="1"/>
            <a:t>Мудрий</a:t>
          </a:r>
          <a:endParaRPr lang="uk-UA" sz="2100" kern="1200" dirty="0"/>
        </a:p>
      </dsp:txBody>
      <dsp:txXfrm>
        <a:off x="2738912" y="2323781"/>
        <a:ext cx="1531337" cy="153133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F80B95-0490-44F9-B39D-2EAE78E1438B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укладення династичного союзу Русі з Візантією</a:t>
          </a:r>
          <a:endParaRPr lang="uk-UA" sz="2500" kern="1200"/>
        </a:p>
      </dsp:txBody>
      <dsp:txXfrm>
        <a:off x="48547" y="127216"/>
        <a:ext cx="5084506" cy="897406"/>
      </dsp:txXfrm>
    </dsp:sp>
    <dsp:sp modelId="{3FA1897C-1B5A-4081-98E4-1F2177B7E210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укладення першого договору Русі з Візантією</a:t>
          </a:r>
          <a:endParaRPr lang="uk-UA" sz="2500" kern="1200"/>
        </a:p>
      </dsp:txBody>
      <dsp:txXfrm>
        <a:off x="48547" y="1193716"/>
        <a:ext cx="5084506" cy="897406"/>
      </dsp:txXfrm>
    </dsp:sp>
    <dsp:sp modelId="{B741ED7A-A719-4384-ABF9-63D100E850A0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припинення функціонування шляху «з варягів у греки»</a:t>
          </a:r>
          <a:endParaRPr lang="uk-UA" sz="2500" kern="1200" dirty="0"/>
        </a:p>
      </dsp:txBody>
      <dsp:txXfrm>
        <a:off x="48547" y="2260216"/>
        <a:ext cx="5084506" cy="897406"/>
      </dsp:txXfrm>
    </dsp:sp>
    <dsp:sp modelId="{0698A7DD-8AE5-4AB8-939B-22E7C559C7EF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поява кам’яної церковної архітектури</a:t>
          </a:r>
          <a:endParaRPr lang="uk-UA" sz="2500" kern="1200" dirty="0"/>
        </a:p>
      </dsp:txBody>
      <dsp:txXfrm>
        <a:off x="48547" y="3326716"/>
        <a:ext cx="5084506" cy="897406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96B485-9687-4AAD-8B8D-6BA0E64E5E5F}">
      <dsp:nvSpPr>
        <dsp:cNvPr id="0" name=""/>
        <dsp:cNvSpPr/>
      </dsp:nvSpPr>
      <dsp:spPr>
        <a:xfrm>
          <a:off x="0" y="361719"/>
          <a:ext cx="5181600" cy="11536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 dirty="0"/>
            <a:t>оформлення візантійського протекторату над Руссю</a:t>
          </a:r>
          <a:endParaRPr lang="uk-UA" sz="2900" kern="1200" dirty="0"/>
        </a:p>
      </dsp:txBody>
      <dsp:txXfrm>
        <a:off x="56315" y="418034"/>
        <a:ext cx="5068970" cy="1040990"/>
      </dsp:txXfrm>
    </dsp:sp>
    <dsp:sp modelId="{2DFE8689-DFD9-449F-B4F5-8213FE908BF8}">
      <dsp:nvSpPr>
        <dsp:cNvPr id="0" name=""/>
        <dsp:cNvSpPr/>
      </dsp:nvSpPr>
      <dsp:spPr>
        <a:xfrm>
          <a:off x="0" y="1598859"/>
          <a:ext cx="5181600" cy="11536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припинення здійснення київськими князями полюддя</a:t>
          </a:r>
          <a:endParaRPr lang="uk-UA" sz="2900" kern="1200"/>
        </a:p>
      </dsp:txBody>
      <dsp:txXfrm>
        <a:off x="56315" y="1655174"/>
        <a:ext cx="5068970" cy="1040990"/>
      </dsp:txXfrm>
    </dsp:sp>
    <dsp:sp modelId="{C0C03955-4655-4037-87B0-5A2309367645}">
      <dsp:nvSpPr>
        <dsp:cNvPr id="0" name=""/>
        <dsp:cNvSpPr/>
      </dsp:nvSpPr>
      <dsp:spPr>
        <a:xfrm>
          <a:off x="0" y="2835999"/>
          <a:ext cx="5181600" cy="11536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 dirty="0"/>
            <a:t>запровадження християнства як державної релігії</a:t>
          </a:r>
          <a:endParaRPr lang="uk-UA" sz="2900" kern="1200" dirty="0"/>
        </a:p>
      </dsp:txBody>
      <dsp:txXfrm>
        <a:off x="56315" y="2892314"/>
        <a:ext cx="5068970" cy="104099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5160D6-FC0B-4C14-BA63-6AB503DFCC7E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75011F-B1D6-4918-9858-0792A52B63C2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882 р.</a:t>
          </a:r>
          <a:endParaRPr lang="uk-UA" sz="4300" kern="1200"/>
        </a:p>
      </dsp:txBody>
      <dsp:txXfrm>
        <a:off x="911350" y="496219"/>
        <a:ext cx="1531337" cy="1531337"/>
      </dsp:txXfrm>
    </dsp:sp>
    <dsp:sp modelId="{FE4DDCB6-8F2D-449C-A7E2-F8AB2891BDAE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911 р.</a:t>
          </a:r>
          <a:endParaRPr lang="uk-UA" sz="4300" kern="1200"/>
        </a:p>
      </dsp:txBody>
      <dsp:txXfrm>
        <a:off x="2738912" y="496219"/>
        <a:ext cx="1531337" cy="1531337"/>
      </dsp:txXfrm>
    </dsp:sp>
    <dsp:sp modelId="{8A7A3756-95E7-4CCF-9935-3A346C398F22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945 р.</a:t>
          </a:r>
          <a:endParaRPr lang="uk-UA" sz="4300" kern="1200"/>
        </a:p>
      </dsp:txBody>
      <dsp:txXfrm>
        <a:off x="911350" y="2323781"/>
        <a:ext cx="1531337" cy="1531337"/>
      </dsp:txXfrm>
    </dsp:sp>
    <dsp:sp modelId="{DAA71BEE-2C82-4607-B069-13AE34F6C286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988 р.</a:t>
          </a:r>
          <a:endParaRPr lang="uk-UA" sz="4300" kern="1200" dirty="0"/>
        </a:p>
      </dsp:txBody>
      <dsp:txXfrm>
        <a:off x="2738912" y="2323781"/>
        <a:ext cx="1531337" cy="1531337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40B796-5963-4690-B469-D96AA1B9E11B}">
      <dsp:nvSpPr>
        <dsp:cNvPr id="0" name=""/>
        <dsp:cNvSpPr/>
      </dsp:nvSpPr>
      <dsp:spPr>
        <a:xfrm>
          <a:off x="0" y="868419"/>
          <a:ext cx="51816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будівництво Десятинної церкви</a:t>
          </a:r>
          <a:endParaRPr lang="uk-UA" sz="2500" kern="1200" dirty="0"/>
        </a:p>
      </dsp:txBody>
      <dsp:txXfrm>
        <a:off x="29271" y="897690"/>
        <a:ext cx="5123058" cy="541083"/>
      </dsp:txXfrm>
    </dsp:sp>
    <dsp:sp modelId="{9219C00D-DD87-49F4-8D52-14759C3265CE}">
      <dsp:nvSpPr>
        <dsp:cNvPr id="0" name=""/>
        <dsp:cNvSpPr/>
      </dsp:nvSpPr>
      <dsp:spPr>
        <a:xfrm>
          <a:off x="0" y="1540044"/>
          <a:ext cx="51816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похід русичів на Константинополь</a:t>
          </a:r>
          <a:endParaRPr lang="uk-UA" sz="2500" kern="1200"/>
        </a:p>
      </dsp:txBody>
      <dsp:txXfrm>
        <a:off x="29271" y="1569315"/>
        <a:ext cx="5123058" cy="541083"/>
      </dsp:txXfrm>
    </dsp:sp>
    <dsp:sp modelId="{1E118CCB-AEAE-47FD-BEA1-2EB6E10CF8EE}">
      <dsp:nvSpPr>
        <dsp:cNvPr id="0" name=""/>
        <dsp:cNvSpPr/>
      </dsp:nvSpPr>
      <dsp:spPr>
        <a:xfrm>
          <a:off x="0" y="2211669"/>
          <a:ext cx="51816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руйнування язичницького капища</a:t>
          </a:r>
          <a:endParaRPr lang="uk-UA" sz="2500" kern="1200" dirty="0"/>
        </a:p>
      </dsp:txBody>
      <dsp:txXfrm>
        <a:off x="29271" y="2240940"/>
        <a:ext cx="5123058" cy="541083"/>
      </dsp:txXfrm>
    </dsp:sp>
    <dsp:sp modelId="{D2B89FF0-E951-402B-8561-50F4EFFA6A60}">
      <dsp:nvSpPr>
        <dsp:cNvPr id="0" name=""/>
        <dsp:cNvSpPr/>
      </dsp:nvSpPr>
      <dsp:spPr>
        <a:xfrm>
          <a:off x="0" y="2883294"/>
          <a:ext cx="51816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розгром печенігів під стінами Києва</a:t>
          </a:r>
          <a:endParaRPr lang="uk-UA" sz="2500" kern="1200" dirty="0"/>
        </a:p>
      </dsp:txBody>
      <dsp:txXfrm>
        <a:off x="29271" y="2912565"/>
        <a:ext cx="5123058" cy="541083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5A8029-3116-479D-B06B-B6E50D5ED96F}">
      <dsp:nvSpPr>
        <dsp:cNvPr id="0" name=""/>
        <dsp:cNvSpPr/>
      </dsp:nvSpPr>
      <dsp:spPr>
        <a:xfrm>
          <a:off x="0" y="330308"/>
          <a:ext cx="518160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запровадження Володимиром Великим християнства як державної релігії</a:t>
          </a:r>
          <a:endParaRPr lang="uk-UA" sz="2200" kern="1200"/>
        </a:p>
      </dsp:txBody>
      <dsp:txXfrm>
        <a:off x="42722" y="373030"/>
        <a:ext cx="5096156" cy="789716"/>
      </dsp:txXfrm>
    </dsp:sp>
    <dsp:sp modelId="{71BD4833-38DC-4C62-872A-AD11E2D31385}">
      <dsp:nvSpPr>
        <dsp:cNvPr id="0" name=""/>
        <dsp:cNvSpPr/>
      </dsp:nvSpPr>
      <dsp:spPr>
        <a:xfrm>
          <a:off x="0" y="1268829"/>
          <a:ext cx="518160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здійснення Святославом військового походу проти Хозарського каганату</a:t>
          </a:r>
          <a:endParaRPr lang="uk-UA" sz="2200" kern="1200" dirty="0"/>
        </a:p>
      </dsp:txBody>
      <dsp:txXfrm>
        <a:off x="42722" y="1311551"/>
        <a:ext cx="5096156" cy="789716"/>
      </dsp:txXfrm>
    </dsp:sp>
    <dsp:sp modelId="{34696F55-6BFB-49A9-A469-6FEDBA108889}">
      <dsp:nvSpPr>
        <dsp:cNvPr id="0" name=""/>
        <dsp:cNvSpPr/>
      </dsp:nvSpPr>
      <dsp:spPr>
        <a:xfrm>
          <a:off x="0" y="2207349"/>
          <a:ext cx="518160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об'єднання Олегом Північної та Південної Русі під владою Рюриковичів</a:t>
          </a:r>
          <a:endParaRPr lang="uk-UA" sz="2200" kern="1200"/>
        </a:p>
      </dsp:txBody>
      <dsp:txXfrm>
        <a:off x="42722" y="2250071"/>
        <a:ext cx="5096156" cy="789716"/>
      </dsp:txXfrm>
    </dsp:sp>
    <dsp:sp modelId="{68C6F071-3699-47C5-B3A3-5615BF0D4C29}">
      <dsp:nvSpPr>
        <dsp:cNvPr id="0" name=""/>
        <dsp:cNvSpPr/>
      </dsp:nvSpPr>
      <dsp:spPr>
        <a:xfrm>
          <a:off x="0" y="3145869"/>
          <a:ext cx="518160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укладення Ярославом Мудрим першого писаного збірника руських законів</a:t>
          </a:r>
          <a:endParaRPr lang="uk-UA" sz="2200" kern="1200" dirty="0"/>
        </a:p>
      </dsp:txBody>
      <dsp:txXfrm>
        <a:off x="42722" y="3188591"/>
        <a:ext cx="5096156" cy="789716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0C1FB0-7C26-443F-9513-0A654BDF8301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22738C-33B6-4B3C-A798-476AEBC2803B}">
      <dsp:nvSpPr>
        <dsp:cNvPr id="0" name=""/>
        <dsp:cNvSpPr/>
      </dsp:nvSpPr>
      <dsp:spPr>
        <a:xfrm>
          <a:off x="492024" y="334530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об’єднання Олегом Південної та Північної Русі під владою Рюриковичів.</a:t>
          </a:r>
          <a:endParaRPr lang="uk-UA" sz="1600" kern="1200"/>
        </a:p>
      </dsp:txBody>
      <dsp:txXfrm>
        <a:off x="492024" y="334530"/>
        <a:ext cx="4629850" cy="669409"/>
      </dsp:txXfrm>
    </dsp:sp>
    <dsp:sp modelId="{7AFD0F72-1D91-4BCB-87DF-D0E2FE2AAC84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9C8D7F-0EA6-46D7-B1A5-6DAF95E9703E}">
      <dsp:nvSpPr>
        <dsp:cNvPr id="0" name=""/>
        <dsp:cNvSpPr/>
      </dsp:nvSpPr>
      <dsp:spPr>
        <a:xfrm>
          <a:off x="875812" y="1338819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здійснення Святославом військового походу проти Хозарського каганату.</a:t>
          </a:r>
          <a:endParaRPr lang="uk-UA" sz="1600" kern="1200" dirty="0"/>
        </a:p>
      </dsp:txBody>
      <dsp:txXfrm>
        <a:off x="875812" y="1338819"/>
        <a:ext cx="4246062" cy="669409"/>
      </dsp:txXfrm>
    </dsp:sp>
    <dsp:sp modelId="{8010D8D9-B41D-440E-95FB-9C358B3454C4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E105DA-4D07-45FC-A278-15350DCF4D3A}">
      <dsp:nvSpPr>
        <dsp:cNvPr id="0" name=""/>
        <dsp:cNvSpPr/>
      </dsp:nvSpPr>
      <dsp:spPr>
        <a:xfrm>
          <a:off x="875812" y="2343108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запровадження Володимиром Великим християнства як державної релігії.</a:t>
          </a:r>
          <a:endParaRPr lang="uk-UA" sz="1600" kern="1200" dirty="0"/>
        </a:p>
      </dsp:txBody>
      <dsp:txXfrm>
        <a:off x="875812" y="2343108"/>
        <a:ext cx="4246062" cy="669409"/>
      </dsp:txXfrm>
    </dsp:sp>
    <dsp:sp modelId="{EA0A4D05-C3F0-4320-8E46-0F2E14FDA26E}">
      <dsp:nvSpPr>
        <dsp:cNvPr id="0" name=""/>
        <dsp:cNvSpPr/>
      </dsp:nvSpPr>
      <dsp:spPr>
        <a:xfrm>
          <a:off x="457431" y="2259432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B0694E-6CFE-4595-8D84-19D0C0A9EB2B}">
      <dsp:nvSpPr>
        <dsp:cNvPr id="0" name=""/>
        <dsp:cNvSpPr/>
      </dsp:nvSpPr>
      <dsp:spPr>
        <a:xfrm>
          <a:off x="492024" y="3347397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укладення Ярославом Мудрим першого писаного збірника руських законів</a:t>
          </a:r>
          <a:endParaRPr lang="uk-UA" sz="1600" kern="1200" dirty="0"/>
        </a:p>
      </dsp:txBody>
      <dsp:txXfrm>
        <a:off x="492024" y="3347397"/>
        <a:ext cx="4629850" cy="669409"/>
      </dsp:txXfrm>
    </dsp:sp>
    <dsp:sp modelId="{935FF3D6-21F0-4D07-8436-0CCA3312D7DF}">
      <dsp:nvSpPr>
        <dsp:cNvPr id="0" name=""/>
        <dsp:cNvSpPr/>
      </dsp:nvSpPr>
      <dsp:spPr>
        <a:xfrm>
          <a:off x="73643" y="326372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90F39F-003B-409F-A937-4A55B743C7A3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29ACE0-14A8-4875-8F44-4C8A6839BE65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Олег</a:t>
          </a:r>
          <a:endParaRPr lang="uk-UA" sz="2100" kern="1200"/>
        </a:p>
      </dsp:txBody>
      <dsp:txXfrm>
        <a:off x="911350" y="496219"/>
        <a:ext cx="1531337" cy="1531337"/>
      </dsp:txXfrm>
    </dsp:sp>
    <dsp:sp modelId="{CEED004A-DC32-4F7A-946D-66C71707BB3F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Святослав</a:t>
          </a:r>
          <a:endParaRPr lang="uk-UA" sz="2100" kern="1200"/>
        </a:p>
      </dsp:txBody>
      <dsp:txXfrm>
        <a:off x="2738912" y="496219"/>
        <a:ext cx="1531337" cy="1531337"/>
      </dsp:txXfrm>
    </dsp:sp>
    <dsp:sp modelId="{CCBC90BB-F492-4597-A315-23B487529FD1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Володимир</a:t>
          </a:r>
          <a:r>
            <a:rPr lang="ru-RU" sz="2100" b="0" i="0" kern="1200" dirty="0"/>
            <a:t> Великий</a:t>
          </a:r>
          <a:endParaRPr lang="uk-UA" sz="2100" kern="1200" dirty="0"/>
        </a:p>
      </dsp:txBody>
      <dsp:txXfrm>
        <a:off x="911350" y="2323781"/>
        <a:ext cx="1531337" cy="1531337"/>
      </dsp:txXfrm>
    </dsp:sp>
    <dsp:sp modelId="{55443D40-A05E-4FC5-8997-1CEFFEB58B34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Ярослав </a:t>
          </a:r>
          <a:r>
            <a:rPr lang="ru-RU" sz="2100" b="0" i="0" kern="1200" dirty="0" err="1"/>
            <a:t>Мудрий</a:t>
          </a:r>
          <a:endParaRPr lang="uk-UA" sz="2100" kern="1200" dirty="0"/>
        </a:p>
      </dsp:txBody>
      <dsp:txXfrm>
        <a:off x="2738912" y="2323781"/>
        <a:ext cx="1531337" cy="1531337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548023-4D57-4CF3-8548-B31B1CF018A3}">
      <dsp:nvSpPr>
        <dsp:cNvPr id="0" name=""/>
        <dsp:cNvSpPr/>
      </dsp:nvSpPr>
      <dsp:spPr>
        <a:xfrm>
          <a:off x="0" y="74211"/>
          <a:ext cx="518160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розгромив Хозарський каганат</a:t>
          </a:r>
          <a:endParaRPr lang="uk-UA" sz="2000" kern="1200" dirty="0"/>
        </a:p>
      </dsp:txBody>
      <dsp:txXfrm>
        <a:off x="38784" y="112995"/>
        <a:ext cx="5104032" cy="716935"/>
      </dsp:txXfrm>
    </dsp:sp>
    <dsp:sp modelId="{31D6E5C8-3859-4B57-ADD1-10D127341B94}">
      <dsp:nvSpPr>
        <dsp:cNvPr id="0" name=""/>
        <dsp:cNvSpPr/>
      </dsp:nvSpPr>
      <dsp:spPr>
        <a:xfrm>
          <a:off x="0" y="926314"/>
          <a:ext cx="518160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запровадив перший постійний податок – десятину</a:t>
          </a:r>
          <a:endParaRPr lang="uk-UA" sz="2000" kern="1200"/>
        </a:p>
      </dsp:txBody>
      <dsp:txXfrm>
        <a:off x="38784" y="965098"/>
        <a:ext cx="5104032" cy="716935"/>
      </dsp:txXfrm>
    </dsp:sp>
    <dsp:sp modelId="{CBDEA983-7893-49E9-B2AA-EB6E830F9AA8}">
      <dsp:nvSpPr>
        <dsp:cNvPr id="0" name=""/>
        <dsp:cNvSpPr/>
      </dsp:nvSpPr>
      <dsp:spPr>
        <a:xfrm>
          <a:off x="0" y="1778417"/>
          <a:ext cx="518160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об’єднав північні та південні руські землі</a:t>
          </a:r>
          <a:endParaRPr lang="uk-UA" sz="2000" kern="1200" dirty="0"/>
        </a:p>
      </dsp:txBody>
      <dsp:txXfrm>
        <a:off x="38784" y="1817201"/>
        <a:ext cx="5104032" cy="716935"/>
      </dsp:txXfrm>
    </dsp:sp>
    <dsp:sp modelId="{CEF28523-50BF-4398-BDF1-EEFD03D207EF}">
      <dsp:nvSpPr>
        <dsp:cNvPr id="0" name=""/>
        <dsp:cNvSpPr/>
      </dsp:nvSpPr>
      <dsp:spPr>
        <a:xfrm>
          <a:off x="0" y="2630520"/>
          <a:ext cx="518160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організував проведення Любецького з’їзду князів</a:t>
          </a:r>
          <a:endParaRPr lang="uk-UA" sz="2000" kern="1200"/>
        </a:p>
      </dsp:txBody>
      <dsp:txXfrm>
        <a:off x="38784" y="2669304"/>
        <a:ext cx="5104032" cy="716935"/>
      </dsp:txXfrm>
    </dsp:sp>
    <dsp:sp modelId="{53CC7A6C-61C6-478C-A5CE-694E87DB1A54}">
      <dsp:nvSpPr>
        <dsp:cNvPr id="0" name=""/>
        <dsp:cNvSpPr/>
      </dsp:nvSpPr>
      <dsp:spPr>
        <a:xfrm>
          <a:off x="0" y="3482623"/>
          <a:ext cx="518160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уклав перший кодифікований звід руських законів</a:t>
          </a:r>
          <a:endParaRPr lang="uk-UA" sz="2000" kern="1200" dirty="0"/>
        </a:p>
      </dsp:txBody>
      <dsp:txXfrm>
        <a:off x="38784" y="3521407"/>
        <a:ext cx="5104032" cy="716935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A11E9A-E86C-4768-B29F-0EB3A706CFFB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7639E8-4FF8-44E4-9880-923781E506C3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Володимир</a:t>
          </a:r>
          <a:r>
            <a:rPr lang="ru-RU" sz="2100" b="0" i="0" kern="1200" dirty="0"/>
            <a:t> Великий</a:t>
          </a:r>
          <a:endParaRPr lang="uk-UA" sz="2100" kern="1200" dirty="0"/>
        </a:p>
      </dsp:txBody>
      <dsp:txXfrm>
        <a:off x="911350" y="496219"/>
        <a:ext cx="1531337" cy="1531337"/>
      </dsp:txXfrm>
    </dsp:sp>
    <dsp:sp modelId="{30A2D17D-C0DC-4614-A896-9624FC3B666A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Ярослав Мудрий</a:t>
          </a:r>
          <a:endParaRPr lang="uk-UA" sz="2100" kern="1200"/>
        </a:p>
      </dsp:txBody>
      <dsp:txXfrm>
        <a:off x="2738912" y="496219"/>
        <a:ext cx="1531337" cy="1531337"/>
      </dsp:txXfrm>
    </dsp:sp>
    <dsp:sp modelId="{BFC7D233-6AC0-40D9-92B7-1B8D0B249D9A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Володимир</a:t>
          </a:r>
          <a:r>
            <a:rPr lang="ru-RU" sz="2100" b="0" i="0" kern="1200" dirty="0"/>
            <a:t> Мономах</a:t>
          </a:r>
          <a:endParaRPr lang="uk-UA" sz="2100" kern="1200" dirty="0"/>
        </a:p>
      </dsp:txBody>
      <dsp:txXfrm>
        <a:off x="911350" y="2323781"/>
        <a:ext cx="1531337" cy="1531337"/>
      </dsp:txXfrm>
    </dsp:sp>
    <dsp:sp modelId="{8DEF1165-A28A-4C3F-890B-2EE608FD0910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Мстислав Великий</a:t>
          </a:r>
          <a:endParaRPr lang="uk-UA" sz="2100" kern="1200" dirty="0"/>
        </a:p>
      </dsp:txBody>
      <dsp:txXfrm>
        <a:off x="2738912" y="2323781"/>
        <a:ext cx="1531337" cy="1531337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F72130-4F85-4A3B-A92F-5C751B593A05}">
      <dsp:nvSpPr>
        <dsp:cNvPr id="0" name=""/>
        <dsp:cNvSpPr/>
      </dsp:nvSpPr>
      <dsp:spPr>
        <a:xfrm>
          <a:off x="0" y="416709"/>
          <a:ext cx="5181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«Хозари вийшли супроти нього з каганом, князем своїм. І зступилися війська битися, і сталася битва межи ними, і </a:t>
          </a:r>
          <a:r>
            <a:rPr lang="uk-UA" sz="1600" b="0" i="1" kern="1200" dirty="0" err="1"/>
            <a:t>одолів</a:t>
          </a:r>
          <a:r>
            <a:rPr lang="uk-UA" sz="1600" b="0" i="1" kern="1200" dirty="0"/>
            <a:t> він хозар і город їхній столицю Ітіль, і город Білу Вежу взяв...»</a:t>
          </a:r>
          <a:endParaRPr lang="uk-UA" sz="1600" kern="1200" dirty="0"/>
        </a:p>
      </dsp:txBody>
      <dsp:txXfrm>
        <a:off x="55744" y="472453"/>
        <a:ext cx="5070112" cy="1030432"/>
      </dsp:txXfrm>
    </dsp:sp>
    <dsp:sp modelId="{41A8CC5A-12D1-4244-82DA-39E4DF5435AB}">
      <dsp:nvSpPr>
        <dsp:cNvPr id="0" name=""/>
        <dsp:cNvSpPr/>
      </dsp:nvSpPr>
      <dsp:spPr>
        <a:xfrm>
          <a:off x="0" y="1604709"/>
          <a:ext cx="5181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/>
            <a:t>«І поставив він кумири на пагорбі, поза двором теремним: Перуна дерев’яного, — а голова його була срібна, а вус — золотий, — і Хорса, і Дажбога, і Стрибога, і Сімаргла...»</a:t>
          </a:r>
          <a:endParaRPr lang="uk-UA" sz="1600" kern="1200"/>
        </a:p>
      </dsp:txBody>
      <dsp:txXfrm>
        <a:off x="55744" y="1660453"/>
        <a:ext cx="5070112" cy="1030432"/>
      </dsp:txXfrm>
    </dsp:sp>
    <dsp:sp modelId="{80828731-4643-43E7-8F83-1400903A0771}">
      <dsp:nvSpPr>
        <dsp:cNvPr id="0" name=""/>
        <dsp:cNvSpPr/>
      </dsp:nvSpPr>
      <dsp:spPr>
        <a:xfrm>
          <a:off x="0" y="2792709"/>
          <a:ext cx="5181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— ту. І перестала усобиця в землі Руській...»</a:t>
          </a:r>
          <a:endParaRPr lang="uk-UA" sz="1600" kern="1200" dirty="0"/>
        </a:p>
      </dsp:txBody>
      <dsp:txXfrm>
        <a:off x="55744" y="2848453"/>
        <a:ext cx="5070112" cy="1030432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4B11A1-630A-46C4-B216-8F9ADD2D856E}">
      <dsp:nvSpPr>
        <dsp:cNvPr id="0" name=""/>
        <dsp:cNvSpPr/>
      </dsp:nvSpPr>
      <dsp:spPr>
        <a:xfrm>
          <a:off x="0" y="416709"/>
          <a:ext cx="5181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«І повелів він поскидати кумирів — тих порубати, а других вогню </a:t>
          </a:r>
          <a:r>
            <a:rPr lang="uk-UA" sz="1600" b="0" i="1" kern="1200" dirty="0" err="1"/>
            <a:t>оддати</a:t>
          </a:r>
          <a:r>
            <a:rPr lang="uk-UA" sz="1600" b="0" i="1" kern="1200" dirty="0"/>
            <a:t>. Перуна ж повелів він прив’язати коневі до хвоста і волочити з Гори по Боричевому узвозу на ручай...»</a:t>
          </a:r>
          <a:endParaRPr lang="uk-UA" sz="1600" kern="1200" dirty="0"/>
        </a:p>
      </dsp:txBody>
      <dsp:txXfrm>
        <a:off x="55744" y="472453"/>
        <a:ext cx="5070112" cy="1030432"/>
      </dsp:txXfrm>
    </dsp:sp>
    <dsp:sp modelId="{69C7B7C5-C750-41EC-88BD-495A06A2CA0E}">
      <dsp:nvSpPr>
        <dsp:cNvPr id="0" name=""/>
        <dsp:cNvSpPr/>
      </dsp:nvSpPr>
      <dsp:spPr>
        <a:xfrm>
          <a:off x="0" y="1604709"/>
          <a:ext cx="5181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«Виступив тоді він із </a:t>
          </a:r>
          <a:r>
            <a:rPr lang="uk-UA" sz="1600" b="0" i="1" kern="1200" dirty="0" err="1"/>
            <a:t>города</a:t>
          </a:r>
          <a:r>
            <a:rPr lang="uk-UA" sz="1600" b="0" i="1" kern="1200" dirty="0"/>
            <a:t>, приготував до бою дружину. Зійшлися вони на місці, де ото нині свята Софія стоїть, митрополія руська. І сталася січа люта, і ледве </a:t>
          </a:r>
          <a:r>
            <a:rPr lang="uk-UA" sz="1600" b="0" i="1" kern="1200" dirty="0" err="1"/>
            <a:t>одолів</a:t>
          </a:r>
          <a:r>
            <a:rPr lang="uk-UA" sz="1600" b="0" i="1" kern="1200" dirty="0"/>
            <a:t> він печенігів під вечір...»</a:t>
          </a:r>
          <a:endParaRPr lang="uk-UA" sz="1600" kern="1200" dirty="0"/>
        </a:p>
      </dsp:txBody>
      <dsp:txXfrm>
        <a:off x="55744" y="1660453"/>
        <a:ext cx="5070112" cy="1030432"/>
      </dsp:txXfrm>
    </dsp:sp>
    <dsp:sp modelId="{7DF03F4D-4244-44F6-BE18-B37E9D62C072}">
      <dsp:nvSpPr>
        <dsp:cNvPr id="0" name=""/>
        <dsp:cNvSpPr/>
      </dsp:nvSpPr>
      <dsp:spPr>
        <a:xfrm>
          <a:off x="0" y="2792709"/>
          <a:ext cx="5181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«Коли ж побачив, що церкву завершено, він помолився богу, говорячи: «Осе даю церкві сій, святій Богородиці, од маєтності своєї десяту частину. Якщо се </a:t>
          </a:r>
          <a:r>
            <a:rPr lang="uk-UA" sz="1600" b="0" i="1" kern="1200" dirty="0" err="1"/>
            <a:t>одмінить</a:t>
          </a:r>
          <a:r>
            <a:rPr lang="uk-UA" sz="1600" b="0" i="1" kern="1200" dirty="0"/>
            <a:t> хто, — хай буде проклят...</a:t>
          </a:r>
          <a:endParaRPr lang="uk-UA" sz="1600" kern="1200" dirty="0"/>
        </a:p>
      </dsp:txBody>
      <dsp:txXfrm>
        <a:off x="55744" y="2848453"/>
        <a:ext cx="5070112" cy="1030432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2ACDE8-24D7-4BB9-877B-7D4EC956DA69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карбування на Русі перших золотих і срібних монет</a:t>
          </a:r>
          <a:endParaRPr lang="uk-UA" sz="2500" kern="1200"/>
        </a:p>
      </dsp:txBody>
      <dsp:txXfrm>
        <a:off x="48547" y="127216"/>
        <a:ext cx="5084506" cy="897406"/>
      </dsp:txXfrm>
    </dsp:sp>
    <dsp:sp modelId="{051D62EA-696B-4E9F-8FED-67A406E66099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відкриття перших шкіл</a:t>
          </a:r>
          <a:endParaRPr lang="uk-UA" sz="2500" kern="1200" dirty="0"/>
        </a:p>
      </dsp:txBody>
      <dsp:txXfrm>
        <a:off x="48547" y="1193716"/>
        <a:ext cx="5084506" cy="897406"/>
      </dsp:txXfrm>
    </dsp:sp>
    <dsp:sp modelId="{3559DF38-82BF-4E31-B031-E4D6CBB3BBF1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укладення першого писаного збірника законів</a:t>
          </a:r>
          <a:endParaRPr lang="uk-UA" sz="2500" kern="1200"/>
        </a:p>
      </dsp:txBody>
      <dsp:txXfrm>
        <a:off x="48547" y="2260216"/>
        <a:ext cx="5084506" cy="897406"/>
      </dsp:txXfrm>
    </dsp:sp>
    <dsp:sp modelId="{BF621D24-19DF-44DB-BBB2-EBA38F1C476D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проведення релігійних реформ</a:t>
          </a:r>
          <a:endParaRPr lang="uk-UA" sz="2500" kern="1200" dirty="0"/>
        </a:p>
      </dsp:txBody>
      <dsp:txXfrm>
        <a:off x="48547" y="3326716"/>
        <a:ext cx="5084506" cy="897406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580FAA-726D-4D4E-98E4-2C611374362B}">
      <dsp:nvSpPr>
        <dsp:cNvPr id="0" name=""/>
        <dsp:cNvSpPr/>
      </dsp:nvSpPr>
      <dsp:spPr>
        <a:xfrm>
          <a:off x="0" y="364104"/>
          <a:ext cx="5181600" cy="1152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організація з’їздів князів</a:t>
          </a:r>
          <a:endParaRPr lang="uk-UA" sz="2900" kern="1200"/>
        </a:p>
      </dsp:txBody>
      <dsp:txXfrm>
        <a:off x="56237" y="420341"/>
        <a:ext cx="5069126" cy="1039555"/>
      </dsp:txXfrm>
    </dsp:sp>
    <dsp:sp modelId="{89817AA9-9108-4948-9472-463BFCCDD68E}">
      <dsp:nvSpPr>
        <dsp:cNvPr id="0" name=""/>
        <dsp:cNvSpPr/>
      </dsp:nvSpPr>
      <dsp:spPr>
        <a:xfrm>
          <a:off x="0" y="1599654"/>
          <a:ext cx="5181600" cy="1152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 dirty="0"/>
            <a:t>здійснення походів на Константинополь</a:t>
          </a:r>
          <a:endParaRPr lang="uk-UA" sz="2900" kern="1200" dirty="0"/>
        </a:p>
      </dsp:txBody>
      <dsp:txXfrm>
        <a:off x="56237" y="1655891"/>
        <a:ext cx="5069126" cy="1039555"/>
      </dsp:txXfrm>
    </dsp:sp>
    <dsp:sp modelId="{C0009104-F53A-47B8-87C3-8D8269243954}">
      <dsp:nvSpPr>
        <dsp:cNvPr id="0" name=""/>
        <dsp:cNvSpPr/>
      </dsp:nvSpPr>
      <dsp:spPr>
        <a:xfrm>
          <a:off x="0" y="2835203"/>
          <a:ext cx="5181600" cy="1152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 dirty="0"/>
            <a:t>запровадження чіткої системи престолонаслідування</a:t>
          </a:r>
          <a:endParaRPr lang="uk-UA" sz="2900" kern="1200" dirty="0"/>
        </a:p>
      </dsp:txBody>
      <dsp:txXfrm>
        <a:off x="56237" y="2891440"/>
        <a:ext cx="5069126" cy="1039555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788C90-C31F-472D-9CB3-09FB3F15ECF9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014ACB-CD39-4E2F-A48B-924ABA3DA9D5}">
      <dsp:nvSpPr>
        <dsp:cNvPr id="0" name=""/>
        <dsp:cNvSpPr/>
      </dsp:nvSpPr>
      <dsp:spPr>
        <a:xfrm>
          <a:off x="492024" y="334530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ліквідував владу місцевих племінних князів, які постійно прагнули автономії.</a:t>
          </a:r>
          <a:endParaRPr lang="uk-UA" sz="1800" kern="1200" dirty="0"/>
        </a:p>
      </dsp:txBody>
      <dsp:txXfrm>
        <a:off x="492024" y="334530"/>
        <a:ext cx="4629850" cy="669409"/>
      </dsp:txXfrm>
    </dsp:sp>
    <dsp:sp modelId="{B4CDFF3A-63CF-4599-9E0F-A39DD1A6D96C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298E8F-7D30-40A9-9AC1-82EA4F3B0C64}">
      <dsp:nvSpPr>
        <dsp:cNvPr id="0" name=""/>
        <dsp:cNvSpPr/>
      </dsp:nvSpPr>
      <dsp:spPr>
        <a:xfrm>
          <a:off x="875812" y="1338819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регламентував збирання данини, упровадивши «погости» та «уроки».</a:t>
          </a:r>
          <a:endParaRPr lang="uk-UA" sz="1800" kern="1200"/>
        </a:p>
      </dsp:txBody>
      <dsp:txXfrm>
        <a:off x="875812" y="1338819"/>
        <a:ext cx="4246062" cy="669409"/>
      </dsp:txXfrm>
    </dsp:sp>
    <dsp:sp modelId="{17B2F8A3-065F-40AD-BE43-3FE826C93D72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1C0A44-7F39-4190-AC6B-2F61E4215423}">
      <dsp:nvSpPr>
        <dsp:cNvPr id="0" name=""/>
        <dsp:cNvSpPr/>
      </dsp:nvSpPr>
      <dsp:spPr>
        <a:xfrm>
          <a:off x="875812" y="2343108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установив формальну зверхність Києва над племінними союзами.</a:t>
          </a:r>
          <a:endParaRPr lang="uk-UA" sz="1800" kern="1200"/>
        </a:p>
      </dsp:txBody>
      <dsp:txXfrm>
        <a:off x="875812" y="2343108"/>
        <a:ext cx="4246062" cy="669409"/>
      </dsp:txXfrm>
    </dsp:sp>
    <dsp:sp modelId="{A0125CBD-9EC6-43B1-8638-F943CA0A01A0}">
      <dsp:nvSpPr>
        <dsp:cNvPr id="0" name=""/>
        <dsp:cNvSpPr/>
      </dsp:nvSpPr>
      <dsp:spPr>
        <a:xfrm>
          <a:off x="457431" y="2259432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9FE9CC-DE6C-4A3E-BABA-4F355F560E01}">
      <dsp:nvSpPr>
        <dsp:cNvPr id="0" name=""/>
        <dsp:cNvSpPr/>
      </dsp:nvSpPr>
      <dsp:spPr>
        <a:xfrm>
          <a:off x="492024" y="3347397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запровадив </a:t>
          </a:r>
          <a:r>
            <a:rPr lang="uk-UA" sz="1800" b="0" i="0" kern="1200" dirty="0" err="1"/>
            <a:t>удільно</a:t>
          </a:r>
          <a:r>
            <a:rPr lang="uk-UA" sz="1800" b="0" i="0" kern="1200" dirty="0"/>
            <a:t>-вотчинний устрій держави</a:t>
          </a:r>
          <a:endParaRPr lang="uk-UA" sz="1800" kern="1200" dirty="0"/>
        </a:p>
      </dsp:txBody>
      <dsp:txXfrm>
        <a:off x="492024" y="3347397"/>
        <a:ext cx="4629850" cy="669409"/>
      </dsp:txXfrm>
    </dsp:sp>
    <dsp:sp modelId="{E91839EB-CBA4-4488-876D-D14350675321}">
      <dsp:nvSpPr>
        <dsp:cNvPr id="0" name=""/>
        <dsp:cNvSpPr/>
      </dsp:nvSpPr>
      <dsp:spPr>
        <a:xfrm>
          <a:off x="73643" y="326372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813A1E-9D58-40E3-9D8A-29181E18EEC2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EB7948-77D9-408C-934B-1D112AC75363}">
      <dsp:nvSpPr>
        <dsp:cNvPr id="0" name=""/>
        <dsp:cNvSpPr/>
      </dsp:nvSpPr>
      <dsp:spPr>
        <a:xfrm>
          <a:off x="492024" y="334530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перемозі над печенігами в битві під Києвом.</a:t>
          </a:r>
          <a:endParaRPr lang="uk-UA" sz="2000" kern="1200"/>
        </a:p>
      </dsp:txBody>
      <dsp:txXfrm>
        <a:off x="492024" y="334530"/>
        <a:ext cx="4629850" cy="669409"/>
      </dsp:txXfrm>
    </dsp:sp>
    <dsp:sp modelId="{1EB94343-9B2D-49FA-A12B-C40A7FE660AB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16ED07-0913-4FB4-8F47-0424CDD8F799}">
      <dsp:nvSpPr>
        <dsp:cNvPr id="0" name=""/>
        <dsp:cNvSpPr/>
      </dsp:nvSpPr>
      <dsp:spPr>
        <a:xfrm>
          <a:off x="875812" y="1338819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створенню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збірника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законів</a:t>
          </a:r>
          <a:r>
            <a:rPr lang="ru-RU" sz="2000" b="0" i="0" kern="1200" dirty="0"/>
            <a:t> «</a:t>
          </a:r>
          <a:r>
            <a:rPr lang="ru-RU" sz="2000" b="0" i="0" kern="1200" dirty="0" err="1"/>
            <a:t>Руська</a:t>
          </a:r>
          <a:r>
            <a:rPr lang="ru-RU" sz="2000" b="0" i="0" kern="1200" dirty="0"/>
            <a:t> правда».</a:t>
          </a:r>
          <a:endParaRPr lang="uk-UA" sz="2000" kern="1200" dirty="0"/>
        </a:p>
      </dsp:txBody>
      <dsp:txXfrm>
        <a:off x="875812" y="1338819"/>
        <a:ext cx="4246062" cy="669409"/>
      </dsp:txXfrm>
    </dsp:sp>
    <dsp:sp modelId="{8579B792-3D30-49A2-93CD-0992095CF02B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D9573F-9A75-4CC3-BD2D-4ECCF5CD9068}">
      <dsp:nvSpPr>
        <dsp:cNvPr id="0" name=""/>
        <dsp:cNvSpPr/>
      </dsp:nvSpPr>
      <dsp:spPr>
        <a:xfrm>
          <a:off x="875812" y="2343108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заснуванню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Києво-Печерського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монастиря</a:t>
          </a:r>
          <a:r>
            <a:rPr lang="ru-RU" sz="2000" b="0" i="0" kern="1200" dirty="0"/>
            <a:t>.</a:t>
          </a:r>
          <a:endParaRPr lang="uk-UA" sz="2000" kern="1200" dirty="0"/>
        </a:p>
      </dsp:txBody>
      <dsp:txXfrm>
        <a:off x="875812" y="2343108"/>
        <a:ext cx="4246062" cy="669409"/>
      </dsp:txXfrm>
    </dsp:sp>
    <dsp:sp modelId="{3DDD97B9-4286-4219-9D60-0C9A2D9C93CC}">
      <dsp:nvSpPr>
        <dsp:cNvPr id="0" name=""/>
        <dsp:cNvSpPr/>
      </dsp:nvSpPr>
      <dsp:spPr>
        <a:xfrm>
          <a:off x="457431" y="2259432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3F8185-C2CC-488A-B291-361923FFE057}">
      <dsp:nvSpPr>
        <dsp:cNvPr id="0" name=""/>
        <dsp:cNvSpPr/>
      </dsp:nvSpPr>
      <dsp:spPr>
        <a:xfrm>
          <a:off x="492024" y="3347397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успадкуванню</a:t>
          </a:r>
          <a:r>
            <a:rPr lang="ru-RU" sz="2000" b="0" i="0" kern="1200" dirty="0"/>
            <a:t> земель князя Мстислава </a:t>
          </a:r>
          <a:r>
            <a:rPr lang="ru-RU" sz="2000" b="0" i="0" kern="1200" dirty="0" err="1"/>
            <a:t>Володимировича</a:t>
          </a:r>
          <a:r>
            <a:rPr lang="ru-RU" sz="2000" b="0" i="0" kern="1200" dirty="0"/>
            <a:t>.</a:t>
          </a:r>
          <a:endParaRPr lang="uk-UA" sz="2000" kern="1200" dirty="0"/>
        </a:p>
      </dsp:txBody>
      <dsp:txXfrm>
        <a:off x="492024" y="3347397"/>
        <a:ext cx="4629850" cy="669409"/>
      </dsp:txXfrm>
    </dsp:sp>
    <dsp:sp modelId="{73DB7E8E-B689-4F87-A6DE-993F77D388DD}">
      <dsp:nvSpPr>
        <dsp:cNvPr id="0" name=""/>
        <dsp:cNvSpPr/>
      </dsp:nvSpPr>
      <dsp:spPr>
        <a:xfrm>
          <a:off x="73643" y="326372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7FA400-1020-42EE-B4DC-487DFE32069F}">
      <dsp:nvSpPr>
        <dsp:cNvPr id="0" name=""/>
        <dsp:cNvSpPr/>
      </dsp:nvSpPr>
      <dsp:spPr>
        <a:xfrm>
          <a:off x="0" y="606969"/>
          <a:ext cx="5181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Володимира Великого.</a:t>
          </a:r>
          <a:endParaRPr lang="uk-UA" sz="3000" kern="1200"/>
        </a:p>
      </dsp:txBody>
      <dsp:txXfrm>
        <a:off x="35125" y="642094"/>
        <a:ext cx="5111350" cy="649299"/>
      </dsp:txXfrm>
    </dsp:sp>
    <dsp:sp modelId="{51C4BAAE-1ECC-44D7-A737-18D5B791A490}">
      <dsp:nvSpPr>
        <dsp:cNvPr id="0" name=""/>
        <dsp:cNvSpPr/>
      </dsp:nvSpPr>
      <dsp:spPr>
        <a:xfrm>
          <a:off x="0" y="1412919"/>
          <a:ext cx="5181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 dirty="0"/>
            <a:t>Ярослава Мудрого.</a:t>
          </a:r>
          <a:endParaRPr lang="uk-UA" sz="3000" kern="1200" dirty="0"/>
        </a:p>
      </dsp:txBody>
      <dsp:txXfrm>
        <a:off x="35125" y="1448044"/>
        <a:ext cx="5111350" cy="649299"/>
      </dsp:txXfrm>
    </dsp:sp>
    <dsp:sp modelId="{79143A7B-A9A8-450D-9870-BB96191C2F4B}">
      <dsp:nvSpPr>
        <dsp:cNvPr id="0" name=""/>
        <dsp:cNvSpPr/>
      </dsp:nvSpPr>
      <dsp:spPr>
        <a:xfrm>
          <a:off x="0" y="2218869"/>
          <a:ext cx="5181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Володимира Мономаха.</a:t>
          </a:r>
          <a:endParaRPr lang="uk-UA" sz="3000" kern="1200"/>
        </a:p>
      </dsp:txBody>
      <dsp:txXfrm>
        <a:off x="35125" y="2253994"/>
        <a:ext cx="5111350" cy="649299"/>
      </dsp:txXfrm>
    </dsp:sp>
    <dsp:sp modelId="{C38627BD-3F05-483B-9498-E09DF3BD6A95}">
      <dsp:nvSpPr>
        <dsp:cNvPr id="0" name=""/>
        <dsp:cNvSpPr/>
      </dsp:nvSpPr>
      <dsp:spPr>
        <a:xfrm>
          <a:off x="0" y="3024819"/>
          <a:ext cx="5181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 dirty="0"/>
            <a:t>Мстислава </a:t>
          </a:r>
          <a:r>
            <a:rPr lang="ru-RU" sz="3000" b="0" i="0" kern="1200" dirty="0" err="1"/>
            <a:t>Володимировича</a:t>
          </a:r>
          <a:r>
            <a:rPr lang="ru-RU" sz="3000" b="0" i="0" kern="1200" dirty="0"/>
            <a:t>.</a:t>
          </a:r>
          <a:endParaRPr lang="uk-UA" sz="3000" kern="1200" dirty="0"/>
        </a:p>
      </dsp:txBody>
      <dsp:txXfrm>
        <a:off x="35125" y="3059944"/>
        <a:ext cx="5111350" cy="649299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9B7E3C-DDC9-4080-99A9-A9F895D75EFF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6BE845-A367-42AE-9743-3B1C9618D26B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 dirty="0"/>
            <a:t>половців</a:t>
          </a:r>
          <a:endParaRPr lang="uk-UA" sz="2700" kern="1200" dirty="0"/>
        </a:p>
      </dsp:txBody>
      <dsp:txXfrm>
        <a:off x="911350" y="496219"/>
        <a:ext cx="1531337" cy="1531337"/>
      </dsp:txXfrm>
    </dsp:sp>
    <dsp:sp modelId="{36EEFD53-5BBA-4E1C-B95E-881F3E12F441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/>
            <a:t>монголів</a:t>
          </a:r>
          <a:endParaRPr lang="uk-UA" sz="2700" kern="1200"/>
        </a:p>
      </dsp:txBody>
      <dsp:txXfrm>
        <a:off x="2738912" y="496219"/>
        <a:ext cx="1531337" cy="1531337"/>
      </dsp:txXfrm>
    </dsp:sp>
    <dsp:sp modelId="{3E72CFD9-AB16-430E-BF98-638F191E525E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 dirty="0" err="1"/>
            <a:t>хозарів</a:t>
          </a:r>
          <a:endParaRPr lang="uk-UA" sz="2700" kern="1200" dirty="0"/>
        </a:p>
      </dsp:txBody>
      <dsp:txXfrm>
        <a:off x="911350" y="2323781"/>
        <a:ext cx="1531337" cy="1531337"/>
      </dsp:txXfrm>
    </dsp:sp>
    <dsp:sp modelId="{3F4293D0-306E-435D-8658-6EAE193E376E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 dirty="0"/>
            <a:t>печенігів</a:t>
          </a:r>
          <a:endParaRPr lang="uk-UA" sz="2700" kern="1200" dirty="0"/>
        </a:p>
      </dsp:txBody>
      <dsp:txXfrm>
        <a:off x="2738912" y="2323781"/>
        <a:ext cx="1531337" cy="1531337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F5FA20-DDFC-47C5-85C6-68563A958F44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40E514-7AEE-44FF-9D3A-1B18557A47C5}">
      <dsp:nvSpPr>
        <dsp:cNvPr id="0" name=""/>
        <dsp:cNvSpPr/>
      </dsp:nvSpPr>
      <dsp:spPr>
        <a:xfrm>
          <a:off x="492024" y="334530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поділ між Ярославом та Мстиславом Русі по Дніпру</a:t>
          </a:r>
          <a:endParaRPr lang="uk-UA" sz="2000" kern="1200"/>
        </a:p>
      </dsp:txBody>
      <dsp:txXfrm>
        <a:off x="492024" y="334530"/>
        <a:ext cx="4629850" cy="669409"/>
      </dsp:txXfrm>
    </dsp:sp>
    <dsp:sp modelId="{DCB17931-D125-4FBB-B1FD-E9FCBF333391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9EF7EE-FC5A-4066-80DE-AAA42A58CEA5}">
      <dsp:nvSpPr>
        <dsp:cNvPr id="0" name=""/>
        <dsp:cNvSpPr/>
      </dsp:nvSpPr>
      <dsp:spPr>
        <a:xfrm>
          <a:off x="875812" y="1338819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запровадження Ярославом нової системи престолонаслідування</a:t>
          </a:r>
          <a:endParaRPr lang="uk-UA" sz="2000" kern="1200" dirty="0"/>
        </a:p>
      </dsp:txBody>
      <dsp:txXfrm>
        <a:off x="875812" y="1338819"/>
        <a:ext cx="4246062" cy="669409"/>
      </dsp:txXfrm>
    </dsp:sp>
    <dsp:sp modelId="{28100A8F-85E8-4D17-8020-368E59DD2A1F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699C01-CA4D-4E4D-BBE0-A18B574B7326}">
      <dsp:nvSpPr>
        <dsp:cNvPr id="0" name=""/>
        <dsp:cNvSpPr/>
      </dsp:nvSpPr>
      <dsp:spPr>
        <a:xfrm>
          <a:off x="875812" y="2343108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утвердження Ярослава єдиновладним володарем Русі</a:t>
          </a:r>
          <a:endParaRPr lang="uk-UA" sz="2000" kern="1200"/>
        </a:p>
      </dsp:txBody>
      <dsp:txXfrm>
        <a:off x="875812" y="2343108"/>
        <a:ext cx="4246062" cy="669409"/>
      </dsp:txXfrm>
    </dsp:sp>
    <dsp:sp modelId="{80729856-A821-4A01-88A9-B895E6A38EF3}">
      <dsp:nvSpPr>
        <dsp:cNvPr id="0" name=""/>
        <dsp:cNvSpPr/>
      </dsp:nvSpPr>
      <dsp:spPr>
        <a:xfrm>
          <a:off x="457431" y="2259432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AA3AA7-FA71-4769-A892-92FC55C62BB8}">
      <dsp:nvSpPr>
        <dsp:cNvPr id="0" name=""/>
        <dsp:cNvSpPr/>
      </dsp:nvSpPr>
      <dsp:spPr>
        <a:xfrm>
          <a:off x="492024" y="3347397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здобуття Ярославом великокняжого столу</a:t>
          </a:r>
          <a:endParaRPr lang="uk-UA" sz="2000" kern="1200" dirty="0"/>
        </a:p>
      </dsp:txBody>
      <dsp:txXfrm>
        <a:off x="492024" y="3347397"/>
        <a:ext cx="4629850" cy="669409"/>
      </dsp:txXfrm>
    </dsp:sp>
    <dsp:sp modelId="{FA64C1FB-B29E-4AC1-8EDD-F18B7C28F0FE}">
      <dsp:nvSpPr>
        <dsp:cNvPr id="0" name=""/>
        <dsp:cNvSpPr/>
      </dsp:nvSpPr>
      <dsp:spPr>
        <a:xfrm>
          <a:off x="73643" y="326372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8D2B7D-DA6C-4583-B310-BD841DDC5569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B1E8C6-684D-41BF-8289-20AB8663B307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1019 р.</a:t>
          </a:r>
          <a:endParaRPr lang="uk-UA" sz="4300" kern="1200"/>
        </a:p>
      </dsp:txBody>
      <dsp:txXfrm>
        <a:off x="911350" y="496219"/>
        <a:ext cx="1531337" cy="1531337"/>
      </dsp:txXfrm>
    </dsp:sp>
    <dsp:sp modelId="{AE4D6438-9E02-4AD0-A121-6D1E4A854EAE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1036 р.</a:t>
          </a:r>
          <a:endParaRPr lang="uk-UA" sz="4300" kern="1200" dirty="0"/>
        </a:p>
      </dsp:txBody>
      <dsp:txXfrm>
        <a:off x="2738912" y="496219"/>
        <a:ext cx="1531337" cy="1531337"/>
      </dsp:txXfrm>
    </dsp:sp>
    <dsp:sp modelId="{D9ABAB25-6776-43AE-8F66-5A20208B412C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1051 р.</a:t>
          </a:r>
          <a:endParaRPr lang="uk-UA" sz="4300" kern="1200" dirty="0"/>
        </a:p>
      </dsp:txBody>
      <dsp:txXfrm>
        <a:off x="911350" y="2323781"/>
        <a:ext cx="1531337" cy="1531337"/>
      </dsp:txXfrm>
    </dsp:sp>
    <dsp:sp modelId="{1F36D25B-28CE-4A75-8925-11C79C096F67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1054 р.</a:t>
          </a:r>
          <a:endParaRPr lang="uk-UA" sz="4300" kern="1200" dirty="0"/>
        </a:p>
      </dsp:txBody>
      <dsp:txXfrm>
        <a:off x="2738912" y="2323781"/>
        <a:ext cx="1531337" cy="1531337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D9E6B6-9F8B-4427-A2F7-22FE41C44334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CCAFA-A5DE-49D2-AD64-32B0F10D4FCB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Ігоря Рюриковича.</a:t>
          </a:r>
          <a:endParaRPr lang="uk-UA" sz="1900" kern="1200"/>
        </a:p>
      </dsp:txBody>
      <dsp:txXfrm>
        <a:off x="911350" y="496219"/>
        <a:ext cx="1531337" cy="1531337"/>
      </dsp:txXfrm>
    </dsp:sp>
    <dsp:sp modelId="{E8C14035-7352-428E-B560-AC86C4B94429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Святослава Ігоревича.</a:t>
          </a:r>
          <a:endParaRPr lang="uk-UA" sz="1900" kern="1200"/>
        </a:p>
      </dsp:txBody>
      <dsp:txXfrm>
        <a:off x="2738912" y="496219"/>
        <a:ext cx="1531337" cy="1531337"/>
      </dsp:txXfrm>
    </dsp:sp>
    <dsp:sp modelId="{F5F14491-8D05-4DF2-B262-1A96FEB0E0E3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 err="1"/>
            <a:t>Володимира</a:t>
          </a:r>
          <a:r>
            <a:rPr lang="ru-RU" sz="1900" b="0" i="0" kern="1200" dirty="0"/>
            <a:t> Великого.</a:t>
          </a:r>
          <a:endParaRPr lang="uk-UA" sz="1900" kern="1200" dirty="0"/>
        </a:p>
      </dsp:txBody>
      <dsp:txXfrm>
        <a:off x="911350" y="2323781"/>
        <a:ext cx="1531337" cy="1531337"/>
      </dsp:txXfrm>
    </dsp:sp>
    <dsp:sp modelId="{1C1E43F8-92D4-46AC-8D0A-94D10B2FEB44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Ярослава Мудрого.</a:t>
          </a:r>
          <a:endParaRPr lang="uk-UA" sz="1900" kern="1200" dirty="0"/>
        </a:p>
      </dsp:txBody>
      <dsp:txXfrm>
        <a:off x="2738912" y="2323781"/>
        <a:ext cx="1531337" cy="1531337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E592AA-C8DD-4AA8-871D-7AF3ADB5FD85}">
      <dsp:nvSpPr>
        <dsp:cNvPr id="0" name=""/>
        <dsp:cNvSpPr/>
      </dsp:nvSpPr>
      <dsp:spPr>
        <a:xfrm>
          <a:off x="0" y="81411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Олега та Ігоря.</a:t>
          </a:r>
          <a:endParaRPr lang="uk-UA" sz="2500" kern="1200"/>
        </a:p>
      </dsp:txBody>
      <dsp:txXfrm>
        <a:off x="48481" y="129892"/>
        <a:ext cx="5084638" cy="896166"/>
      </dsp:txXfrm>
    </dsp:sp>
    <dsp:sp modelId="{1FF18DAE-BB0E-4694-B39D-77F6D94A97A9}">
      <dsp:nvSpPr>
        <dsp:cNvPr id="0" name=""/>
        <dsp:cNvSpPr/>
      </dsp:nvSpPr>
      <dsp:spPr>
        <a:xfrm>
          <a:off x="0" y="1146540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Аскольда та Святослава.</a:t>
          </a:r>
          <a:endParaRPr lang="uk-UA" sz="2500" kern="1200"/>
        </a:p>
      </dsp:txBody>
      <dsp:txXfrm>
        <a:off x="48481" y="1195021"/>
        <a:ext cx="5084638" cy="896166"/>
      </dsp:txXfrm>
    </dsp:sp>
    <dsp:sp modelId="{386E0EF2-4EE7-4FC0-A2F6-41D06E1787A0}">
      <dsp:nvSpPr>
        <dsp:cNvPr id="0" name=""/>
        <dsp:cNvSpPr/>
      </dsp:nvSpPr>
      <dsp:spPr>
        <a:xfrm>
          <a:off x="0" y="2211669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Володимира</a:t>
          </a:r>
          <a:r>
            <a:rPr lang="ru-RU" sz="2500" b="0" i="0" kern="1200" dirty="0"/>
            <a:t> Мономаха та Мстислава Великого.</a:t>
          </a:r>
          <a:endParaRPr lang="uk-UA" sz="2500" kern="1200" dirty="0"/>
        </a:p>
      </dsp:txBody>
      <dsp:txXfrm>
        <a:off x="48481" y="2260150"/>
        <a:ext cx="5084638" cy="896166"/>
      </dsp:txXfrm>
    </dsp:sp>
    <dsp:sp modelId="{05421B46-3AC1-431D-8DE8-D46F50DE7836}">
      <dsp:nvSpPr>
        <dsp:cNvPr id="0" name=""/>
        <dsp:cNvSpPr/>
      </dsp:nvSpPr>
      <dsp:spPr>
        <a:xfrm>
          <a:off x="0" y="3276797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Володимира</a:t>
          </a:r>
          <a:r>
            <a:rPr lang="ru-RU" sz="2500" b="0" i="0" kern="1200" dirty="0"/>
            <a:t> Великого та Ярослава Мудрого</a:t>
          </a:r>
          <a:endParaRPr lang="uk-UA" sz="2500" kern="1200" dirty="0"/>
        </a:p>
      </dsp:txBody>
      <dsp:txXfrm>
        <a:off x="48481" y="3325278"/>
        <a:ext cx="5084638" cy="896166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FE83BE-28AF-4ACD-A8D6-13A41CF24A61}">
      <dsp:nvSpPr>
        <dsp:cNvPr id="0" name=""/>
        <dsp:cNvSpPr/>
      </dsp:nvSpPr>
      <dsp:spPr>
        <a:xfrm>
          <a:off x="0" y="416709"/>
          <a:ext cx="5181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Хозари вийшли супроти нього з каганом, князем своїм. І зступилися війська битися, і сталася битва межи ними, і </a:t>
          </a:r>
          <a:r>
            <a:rPr lang="uk-UA" sz="1600" b="0" i="1" kern="1200" dirty="0" err="1"/>
            <a:t>одолів</a:t>
          </a:r>
          <a:r>
            <a:rPr lang="uk-UA" sz="1600" b="0" i="1" kern="1200" dirty="0"/>
            <a:t> він хозар і город їхній столицю Ітіль, і город Білу Вежу взяв...»</a:t>
          </a:r>
          <a:endParaRPr lang="uk-UA" sz="1600" kern="1200" dirty="0"/>
        </a:p>
      </dsp:txBody>
      <dsp:txXfrm>
        <a:off x="55744" y="472453"/>
        <a:ext cx="5070112" cy="1030432"/>
      </dsp:txXfrm>
    </dsp:sp>
    <dsp:sp modelId="{6EDBA8B0-F0E7-4DFC-8001-60CDDFC64379}">
      <dsp:nvSpPr>
        <dsp:cNvPr id="0" name=""/>
        <dsp:cNvSpPr/>
      </dsp:nvSpPr>
      <dsp:spPr>
        <a:xfrm>
          <a:off x="0" y="1604709"/>
          <a:ext cx="5181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– ту. І перестала усобиця в землі Руській...»</a:t>
          </a:r>
          <a:endParaRPr lang="uk-UA" sz="1600" kern="1200"/>
        </a:p>
      </dsp:txBody>
      <dsp:txXfrm>
        <a:off x="55744" y="1660453"/>
        <a:ext cx="5070112" cy="1030432"/>
      </dsp:txXfrm>
    </dsp:sp>
    <dsp:sp modelId="{F6AFB0D3-FF06-418C-9A3D-4B7A91612775}">
      <dsp:nvSpPr>
        <dsp:cNvPr id="0" name=""/>
        <dsp:cNvSpPr/>
      </dsp:nvSpPr>
      <dsp:spPr>
        <a:xfrm>
          <a:off x="0" y="2792709"/>
          <a:ext cx="5181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«Коли ж побачив, що церкву завершено, він помолився богу, говорячи: «Осе даю церкві сій, святій Богородиці, од маєтності своєї десяту частину. Якщо се </a:t>
          </a:r>
          <a:r>
            <a:rPr lang="uk-UA" sz="1600" b="0" i="1" kern="1200" dirty="0" err="1"/>
            <a:t>одмінить</a:t>
          </a:r>
          <a:r>
            <a:rPr lang="uk-UA" sz="1600" b="0" i="1" kern="1200" dirty="0"/>
            <a:t> хто, – хай буде проклят...»</a:t>
          </a:r>
          <a:endParaRPr lang="uk-UA" sz="1600" kern="1200" dirty="0"/>
        </a:p>
      </dsp:txBody>
      <dsp:txXfrm>
        <a:off x="55744" y="2848453"/>
        <a:ext cx="5070112" cy="1030432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A0359B-6B2A-4C6B-896E-4BFAE67D66A0}">
      <dsp:nvSpPr>
        <dsp:cNvPr id="0" name=""/>
        <dsp:cNvSpPr/>
      </dsp:nvSpPr>
      <dsp:spPr>
        <a:xfrm>
          <a:off x="0" y="306774"/>
          <a:ext cx="5181600" cy="12132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/>
            <a:t>«Тепер поручаю я, – замість себе, – стіл свій, Київ, найстаршому синові… Ізяславу, …нехай він вам буде замість мене… А Святославу даю Чернігів, а Всеволоду – Переяслав…»</a:t>
          </a:r>
          <a:endParaRPr lang="uk-UA" sz="1700" kern="1200"/>
        </a:p>
      </dsp:txBody>
      <dsp:txXfrm>
        <a:off x="59228" y="366002"/>
        <a:ext cx="5063144" cy="1094833"/>
      </dsp:txXfrm>
    </dsp:sp>
    <dsp:sp modelId="{395EB99C-5ED4-412E-8DF4-ECF296692A39}">
      <dsp:nvSpPr>
        <dsp:cNvPr id="0" name=""/>
        <dsp:cNvSpPr/>
      </dsp:nvSpPr>
      <dsp:spPr>
        <a:xfrm>
          <a:off x="0" y="1569024"/>
          <a:ext cx="5181600" cy="12132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dirty="0"/>
            <a:t>«І повелів він поскидати кумирів – тих порубати, а других вогню </a:t>
          </a:r>
          <a:r>
            <a:rPr lang="uk-UA" sz="1700" b="0" i="1" kern="1200" dirty="0" err="1"/>
            <a:t>оддати</a:t>
          </a:r>
          <a:r>
            <a:rPr lang="uk-UA" sz="1700" b="0" i="1" kern="1200" dirty="0"/>
            <a:t>. Перуна ж повелів він прив’язати коневі до хвоста і волочити з Гори по Боричевому узвозу на ручай...»</a:t>
          </a:r>
          <a:endParaRPr lang="uk-UA" sz="1700" kern="1200" dirty="0"/>
        </a:p>
      </dsp:txBody>
      <dsp:txXfrm>
        <a:off x="59228" y="1628252"/>
        <a:ext cx="5063144" cy="1094833"/>
      </dsp:txXfrm>
    </dsp:sp>
    <dsp:sp modelId="{72E7B3E3-AE9F-41AC-83ED-0A8921F8F14C}">
      <dsp:nvSpPr>
        <dsp:cNvPr id="0" name=""/>
        <dsp:cNvSpPr/>
      </dsp:nvSpPr>
      <dsp:spPr>
        <a:xfrm>
          <a:off x="0" y="2831274"/>
          <a:ext cx="5181600" cy="12132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dirty="0"/>
            <a:t>«Виступив тоді він із </a:t>
          </a:r>
          <a:r>
            <a:rPr lang="uk-UA" sz="1700" b="0" i="1" kern="1200" dirty="0" err="1"/>
            <a:t>города</a:t>
          </a:r>
          <a:r>
            <a:rPr lang="uk-UA" sz="1700" b="0" i="1" kern="1200" dirty="0"/>
            <a:t>, приготував до бою дружину. Зійшлися вони на місці, де ото нині свята Софія стоїть, митрополія руська. І сталася січа люта, і ледве </a:t>
          </a:r>
          <a:r>
            <a:rPr lang="uk-UA" sz="1700" b="0" i="1" kern="1200" dirty="0" err="1"/>
            <a:t>одолів</a:t>
          </a:r>
          <a:r>
            <a:rPr lang="uk-UA" sz="1700" b="0" i="1" kern="1200" dirty="0"/>
            <a:t> він печенігів під вечір...»</a:t>
          </a:r>
          <a:endParaRPr lang="uk-UA" sz="1700" kern="1200" dirty="0"/>
        </a:p>
      </dsp:txBody>
      <dsp:txXfrm>
        <a:off x="59228" y="2890502"/>
        <a:ext cx="5063144" cy="1094833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891B65-8EFA-438F-8372-B40C7C0B7EAE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писаний збірник давньоруських законів.</a:t>
          </a:r>
          <a:endParaRPr lang="uk-UA" sz="2500" kern="1200" dirty="0"/>
        </a:p>
      </dsp:txBody>
      <dsp:txXfrm>
        <a:off x="48547" y="127216"/>
        <a:ext cx="5084506" cy="897406"/>
      </dsp:txXfrm>
    </dsp:sp>
    <dsp:sp modelId="{826EF84F-C6DD-47D8-A290-FE1852825FDC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християнство як державну релігію Київської Русі.</a:t>
          </a:r>
          <a:endParaRPr lang="uk-UA" sz="2500" kern="1200" dirty="0"/>
        </a:p>
      </dsp:txBody>
      <dsp:txXfrm>
        <a:off x="48547" y="1193716"/>
        <a:ext cx="5084506" cy="897406"/>
      </dsp:txXfrm>
    </dsp:sp>
    <dsp:sp modelId="{D709AE6C-09A1-4E39-8D0E-F9E4F7CCE542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систему збору данини з підлеглих племен – полюддя.</a:t>
          </a:r>
          <a:endParaRPr lang="uk-UA" sz="2500" kern="1200"/>
        </a:p>
      </dsp:txBody>
      <dsp:txXfrm>
        <a:off x="48547" y="2260216"/>
        <a:ext cx="5084506" cy="897406"/>
      </dsp:txXfrm>
    </dsp:sp>
    <dsp:sp modelId="{D6478624-E824-42F7-9998-C57DF88B81E9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традицію скликання з’їздів (</a:t>
          </a:r>
          <a:r>
            <a:rPr lang="uk-UA" sz="2500" b="0" i="0" kern="1200" dirty="0" err="1"/>
            <a:t>снемів</a:t>
          </a:r>
          <a:r>
            <a:rPr lang="uk-UA" sz="2500" b="0" i="0" kern="1200" dirty="0"/>
            <a:t>) руських князів.</a:t>
          </a:r>
          <a:endParaRPr lang="uk-UA" sz="2500" kern="1200" dirty="0"/>
        </a:p>
      </dsp:txBody>
      <dsp:txXfrm>
        <a:off x="48547" y="3326716"/>
        <a:ext cx="5084506" cy="897406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EF91E9-E521-4692-839A-832E6F420A3F}">
      <dsp:nvSpPr>
        <dsp:cNvPr id="0" name=""/>
        <dsp:cNvSpPr/>
      </dsp:nvSpPr>
      <dsp:spPr>
        <a:xfrm>
          <a:off x="0" y="81411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розширювали кордони Русі.</a:t>
          </a:r>
          <a:endParaRPr lang="uk-UA" sz="2500" kern="1200"/>
        </a:p>
      </dsp:txBody>
      <dsp:txXfrm>
        <a:off x="48481" y="129892"/>
        <a:ext cx="5084638" cy="896166"/>
      </dsp:txXfrm>
    </dsp:sp>
    <dsp:sp modelId="{AFDFE908-9F48-4509-A3E5-FD9A17342826}">
      <dsp:nvSpPr>
        <dsp:cNvPr id="0" name=""/>
        <dsp:cNvSpPr/>
      </dsp:nvSpPr>
      <dsp:spPr>
        <a:xfrm>
          <a:off x="0" y="1146540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поширювали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християнство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481" y="1195021"/>
        <a:ext cx="5084638" cy="896166"/>
      </dsp:txXfrm>
    </dsp:sp>
    <dsp:sp modelId="{B7779C3C-EFCD-4962-A5FC-0EC43B81FFD5}">
      <dsp:nvSpPr>
        <dsp:cNvPr id="0" name=""/>
        <dsp:cNvSpPr/>
      </dsp:nvSpPr>
      <dsp:spPr>
        <a:xfrm>
          <a:off x="0" y="2211669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укладали збірники писемних законів.</a:t>
          </a:r>
          <a:endParaRPr lang="uk-UA" sz="2500" kern="1200"/>
        </a:p>
      </dsp:txBody>
      <dsp:txXfrm>
        <a:off x="48481" y="2260150"/>
        <a:ext cx="5084638" cy="896166"/>
      </dsp:txXfrm>
    </dsp:sp>
    <dsp:sp modelId="{50C5C58F-94E2-4B3F-A8AB-1C989296AA20}">
      <dsp:nvSpPr>
        <dsp:cNvPr id="0" name=""/>
        <dsp:cNvSpPr/>
      </dsp:nvSpPr>
      <dsp:spPr>
        <a:xfrm>
          <a:off x="0" y="3276797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здійснювали</a:t>
          </a:r>
          <a:r>
            <a:rPr lang="ru-RU" sz="2500" b="0" i="0" kern="1200" dirty="0"/>
            <a:t> «</a:t>
          </a:r>
          <a:r>
            <a:rPr lang="ru-RU" sz="2500" b="0" i="0" kern="1200" dirty="0" err="1"/>
            <a:t>шлюбну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дипломатію</a:t>
          </a:r>
          <a:r>
            <a:rPr lang="ru-RU" sz="2500" b="0" i="0" kern="1200" dirty="0"/>
            <a:t>».</a:t>
          </a:r>
          <a:endParaRPr lang="uk-UA" sz="2500" kern="1200" dirty="0"/>
        </a:p>
      </dsp:txBody>
      <dsp:txXfrm>
        <a:off x="48481" y="3325278"/>
        <a:ext cx="5084638" cy="896166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5AFF8B-3A63-4790-A280-53584219C846}">
      <dsp:nvSpPr>
        <dsp:cNvPr id="0" name=""/>
        <dsp:cNvSpPr/>
      </dsp:nvSpPr>
      <dsp:spPr>
        <a:xfrm rot="10800000">
          <a:off x="1089982" y="1421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укладення уній</a:t>
          </a:r>
          <a:endParaRPr lang="uk-UA" sz="2100" kern="1200"/>
        </a:p>
      </dsp:txBody>
      <dsp:txXfrm rot="10800000">
        <a:off x="1312047" y="1421"/>
        <a:ext cx="3223699" cy="888259"/>
      </dsp:txXfrm>
    </dsp:sp>
    <dsp:sp modelId="{CFF3BDE6-BECB-4E54-928E-8F5C47AD03F8}">
      <dsp:nvSpPr>
        <dsp:cNvPr id="0" name=""/>
        <dsp:cNvSpPr/>
      </dsp:nvSpPr>
      <dsp:spPr>
        <a:xfrm>
          <a:off x="645853" y="1421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EEF423-E199-4E51-B37B-74EBB90B6412}">
      <dsp:nvSpPr>
        <dsp:cNvPr id="0" name=""/>
        <dsp:cNvSpPr/>
      </dsp:nvSpPr>
      <dsp:spPr>
        <a:xfrm rot="10800000">
          <a:off x="1089982" y="1154833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міждинастичні</a:t>
          </a:r>
          <a:r>
            <a:rPr lang="ru-RU" sz="2100" b="0" i="0" kern="1200" dirty="0"/>
            <a:t> </a:t>
          </a:r>
          <a:r>
            <a:rPr lang="ru-RU" sz="2100" b="0" i="0" kern="1200" dirty="0" err="1"/>
            <a:t>шлюби</a:t>
          </a:r>
          <a:endParaRPr lang="uk-UA" sz="2100" kern="1200" dirty="0"/>
        </a:p>
      </dsp:txBody>
      <dsp:txXfrm rot="10800000">
        <a:off x="1312047" y="1154833"/>
        <a:ext cx="3223699" cy="888259"/>
      </dsp:txXfrm>
    </dsp:sp>
    <dsp:sp modelId="{B0EB67DC-8E9B-4700-BDB4-72D3A63B560A}">
      <dsp:nvSpPr>
        <dsp:cNvPr id="0" name=""/>
        <dsp:cNvSpPr/>
      </dsp:nvSpPr>
      <dsp:spPr>
        <a:xfrm>
          <a:off x="645853" y="1154833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56981C-0921-4D50-B02D-65882F9D7F61}">
      <dsp:nvSpPr>
        <dsp:cNvPr id="0" name=""/>
        <dsp:cNvSpPr/>
      </dsp:nvSpPr>
      <dsp:spPr>
        <a:xfrm rot="10800000">
          <a:off x="1089982" y="2308245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прийняття корони з рук Папи Римського</a:t>
          </a:r>
          <a:endParaRPr lang="uk-UA" sz="2100" kern="1200"/>
        </a:p>
      </dsp:txBody>
      <dsp:txXfrm rot="10800000">
        <a:off x="1312047" y="2308245"/>
        <a:ext cx="3223699" cy="888259"/>
      </dsp:txXfrm>
    </dsp:sp>
    <dsp:sp modelId="{7EACD9C9-F3E1-48C1-9344-9C9EB2778606}">
      <dsp:nvSpPr>
        <dsp:cNvPr id="0" name=""/>
        <dsp:cNvSpPr/>
      </dsp:nvSpPr>
      <dsp:spPr>
        <a:xfrm>
          <a:off x="645853" y="2308245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CF8DB7-3ED3-47A0-879F-6E86741E8100}">
      <dsp:nvSpPr>
        <dsp:cNvPr id="0" name=""/>
        <dsp:cNvSpPr/>
      </dsp:nvSpPr>
      <dsp:spPr>
        <a:xfrm rot="10800000">
          <a:off x="1089982" y="3461657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участь руських дружин у </a:t>
          </a:r>
          <a:r>
            <a:rPr lang="ru-RU" sz="2100" b="0" i="0" kern="1200" dirty="0" err="1"/>
            <a:t>хрестових</a:t>
          </a:r>
          <a:r>
            <a:rPr lang="ru-RU" sz="2100" b="0" i="0" kern="1200" dirty="0"/>
            <a:t> походах</a:t>
          </a:r>
          <a:endParaRPr lang="uk-UA" sz="2100" kern="1200" dirty="0"/>
        </a:p>
      </dsp:txBody>
      <dsp:txXfrm rot="10800000">
        <a:off x="1312047" y="3461657"/>
        <a:ext cx="3223699" cy="888259"/>
      </dsp:txXfrm>
    </dsp:sp>
    <dsp:sp modelId="{FC310891-5CB2-41BC-A837-48B632C0E9E3}">
      <dsp:nvSpPr>
        <dsp:cNvPr id="0" name=""/>
        <dsp:cNvSpPr/>
      </dsp:nvSpPr>
      <dsp:spPr>
        <a:xfrm>
          <a:off x="645853" y="3461657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978B8B-11C5-41AD-989A-6367510680F8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08E547-E081-4410-8F17-E3FD80294F86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1, 3</a:t>
          </a:r>
          <a:endParaRPr lang="uk-UA" sz="4300" kern="1200" dirty="0"/>
        </a:p>
      </dsp:txBody>
      <dsp:txXfrm>
        <a:off x="911350" y="496219"/>
        <a:ext cx="1531337" cy="1531337"/>
      </dsp:txXfrm>
    </dsp:sp>
    <dsp:sp modelId="{F36FC4A2-A9EB-456F-A504-EDDADE84B3BC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1, 2</a:t>
          </a:r>
          <a:endParaRPr lang="uk-UA" sz="4300" kern="1200"/>
        </a:p>
      </dsp:txBody>
      <dsp:txXfrm>
        <a:off x="2738912" y="496219"/>
        <a:ext cx="1531337" cy="1531337"/>
      </dsp:txXfrm>
    </dsp:sp>
    <dsp:sp modelId="{5D830072-FA95-4119-866F-39385B7F6CFA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2, 3</a:t>
          </a:r>
          <a:endParaRPr lang="uk-UA" sz="4300" kern="1200" dirty="0"/>
        </a:p>
      </dsp:txBody>
      <dsp:txXfrm>
        <a:off x="911350" y="2323781"/>
        <a:ext cx="1531337" cy="1531337"/>
      </dsp:txXfrm>
    </dsp:sp>
    <dsp:sp modelId="{3EE5DC16-3408-4ECB-9C31-78EA345D3251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1, 2, 3</a:t>
          </a:r>
          <a:endParaRPr lang="uk-UA" sz="4300" kern="1200" dirty="0"/>
        </a:p>
      </dsp:txBody>
      <dsp:txXfrm>
        <a:off x="2738912" y="2323781"/>
        <a:ext cx="1531337" cy="1531337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EC044A-17EB-47A2-8EFB-89AE832CC74C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002CB9-F285-4622-B13C-52F0A056A372}">
      <dsp:nvSpPr>
        <dsp:cNvPr id="0" name=""/>
        <dsp:cNvSpPr/>
      </dsp:nvSpPr>
      <dsp:spPr>
        <a:xfrm>
          <a:off x="492024" y="334530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убезпечити державу від князівських міжусобиць</a:t>
          </a:r>
          <a:endParaRPr lang="uk-UA" sz="2000" kern="1200"/>
        </a:p>
      </dsp:txBody>
      <dsp:txXfrm>
        <a:off x="492024" y="334530"/>
        <a:ext cx="4629850" cy="669409"/>
      </dsp:txXfrm>
    </dsp:sp>
    <dsp:sp modelId="{B75DC440-6CC8-413E-9919-4FBEBE3E84DC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F58809-E8AC-4ACD-9A74-88DE3F592797}">
      <dsp:nvSpPr>
        <dsp:cNvPr id="0" name=""/>
        <dsp:cNvSpPr/>
      </dsp:nvSpPr>
      <dsp:spPr>
        <a:xfrm>
          <a:off x="875812" y="1338819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запровадити</a:t>
          </a:r>
          <a:r>
            <a:rPr lang="ru-RU" sz="2000" b="0" i="0" kern="1200" dirty="0"/>
            <a:t> </a:t>
          </a:r>
          <a:r>
            <a:rPr lang="ru-RU" sz="2000" b="0" i="0" kern="1200" dirty="0" err="1"/>
            <a:t>станово-представницьку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монархію</a:t>
          </a:r>
          <a:endParaRPr lang="uk-UA" sz="2000" kern="1200" dirty="0"/>
        </a:p>
      </dsp:txBody>
      <dsp:txXfrm>
        <a:off x="875812" y="1338819"/>
        <a:ext cx="4246062" cy="669409"/>
      </dsp:txXfrm>
    </dsp:sp>
    <dsp:sp modelId="{7B046C83-82B4-4F3A-9BFD-AEEBA43AF66C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EF4D02-633C-4802-8529-7CAB81E6FD8F}">
      <dsp:nvSpPr>
        <dsp:cNvPr id="0" name=""/>
        <dsp:cNvSpPr/>
      </dsp:nvSpPr>
      <dsp:spPr>
        <a:xfrm>
          <a:off x="875812" y="2343108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упорядкувати</a:t>
          </a:r>
          <a:r>
            <a:rPr lang="ru-RU" sz="2000" b="0" i="0" kern="1200" dirty="0"/>
            <a:t> систему </a:t>
          </a:r>
          <a:r>
            <a:rPr lang="ru-RU" sz="2000" b="0" i="0" kern="1200" dirty="0" err="1"/>
            <a:t>збирання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данини</a:t>
          </a:r>
          <a:endParaRPr lang="uk-UA" sz="2000" kern="1200" dirty="0"/>
        </a:p>
      </dsp:txBody>
      <dsp:txXfrm>
        <a:off x="875812" y="2343108"/>
        <a:ext cx="4246062" cy="669409"/>
      </dsp:txXfrm>
    </dsp:sp>
    <dsp:sp modelId="{2BD48C91-C997-4E04-8174-30C1BBD78CC5}">
      <dsp:nvSpPr>
        <dsp:cNvPr id="0" name=""/>
        <dsp:cNvSpPr/>
      </dsp:nvSpPr>
      <dsp:spPr>
        <a:xfrm>
          <a:off x="457431" y="2259432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65332D-F85B-41F5-A553-8CA1DDE480DA}">
      <dsp:nvSpPr>
        <dsp:cNvPr id="0" name=""/>
        <dsp:cNvSpPr/>
      </dsp:nvSpPr>
      <dsp:spPr>
        <a:xfrm>
          <a:off x="492024" y="3347397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ліквідувати</a:t>
          </a:r>
          <a:r>
            <a:rPr lang="ru-RU" sz="2000" b="0" i="0" kern="1200" dirty="0"/>
            <a:t> </a:t>
          </a:r>
          <a:r>
            <a:rPr lang="ru-RU" sz="2000" b="0" i="0" kern="1200" dirty="0" err="1"/>
            <a:t>удільні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князівства</a:t>
          </a:r>
          <a:endParaRPr lang="uk-UA" sz="2000" kern="1200" dirty="0"/>
        </a:p>
      </dsp:txBody>
      <dsp:txXfrm>
        <a:off x="492024" y="3347397"/>
        <a:ext cx="4629850" cy="669409"/>
      </dsp:txXfrm>
    </dsp:sp>
    <dsp:sp modelId="{8EF89488-E572-48AA-9DDF-645FA80AEE61}">
      <dsp:nvSpPr>
        <dsp:cNvPr id="0" name=""/>
        <dsp:cNvSpPr/>
      </dsp:nvSpPr>
      <dsp:spPr>
        <a:xfrm>
          <a:off x="73643" y="326372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3A01E1-DA1D-49E1-B0DD-D05BE6A672C4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визначено стольні міста для княжіння.</a:t>
          </a:r>
          <a:endParaRPr lang="uk-UA" sz="2500" kern="1200"/>
        </a:p>
      </dsp:txBody>
      <dsp:txXfrm>
        <a:off x="48547" y="127216"/>
        <a:ext cx="5084506" cy="897406"/>
      </dsp:txXfrm>
    </dsp:sp>
    <dsp:sp modelId="{A1706643-1E21-447C-8532-EF9F25C8369C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започатковано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традиції</a:t>
          </a:r>
          <a:r>
            <a:rPr lang="ru-RU" sz="2500" b="0" i="0" kern="1200" dirty="0"/>
            <a:t> «</a:t>
          </a:r>
          <a:r>
            <a:rPr lang="ru-RU" sz="2500" b="0" i="0" kern="1200" dirty="0" err="1"/>
            <a:t>шлюбної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дипломатії</a:t>
          </a:r>
          <a:r>
            <a:rPr lang="ru-RU" sz="2500" b="0" i="0" kern="1200" dirty="0"/>
            <a:t>».</a:t>
          </a:r>
          <a:endParaRPr lang="uk-UA" sz="2500" kern="1200" dirty="0"/>
        </a:p>
      </dsp:txBody>
      <dsp:txXfrm>
        <a:off x="48547" y="1193716"/>
        <a:ext cx="5084506" cy="897406"/>
      </dsp:txXfrm>
    </dsp:sp>
    <dsp:sp modelId="{9A1EF4C0-149E-45B6-82AC-6586EF515DD1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передано владу над Києвом старшому сину Ізяславу.</a:t>
          </a:r>
          <a:endParaRPr lang="uk-UA" sz="2500" kern="1200"/>
        </a:p>
      </dsp:txBody>
      <dsp:txXfrm>
        <a:off x="48547" y="2260216"/>
        <a:ext cx="5084506" cy="897406"/>
      </dsp:txXfrm>
    </dsp:sp>
    <dsp:sp modelId="{4E546D57-D313-44BB-8A9B-977D030B512B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запроваджено</a:t>
          </a:r>
          <a:r>
            <a:rPr lang="ru-RU" sz="2500" b="0" i="0" kern="1200" dirty="0"/>
            <a:t> принцип </a:t>
          </a:r>
          <a:r>
            <a:rPr lang="ru-RU" sz="2500" b="0" i="0" kern="1200" dirty="0" err="1"/>
            <a:t>отчини</a:t>
          </a:r>
          <a:r>
            <a:rPr lang="ru-RU" sz="2500" b="0" i="0" kern="1200" dirty="0"/>
            <a:t> в </a:t>
          </a:r>
          <a:r>
            <a:rPr lang="ru-RU" sz="2500" b="0" i="0" kern="1200" dirty="0" err="1"/>
            <a:t>успадкуванні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влади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547" y="3326716"/>
        <a:ext cx="5084506" cy="897406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DD331-583F-4BE2-9253-0872EEE924B1}">
      <dsp:nvSpPr>
        <dsp:cNvPr id="0" name=""/>
        <dsp:cNvSpPr/>
      </dsp:nvSpPr>
      <dsp:spPr>
        <a:xfrm>
          <a:off x="0" y="61191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встановлено принцип сеньорату в престолонаслідуванні.</a:t>
          </a:r>
          <a:endParaRPr lang="uk-UA" sz="2500" kern="1200"/>
        </a:p>
      </dsp:txBody>
      <dsp:txXfrm>
        <a:off x="48547" y="660466"/>
        <a:ext cx="5084506" cy="897406"/>
      </dsp:txXfrm>
    </dsp:sp>
    <dsp:sp modelId="{08B598E3-B36F-465C-AAAE-5C01DC0FA953}">
      <dsp:nvSpPr>
        <dsp:cNvPr id="0" name=""/>
        <dsp:cNvSpPr/>
      </dsp:nvSpPr>
      <dsp:spPr>
        <a:xfrm>
          <a:off x="0" y="167841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/>
            <a:t>заборонено </a:t>
          </a:r>
          <a:r>
            <a:rPr lang="ru-RU" sz="2500" b="0" i="0" kern="1200" dirty="0" err="1"/>
            <a:t>набирати</a:t>
          </a:r>
          <a:r>
            <a:rPr lang="ru-RU" sz="2500" b="0" i="0" kern="1200" dirty="0"/>
            <a:t> на </a:t>
          </a:r>
          <a:r>
            <a:rPr lang="ru-RU" sz="2500" b="0" i="0" kern="1200" dirty="0" err="1"/>
            <a:t>військову</a:t>
          </a:r>
          <a:r>
            <a:rPr lang="ru-RU" sz="2500" b="0" i="0" kern="1200" dirty="0"/>
            <a:t> службу </a:t>
          </a:r>
          <a:r>
            <a:rPr lang="ru-RU" sz="2500" b="0" i="0" kern="1200" dirty="0" err="1"/>
            <a:t>найманців-варягів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547" y="1726966"/>
        <a:ext cx="5084506" cy="897406"/>
      </dsp:txXfrm>
    </dsp:sp>
    <dsp:sp modelId="{4A1F7769-6914-4EB2-8A89-4DDCC71E3416}">
      <dsp:nvSpPr>
        <dsp:cNvPr id="0" name=""/>
        <dsp:cNvSpPr/>
      </dsp:nvSpPr>
      <dsp:spPr>
        <a:xfrm>
          <a:off x="0" y="274491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утверджено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владу</a:t>
          </a:r>
          <a:r>
            <a:rPr lang="ru-RU" sz="2500" b="0" i="0" kern="1200" dirty="0"/>
            <a:t> великого князя </a:t>
          </a:r>
          <a:r>
            <a:rPr lang="ru-RU" sz="2500" b="0" i="0" kern="1200" dirty="0" err="1"/>
            <a:t>київського</a:t>
          </a:r>
          <a:r>
            <a:rPr lang="ru-RU" sz="2500" b="0" i="0" kern="1200" dirty="0"/>
            <a:t> в </a:t>
          </a:r>
          <a:r>
            <a:rPr lang="ru-RU" sz="2500" b="0" i="0" kern="1200" dirty="0" err="1"/>
            <a:t>племінних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князівствах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547" y="2793466"/>
        <a:ext cx="5084506" cy="897406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9B7451-5CBA-4592-A7E4-9447E2BBB3F0}">
      <dsp:nvSpPr>
        <dsp:cNvPr id="0" name=""/>
        <dsp:cNvSpPr/>
      </dsp:nvSpPr>
      <dsp:spPr>
        <a:xfrm>
          <a:off x="0" y="531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4DF13-1C58-4379-A8D3-A389D2079D6A}">
      <dsp:nvSpPr>
        <dsp:cNvPr id="0" name=""/>
        <dsp:cNvSpPr/>
      </dsp:nvSpPr>
      <dsp:spPr>
        <a:xfrm>
          <a:off x="0" y="531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Ізяслав.</a:t>
          </a:r>
          <a:endParaRPr lang="uk-UA" sz="2800" kern="1200"/>
        </a:p>
      </dsp:txBody>
      <dsp:txXfrm>
        <a:off x="0" y="531"/>
        <a:ext cx="5181600" cy="621467"/>
      </dsp:txXfrm>
    </dsp:sp>
    <dsp:sp modelId="{9F70F4DA-C733-4ACA-9AB7-7587C0993C1C}">
      <dsp:nvSpPr>
        <dsp:cNvPr id="0" name=""/>
        <dsp:cNvSpPr/>
      </dsp:nvSpPr>
      <dsp:spPr>
        <a:xfrm>
          <a:off x="0" y="621999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7D11A6-2130-4930-829F-AF9953D523C1}">
      <dsp:nvSpPr>
        <dsp:cNvPr id="0" name=""/>
        <dsp:cNvSpPr/>
      </dsp:nvSpPr>
      <dsp:spPr>
        <a:xfrm>
          <a:off x="0" y="621999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Мстислав.</a:t>
          </a:r>
          <a:endParaRPr lang="uk-UA" sz="2800" kern="1200"/>
        </a:p>
      </dsp:txBody>
      <dsp:txXfrm>
        <a:off x="0" y="621999"/>
        <a:ext cx="5181600" cy="621467"/>
      </dsp:txXfrm>
    </dsp:sp>
    <dsp:sp modelId="{CB063557-0EF4-44B2-A8DC-207096F4515E}">
      <dsp:nvSpPr>
        <dsp:cNvPr id="0" name=""/>
        <dsp:cNvSpPr/>
      </dsp:nvSpPr>
      <dsp:spPr>
        <a:xfrm>
          <a:off x="0" y="1243467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ED50FF-38C1-46C0-A1F0-72A52CA37D61}">
      <dsp:nvSpPr>
        <dsp:cNvPr id="0" name=""/>
        <dsp:cNvSpPr/>
      </dsp:nvSpPr>
      <dsp:spPr>
        <a:xfrm>
          <a:off x="0" y="1243467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Роман.</a:t>
          </a:r>
          <a:endParaRPr lang="uk-UA" sz="2800" kern="1200"/>
        </a:p>
      </dsp:txBody>
      <dsp:txXfrm>
        <a:off x="0" y="1243467"/>
        <a:ext cx="5181600" cy="621467"/>
      </dsp:txXfrm>
    </dsp:sp>
    <dsp:sp modelId="{46A7D4E0-7355-471C-8072-4E5C9E9DD09E}">
      <dsp:nvSpPr>
        <dsp:cNvPr id="0" name=""/>
        <dsp:cNvSpPr/>
      </dsp:nvSpPr>
      <dsp:spPr>
        <a:xfrm>
          <a:off x="0" y="1864935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B71A33-C54D-4CC5-B5E9-BAC0D307EA44}">
      <dsp:nvSpPr>
        <dsp:cNvPr id="0" name=""/>
        <dsp:cNvSpPr/>
      </dsp:nvSpPr>
      <dsp:spPr>
        <a:xfrm>
          <a:off x="0" y="1864935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/>
            <a:t>Святослав.</a:t>
          </a:r>
          <a:endParaRPr lang="uk-UA" sz="2800" kern="1200" dirty="0"/>
        </a:p>
      </dsp:txBody>
      <dsp:txXfrm>
        <a:off x="0" y="1864935"/>
        <a:ext cx="5181600" cy="621467"/>
      </dsp:txXfrm>
    </dsp:sp>
    <dsp:sp modelId="{25EF14E4-DBD7-41AC-A612-1402C1F83C5A}">
      <dsp:nvSpPr>
        <dsp:cNvPr id="0" name=""/>
        <dsp:cNvSpPr/>
      </dsp:nvSpPr>
      <dsp:spPr>
        <a:xfrm>
          <a:off x="0" y="2486402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7BE635-7BC7-4420-B96D-00BE9580B80F}">
      <dsp:nvSpPr>
        <dsp:cNvPr id="0" name=""/>
        <dsp:cNvSpPr/>
      </dsp:nvSpPr>
      <dsp:spPr>
        <a:xfrm>
          <a:off x="0" y="2486402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Данило.</a:t>
          </a:r>
          <a:endParaRPr lang="uk-UA" sz="2800" kern="1200"/>
        </a:p>
      </dsp:txBody>
      <dsp:txXfrm>
        <a:off x="0" y="2486402"/>
        <a:ext cx="5181600" cy="621467"/>
      </dsp:txXfrm>
    </dsp:sp>
    <dsp:sp modelId="{993509F8-120C-48FF-ADE7-2A5C2ABD22A7}">
      <dsp:nvSpPr>
        <dsp:cNvPr id="0" name=""/>
        <dsp:cNvSpPr/>
      </dsp:nvSpPr>
      <dsp:spPr>
        <a:xfrm>
          <a:off x="0" y="3107870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E9AD89-BAE9-401E-888C-DA1E8B70FB6E}">
      <dsp:nvSpPr>
        <dsp:cNvPr id="0" name=""/>
        <dsp:cNvSpPr/>
      </dsp:nvSpPr>
      <dsp:spPr>
        <a:xfrm>
          <a:off x="0" y="3107870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Всеволод.</a:t>
          </a:r>
          <a:endParaRPr lang="uk-UA" sz="2800" kern="1200"/>
        </a:p>
      </dsp:txBody>
      <dsp:txXfrm>
        <a:off x="0" y="3107870"/>
        <a:ext cx="5181600" cy="621467"/>
      </dsp:txXfrm>
    </dsp:sp>
    <dsp:sp modelId="{120B34A7-EE9B-4B09-9327-700BC438564B}">
      <dsp:nvSpPr>
        <dsp:cNvPr id="0" name=""/>
        <dsp:cNvSpPr/>
      </dsp:nvSpPr>
      <dsp:spPr>
        <a:xfrm>
          <a:off x="0" y="3729338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71577C-5E3A-4687-89B2-8FB50DDDA036}">
      <dsp:nvSpPr>
        <dsp:cNvPr id="0" name=""/>
        <dsp:cNvSpPr/>
      </dsp:nvSpPr>
      <dsp:spPr>
        <a:xfrm>
          <a:off x="0" y="3729338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 err="1"/>
            <a:t>Володимир</a:t>
          </a:r>
          <a:r>
            <a:rPr lang="ru-RU" sz="2800" b="0" i="0" kern="1200" dirty="0"/>
            <a:t>.</a:t>
          </a:r>
          <a:endParaRPr lang="uk-UA" sz="2800" kern="1200" dirty="0"/>
        </a:p>
      </dsp:txBody>
      <dsp:txXfrm>
        <a:off x="0" y="3729338"/>
        <a:ext cx="5181600" cy="621467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E0F1F1-6BE7-444F-9F8E-C45F9E873E8C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DACC41-CC38-4A81-89FF-98FB8F43D57F}">
      <dsp:nvSpPr>
        <dsp:cNvPr id="0" name=""/>
        <dsp:cNvSpPr/>
      </dsp:nvSpPr>
      <dsp:spPr>
        <a:xfrm>
          <a:off x="492024" y="334530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утворено тріумвірат князів.</a:t>
          </a:r>
          <a:endParaRPr lang="uk-UA" sz="1800" kern="1200"/>
        </a:p>
      </dsp:txBody>
      <dsp:txXfrm>
        <a:off x="492024" y="334530"/>
        <a:ext cx="4629850" cy="669409"/>
      </dsp:txXfrm>
    </dsp:sp>
    <dsp:sp modelId="{EE8AB8E2-6D41-452E-AA22-C2A3175AB5B3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B06BC6-25C6-4F4E-8E04-5DE04775203D}">
      <dsp:nvSpPr>
        <dsp:cNvPr id="0" name=""/>
        <dsp:cNvSpPr/>
      </dsp:nvSpPr>
      <dsp:spPr>
        <a:xfrm>
          <a:off x="875812" y="1338819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започатковано «шлюбну дипломатію».</a:t>
          </a:r>
          <a:endParaRPr lang="uk-UA" sz="1800" kern="1200"/>
        </a:p>
      </dsp:txBody>
      <dsp:txXfrm>
        <a:off x="875812" y="1338819"/>
        <a:ext cx="4246062" cy="669409"/>
      </dsp:txXfrm>
    </dsp:sp>
    <dsp:sp modelId="{AFF905F2-8E15-40B1-BE14-094C01440158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C4C160-ED85-4AD1-8EA0-1FF494DD99D8}">
      <dsp:nvSpPr>
        <dsp:cNvPr id="0" name=""/>
        <dsp:cNvSpPr/>
      </dsp:nvSpPr>
      <dsp:spPr>
        <a:xfrm>
          <a:off x="875812" y="2343108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усунуто від влади династію Рюриковичів.</a:t>
          </a:r>
          <a:endParaRPr lang="uk-UA" sz="1800" kern="1200" dirty="0"/>
        </a:p>
      </dsp:txBody>
      <dsp:txXfrm>
        <a:off x="875812" y="2343108"/>
        <a:ext cx="4246062" cy="669409"/>
      </dsp:txXfrm>
    </dsp:sp>
    <dsp:sp modelId="{7CDF5EE8-D80C-4E60-961B-2372AE9D50D3}">
      <dsp:nvSpPr>
        <dsp:cNvPr id="0" name=""/>
        <dsp:cNvSpPr/>
      </dsp:nvSpPr>
      <dsp:spPr>
        <a:xfrm>
          <a:off x="457431" y="2259432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D80E5C-887B-450E-8E66-41764C6E8FEF}">
      <dsp:nvSpPr>
        <dsp:cNvPr id="0" name=""/>
        <dsp:cNvSpPr/>
      </dsp:nvSpPr>
      <dsp:spPr>
        <a:xfrm>
          <a:off x="492024" y="3347397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підпорядковано Київського митрополита Константинопольському патріарху.</a:t>
          </a:r>
          <a:endParaRPr lang="uk-UA" sz="1800" kern="1200" dirty="0"/>
        </a:p>
      </dsp:txBody>
      <dsp:txXfrm>
        <a:off x="492024" y="3347397"/>
        <a:ext cx="4629850" cy="669409"/>
      </dsp:txXfrm>
    </dsp:sp>
    <dsp:sp modelId="{3838BCD2-E5C5-4056-A5F2-0459F7078979}">
      <dsp:nvSpPr>
        <dsp:cNvPr id="0" name=""/>
        <dsp:cNvSpPr/>
      </dsp:nvSpPr>
      <dsp:spPr>
        <a:xfrm>
          <a:off x="73643" y="326372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3F06E7-72E8-4A6D-BC52-31DA62264A5C}">
      <dsp:nvSpPr>
        <dsp:cNvPr id="0" name=""/>
        <dsp:cNvSpPr/>
      </dsp:nvSpPr>
      <dsp:spPr>
        <a:xfrm>
          <a:off x="0" y="22868"/>
          <a:ext cx="5181600" cy="12092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Сходження князя Володимира Всеволодовича Мономаха на київський стіл:</a:t>
          </a:r>
          <a:endParaRPr lang="uk-UA" sz="2400" kern="1200" dirty="0"/>
        </a:p>
      </dsp:txBody>
      <dsp:txXfrm>
        <a:off x="0" y="22868"/>
        <a:ext cx="5181600" cy="1209240"/>
      </dsp:txXfrm>
    </dsp:sp>
    <dsp:sp modelId="{6DCA8567-2A0C-495F-89EF-E2ACD7F212C5}">
      <dsp:nvSpPr>
        <dsp:cNvPr id="0" name=""/>
        <dsp:cNvSpPr/>
      </dsp:nvSpPr>
      <dsp:spPr>
        <a:xfrm>
          <a:off x="0" y="1232109"/>
          <a:ext cx="5181600" cy="30963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2400" b="0" i="0" kern="1200"/>
            <a:t>1) стало реалізацією вотчинного права Всеволодовичів на Київ згідно з рішенням Любецького з’їзду князів;</a:t>
          </a:r>
          <a:br>
            <a:rPr lang="uk-UA" sz="2400" b="0" i="0" kern="1200"/>
          </a:br>
          <a:endParaRPr lang="uk-UA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2400" b="0" i="0" kern="1200" dirty="0"/>
            <a:t>2) відбулося за запрошенням міського віча під час повстання киян 1113 року.</a:t>
          </a:r>
          <a:endParaRPr lang="uk-UA" sz="2400" kern="1200" dirty="0"/>
        </a:p>
      </dsp:txBody>
      <dsp:txXfrm>
        <a:off x="0" y="1232109"/>
        <a:ext cx="5181600" cy="3096360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97C180-852D-4D32-AE54-D0737C2F75B2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DBD1A5-4F26-44A2-8B87-8C1CEED5CB0D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обидва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варіанти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правильні</a:t>
          </a:r>
          <a:endParaRPr lang="uk-UA" sz="2100" kern="1200" dirty="0"/>
        </a:p>
      </dsp:txBody>
      <dsp:txXfrm>
        <a:off x="911350" y="496219"/>
        <a:ext cx="1531337" cy="1531337"/>
      </dsp:txXfrm>
    </dsp:sp>
    <dsp:sp modelId="{55706862-07B1-4914-B47A-DE51B8D7CFC6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тільки 1-й варіант правильний</a:t>
          </a:r>
          <a:endParaRPr lang="uk-UA" sz="2100" kern="1200"/>
        </a:p>
      </dsp:txBody>
      <dsp:txXfrm>
        <a:off x="2738912" y="496219"/>
        <a:ext cx="1531337" cy="1531337"/>
      </dsp:txXfrm>
    </dsp:sp>
    <dsp:sp modelId="{9D160452-4076-444C-B759-C0F9FB693AEB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тільки</a:t>
          </a:r>
          <a:r>
            <a:rPr lang="ru-RU" sz="2100" b="0" i="0" kern="1200" dirty="0"/>
            <a:t> 2-й </a:t>
          </a:r>
          <a:r>
            <a:rPr lang="ru-RU" sz="2100" b="0" i="0" kern="1200" dirty="0" err="1"/>
            <a:t>варіант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правильний</a:t>
          </a:r>
          <a:endParaRPr lang="uk-UA" sz="2100" kern="1200" dirty="0"/>
        </a:p>
      </dsp:txBody>
      <dsp:txXfrm>
        <a:off x="911350" y="2323781"/>
        <a:ext cx="1531337" cy="1531337"/>
      </dsp:txXfrm>
    </dsp:sp>
    <dsp:sp modelId="{54180FAA-56A1-4630-96ED-6D385B355F82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обидва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варіанти</a:t>
          </a:r>
          <a:r>
            <a:rPr lang="ru-RU" sz="2100" b="0" i="0" kern="1200" dirty="0"/>
            <a:t> не </a:t>
          </a:r>
          <a:r>
            <a:rPr lang="ru-RU" sz="2100" b="0" i="0" kern="1200" dirty="0" err="1"/>
            <a:t>правильні</a:t>
          </a:r>
          <a:endParaRPr lang="uk-UA" sz="2100" kern="1200" dirty="0"/>
        </a:p>
      </dsp:txBody>
      <dsp:txXfrm>
        <a:off x="2738912" y="2323781"/>
        <a:ext cx="1531337" cy="1531337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8A3B92-7B59-4CBD-A478-B9792A86EE10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Запровадження перших писаних законів</a:t>
          </a:r>
          <a:endParaRPr lang="uk-UA" sz="2500" kern="1200"/>
        </a:p>
      </dsp:txBody>
      <dsp:txXfrm>
        <a:off x="48547" y="127216"/>
        <a:ext cx="5084506" cy="897406"/>
      </dsp:txXfrm>
    </dsp:sp>
    <dsp:sp modelId="{51CF8618-A925-4386-B50C-E31B7573B004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Ініціювання нової системи престолонаслідування</a:t>
          </a:r>
          <a:endParaRPr lang="uk-UA" sz="2500" kern="1200" dirty="0"/>
        </a:p>
      </dsp:txBody>
      <dsp:txXfrm>
        <a:off x="48547" y="1193716"/>
        <a:ext cx="5084506" cy="897406"/>
      </dsp:txXfrm>
    </dsp:sp>
    <dsp:sp modelId="{532FCCDC-1464-43E6-A639-1029DCD61C24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Хрещення Русі</a:t>
          </a:r>
          <a:endParaRPr lang="uk-UA" sz="2500" kern="1200"/>
        </a:p>
      </dsp:txBody>
      <dsp:txXfrm>
        <a:off x="48547" y="2260216"/>
        <a:ext cx="5084506" cy="897406"/>
      </dsp:txXfrm>
    </dsp:sp>
    <dsp:sp modelId="{ADA9ABB1-8DD2-4563-856D-709CCFD443D6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Скликання князівських з’їздів (</a:t>
          </a:r>
          <a:r>
            <a:rPr lang="uk-UA" sz="2500" b="0" i="0" kern="1200" dirty="0" err="1"/>
            <a:t>снемів</a:t>
          </a:r>
          <a:endParaRPr lang="uk-UA" sz="2500" kern="1200" dirty="0"/>
        </a:p>
      </dsp:txBody>
      <dsp:txXfrm>
        <a:off x="48547" y="3326716"/>
        <a:ext cx="5084506" cy="897406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AE912D-529C-4479-A5C2-AFD6E8705FB2}">
      <dsp:nvSpPr>
        <dsp:cNvPr id="0" name=""/>
        <dsp:cNvSpPr/>
      </dsp:nvSpPr>
      <dsp:spPr>
        <a:xfrm>
          <a:off x="0" y="5895"/>
          <a:ext cx="5181600" cy="13985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Розбудова Києва - будівництво "міста Володимира"</a:t>
          </a:r>
          <a:endParaRPr lang="uk-UA" sz="2500" kern="1200"/>
        </a:p>
      </dsp:txBody>
      <dsp:txXfrm>
        <a:off x="68270" y="74165"/>
        <a:ext cx="5045060" cy="1261975"/>
      </dsp:txXfrm>
    </dsp:sp>
    <dsp:sp modelId="{4CB1C0B0-66E9-43EB-936D-0CCC7CE44AD7}">
      <dsp:nvSpPr>
        <dsp:cNvPr id="0" name=""/>
        <dsp:cNvSpPr/>
      </dsp:nvSpPr>
      <dsp:spPr>
        <a:xfrm>
          <a:off x="0" y="1476411"/>
          <a:ext cx="5181600" cy="13985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Здійснення</a:t>
          </a:r>
          <a:r>
            <a:rPr lang="ru-RU" sz="2500" b="0" i="0" kern="1200" dirty="0"/>
            <a:t> походу на Константинополь</a:t>
          </a:r>
          <a:endParaRPr lang="uk-UA" sz="2500" kern="1200" dirty="0"/>
        </a:p>
      </dsp:txBody>
      <dsp:txXfrm>
        <a:off x="68270" y="1544681"/>
        <a:ext cx="5045060" cy="1261975"/>
      </dsp:txXfrm>
    </dsp:sp>
    <dsp:sp modelId="{37809059-808B-4109-9ACF-97ADA40D3EC0}">
      <dsp:nvSpPr>
        <dsp:cNvPr id="0" name=""/>
        <dsp:cNvSpPr/>
      </dsp:nvSpPr>
      <dsp:spPr>
        <a:xfrm>
          <a:off x="0" y="2946926"/>
          <a:ext cx="5181600" cy="13985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Об’єднання</a:t>
          </a:r>
          <a:r>
            <a:rPr lang="ru-RU" sz="2500" b="0" i="0" kern="1200" dirty="0"/>
            <a:t> руських </a:t>
          </a:r>
          <a:r>
            <a:rPr lang="ru-RU" sz="2500" b="0" i="0" kern="1200" dirty="0" err="1"/>
            <a:t>князів</a:t>
          </a:r>
          <a:r>
            <a:rPr lang="ru-RU" sz="2500" b="0" i="0" kern="1200" dirty="0"/>
            <a:t> для </a:t>
          </a:r>
          <a:r>
            <a:rPr lang="ru-RU" sz="2500" b="0" i="0" kern="1200" dirty="0" err="1"/>
            <a:t>боротьби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проти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половецької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загрози</a:t>
          </a:r>
          <a:endParaRPr lang="uk-UA" sz="2500" kern="1200" dirty="0"/>
        </a:p>
      </dsp:txBody>
      <dsp:txXfrm>
        <a:off x="68270" y="3015196"/>
        <a:ext cx="5045060" cy="1261975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2FAC60-6D6D-4B7A-A9F2-7A504A705166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7649FD-5B79-4562-A211-4377A5B9D918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1054 р.</a:t>
          </a:r>
          <a:endParaRPr lang="uk-UA" sz="4300" kern="1200" dirty="0"/>
        </a:p>
      </dsp:txBody>
      <dsp:txXfrm>
        <a:off x="911350" y="496219"/>
        <a:ext cx="1531337" cy="1531337"/>
      </dsp:txXfrm>
    </dsp:sp>
    <dsp:sp modelId="{384A0B3F-1813-4DFD-842E-1BEEC90BD9D9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1097 р.</a:t>
          </a:r>
          <a:endParaRPr lang="uk-UA" sz="4300" kern="1200"/>
        </a:p>
      </dsp:txBody>
      <dsp:txXfrm>
        <a:off x="2738912" y="496219"/>
        <a:ext cx="1531337" cy="1531337"/>
      </dsp:txXfrm>
    </dsp:sp>
    <dsp:sp modelId="{625C7BCE-8270-4AAC-8297-127742273133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1113 р.</a:t>
          </a:r>
          <a:endParaRPr lang="uk-UA" sz="4300" kern="1200" dirty="0"/>
        </a:p>
      </dsp:txBody>
      <dsp:txXfrm>
        <a:off x="911350" y="2323781"/>
        <a:ext cx="1531337" cy="1531337"/>
      </dsp:txXfrm>
    </dsp:sp>
    <dsp:sp modelId="{5A1A7711-CFEA-4658-805B-06739C19F55F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1199 р.</a:t>
          </a:r>
          <a:endParaRPr lang="uk-UA" sz="4300" kern="1200" dirty="0"/>
        </a:p>
      </dsp:txBody>
      <dsp:txXfrm>
        <a:off x="2738912" y="2323781"/>
        <a:ext cx="1531337" cy="1531337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FE8E8D-9D96-46D0-BC40-AF5ED9A20E80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967CC9-CE2C-4F80-9687-50440FAEFF08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1054 р.</a:t>
          </a:r>
          <a:endParaRPr lang="uk-UA" sz="4300" kern="1200"/>
        </a:p>
      </dsp:txBody>
      <dsp:txXfrm>
        <a:off x="911350" y="496219"/>
        <a:ext cx="1531337" cy="1531337"/>
      </dsp:txXfrm>
    </dsp:sp>
    <dsp:sp modelId="{C3FAAB0C-4468-41EB-B91A-BB2CA2846E1F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1097 р.</a:t>
          </a:r>
          <a:endParaRPr lang="uk-UA" sz="4300" kern="1200"/>
        </a:p>
      </dsp:txBody>
      <dsp:txXfrm>
        <a:off x="2738912" y="496219"/>
        <a:ext cx="1531337" cy="1531337"/>
      </dsp:txXfrm>
    </dsp:sp>
    <dsp:sp modelId="{417BCDE2-5CC0-4987-9DD0-E08F904B4A9B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1113 р.</a:t>
          </a:r>
          <a:endParaRPr lang="uk-UA" sz="4300" kern="1200" dirty="0"/>
        </a:p>
      </dsp:txBody>
      <dsp:txXfrm>
        <a:off x="911350" y="2323781"/>
        <a:ext cx="1531337" cy="1531337"/>
      </dsp:txXfrm>
    </dsp:sp>
    <dsp:sp modelId="{AF8C33D9-9C59-4BDC-9D12-D3F2E64AD6A1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1187 р.</a:t>
          </a:r>
          <a:endParaRPr lang="uk-UA" sz="4300" kern="1200" dirty="0"/>
        </a:p>
      </dsp:txBody>
      <dsp:txXfrm>
        <a:off x="2738912" y="2323781"/>
        <a:ext cx="1531337" cy="1531337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5FE4E2-F64B-49FE-B141-A6E32B015CC1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471DEA-1FB2-4978-B228-5A93F616534D}">
      <dsp:nvSpPr>
        <dsp:cNvPr id="0" name=""/>
        <dsp:cNvSpPr/>
      </dsp:nvSpPr>
      <dsp:spPr>
        <a:xfrm>
          <a:off x="492024" y="334530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заповітом Ярослава Мудрого</a:t>
          </a:r>
          <a:endParaRPr lang="uk-UA" sz="2000" kern="1200"/>
        </a:p>
      </dsp:txBody>
      <dsp:txXfrm>
        <a:off x="492024" y="334530"/>
        <a:ext cx="4629850" cy="669409"/>
      </dsp:txXfrm>
    </dsp:sp>
    <dsp:sp modelId="{EC47ACA9-0FF5-4587-954A-124220C4BF3B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260DE0-9F3B-43F0-B759-E7284427CCDA}">
      <dsp:nvSpPr>
        <dsp:cNvPr id="0" name=""/>
        <dsp:cNvSpPr/>
      </dsp:nvSpPr>
      <dsp:spPr>
        <a:xfrm>
          <a:off x="875812" y="1338819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/>
            <a:t>нормою «</a:t>
          </a:r>
          <a:r>
            <a:rPr lang="ru-RU" sz="2000" b="0" i="0" kern="1200" dirty="0" err="1"/>
            <a:t>Правди</a:t>
          </a:r>
          <a:r>
            <a:rPr lang="ru-RU" sz="2000" b="0" i="0" kern="1200" dirty="0"/>
            <a:t> </a:t>
          </a:r>
          <a:r>
            <a:rPr lang="ru-RU" sz="2000" b="0" i="0" kern="1200" dirty="0" err="1"/>
            <a:t>Ярославичів</a:t>
          </a:r>
          <a:r>
            <a:rPr lang="ru-RU" sz="2000" b="0" i="0" kern="1200" dirty="0"/>
            <a:t>»</a:t>
          </a:r>
          <a:endParaRPr lang="uk-UA" sz="2000" kern="1200" dirty="0"/>
        </a:p>
      </dsp:txBody>
      <dsp:txXfrm>
        <a:off x="875812" y="1338819"/>
        <a:ext cx="4246062" cy="669409"/>
      </dsp:txXfrm>
    </dsp:sp>
    <dsp:sp modelId="{1B87ECCF-33A7-4406-8430-1B2D138C4CCB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7FDA0C-9F83-4B3E-A780-B1125C846C2D}">
      <dsp:nvSpPr>
        <dsp:cNvPr id="0" name=""/>
        <dsp:cNvSpPr/>
      </dsp:nvSpPr>
      <dsp:spPr>
        <a:xfrm>
          <a:off x="875812" y="2343108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постановою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Любецького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з'їзду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князів</a:t>
          </a:r>
          <a:endParaRPr lang="uk-UA" sz="2000" kern="1200" dirty="0"/>
        </a:p>
      </dsp:txBody>
      <dsp:txXfrm>
        <a:off x="875812" y="2343108"/>
        <a:ext cx="4246062" cy="669409"/>
      </dsp:txXfrm>
    </dsp:sp>
    <dsp:sp modelId="{47B431CB-3F8B-47B0-AC10-91B11592B859}">
      <dsp:nvSpPr>
        <dsp:cNvPr id="0" name=""/>
        <dsp:cNvSpPr/>
      </dsp:nvSpPr>
      <dsp:spPr>
        <a:xfrm>
          <a:off x="457431" y="2259432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270FD9-420C-4DD5-8EFF-D1C7012D90F8}">
      <dsp:nvSpPr>
        <dsp:cNvPr id="0" name=""/>
        <dsp:cNvSpPr/>
      </dsp:nvSpPr>
      <dsp:spPr>
        <a:xfrm>
          <a:off x="492024" y="3347397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статтею</a:t>
          </a:r>
          <a:r>
            <a:rPr lang="ru-RU" sz="2000" b="0" i="0" kern="1200" dirty="0"/>
            <a:t> «Устава» </a:t>
          </a:r>
          <a:r>
            <a:rPr lang="ru-RU" sz="2000" b="0" i="0" kern="1200" dirty="0" err="1"/>
            <a:t>Володимира</a:t>
          </a:r>
          <a:r>
            <a:rPr lang="ru-RU" sz="2000" b="0" i="0" kern="1200" dirty="0"/>
            <a:t> Мономаха</a:t>
          </a:r>
          <a:endParaRPr lang="uk-UA" sz="2000" kern="1200" dirty="0"/>
        </a:p>
      </dsp:txBody>
      <dsp:txXfrm>
        <a:off x="492024" y="3347397"/>
        <a:ext cx="4629850" cy="669409"/>
      </dsp:txXfrm>
    </dsp:sp>
    <dsp:sp modelId="{F245AEF6-8BAB-4BD2-A40E-9EF979183D90}">
      <dsp:nvSpPr>
        <dsp:cNvPr id="0" name=""/>
        <dsp:cNvSpPr/>
      </dsp:nvSpPr>
      <dsp:spPr>
        <a:xfrm>
          <a:off x="73643" y="326372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F8F241-0333-4ABD-841D-F4B0611576F3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7BF7BF-91F2-4EEA-8FB2-2428AD44CA78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/>
            <a:t>посад</a:t>
          </a:r>
          <a:endParaRPr lang="uk-UA" sz="3000" kern="1200"/>
        </a:p>
      </dsp:txBody>
      <dsp:txXfrm>
        <a:off x="911350" y="496219"/>
        <a:ext cx="1531337" cy="1531337"/>
      </dsp:txXfrm>
    </dsp:sp>
    <dsp:sp modelId="{D6830237-7804-470C-A333-FD7F90E9AAC2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 dirty="0"/>
            <a:t>наділ</a:t>
          </a:r>
          <a:endParaRPr lang="uk-UA" sz="3000" kern="1200" dirty="0"/>
        </a:p>
      </dsp:txBody>
      <dsp:txXfrm>
        <a:off x="2738912" y="496219"/>
        <a:ext cx="1531337" cy="1531337"/>
      </dsp:txXfrm>
    </dsp:sp>
    <dsp:sp modelId="{9608A6E9-4E0B-42CB-8C37-EC5969FD02BC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/>
            <a:t>помістя</a:t>
          </a:r>
          <a:endParaRPr lang="uk-UA" sz="3000" kern="1200"/>
        </a:p>
      </dsp:txBody>
      <dsp:txXfrm>
        <a:off x="911350" y="2323781"/>
        <a:ext cx="1531337" cy="1531337"/>
      </dsp:txXfrm>
    </dsp:sp>
    <dsp:sp modelId="{E7161623-E865-4676-A3E6-7F7C7DFAF1D5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 dirty="0"/>
            <a:t>вотчину</a:t>
          </a:r>
          <a:endParaRPr lang="uk-UA" sz="3000" kern="1200" dirty="0"/>
        </a:p>
      </dsp:txBody>
      <dsp:txXfrm>
        <a:off x="2738912" y="2323781"/>
        <a:ext cx="1531337" cy="1531337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480E72-3CC5-4DAC-B436-F6891AB46BB0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71085E-2978-4E77-9107-A58927C603F6}">
      <dsp:nvSpPr>
        <dsp:cNvPr id="0" name=""/>
        <dsp:cNvSpPr/>
      </dsp:nvSpPr>
      <dsp:spPr>
        <a:xfrm>
          <a:off x="492024" y="334530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розподіл полюддя</a:t>
          </a:r>
          <a:endParaRPr lang="uk-UA" sz="2000" kern="1200"/>
        </a:p>
      </dsp:txBody>
      <dsp:txXfrm>
        <a:off x="492024" y="334530"/>
        <a:ext cx="4629850" cy="669409"/>
      </dsp:txXfrm>
    </dsp:sp>
    <dsp:sp modelId="{BE463D49-28C5-48EE-B7A9-328389F1D161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DDE407-849D-4BA1-A870-5050B8EAE405}">
      <dsp:nvSpPr>
        <dsp:cNvPr id="0" name=""/>
        <dsp:cNvSpPr/>
      </dsp:nvSpPr>
      <dsp:spPr>
        <a:xfrm>
          <a:off x="875812" y="1338819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наділення помістями бояр</a:t>
          </a:r>
          <a:endParaRPr lang="uk-UA" sz="2000" kern="1200"/>
        </a:p>
      </dsp:txBody>
      <dsp:txXfrm>
        <a:off x="875812" y="1338819"/>
        <a:ext cx="4246062" cy="669409"/>
      </dsp:txXfrm>
    </dsp:sp>
    <dsp:sp modelId="{9650F47B-8701-4D81-95AA-8E298355C7C8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791AB3-3F6C-43F0-9443-3652ABC86478}">
      <dsp:nvSpPr>
        <dsp:cNvPr id="0" name=""/>
        <dsp:cNvSpPr/>
      </dsp:nvSpPr>
      <dsp:spPr>
        <a:xfrm>
          <a:off x="875812" y="2343108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надання містам </a:t>
          </a:r>
          <a:r>
            <a:rPr lang="uk-UA" sz="2000" b="0" i="0" kern="1200" dirty="0" err="1"/>
            <a:t>маґдебургського</a:t>
          </a:r>
          <a:r>
            <a:rPr lang="uk-UA" sz="2000" b="0" i="0" kern="1200" dirty="0"/>
            <a:t> права</a:t>
          </a:r>
          <a:endParaRPr lang="uk-UA" sz="2000" kern="1200" dirty="0"/>
        </a:p>
      </dsp:txBody>
      <dsp:txXfrm>
        <a:off x="875812" y="2343108"/>
        <a:ext cx="4246062" cy="669409"/>
      </dsp:txXfrm>
    </dsp:sp>
    <dsp:sp modelId="{950F5D14-73D8-48F2-B2A4-F2D4191004E3}">
      <dsp:nvSpPr>
        <dsp:cNvPr id="0" name=""/>
        <dsp:cNvSpPr/>
      </dsp:nvSpPr>
      <dsp:spPr>
        <a:xfrm>
          <a:off x="457431" y="2259432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433B8D-640A-4842-A640-81B493F61261}">
      <dsp:nvSpPr>
        <dsp:cNvPr id="0" name=""/>
        <dsp:cNvSpPr/>
      </dsp:nvSpPr>
      <dsp:spPr>
        <a:xfrm>
          <a:off x="492024" y="3347397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боротьбу князів за уділи</a:t>
          </a:r>
          <a:endParaRPr lang="uk-UA" sz="2000" kern="1200" dirty="0"/>
        </a:p>
      </dsp:txBody>
      <dsp:txXfrm>
        <a:off x="492024" y="3347397"/>
        <a:ext cx="4629850" cy="669409"/>
      </dsp:txXfrm>
    </dsp:sp>
    <dsp:sp modelId="{835E3FDA-992C-4C35-B65D-4A2E9C6D82DC}">
      <dsp:nvSpPr>
        <dsp:cNvPr id="0" name=""/>
        <dsp:cNvSpPr/>
      </dsp:nvSpPr>
      <dsp:spPr>
        <a:xfrm>
          <a:off x="73643" y="326372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536874-E07E-49A1-81AA-770E844E901E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AF930B-36E5-4BFC-B5BA-75C2E66382C5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Галицьке</a:t>
          </a:r>
          <a:endParaRPr lang="uk-UA" sz="1700" kern="1200"/>
        </a:p>
      </dsp:txBody>
      <dsp:txXfrm>
        <a:off x="911350" y="496219"/>
        <a:ext cx="1531337" cy="1531337"/>
      </dsp:txXfrm>
    </dsp:sp>
    <dsp:sp modelId="{BD6974D8-4263-42BA-8BE8-7F01533D2D6A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Новгород-Сіверське</a:t>
          </a:r>
          <a:endParaRPr lang="uk-UA" sz="1700" kern="1200"/>
        </a:p>
      </dsp:txBody>
      <dsp:txXfrm>
        <a:off x="2738912" y="496219"/>
        <a:ext cx="1531337" cy="1531337"/>
      </dsp:txXfrm>
    </dsp:sp>
    <dsp:sp modelId="{DD9432C1-5DE6-41E4-ACDC-066FFF03035D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Чернігівське</a:t>
          </a:r>
          <a:endParaRPr lang="uk-UA" sz="1700" kern="1200" dirty="0"/>
        </a:p>
      </dsp:txBody>
      <dsp:txXfrm>
        <a:off x="911350" y="2323781"/>
        <a:ext cx="1531337" cy="1531337"/>
      </dsp:txXfrm>
    </dsp:sp>
    <dsp:sp modelId="{9B279589-CF4D-437C-A2D5-85B226051808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Переяславське</a:t>
          </a:r>
          <a:endParaRPr lang="uk-UA" sz="1700" kern="1200" dirty="0"/>
        </a:p>
      </dsp:txBody>
      <dsp:txXfrm>
        <a:off x="2738912" y="2323781"/>
        <a:ext cx="1531337" cy="1531337"/>
      </dsp:txXfrm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7234BD-094A-412A-85FC-5D298EA2465F}">
      <dsp:nvSpPr>
        <dsp:cNvPr id="0" name=""/>
        <dsp:cNvSpPr/>
      </dsp:nvSpPr>
      <dsp:spPr>
        <a:xfrm>
          <a:off x="0" y="659258"/>
          <a:ext cx="51816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виникнення та становлення</a:t>
          </a:r>
          <a:endParaRPr lang="uk-UA" sz="2900" kern="1200"/>
        </a:p>
      </dsp:txBody>
      <dsp:txXfrm>
        <a:off x="33955" y="693213"/>
        <a:ext cx="5113690" cy="627655"/>
      </dsp:txXfrm>
    </dsp:sp>
    <dsp:sp modelId="{F6C7D01B-BE4A-4135-B9C4-A2EEB81887BC}">
      <dsp:nvSpPr>
        <dsp:cNvPr id="0" name=""/>
        <dsp:cNvSpPr/>
      </dsp:nvSpPr>
      <dsp:spPr>
        <a:xfrm>
          <a:off x="0" y="1438343"/>
          <a:ext cx="51816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dirty="0" err="1"/>
            <a:t>піднесення</a:t>
          </a:r>
          <a:r>
            <a:rPr lang="ru-RU" sz="2900" b="0" i="0" kern="1200" dirty="0"/>
            <a:t> та </a:t>
          </a:r>
          <a:r>
            <a:rPr lang="ru-RU" sz="2900" b="0" i="0" kern="1200" dirty="0" err="1"/>
            <a:t>розквіту</a:t>
          </a:r>
          <a:endParaRPr lang="uk-UA" sz="2900" kern="1200" dirty="0"/>
        </a:p>
      </dsp:txBody>
      <dsp:txXfrm>
        <a:off x="33955" y="1472298"/>
        <a:ext cx="5113690" cy="627655"/>
      </dsp:txXfrm>
    </dsp:sp>
    <dsp:sp modelId="{4868B621-0BB7-4927-8BE1-01DB4D39BB47}">
      <dsp:nvSpPr>
        <dsp:cNvPr id="0" name=""/>
        <dsp:cNvSpPr/>
      </dsp:nvSpPr>
      <dsp:spPr>
        <a:xfrm>
          <a:off x="0" y="2217429"/>
          <a:ext cx="51816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політичної роздробленості</a:t>
          </a:r>
          <a:endParaRPr lang="uk-UA" sz="2900" kern="1200"/>
        </a:p>
      </dsp:txBody>
      <dsp:txXfrm>
        <a:off x="33955" y="2251384"/>
        <a:ext cx="5113690" cy="627655"/>
      </dsp:txXfrm>
    </dsp:sp>
    <dsp:sp modelId="{C3CF3071-73B9-4C2B-B79C-6926E4B9BB11}">
      <dsp:nvSpPr>
        <dsp:cNvPr id="0" name=""/>
        <dsp:cNvSpPr/>
      </dsp:nvSpPr>
      <dsp:spPr>
        <a:xfrm>
          <a:off x="0" y="2996514"/>
          <a:ext cx="51816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dirty="0" err="1"/>
            <a:t>золотоординського</a:t>
          </a:r>
          <a:r>
            <a:rPr lang="ru-RU" sz="2900" b="0" i="0" kern="1200" dirty="0"/>
            <a:t> </a:t>
          </a:r>
          <a:r>
            <a:rPr lang="ru-RU" sz="2900" b="0" i="0" kern="1200" dirty="0" err="1"/>
            <a:t>панування</a:t>
          </a:r>
          <a:endParaRPr lang="uk-UA" sz="2900" kern="1200" dirty="0"/>
        </a:p>
      </dsp:txBody>
      <dsp:txXfrm>
        <a:off x="33955" y="3030469"/>
        <a:ext cx="5113690" cy="627655"/>
      </dsp:txXfrm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AA84F5-F39C-4A1D-89CB-0CA17F1C8713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3CBD0F-FB01-4F5C-97A0-F43F95CBFFB7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 err="1"/>
            <a:t>боярській</a:t>
          </a:r>
          <a:r>
            <a:rPr lang="ru-RU" sz="1900" b="0" i="0" kern="1200" dirty="0"/>
            <a:t> </a:t>
          </a:r>
          <a:r>
            <a:rPr lang="ru-RU" sz="1900" b="0" i="0" kern="1200" dirty="0" err="1"/>
            <a:t>раді</a:t>
          </a:r>
          <a:r>
            <a:rPr lang="ru-RU" sz="1900" b="0" i="0" kern="1200" dirty="0"/>
            <a:t>.</a:t>
          </a:r>
          <a:endParaRPr lang="uk-UA" sz="1900" kern="1200" dirty="0"/>
        </a:p>
      </dsp:txBody>
      <dsp:txXfrm>
        <a:off x="911350" y="496219"/>
        <a:ext cx="1531337" cy="1531337"/>
      </dsp:txXfrm>
    </dsp:sp>
    <dsp:sp modelId="{D4ECD0D6-6CF7-4061-A1DD-33162F196F87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народному вічі.</a:t>
          </a:r>
          <a:endParaRPr lang="uk-UA" sz="1900" kern="1200"/>
        </a:p>
      </dsp:txBody>
      <dsp:txXfrm>
        <a:off x="2738912" y="496219"/>
        <a:ext cx="1531337" cy="1531337"/>
      </dsp:txXfrm>
    </dsp:sp>
    <dsp:sp modelId="{CB1DA2DA-BFD9-4CA1-A90A-D97640ADBE8A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князівському з’їзді.</a:t>
          </a:r>
          <a:endParaRPr lang="uk-UA" sz="1900" kern="1200"/>
        </a:p>
      </dsp:txBody>
      <dsp:txXfrm>
        <a:off x="911350" y="2323781"/>
        <a:ext cx="1531337" cy="1531337"/>
      </dsp:txXfrm>
    </dsp:sp>
    <dsp:sp modelId="{4458DE6B-820B-4252-AA23-F8DA8F3A1555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церковному </a:t>
          </a:r>
          <a:r>
            <a:rPr lang="ru-RU" sz="1900" b="0" i="0" kern="1200" dirty="0" err="1"/>
            <a:t>соборі</a:t>
          </a:r>
          <a:r>
            <a:rPr lang="ru-RU" sz="1900" b="0" i="0" kern="1200" dirty="0"/>
            <a:t>.</a:t>
          </a:r>
          <a:endParaRPr lang="uk-UA" sz="1900" kern="1200" dirty="0"/>
        </a:p>
      </dsp:txBody>
      <dsp:txXfrm>
        <a:off x="2738912" y="2323781"/>
        <a:ext cx="1531337" cy="1531337"/>
      </dsp:txXfrm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DECC3-E069-48E8-A4D1-2BC3EA4FD7E4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усунення половецької загрози для Київської держави</a:t>
          </a:r>
          <a:endParaRPr lang="uk-UA" sz="2500" kern="1200"/>
        </a:p>
      </dsp:txBody>
      <dsp:txXfrm>
        <a:off x="48547" y="127216"/>
        <a:ext cx="5084506" cy="897406"/>
      </dsp:txXfrm>
    </dsp:sp>
    <dsp:sp modelId="{8BC84702-C7B4-4CB5-8382-3C337E9A1575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заміна загальнодержавного законодавства удільним</a:t>
          </a:r>
          <a:endParaRPr lang="uk-UA" sz="2500" kern="1200" dirty="0"/>
        </a:p>
      </dsp:txBody>
      <dsp:txXfrm>
        <a:off x="48547" y="1193716"/>
        <a:ext cx="5084506" cy="897406"/>
      </dsp:txXfrm>
    </dsp:sp>
    <dsp:sp modelId="{FB54A040-338C-48C8-A513-9035221B0A1E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економічний і культурний занепад Київської держави</a:t>
          </a:r>
          <a:endParaRPr lang="uk-UA" sz="2500" kern="1200" dirty="0"/>
        </a:p>
      </dsp:txBody>
      <dsp:txXfrm>
        <a:off x="48547" y="2260216"/>
        <a:ext cx="5084506" cy="897406"/>
      </dsp:txXfrm>
    </dsp:sp>
    <dsp:sp modelId="{68962521-BF30-43ED-B836-98D3D1C1F86A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зміцнення самостійності удільних князівств</a:t>
          </a:r>
          <a:endParaRPr lang="uk-UA" sz="2500" kern="1200" dirty="0"/>
        </a:p>
      </dsp:txBody>
      <dsp:txXfrm>
        <a:off x="48547" y="3326716"/>
        <a:ext cx="5084506" cy="897406"/>
      </dsp:txXfrm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EDDA40-ED2C-4617-ABC0-BDA4D6F6EE26}">
      <dsp:nvSpPr>
        <dsp:cNvPr id="0" name=""/>
        <dsp:cNvSpPr/>
      </dsp:nvSpPr>
      <dsp:spPr>
        <a:xfrm>
          <a:off x="0" y="5895"/>
          <a:ext cx="5181600" cy="13985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занепад сільського господарства й торгівлі</a:t>
          </a:r>
          <a:endParaRPr lang="uk-UA" sz="2500" kern="1200" dirty="0"/>
        </a:p>
      </dsp:txBody>
      <dsp:txXfrm>
        <a:off x="68270" y="74165"/>
        <a:ext cx="5045060" cy="1261975"/>
      </dsp:txXfrm>
    </dsp:sp>
    <dsp:sp modelId="{E2D43BE0-416B-40B5-B981-9498C2E57893}">
      <dsp:nvSpPr>
        <dsp:cNvPr id="0" name=""/>
        <dsp:cNvSpPr/>
      </dsp:nvSpPr>
      <dsp:spPr>
        <a:xfrm>
          <a:off x="0" y="1476411"/>
          <a:ext cx="5181600" cy="13985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відсутність чіткого механізму спадкоємності велико-князівської влади</a:t>
          </a:r>
          <a:endParaRPr lang="uk-UA" sz="2500" kern="1200"/>
        </a:p>
      </dsp:txBody>
      <dsp:txXfrm>
        <a:off x="68270" y="1544681"/>
        <a:ext cx="5045060" cy="1261975"/>
      </dsp:txXfrm>
    </dsp:sp>
    <dsp:sp modelId="{24AC024D-1526-49BE-A94E-902D13707FAE}">
      <dsp:nvSpPr>
        <dsp:cNvPr id="0" name=""/>
        <dsp:cNvSpPr/>
      </dsp:nvSpPr>
      <dsp:spPr>
        <a:xfrm>
          <a:off x="0" y="2946926"/>
          <a:ext cx="5181600" cy="13985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утвердження нової династії </a:t>
          </a:r>
          <a:r>
            <a:rPr lang="uk-UA" sz="2500" b="0" i="0" kern="1200" dirty="0" err="1"/>
            <a:t>Гедиміновичів</a:t>
          </a:r>
          <a:r>
            <a:rPr lang="uk-UA" sz="2500" b="0" i="0" kern="1200" dirty="0"/>
            <a:t> у Києві</a:t>
          </a:r>
          <a:endParaRPr lang="uk-UA" sz="2500" kern="1200" dirty="0"/>
        </a:p>
      </dsp:txBody>
      <dsp:txXfrm>
        <a:off x="68270" y="3015196"/>
        <a:ext cx="5045060" cy="1261975"/>
      </dsp:txXfrm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091870-113D-4AC1-9975-C3D1416C6C5E}">
      <dsp:nvSpPr>
        <dsp:cNvPr id="0" name=""/>
        <dsp:cNvSpPr/>
      </dsp:nvSpPr>
      <dsp:spPr>
        <a:xfrm>
          <a:off x="0" y="48969"/>
          <a:ext cx="5181600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зміцнення вотчинного землеволодіння</a:t>
          </a:r>
          <a:endParaRPr lang="uk-UA" sz="3400" kern="1200"/>
        </a:p>
      </dsp:txBody>
      <dsp:txXfrm>
        <a:off x="66025" y="114994"/>
        <a:ext cx="5049550" cy="1220470"/>
      </dsp:txXfrm>
    </dsp:sp>
    <dsp:sp modelId="{DE0F6386-155A-42B8-A1AA-CF2230F6E88E}">
      <dsp:nvSpPr>
        <dsp:cNvPr id="0" name=""/>
        <dsp:cNvSpPr/>
      </dsp:nvSpPr>
      <dsp:spPr>
        <a:xfrm>
          <a:off x="0" y="1499409"/>
          <a:ext cx="5181600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етнічна неоднорідність населення держави</a:t>
          </a:r>
          <a:endParaRPr lang="uk-UA" sz="3400" kern="1200" dirty="0"/>
        </a:p>
      </dsp:txBody>
      <dsp:txXfrm>
        <a:off x="66025" y="1565434"/>
        <a:ext cx="5049550" cy="1220470"/>
      </dsp:txXfrm>
    </dsp:sp>
    <dsp:sp modelId="{EB61AE37-A355-441D-9108-B1DB59E88FDF}">
      <dsp:nvSpPr>
        <dsp:cNvPr id="0" name=""/>
        <dsp:cNvSpPr/>
      </dsp:nvSpPr>
      <dsp:spPr>
        <a:xfrm>
          <a:off x="0" y="2949848"/>
          <a:ext cx="5181600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падіння Візантійської імперії</a:t>
          </a:r>
          <a:endParaRPr lang="uk-UA" sz="3400" kern="1200" dirty="0"/>
        </a:p>
      </dsp:txBody>
      <dsp:txXfrm>
        <a:off x="66025" y="3015873"/>
        <a:ext cx="5049550" cy="1220470"/>
      </dsp:txXfrm>
    </dsp:sp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B89FC8-4BF6-4ADA-8FE6-9029277D5A63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втрату державної незалежності Київською Руссю.</a:t>
          </a:r>
          <a:endParaRPr lang="uk-UA" sz="2500" kern="1200"/>
        </a:p>
      </dsp:txBody>
      <dsp:txXfrm>
        <a:off x="48547" y="127216"/>
        <a:ext cx="5084506" cy="897406"/>
      </dsp:txXfrm>
    </dsp:sp>
    <dsp:sp modelId="{D17B78DE-19B8-4ADB-9C5C-1AD32673DED4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занепад ремесла та сільського господарства Київської Русі.</a:t>
          </a:r>
          <a:endParaRPr lang="uk-UA" sz="2500" kern="1200"/>
        </a:p>
      </dsp:txBody>
      <dsp:txXfrm>
        <a:off x="48547" y="1193716"/>
        <a:ext cx="5084506" cy="897406"/>
      </dsp:txXfrm>
    </dsp:sp>
    <dsp:sp modelId="{17E57E52-A157-411D-B7B5-CA2E8FD9D5F6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політичну роздробленість Київської Русі.</a:t>
          </a:r>
          <a:endParaRPr lang="uk-UA" sz="2500" kern="1200" dirty="0"/>
        </a:p>
      </dsp:txBody>
      <dsp:txXfrm>
        <a:off x="48547" y="2260216"/>
        <a:ext cx="5084506" cy="897406"/>
      </dsp:txXfrm>
    </dsp:sp>
    <dsp:sp modelId="{B84370E9-6F7A-4AD1-9743-F3B4948619E8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посилення залежності Київської Русі від Візантійської імперії.</a:t>
          </a:r>
          <a:endParaRPr lang="uk-UA" sz="2500" kern="1200" dirty="0"/>
        </a:p>
      </dsp:txBody>
      <dsp:txXfrm>
        <a:off x="48547" y="3326716"/>
        <a:ext cx="5084506" cy="897406"/>
      </dsp:txXfrm>
    </dsp:sp>
  </dsp:spTree>
</dsp:drawing>
</file>

<file path=ppt/diagrams/drawing6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8F97DC-E8A5-4A03-A0DB-5E5D9E205540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35C0B8-FD37-4D1F-8F5B-BF7EA5292B15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/>
            <a:t>«вотчина»</a:t>
          </a:r>
          <a:endParaRPr lang="uk-UA" sz="2200" kern="1200" dirty="0"/>
        </a:p>
      </dsp:txBody>
      <dsp:txXfrm>
        <a:off x="911350" y="496219"/>
        <a:ext cx="1531337" cy="1531337"/>
      </dsp:txXfrm>
    </dsp:sp>
    <dsp:sp modelId="{75228E0A-F9E3-4B45-8462-042D8DE2D694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«ярлик»</a:t>
          </a:r>
          <a:endParaRPr lang="uk-UA" sz="2200" kern="1200"/>
        </a:p>
      </dsp:txBody>
      <dsp:txXfrm>
        <a:off x="2738912" y="496219"/>
        <a:ext cx="1531337" cy="1531337"/>
      </dsp:txXfrm>
    </dsp:sp>
    <dsp:sp modelId="{B450127B-B92C-4A27-83D3-A41CF22C9ADF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/>
            <a:t>«</a:t>
          </a:r>
          <a:r>
            <a:rPr lang="ru-RU" sz="2200" b="0" i="0" kern="1200" dirty="0" err="1"/>
            <a:t>полюддя</a:t>
          </a:r>
          <a:r>
            <a:rPr lang="ru-RU" sz="2200" b="0" i="0" kern="1200" dirty="0"/>
            <a:t>»</a:t>
          </a:r>
          <a:endParaRPr lang="uk-UA" sz="2200" kern="1200" dirty="0"/>
        </a:p>
      </dsp:txBody>
      <dsp:txXfrm>
        <a:off x="911350" y="2323781"/>
        <a:ext cx="1531337" cy="1531337"/>
      </dsp:txXfrm>
    </dsp:sp>
    <dsp:sp modelId="{BF751B8C-2A42-417F-9E6E-2452D18AAAC7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/>
            <a:t>«погости»</a:t>
          </a:r>
          <a:endParaRPr lang="uk-UA" sz="2200" kern="1200" dirty="0"/>
        </a:p>
      </dsp:txBody>
      <dsp:txXfrm>
        <a:off x="2738912" y="2323781"/>
        <a:ext cx="1531337" cy="1531337"/>
      </dsp:txXfrm>
    </dsp:sp>
  </dsp:spTree>
</dsp:drawing>
</file>

<file path=ppt/diagrams/drawing6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7F85DE-F745-44AE-8734-000B10AF88F2}">
      <dsp:nvSpPr>
        <dsp:cNvPr id="0" name=""/>
        <dsp:cNvSpPr/>
      </dsp:nvSpPr>
      <dsp:spPr>
        <a:xfrm>
          <a:off x="0" y="498069"/>
          <a:ext cx="518160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обмеженням влади великого київського князя лише судовими функціями.</a:t>
          </a:r>
          <a:endParaRPr lang="uk-UA" sz="2000" kern="1200"/>
        </a:p>
      </dsp:txBody>
      <dsp:txXfrm>
        <a:off x="38838" y="536907"/>
        <a:ext cx="5103924" cy="717924"/>
      </dsp:txXfrm>
    </dsp:sp>
    <dsp:sp modelId="{815635A1-5025-4CAF-89E4-8948C94982F5}">
      <dsp:nvSpPr>
        <dsp:cNvPr id="0" name=""/>
        <dsp:cNvSpPr/>
      </dsp:nvSpPr>
      <dsp:spPr>
        <a:xfrm>
          <a:off x="0" y="1351269"/>
          <a:ext cx="518160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появою та функціонуванням інституту загальноруських князівських з’їздів.</a:t>
          </a:r>
          <a:endParaRPr lang="uk-UA" sz="2000" kern="1200" dirty="0"/>
        </a:p>
      </dsp:txBody>
      <dsp:txXfrm>
        <a:off x="38838" y="1390107"/>
        <a:ext cx="5103924" cy="717924"/>
      </dsp:txXfrm>
    </dsp:sp>
    <dsp:sp modelId="{7A3A7A6B-7AFC-47F9-A241-41C72F89ADE9}">
      <dsp:nvSpPr>
        <dsp:cNvPr id="0" name=""/>
        <dsp:cNvSpPr/>
      </dsp:nvSpPr>
      <dsp:spPr>
        <a:xfrm>
          <a:off x="0" y="2204469"/>
          <a:ext cx="518160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занепадом і зникненням віче – органу громадського та державного управління.</a:t>
          </a:r>
          <a:endParaRPr lang="uk-UA" sz="2000" kern="1200" dirty="0"/>
        </a:p>
      </dsp:txBody>
      <dsp:txXfrm>
        <a:off x="38838" y="2243307"/>
        <a:ext cx="5103924" cy="717924"/>
      </dsp:txXfrm>
    </dsp:sp>
    <dsp:sp modelId="{5F5B81E0-2748-4E19-81D4-583830CF73A0}">
      <dsp:nvSpPr>
        <dsp:cNvPr id="0" name=""/>
        <dsp:cNvSpPr/>
      </dsp:nvSpPr>
      <dsp:spPr>
        <a:xfrm>
          <a:off x="0" y="3057669"/>
          <a:ext cx="518160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перетворенням боярської ради з дорадчого органу при князі на урядовий орган.</a:t>
          </a:r>
          <a:endParaRPr lang="uk-UA" sz="2000" kern="1200" dirty="0"/>
        </a:p>
      </dsp:txBody>
      <dsp:txXfrm>
        <a:off x="38838" y="3096507"/>
        <a:ext cx="5103924" cy="717924"/>
      </dsp:txXfrm>
    </dsp:sp>
  </dsp:spTree>
</dsp:drawing>
</file>

<file path=ppt/diagrams/drawing6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D4823D-3F54-4E7B-8F2D-D40B3CB71A2D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62C37B-A2EA-4BD5-8C2C-3C9E5392B21B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170" tIns="217170" rIns="217170" bIns="217170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700" b="0" i="0" kern="1200" dirty="0"/>
            <a:t>1, 3</a:t>
          </a:r>
          <a:endParaRPr lang="uk-UA" sz="5700" kern="1200" dirty="0"/>
        </a:p>
      </dsp:txBody>
      <dsp:txXfrm>
        <a:off x="911350" y="496219"/>
        <a:ext cx="1531337" cy="1531337"/>
      </dsp:txXfrm>
    </dsp:sp>
    <dsp:sp modelId="{4B89ECFE-7C26-4512-A133-C7F137F2F663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170" tIns="217170" rIns="217170" bIns="217170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700" b="0" i="0" kern="1200" dirty="0"/>
            <a:t>1, 4</a:t>
          </a:r>
          <a:endParaRPr lang="uk-UA" sz="5700" kern="1200" dirty="0"/>
        </a:p>
      </dsp:txBody>
      <dsp:txXfrm>
        <a:off x="2738912" y="496219"/>
        <a:ext cx="1531337" cy="1531337"/>
      </dsp:txXfrm>
    </dsp:sp>
    <dsp:sp modelId="{A296AF67-E542-48DA-81D5-2CA991EA8452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170" tIns="217170" rIns="217170" bIns="217170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700" b="0" i="0" kern="1200"/>
            <a:t>2, 3</a:t>
          </a:r>
          <a:endParaRPr lang="uk-UA" sz="5700" kern="1200"/>
        </a:p>
      </dsp:txBody>
      <dsp:txXfrm>
        <a:off x="911350" y="2323781"/>
        <a:ext cx="1531337" cy="1531337"/>
      </dsp:txXfrm>
    </dsp:sp>
    <dsp:sp modelId="{F4903243-0313-4B7D-9DF9-030C5A85A76C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170" tIns="217170" rIns="217170" bIns="217170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700" b="0" i="0" kern="1200" dirty="0"/>
            <a:t>2, 4</a:t>
          </a:r>
          <a:endParaRPr lang="uk-UA" sz="5700" kern="1200" dirty="0"/>
        </a:p>
      </dsp:txBody>
      <dsp:txXfrm>
        <a:off x="2738912" y="2323781"/>
        <a:ext cx="1531337" cy="1531337"/>
      </dsp:txXfrm>
    </dsp:sp>
  </dsp:spTree>
</dsp:drawing>
</file>

<file path=ppt/diagrams/drawing6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9BE8F2-BC36-402D-84BF-4C5780204C37}">
      <dsp:nvSpPr>
        <dsp:cNvPr id="0" name=""/>
        <dsp:cNvSpPr/>
      </dsp:nvSpPr>
      <dsp:spPr>
        <a:xfrm rot="10800000">
          <a:off x="1089982" y="1421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зміцненні самостійності удільних князівств.</a:t>
          </a:r>
          <a:endParaRPr lang="uk-UA" sz="1700" kern="1200" dirty="0"/>
        </a:p>
      </dsp:txBody>
      <dsp:txXfrm rot="10800000">
        <a:off x="1312047" y="1421"/>
        <a:ext cx="3223699" cy="888259"/>
      </dsp:txXfrm>
    </dsp:sp>
    <dsp:sp modelId="{DDE0CCA7-C114-419E-AFA7-D96D6352AAE9}">
      <dsp:nvSpPr>
        <dsp:cNvPr id="0" name=""/>
        <dsp:cNvSpPr/>
      </dsp:nvSpPr>
      <dsp:spPr>
        <a:xfrm>
          <a:off x="645853" y="1421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A9C962-42B8-402F-9575-C1083E49B463}">
      <dsp:nvSpPr>
        <dsp:cNvPr id="0" name=""/>
        <dsp:cNvSpPr/>
      </dsp:nvSpPr>
      <dsp:spPr>
        <a:xfrm rot="10800000">
          <a:off x="1089982" y="1154833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появі інституту загальноруських князівських з'їздів.</a:t>
          </a:r>
          <a:endParaRPr lang="uk-UA" sz="1700" kern="1200"/>
        </a:p>
      </dsp:txBody>
      <dsp:txXfrm rot="10800000">
        <a:off x="1312047" y="1154833"/>
        <a:ext cx="3223699" cy="888259"/>
      </dsp:txXfrm>
    </dsp:sp>
    <dsp:sp modelId="{AF6A4192-B1E2-4525-ACD9-465ED2635331}">
      <dsp:nvSpPr>
        <dsp:cNvPr id="0" name=""/>
        <dsp:cNvSpPr/>
      </dsp:nvSpPr>
      <dsp:spPr>
        <a:xfrm>
          <a:off x="645853" y="1154833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B6AA62-DB50-4740-BCF4-CE2F7797002D}">
      <dsp:nvSpPr>
        <dsp:cNvPr id="0" name=""/>
        <dsp:cNvSpPr/>
      </dsp:nvSpPr>
      <dsp:spPr>
        <a:xfrm rot="10800000">
          <a:off x="1089982" y="2308245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відсутності механізму спадкоємності влади великого князя.</a:t>
          </a:r>
          <a:endParaRPr lang="uk-UA" sz="1700" kern="1200"/>
        </a:p>
      </dsp:txBody>
      <dsp:txXfrm rot="10800000">
        <a:off x="1312047" y="2308245"/>
        <a:ext cx="3223699" cy="888259"/>
      </dsp:txXfrm>
    </dsp:sp>
    <dsp:sp modelId="{D0693FEB-AC02-4DDA-9DCA-2E2504A1B133}">
      <dsp:nvSpPr>
        <dsp:cNvPr id="0" name=""/>
        <dsp:cNvSpPr/>
      </dsp:nvSpPr>
      <dsp:spPr>
        <a:xfrm>
          <a:off x="645853" y="2308245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CDC659-376C-45E7-A9E8-B3042BA4A327}">
      <dsp:nvSpPr>
        <dsp:cNvPr id="0" name=""/>
        <dsp:cNvSpPr/>
      </dsp:nvSpPr>
      <dsp:spPr>
        <a:xfrm rot="10800000">
          <a:off x="1089982" y="3461657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занепаді віча - органу громадського та державного управління.</a:t>
          </a:r>
          <a:endParaRPr lang="uk-UA" sz="1700" kern="1200" dirty="0"/>
        </a:p>
      </dsp:txBody>
      <dsp:txXfrm rot="10800000">
        <a:off x="1312047" y="3461657"/>
        <a:ext cx="3223699" cy="888259"/>
      </dsp:txXfrm>
    </dsp:sp>
    <dsp:sp modelId="{97914CE6-8CAA-4BD8-B346-E80FFEFD52C6}">
      <dsp:nvSpPr>
        <dsp:cNvPr id="0" name=""/>
        <dsp:cNvSpPr/>
      </dsp:nvSpPr>
      <dsp:spPr>
        <a:xfrm>
          <a:off x="645853" y="3461657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2DBF63-2BF2-4EDE-9764-AD55A122B4E8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CA88D7-C202-4239-B1B8-BA58157D1309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kern="1200"/>
            <a:t>слобод.</a:t>
          </a:r>
        </a:p>
      </dsp:txBody>
      <dsp:txXfrm>
        <a:off x="911350" y="496219"/>
        <a:ext cx="1531337" cy="1531337"/>
      </dsp:txXfrm>
    </dsp:sp>
    <dsp:sp modelId="{A2C73838-A51D-4EE0-A401-707C70771E18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kern="1200"/>
            <a:t>хуторів.</a:t>
          </a:r>
        </a:p>
      </dsp:txBody>
      <dsp:txXfrm>
        <a:off x="2738912" y="496219"/>
        <a:ext cx="1531337" cy="1531337"/>
      </dsp:txXfrm>
    </dsp:sp>
    <dsp:sp modelId="{143F42E0-727C-4215-BB83-2633CF733FEA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kern="1200" dirty="0"/>
            <a:t>вотчини.</a:t>
          </a:r>
        </a:p>
      </dsp:txBody>
      <dsp:txXfrm>
        <a:off x="911350" y="2323781"/>
        <a:ext cx="1531337" cy="1531337"/>
      </dsp:txXfrm>
    </dsp:sp>
    <dsp:sp modelId="{3AB24111-74F4-4E1C-A2B5-6FA4A1AF11F7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kern="1200" dirty="0"/>
            <a:t>фільварків.</a:t>
          </a:r>
        </a:p>
      </dsp:txBody>
      <dsp:txXfrm>
        <a:off x="2738912" y="2323781"/>
        <a:ext cx="1531337" cy="1531337"/>
      </dsp:txXfrm>
    </dsp:sp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7623F1-DA72-4941-82F1-65A93F801FF9}">
      <dsp:nvSpPr>
        <dsp:cNvPr id="0" name=""/>
        <dsp:cNvSpPr/>
      </dsp:nvSpPr>
      <dsp:spPr>
        <a:xfrm>
          <a:off x="0" y="41544"/>
          <a:ext cx="5181600" cy="1374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Зосередження уваги та сил держави переважно на зовнішній політиці.</a:t>
          </a:r>
          <a:endParaRPr lang="uk-UA" sz="2500" kern="1200" dirty="0"/>
        </a:p>
      </dsp:txBody>
      <dsp:txXfrm>
        <a:off x="67110" y="108654"/>
        <a:ext cx="5047380" cy="1240530"/>
      </dsp:txXfrm>
    </dsp:sp>
    <dsp:sp modelId="{5DF99B2B-FDCB-42BA-A89C-E0C6B179FB00}">
      <dsp:nvSpPr>
        <dsp:cNvPr id="0" name=""/>
        <dsp:cNvSpPr/>
      </dsp:nvSpPr>
      <dsp:spPr>
        <a:xfrm>
          <a:off x="0" y="1488294"/>
          <a:ext cx="5181600" cy="1374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Вихід держави на міжнародну арену та початок її дипломатичної діяльності.</a:t>
          </a:r>
          <a:endParaRPr lang="uk-UA" sz="2500" kern="1200" dirty="0"/>
        </a:p>
      </dsp:txBody>
      <dsp:txXfrm>
        <a:off x="67110" y="1555404"/>
        <a:ext cx="5047380" cy="1240530"/>
      </dsp:txXfrm>
    </dsp:sp>
    <dsp:sp modelId="{373F6D6E-11ED-40B3-8B40-DFD8D34A44D2}">
      <dsp:nvSpPr>
        <dsp:cNvPr id="0" name=""/>
        <dsp:cNvSpPr/>
      </dsp:nvSpPr>
      <dsp:spPr>
        <a:xfrm>
          <a:off x="0" y="2935044"/>
          <a:ext cx="5181600" cy="1374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Перенесення уваги влади із проблеми завоювання земель на їх освоєння та утримання.</a:t>
          </a:r>
          <a:endParaRPr lang="uk-UA" sz="2500" kern="1200" dirty="0"/>
        </a:p>
      </dsp:txBody>
      <dsp:txXfrm>
        <a:off x="67110" y="3002154"/>
        <a:ext cx="5047380" cy="1240530"/>
      </dsp:txXfrm>
    </dsp:sp>
  </dsp:spTree>
</dsp:drawing>
</file>

<file path=ppt/diagrams/drawing7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D63F31-1D21-4FBE-9278-CC94519A3D8C}">
      <dsp:nvSpPr>
        <dsp:cNvPr id="0" name=""/>
        <dsp:cNvSpPr/>
      </dsp:nvSpPr>
      <dsp:spPr>
        <a:xfrm>
          <a:off x="0" y="41544"/>
          <a:ext cx="5181600" cy="1374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kern="1200" dirty="0" err="1"/>
            <a:t>Неконсолідованість</a:t>
          </a:r>
          <a:r>
            <a:rPr lang="uk-UA" sz="2500" kern="1200" dirty="0"/>
            <a:t> влади, постійний місцевий племінний сепаратизм.</a:t>
          </a:r>
        </a:p>
      </dsp:txBody>
      <dsp:txXfrm>
        <a:off x="67110" y="108654"/>
        <a:ext cx="5047380" cy="1240530"/>
      </dsp:txXfrm>
    </dsp:sp>
    <dsp:sp modelId="{21BEBDC1-6888-4D29-80F5-88EE6B2A5E82}">
      <dsp:nvSpPr>
        <dsp:cNvPr id="0" name=""/>
        <dsp:cNvSpPr/>
      </dsp:nvSpPr>
      <dsp:spPr>
        <a:xfrm>
          <a:off x="0" y="1488294"/>
          <a:ext cx="5181600" cy="1374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kern="1200" dirty="0"/>
            <a:t>Запровадження та поширення державної консолідуючої релігії.</a:t>
          </a:r>
        </a:p>
      </dsp:txBody>
      <dsp:txXfrm>
        <a:off x="67110" y="1555404"/>
        <a:ext cx="5047380" cy="1240530"/>
      </dsp:txXfrm>
    </dsp:sp>
    <dsp:sp modelId="{7E04ABFE-D7FC-4D17-9050-511C34B4D6ED}">
      <dsp:nvSpPr>
        <dsp:cNvPr id="0" name=""/>
        <dsp:cNvSpPr/>
      </dsp:nvSpPr>
      <dsp:spPr>
        <a:xfrm>
          <a:off x="0" y="2935044"/>
          <a:ext cx="5181600" cy="1374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kern="1200" dirty="0"/>
            <a:t>Поява писаного кодифікованого права.</a:t>
          </a:r>
        </a:p>
      </dsp:txBody>
      <dsp:txXfrm>
        <a:off x="67110" y="3002154"/>
        <a:ext cx="5047380" cy="1240530"/>
      </dsp:txXfrm>
    </dsp:sp>
  </dsp:spTree>
</dsp:drawing>
</file>

<file path=ppt/diagrams/drawing7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320FF9-69F0-40BC-95CE-86784F78E09A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679A16-F2A1-47FC-A76E-AC12B1F04D6F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«</a:t>
          </a:r>
          <a:r>
            <a:rPr lang="ru-RU" sz="1800" b="0" i="0" kern="1200" dirty="0" err="1"/>
            <a:t>полюддя</a:t>
          </a:r>
          <a:r>
            <a:rPr lang="ru-RU" sz="1800" b="0" i="0" kern="1200" dirty="0"/>
            <a:t>»</a:t>
          </a:r>
          <a:endParaRPr lang="uk-UA" sz="1800" kern="1200" dirty="0"/>
        </a:p>
      </dsp:txBody>
      <dsp:txXfrm>
        <a:off x="911350" y="496219"/>
        <a:ext cx="1531337" cy="1531337"/>
      </dsp:txXfrm>
    </dsp:sp>
    <dsp:sp modelId="{F3C704E8-8F37-4108-8F84-979381B43DE2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«язичництво»</a:t>
          </a:r>
          <a:endParaRPr lang="uk-UA" sz="1800" kern="1200"/>
        </a:p>
      </dsp:txBody>
      <dsp:txXfrm>
        <a:off x="2738912" y="496219"/>
        <a:ext cx="1531337" cy="1531337"/>
      </dsp:txXfrm>
    </dsp:sp>
    <dsp:sp modelId="{7ED53AF8-C510-4E3D-9114-E6A11A341A3C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«шлюбна дипломатія»</a:t>
          </a:r>
          <a:endParaRPr lang="uk-UA" sz="1800" kern="1200"/>
        </a:p>
      </dsp:txBody>
      <dsp:txXfrm>
        <a:off x="911350" y="2323781"/>
        <a:ext cx="1531337" cy="1531337"/>
      </dsp:txXfrm>
    </dsp:sp>
    <dsp:sp modelId="{83A526E2-22CB-4C32-A32D-ABD29C0A778C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«</a:t>
          </a:r>
          <a:r>
            <a:rPr lang="ru-RU" sz="1800" b="0" i="0" kern="1200" dirty="0" err="1"/>
            <a:t>племінний</a:t>
          </a:r>
          <a:r>
            <a:rPr lang="ru-RU" sz="1800" b="0" i="0" kern="1200" dirty="0"/>
            <a:t> союз»</a:t>
          </a:r>
          <a:endParaRPr lang="uk-UA" sz="1800" kern="1200" dirty="0"/>
        </a:p>
      </dsp:txBody>
      <dsp:txXfrm>
        <a:off x="2738912" y="2323781"/>
        <a:ext cx="1531337" cy="1531337"/>
      </dsp:txXfrm>
    </dsp:sp>
  </dsp:spTree>
</dsp:drawing>
</file>

<file path=ppt/diagrams/drawing7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FFD2AE-7321-4042-B125-699EA545900C}">
      <dsp:nvSpPr>
        <dsp:cNvPr id="0" name=""/>
        <dsp:cNvSpPr/>
      </dsp:nvSpPr>
      <dsp:spPr>
        <a:xfrm>
          <a:off x="0" y="192069"/>
          <a:ext cx="3757353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 dirty="0"/>
            <a:t>«Поляни, що жили осібно, …були роду слов’янського і називалися полянами, а деревляни теж [пішли] від слов’ян і називалися древлянами. Радимичі ж і в’ятичі [походять] од ляхів…»</a:t>
          </a:r>
          <a:endParaRPr lang="uk-UA" sz="1900" kern="1200" dirty="0"/>
        </a:p>
      </dsp:txBody>
      <dsp:txXfrm>
        <a:off x="95496" y="287565"/>
        <a:ext cx="3566361" cy="1765248"/>
      </dsp:txXfrm>
    </dsp:sp>
    <dsp:sp modelId="{136CC418-477C-46D3-8049-4B799C60719C}">
      <dsp:nvSpPr>
        <dsp:cNvPr id="0" name=""/>
        <dsp:cNvSpPr/>
      </dsp:nvSpPr>
      <dsp:spPr>
        <a:xfrm>
          <a:off x="0" y="2203029"/>
          <a:ext cx="3757353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 dirty="0"/>
            <a:t>«У ці ж часи видав Ярослав сестру свою [</a:t>
          </a:r>
          <a:r>
            <a:rPr lang="uk-UA" sz="1900" b="0" i="1" kern="1200" dirty="0" err="1"/>
            <a:t>Добронігу</a:t>
          </a:r>
          <a:r>
            <a:rPr lang="uk-UA" sz="1900" b="0" i="1" kern="1200" dirty="0"/>
            <a:t>-Марію] за Казимира [князя лядського]. І дав Казимир за неї людей вісімсот, яких полонив був Болеслав…»</a:t>
          </a:r>
          <a:endParaRPr lang="uk-UA" sz="1900" kern="1200" dirty="0"/>
        </a:p>
      </dsp:txBody>
      <dsp:txXfrm>
        <a:off x="95496" y="2298525"/>
        <a:ext cx="3566361" cy="1765248"/>
      </dsp:txXfrm>
    </dsp:sp>
  </dsp:spTree>
</dsp:drawing>
</file>

<file path=ppt/diagrams/drawing7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A60FE8-324A-4763-9145-38EC6CB764A4}">
      <dsp:nvSpPr>
        <dsp:cNvPr id="0" name=""/>
        <dsp:cNvSpPr/>
      </dsp:nvSpPr>
      <dsp:spPr>
        <a:xfrm>
          <a:off x="0" y="317169"/>
          <a:ext cx="3570433" cy="1212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i="1" kern="1200" dirty="0"/>
            <a:t>«…І поставив він кумири на пагорбі, поза двором </a:t>
          </a:r>
          <a:r>
            <a:rPr lang="uk-UA" sz="1400" i="1" kern="1200" dirty="0" err="1"/>
            <a:t>теремним</a:t>
          </a:r>
          <a:r>
            <a:rPr lang="uk-UA" sz="1400" i="1" kern="1200" dirty="0"/>
            <a:t>: Перуна дерев’яного… і </a:t>
          </a:r>
          <a:r>
            <a:rPr lang="uk-UA" sz="1400" i="1" kern="1200" dirty="0" err="1"/>
            <a:t>Хорса</a:t>
          </a:r>
          <a:r>
            <a:rPr lang="uk-UA" sz="1400" i="1" kern="1200" dirty="0"/>
            <a:t>, і Дажбога, і </a:t>
          </a:r>
          <a:r>
            <a:rPr lang="uk-UA" sz="1400" i="1" kern="1200" dirty="0" err="1"/>
            <a:t>Стрибога</a:t>
          </a:r>
          <a:r>
            <a:rPr lang="uk-UA" sz="1400" i="1" kern="1200" dirty="0"/>
            <a:t>, і </a:t>
          </a:r>
          <a:r>
            <a:rPr lang="uk-UA" sz="1400" i="1" kern="1200" dirty="0" err="1"/>
            <a:t>Сімаргла</a:t>
          </a:r>
          <a:r>
            <a:rPr lang="uk-UA" sz="1400" i="1" kern="1200" dirty="0"/>
            <a:t>, і </a:t>
          </a:r>
          <a:r>
            <a:rPr lang="uk-UA" sz="1400" i="1" kern="1200" dirty="0" err="1"/>
            <a:t>Макош</a:t>
          </a:r>
          <a:r>
            <a:rPr lang="uk-UA" sz="1400" i="1" kern="1200" dirty="0"/>
            <a:t>. І приносили їм люди жертви. Називали їх богами…»</a:t>
          </a:r>
          <a:endParaRPr lang="uk-UA" sz="1400" kern="1200" dirty="0"/>
        </a:p>
      </dsp:txBody>
      <dsp:txXfrm>
        <a:off x="59171" y="376340"/>
        <a:ext cx="3452091" cy="1093778"/>
      </dsp:txXfrm>
    </dsp:sp>
    <dsp:sp modelId="{BE9DE1F8-871B-4014-AE08-0FE010D44A49}">
      <dsp:nvSpPr>
        <dsp:cNvPr id="0" name=""/>
        <dsp:cNvSpPr/>
      </dsp:nvSpPr>
      <dsp:spPr>
        <a:xfrm>
          <a:off x="0" y="1569609"/>
          <a:ext cx="3570433" cy="1212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i="1" kern="1200" dirty="0"/>
            <a:t>«…Якщо хто візьме чужого коня, чи зброю, чи одяг, а знайдеться у своєму миру [общині], то взяти хазяїнові своє, а три гривні – за образу…»</a:t>
          </a:r>
          <a:endParaRPr lang="uk-UA" sz="1400" kern="1200" dirty="0"/>
        </a:p>
      </dsp:txBody>
      <dsp:txXfrm>
        <a:off x="59171" y="1628780"/>
        <a:ext cx="3452091" cy="1093778"/>
      </dsp:txXfrm>
    </dsp:sp>
    <dsp:sp modelId="{67AF5A83-94FE-47A0-AF42-C9F5FC695812}">
      <dsp:nvSpPr>
        <dsp:cNvPr id="0" name=""/>
        <dsp:cNvSpPr/>
      </dsp:nvSpPr>
      <dsp:spPr>
        <a:xfrm>
          <a:off x="0" y="2822049"/>
          <a:ext cx="3570433" cy="1212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i="1" kern="1200" dirty="0"/>
            <a:t>«І приспіла осінь, і став він замишляти [похід] на древлян, прагнувши добути більшу данину…»</a:t>
          </a:r>
          <a:endParaRPr lang="uk-UA" sz="1400" kern="1200" dirty="0"/>
        </a:p>
      </dsp:txBody>
      <dsp:txXfrm>
        <a:off x="59171" y="2881220"/>
        <a:ext cx="3452091" cy="1093778"/>
      </dsp:txXfrm>
    </dsp:sp>
  </dsp:spTree>
</dsp:drawing>
</file>

<file path=ppt/diagrams/drawing7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B1FC4A-A228-417E-8431-3966537493A4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F6DC1D-BFC8-44B5-8AC4-93862C1F7929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Литвою.</a:t>
          </a:r>
          <a:endParaRPr lang="uk-UA" sz="2000" kern="1200"/>
        </a:p>
      </dsp:txBody>
      <dsp:txXfrm>
        <a:off x="911350" y="496219"/>
        <a:ext cx="1531337" cy="1531337"/>
      </dsp:txXfrm>
    </dsp:sp>
    <dsp:sp modelId="{7D1790CC-4842-46E1-BA08-75DE97757137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Угорщиною.</a:t>
          </a:r>
          <a:endParaRPr lang="uk-UA" sz="2000" kern="1200"/>
        </a:p>
      </dsp:txBody>
      <dsp:txXfrm>
        <a:off x="2738912" y="496219"/>
        <a:ext cx="1531337" cy="1531337"/>
      </dsp:txXfrm>
    </dsp:sp>
    <dsp:sp modelId="{6719F042-9384-4D30-BB16-C955F965AB66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Польщею.</a:t>
          </a:r>
          <a:endParaRPr lang="uk-UA" sz="2000" kern="1200" dirty="0"/>
        </a:p>
      </dsp:txBody>
      <dsp:txXfrm>
        <a:off x="911350" y="2323781"/>
        <a:ext cx="1531337" cy="1531337"/>
      </dsp:txXfrm>
    </dsp:sp>
    <dsp:sp modelId="{60F7BED5-7BED-4D1B-954C-71956CCFA2C9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Молдавією.</a:t>
          </a:r>
          <a:endParaRPr lang="uk-UA" sz="2000" kern="1200" dirty="0"/>
        </a:p>
      </dsp:txBody>
      <dsp:txXfrm>
        <a:off x="2738912" y="2323781"/>
        <a:ext cx="1531337" cy="1531337"/>
      </dsp:txXfrm>
    </dsp:sp>
  </dsp:spTree>
</dsp:drawing>
</file>

<file path=ppt/diagrams/drawing7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87C64E-E9EA-4799-9D85-9D76116A2C70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3D767E-80BF-44BB-B1E2-67313BA32F30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Ярослав Мудрий</a:t>
          </a:r>
          <a:endParaRPr lang="uk-UA" sz="2100" kern="1200"/>
        </a:p>
      </dsp:txBody>
      <dsp:txXfrm>
        <a:off x="911350" y="496219"/>
        <a:ext cx="1531337" cy="1531337"/>
      </dsp:txXfrm>
    </dsp:sp>
    <dsp:sp modelId="{796A7C6D-70B8-4858-8E4B-E3E55694DBE3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Володимир Мономах</a:t>
          </a:r>
          <a:endParaRPr lang="uk-UA" sz="2100" kern="1200"/>
        </a:p>
      </dsp:txBody>
      <dsp:txXfrm>
        <a:off x="2738912" y="496219"/>
        <a:ext cx="1531337" cy="1531337"/>
      </dsp:txXfrm>
    </dsp:sp>
    <dsp:sp modelId="{D28A3FF3-C629-49BF-8AAD-C93A1DE0340D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Ярослав </a:t>
          </a:r>
          <a:r>
            <a:rPr lang="ru-RU" sz="2100" b="0" i="0" kern="1200" dirty="0" err="1"/>
            <a:t>Осмомисл</a:t>
          </a:r>
          <a:endParaRPr lang="uk-UA" sz="2100" kern="1200" dirty="0"/>
        </a:p>
      </dsp:txBody>
      <dsp:txXfrm>
        <a:off x="911350" y="2323781"/>
        <a:ext cx="1531337" cy="1531337"/>
      </dsp:txXfrm>
    </dsp:sp>
    <dsp:sp modelId="{ACCB4DE8-95D3-40BF-9687-7727B3C5D3B2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Данило </a:t>
          </a:r>
          <a:r>
            <a:rPr lang="ru-RU" sz="2100" b="0" i="0" kern="1200" dirty="0" err="1"/>
            <a:t>Галицький</a:t>
          </a:r>
          <a:endParaRPr lang="uk-UA" sz="2100" kern="1200" dirty="0"/>
        </a:p>
      </dsp:txBody>
      <dsp:txXfrm>
        <a:off x="2738912" y="2323781"/>
        <a:ext cx="1531337" cy="1531337"/>
      </dsp:txXfrm>
    </dsp:sp>
  </dsp:spTree>
</dsp:drawing>
</file>

<file path=ppt/diagrams/drawing7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8F58AF-6DC4-49F3-9F54-8EA5CE34D199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AF33B6-B7A7-45B7-935C-7EAD531E8554}">
      <dsp:nvSpPr>
        <dsp:cNvPr id="0" name=""/>
        <dsp:cNvSpPr/>
      </dsp:nvSpPr>
      <dsp:spPr>
        <a:xfrm>
          <a:off x="492024" y="334530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Святослава Ігоревича.</a:t>
          </a:r>
          <a:endParaRPr lang="uk-UA" sz="2400" kern="1200"/>
        </a:p>
      </dsp:txBody>
      <dsp:txXfrm>
        <a:off x="492024" y="334530"/>
        <a:ext cx="4629850" cy="669409"/>
      </dsp:txXfrm>
    </dsp:sp>
    <dsp:sp modelId="{6617809B-D33F-4D65-8E33-2E694D93ED9E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48B84E-1011-451E-AA2C-3C0222B75EFF}">
      <dsp:nvSpPr>
        <dsp:cNvPr id="0" name=""/>
        <dsp:cNvSpPr/>
      </dsp:nvSpPr>
      <dsp:spPr>
        <a:xfrm>
          <a:off x="875812" y="1338819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Володимира Святославича.</a:t>
          </a:r>
          <a:endParaRPr lang="uk-UA" sz="2400" kern="1200"/>
        </a:p>
      </dsp:txBody>
      <dsp:txXfrm>
        <a:off x="875812" y="1338819"/>
        <a:ext cx="4246062" cy="669409"/>
      </dsp:txXfrm>
    </dsp:sp>
    <dsp:sp modelId="{C8F7B372-F460-4FF0-A4FD-E568211B2A65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165272-8C77-4992-8AF5-1B1241D3CB62}">
      <dsp:nvSpPr>
        <dsp:cNvPr id="0" name=""/>
        <dsp:cNvSpPr/>
      </dsp:nvSpPr>
      <dsp:spPr>
        <a:xfrm>
          <a:off x="875812" y="2343108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Ярослава Володимировича.</a:t>
          </a:r>
          <a:endParaRPr lang="uk-UA" sz="2400" kern="1200"/>
        </a:p>
      </dsp:txBody>
      <dsp:txXfrm>
        <a:off x="875812" y="2343108"/>
        <a:ext cx="4246062" cy="669409"/>
      </dsp:txXfrm>
    </dsp:sp>
    <dsp:sp modelId="{607BD443-1C75-4B8E-BF04-786022D89F2F}">
      <dsp:nvSpPr>
        <dsp:cNvPr id="0" name=""/>
        <dsp:cNvSpPr/>
      </dsp:nvSpPr>
      <dsp:spPr>
        <a:xfrm>
          <a:off x="457431" y="2259432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07DD72-16F3-4DDE-9F8D-8E302DC5FD12}">
      <dsp:nvSpPr>
        <dsp:cNvPr id="0" name=""/>
        <dsp:cNvSpPr/>
      </dsp:nvSpPr>
      <dsp:spPr>
        <a:xfrm>
          <a:off x="492024" y="3347397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Володимира Всеволодовича.</a:t>
          </a:r>
          <a:endParaRPr lang="uk-UA" sz="2400" kern="1200"/>
        </a:p>
      </dsp:txBody>
      <dsp:txXfrm>
        <a:off x="492024" y="3347397"/>
        <a:ext cx="4629850" cy="669409"/>
      </dsp:txXfrm>
    </dsp:sp>
    <dsp:sp modelId="{BCED44F8-D65E-456F-81B3-FD4FFD6A5736}">
      <dsp:nvSpPr>
        <dsp:cNvPr id="0" name=""/>
        <dsp:cNvSpPr/>
      </dsp:nvSpPr>
      <dsp:spPr>
        <a:xfrm>
          <a:off x="73643" y="326372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299D59-CE36-48DB-9471-7F78F59CE3B8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494022-0F97-425B-BFB3-8158B1290DD2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1054 р.</a:t>
          </a:r>
          <a:endParaRPr lang="uk-UA" sz="4300" kern="1200"/>
        </a:p>
      </dsp:txBody>
      <dsp:txXfrm>
        <a:off x="911350" y="496219"/>
        <a:ext cx="1531337" cy="1531337"/>
      </dsp:txXfrm>
    </dsp:sp>
    <dsp:sp modelId="{A725E41D-676D-4BFF-A668-FE599C8066B8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1187 р.</a:t>
          </a:r>
          <a:endParaRPr lang="uk-UA" sz="4300" kern="1200"/>
        </a:p>
      </dsp:txBody>
      <dsp:txXfrm>
        <a:off x="2738912" y="496219"/>
        <a:ext cx="1531337" cy="1531337"/>
      </dsp:txXfrm>
    </dsp:sp>
    <dsp:sp modelId="{664B64B8-08B5-4A51-B3D6-132397AADA81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1205 р.</a:t>
          </a:r>
          <a:endParaRPr lang="uk-UA" sz="4300" kern="1200"/>
        </a:p>
      </dsp:txBody>
      <dsp:txXfrm>
        <a:off x="911350" y="2323781"/>
        <a:ext cx="1531337" cy="1531337"/>
      </dsp:txXfrm>
    </dsp:sp>
    <dsp:sp modelId="{A9D68BDB-07BB-47D6-A5A1-51EB14713A7C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1240 р.</a:t>
          </a:r>
          <a:endParaRPr lang="uk-UA" sz="4300" kern="1200"/>
        </a:p>
      </dsp:txBody>
      <dsp:txXfrm>
        <a:off x="2738912" y="2323781"/>
        <a:ext cx="1531337" cy="1531337"/>
      </dsp:txXfrm>
    </dsp:sp>
  </dsp:spTree>
</dsp:drawing>
</file>

<file path=ppt/diagrams/drawing7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627E7A-FBC1-49CB-8364-E9E648863613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DA3644-14E5-4F00-876A-4385B2F5F923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на річці Калці</a:t>
          </a:r>
          <a:endParaRPr lang="uk-UA" sz="2000" kern="1200"/>
        </a:p>
      </dsp:txBody>
      <dsp:txXfrm>
        <a:off x="911350" y="496219"/>
        <a:ext cx="1531337" cy="1531337"/>
      </dsp:txXfrm>
    </dsp:sp>
    <dsp:sp modelId="{12E6B8D4-9806-49E2-9437-7B47991B505C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під Доростолом</a:t>
          </a:r>
          <a:endParaRPr lang="uk-UA" sz="2000" kern="1200"/>
        </a:p>
      </dsp:txBody>
      <dsp:txXfrm>
        <a:off x="2738912" y="496219"/>
        <a:ext cx="1531337" cy="1531337"/>
      </dsp:txXfrm>
    </dsp:sp>
    <dsp:sp modelId="{7EB884B9-2CAA-4DD6-B501-840626FE4488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на річці Ворсклі</a:t>
          </a:r>
          <a:endParaRPr lang="uk-UA" sz="2000" kern="1200"/>
        </a:p>
      </dsp:txBody>
      <dsp:txXfrm>
        <a:off x="911350" y="2323781"/>
        <a:ext cx="1531337" cy="1531337"/>
      </dsp:txXfrm>
    </dsp:sp>
    <dsp:sp modelId="{571D2F43-C56D-424D-84F6-A9A4082598BF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під Оршею</a:t>
          </a:r>
          <a:endParaRPr lang="uk-UA" sz="2000" kern="1200"/>
        </a:p>
      </dsp:txBody>
      <dsp:txXfrm>
        <a:off x="2738912" y="2323781"/>
        <a:ext cx="1531337" cy="1531337"/>
      </dsp:txXfrm>
    </dsp:sp>
  </dsp:spTree>
</dsp:drawing>
</file>

<file path=ppt/diagrams/drawing8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C3A0A1-06CB-47EE-9341-792D8E05E7C2}">
      <dsp:nvSpPr>
        <dsp:cNvPr id="0" name=""/>
        <dsp:cNvSpPr/>
      </dsp:nvSpPr>
      <dsp:spPr>
        <a:xfrm>
          <a:off x="0" y="327249"/>
          <a:ext cx="5181600" cy="18181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1" kern="1200"/>
            <a:t>«Коли Ярослав був у Новгороді, йому прийшла звістка, що печеніги оточують Київ. Ярослав же, зібравши багато війська з варягів та слов’ян,.. прийшов до Києва та вступив у свій город…»</a:t>
          </a:r>
          <a:endParaRPr lang="uk-UA" sz="2100" kern="1200"/>
        </a:p>
      </dsp:txBody>
      <dsp:txXfrm>
        <a:off x="88756" y="416005"/>
        <a:ext cx="5004088" cy="1640667"/>
      </dsp:txXfrm>
    </dsp:sp>
    <dsp:sp modelId="{BC2E49AE-F3B9-4541-9962-8B91AA4F8680}">
      <dsp:nvSpPr>
        <dsp:cNvPr id="0" name=""/>
        <dsp:cNvSpPr/>
      </dsp:nvSpPr>
      <dsp:spPr>
        <a:xfrm>
          <a:off x="0" y="2205909"/>
          <a:ext cx="5181600" cy="18181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1" kern="1200"/>
            <a:t>«…почав міжусобну війну Всеслав, син Брячеслава, полоцький і зайняв Новгород. Троє Ярославичів – Ізяслав, Святослав і Всеволод, – об’єднавши військо, пішли на Всеслава лютої зими…»</a:t>
          </a:r>
          <a:endParaRPr lang="uk-UA" sz="2100" kern="1200"/>
        </a:p>
      </dsp:txBody>
      <dsp:txXfrm>
        <a:off x="88756" y="2294665"/>
        <a:ext cx="5004088" cy="1640667"/>
      </dsp:txXfrm>
    </dsp:sp>
  </dsp:spTree>
</dsp:drawing>
</file>

<file path=ppt/diagrams/drawing8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24E8E7-B630-4CBB-96DB-612B90006D2E}">
      <dsp:nvSpPr>
        <dsp:cNvPr id="0" name=""/>
        <dsp:cNvSpPr/>
      </dsp:nvSpPr>
      <dsp:spPr>
        <a:xfrm>
          <a:off x="0" y="87668"/>
          <a:ext cx="5181600" cy="2059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1" kern="1200"/>
            <a:t>«Тепер же заповідаю стіл свій у Києві старшому синові моєму, братові вашому Ізяславу, його слухайте, як слухали мене, хай він замінить вам мене. А Святославу – Чернігів, а Всеволоду – Переяслав, а Вячеславу – Смоленськ…»</a:t>
          </a:r>
          <a:endParaRPr lang="uk-UA" sz="2000" kern="1200"/>
        </a:p>
      </dsp:txBody>
      <dsp:txXfrm>
        <a:off x="100522" y="188190"/>
        <a:ext cx="4980556" cy="1858156"/>
      </dsp:txXfrm>
    </dsp:sp>
    <dsp:sp modelId="{90A8C8B5-81E0-44A4-BA4A-88F2D1AEC4E2}">
      <dsp:nvSpPr>
        <dsp:cNvPr id="0" name=""/>
        <dsp:cNvSpPr/>
      </dsp:nvSpPr>
      <dsp:spPr>
        <a:xfrm>
          <a:off x="0" y="2204469"/>
          <a:ext cx="5181600" cy="2059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1" kern="1200"/>
            <a:t>«І хай кожен тримає отчину свою: Святополк – Київ, Ізяславів [уділ], Володимир – Всеволодів [уділ], Давид, Олег і Ярослав – Святославів [уділ]; іншим хай будуть города, які їм роздав Всеволод…»</a:t>
          </a:r>
          <a:endParaRPr lang="uk-UA" sz="2000" kern="1200"/>
        </a:p>
      </dsp:txBody>
      <dsp:txXfrm>
        <a:off x="100522" y="2304991"/>
        <a:ext cx="4980556" cy="1858156"/>
      </dsp:txXfrm>
    </dsp:sp>
  </dsp:spTree>
</dsp:drawing>
</file>

<file path=ppt/diagrams/drawing8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77F298-7EC0-4889-82BC-20EFBBD4BDFD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Володимир Великий і Ярослав Мудрий.</a:t>
          </a:r>
          <a:endParaRPr lang="uk-UA" sz="2500" kern="1200"/>
        </a:p>
      </dsp:txBody>
      <dsp:txXfrm>
        <a:off x="48547" y="127216"/>
        <a:ext cx="5084506" cy="897406"/>
      </dsp:txXfrm>
    </dsp:sp>
    <dsp:sp modelId="{539940DD-87E7-4BC9-837D-75BD4F1EE54E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Володимир Мономах і Мстислав Великий.</a:t>
          </a:r>
          <a:endParaRPr lang="uk-UA" sz="2500" kern="1200"/>
        </a:p>
      </dsp:txBody>
      <dsp:txXfrm>
        <a:off x="48547" y="1193716"/>
        <a:ext cx="5084506" cy="897406"/>
      </dsp:txXfrm>
    </dsp:sp>
    <dsp:sp modelId="{A23DF2E9-56D7-4802-984C-05C4C9156363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Данило Галицький і Юрій І Львович.</a:t>
          </a:r>
          <a:endParaRPr lang="uk-UA" sz="2500" kern="1200"/>
        </a:p>
      </dsp:txBody>
      <dsp:txXfrm>
        <a:off x="48547" y="2260216"/>
        <a:ext cx="5084506" cy="897406"/>
      </dsp:txXfrm>
    </dsp:sp>
    <dsp:sp modelId="{DA8F13B0-AC96-43AB-93BE-0258A32FE852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Ігор Рюрикович і Святослав Ігоревич.</a:t>
          </a:r>
          <a:endParaRPr lang="uk-UA" sz="2500" kern="1200"/>
        </a:p>
      </dsp:txBody>
      <dsp:txXfrm>
        <a:off x="48547" y="3326716"/>
        <a:ext cx="5084506" cy="897406"/>
      </dsp:txXfrm>
    </dsp:sp>
  </dsp:spTree>
</dsp:drawing>
</file>

<file path=ppt/diagrams/drawing8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16ECD5-812A-4F26-8845-3798422998B2}">
      <dsp:nvSpPr>
        <dsp:cNvPr id="0" name=""/>
        <dsp:cNvSpPr/>
      </dsp:nvSpPr>
      <dsp:spPr>
        <a:xfrm>
          <a:off x="0" y="31779"/>
          <a:ext cx="5181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1015 р.</a:t>
          </a:r>
          <a:endParaRPr lang="uk-UA" sz="4100" kern="1200"/>
        </a:p>
      </dsp:txBody>
      <dsp:txXfrm>
        <a:off x="48005" y="79784"/>
        <a:ext cx="5085590" cy="887374"/>
      </dsp:txXfrm>
    </dsp:sp>
    <dsp:sp modelId="{A03A9E0B-083A-4571-A74D-1B291F7BB616}">
      <dsp:nvSpPr>
        <dsp:cNvPr id="0" name=""/>
        <dsp:cNvSpPr/>
      </dsp:nvSpPr>
      <dsp:spPr>
        <a:xfrm>
          <a:off x="0" y="1133244"/>
          <a:ext cx="5181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1037 р.</a:t>
          </a:r>
          <a:endParaRPr lang="uk-UA" sz="4100" kern="1200"/>
        </a:p>
      </dsp:txBody>
      <dsp:txXfrm>
        <a:off x="48005" y="1181249"/>
        <a:ext cx="5085590" cy="887374"/>
      </dsp:txXfrm>
    </dsp:sp>
    <dsp:sp modelId="{1EE475AB-03DE-4E91-9CD1-B560FA073DDF}">
      <dsp:nvSpPr>
        <dsp:cNvPr id="0" name=""/>
        <dsp:cNvSpPr/>
      </dsp:nvSpPr>
      <dsp:spPr>
        <a:xfrm>
          <a:off x="0" y="2234709"/>
          <a:ext cx="5181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1054 р.</a:t>
          </a:r>
          <a:endParaRPr lang="uk-UA" sz="4100" kern="1200"/>
        </a:p>
      </dsp:txBody>
      <dsp:txXfrm>
        <a:off x="48005" y="2282714"/>
        <a:ext cx="5085590" cy="887374"/>
      </dsp:txXfrm>
    </dsp:sp>
    <dsp:sp modelId="{EDD9E3CA-BB5B-4F32-A735-754D9A5FB376}">
      <dsp:nvSpPr>
        <dsp:cNvPr id="0" name=""/>
        <dsp:cNvSpPr/>
      </dsp:nvSpPr>
      <dsp:spPr>
        <a:xfrm>
          <a:off x="0" y="3336174"/>
          <a:ext cx="5181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1078 р.</a:t>
          </a:r>
          <a:endParaRPr lang="uk-UA" sz="4100" kern="1200"/>
        </a:p>
      </dsp:txBody>
      <dsp:txXfrm>
        <a:off x="48005" y="3384179"/>
        <a:ext cx="5085590" cy="887374"/>
      </dsp:txXfrm>
    </dsp:sp>
  </dsp:spTree>
</dsp:drawing>
</file>

<file path=ppt/diagrams/drawing8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355531-90B3-4A54-88AB-327ABD2436C9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2A4954-712E-4C8C-8C81-4D3F452732FF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0" i="0" kern="1200"/>
            <a:t>X </a:t>
          </a:r>
          <a:r>
            <a:rPr lang="uk-UA" sz="4300" b="0" i="0" kern="1200"/>
            <a:t>ст.</a:t>
          </a:r>
          <a:endParaRPr lang="uk-UA" sz="4300" kern="1200"/>
        </a:p>
      </dsp:txBody>
      <dsp:txXfrm>
        <a:off x="911350" y="496219"/>
        <a:ext cx="1531337" cy="1531337"/>
      </dsp:txXfrm>
    </dsp:sp>
    <dsp:sp modelId="{AF1D9F6B-5C15-4D17-A012-B132D2DBCBFA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0" i="0" kern="1200"/>
            <a:t>XI </a:t>
          </a:r>
          <a:r>
            <a:rPr lang="uk-UA" sz="4300" b="0" i="0" kern="1200"/>
            <a:t>ст.</a:t>
          </a:r>
          <a:endParaRPr lang="uk-UA" sz="4300" kern="1200"/>
        </a:p>
      </dsp:txBody>
      <dsp:txXfrm>
        <a:off x="2738912" y="496219"/>
        <a:ext cx="1531337" cy="1531337"/>
      </dsp:txXfrm>
    </dsp:sp>
    <dsp:sp modelId="{EFB58248-F80E-48D3-8908-79FBF1A9E285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0" i="0" kern="1200"/>
            <a:t>XII </a:t>
          </a:r>
          <a:r>
            <a:rPr lang="uk-UA" sz="4300" b="0" i="0" kern="1200"/>
            <a:t>ст.</a:t>
          </a:r>
          <a:endParaRPr lang="uk-UA" sz="4300" kern="1200"/>
        </a:p>
      </dsp:txBody>
      <dsp:txXfrm>
        <a:off x="911350" y="2323781"/>
        <a:ext cx="1531337" cy="1531337"/>
      </dsp:txXfrm>
    </dsp:sp>
    <dsp:sp modelId="{17070454-9DBF-4417-9799-8C15E9371151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0" i="0" kern="1200"/>
            <a:t>XIII </a:t>
          </a:r>
          <a:r>
            <a:rPr lang="uk-UA" sz="4300" b="0" i="0" kern="1200"/>
            <a:t>ст.</a:t>
          </a:r>
          <a:endParaRPr lang="uk-UA" sz="4300" kern="1200"/>
        </a:p>
      </dsp:txBody>
      <dsp:txXfrm>
        <a:off x="2738912" y="2323781"/>
        <a:ext cx="1531337" cy="15313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7:48.4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1 1 660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00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31 11969,'-4'-2'402,"-12"-11"2959,12-3 3998,-15 18-4146,17 1-2814,1 1 1,0 0-1,0 0 1,1 0 0,-1 0-1,1 0 1,0-1-1,0 1 1,0 0 0,0 0-1,1 5 1,0 2-262,-5 68-81,-26 135 0,5-47 72,15-60-109,-16 9-14,14 4-9,-9 3-4,10 2-5,-16-4 20,16-1 12,-35 180-426,40-252-595,-5 30-3385,-3-24-3587,-6-22 884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02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5669,'0'0'6929,"17"0"-4404,144 2 3191,1 1-3475,161 1-257,-281-4-1192,0 3-1,1 1 0,-1 2 1,48 13-1,-67-13-568,-1 2 1,0 0-1,-1 1 0,0 1 1,0 1-1,-1 1 1,0 1-1,-1 1 0,18 17 1,-15-11-199,-2 2 0,22 28 0,-35-41-43,-1 0 0,0 1 0,0 0 0,-1 0 0,-1 0 0,1 0 0,-2 1 0,5 20 0,2 17-20,-6-34 114,-1 0 0,-1 0 1,2 23-1,-4 90-98,-2-120 30,1 1 1,-1-1-1,-1 0 0,1-1 1,-1 1-1,0 0 0,-1-1 1,1 1-1,-1-1 1,-1 0-1,1 0 0,-9 8 1,-13 20 17,19-25-24,-1 0 0,0-1-1,-1 1 1,0-1 0,0-1 0,-1 0-1,1 0 1,-2-1 0,1 0-1,-1-1 1,0 0 0,0-1 0,-14 4-1,-9 2 3,1-1 0,-1-2 0,-56 5 0,-205-6 9,192-7-24,82-3 46,15 2-34,0 0 0,0 0 0,0 1 0,0-1 0,-1 2 0,1-1 0,0 1-1,0 0 1,-9 1 0,0-1-21,11 0 8,0 0 15,-8 0-16,6 0 12,11 0-1,-4 0 11,25 4-57,-8 6 2,41 23 92,57 43 0,-99-63-68,185 150 27,-180-142 1,-1 0 0,-1 2 0,-1 1 0,31 49 0,-39-54 16,-2 0 1,0 1-1,-2-1 0,0 2 0,-1-1 1,-1 1-1,4 28 0,-4 15-106,-2 72 1,-3-102 129,-2-20-52,0 1 0,0-1 0,-1 0 0,-1 0 0,-1 0 0,-6 14 0,-3 12 80,6-19-62,0-1 0,-2 0-1,-18 29 1,21-37 2,-2 0-9,0-1-1,0-1 1,-1 0-1,0 0 1,-1-1 0,0 0-1,0-1 1,-1 0-1,0-1 1,-1 0 0,1-1-1,-1 0 1,-1-1 0,1-1-1,-20 4 1,-11 2 8,1-2 0,-1-2 0,-82 0 0,122-6-11,-1 1-2,-1-1 1,1 1-1,0-1 1,0-1-1,-1 1 1,1-1 0,0 1-1,0-2 1,0 1-1,0 0 1,0-1-1,0 0 1,0 0 0,0-1-1,1 1 1,-1-1-1,-4-4 1,-12-8 2,19 14-3,-1 0 1,1 0 0,0-1-1,0 1 1,0-1-1,0 1 1,0-1 0,0 0-1,0 0 1,-3-4-1,-103-109-26,99 102 23,-21-19 40,29 31-37,-1-1 0,0 1-1,0 0 1,0-1 0,1 1 0,-1-1 0,0 0 0,1 1 0,0-1 0,-1 0 0,1 0 0,-2-3 0,2 2-1,-62-60-12,62 62 14,0 1 0,-1-1 0,1 0-1,0 0 1,0 0 0,0 1 0,-1-1 0,1 0 0,0-1 0,0 1 0,0 0-1,1 0 1,-1 0 0,0 0 0,0-1 0,1 1 0,-1 0 0,0-3 0,1 3-2,0 1-1,0-1 1,0 0 0,0 1 0,0-1 0,0 0 0,-1 1 0,1-1 0,0 0 0,0 1 0,0-1 0,-1 0 0,1 1 0,0-1 0,-1 1-1,1-1 1,0 1 0,-1-1 0,1 1 0,-1-1 0,1 1 0,-1-1 0,1 1 0,-1 0 0,1-1 0,-1 1 0,0 0 0,1-1 0,-1 1-1,1 0 1,-1 0 0,0-1 0,1 1 0,-1 0 0,-1 0 0,-9-5 21,8 3-17,1 0 0,0-1 0,0 1 0,0-1-1,1 1 1,-1-1 0,0 1 0,1-1 0,0 0 0,-2-5 0,-2 2-17,-16-6 13,21 12 1,-1 0-1,1 0 1,-1 0 0,1 0 0,0 0 0,-1 0 0,1-1 0,0 1 0,0 0 0,-1 0 0,1 0 0,0-1 0,-1 1 0,1 0 0,0 0 0,0-1 0,-1 1 0,1 0 0,0-1 0,0 1 0,0 0-1,0-1 1,-1 1 0,1 0 0,0-1 0,0 1 0,0 0 0,0-1 0,0 1 0,0 0 0,0-1 0,0 1 0,0-1 0,-2-4-5,-7 3 8,9 2-3,-1 0 0,1 0 1,-1-1-1,1 1 0,-1 0 1,1 0-1,-1 0 0,1 0 1,-1 0-1,1-1 0,0 1 1,-1 0-1,1 0 0,-1-1 1,1 1-1,0 0 1,-1-1-1,1 1 0,0 0 1,-1-1-1,1 1 0,0-1 1,-1 1-1,1-1 0,0 1 1,0 0-1,0-1 0,-1 1 1,1-1-1,0 1 0,0-1 1,0 1-1,0-1 0,0 1 1,0-1-1,0 1 1,0-1-1,0 1 0,0-1 1,-12-2-8,1 1-164,11-2 843,0 0-279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03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0 484,'0'0'-140,"-24"0"-200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05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176 155 1344,'0'-154'23100,"0"157"-22861,0 1 0,0-1 1,0 1-1,0-1 0,-1 1 1,1-1-1,-1 1 0,0-1 1,0 0-1,0 1 0,-1-1 1,1 0-1,-1 0 0,0 0 1,-4 6-1,4-7-210,-2 21 271,2-5-143,-3-6-68,4-9-56,-1 1-1,1-1 0,0 1 1,0 0-1,0 0 1,1-1-1,-1 9 0,1-8-29,-1 1 0,0-1 1,1 0-1,-1 1 0,-1-1 0,1 0 0,-1 0 0,1 0 0,-1 0 0,-1 0 0,-2 4 0,-11 25 22,9-19-9,5-11-16,0 0 0,1 1 1,-1-1-1,1 0 1,0 1-1,0-1 1,0 1-1,0-1 0,1 1 1,-1 5-1,1-6 4,0 0 0,-1-1 0,1 1-1,-1 0 1,1-1 0,-1 1 0,0 0-1,0-1 1,0 1 0,-1-1-1,-2 4 1,3-4-4,-1 1 0,1-1-1,0 1 1,0-1 0,0 0-1,0 1 1,0 0 0,0-1 0,1 1-1,-1 0 1,1 4 0,0-7-1,0 1 0,0 0 0,0 0 1,0-1-1,0 1 0,0 0 0,0 0 1,-1 0-1,1-1 0,0 1 0,0 0 1,-1-1-1,1 1 0,0 0 0,-1-1 1,1 1-1,-1 0 0,1-1 0,-1 1 1,1-1-1,-1 1 0,1 0 0,-1-1 1,1 0-1,-1 1 0,0-1 0,1 1 1,-2-1-1,1 1-1,0-1 0,0 1-1,1-1 1,-1 1 0,0 0 0,0-1 0,1 1 0,-1 0 0,0-1 0,1 1 0,-1 0 0,1 0 0,-1-1-1,1 1 1,-1 0 0,1 0 0,-1 0 0,1 0 0,0 0 0,0 0 0,-1 0 0,1 0 0,0 0-1,0 0 1,0 0 0,0 0 0,0 0 0,0 1 0,0 9-6,0-24-23,0 11 38,0 1 0,0-1 0,0 1-1,0 0 1,0-1 0,0 1-1,0 0 1,0-1 0,1 1-1,-1 0 1,1 0 0,-1-1-1,1 1 1,-1 0 0,1 0-1,0 0 1,-1-1 0,1 1 0,0 0-1,0 0 1,0 0 0,0 0-1,0 1 1,0-1 0,0 0-1,2-1 1,2-3-9,0 0 0,-1-1-1,1 1 1,-1-1 0,-1 0 0,1-1 0,5-12-1,-2 6-94,42-85 139,6 7-120,-54 89 190,1 0 0,-1-1 0,1 1 1,0 1-1,0-1 0,0 0 0,0 0 0,0 1 1,1-1-1,-1 1 0,0 0 0,5-2 0,-7 3-93,1 0 0,0 0-1,-1 0 1,1-1-1,-1 1 1,1 0-1,0 0 1,-1 0 0,1-1-1,-1 1 1,1 0-1,0 0 1,-1-1-1,1 1 1,-1-1 0,1 1-1,-1 0 1,1-1-1,-1 1 1,0-1-1,1 1 1,-1-1-1,1 0 1,-1 0-12,1 0 1,-1 1-1,1-1 0,-1 0 0,1 1 0,-1-1 1,1 1-1,0-1 0,-1 1 0,1-1 0,0 1 1,0-1-1,-1 1 0,1 0 0,0-1 0,0 1 1,0 0-1,-1 0 0,1-1 0,0 1 1,0 0-1,0 0 0,1 0 0,5-1 2,1 1 0,-1 0 0,1 0 0,-1 1 0,1 0 0,-1 0 0,1 0 0,-1 1-1,0 1 1,0-1 0,0 1 0,0 0 0,0 0 0,-1 1 0,12 8 0,33 31-517,-37-30 597,0-1-1,1 0 1,0-1-1,1 0 1,28 13-1,-20-15-84,44 18 23,-63-24-22,0 0-1,0 0 0,-1 0 0,1 0 0,-1 0 1,0 1-1,0 0 0,0 0 0,-1 0 0,6 8 1,-6-6 2,1 1 1,-1 0-1,0 1 1,-1-1-1,0 0 1,0 1-1,-1-1 1,1 1-1,-2 0 1,1 0-1,-1-1 1,-1 13-1,1-19-5,0 0-2,0-1 1,0 1-1,0 0 0,0 0 1,0 0-1,0 0 1,0-1-1,-1 1 0,1 0 1,0 0-1,0 0 0,-1-1 1,1 1-1,0 0 0,-1 0 1,1-1-1,-1 1 1,1 0-1,-1-1 0,1 1 1,-1-1-1,0 1 0,1 0 1,-1-1-1,0 1 1,1-1-1,-1 0 0,-1 1 1,1 0 2,0-1 1,1 0-1,-1 1 1,0-1-1,1 1 1,-1-1-1,0 1 1,1-1 0,-1 1-1,1-1 1,-1 1-1,1 0 1,-1-1-1,1 1 1,-1 0-1,1-1 1,0 1-1,-1 0 1,1 0-1,0-1 1,0 1-1,0 0 1,-1 0 0,1-1-1,0 1 1,0 0-1,0 0 1,0 1-1,0-1-4,0-1-1,0 1 1,0-1 0,0 1-1,-1-1 1,1 1 0,0-1-1,0 1 1,-1-1-1,1 1 1,0-1 0,-1 0-1,1 1 1,-1-1 0,1 1-1,0-1 1,-1 0-1,1 1 1,-1-1 0,1 0-1,-1 0 1,1 1 0,-1-1-1,1 0 1,-1 0-1,1 0 1,-1 0 0,1 1-1,-1-1 1,0 0-1,1 0 1,-1 0 0,1 0-1,-1 0 1,0-1 0,0 1 2,1 0 0,-1 0 0,1 0 0,-1 0 0,0 0 1,1 0-1,-1 0 0,1 0 0,-1 0 0,1 0 0,-1 0 0,1 1 1,-1-1-1,1 0 0,-1 0 0,1 0 0,-1 1 0,1-1 1,-1 0-1,1 1 0,-1-1 0,1 0 0,-1 1 0,1-1 1,0 1-1,-1-1 0,1 1 0,0-1 0,0 1 0,-1-1 0,1 1 1,0-1-1,0 1 0,-1-1 0,1 2 0,-1-1 0,-1 1 0,1 0-1,-1-1 1,1 1-1,-1-1 1,0 1 0,1-1-1,-1 0 1,0 0 0,0 0-1,0 0 1,0 0 0,-3 1-1,4-1 1,0-1 0,-1 1 0,1 0 0,-1 0-1,0-1 1,1 1 0,-1-1 0,0 0 0,1 1 0,-1-1-1,0 0 1,1 0 0,-1 0 0,0 0 0,1 0 0,-1 0 0,0-1-1,1 1 1,-1-1 0,-1 0 0,-25 6-6,20-5 7,1 0 0,-1-1 0,0 0 0,0 0 0,1-1 0,-1 0 0,1 0 0,-10-4 0,17 6-2,0-1 0,-1 1-1,1-1 1,-1 1-1,1 0 1,0-1 0,-1 1-1,1 0 1,-1 0 0,1-1-1,0 1 1,-1 0 0,1 0-1,-1 0 1,1-1-1,-1 1 1,1 0 0,-1 0-1,1 0 1,-1 0 0,1 0-1,-1 0 1,1 0 0,-1 0-1,1 0 1,-1 0-1,1 0 1,-1 1 0,1-1-1,-1 0 1,0 1 0,0-1 0,1 0 0,-1 0 0,1 1 0,-1-1 0,1 0 0,-1 0 0,0 0 0,1 0 0,-1 0 0,1 0 1,-1 0-1,0 0 0,1 0 0,-1 0 0,1 0 0,-1 0 0,1 0 0,-1 0 0,0 0 0,1-1 0,-1 1 0,1 0 0,-1 0 1,1-1-1,-1 1 0,1 0 0,-1-1 0,-3-1 1,0 0 0,0 1 0,0-1 0,-1 1 0,1 0 0,0 0 0,0 0 0,-1 1 0,1 0 0,-7 0 0,10 0-1,0 0 0,1 0 0,-1 0 0,0 0 0,1 0 0,-1 0 0,1-1 0,-1 1 0,0 0 0,1 0 0,-1 0 0,1-1 0,-1 1 0,1 0 0,-1-1 0,1 1 0,-1-1 0,1 1 0,-1 0 0,1-1 0,0 1 0,-1-1 0,0 0 0,1 0-1,-1 0 0,0 0 0,0 0 0,0 1 1,0-1-1,0 0 0,0 0 0,0 1 0,0-1 0,0 1 1,0-1-1,0 1 0,0-1 0,0 1 0,0 0 0,-1-1 0,1 1 1,0 0-1,0 0 0,0 0 0,-1 0 0,1 0 0,-2 0 1,-59 0 56,58 0-82,0 0 23,-90-13-10,90 13-3,-1 0 26,-7 1 6,7-1-15,0 1-1,0-1 0,-1 0 1,1 0-1,0-1 0,-1 1 0,1-1 1,0 0-1,0-1 0,0 1 1,0-1-1,-7-3 0,12 5 0,0-1 0,-1 1-1,1 0 1,0-1 0,-1 1-1,1 0 1,0 0 0,-1-1-1,1 1 1,-1 0 0,1 0-1,0-1 1,-1 1 0,1 0-1,-1 0 1,1 0 0,-1 0-1,1 0 1,-1 0 0,1 0-1,0 0 1,-1 0 0,1 0-1,-1 0 1,1 0 0,-1 0-1,1 0 1,-1 0 0,1 0-1,-1 1 1,0-1 1,0 0 1,0 1-1,1-1 0,-1 0 0,0 0 1,0 0-1,0 0 0,0 0 1,0 0-1,1 0 0,-1 0 1,0 0-1,0 0 0,0 0 1,0 0-1,1-1 0,-1 1 1,0 0-1,-1-1 0,-40-12-41,39 5 1969,-6 5-4530,-14 2-8381,15 2 7096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08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13 5617,'7'-13'17674,"-7"14"-17637,0-1-1,0 1 0,0-1 1,0 1-1,0-1 0,0 1 1,0-1-1,0 1 0,-1-1 1,1 1-1,0-1 0,0 1 1,-1-1-1,1 0 0,0 1 1,0-1-1,-1 0 0,1 1 1,-1-1-1,1 0 0,0 1 1,-1-1-1,1 0 0,-1 1 1,1-1-1,0 0 0,-1 0 1,1 0-1,-1 0 0,1 1 0,-2-1 1,2 0-12,-1 0 0,0 0 0,1 1 1,-1-1-1,0 0 0,1 0 0,-1 1 0,0-1 1,1 1-1,-1-1 0,1 1 0,-1-1 0,1 1 0,-1-1 1,1 1-1,-1-1 0,1 1 0,-1-1 0,1 1 1,0 0-1,-1-1 0,1 1 0,0 0 0,0-1 0,-1 1 1,1 0-1,0 0 0,0-1 0,0 1 0,0 0 1,0-1-1,0 2 0,0-1 1,0 0 0,0 0-1,0-1 1,0 1 0,0 0 0,-1-1 0,1 1 0,0 0-1,0 0 1,-1-1 0,1 1 0,0-1 0,-1 1 0,1 0-1,-1-1 1,1 1 0,-1-1 0,1 1 0,-1-1-1,1 1 1,-1-1 0,1 1 0,-1-1 0,1 0 0,-1 1-1,-1 0 1,1-1-6,0 0 0,1 1 0,-1-1 0,0 1 0,0-1 0,1 1-1,-1-1 1,1 1 0,-1-1 0,0 1 0,1 0 0,-1-1 0,1 1 0,-1 0 0,1-1-1,-1 1 1,1 0 0,0 0 0,0 0 0,-1-1 0,1 1 0,0 0 0,0 0 0,0 0-1,0 0 1,-1-1 0,2 2 0,-1 0 9,-1-1 1,1 1-1,0-1 0,0 1 0,-1-1 0,1 0 1,0 1-1,-1-1 0,1 0 0,-1 1 1,0-1-1,1 0 0,-1 0 0,0 1 0,0-1 1,0 0-1,0 0 0,-1 1 0,1-1-4,0 0 0,0 0 0,0 0-1,0 0 1,0 0 0,0 1 0,0-1-1,1 0 1,-1 1 0,1-1 0,-1 0-1,1 1 1,-1-1 0,1 1 0,0-1-1,-1 1 1,1-1 0,0 2 0,0-1 44,0 0 0,0 0 0,0 0 0,-1 0 0,1 0 0,-1 0 0,1 0 1,-1-1-1,0 1 0,0 0 0,0 0 0,0-1 0,0 1 0,0-1 1,-1 3-1,0-3-45,1 1 0,0-1 1,0 1-1,0 0 0,0 0 1,0 0-1,0-1 0,0 1 1,1 0-1,-1 0 0,1 0 1,-1 0-1,1 0 0,0 0 1,0 3-1,0-3-11,-1 1 0,1-1 0,0 1 0,-1 0 0,0-1 1,1 1-1,-1-1 0,0 0 0,0 1 0,-1-1 0,-2 5 0,3-5 0,-1 0 0,1 1 0,0-1 0,-1 1 0,1-1 0,0 1 0,1-1 0,-1 1 0,0 0 0,1 0-1,0-1 1,-1 4 0,1-3-9,0 1 0,-1-1 0,1 1 0,-1-1 0,0 1 0,0-1-1,-1 0 1,1 0 0,-3 5 0,2-4 5,0-1 0,1 1 0,-1-1 0,1 1 0,0 0 0,0 0 1,0 0-1,1-1 0,-1 8 0,1-9-4,0 1 1,1-1-1,-1 0 1,0 1 0,0-1-1,0 0 1,-1 1-1,1-1 1,-1 0 0,1 0-1,-1 1 1,0-1-1,0 0 1,0 0-1,0 0 1,0 0 0,0 0-1,-1 0 1,1 0-1,0 0 1,-1-1 0,0 1-1,-2 2 1,0 3 1193,3 0-4515,2-34-17487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10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2992,'10'-6'8318,"3"-4"-6359,-3-2-1068,4-1 1845,17 10 2577,-12 3-4184,-14-1-928,0 0-1,-1 1 1,1 0 0,0 0-1,0 0 1,-1 1-1,1-1 1,0 1-1,-1 0 1,1 0 0,-1 1-1,7 2 1,20 15-128,-26-17-72,-1 0-1,1 0 1,-1 1-1,0 0 1,0-1-1,0 2 1,5 4-1,2 4 614,1-1 0,0 0 0,1-1 0,25 16 0,0-10 751,-30-14-1187,-1 1-1,1 0 1,-1 0-1,0 1 1,0 0 0,0 0-1,12 10 1,-15-9-215,-1 0 0,0 0 1,0 1-1,0-1 0,-1 1 1,0-1-1,0 1 0,-1 0 0,1 0 1,-1 0-1,0 0 0,0 8 0,-2 85 176,-1-51-179,2-45 40,0 0 0,0 0 1,-1-1-1,1 1 1,-1 0-1,0 0 0,0 0 1,0-1-1,0 1 1,0 0-1,-3 4 0,2-4-1,0-1-1,1 1 0,0 0 0,-1 0 0,1 0 0,0 0 0,1 0 1,-1 0-1,0 0 0,1 0 0,0 7 0,0-8 2,0 1 0,0-1 0,0 1 1,0-1-1,0 1 0,0-1 0,-1 1 0,1-1 0,-1 1 0,0-1 0,0 1 0,0-1 0,0 0 0,0 0 0,0 1 0,-1-1 0,1 0 1,-1 0-1,1 0 0,-5 3 0,6-5 0,-1 2 1,0 0-1,0 0 1,0 1-1,1-1 1,-1 0 0,0 0-1,1 0 1,0 0-1,-1 1 1,1-1-1,0 0 1,0 0-1,0 1 1,1-1-1,-1 0 1,0 0 0,2 3-1,-2-3 0,1 1 0,-1 0 0,0-1 0,1 1-1,-1-1 1,0 1 0,-1 0 0,1-1 0,0 1 0,-1 0-1,1-1 1,-2 5 0,-1-1-8,0 0 0,1 1 0,0-1-1,1 1 1,0 0 0,0-1 0,0 1 0,1 0-1,-1 0 1,2 9 0,0-1 107,-2-14-96,1 0 0,0 0 0,0 0 0,0 0 0,0 0 0,-1 0 0,1 0 0,0 0 0,-1 0 0,1 0 0,-1 0 0,1-1 0,-1 1 0,1 0 0,-1 0 0,0 0 0,1-1 0,-1 1 0,0 0 0,-1 0 0,1 0 4,0 0-1,0 0 1,0 0 0,0 0 0,0 0-1,0 0 1,0 0 0,1 0 0,-1 1-1,0-1 1,1 0 0,-1 0 0,1 1-1,-1-1 1,1 0 0,0 1 0,-1-1-1,1 1 1,0-1 0,0 3 0,0-4-7,0 1 0,-1 0 0,1-1 0,0 1-1,-1 0 1,1-1 0,0 1 0,-1-1 0,1 1 0,-1-1 0,1 1 0,-1-1 0,1 1 0,-1-1 0,0 1 0,1-1 0,-1 0 0,1 1 0,-1-1 0,0 0 0,1 0 0,-1 1 0,0-1 0,1 0 0,-1 0 0,0 0 0,1 0 0,-1 0 0,0 0 0,0 0 0,1 0 0,-2 0 0,-22-5 25,-7-20-23,1-2-1,1-2 1,2 0-1,1-2 1,1-1-1,1-1 1,2-1-1,-31-65 1,47 63 3,-1 29-7,6 7 0,0-1 0,0 0-1,0 0 1,0 0-1,0 0 1,0 0-1,0 0 1,1 0 0,-1 0-1,0 0 1,1-1-1,-1 1 1,1 0-1,-1 0 1,1-1 0,0 1-1,-1 0 1,1 0-1,0-1 1,0 1-1,0 0 1,0-3 0,0 3-24,0 1 0,1-1 0,-1 0 1,0 0-1,0 1 0,0-1 0,-1 0 1,1 0-1,0 1 0,0-1 0,0 0 1,0 0-1,-1 1 0,1-1 0,0 0 1,-1 0-1,1 1 0,0-1 0,-1 1 1,1-1-1,-1 0 0,1 1 0,-1-1 1,0 1-1,1-1 0,-1 1 0,1-1 1,-2 0-1,-4 0-4272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11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97 908,'-4'0'286,"0"1"-1,0-1 1,-1 1 0,1-1-1,0 1 1,1 0 0,-1 1-1,0-1 1,0 1 0,0 0-1,1 0 1,-1 0-1,1 0 1,0 1 0,-6 4-1,0 3-797,0 0-1,0 1 1,-10 16-1,18-24 268,-3 11-317,5-13 544,-1 0-1,0 0 1,0 0 0,0-1 0,-1 1-1,1 0 1,0 0 0,0 0 0,0 0-1,-1 0 1,1 0 0,-1 0 0,1 0-1,0-1 1,-1 1 0,1 0 0,-1 0-1,-1 1 1,-5 4-29,5-6 57,1 1-1,0 0 0,0 0 1,0-1-1,-1 1 1,1 0-1,0 0 1,0 0-1,1 0 0,-1 0 1,0 1-1,0-1 1,0 0-1,1 0 1,-1 1-1,1-1 1,-1 0-1,1 1 0,-1-1 1,1 0-1,0 1 1,-1 1-1,1-1 44,0-1 0,0 0 0,0 0 0,0 1 0,-1-1 0,1 0 0,0 0 0,-1 1 0,1-1 0,-1 0 0,1 0 0,-1 0 0,0 0 0,1 0 0,-3 2 0,-4 17 5427,7-52-2293,1 16-2592,1 1 0,1-1 1,1 1-1,0 0 0,8-19 0,10-40 2306,-1 3 3463,-20 68-4877,-1 36 2783,0-19-3829,1-7-384,-1 0 1,0-1-1,-1 1 1,1 0-1,-1 0 0,-3 9 1,-10 29-28,2 0 0,-8 58 0,-8 87-11,1-14-5,-8 259 1,24-243-130,-1-7 161,12 103-658,0-193-5420,0 0-8438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11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5525,'0'0'4103,"11"-14"976,133 15 1423,2 1-4291,146 0-2131,-317 2-14451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12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755 35 7065,'0'-3'4458,"0"-28"4253,-1 35-8086,1-1 0,0 1 0,-1 0 0,0 0 1,0-1-1,0 1 0,0-1 0,0 1 0,-4 5 0,3-6-377,0 1 0,1-1 1,-1 0-1,1 1 0,0-1 0,0 1 0,0 0 0,1-1 0,-1 7 1,0 4 164,-1 0 0,-1-1-1,0 1 1,-1-1 0,-8 20 0,-6 25-407,-37 186 44,-31 188-35,79-292-7,-1-94-16,2 2-1,0 51 1,6 578 185,0-677 135,-49 0-518,-177 5 285,207-7-106,-1 0 0,1-2 0,-27-7 0,6 1-231,3 1-1969,5 2-3095,1 3-4214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14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975 97 1824,'0'-38'11966,"0"35"-11882,0 2-19,0 1 0,0-1 0,1 0 1,-1 0-1,0 0 0,0 1 0,0-1 0,0 0 1,0 0-1,0 0 0,0 0 0,0 1 0,-1-1 0,1 0 1,0 0-1,0 0 0,-1 1 0,1-1 0,0 0 1,-1 0-1,1 1 0,-1-1 0,1 0 0,-1 1 0,1-1 1,-1 0-1,0 1 0,1-1 0,-1 1 0,0-1 0,1 1 1,-1-1-1,0 1 0,1 0 0,-1-1 0,0 1 1,0 0-1,0 0 0,1-1 0,-1 1 0,0 0 0,0 0 1,0 0-1,0 0 0,1 0 0,-1 0 0,0 0 1,0 0-1,-1 1 0,2-5 728,0 3-739,1 1 0,-1-1 0,0 1 0,0 0 0,0-1 1,0 1-1,0-1 0,0 1 0,0-1 0,0 1 0,0-1 0,0 1 1,0 0-1,0-1 0,0 1 0,0-1 0,0 1 0,0-1 0,0 1 1,-1 0-1,1-1 0,0 1 0,0-1 0,-1 1 0,1 0 0,0-1 1,0 1-1,-1 0 0,1-1 0,0 1 0,-1 0 0,0-1 0,1 1-16,-1 0 21,1 1 0,-1-1 0,0 0 0,1 0 0,-1 0 0,0 0 0,1 0 0,-1 0 0,1 0 0,-1 0 0,0 0 0,1 0 0,-1-1 0,0 1 0,1 0 0,-1 0 0,1 0 0,-1-1 0,1 1 0,-1 0 0,1-1 0,-1 1 0,1-1 0,-1 1 0,1 0 0,-1-1 0,1 1 0,-1-1 0,1 1 0,0-1 0,-1 0 1,1 1-1,0-1 0,0 1 0,-1-1 0,1 1 0,0-2 0,-5 0 765,-43 2 2883,-79 11 0,105-7-3394,0 1 0,1 1 0,-31 12 1,6 2-311,1 2 0,-66 42 0,86-47-1,1 2-1,0 1 1,1 1 0,2 1-1,-26 32 1,34-37 2,1 0 1,0 1 0,2 0-1,0 1 1,1 0-1,-8 23 1,-52 142-19,61-161 40,-4 10-22,2 1 1,1 0-1,1 0 1,2 1-1,-1 35 1,6-55-17,0-1 0,-1 1 0,-6 20 0,4-21 26,2-1 0,-1 1 0,0 19 0,3-10-8,-2 0-1,0-1 0,-1 0 1,-9 30-1,8-30-1,1 1-1,2 0 1,0 1 0,4 37 0,-1 1-22,-2-40 16,1-1 0,2 1 0,0-1 1,1 0-1,1 0 0,0 0 0,2 0 1,1-1-1,0 0 0,14 21 0,-14-27 17,0-1-1,1-1 1,1 0-1,0 0 1,1-1-1,0 0 1,1-1 0,0 0-1,0-1 1,1-1-1,0 1 1,1-2-1,0 0 1,0-1-1,16 5 1,7-3-33,1-1-1,0-2 1,0-2 0,0-1 0,42-4-1,-22 2 17,-33-2-7,0-1 0,0-2 1,0 0-1,47-17 0,-18 5 64,-20 8-48,-1-2-1,0-1 1,55-30-1,-53 27 12,-30 13-145,-1 1-1,1-1 0,0 1 1,-1-1-1,0-1 1,1 1-1,-1-1 1,0 1-1,0-1 1,0 0-1,-1-1 0,1 1 1,-1-1-1,4-4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18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774 1 1756,'-6'1'-111,"-11"11"13443,18-12-12921,0 0 0,0 0 0,0 0 0,0 0 1,0 0-1,1 1 0,-1-1 0,0 0 0,0 1 0,0-1 1,0 1-1,0-1 0,0 1 0,0-1 0,0 1 1,0-1-1,0 1 0,0 0 0,-1 0 0,1 0 0,0-1 1,0 1-1,-1 0 0,1 0 0,0 1 0,5 32 2427,2 181-1551,-8-164-1343,0-31 84,0-16 23,0-6 33,0 0-75,-4 0 9,-10-10 685,13 10-662,0 1 0,0 0 0,0 0 0,0-1 0,0 1 0,0 0 0,0 0 0,-1 0 0,1 1 0,0-1 0,-1 0 0,1 0 0,-1 1 0,1-1 1,-1 1-1,1-1 0,-1 1 0,1 0 0,-1-1 0,1 1 0,-1 0 0,-2 0 0,-35-13-37,17 13 22,-101 5 16,111-4-42,0 2-1,0-1 1,0 2-1,0 0 0,1 0 1,-1 1-1,-10 6 1,-73 52 26,94-63-27,-23 16 1,0 1 1,2 1-1,0 1 0,1 1 0,-28 34 0,-13 17-17,54-41 60,0-23-38,7-6-6,0 0 1,0 0-1,0-1 1,1 1 0,-1 0-1,0 0 1,0 0-1,1 0 1,-1 0-1,0 0 1,1 0 0,-1 0-1,1 0 1,0 0-1,-1 1 1,1-1 0,0 0-1,-1 0 1,1 0-1,0 2 1,0-2 0,0 1-1,0-1 1,0 0-1,0 0 1,-1 0 0,1 0-1,0 0 1,-1 0-1,1 0 1,-1 0 0,1 0-1,-1 0 1,1 0 0,-1 0-1,0 0 1,1 0-1,-1 0 1,0-1 0,0 1-1,0 0 1,0-1 0,0 1-1,-1 1 1,1-2 0,-1 1-1,1 0 1,0 0 0,0 0 0,0-1 0,0 1-1,0 0 1,0 1 0,0-1 0,0 0 0,1 0-1,-1 0 1,0 0 0,1 1 0,-1-1 0,1 0-1,-1 1 1,1-1 0,0 0 0,-1 1 0,1-1 0,0 0-1,0 1 1,0 1 0,0-2-1,0 0 1,0 0-1,0 0 0,-1 0 0,1 0 1,0 0-1,-1 0 0,1 0 1,0 0-1,-1 0 0,1 0 1,-1 0-1,1 0 0,-1 0 1,0 0-1,1-1 0,-1 1 0,0 0 1,0 0-1,0 0 0,-1 0 1,1 0-1,0 0 0,0 0 0,0 0 1,0 0-1,0 0 0,1 1 0,-1-1 0,0 0 1,1 0-1,-1 1 0,0-1 0,1 1 1,0-1-1,-1 0 0,1 1 0,0-1 1,0 1-1,-1-1 0,1 3 0,0-3 2,0 1 0,0-1 0,0 1 0,0-1 0,-1 1 0,1-1 0,-1 1 0,1-1 0,-1 1-1,1-1 1,-1 0 0,0 0 0,0 1 0,0-1 0,1 0 0,-3 2 0,1-1-1,1-1 1,0 0-1,0 1 1,0-1-1,0 1 1,0 0-1,0-1 1,0 1-1,1 0 1,-1-1-1,1 1 1,-1 0-1,1 0 1,-1 0-1,1-1 1,0 1-1,0 2 1,0-3-2,0 1 1,0-1-1,0 0 0,-1 1 1,1-1-1,0 0 0,-1 0 1,1 1-1,0-1 0,-1 0 1,0 0-1,1 0 0,-1 0 1,0 1-1,0-1 0,1 0 1,-1 0-1,-2 1 0,2-1 0,0 0 0,0 0 1,0 0-1,0 1 0,0-1 0,0 0 0,0 1 0,0-1 0,1 0 0,-1 1 0,1-1 0,-1 1 0,1-1 0,-1 1 0,1-1 0,0 1 0,0-1 0,0 4 0,0 175-22,3-167 15,0 0 1,2 0-1,-1 0 0,2-1 1,13 24-1,-13-28 7,0 0 1,0 0 0,1 0-1,0-1 1,0 1-1,1-2 1,0 1-1,14 8 1,14 10-7,-32-21 10,0 0-1,1-1 0,-1 0 0,1 0 0,0 0 0,0 0 0,0-1 0,0 0 0,0 0 1,1 0-1,-1 0 0,1-1 0,-1 0 0,1 0 0,9 0 0,-13-1-3,0 0 1,1 0 0,-1 1 0,1-1 0,0 0 0,-1-1 1,1 1-1,-1 0 0,1-1 0,-1 1 0,1-1 0,-1 0 0,1 1 1,-1-1-1,1-1 0,-1 1 0,0 0 0,0 0 0,0-1 0,3-2 1,-1 1-27,0 1 1,0 0 0,0 0 0,0 0 0,1 1 0,-1 0-1,8-2 1,24-10 221,5-1-174,-25 9-36,7-3 2,-22 8 13,0 0 0,1 0-1,-1 0 1,1 0 0,-1-1 0,0 1-1,1 0 1,-1-1 0,0 1 0,0-1-1,1 1 1,-1-1 0,0 0-1,0 1 1,0-1 0,2-1 0,-2 1-2,0 0 1,0 0-1,0 0 1,1 0 0,-1 0-1,0 1 1,1-1-1,-1 1 1,1-1-1,-1 1 1,0-1 0,1 1-1,-1 0 1,1 0-1,-1 0 1,3 0 0,41-14 14,1-3-49,-31 11 55,-14 5-18,0 0 0,0 1-1,-1-1 1,1 0 0,0 1 0,0-1-1,0 1 1,0-1 0,0 1-1,0 0 1,0-1 0,0 1 0,0 0-1,0 0 1,0 0 0,0 0 0,2 0-1,50-14-31,-48 15 30,-1-1 1,1 0-1,0-1 0,-1 1 0,1-1 0,-1 0 0,1 0 0,-1 0 1,0-1-1,0 1 0,1-1 0,4-3 0,-6 4 1,0 0-1,0 0 1,0 0 0,1 0-1,-1 1 1,0-1-1,0 1 1,1 0-1,-1 0 1,0 0 0,1 1-1,-1-1 1,4 2-1,-4-1 0,0-1-1,0 1 0,0-1 1,0 1-1,0-1 1,1 0-1,-1 0 0,0-1 1,0 1-1,0-1 0,0 1 1,6-3-1,-5 1 2,1 0-1,0 0 1,0 0-1,0 1 1,0 0-1,0 0 1,0 0-1,0 1 1,0 0-1,0 0 0,0 0 1,0 0-1,8 2 1,70 22-28,-41-10 73,-12-1-14,-29-13 36,-1 2-93,1-1 24,-1 1 0,0-1 0,0 1 0,0-1 1,0 1-1,0-1 0,0 1 0,-1-1 0,1 1 1,0-1-1,-1 1 0,1-1 0,-1 1 0,1-1 0,-2 2 1,-3 1 54,4-4-57,0 1-1,-1 0 1,1-1-1,1 1 1,-1 0-1,0 0 1,0 0-1,0 0 1,0 0-1,1 0 1,-1 0-1,0 0 1,1 0-1,-1 0 1,1 1 0,-1-1-1,1 0 1,-1 0-1,1 0 1,0 1-1,0-1 1,0 0-1,0 1 1,0-1-1,0 0 1,0 0-1,0 3 1,0-3 6,0 1 0,0-1 0,0 0-1,0 1 1,-1-1 0,1 1 0,0-1 0,-1 0 0,1 1 0,-1-1 0,0 0-1,0 0 1,1 1 0,-1-1 0,0 0 0,0 0 0,0 0 0,-1 1 0,1-1-10,0 0 1,0 0 0,0 0-1,0 1 1,0-1-1,0 0 1,0 0 0,1 1-1,-1-1 1,0 0 0,1 1-1,-1-1 1,1 1 0,0-1-1,-1 1 1,1-1 0,0 1-1,0 1 1,0-2 7,0 1 0,0-1 0,0 0 0,-1 1 0,1-1-1,0 1 1,-1-1 0,1 0 0,-1 1 0,1-1 0,-1 0 0,0 1 0,1-1 0,-1 0 0,0 0 0,0 0 0,0 0 0,-2 2 0,2-2 8,0 0 1,0 0-1,0 0 1,0 0-1,0 1 1,1-1 0,-1 0-1,0 0 1,1 1-1,-1-1 1,0 1-1,1-1 1,0 0-1,-1 1 1,1-1 0,0 1-1,0-1 1,0 3-1,0-2-16,-1 0 0,1 0 0,0 0 0,-1 0 0,1 0 0,-1 0 0,1 0 0,-1 0 0,0 0 0,0 0 0,0 0-1,0-1 1,-2 4 0,1-3 7,1 0-1,-1 0 1,1 0 0,0 0-1,0 0 1,0 0-1,0 1 1,0-1-1,1 0 1,-1 0 0,1 1-1,0-1 1,-1 1-1,1 1 1,0-2 1,1-1-1,-1 1 1,0-1 0,0 0 0,0 1-1,0-1 1,0 1 0,0-1-1,0 0 1,0 1 0,-1-1 0,1 0-1,-1 1 1,1-1 0,-1 0 0,1 1-1,-1-1 1,0 0 0,1 0-1,-1 1 1,0-1 0,0 0 0,0 0-1,0 0 1,0 0 0,0 0 0,0-1-1,0 1 1,-1 0 0,1 0-1,-2 0 1,-7-1 119,-4-3-115,10 3 3,4-2-9,-1 1-1,1 0 1,-1 1-1,1-1 1,-1 0 0,0 0-1,0 0 1,1 0 0,-1 0-1,0 1 1,0-1 0,0 0-1,0 1 1,0-1-1,0 1 1,0-1 0,0 1-1,0-1 1,0 1 0,0-1-1,0 1 1,0 0 0,0 0-1,-1 0 1,1 0-1,-2 0 1,-20-2 19,22 2-19,0 0 0,0 0-1,0 1 1,0-1 0,0 0 0,0 0-1,1-1 1,-1 1 0,0 0-1,0 0 1,0 0 0,0-1-1,0 1 1,0 0 0,1-1 0,-1 1-1,0 0 1,0-1 0,1 1-1,-1-1 1,0 0 0,-1 0 0,2 0 0,-1 0 0,0 0 0,0 1 1,0-1-1,1 1 0,-1-1 1,0 1-1,0-1 0,0 1 0,0-1 1,0 1-1,0 0 0,0 0 1,0-1-1,0 1 0,0 0 1,0 0-1,0 0 0,0 0 0,0 0 1,0 0-1,-1 1 0,-71-1-475,41 0-5346,-2 0-8187,7 0 4668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29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137 109 3712,'0'0'247,"0"-1"-1,0 1 0,0-1 1,0 0-1,0 1 1,0-1-1,0 1 0,0-1 1,0 1-1,0-1 0,0 1 1,0-1-1,-1 1 0,1-1 1,0 1-1,0-1 1,-1 1-1,1 0 0,0-1 1,-1 1-1,1-1 0,0 1 1,-1 0-1,1-1 0,-1 1 1,0-1-1,-13 1 2027,14 0-2256,-1 0 1,1 0 0,-1 0 0,1 1-1,-1-1 1,1 0 0,-1 0 0,1 0-1,-1 0 1,0 0 0,1 0 0,-1 0-1,1 0 1,-1 0 0,1 0 0,-1 0-1,0 0 1,1-1 0,-1 1 0,1 0-1,-1 0 1,1-1 0,-1 1 0,1 0-1,-1-1 1,1 1 0,0 0 0,-1-1-1,1 1 1,-1 0 0,1-1 0,0 1-1,-1-1 1,1 1 0,0-1 0,-1 1-1,1-1 1,0 1 0,0-1 0,0 0-1,0 1 1,-1-1 0,1 1 0,0-1-1,0 1 1,0-1 0,0 0 0,-5 1 0,-18-1-9,22 1 2,0 0 0,0 0 0,0 0 0,0 0 0,0 0 0,0 0 1,-1 0-1,1-1 0,0 1 0,0 0 0,0-1 0,0 1 0,0-1 0,0 1 0,0-1 1,1 1-1,-1-1 0,0 0 0,0 0 0,0 1 0,0-1 0,1 0 0,-1 0 0,0 0 1,1 0-1,-1 0 0,1 0 0,-1-1 0,1 1 28,-1 0 1,1 0 0,0 0-1,0 0 1,0 0-1,-1 0 1,1 0-1,0 1 1,-1-1-1,1 0 1,-1 0 0,1 0-1,-1 0 1,1 1-1,-1-1 1,1 0-1,-1 0 1,-1 0-1,-5-11 1495,7 9-185,0-3 157,0-13 5298,0 10-1586,0 23-4890,16 99-183,-9 1-173,-5-76 131,0-27-103,-1-1 1,-1 0-1,0 0 1,0 0-1,-1 1 1,0-1-1,-1 0 1,-3 11-1,2-14 3,0 0-1,0 1 1,1-1-1,-1 1 1,2 0-1,-1 0 1,1 0-1,0 0 1,1 10 0,0-5-10,0 0 1,-1 0 0,0-1 0,-1 1 0,-1 0 0,0-1-1,-7 17 1,8-20 0,0 0-1,1-1 1,0 1-1,0 0 1,1 0-1,0-1 1,2 16-1,-1 7 13,-1-27-5,0 1 0,0-1 1,0 0-1,1 0 0,-1 1 0,1-1 1,0 0-1,0 0 0,1 0 1,-1 0-1,1 0 0,0 0 1,0-1-1,0 1 0,0 0 1,1-1-1,-1 0 0,1 1 1,0-1-1,0 0 0,4 3 1,0-3 3,-1 0 0,1 0 0,-1 0 0,1-1 0,0 1 0,0-2 0,0 1 0,0-1 0,0 0 0,1-1 0,11 0 1,3 0-14,-9 1 10,-1 0 1,1-2-1,0 0 0,-1 0 0,0-1 1,1 0-1,19-7 0,7 3 23,-29 2-20,-1 1 0,0-2 1,0 1-1,0-1 0,-1-1 0,1 1 1,-1-1-1,-1-1 0,1 0 0,-1 0 1,0 0-1,-1-1 0,0 0 1,0 0-1,0 0 0,-1-1 0,6-13 1,-6 5 11,1 0 1,-2 0-1,-1-1 1,0 1-1,-1-1 1,0 0-1,-2 1 1,-2-23-1,2 4-6,0 34-12,0 1 0,0-1 1,0 0-1,-1 0 1,1 1-1,-1-1 0,1 0 1,-1 0-1,1 1 0,-1-1 1,0 1-1,0-1 1,0 1-1,0-1 0,0 1 1,0-1-1,0 1 0,-1 0 1,1 0-1,-3-2 1,1 0-1,-1 1 1,0 0 0,0 0 0,0 1 0,0-1 0,0 1 0,-1 0-1,-4-1 1,-7 0-12,0 0 0,0 2 0,-27 1 0,34 1 14,0 1 0,-1-1 0,1 1-1,0 1 1,0 0 0,1 0 0,-1 1 0,1 0 0,0 0 0,0 1 0,1 0 0,0 0-1,0 1 1,-7 8 0,-6 7-34,2 1 0,1 0 0,-22 39 0,35-55-19,-4 7-181,0 1 1,1 0-1,-9 25 0,-9 24-8043,14-39 3252,9-20 3739,1 0-1,-1 0 1,1 0 0,1 0 0,-1 1-1,1-1 1,0 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51.9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463 171 10137,'3'-7'839,"-1"0"1,0-1-1,0 1 1,-1 0-1,0 0 1,-1-1-1,1 1 1,-1-1-1,-1 1 1,-1-8-1,1-12 3131,1 27-3893,0-1-1,0 0 1,0 1-1,0-1 1,0 0-1,0 1 0,0-1 1,-1 0-1,1 1 1,0-1-1,0 1 1,-1-1-1,1 0 0,-1 1 1,1-1-1,0 1 1,-1-1-1,1 1 0,-1-1 1,1 1-1,-1 0 1,1-1-1,-1 1 1,1-1-1,-1 1 0,0 0 1,1 0-1,-1-1 1,0 1-1,0 0-10,0 0 0,1-1 0,-1 1 0,0 0 0,1-1 0,-1 1-1,1 0 1,-1-1 0,1 1 0,-1-1 0,1 1 0,-1-1 0,1 1 0,-1-1 0,1 1 0,-1-1-1,1 1 1,0-1 0,-1 0 0,1 1 0,0-1 0,0 1 0,-1-1 0,1 0 0,0 1 0,0-1-1,0 0 1,0 0 0,0 0 0,-1 0 93,1-1 0,-1 1 0,1 0 0,-1 0 0,0 0 0,0 0 0,1 0 0,-1 0 0,0 0 0,0 0 0,0 0 0,0 0 0,0 1 0,0-1 0,-1 0 0,1 1 0,0-1 0,0 0 0,-2 1 0,1-1-120,0 0-1,-1 0 0,1 0 0,-1 0 0,1 1 1,-1-1-1,1 1 0,-1 0 0,0 0 0,1 0 0,-1 0 1,1 0-1,-1 0 0,-2 2 0,-5-1-2,-2 0-32,0 0 0,0 1 0,1 1 0,-1 0 0,1 0 0,0 1 0,0 1 0,0-1 0,0 2 0,1 0 0,0 0 0,0 1 0,1 0 0,-1 1 0,2 0 0,-1 0 0,-13 18 1,-2 4 1,2 1 0,1 1 0,2 1 0,-20 45 0,30-57-6,0 1 0,2-1 1,1 1-1,0 0 0,2 1 0,0-1 0,2 1 1,1 42-1,0-20-11,-1-22 32,2-1 0,1 1 0,0 0 0,7 28 1,-7-45-22,1 0 1,0 0-1,0-1 1,0 1-1,1-1 1,0 1-1,0-1 1,0 0 0,1 0-1,-1-1 1,1 1-1,0-1 1,1 1-1,-1-1 1,1-1-1,-1 1 1,1 0-1,1-1 1,-1 0-1,0-1 1,6 3 0,3 0-17,0-1 1,1-1 0,-1 0 0,1-1-1,-1 0 1,1-1 0,0-1 0,-1 0-1,1-1 1,20-4 0,-6-1 66,-2-1 0,1-1 0,-1-2 0,33-15 1,-32 11-67,0-1 0,-1-1 0,-1-2 0,34-28 1,-47 34-1080,0-1 1,18-24-1,-18 12-4659,-8 6-2504,2 2-2294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52.8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18 613 6713,'0'0'3583,"31"-3"4733,17-22-1458,-19 8-4870,-25 16-1716,0-1 1,0 0-1,0-1 0,0 1 1,0-1-1,-1 0 0,1 1 0,-1-2 1,5-3-1,21-29 194,-2-1 1,35-61-1,-54 81-469,0 1 0,-1-1 0,0-1 0,-2 1 0,0-1 0,-1 0 0,-1 0 0,0 0 0,-1-23 0,0 2 9,-1-33 40,-1 68-49,0 0 0,0 0 0,-1 0 0,1 0 0,-1 0 0,0 0 0,-1 0 0,1 1 0,-1-1 0,1 0 0,-1 1 0,-3-5 0,-4 5 29,2 2-27,1 1 1,-1 0 0,1 0-1,-1 1 1,1-1-1,-1 1 1,1 1-1,-1-1 1,1 1-1,0 0 1,0 1 0,0 0-1,0 0 1,0 0-1,0 0 1,1 1-1,-8 6 1,-3 9-8,1 1 0,0 1 0,2 0 1,0 1-1,1 0 0,1 1 0,2 0 0,0 1 1,1 0-1,-7 42 0,4 12 51,1-38-27,2-11-2,1 0 0,-3 31 0,6-19-1,-1 2-1,1 0 0,2 0-1,7 70 1,-5-108-15,1 0 0,0 0 0,0-1 0,1 1-1,0 0 1,-1 0 0,1-1 0,1 1 0,-1-1-1,1 0 1,0 1 0,0-1 0,0-1 0,0 1 0,1 0-1,-1-1 1,1 1 0,0-1 0,0 0 0,0-1-1,1 1 1,-1-1 0,1 1 0,-1-1 0,9 2 0,6 0 33,0 0 0,0-2 0,0 0 1,1-1-1,23-1 0,-19-1-87,-3 0 75,0-1 1,0-1 0,0-1 0,0-1 0,-1 0 0,0-2-1,21-10 1,-14 5-300,0-1 1,-1-2-1,-1-1 0,36-29 0,-20 6-5052,-4-4-4405,-6 2-2151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53.7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1654 10169,'0'40'9686,"0"-24"-1130,6-14-5608,19-6-2857,4-19-70,-1 0 1,-1-2 0,-2 0 0,24-31 0,84-123 35,-80 97-35,-4-3 0,-4-1 1,-3-2-1,-4-2 0,-4-1 0,37-164 0,-51 156-23,-4-2 0,-5 0 0,-1-119 1,-9 215-2,-1 1 0,0-1 0,0 1 0,-1-1 0,1 1 0,-1 0 0,0-1 1,0 1-1,-1 0 0,1-1 0,-1 1 0,0 0 0,0 0 0,0 0 0,-3-4 1,4 8 2,1 0 0,0-1 0,0 1 1,-1 0-1,1-1 0,0 1 1,-1 0-1,1-1 0,-1 1 0,1 0 1,0 0-1,-1-1 0,1 1 1,-1 0-1,1 0 0,0 0 0,-1 0 1,1 0-1,-1 0 0,1 0 1,-1-1-1,1 1 0,-1 0 0,1 1 1,-1-1-1,1 0 0,-1 0 1,-11 0 1,8-1-5,0 1-1,-1-1 1,1 1 0,-1 1-1,1-1 1,-1 0-1,1 1 1,0 0 0,-1 0-1,1 1 1,0-1-1,0 1 1,0 0 0,0 0-1,0 0 1,0 0-1,0 1 1,1-1 0,0 1-1,-6 5 1,-8 14 9,2 1 0,0 0 0,1 1 1,-17 43-1,-34 113-14,58-160 9,-47 146-4,8 2 0,7 2 0,-28 275 0,60-341 24,-12 364-31,19-466 7,0 17 9,1-1-1,1 1 1,0 0-1,1-1 1,9 28 0,-11-42-22,1 0 0,0 0 0,0 0 0,1-1 0,-1 1 0,1 0 0,-1-1 0,1 0 0,0 1 0,0-1 0,1-1 0,-1 1 0,1 0 0,-1-1 0,1 1 0,0-1 0,0 0 0,0 0 0,0-1 0,0 1 0,0-1 1,1 0-1,-1 0 0,0-1 0,1 1 0,-1-1 0,1 0 0,4 0 0,-5 0 41,1 0 1,-1-1-1,0 1 1,1-1-1,-1 0 1,0-1-1,0 1 1,0-1-1,0 1 1,0-1-1,0 0 1,0-1-1,0 1 1,-1-1-1,6-4 1,-3 1-17,0-1 1,-1 0-1,0 0 0,0 0 1,0-1-1,-1 1 0,5-13 1,0-3-9,-1-2 0,-2 1 0,0-1 1,4-41-1,-7-110 13,-4 108-41,1 53 23,-1 1-1,-1-1 1,0 1-1,-1 0 1,-8-27-1,10 36-9,-1 1-1,0-1 0,0 1 1,0-1-1,-1 1 1,1-1-1,-1 1 0,0 0 1,0 0-1,-1 1 1,1-1-1,-1 1 0,1-1 1,-1 1-1,0 0 1,-1 1-1,1-1 1,0 1-1,-1 0 0,1 0 1,-6-2-1,-40-1-2078,33 5-2180,-1 0 1,-27 5-1,-2 10-6430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54.6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0 203 10049,'55'-14'8941,"-47"7"-5762,-8 7-3055,0 0-1,0 0 1,1 1-1,-1-1 1,0 0-1,0 0 1,0 0 0,0 0-1,0 1 1,1-1 370,-1 0-371,0 0 1,0 1 0,0-1-1,0 0 1,1 0-1,-1 0 1,0 0-1,0 0 1,0 0 0,0 0-1,1 0 1,-1 0-1,0 0 1,0 0-1,0 0 1,1 0 0,-1 0-1,0 0 1,0 0-1,0 0 1,1 0-1,-1 0 1,0 0 0,0 0-1,0 0 1,0 0-1,1 0 1,-1 0-1,0 0 1,0 0 0,1-1-1,-2 2-60,1-1-1,0 1 0,0-1 0,0 1 1,0-1-1,0 1 0,-1-1 1,1 1-1,0-1 0,0 1 1,-1-1-1,1 1 0,0-1 1,-1 0-1,1 1 0,0-1 0,-1 1 1,1-1-1,-1 0 0,1 0 1,0 1-1,-1-1 0,1 0 1,-1 0-1,1 1 0,-1-1 1,1 0-1,-2 0 0,2 0-10,-1 1 1,0-1-1,1 0 0,-1 0 1,0 1-1,1-1 0,-1 0 1,0 1-1,1-1 0,-1 1 1,1-1-1,-1 1 0,1-1 1,-1 1-1,1-1 0,-1 1 0,1-1 1,-1 1-1,1 0 0,0-1 1,-1 1-1,1 0 0,0-1 1,0 1-1,0 0 0,-1 0 1,1-1-1,0 1 0,0 1 1,0 1-39,0-1 0,0 0 0,-1 1 0,1-1 0,-1 1 0,0-1 0,1 0 0,-1 0 0,0 1 0,0-1 0,-1 0 0,-1 3 0,1-3-14,1 1 0,0-1 0,-1 1 1,1-1-1,0 1 0,0 0 0,0-1 1,0 1-1,1 0 0,-1 0 0,1-1 1,0 6-1,-1 2 1,0-1 1,0 1-1,-1 0 1,-5 13 0,4-13-3,1 0 0,-1 1 1,2-1-1,-2 17 1,3-2 5,2-1 1,0 0 0,1 0-1,2 0 1,0 0 0,2 0-1,0-1 1,18 38 0,-20-52-1,0 0 1,0 0-1,1 0 0,0-1 0,0 0 1,1 0-1,0-1 0,0 0 1,1 0-1,0 0 0,0-1 1,1 0-1,-1-1 0,1 0 0,0 0 1,1-1-1,-1-1 0,1 1 1,0-1-1,0-1 0,0 0 1,0 0-1,11 0 0,-8-1 3,0 0-1,1-1 1,-1-1-1,0 0 1,0 0 0,0-2-1,-1 0 1,1 0-1,0-1 1,-1 0-1,0-1 1,0-1-1,0 0 1,-1 0-1,0-1 1,0-1 0,-1 0-1,0 0 1,0-1-1,-1 0 1,13-17-1,-10 12 6,-2-1-1,0 0 0,-1-1 1,0 0-1,-1 0 0,-1-1 1,-1 0-1,-1 0 1,0-1-1,4-29 0,-2-13 37,-2-113 0,-5 135-70,0 27 19,-1 0 1,0 1-1,0-1 1,-1 1-1,-1-1 0,0 1 1,0 0-1,-1 0 1,0 0-1,0 1 0,-1 0 1,-8-12-1,9 16 3,0 0 0,-1 0-1,1 0 1,-1 0-1,0 1 1,0-1 0,-1 1-1,1 1 1,-1-1 0,0 1-1,0 0 1,0 0 0,0 1-1,-1 0 1,1 0-1,-1 0 1,1 1 0,-1 0-1,1 0 1,-9 1 0,-1-1-55,-9 1 17,0 1 0,-32 5-1,48-5-42,1 1-1,0 1 0,0-1 0,0 1 0,0 1 0,0 0 0,1 0 0,-1 0 1,1 1-1,-9 8 0,-4 5-2337,2 1 1,0 1 0,-28 41-1,-2 20-5922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56.0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142 654 3680,'-4'-3'613,"-1"0"0,0 1 0,0 0 0,0 0 0,0 0 0,0 1 0,0 0 0,0 0 0,0 0 0,0 0 0,-1 1 0,1 0 0,-10 1 0,5-1-837,6 0 625,-1 2 123,3-2-402,0 1-1,0 0 0,0 0 0,0 0 1,0 0-1,0 1 0,1-1 1,-1 0-1,0 1 0,1-1 1,-1 1-1,1 0 0,-1 0 1,1-1-1,0 1 0,0 0 1,-2 4-1,1-1 801,0 0 0,0 0-1,1 1 1,0-1 0,0 0 0,0 1 0,1-1 0,-1 6-1,1-9-675,0-1-1,0 0 1,0 1-1,0-1 0,0 0 1,0 1-1,0-1 0,1 0 1,-1 1-1,0-1 0,1 0 1,-1 0-1,1 1 1,-1-1-1,1 0 0,0 0 1,-1 0-1,1 0 0,0 0 1,0 0-1,0 0 0,0 0 1,0 0-1,0 0 1,1 1-1,1-1-9,0 0 0,1-1 0,-1 1-1,0-1 1,1 1 0,-1-1 0,0 0 0,5-1 0,7 1-667,-10-1 431,-1 1 1,1-1-1,-1-1 0,0 1 1,1 0-1,-1-1 0,0 0 1,0 0-1,0 0 0,0-1 1,4-2-1,45-38 59,-36 28-50,17-14-1,-2-1 0,-1-2 1,-1-1-1,-2-2 0,-1 0 1,38-69-1,-18 15-27,-17 35 57,-2-2 0,34-98 0,-61 153-38,-1 0 0,1-1 1,-1 1-1,0 0 0,1 0 1,-1 0-1,0-1 1,0 1-1,0 0 0,1 0 1,-1-1-1,-1 1 0,1 0 1,0 0-1,0-1 0,-1-1 1,0 3-2,0 0 1,0 0-1,1 0 0,-1 0 0,0 0 1,0 0-1,0 0 0,0 0 1,0 1-1,0-1 0,0 0 1,0 0-1,1 1 0,-1-1 1,0 0-1,0 1 0,0-1 1,1 1-1,-1 0 0,-1 0 1,-1 2-4,-1 1 1,1 0-1,0-1 1,0 1-1,1 0 1,-1 1-1,-2 6 1,-5 6 6,-3 5-2,1 1 0,2 0 0,0 1 0,1 0 0,2 0 0,0 1-1,2 0 1,-3 32 0,-4 6-7,4-23 2,2-17 2,2 1 0,0-1 1,0 29-1,3-9-8,0-20 19,1 0 0,0 0 1,2 0-1,1 0 0,7 31 0,-8-48-7,0-1 0,0 0-1,0 1 1,1-1-1,-1 0 1,1-1-1,1 1 1,-1 0-1,1-1 1,-1 0-1,1 0 1,1 0-1,-1 0 1,0-1-1,1 1 1,0-1-1,0 0 1,0-1-1,0 1 1,0-1-1,0 0 1,1 0-1,-1-1 1,1 0-1,-1 1 1,1-2-1,7 1 1,3 0-44,1 0 0,0-2 1,-1 0-1,1 0 1,0-2-1,-1 0 1,0-1-1,0-1 1,0 0-1,0-1 1,-1-1-1,0 0 0,0-1 1,15-11-1,-15 8-1729,0-1 0,24-25-1,-25 22-2376,-1-1 0,17-27 0,0-4-6452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57.3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204 87 5957,'0'-8'1869,"-2"-18"4715,1 25-6542,1 1-1,0-1 0,-1 1 1,1-1-1,0 0 0,-1 1 1,1-1-1,-1 1 0,1-1 0,-1 1 1,1-1-1,-1 1 0,0 0 1,1-1-1,-1 1 0,1 0 1,-1-1-1,0 1 0,1 0 0,-1 0 1,0 0-1,1-1 0,-1 1 1,0 0-1,0 0 0,1 0 1,-1 0-1,-1 0 0,2 0-34,0 0 0,-1 0 0,1 0 0,0 0-1,0 0 1,-1-1 0,1 1 0,0 0 0,0 0 0,-1 0 0,1 0 0,0-1-1,0 1 1,0 0 0,-1 0 0,1-1 0,0 1 0,0 0 0,0 0 0,0-1-1,0 1 1,0 0 0,0 0 0,-1-1 0,1 1 0,0 0 0,0-1-1,0 1 1,0 0 0,0 0 0,0-1 0,0 1 0,0 0 0,1-1 0,-1 1-1,0 0 1,0 0 0,0-1 0,0 1 0,-2-8 4293,1 8-4247,1-1 0,0 1 1,0 0-1,-1 0 0,1 0 1,0 0-1,-1 0 0,1 0 1,0 0-1,-1 0 1,1 0-1,0 0 0,-1 0 1,1 0-1,0 0 0,-1 0 1,1 0-1,0 0 1,-1 0-1,1 0 0,0 0 1,0 0-1,-1 0 0,1 1 1,0-1-1,0 0 0,-1 0 1,1 0-1,0 1 1,0-1-1,-1 0 0,1 0 1,0 1-1,0-1 0,0 0 1,-1 0-1,1 1 1,0-1-1,0 0 0,0 1 1,0-1-1,0 0 0,0 0 1,0 1-1,-1-1 1,1 0-1,0 1 0,0-1 1,0 0-1,0 1 0,1-1 1,-1 0-1,0 1 1,0 0 100,0 0 0,0 0 1,0 0-1,0 0 1,0 0-1,0 0 1,0 0-1,0 0 1,-1 0-1,1 0 1,0 0-1,-1 0 0,1-1 1,0 1-1,-1 0 1,1 0-1,-1 0 1,0 0-1,0 1 1,-5 2 324,5-3-378,0 0 0,0 0 0,0 0-1,0 0 1,0-1 0,0 1 0,1 0-1,-1 0 1,0 1 0,0-1 0,1 0-1,-1 0 1,1 0 0,-1 0 0,1 1-1,-1-1 1,1 0 0,0 0 0,-1 1-1,1-1 1,0 2 0,0-2-4,0 1 0,0 0 0,-1-1 1,1 1-1,-1 0 0,1-1 0,-1 1 0,1-1 0,-1 1 0,0-1 1,0 1-1,0-1 0,0 1 0,0-1 0,0 0 0,0 1 0,0-1 1,-2 1-1,1 0-35,0 0 0,0 0 0,0 1 0,0-1 0,1 0 0,-1 1 0,1-1 0,-1 1 0,-1 4 0,-33 82 51,27-70-109,0 0-1,2 0 1,0 1-1,1 0 1,1 0-1,0 1 0,-2 37 1,-8 92-15,15-150 9,-1 32-4,2-1 0,2 0 1,9 46-1,-10-68 22,0 0-1,1-1 1,1 1 0,-1-1-1,1 1 1,1-1 0,7 11-1,-9-16-14,0 1 0,0-1-1,1 1 1,-1-1 0,1 0-1,0 0 1,0-1 0,0 1-1,0-1 1,0 0 0,1 0-1,-1 0 1,0-1 0,1 1-1,6 0 1,3 0 8,-1-2 0,0 1 0,0-2 0,1 0-1,-1 0 1,0-1 0,0-1 0,0 0 0,0-1 0,-1 0 0,1-1 0,-1-1 0,0 0 0,-1 0 0,1-1-1,-1-1 1,-1 1 0,14-14 0,1-2 18,-1-2 0,-1 0 0,-2-1 0,0-1 0,-2-1-1,16-31 1,-24 38-10,-1 0 0,-1-1 0,-1-1 0,0 1 0,-2-1 0,4-31 0,-4-1-12,-1-83-1,-5 129-3,-1 0-1,0 0 1,-1 0-1,0 0 1,0 0-1,-1 0 1,0 0-1,0 1 1,-1-1-1,-6-9 1,7 13-3,-1-1 0,0 1 0,0 0 1,0 0-1,0 0 0,-1 1 1,0 0-1,0-1 0,0 2 0,0-1 1,-1 0-1,0 1 0,1 0 1,-1 1-1,-11-4 0,-9 0-35,-2 2 0,1 0 0,0 2-1,-49 2 1,62 1-105,1 0-1,0 2 1,-1-1-1,1 2 1,1 0-1,-1 0 1,0 1-1,1 1 1,-19 11-1,14-6-1938,1 1 0,0 1 0,-15 16 0,-16 16-6259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58.0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325 128 5505,'0'-1'263,"0"-1"1,0 1-1,-1-1 1,1 1-1,0-1 1,-1 0-1,1 1 1,-1-1-1,1 1 1,-1-1-1,1 1 1,-1 0 0,0-1-1,0 1 1,0 0-1,0-1 1,0 1-1,0 0 1,0 0-1,-1 0 1,0-1-1,1 1-159,-1 0 0,1 0 0,0 0 0,0 0 0,0 0 0,0 0 0,0 0 0,0-1 0,1 1 0,-1 0 0,0 0 0,0-1 0,1 1 0,-1-1 0,1 1 0,0 0 0,-1-1 0,1 1 0,0-1 0,0 1 0,0-2 0,-1 1 69,1 0 0,-1 0 0,1 0 0,-1 0-1,0 0 1,1 0 0,-1 0 0,0 1 0,0-1 0,0 0 0,-1 1 0,1-1 0,0 1 0,-1-1-1,1 1 1,-1-1 0,1 1 0,-1 0 0,1 0 0,-1 0 0,0 0 0,0 0 0,-3-1 0,-36-9 4979,40 11-5047,0 0-1,0 0 1,0 0-1,0 0 1,1 0-1,-1 0 1,0 0-1,0 0 1,0 0-1,0-1 1,0 1-1,1 0 1,-1 0-1,0-1 1,0 1-1,1 0 1,-1-1-1,0 1 1,0-1-1,1 1 1,-1-1-1,1 0 1,-1 1-1,0-1 1,1 0-1,-1 0 1,0 0 20,1 0 1,-1 1-1,1-1 1,-1 0-1,1 1 1,-1-1-1,1 1 1,-1-1-1,0 1 1,1-1-1,-1 1 1,0 0-1,1-1 1,-1 1-1,0 0 1,0-1-1,1 1 1,-1 0-1,0 0 1,0 0-1,1 0 1,-1 0-1,0 0 1,0 0-1,0 0 1,-1 0-1,-4 1 10,0 0-1,0 0 1,0 1-1,0-1 1,0 1-1,1 1 1,-1-1-1,1 1 1,-1 0-1,1 0 1,0 1 0,0-1-1,0 1 1,1 0-1,-1 1 1,1-1-1,0 1 1,1 0-1,-5 6 1,-4 6-175,1 1-1,1 0 1,1 1-1,-13 36 1,19-42 40,0 0 0,1 1 0,1-1-1,0 1 1,1-1 0,3 20 0,-2 12 20,-1-30-26,0 14 4,1-1-1,5 33 0,-4-51 3,0-1-1,1 1 1,0-1 0,0 0-1,1 0 1,0 0-1,1 0 1,0-1 0,12 16-1,-13-20 3,-1-1-1,1 0 1,0 0 0,0 0-1,0 0 1,0-1 0,1 0-1,-1 1 1,1-2 0,-1 1-1,1 0 1,0-1-1,0 0 1,-1 0 0,1 0-1,0-1 1,0 0 0,0 0-1,0 0 1,0 0 0,0-1-1,0 0 1,7-2-1,-2 1 11,-1-1 0,0 0 0,-1 0 0,1-1 0,0 0 0,-1 0 1,0-1-1,0 0 0,-1-1 0,1 0 0,8-9 0,-6 4-9,-1-1 1,-1 0 0,0-1 0,-1 1 0,0-1 0,-1-1-1,0 0 1,-1 1 0,-1-1 0,0-1 0,1-15 0,1-15-21,-3 0 0,-3-56 0,0 47-53,0 48 4,-1 0-1,1 0 1,-1 0 0,0 1 0,0-1-1,-1 0 1,0 0 0,0 1 0,0 0-1,-1-1 1,-3-5 0,1 1-551,4 8 174,0 0-1,0 0 1,0 1-1,0-1 1,0 0-1,0 1 0,0-1 1,0 1-1,-1-1 1,1 1-1,0-1 0,-1 1 1,1 0-1,-1 0 1,0 0-1,1 0 0,-1 0 1,0 0-1,0 0 1,0 1-1,1-1 1,-1 1-1,0-1 0,0 1 1,0 0-1,0 0 1,0-1-1,0 1 0,0 1 1,0-1-1,0 0 1,-3 1-1,-15 0-3943,-4-1-5757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58.5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412 0 12985,'5'5'731,"0"-1"0,0 0 0,0-1 0,0 1-1,1-1 1,-1 0 0,1 0 0,0-1 0,0 1 0,9 1-1,-9-3-162,0 1 0,0 0 0,-1 0 0,1 1 0,0 0 0,-1 0 0,1 0 0,-1 0 0,0 1 0,0 0-1,-1 0 1,9 9 0,-6-3 159,-1 0-1,-1 0 1,9 20-1,18 73-703,-26-80 149,9 48-154,-3-1-1,4 139 0,-10-104 39,2 267 10,-9-301-27,0-31-25,-2 1 0,-2-1 0,-2 0 0,-1 0-1,-3-1 1,0 0 0,-21 42 0,26-66-11,-1-1 1,-1 1-1,-1-1 0,0-1 0,0 0 0,-16 16 0,19-23 2,-1 1 0,-1-1-1,1 0 1,-1 0-1,0-1 1,-1 0 0,1 0-1,-1-1 1,0 0-1,0-1 1,-18 5 0,5-4-10,0-1 0,0-1 0,-1-1 0,1-1 1,0-1-1,0-1 0,0-1 0,0-1 0,-23-7 1,36 9 2,-1-1 1,1-1-1,0 0 0,0 0 1,1 0-1,-1-1 1,1-1-1,0 1 1,0-1-1,1-1 1,-1 1-1,1-1 1,1-1-1,0 1 1,0-1-1,0 0 0,1 0 1,0-1-1,0 0 1,1 0-1,1 0 1,-6-18-1,4-9-4,2 0-1,1-1 0,5-70 0,0 51 34,1 16-31,1 0 0,3 0 0,1 1 0,1 0 0,3 0 0,1 1 1,2 1-1,1 0 0,2 1 0,43-61 0,-7 23-43,4 2-1,2 3 0,118-104 1,-58 72-822,-53 45-2430,-1-2-4786,-4 3-5662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05.1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0 127 12553,'1'-3'345,"0"1"0,0 0-1,1 0 1,-1 0 0,1 0-1,-1 0 1,1 0 0,0 0-1,-1 1 1,1-1 0,0 0-1,0 1 1,0 0 0,1-1-1,-1 1 1,3-1 0,9-8 1291,18-13 3388,-29 20-4573,2-1-55,-1 0 0,1 0 1,0 0-1,0 1 0,0-1 1,0 1-1,1 0 0,0 1 1,-1-1-1,12-2 0,-15 5-296,0 0-1,0 0 1,0-1 0,0 1-1,1-1 1,-1 0-1,0 1 1,0-1-1,0 0 1,0 0-1,2-2 1,-2 2-98,0 0-1,-1 0 1,1 0-1,0 0 1,0 0-1,0 1 1,0-1 0,0 1-1,0-1 1,0 1-1,3 0 1,30-2 62,-23 1-36,0 1 1,0 0-1,0 1 0,0 0 1,15 3-1,-24-3-23,-1 0 0,1 0 0,0 0 0,0 0 0,-1 1 0,1-1 1,-1 1-1,0-1 0,1 1 0,-1 0 0,0 0 0,0 0 0,0 0 0,0 1 0,0-1 0,-1 0 0,1 1 0,-1-1 0,0 1 0,1-1 0,-1 1 0,0 0 0,0 0 0,-1 0 0,1-1 1,0 5-1,0 2-3,-1 0 1,0 0 0,0 0 0,-1 1 0,0-1 0,0 0 0,-1 0 0,-1-1 0,1 1 0,-7 12 0,9-18-1,-3 6 5,-1-1 1,0 0-1,0 0 1,0 0-1,-1 0 1,-11 13-1,14-18-4,1-1 0,-1 2 0,0-1 1,1 0-1,-1 0 0,1 0 0,0 1 0,-1 5 0,-10 23 32,-14-2-3,13 0-41,-10-5-15,19-22 16,1 0 0,0 0 0,0 0 1,0 0-1,0 1 0,0-1 0,1 1 0,0 0 0,-1-1 0,1 1 1,1 0-1,-1 0 0,0 0 0,1 1 0,0-1 0,0 0 1,1 1-1,-1 5 0,5-7 10,0-1 1,0 1-1,0-1 1,0 0-1,1 0 1,-1-1-1,1 0 1,-1 1 0,7 0-1,1 1 4,3 4-3,1 1-1,-2 0 1,1 1 0,-1 1-1,0 0 1,-1 1 0,0 1-1,-1 0 1,-1 0 0,21 29-1,-15-15 12,-1 0 0,-1 1 0,-1 1 0,-2 1-1,10 33 1,-11-18 1,-2 1 0,-3 1 0,-1 0 0,-3 91 0,-2-132-14,-1 9 2,0-1-1,-1 1 1,-1-1-1,0 0 1,-1 0-1,0 0 1,-1-1-1,0 1 1,-1-1-1,0 0 1,-1-1-1,-1 1 1,0-1-1,-12 12 1,12-13-4,0-1 0,-1-1 1,-1 0-1,1 0 1,-1 0-1,-1-2 1,1 1-1,-1-1 0,0-1 1,-1 0-1,1 0 1,-1-1-1,0-1 0,0 0 1,-22 3-1,23-6 1,1 0-1,0 0 1,-1-1-1,1 0 1,0-1 0,0 0-1,0-1 1,0 0-1,-17-8 1,23 9-2,0 0 1,0 0 0,0-1 0,0 0-1,1 1 1,-1-1 0,1-1-1,0 1 1,0 0 0,0-1-1,0 0 1,0 1 0,1-1-1,0 0 1,0 0 0,0-1-1,0 1 1,1 0 0,-1 0-1,1-1 1,0 1 0,1-1 0,-1 1-1,1-8 1,-1-2 2,0-1 0,-1 0 0,-6-18 0,5 21-3,1-1-1,0 0 0,0 1 1,1-25-1,4 2-4,2 1 0,1 0 0,1 1 0,2-1 0,2 2 1,1-1-1,1 2 0,2-1 0,1 2 0,1 0 0,2 1 0,1 1 0,45-50 0,-21 27-106,24-26-409,-17 36-4242,-16 21-3166,-15 2-1335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06.7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1 705 10569,'12'33'4639,"-11"-28"-3905,1 0 0,0 0 0,0 0 0,0 0-1,0 0 1,4 5 0,-5-8-270,1 0-1,-1-1 1,1 1 0,-1-1 0,1 0-1,0 1 1,0-1 0,-1 0-1,1 0 1,0 0 0,0 0-1,0 0 1,0-1 0,0 1 0,0-1-1,0 1 1,0-1 0,1 0-1,-1 0 1,3 0 0,6 0-389,-1 0 1,0-1-1,0 0 1,0-1-1,-1 0 1,1-1 0,0 0-1,-1 0 1,1-1-1,-1-1 1,0 1-1,-1-1 1,1-1-1,-1 0 1,0 0-1,13-13 1,0 0-61,-2 0 0,0-2 1,-1 0-1,-1-1 0,-1-1 1,-1 0-1,-1-2 0,-1 1 1,-1-1-1,-1-1 0,-2 0 0,0-1 1,-2 0-1,-1 0 0,-1 0 1,-1-1-1,0-40 0,-2 26-33,-1 31 17,0-1 1,-1 1-1,0-1 0,-1 1 1,0-1-1,-1 1 1,-3-16-1,3 21-2,0 0 1,-1 0 0,1 0-1,-1 0 1,0 0-1,-1 1 1,1-1 0,-1 1-1,0 0 1,-1 0-1,1 1 1,-1-1 0,0 1-1,-9-7 1,6 9 2,0-1-1,1 1 1,-1 0 0,-1 0-1,1 1 1,0 0 0,-12 0-1,17 2-1,-1-1 1,1 1-1,0 0 0,-1 0 1,1 0-1,0 0 0,0 0 0,0 1 1,0-1-1,0 1 0,0 0 0,0 0 1,0 0-1,1 0 0,-1 0 1,-2 4-1,4-4 1,-1 0 0,1-1 0,0 1-1,0 0 1,1 0 0,-1 0 0,0 0 0,1 0 0,-1 0 0,1 0 0,-1 0 0,1 0-1,0 0 1,0 0 0,0 0 0,0 0 0,0 0 0,0 0 0,1 0 0,-1 0 0,1 0 0,-1 0-1,1 0 1,1 3 0,0-1-1,0 0 0,1 0 0,-1 0 0,1 0 0,0 0 0,-1-1 0,2 1 0,-1-1 1,4 4-1,7 2 10,0-1 0,0-1-1,1 1 1,-1-2 0,31 9 0,19 7-30,-63-21 21,1 1 0,-1-1 0,1 0 0,-1 1 0,1-1 0,-1 1 0,0 0 0,1 0 0,-1-1 0,0 1 0,0 0 0,-1 0 0,1 0 0,0 0 0,-1 0 0,1 0 0,-1 0 0,1 0 0,-1 0 0,0 0 0,0 0 0,0 0 0,0 0 0,0 0 0,-1 1 0,1-1 0,-1 2 0,-16 68-55,12-54 67,-9 32-10,9-33-5,0 1-1,1 0 1,1-1 0,-2 35 0,3 18 24,0-40-12,2 0 0,0 1 0,7 39 0,-6-66-10,-1-1 1,1 1 0,0-1-1,0 0 1,0 1 0,1-1-1,-1 0 1,1 0 0,0 0-1,0 0 1,0 0 0,0 0-1,1 0 1,-1-1 0,1 1-1,-1-1 1,1 0 0,0 0-1,0 0 1,6 4 0,-3-4 10,-1-1 0,1 1 0,0-1 0,0 0 0,0 0 0,0-1 0,-1 0 0,1 0 0,0 0 0,0 0 0,10-3 0,-1-1-69,0 0 0,0-1-1,-1 0 1,1-1-1,-1-1 1,0 0-1,-1-1 1,23-18-1,2-18-5242,-17 16-1648,15-1-4894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07.5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431 129 2704,'5'-7'1166,"1"0"0,0 1 0,1-1 0,-1 1 0,10-6 0,-11 9-577,0 0 0,-1-1 0,0 1 0,1-1 0,-2 0 0,1 0 0,0-1 0,-1 1-1,6-11 1,-8 15-373,-1-1-1,1 0 0,-1 0 0,1 1 1,-1-1-1,0 0 0,1 0 0,-1 0 0,0 1 1,1-1-1,-1 0 0,0 0 0,0 0 1,0 0-1,0 0 0,0 1 0,0-1 0,0 0 1,0 0-1,0 0 0,0 0 0,0 0 0,-1 0 1,1 1-1,0-1 0,-1 0 0,1 0 1,0 0-1,-1 1 0,1-1 0,-1 0 0,1 1 1,-1-1-1,0 0 0,1 1 0,-1-1 1,0 0-1,1 1 0,-1-1 0,0 1 0,0 0 1,1-1-1,-2 0 0,-37 0 2654,29 2-1530,-13-1-1084,0 2 0,0 0 0,1 2 0,-1 1 0,1 0 0,0 2 1,0 0-1,-40 21 0,47-20-271,0 1 0,0 0 0,1 2 0,0-1 0,0 2 0,2 0 1,-1 0-1,2 1 0,-1 1 0,2 0 0,0 0 0,-9 17 0,16-24 32,0 0 0,1 1 1,0-1-1,0 1 0,1-1 0,-1 9 0,-6 25 7,-1-14-16,5-16 6,1 0-1,0-1 1,1 1-1,0 0 1,-1 22-1,2 0-11,2-1 0,1 1 0,1-1 0,15 56 0,-16-80 1,0 0 1,1-1-1,0 1 1,0-1-1,1 0 0,0 0 1,0 0-1,1 0 1,0-1-1,0 1 1,0-1-1,1-1 1,0 1-1,0-1 1,0 0-1,1 0 1,0-1-1,0 0 0,0 0 1,0-1-1,1 1 1,-1-2-1,1 1 1,15 2-1,-8-2 29,0-1 0,0-1 0,-1 0 0,1-2 0,0 1 0,0-2 0,0 0 0,0 0 0,-1-2 0,1 0 0,-1 0 0,16-8 0,-16 5-258,0-1-1,-1 0 1,0-1 0,0 0 0,-1-1-1,11-11 1,-9 6-1403,-1-1 1,17-23-1,-4-8-6625,-21 2-776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08.3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1 773 13161,'19'36'5930,"-7"-10"-1981,5 10 1015,-13-27-4326,0 0 1,0 0-1,1 0 0,8 11 1,-11-17-632,0-1 0,0 0 0,0 0 0,1 0 0,-1 0 0,0 0 0,1-1 0,-1 1 1,1-1-1,0 0 0,0 1 0,-1-1 0,1 0 0,0-1 0,0 1 0,0 0 0,0-1 0,0 0 0,4 1 1,0-1-2,-1-1 1,1 1 0,-1-1-1,0 0 1,1-1 0,-1 0-1,0 0 1,0 0 0,0-1-1,0 1 1,0-1 0,0-1-1,-1 1 1,0-1 0,0 0-1,0 0 1,0-1 0,6-7-1,21-21-2,-3-1 0,0-2 0,-3-1 0,-1-1 0,25-50 0,85-215 46,-18-23-22,-116 322-47,-7 29 6,-1-8 13,-12 65 4,8-39-12,1 1 0,3 1 0,-3 64 0,8-68 16,-8 47 0,5-48 12,-2 50 0,6-28-37,-1-21 28,5 51-1,-2-81-9,0 0-1,1-1 1,0 1-1,1-1 1,0 0-1,1 1 1,0-1 0,1-1-1,10 17 1,-13-22 17,1 0 1,0-1-1,1 1 1,-1-1 0,1 0-1,-1 0 1,1 0-1,0 0 1,0 0 0,0-1-1,1 0 1,-1 0-1,1 0 1,-1-1 0,1 1-1,-1-1 1,1 0-1,0 0 1,-1-1 0,1 0-1,0 1 1,0-2-1,0 1 1,-1 0 0,1-1-1,0 0 1,-1 0-1,1 0 1,-1-1 0,1 0-1,5-2 1,-1-1-223,1 1 0,-2-1 0,1-1 0,-1 1 0,1-1 0,7-9 0,-9 9-865,-1 0-1,0-1 0,0 0 1,-1-1-1,0 1 0,6-13 0,7-23-9177,4-11-1725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09.6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197 356 884,'0'0'970,"-4"-3"-35,-12-9 215,12 9 1961,5 1-2509,-1 1 0,0-1 0,0 0-1,0 1 1,0-1 0,0 0 0,0 0 0,0 1 0,0-1-1,-1 0 1,1 1 0,-1-1 0,1 0 0,-1 1 0,-1-3 0,2 4-355,-1-1 0,0 1 0,0 0 0,0-1 1,0 1-1,1-1 0,-1 1 0,0 0 0,0 0 1,0 0-1,0-1 0,0 1 0,0 0 0,0 0 1,0 0-1,0 0 0,0 1 0,1-1 0,-1 0 1,0 0-1,0 0 0,0 1 0,-1 0 0,-23 22 3799,18-13-3148,-1 0 1,1 1-1,1 0 0,-8 17 1,-1 2-857,4-11-26,8-16-14,1 0 0,0 1-1,-1 0 1,1 0-1,1-1 1,-1 1 0,1 0-1,-1 0 1,1 1-1,0-1 1,1 0 0,-1 0-1,1 6 1,-1-2 2,0 1 1,0-1-1,0 0 1,-1 0-1,0 0 1,-6 12-1,5-12-3,0 0 0,1 0 0,0 0 0,0 1-1,0-1 1,0 15 0,2-2-3,0 1 0,2-1 0,0 1 0,1-1 0,2 0 0,7 26 0,-10-42 12,1 1 0,-1 0 0,1-1 0,0 0 0,0 1 0,1-1-1,-1-1 1,1 1 0,0 0 0,1-1 0,-1 0 0,1 0 0,-1 0 0,1-1-1,1 1 1,-1-1 0,0 0 0,1-1 0,-1 1 0,1-1 0,0 0 0,0-1-1,0 1 1,0-1 0,0 0 0,10 0 0,4 0-13,0-1 0,1-1 0,-1-1 1,1 0-1,-1-2 0,28-8 0,-34 8 6,-1-2 0,0 0-1,-1 0 1,1-1 0,-1-1-1,-1 0 1,1 0 0,-1-2-1,-1 1 1,12-14 0,7-9 18,-2-2 0,-1 0 1,22-39-1,-39 56-13,-1 1 0,-1-1 0,0 0 0,-1-1 0,-1 1 0,0-1 0,-2 0 0,0-1 0,1-33 0,-4 9-15,1 9 12,-2 0 1,-8-62-1,7 85-6,-1 0-1,-1 0 1,1 0 0,-1 1 0,-1-1-1,0 1 1,-1 0 0,0 0-1,0 0 1,-1 1 0,0 0 0,-12-11-1,9 12 0,-1 0-1,0 0 0,0 1 1,-1 0-1,1 1 0,-1 1 1,-1-1-1,1 2 0,-1 0 1,0 1-1,0 0 0,0 0 1,0 2-1,0 0 0,0 0 1,-26 3-1,32-1-58,0-1 0,0 2 0,1-1 0,-1 1 1,1 0-1,-1 1 0,1-1 0,0 1 0,0 0 0,0 1 0,0 0 1,1 0-1,-1 0 0,1 0 0,0 1 0,-8 10 0,7-7-967,1 0 0,1 0 0,-1 0 0,2 1 0,-1 0 0,-4 17-1,-16 67-9171,20-42 4234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10.1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176 14 13973,'0'-1'121,"0"1"-1,0-1 1,0 1 0,0 0-1,1-1 1,-1 1-1,0-1 1,0 1-1,0-1 1,0 1-1,0 0 1,0-1 0,0 1-1,0-1 1,0 1-1,0 0 1,-1-1-1,1 1 1,0-1-1,0 1 1,0 0 0,0-1-1,-1 1 1,1-1-1,0 1 1,0 0-1,-1-1 1,1 1 0,0 0-1,-1 0 1,1-1-1,0 1 1,-1-1-1,-5 3 364,-1-1-1,1 1 1,1 0 0,-1 0-1,0 0 1,0 1-1,1 0 1,-1 0 0,1 1-1,0-1 1,0 1-1,0 0 1,1 1 0,0-1-1,-1 1 1,1 0-1,1 0 1,-6 8 0,-18 60 3059,-7 39-3059,30-89-471,1 0 0,2 0 0,0 0 0,3 30 1,0 2-2,-3-35-10,2 0 0,1-1 0,0 1 0,1-1 0,1 0 0,1 1 0,9 22 0,-11-35 0,0 0 1,1 0-1,0 0 1,0-1-1,1 1 1,0-1-1,0 0 0,0-1 1,1 1-1,-1-1 1,1 0-1,1 0 1,-1-1-1,1 0 0,-1 0 1,1-1-1,0 1 1,1-1-1,-1-1 1,0 0-1,10 2 1,-2 0 2,1-2-1,0 0 1,-1 0 0,1-2 0,0 0 0,0-1 0,0 0 0,0-1 0,-1-1 0,1-1 0,-1 0 0,0-1 0,0 0 0,23-13 0,-9 1-676,-1-1 0,0-2-1,32-29 1,-45 33-1909,0 0 0,-2 0 0,19-29-1,7-17-5322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11.0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 1298 10009,'-2'1'276,"1"-1"1,-1 1 0,1 0-1,-1 0 1,1 0-1,0 0 1,-1 0-1,1 0 1,0 0 0,0 0-1,0 1 1,0-1-1,0 0 1,0 1-1,0-1 1,0 1-1,0-1 1,1 1 0,-1-1-1,1 1 1,-1-1-1,1 1 1,-1 0-1,1-1 1,0 1-1,0 0 1,0-1 0,0 1-1,0 0 1,0-1-1,1 1 1,-1 0-1,0-1 1,2 4-1,0-5 176,0 1-1,0 0 0,0-1 0,0 0 0,1 1 0,-1-1 0,0 0 0,0 0 0,0 0 0,1-1 1,-1 1-1,0 0 0,0-1 0,0 1 0,0-1 0,4-2 0,15-12 333,0-2-1,-2 0 1,0-1-1,31-39 1,6-17-751,-3-2-1,-3-2 1,-4-3 0,-4-1 0,-3-2-1,-4-2 1,-4-1 0,-3-2 0,28-169-1,-50 203-29,-2-79 1,-4 114 3,0 19-7,0 0 0,0 1 0,0-1 1,0 0-1,0 1 0,0-1 0,0 1 0,-1-1 0,1 0 0,0 1 0,0-1 0,0 0 0,-1 1 0,1-1 1,0 1-1,-1-1 0,1 0 0,0 1 0,-1-1 0,1 1 0,-1-1 0,1 1 0,-1 0 0,1-1 0,-1 1 1,1-1-1,-1 1 0,0 0 0,1-1 0,-1 1 0,1 0 0,-2 0 0,-24 4 6,20-2-8,0 1 0,0 0 0,1 0-1,-1 1 1,1 0 0,-9 7 0,-2 9-3,2-1 1,0 2 0,2 0 0,0 0 0,1 1 0,-13 40 0,-34 147-17,47-161 20,-5 28 1,3 1 0,-4 107-1,15 160-6,3-188 0,-1-92-26,16 124 1,-13-170 48,0 0 1,1 0-1,1-1 0,1 1 0,1-1 1,0-1-1,1 1 0,0-1 0,2 0 1,0-1-1,19 22 0,-24-32-14,1 0 1,0 0-1,0-1 0,0 1 0,1-2 0,-1 1 1,1-1-1,0 0 0,0 0 0,0-1 1,1 0-1,-1 0 0,0-1 0,1 1 0,-1-2 1,1 1-1,-1-1 0,13-1 0,-16 1-9,1-1 0,-1 1-1,1-1 1,-1 0-1,1 0 1,-1 0 0,1 0-1,-1-1 1,0 0 0,0 0-1,0 0 1,0 0 0,0-1-1,0 0 1,-1 0-1,5-3 1,-2-1 13,0 0 1,-1 0-1,1 0 0,-1-1 0,-1 0 1,0 0-1,6-16 0,-1-1 40,-2-1 0,-1-1 0,-2 1-1,4-49 1,-7 41-31,-1-1-1,-1 1 1,-2 0 0,-2 0-1,-16-63 1,17 83-25,-1 0 1,0 0 0,-1 1-1,0 0 1,-1 0 0,0 0 0,-1 1-1,-1 0 1,0 1 0,0-1-1,-1 2 1,-1 0 0,1 0-1,-2 1 1,1 0 0,-18-9 0,19 13-98,-1 1 0,0 0 0,0 1 0,0 0 0,0 1 0,-1 0 0,1 1 0,-1 0 0,-21 1 0,-37 10-3020,8 8-3723,-16 19-4094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0.47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1549 13117,'5'-5'517,"-1"1"0,1 1 0,-1-1 0,1 0 0,0 1 0,1 0 0,-1 0 0,0 1 0,1 0 0,0-1 0,9-1 0,-13 4-320,0 0 0,0 0 0,1-1 1,-1 1-1,0-1 0,0 0 0,0 1 0,0-1 0,0 0 0,0 0 0,2-2 0,-2 2-33,0 0 0,0 0 0,0 0 0,-1 0 0,1 0 0,0 1 0,0-1-1,0 1 1,1-1 0,-1 1 0,2 0 0,44-14 6146,-43 13-6205,0 0-1,-1-1 1,0 0-1,1 0 0,-1 0 1,0 0-1,0-1 0,0 0 1,0 0-1,0 0 1,-1 0-1,6-7 0,40-46-140,-6-3 55,-2-2 0,-3-1 0,-3-2 0,38-98 0,-40 74 30,-5-1-1,34-185 1,-45 169-23,5-190-1,-22 283-38,1 5 13,0-1 0,-1 0 0,0 0-1,-1 1 1,0-1 0,0 0 0,0 0 0,-1 1 0,0-1-1,-1 1 1,0 0 0,-4-9 0,7 16 0,-1-1 0,1 1 0,0 0 1,0-1-1,0 1 0,-1 0 0,1-1 0,0 1 0,0 0 1,-1 0-1,1-1 0,0 1 0,-1 0 0,1 0 0,0 0 1,-1-1-1,1 1 0,0 0 0,-1 0 0,1 0 1,-1 0-1,1 0 0,0 0 0,-1 0 0,1 0 0,0 0 1,-1 0-1,1 0 0,-1 0 0,0 0 0,-2 0-5,-2-1 4,-1 1 0,1 0 0,-1 0 0,1 0 1,-1 0-1,1 1 0,-1 0 0,1 0 0,-1 1 0,1 0 1,0 0-1,0 0 0,-1 0 0,2 1 0,-1 0 0,0 0 0,0 0 1,1 0-1,0 1 0,0 0 0,-4 4 0,-11 19-9,2 1 0,1 1-1,2 0 1,-14 38 0,-33 128-4,38-85 5,-18 216 0,37-284 2,-2 62 4,11 164-1,-1-226 3,1-1 1,2 0-1,2-1 1,2 0-1,23 58 1,-26-79 2,0 0 1,2-1-1,0 0 1,1 0 0,1-1-1,0 0 1,1-1 0,1-1-1,1 0 1,0-1-1,1-1 1,33 23 0,-37-31 0,1 1 1,-1-2 0,1 1 0,0-2 0,0 0 0,1 0 0,-1-1 0,1-1 0,-1 0 0,20-2 0,-26 0-3,0 0 0,1 0 0,-1-1 1,0 1-1,0-2 0,0 1 0,0-1 0,0 0 0,0 0 1,-1-1-1,0 0 0,1 0 0,-1-1 0,-1 1 0,1-1 1,-1-1-1,0 1 0,0-1 0,0 0 0,-1 0 1,5-10-1,0 2 12,-2 0 0,0-1 1,0 0-1,-2 0 0,0 0 1,0-1-1,-2 0 1,0 0-1,1-18 0,-3 9-13,-1 0 1,0 0-1,-2-1 0,-2 1 0,0 1 0,-1-1 0,-17-45 0,17 57-1,0 0 0,-1 1 0,-1 0 0,0 1 0,-1-1 0,0 1 0,-1 1 0,0 0 0,0 0 0,-1 1 0,-1 0 0,1 0 0,-2 1 0,1 1 0,-1 0 0,-16-8 0,11 9-158,1 0 0,-1 2 1,-1-1-1,1 2 0,-1 0 1,1 2-1,-1 0 1,0 0-1,1 2 0,-24 3 1,24-2-353,-1 2 0,1 0 0,0 1 0,0 0 0,0 2 0,1 0 0,0 1 0,1 0 0,-1 1 0,-17 15 0,-27 31-9078,11 6-3266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1.78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1037 10109,'0'1'329,"1"-1"-1,-1 1 1,1 0 0,0 0 0,0-1-1,-1 1 1,1 0 0,0-1 0,0 1 0,0-1-1,-1 1 1,1-1 0,0 0 0,0 1-1,0-1 1,0 0 0,0 0 0,0 1-1,0-1 1,0 0 0,0 0 0,0 0-1,0 0 1,0 0 0,1-1 0,40 1 3701,-29 0-2201,-8-3-1452,0 0 1,0 0 0,-1 0 0,1-1 0,-1 1 0,0-1 0,0 0 0,7-8 0,18-27 743,-1-1 0,35-71 0,-41 67-1098,-3-1 0,-2-1 1,-1-1-1,-3 0 1,-2-1-1,-2-1 0,-2 1 1,1-83-1,-8 93 2,1 9-24,-2 0-1,-5-36 1,4 54-5,0 0 0,-1 1 0,-1 0 0,1-1 0,-2 1 0,1 0 0,-2 1 0,1-1 0,-11-13 1,13 20 2,-1 0 1,1 0 0,-1 0 0,0 0 0,1 1 0,-1-1 0,0 1 0,-1 0 0,1 0 0,0 0 0,-1 1 0,1 0 0,0 0 0,-8-1 0,5 1-2,-1 0 0,1 0 0,-1 1-1,0 0 1,1 1 0,-1 0 0,0 0 0,-10 3 0,17-3 1,-1-1 0,1 1 0,-1-1 0,1 1 0,0 0 0,-1 0 1,1 0-1,0 0 0,0 0 0,0 0 0,0 0 0,0 0 0,0 0 0,0 0 0,0 1 0,0-1 0,1 0 0,-1 1 0,0-1 0,1 1 0,-1-1 0,1 0 0,-1 1 0,1-1 0,0 1 0,0 1 0,-6 16 7,0-3-9,2-8 5,1-1 0,0 1 0,1 0-1,-1 0 1,2 0 0,-1 0 0,0 16 0,1-3-12,2 1 0,0-1 1,1 0-1,7 31 1,-6-45 13,-1 0-1,1 0 1,0 0-1,1 0 1,0 0 0,0-1-1,0 0 1,1 0-1,0 0 1,0 0 0,0-1-1,1 0 1,0 0-1,0 0 1,11 6 0,-6-5-2,1-1 0,-1 0 0,1-1 0,1 0 1,-1-1-1,0 0 0,1-1 0,0-1 0,-1 0 1,1 0-1,21-3 0,-15 2 3,-11-1-6,-1 0 0,0-1 1,0 1-1,0-1 0,0-1 0,0 0 0,0 0 1,0 0-1,-1 0 0,0-1 0,9-7 1,-11 4-18,-9 14 1,-7 11 13,1 1 0,1-1 1,1 2-1,1-1 0,0 1 0,1 0 0,2 1 1,-4 21-1,-6 43-8,11-64 3,0-1-1,1 1 1,1 0 0,0 0-1,2 0 1,4 33 0,-4-50 9,1-1 0,-1 0 0,1 1 0,0-1 1,0 0-1,1 1 0,-1-1 0,0 0 1,1 0-1,0 0 0,0 0 0,0-1 1,0 1-1,0 0 0,1-1 0,-1 1 1,1-1-1,0 0 0,0 0 0,-1 0 0,1 0 1,1-1-1,-1 1 0,5 1 0,4 0 31,0 0-1,0-2 0,0 1 0,0-1 0,20-2 0,-14 1-96,-9-1 85,0 0 1,0 0 0,-1-1 0,1 0 0,0 0 0,0-1 0,-1 0 0,0-1 0,0 0 0,14-9 0,25-23-1301,-10-6-3642,-11 2-4763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2.57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71 168 5785,'0'-33'6390,"0"-44"-2075,1 73-3612,0 0 0,0 0 1,0 0-1,0 0 0,1 0 1,-1 0-1,1 0 0,4-5 1,0-4 1256,-4 10 181,-2 3-1971,1 1 0,0-1 1,-1 1-1,1-1 0,-1 0 0,1 1 0,-1-1 0,1 1 0,-1 0 1,1-1-1,-1 1 0,0-1 0,1 1 0,-1 0 0,0-1 0,1 1 1,-1 0-1,0-1 0,0 1 0,0 0 0,0-1 0,0 1 0,1 0 1,-1 0-1,0-1 0,-1 1 0,1 1 0,0 31-880,0-21 1069,0 6-361,0-8 1,0 0 1,0 0-1,-1 0 0,-4 19 1,-2-4 2,2-12 4,2 0-1,-1 0 0,2 0 0,0 0 1,-1 21-1,2-4-28,-9 49-1,5-48 42,-2 52 0,5-53-14,-8 50-1,5-51-200,-2 50-1,7-63-770,-2 0-1,0 1 1,-6 18-1,5-20-2223,0 0-1,1-1 0,-1 18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3.07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144 41 10025,'-10'-5'906,"0"0"1,0 1-1,0 0 0,-1 0 1,0 1-1,-17-2 0,24 5-460,0 0-1,-1 0 0,1 0 0,0-1 0,-1 1 0,1-1 0,0 0 0,0-1 0,0 1 0,-8-4 7831,23 7-5887,30-2-3211,-36 0 1457,280 18-567,-8-1-31,52-13-1409,-293-10-3369,-19 1 510,3 3-4596,-6 2-1161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3.63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106 25 13125,'0'0'4811,"-4"0"-2777,-1 2-1420,0 0 0,0 0 0,0 1-1,1 0 1,-1 0 0,1 0 0,0 0-1,0 1 1,0 0 0,0 0 0,1 0-1,0 0 1,-1 0 0,1 1 0,1-1-1,-5 9 1,1 5-493,0-1 0,1 1 0,1 0 0,0 0 0,2 1 0,-1 26 0,7 118-199,-4-154 101,3 18-11,0-1 1,1 1 0,14 41 0,-14-54 0,0-1 0,2-1 0,0 1 0,0-1 0,1 0 0,0 0 0,1-1 0,17 19 0,-21-26-11,0-1 1,0 0 0,1 1 0,-1-2 0,1 1-1,0-1 1,0 1 0,0-1 0,0-1 0,0 1-1,0-1 1,1 0 0,-1 0 0,1 0 0,-1-1-1,0 0 1,1 0 0,6-1 0,-5 0 5,0 0 0,0 0 0,0-1 0,-1 0 0,1 0 0,-1-1 1,0 1-1,0-1 0,1-1 0,-2 1 0,1-1 0,0 0 0,5-6 0,-1 0 1,-1-1 0,0 0 0,-1-1 0,0 1 1,0-2-1,-1 1 0,-1-1 0,0 0 0,-1 0 0,-1-1 0,6-22 0,-5-4 0,-1 0 0,-1-72 0,-3 82-7,-1 13-5,0 0 0,0 1 0,-2-1 1,0 1-1,-1-1 0,0 1 1,-2 0-1,0 1 0,0-1 0,-2 1 1,0 1-1,0-1 0,-1 1 1,-1 1-1,-15-17 0,22 27-12,-1 0 0,1 0 0,0 1 0,-1-1 0,0 1 0,1 0 0,-1 0 0,0 0 0,0 1 0,0-1 0,0 1 0,0 0 0,-1 0 0,1 1 0,0-1 0,0 1 0,-1 0 0,1 0 0,0 0 0,0 1 0,-1 0 0,1-1 0,0 1 0,0 1 0,-5 1 0,1 0-567,1 1 0,0 0 0,0 0 0,0 1 0,1 0 0,-1 0 0,1 0 0,1 1 0,-1 0 0,1 0 0,-9 13 0,-19 42-6774,2 12-381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4.28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451 112 7361,'1'-12'3477,"-1"8"-2965,1 1-1,-1-1 1,0 0-1,0 1 1,0-1-1,0 1 1,0-1-1,-1 1 1,0-1-1,0 0 1,-2-5-1,-3 3 196,0 1-1,0 1 1,0-1-1,-1 1 0,0 0 1,1 1-1,-1-1 1,-1 1-1,1 1 0,0-1 1,-1 1-1,1 1 1,-1-1-1,-12 0 1,10 2-421,0-1 0,0 1 0,1 1 0,-1 0 0,0 0 0,0 1 0,1 0 1,-1 0-1,1 1 0,-1 1 0,1-1 0,-12 8 0,6-1-286,-1 1-1,2 0 0,-1 1 0,2 0 1,-19 21-1,25-24 7,0 0-1,1 0 1,0 1 0,1 0 0,0 0-1,0 0 1,1 1 0,1 0-1,0-1 1,-2 12 0,-3 22-42,-1 4 40,2 0 0,-1 58-1,8-90 3,1-1-1,0 1 1,1-1-1,0 0 1,2 0-1,0 0 1,0 0-1,2 0 1,-1-1-1,2 0 1,10 16-1,-11-22-1,0 0 0,1-1 0,0 0 0,0 0 0,1-1 0,0 0 0,0 0 0,0-1 0,1 0 0,0 0 0,0-1 0,0 0 0,0-1 0,1 0 0,-1 0 0,1-1 0,0 0 0,0-1 0,0 0 0,12 0 0,0-1-46,0-1-1,0-1 1,0 0 0,-1-2 0,1 0-1,-1-2 1,0 0 0,27-13 0,-38 14-488,-1 0 1,1-1-1,-2 0 1,1 0 0,13-14-1,0-3-3686,-1-2 0,18-27-1,7-6-4744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4.94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1 841 9953,'2'3'605,"-1"0"0,1 0 1,0-1-1,0 1 0,1 0 0,-1-1 1,0 0-1,1 1 0,0-1 0,-1 0 1,1 0-1,0 0 0,0-1 0,0 1 1,0-1-1,0 0 0,1 1 0,-1-1 0,6 1 1,-3-2-146,0 0-1,-1 0 1,1-1 0,0 0 0,-1 1 0,1-2 0,-1 1 0,0-1-1,1 0 1,-1 0 0,6-3 0,4-4-37,-1 0 1,0-1-1,0 0 0,-1-1 1,0 0-1,-1-1 0,14-18 1,-6 1-364,-1 1 1,-1-2 0,-2-1-1,-1 0 1,16-49 0,37-171-23,-61 222-14,2-19-21,-2 0 1,-2-1-1,-2-55 1,-3 98 20,-10 7-72,10-1 47,0 0 1,-1-1 0,1 1 0,0 0-1,-1 0 1,1 0 0,0 0 0,-1 0 0,1-1-1,-1 1 1,1 0 0,0 0 0,-1 0-1,1 0 1,0 0 0,-1 0 0,1 0-1,-1 0 1,1 0 0,0 0 0,-1 0 0,1 1-1,0-1 1,-1 0 0,1 0 0,0 0-1,-1 0 1,1 1 0,0-1 0,-1 0-1,1 0 1,0 1 0,-1-1 0,1 0-1,0 0 1,0 1 0,-1-1 0,1 0 0,0 1-1,0-1 1,0 0 0,0 1 0,-1-1-1,1 0 1,0 1 0,0-1 0,0 0-1,0 1 1,0-1 0,0 1 0,0-1-1,0 0 1,0 1 0,0-1 0,0 1 0,-10 53 51,6-44-55,2 1 1,-1-1-1,2 1 1,-2 18 0,1 86-27,1 87 33,3-162 1,2-1 0,1 1-1,12 38 1,-14-66-9,1 0 0,0 1 1,1-1-1,0-1 0,1 1 0,1-1 0,13 19 0,-16-25 15,0-1-1,1 1 1,0-1-1,0 0 1,0 0-1,0 0 1,0 0-1,1-1 1,0 0 0,0 0-1,-1-1 1,2 0-1,-1 0 1,0 0-1,0-1 1,1 0-1,8 1 1,-6-2-102,-1 1 0,1-2 0,-1 0 0,1 0 0,-1 0 0,1-1 0,-1 0-1,0-1 1,0 1 0,0-2 0,0 1 0,11-8 0,-14 8-634,0-1 0,-1 0 0,1 0 0,-1 0 0,0-1 0,0 1 0,0-1 0,0 0 0,-1 0 0,0-1 0,4-7 0,11-38-7821,4-12-2842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5.55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16 330 2224,'10'-36'12376,"-4"33"-8230,-6 49 4020,-1 1-4198,3 154-3654,-1-191-302,1 0 0,0 0 0,0 0 0,1 0 0,0-1 0,1 1 0,0-1 0,0 0 0,11 16 0,-12-20-3,1 0 0,0-1 0,0 0 1,0 1-1,0-2 0,0 1 0,1 0 1,0-1-1,-1 0 0,1 0 0,1 0 1,-1-1-1,0 0 0,1 0 1,-1 0-1,1-1 0,-1 1 0,12 0 1,-8-2-7,0 0 0,0 0 0,0-1 0,0-1 0,0 1 0,0-1 0,0-1 0,0 0 0,-1 0 0,1-1 0,-1 1 0,0-2 0,0 1 0,-1-1 0,1-1 0,-1 1 0,0-1 0,-1-1 0,1 1 0,-1-1 0,0 0 0,-1 0 0,7-11 0,-5 6 1,0 1 0,-1-1 0,-1-1 0,0 1 0,0-1 0,-1 1 0,-1-1 1,4-23-1,-3-7 4,-1-59 1,-3 90-11,-1-18 6,-1 0 0,-1 0 0,-1 0-1,-10-31 1,12 49-7,-2 1-1,1 0 1,-1 1-1,-1-1 1,0 1-1,0 0 1,-1 0-1,-1 0 1,1 1-1,-1 0 1,-1 0-1,0 1 1,-17-15-1,18 20-134,0-1-1,0 1 1,-1 0 0,1 0-1,-1 1 1,1 0-1,-1 0 1,0 1 0,0 0-1,0 0 1,0 1-1,0 0 1,0 0-1,-11 3 1,-48 14-5110,10 13-3891,4 8 427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5.9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1 317 11333,'31'-12'1871,"-1"-2"0,-1-1 0,36-23 0,-51 28-1065,0-1 1,-1-1-1,0 0 0,-1-1 1,0 0-1,-1 0 0,18-30 1,-14 17 690,-4 7 45,0 0 0,20-24 0,-31 43-1540,0 0 0,0-1-1,0 1 1,0 0 0,0 0 0,0 0 0,1-1 0,-1 1-1,0 0 1,0 0 0,0 0 0,0 0 0,0-1 0,1 1-1,-1 0 1,0 0 0,0 0 0,0 0 0,0 0 0,1 0-1,-1-1 1,0 1 0,0 0 0,0 0 0,1 0 0,-1 0-1,0 0 1,0 0 0,1 0 0,-1 0 0,0 0 0,0 0-1,0 0 1,1 0 0,-1 0 0,0 0 0,0 0 0,0 0-1,1 0 1,-1 1 0,0-1 0,0 0 0,0 0 0,1 0-1,-1 0 1,0 0 0,0 0 0,0 1 0,0-1 0,0 0-1,1 0 1,-1 0 0,0 0 0,0 1 0,0-1 0,0 0-1,0 0 1,0 0 0,0 1 0,0-1 0,1 0 0,-1 0-1,0 0 1,0 1 0,0-1 0,0 0 0,0 0 0,0 1-1,0 16 10,0-15-2,-1 104-7,-1-17 0,10 99-1,-5-161-1,1 0 1,2-1-1,0 1 0,2-1 1,1-1-1,0 0 0,2 0 1,16 25-1,-22-42 6,0 0 0,1 0 0,0-1 0,1 1 0,-1-1-1,1-1 1,1 0 0,-1 0 0,1 0 0,0-1 0,1 0 0,-1 0 0,1-1 0,18 6 0,-5-4-185,1-2-1,0 0 1,0-2 0,0 0-1,23-2 1,7-4-4475,-45 2 3041,-1 0 0,0 0 1,0-1-1,-1 0 0,9-4 0,32-22-11890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7.36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2341 9561,'37'-7'8752,"-1"-12"-3641,31-35 130,-43 33-3029,10-10-2097,-1-1 1,-2-2 0,-1-2-1,41-62 1,80-167-90,-134 234-1,26-57-3,-4-1 1,-4-2-1,31-130 1,40-291 28,-81 344-32,-8-2 0,-4-172 0,-13 341-19,0 0 1,0 0-1,0 0 0,0-1 0,0 1 1,0 0-1,0 0 0,0 0 0,0 0 1,-1 0-1,1 0 0,0 0 0,-1 0 1,1 0-1,-1 0 0,1 0 0,-1 0 1,1 0-1,-1 0 0,0 0 0,0 0 0,1 0 1,-1 0-1,0 1 0,0-1 0,0 0 1,0 1-1,0-1 0,0 1 0,0-1 1,0 1-1,0-1 0,0 1 0,0 0 1,0-1-1,0 1 0,0 0 0,0 0 1,0 0-1,-1 0 0,1 0 0,0 0 0,0 0 1,0 0-1,0 0 0,0 1 0,-2 0 1,-2 0-2,1 0 1,-1 1 0,1 0 0,0 0 0,-1 0 0,1 1-1,0-1 1,1 1 0,-1 0 0,-5 6 0,-9 12 0,2 2 0,0 0 0,1 0 1,-14 34-1,-41 111-25,38-88 25,-36 92-17,8 2 1,-68 325 0,107-306 36,12-87 3,0-28-22,-8 134-44,15-105 29,1-15 9,9 96 0,-5-160 12,1 0 1,2-1 0,1 1-1,1-1 1,1 0-1,1-1 1,24 44-1,-29-62-8,0 0-1,1 0 1,0 0-1,1-1 1,-1 0-1,1 0 0,1-1 1,-1 0-1,1 0 1,0-1-1,0 0 1,1 0-1,0-1 1,0 0-1,0 0 1,0-1-1,0 0 1,1-1-1,-1 0 0,1-1 1,-1 1-1,1-2 1,0 0-1,0 0 1,-1 0-1,1-1 1,0-1-1,-1 0 1,1 0-1,-1-1 1,0 0-1,0 0 1,0-1-1,0-1 0,9-5 1,4-5 10,1-1 1,-2-1-1,0 0 0,-2-2 0,0 0 1,-1-2-1,0 0 0,-2-1 1,-1 0-1,0-1 0,19-44 1,-19 32 8,-2-1 0,-1-1 1,-2 0-1,-1 0 1,-2-1-1,-1 0 0,0-68 1,-6 97-22,-1 1 0,1-1 1,-1 0-1,-1 1 1,1-1-1,-2 1 1,1-1-1,-1 1 1,0 0-1,-1 0 1,-6-10-1,7 13 2,-1 0 0,0 1-1,0-1 1,0 1 0,0 0 0,-1 1-1,0-1 1,1 1 0,-1-1 0,-1 2 0,1-1-1,0 0 1,-1 1 0,1 0 0,-1 0-1,0 1 1,-10-2 0,-10 0-183,0 1 0,0 1 1,-32 3-1,-32 12-4437,-3 13-6615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0AE348-BFAE-40E0-9FFF-F5576A2D3543}" type="datetimeFigureOut">
              <a:rPr lang="uk-UA" smtClean="0"/>
              <a:t>15.11.2024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4C328-6540-4917-AFA8-728E69501C5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73168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A4C328-6540-4917-AFA8-728E69501C5F}" type="slidenum">
              <a:rPr lang="uk-UA" smtClean="0"/>
              <a:t>17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406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2B8769-533A-DA01-2A21-7F1322BA3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F2443A39-664E-DA5E-423F-14B658D48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3F3F355-46A0-1AFE-B108-9C07F53AD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15.11.2024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EEC637E-7CAA-62C2-F75B-962804F04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D80C33D-6B8B-6B31-6386-0D5B5F8FF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36998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6D2D18-E3D2-27FF-E929-BAEFB240F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6B3C4C1-7B9B-69AC-D125-4CC8A4AF2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E5D5E4F-B71D-2C6D-4A0E-49E76C545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15.11.2024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4B94F82-E618-FB0C-8E99-F9C4658FE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211ADAE-5658-D1E4-225F-25E5E5DD0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55917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F69D56-A759-1DEA-9054-858307BA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AFFE939-E0DD-DA92-DA23-7DE5132F5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4A8D8FD-3551-1218-5ADB-40F83FE39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15.11.2024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739879A-1101-DF4D-B4AD-7186DA2F3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6427F95-481D-5552-7916-A610C2CD4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14633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EB699B-E14C-AEFF-AAD0-9D3CB950A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5975C8D-922A-F4EF-499E-AA12129C47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CB36800-A0C9-E769-1198-16F0195AC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46038F88-A5CB-DBAB-BB61-6F9FC6676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15.11.2024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1B713E0-AAD2-103F-9162-EDB058BA5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2BD4A19-EC30-1828-B405-95EC8BC86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53284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22F56D-82B0-2CC6-2115-DDB03161F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1AE7899-1956-2B05-6A7B-D241C7488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24C7A8B-A267-3F1C-A8DA-9D3192DF8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71F46BF1-EDE8-6854-8B68-0D3837BD34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5DBA2DF6-E379-FBB1-E88D-0FCFA22741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AFE044E5-AC29-3F94-1BA8-88F24ACCC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15.11.2024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1E6E15B7-963D-808D-CB92-50CE38A3E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742AF08A-6118-8AA7-9AEB-D6076EC4B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50408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DBEF73-836F-7604-0501-37C4C173D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DB581672-98BD-FA2C-D7DA-90BBB5A54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15.11.2024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DE388A3E-856C-B795-F6E8-F908F1480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D93B61C8-FA02-CF9F-18DA-99EDFC2F7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4413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98C7D2F1-5BB3-9919-1732-8855B7B10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15.11.2024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CECCA6FA-7179-41FF-21A1-DC6D6FE7A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E78EC2D9-C37A-5676-833F-DD2E1E3BE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13903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217E20-704C-2D4A-F9FA-8E803E077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6AC1174-DDEE-2545-7457-7460E6E45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9947975-09C5-1632-5CC1-95AE1BDF2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2BE95E4-D9D7-A13E-4F9D-E8C9C25CF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15.11.2024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479E71B-D75B-254D-9F6C-25A1E4CBA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0B06530-7FD2-7310-D0C8-CE187858D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3398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B4AFE8-E9F1-5D00-F9C2-AAF69D1A0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3CBAFAE0-4C1C-BF9A-D7E0-251ED5BCB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6966A3BB-9CCE-A290-C627-34960878C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D78958A-8360-C423-06E8-335F4B955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15.11.2024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93395FC-626C-6F9C-47AB-0400BE59A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7B6EB8E-6025-4D34-50DC-2695DEE97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86473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CC3DBC-9BA2-C6D4-73ED-83024010C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E81A01F5-0FAC-96C0-1658-ED4B3FDBF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73ECAA7-00FB-837E-B6C2-2E8F03B45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15.11.2024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CCD87F8-0BEC-A75F-AA59-D536530ED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105F2DF-DAE4-D7F6-3CEB-8713E5A9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76386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4A003452-18F4-21B0-9137-43F52F66B1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23683E4E-32A1-0925-A426-2967067987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358E47A-5A28-D17E-1613-0728E53B0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15.11.2024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C674AAF-F5E9-6A56-02E4-5A7A419C5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078FE72-5FD1-1729-CD56-6A07C93B6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5150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792C1DC2-583E-F664-0231-8CC8DCEB5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733BA2D-CE05-468C-C444-596E57A4B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E5C5FF1-26B3-140A-7C83-AD98A977E2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9EB28-4901-4311-BD46-E91374A8BBCB}" type="datetimeFigureOut">
              <a:rPr lang="uk-UA" smtClean="0"/>
              <a:t>15.11.2024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C3FDC5D-8BB5-62E6-D3AB-3BD6790A4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BC36853-1FD4-68C2-F57B-23B7C813B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12361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3" Type="http://schemas.openxmlformats.org/officeDocument/2006/relationships/diagramLayout" Target="../diagrams/layout8.xml"/><Relationship Id="rId7" Type="http://schemas.openxmlformats.org/officeDocument/2006/relationships/diagramData" Target="../diagrams/data9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5" Type="http://schemas.openxmlformats.org/officeDocument/2006/relationships/diagramColors" Target="../diagrams/colors8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1.xml"/><Relationship Id="rId13" Type="http://schemas.openxmlformats.org/officeDocument/2006/relationships/diagramData" Target="../diagrams/data12.xml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12" Type="http://schemas.microsoft.com/office/2007/relationships/diagramDrawing" Target="../diagrams/drawing11.xml"/><Relationship Id="rId17" Type="http://schemas.microsoft.com/office/2007/relationships/diagramDrawing" Target="../diagrams/drawing12.xml"/><Relationship Id="rId2" Type="http://schemas.openxmlformats.org/officeDocument/2006/relationships/notesSlide" Target="../notesSlides/notesSlide1.xml"/><Relationship Id="rId16" Type="http://schemas.openxmlformats.org/officeDocument/2006/relationships/diagramColors" Target="../diagrams/colors1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0.xml"/><Relationship Id="rId11" Type="http://schemas.openxmlformats.org/officeDocument/2006/relationships/diagramColors" Target="../diagrams/colors11.xml"/><Relationship Id="rId5" Type="http://schemas.openxmlformats.org/officeDocument/2006/relationships/diagramQuickStyle" Target="../diagrams/quickStyle10.xml"/><Relationship Id="rId15" Type="http://schemas.openxmlformats.org/officeDocument/2006/relationships/diagramQuickStyle" Target="../diagrams/quickStyle12.xml"/><Relationship Id="rId10" Type="http://schemas.openxmlformats.org/officeDocument/2006/relationships/diagramQuickStyle" Target="../diagrams/quickStyle11.xml"/><Relationship Id="rId4" Type="http://schemas.openxmlformats.org/officeDocument/2006/relationships/diagramLayout" Target="../diagrams/layout10.xml"/><Relationship Id="rId9" Type="http://schemas.openxmlformats.org/officeDocument/2006/relationships/diagramLayout" Target="../diagrams/layout11.xml"/><Relationship Id="rId14" Type="http://schemas.openxmlformats.org/officeDocument/2006/relationships/diagramLayout" Target="../diagrams/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8.xml"/><Relationship Id="rId3" Type="http://schemas.openxmlformats.org/officeDocument/2006/relationships/diagramLayout" Target="../diagrams/layout17.xml"/><Relationship Id="rId7" Type="http://schemas.openxmlformats.org/officeDocument/2006/relationships/diagramData" Target="../diagrams/data18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11" Type="http://schemas.microsoft.com/office/2007/relationships/diagramDrawing" Target="../diagrams/drawing18.xml"/><Relationship Id="rId5" Type="http://schemas.openxmlformats.org/officeDocument/2006/relationships/diagramColors" Target="../diagrams/colors17.xml"/><Relationship Id="rId10" Type="http://schemas.openxmlformats.org/officeDocument/2006/relationships/diagramColors" Target="../diagrams/colors18.xml"/><Relationship Id="rId4" Type="http://schemas.openxmlformats.org/officeDocument/2006/relationships/diagramQuickStyle" Target="../diagrams/quickStyle17.xml"/><Relationship Id="rId9" Type="http://schemas.openxmlformats.org/officeDocument/2006/relationships/diagramQuickStyle" Target="../diagrams/quickStyle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4.xml"/><Relationship Id="rId3" Type="http://schemas.openxmlformats.org/officeDocument/2006/relationships/diagramLayout" Target="../diagrams/layout23.xml"/><Relationship Id="rId7" Type="http://schemas.openxmlformats.org/officeDocument/2006/relationships/diagramData" Target="../diagrams/data24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3.xml"/><Relationship Id="rId11" Type="http://schemas.microsoft.com/office/2007/relationships/diagramDrawing" Target="../diagrams/drawing24.xml"/><Relationship Id="rId5" Type="http://schemas.openxmlformats.org/officeDocument/2006/relationships/diagramColors" Target="../diagrams/colors23.xml"/><Relationship Id="rId10" Type="http://schemas.openxmlformats.org/officeDocument/2006/relationships/diagramColors" Target="../diagrams/colors24.xml"/><Relationship Id="rId4" Type="http://schemas.openxmlformats.org/officeDocument/2006/relationships/diagramQuickStyle" Target="../diagrams/quickStyle23.xml"/><Relationship Id="rId9" Type="http://schemas.openxmlformats.org/officeDocument/2006/relationships/diagramQuickStyle" Target="../diagrams/quickStyle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7.xml"/><Relationship Id="rId3" Type="http://schemas.openxmlformats.org/officeDocument/2006/relationships/diagramLayout" Target="../diagrams/layout26.xml"/><Relationship Id="rId7" Type="http://schemas.openxmlformats.org/officeDocument/2006/relationships/diagramData" Target="../diagrams/data27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6.xml"/><Relationship Id="rId11" Type="http://schemas.microsoft.com/office/2007/relationships/diagramDrawing" Target="../diagrams/drawing27.xml"/><Relationship Id="rId5" Type="http://schemas.openxmlformats.org/officeDocument/2006/relationships/diagramColors" Target="../diagrams/colors26.xml"/><Relationship Id="rId10" Type="http://schemas.openxmlformats.org/officeDocument/2006/relationships/diagramColors" Target="../diagrams/colors27.xml"/><Relationship Id="rId4" Type="http://schemas.openxmlformats.org/officeDocument/2006/relationships/diagramQuickStyle" Target="../diagrams/quickStyle26.xml"/><Relationship Id="rId9" Type="http://schemas.openxmlformats.org/officeDocument/2006/relationships/diagramQuickStyle" Target="../diagrams/quickStyle2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9.xml"/><Relationship Id="rId3" Type="http://schemas.openxmlformats.org/officeDocument/2006/relationships/diagramLayout" Target="../diagrams/layout28.xml"/><Relationship Id="rId7" Type="http://schemas.openxmlformats.org/officeDocument/2006/relationships/diagramData" Target="../diagrams/data29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8.xml"/><Relationship Id="rId11" Type="http://schemas.microsoft.com/office/2007/relationships/diagramDrawing" Target="../diagrams/drawing29.xml"/><Relationship Id="rId5" Type="http://schemas.openxmlformats.org/officeDocument/2006/relationships/diagramColors" Target="../diagrams/colors28.xml"/><Relationship Id="rId10" Type="http://schemas.openxmlformats.org/officeDocument/2006/relationships/diagramColors" Target="../diagrams/colors29.xml"/><Relationship Id="rId4" Type="http://schemas.openxmlformats.org/officeDocument/2006/relationships/diagramQuickStyle" Target="../diagrams/quickStyle28.xml"/><Relationship Id="rId9" Type="http://schemas.openxmlformats.org/officeDocument/2006/relationships/diagramQuickStyle" Target="../diagrams/quickStyle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7" Type="http://schemas.openxmlformats.org/officeDocument/2006/relationships/image" Target="../media/image50.png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7" Type="http://schemas.openxmlformats.org/officeDocument/2006/relationships/image" Target="../media/image51.jpeg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7" Type="http://schemas.openxmlformats.org/officeDocument/2006/relationships/image" Target="../media/image52.jpeg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9.xml"/><Relationship Id="rId3" Type="http://schemas.openxmlformats.org/officeDocument/2006/relationships/diagramLayout" Target="../diagrams/layout38.xml"/><Relationship Id="rId7" Type="http://schemas.openxmlformats.org/officeDocument/2006/relationships/diagramData" Target="../diagrams/data39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8.xml"/><Relationship Id="rId11" Type="http://schemas.microsoft.com/office/2007/relationships/diagramDrawing" Target="../diagrams/drawing39.xml"/><Relationship Id="rId5" Type="http://schemas.openxmlformats.org/officeDocument/2006/relationships/diagramColors" Target="../diagrams/colors38.xml"/><Relationship Id="rId10" Type="http://schemas.openxmlformats.org/officeDocument/2006/relationships/diagramColors" Target="../diagrams/colors39.xml"/><Relationship Id="rId4" Type="http://schemas.openxmlformats.org/officeDocument/2006/relationships/diagramQuickStyle" Target="../diagrams/quickStyle38.xml"/><Relationship Id="rId9" Type="http://schemas.openxmlformats.org/officeDocument/2006/relationships/diagramQuickStyle" Target="../diagrams/quickStyl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6.xml"/><Relationship Id="rId3" Type="http://schemas.openxmlformats.org/officeDocument/2006/relationships/diagramLayout" Target="../diagrams/layout45.xml"/><Relationship Id="rId7" Type="http://schemas.openxmlformats.org/officeDocument/2006/relationships/diagramData" Target="../diagrams/data46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5.xml"/><Relationship Id="rId11" Type="http://schemas.microsoft.com/office/2007/relationships/diagramDrawing" Target="../diagrams/drawing46.xml"/><Relationship Id="rId5" Type="http://schemas.openxmlformats.org/officeDocument/2006/relationships/diagramColors" Target="../diagrams/colors45.xml"/><Relationship Id="rId10" Type="http://schemas.openxmlformats.org/officeDocument/2006/relationships/diagramColors" Target="../diagrams/colors46.xml"/><Relationship Id="rId4" Type="http://schemas.openxmlformats.org/officeDocument/2006/relationships/diagramQuickStyle" Target="../diagrams/quickStyle45.xml"/><Relationship Id="rId9" Type="http://schemas.openxmlformats.org/officeDocument/2006/relationships/diagramQuickStyle" Target="../diagrams/quickStyle46.xml"/></Relationships>
</file>

<file path=ppt/slides/_rels/slide4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.xml"/><Relationship Id="rId21" Type="http://schemas.openxmlformats.org/officeDocument/2006/relationships/image" Target="../media/image110.png"/><Relationship Id="rId42" Type="http://schemas.openxmlformats.org/officeDocument/2006/relationships/customXml" Target="../ink/ink18.xml"/><Relationship Id="rId47" Type="http://schemas.openxmlformats.org/officeDocument/2006/relationships/image" Target="../media/image240.png"/><Relationship Id="rId63" Type="http://schemas.openxmlformats.org/officeDocument/2006/relationships/image" Target="../media/image320.png"/><Relationship Id="rId68" Type="http://schemas.openxmlformats.org/officeDocument/2006/relationships/customXml" Target="../ink/ink31.xml"/><Relationship Id="rId16" Type="http://schemas.openxmlformats.org/officeDocument/2006/relationships/customXml" Target="../ink/ink5.xml"/><Relationship Id="rId11" Type="http://schemas.openxmlformats.org/officeDocument/2006/relationships/image" Target="../media/image60.png"/><Relationship Id="rId32" Type="http://schemas.openxmlformats.org/officeDocument/2006/relationships/customXml" Target="../ink/ink13.xml"/><Relationship Id="rId37" Type="http://schemas.openxmlformats.org/officeDocument/2006/relationships/image" Target="../media/image190.png"/><Relationship Id="rId53" Type="http://schemas.openxmlformats.org/officeDocument/2006/relationships/image" Target="../media/image270.png"/><Relationship Id="rId58" Type="http://schemas.openxmlformats.org/officeDocument/2006/relationships/customXml" Target="../ink/ink26.xml"/><Relationship Id="rId74" Type="http://schemas.openxmlformats.org/officeDocument/2006/relationships/customXml" Target="../ink/ink34.xml"/><Relationship Id="rId79" Type="http://schemas.openxmlformats.org/officeDocument/2006/relationships/image" Target="../media/image400.png"/><Relationship Id="rId5" Type="http://schemas.openxmlformats.org/officeDocument/2006/relationships/diagramColors" Target="../diagrams/colors47.xml"/><Relationship Id="rId61" Type="http://schemas.openxmlformats.org/officeDocument/2006/relationships/image" Target="../media/image310.png"/><Relationship Id="rId82" Type="http://schemas.openxmlformats.org/officeDocument/2006/relationships/customXml" Target="../ink/ink38.xml"/><Relationship Id="rId19" Type="http://schemas.openxmlformats.org/officeDocument/2006/relationships/image" Target="../media/image100.png"/><Relationship Id="rId14" Type="http://schemas.openxmlformats.org/officeDocument/2006/relationships/customXml" Target="../ink/ink4.xml"/><Relationship Id="rId22" Type="http://schemas.openxmlformats.org/officeDocument/2006/relationships/customXml" Target="../ink/ink8.xml"/><Relationship Id="rId27" Type="http://schemas.openxmlformats.org/officeDocument/2006/relationships/image" Target="../media/image140.png"/><Relationship Id="rId30" Type="http://schemas.openxmlformats.org/officeDocument/2006/relationships/customXml" Target="../ink/ink12.xml"/><Relationship Id="rId35" Type="http://schemas.openxmlformats.org/officeDocument/2006/relationships/image" Target="../media/image180.png"/><Relationship Id="rId43" Type="http://schemas.openxmlformats.org/officeDocument/2006/relationships/image" Target="../media/image220.png"/><Relationship Id="rId48" Type="http://schemas.openxmlformats.org/officeDocument/2006/relationships/customXml" Target="../ink/ink21.xml"/><Relationship Id="rId56" Type="http://schemas.openxmlformats.org/officeDocument/2006/relationships/customXml" Target="../ink/ink25.xml"/><Relationship Id="rId64" Type="http://schemas.openxmlformats.org/officeDocument/2006/relationships/customXml" Target="../ink/ink29.xml"/><Relationship Id="rId69" Type="http://schemas.openxmlformats.org/officeDocument/2006/relationships/image" Target="../media/image350.png"/><Relationship Id="rId77" Type="http://schemas.openxmlformats.org/officeDocument/2006/relationships/image" Target="../media/image390.png"/><Relationship Id="rId8" Type="http://schemas.openxmlformats.org/officeDocument/2006/relationships/customXml" Target="../ink/ink1.xml"/><Relationship Id="rId51" Type="http://schemas.openxmlformats.org/officeDocument/2006/relationships/image" Target="../media/image260.png"/><Relationship Id="rId72" Type="http://schemas.openxmlformats.org/officeDocument/2006/relationships/customXml" Target="../ink/ink33.xml"/><Relationship Id="rId80" Type="http://schemas.openxmlformats.org/officeDocument/2006/relationships/customXml" Target="../ink/ink37.xml"/><Relationship Id="rId3" Type="http://schemas.openxmlformats.org/officeDocument/2006/relationships/diagramLayout" Target="../diagrams/layout47.xml"/><Relationship Id="rId12" Type="http://schemas.openxmlformats.org/officeDocument/2006/relationships/customXml" Target="../ink/ink3.xml"/><Relationship Id="rId17" Type="http://schemas.openxmlformats.org/officeDocument/2006/relationships/image" Target="../media/image90.png"/><Relationship Id="rId25" Type="http://schemas.openxmlformats.org/officeDocument/2006/relationships/image" Target="../media/image130.png"/><Relationship Id="rId33" Type="http://schemas.openxmlformats.org/officeDocument/2006/relationships/image" Target="../media/image170.png"/><Relationship Id="rId38" Type="http://schemas.openxmlformats.org/officeDocument/2006/relationships/customXml" Target="../ink/ink16.xml"/><Relationship Id="rId46" Type="http://schemas.openxmlformats.org/officeDocument/2006/relationships/customXml" Target="../ink/ink20.xml"/><Relationship Id="rId59" Type="http://schemas.openxmlformats.org/officeDocument/2006/relationships/image" Target="../media/image300.png"/><Relationship Id="rId67" Type="http://schemas.openxmlformats.org/officeDocument/2006/relationships/image" Target="../media/image340.png"/><Relationship Id="rId20" Type="http://schemas.openxmlformats.org/officeDocument/2006/relationships/customXml" Target="../ink/ink7.xml"/><Relationship Id="rId41" Type="http://schemas.openxmlformats.org/officeDocument/2006/relationships/image" Target="../media/image210.png"/><Relationship Id="rId54" Type="http://schemas.openxmlformats.org/officeDocument/2006/relationships/customXml" Target="../ink/ink24.xml"/><Relationship Id="rId62" Type="http://schemas.openxmlformats.org/officeDocument/2006/relationships/customXml" Target="../ink/ink28.xml"/><Relationship Id="rId70" Type="http://schemas.openxmlformats.org/officeDocument/2006/relationships/customXml" Target="../ink/ink32.xml"/><Relationship Id="rId75" Type="http://schemas.openxmlformats.org/officeDocument/2006/relationships/image" Target="../media/image380.png"/><Relationship Id="rId83" Type="http://schemas.openxmlformats.org/officeDocument/2006/relationships/image" Target="../media/image420.png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7.xml"/><Relationship Id="rId15" Type="http://schemas.openxmlformats.org/officeDocument/2006/relationships/image" Target="../media/image80.png"/><Relationship Id="rId23" Type="http://schemas.openxmlformats.org/officeDocument/2006/relationships/image" Target="../media/image120.png"/><Relationship Id="rId28" Type="http://schemas.openxmlformats.org/officeDocument/2006/relationships/customXml" Target="../ink/ink11.xml"/><Relationship Id="rId36" Type="http://schemas.openxmlformats.org/officeDocument/2006/relationships/customXml" Target="../ink/ink15.xml"/><Relationship Id="rId49" Type="http://schemas.openxmlformats.org/officeDocument/2006/relationships/image" Target="../media/image250.png"/><Relationship Id="rId57" Type="http://schemas.openxmlformats.org/officeDocument/2006/relationships/image" Target="../media/image290.png"/><Relationship Id="rId10" Type="http://schemas.openxmlformats.org/officeDocument/2006/relationships/customXml" Target="../ink/ink2.xml"/><Relationship Id="rId31" Type="http://schemas.openxmlformats.org/officeDocument/2006/relationships/image" Target="../media/image160.png"/><Relationship Id="rId44" Type="http://schemas.openxmlformats.org/officeDocument/2006/relationships/customXml" Target="../ink/ink19.xml"/><Relationship Id="rId52" Type="http://schemas.openxmlformats.org/officeDocument/2006/relationships/customXml" Target="../ink/ink23.xml"/><Relationship Id="rId60" Type="http://schemas.openxmlformats.org/officeDocument/2006/relationships/customXml" Target="../ink/ink27.xml"/><Relationship Id="rId65" Type="http://schemas.openxmlformats.org/officeDocument/2006/relationships/image" Target="../media/image330.png"/><Relationship Id="rId73" Type="http://schemas.openxmlformats.org/officeDocument/2006/relationships/image" Target="../media/image370.png"/><Relationship Id="rId78" Type="http://schemas.openxmlformats.org/officeDocument/2006/relationships/customXml" Target="../ink/ink36.xml"/><Relationship Id="rId81" Type="http://schemas.openxmlformats.org/officeDocument/2006/relationships/image" Target="../media/image410.png"/><Relationship Id="rId4" Type="http://schemas.openxmlformats.org/officeDocument/2006/relationships/diagramQuickStyle" Target="../diagrams/quickStyle47.xml"/><Relationship Id="rId9" Type="http://schemas.openxmlformats.org/officeDocument/2006/relationships/image" Target="../media/image51.png"/><Relationship Id="rId13" Type="http://schemas.openxmlformats.org/officeDocument/2006/relationships/image" Target="../media/image70.png"/><Relationship Id="rId18" Type="http://schemas.openxmlformats.org/officeDocument/2006/relationships/customXml" Target="../ink/ink6.xml"/><Relationship Id="rId39" Type="http://schemas.openxmlformats.org/officeDocument/2006/relationships/image" Target="../media/image200.png"/><Relationship Id="rId34" Type="http://schemas.openxmlformats.org/officeDocument/2006/relationships/customXml" Target="../ink/ink14.xml"/><Relationship Id="rId50" Type="http://schemas.openxmlformats.org/officeDocument/2006/relationships/customXml" Target="../ink/ink22.xml"/><Relationship Id="rId55" Type="http://schemas.openxmlformats.org/officeDocument/2006/relationships/image" Target="../media/image280.png"/><Relationship Id="rId76" Type="http://schemas.openxmlformats.org/officeDocument/2006/relationships/customXml" Target="../ink/ink35.xml"/><Relationship Id="rId7" Type="http://schemas.openxmlformats.org/officeDocument/2006/relationships/image" Target="../media/image53.png"/><Relationship Id="rId71" Type="http://schemas.openxmlformats.org/officeDocument/2006/relationships/image" Target="../media/image360.png"/><Relationship Id="rId2" Type="http://schemas.openxmlformats.org/officeDocument/2006/relationships/diagramData" Target="../diagrams/data47.xml"/><Relationship Id="rId29" Type="http://schemas.openxmlformats.org/officeDocument/2006/relationships/image" Target="../media/image150.png"/><Relationship Id="rId24" Type="http://schemas.openxmlformats.org/officeDocument/2006/relationships/customXml" Target="../ink/ink9.xml"/><Relationship Id="rId40" Type="http://schemas.openxmlformats.org/officeDocument/2006/relationships/customXml" Target="../ink/ink17.xml"/><Relationship Id="rId45" Type="http://schemas.openxmlformats.org/officeDocument/2006/relationships/image" Target="../media/image230.png"/><Relationship Id="rId66" Type="http://schemas.openxmlformats.org/officeDocument/2006/relationships/customXml" Target="../ink/ink3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8.xml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8.xml"/><Relationship Id="rId4" Type="http://schemas.openxmlformats.org/officeDocument/2006/relationships/diagramQuickStyle" Target="../diagrams/quickStyle48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0.xml"/><Relationship Id="rId3" Type="http://schemas.openxmlformats.org/officeDocument/2006/relationships/diagramLayout" Target="../diagrams/layout49.xml"/><Relationship Id="rId7" Type="http://schemas.openxmlformats.org/officeDocument/2006/relationships/diagramData" Target="../diagrams/data50.xml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9.xml"/><Relationship Id="rId11" Type="http://schemas.microsoft.com/office/2007/relationships/diagramDrawing" Target="../diagrams/drawing50.xml"/><Relationship Id="rId5" Type="http://schemas.openxmlformats.org/officeDocument/2006/relationships/diagramColors" Target="../diagrams/colors49.xml"/><Relationship Id="rId10" Type="http://schemas.openxmlformats.org/officeDocument/2006/relationships/diagramColors" Target="../diagrams/colors50.xml"/><Relationship Id="rId4" Type="http://schemas.openxmlformats.org/officeDocument/2006/relationships/diagramQuickStyle" Target="../diagrams/quickStyle49.xml"/><Relationship Id="rId9" Type="http://schemas.openxmlformats.org/officeDocument/2006/relationships/diagramQuickStyle" Target="../diagrams/quickStyle50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2.xml"/><Relationship Id="rId3" Type="http://schemas.openxmlformats.org/officeDocument/2006/relationships/diagramLayout" Target="../diagrams/layout51.xml"/><Relationship Id="rId7" Type="http://schemas.openxmlformats.org/officeDocument/2006/relationships/diagramData" Target="../diagrams/data52.xml"/><Relationship Id="rId2" Type="http://schemas.openxmlformats.org/officeDocument/2006/relationships/diagramData" Target="../diagrams/data5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1.xml"/><Relationship Id="rId11" Type="http://schemas.microsoft.com/office/2007/relationships/diagramDrawing" Target="../diagrams/drawing52.xml"/><Relationship Id="rId5" Type="http://schemas.openxmlformats.org/officeDocument/2006/relationships/diagramColors" Target="../diagrams/colors51.xml"/><Relationship Id="rId10" Type="http://schemas.openxmlformats.org/officeDocument/2006/relationships/diagramColors" Target="../diagrams/colors52.xml"/><Relationship Id="rId4" Type="http://schemas.openxmlformats.org/officeDocument/2006/relationships/diagramQuickStyle" Target="../diagrams/quickStyle51.xml"/><Relationship Id="rId9" Type="http://schemas.openxmlformats.org/officeDocument/2006/relationships/diagramQuickStyle" Target="../diagrams/quickStyle5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3.xml"/><Relationship Id="rId2" Type="http://schemas.openxmlformats.org/officeDocument/2006/relationships/diagramData" Target="../diagrams/data5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3.xml"/><Relationship Id="rId5" Type="http://schemas.openxmlformats.org/officeDocument/2006/relationships/diagramColors" Target="../diagrams/colors53.xml"/><Relationship Id="rId4" Type="http://schemas.openxmlformats.org/officeDocument/2006/relationships/diagramQuickStyle" Target="../diagrams/quickStyle5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4.xml"/><Relationship Id="rId2" Type="http://schemas.openxmlformats.org/officeDocument/2006/relationships/diagramData" Target="../diagrams/data5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4.xml"/><Relationship Id="rId5" Type="http://schemas.openxmlformats.org/officeDocument/2006/relationships/diagramColors" Target="../diagrams/colors54.xml"/><Relationship Id="rId4" Type="http://schemas.openxmlformats.org/officeDocument/2006/relationships/diagramQuickStyle" Target="../diagrams/quickStyle5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5.xml"/><Relationship Id="rId2" Type="http://schemas.openxmlformats.org/officeDocument/2006/relationships/diagramData" Target="../diagrams/data5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5.xml"/><Relationship Id="rId5" Type="http://schemas.openxmlformats.org/officeDocument/2006/relationships/diagramColors" Target="../diagrams/colors55.xml"/><Relationship Id="rId4" Type="http://schemas.openxmlformats.org/officeDocument/2006/relationships/diagramQuickStyle" Target="../diagrams/quickStyle5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6.xml"/><Relationship Id="rId2" Type="http://schemas.openxmlformats.org/officeDocument/2006/relationships/diagramData" Target="../diagrams/data5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6.xml"/><Relationship Id="rId5" Type="http://schemas.openxmlformats.org/officeDocument/2006/relationships/diagramColors" Target="../diagrams/colors56.xml"/><Relationship Id="rId4" Type="http://schemas.openxmlformats.org/officeDocument/2006/relationships/diagramQuickStyle" Target="../diagrams/quickStyle5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7.xml"/><Relationship Id="rId2" Type="http://schemas.openxmlformats.org/officeDocument/2006/relationships/diagramData" Target="../diagrams/data5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7.xml"/><Relationship Id="rId5" Type="http://schemas.openxmlformats.org/officeDocument/2006/relationships/diagramColors" Target="../diagrams/colors57.xml"/><Relationship Id="rId4" Type="http://schemas.openxmlformats.org/officeDocument/2006/relationships/diagramQuickStyle" Target="../diagrams/quickStyle5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8.xml"/><Relationship Id="rId2" Type="http://schemas.openxmlformats.org/officeDocument/2006/relationships/diagramData" Target="../diagrams/data5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8.xml"/><Relationship Id="rId5" Type="http://schemas.openxmlformats.org/officeDocument/2006/relationships/diagramColors" Target="../diagrams/colors58.xml"/><Relationship Id="rId4" Type="http://schemas.openxmlformats.org/officeDocument/2006/relationships/diagramQuickStyle" Target="../diagrams/quickStyle5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9.xml"/><Relationship Id="rId2" Type="http://schemas.openxmlformats.org/officeDocument/2006/relationships/diagramData" Target="../diagrams/data5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9.xml"/><Relationship Id="rId5" Type="http://schemas.openxmlformats.org/officeDocument/2006/relationships/diagramColors" Target="../diagrams/colors59.xml"/><Relationship Id="rId4" Type="http://schemas.openxmlformats.org/officeDocument/2006/relationships/diagramQuickStyle" Target="../diagrams/quickStyle5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0.xml"/><Relationship Id="rId2" Type="http://schemas.openxmlformats.org/officeDocument/2006/relationships/diagramData" Target="../diagrams/data6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0.xml"/><Relationship Id="rId5" Type="http://schemas.openxmlformats.org/officeDocument/2006/relationships/diagramColors" Target="../diagrams/colors60.xml"/><Relationship Id="rId4" Type="http://schemas.openxmlformats.org/officeDocument/2006/relationships/diagramQuickStyle" Target="../diagrams/quickStyle6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1.xml"/><Relationship Id="rId2" Type="http://schemas.openxmlformats.org/officeDocument/2006/relationships/diagramData" Target="../diagrams/data6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1.xml"/><Relationship Id="rId5" Type="http://schemas.openxmlformats.org/officeDocument/2006/relationships/diagramColors" Target="../diagrams/colors61.xml"/><Relationship Id="rId4" Type="http://schemas.openxmlformats.org/officeDocument/2006/relationships/diagramQuickStyle" Target="../diagrams/quickStyle61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3.xml"/><Relationship Id="rId3" Type="http://schemas.openxmlformats.org/officeDocument/2006/relationships/diagramLayout" Target="../diagrams/layout62.xml"/><Relationship Id="rId7" Type="http://schemas.openxmlformats.org/officeDocument/2006/relationships/diagramData" Target="../diagrams/data63.xml"/><Relationship Id="rId2" Type="http://schemas.openxmlformats.org/officeDocument/2006/relationships/diagramData" Target="../diagrams/data6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2.xml"/><Relationship Id="rId11" Type="http://schemas.microsoft.com/office/2007/relationships/diagramDrawing" Target="../diagrams/drawing63.xml"/><Relationship Id="rId5" Type="http://schemas.openxmlformats.org/officeDocument/2006/relationships/diagramColors" Target="../diagrams/colors62.xml"/><Relationship Id="rId10" Type="http://schemas.openxmlformats.org/officeDocument/2006/relationships/diagramColors" Target="../diagrams/colors63.xml"/><Relationship Id="rId4" Type="http://schemas.openxmlformats.org/officeDocument/2006/relationships/diagramQuickStyle" Target="../diagrams/quickStyle62.xml"/><Relationship Id="rId9" Type="http://schemas.openxmlformats.org/officeDocument/2006/relationships/diagramQuickStyle" Target="../diagrams/quickStyle6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4.xml"/><Relationship Id="rId2" Type="http://schemas.openxmlformats.org/officeDocument/2006/relationships/diagramData" Target="../diagrams/data6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4.xml"/><Relationship Id="rId5" Type="http://schemas.openxmlformats.org/officeDocument/2006/relationships/diagramColors" Target="../diagrams/colors64.xml"/><Relationship Id="rId4" Type="http://schemas.openxmlformats.org/officeDocument/2006/relationships/diagramQuickStyle" Target="../diagrams/quickStyle6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5.xml"/><Relationship Id="rId2" Type="http://schemas.openxmlformats.org/officeDocument/2006/relationships/diagramData" Target="../diagrams/data6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5.xml"/><Relationship Id="rId5" Type="http://schemas.openxmlformats.org/officeDocument/2006/relationships/diagramColors" Target="../diagrams/colors65.xml"/><Relationship Id="rId4" Type="http://schemas.openxmlformats.org/officeDocument/2006/relationships/diagramQuickStyle" Target="../diagrams/quickStyle6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6.xml"/><Relationship Id="rId2" Type="http://schemas.openxmlformats.org/officeDocument/2006/relationships/diagramData" Target="../diagrams/data6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6.xml"/><Relationship Id="rId5" Type="http://schemas.openxmlformats.org/officeDocument/2006/relationships/diagramColors" Target="../diagrams/colors66.xml"/><Relationship Id="rId4" Type="http://schemas.openxmlformats.org/officeDocument/2006/relationships/diagramQuickStyle" Target="../diagrams/quickStyle6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7.xml"/><Relationship Id="rId2" Type="http://schemas.openxmlformats.org/officeDocument/2006/relationships/diagramData" Target="../diagrams/data6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7.xml"/><Relationship Id="rId5" Type="http://schemas.openxmlformats.org/officeDocument/2006/relationships/diagramColors" Target="../diagrams/colors67.xml"/><Relationship Id="rId4" Type="http://schemas.openxmlformats.org/officeDocument/2006/relationships/diagramQuickStyle" Target="../diagrams/quickStyle6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8.xml"/><Relationship Id="rId2" Type="http://schemas.openxmlformats.org/officeDocument/2006/relationships/diagramData" Target="../diagrams/data6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8.xml"/><Relationship Id="rId5" Type="http://schemas.openxmlformats.org/officeDocument/2006/relationships/diagramColors" Target="../diagrams/colors68.xml"/><Relationship Id="rId4" Type="http://schemas.openxmlformats.org/officeDocument/2006/relationships/diagramQuickStyle" Target="../diagrams/quickStyle68.xml"/></Relationships>
</file>

<file path=ppt/slides/_rels/slide6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diagramLayout" Target="../diagrams/layout69.xml"/><Relationship Id="rId7" Type="http://schemas.openxmlformats.org/officeDocument/2006/relationships/image" Target="../media/image54.png"/><Relationship Id="rId2" Type="http://schemas.openxmlformats.org/officeDocument/2006/relationships/diagramData" Target="../diagrams/data6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9.xml"/><Relationship Id="rId5" Type="http://schemas.openxmlformats.org/officeDocument/2006/relationships/diagramColors" Target="../diagrams/colors69.xml"/><Relationship Id="rId4" Type="http://schemas.openxmlformats.org/officeDocument/2006/relationships/diagramQuickStyle" Target="../diagrams/quickStyle69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1.xml"/><Relationship Id="rId3" Type="http://schemas.openxmlformats.org/officeDocument/2006/relationships/diagramLayout" Target="../diagrams/layout70.xml"/><Relationship Id="rId7" Type="http://schemas.openxmlformats.org/officeDocument/2006/relationships/diagramData" Target="../diagrams/data71.xml"/><Relationship Id="rId2" Type="http://schemas.openxmlformats.org/officeDocument/2006/relationships/diagramData" Target="../diagrams/data7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0.xml"/><Relationship Id="rId11" Type="http://schemas.microsoft.com/office/2007/relationships/diagramDrawing" Target="../diagrams/drawing71.xml"/><Relationship Id="rId5" Type="http://schemas.openxmlformats.org/officeDocument/2006/relationships/diagramColors" Target="../diagrams/colors70.xml"/><Relationship Id="rId10" Type="http://schemas.openxmlformats.org/officeDocument/2006/relationships/diagramColors" Target="../diagrams/colors71.xml"/><Relationship Id="rId4" Type="http://schemas.openxmlformats.org/officeDocument/2006/relationships/diagramQuickStyle" Target="../diagrams/quickStyle70.xml"/><Relationship Id="rId9" Type="http://schemas.openxmlformats.org/officeDocument/2006/relationships/diagramQuickStyle" Target="../diagrams/quickStyle71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3.xml"/><Relationship Id="rId13" Type="http://schemas.openxmlformats.org/officeDocument/2006/relationships/diagramLayout" Target="../diagrams/layout74.xml"/><Relationship Id="rId3" Type="http://schemas.openxmlformats.org/officeDocument/2006/relationships/diagramLayout" Target="../diagrams/layout72.xml"/><Relationship Id="rId7" Type="http://schemas.openxmlformats.org/officeDocument/2006/relationships/diagramData" Target="../diagrams/data73.xml"/><Relationship Id="rId12" Type="http://schemas.openxmlformats.org/officeDocument/2006/relationships/diagramData" Target="../diagrams/data74.xml"/><Relationship Id="rId2" Type="http://schemas.openxmlformats.org/officeDocument/2006/relationships/diagramData" Target="../diagrams/data72.xml"/><Relationship Id="rId16" Type="http://schemas.microsoft.com/office/2007/relationships/diagramDrawing" Target="../diagrams/drawing7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2.xml"/><Relationship Id="rId11" Type="http://schemas.microsoft.com/office/2007/relationships/diagramDrawing" Target="../diagrams/drawing73.xml"/><Relationship Id="rId5" Type="http://schemas.openxmlformats.org/officeDocument/2006/relationships/diagramColors" Target="../diagrams/colors72.xml"/><Relationship Id="rId15" Type="http://schemas.openxmlformats.org/officeDocument/2006/relationships/diagramColors" Target="../diagrams/colors74.xml"/><Relationship Id="rId10" Type="http://schemas.openxmlformats.org/officeDocument/2006/relationships/diagramColors" Target="../diagrams/colors73.xml"/><Relationship Id="rId4" Type="http://schemas.openxmlformats.org/officeDocument/2006/relationships/diagramQuickStyle" Target="../diagrams/quickStyle72.xml"/><Relationship Id="rId9" Type="http://schemas.openxmlformats.org/officeDocument/2006/relationships/diagramQuickStyle" Target="../diagrams/quickStyle73.xml"/><Relationship Id="rId14" Type="http://schemas.openxmlformats.org/officeDocument/2006/relationships/diagramQuickStyle" Target="../diagrams/quickStyle7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5.xml"/><Relationship Id="rId7" Type="http://schemas.openxmlformats.org/officeDocument/2006/relationships/image" Target="../media/image55.png"/><Relationship Id="rId2" Type="http://schemas.openxmlformats.org/officeDocument/2006/relationships/diagramData" Target="../diagrams/data7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5.xml"/><Relationship Id="rId5" Type="http://schemas.openxmlformats.org/officeDocument/2006/relationships/diagramColors" Target="../diagrams/colors75.xml"/><Relationship Id="rId4" Type="http://schemas.openxmlformats.org/officeDocument/2006/relationships/diagramQuickStyle" Target="../diagrams/quickStyle7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6.xml"/><Relationship Id="rId7" Type="http://schemas.openxmlformats.org/officeDocument/2006/relationships/image" Target="../media/image56.jpeg"/><Relationship Id="rId2" Type="http://schemas.openxmlformats.org/officeDocument/2006/relationships/diagramData" Target="../diagrams/data7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6.xml"/><Relationship Id="rId5" Type="http://schemas.openxmlformats.org/officeDocument/2006/relationships/diagramColors" Target="../diagrams/colors76.xml"/><Relationship Id="rId4" Type="http://schemas.openxmlformats.org/officeDocument/2006/relationships/diagramQuickStyle" Target="../diagrams/quickStyle7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7.xml"/><Relationship Id="rId2" Type="http://schemas.openxmlformats.org/officeDocument/2006/relationships/diagramData" Target="../diagrams/data7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7.xml"/><Relationship Id="rId5" Type="http://schemas.openxmlformats.org/officeDocument/2006/relationships/diagramColors" Target="../diagrams/colors77.xml"/><Relationship Id="rId4" Type="http://schemas.openxmlformats.org/officeDocument/2006/relationships/diagramQuickStyle" Target="../diagrams/quickStyle7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8.xml"/><Relationship Id="rId2" Type="http://schemas.openxmlformats.org/officeDocument/2006/relationships/diagramData" Target="../diagrams/data7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8.xml"/><Relationship Id="rId5" Type="http://schemas.openxmlformats.org/officeDocument/2006/relationships/diagramColors" Target="../diagrams/colors78.xml"/><Relationship Id="rId4" Type="http://schemas.openxmlformats.org/officeDocument/2006/relationships/diagramQuickStyle" Target="../diagrams/quickStyle78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9.xml"/><Relationship Id="rId2" Type="http://schemas.openxmlformats.org/officeDocument/2006/relationships/diagramData" Target="../diagrams/data7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9.xml"/><Relationship Id="rId5" Type="http://schemas.openxmlformats.org/officeDocument/2006/relationships/diagramColors" Target="../diagrams/colors79.xml"/><Relationship Id="rId4" Type="http://schemas.openxmlformats.org/officeDocument/2006/relationships/diagramQuickStyle" Target="../diagrams/quickStyle79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1.xml"/><Relationship Id="rId3" Type="http://schemas.openxmlformats.org/officeDocument/2006/relationships/diagramLayout" Target="../diagrams/layout80.xml"/><Relationship Id="rId7" Type="http://schemas.openxmlformats.org/officeDocument/2006/relationships/diagramData" Target="../diagrams/data81.xml"/><Relationship Id="rId2" Type="http://schemas.openxmlformats.org/officeDocument/2006/relationships/diagramData" Target="../diagrams/data8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0.xml"/><Relationship Id="rId11" Type="http://schemas.microsoft.com/office/2007/relationships/diagramDrawing" Target="../diagrams/drawing81.xml"/><Relationship Id="rId5" Type="http://schemas.openxmlformats.org/officeDocument/2006/relationships/diagramColors" Target="../diagrams/colors80.xml"/><Relationship Id="rId10" Type="http://schemas.openxmlformats.org/officeDocument/2006/relationships/diagramColors" Target="../diagrams/colors81.xml"/><Relationship Id="rId4" Type="http://schemas.openxmlformats.org/officeDocument/2006/relationships/diagramQuickStyle" Target="../diagrams/quickStyle80.xml"/><Relationship Id="rId9" Type="http://schemas.openxmlformats.org/officeDocument/2006/relationships/diagramQuickStyle" Target="../diagrams/quickStyle8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2.xml"/><Relationship Id="rId2" Type="http://schemas.openxmlformats.org/officeDocument/2006/relationships/diagramData" Target="../diagrams/data8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2.xml"/><Relationship Id="rId5" Type="http://schemas.openxmlformats.org/officeDocument/2006/relationships/diagramColors" Target="../diagrams/colors82.xml"/><Relationship Id="rId4" Type="http://schemas.openxmlformats.org/officeDocument/2006/relationships/diagramQuickStyle" Target="../diagrams/quickStyle8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3.xml"/><Relationship Id="rId2" Type="http://schemas.openxmlformats.org/officeDocument/2006/relationships/diagramData" Target="../diagrams/data8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3.xml"/><Relationship Id="rId5" Type="http://schemas.openxmlformats.org/officeDocument/2006/relationships/diagramColors" Target="../diagrams/colors83.xml"/><Relationship Id="rId4" Type="http://schemas.openxmlformats.org/officeDocument/2006/relationships/diagramQuickStyle" Target="../diagrams/quickStyle8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4.xml"/><Relationship Id="rId2" Type="http://schemas.openxmlformats.org/officeDocument/2006/relationships/diagramData" Target="../diagrams/data8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4.xml"/><Relationship Id="rId5" Type="http://schemas.openxmlformats.org/officeDocument/2006/relationships/diagramColors" Target="../diagrams/colors84.xml"/><Relationship Id="rId4" Type="http://schemas.openxmlformats.org/officeDocument/2006/relationships/diagramQuickStyle" Target="../diagrams/quickStyle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880C0D-C40F-D68A-04F1-DDF181B9E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41400"/>
            <a:ext cx="7115695" cy="2387600"/>
          </a:xfrm>
        </p:spPr>
        <p:txBody>
          <a:bodyPr>
            <a:normAutofit fontScale="90000"/>
          </a:bodyPr>
          <a:lstStyle/>
          <a:p>
            <a:pPr algn="l"/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Русь-Україна: розквіт Київської держави</a:t>
            </a:r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79DA7F3-70AC-1195-AB47-48F6DB0727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294" y="0"/>
            <a:ext cx="4848706" cy="6858000"/>
          </a:xfrm>
          <a:prstGeom prst="rect">
            <a:avLst/>
          </a:prstGeom>
        </p:spPr>
      </p:pic>
      <p:sp>
        <p:nvSpPr>
          <p:cNvPr id="7" name="Підзаголовок 6">
            <a:extLst>
              <a:ext uri="{FF2B5EF4-FFF2-40B4-BE49-F238E27FC236}">
                <a16:creationId xmlns:a16="http://schemas.microsoft.com/office/drawing/2014/main" id="{FA51E70E-6CEE-8A3B-8054-9DA1CCD25C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18213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4029720-F6FD-B932-3A12-BBB25EDFB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Короткий зміст попередньої лекції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BAE4EF25-957F-6385-AA36-9F13E56B5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Та короткий зміст наступної</a:t>
            </a:r>
          </a:p>
        </p:txBody>
      </p:sp>
    </p:spTree>
    <p:extLst>
      <p:ext uri="{BB962C8B-B14F-4D97-AF65-F5344CB8AC3E}">
        <p14:creationId xmlns:p14="http://schemas.microsoft.com/office/powerpoint/2010/main" val="1661694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6D80AA4-D14E-B889-DD82-415641CC0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Київська Русь виникла на основі східних слов’ян</a:t>
            </a:r>
          </a:p>
        </p:txBody>
      </p:sp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04E8259F-CE6F-9302-3706-F5AA5DACC2D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r="3877" b="12987"/>
          <a:stretch/>
        </p:blipFill>
        <p:spPr>
          <a:xfrm>
            <a:off x="838200" y="1927705"/>
            <a:ext cx="4980709" cy="3608571"/>
          </a:xfrm>
        </p:spPr>
      </p:pic>
      <p:pic>
        <p:nvPicPr>
          <p:cNvPr id="10" name="Місце для вмісту 9">
            <a:extLst>
              <a:ext uri="{FF2B5EF4-FFF2-40B4-BE49-F238E27FC236}">
                <a16:creationId xmlns:a16="http://schemas.microsoft.com/office/drawing/2014/main" id="{DE15269D-E55F-50AD-89C8-7A492F1686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719448"/>
            <a:ext cx="5181600" cy="2563691"/>
          </a:xfrm>
        </p:spPr>
      </p:pic>
    </p:spTree>
    <p:extLst>
      <p:ext uri="{BB962C8B-B14F-4D97-AF65-F5344CB8AC3E}">
        <p14:creationId xmlns:p14="http://schemas.microsoft.com/office/powerpoint/2010/main" val="1105371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D4C27B-1CB0-1165-5962-14AC2E72B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 ході розселення слов’ян встановилися перші зв’язки з норманами (варягами) </a:t>
            </a:r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F5722135-D46A-65A9-7FA6-AC412CF363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10837" y="1926774"/>
            <a:ext cx="3677496" cy="3352413"/>
          </a:xfrm>
        </p:spPr>
      </p:pic>
      <p:pic>
        <p:nvPicPr>
          <p:cNvPr id="8" name="Місце для вмісту 7">
            <a:extLst>
              <a:ext uri="{FF2B5EF4-FFF2-40B4-BE49-F238E27FC236}">
                <a16:creationId xmlns:a16="http://schemas.microsoft.com/office/drawing/2014/main" id="{C09E35B7-01E1-9892-2539-8CBDE8F099F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393276" y="2059777"/>
            <a:ext cx="3992073" cy="3347350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CD41412-151E-471D-C017-E26411156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0292" y="2059777"/>
            <a:ext cx="2460512" cy="368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997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8BB5F2-C3E3-91B3-F07A-FA801A8FC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dirty="0"/>
              <a:t>Встановлення нової династії </a:t>
            </a:r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53893AFF-8D2D-68E3-61E4-9B0EC56A0B9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45115" y="2316408"/>
            <a:ext cx="3467629" cy="2820857"/>
          </a:xfrm>
        </p:spPr>
      </p:pic>
      <p:pic>
        <p:nvPicPr>
          <p:cNvPr id="8" name="Місце для вмісту 7">
            <a:extLst>
              <a:ext uri="{FF2B5EF4-FFF2-40B4-BE49-F238E27FC236}">
                <a16:creationId xmlns:a16="http://schemas.microsoft.com/office/drawing/2014/main" id="{26F45F65-339D-BFB5-7185-C495305CE11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920332" y="2526804"/>
            <a:ext cx="1955898" cy="2610461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768D139-772C-1CB4-C151-429B35A306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8322" y="2250316"/>
            <a:ext cx="3303988" cy="292215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2DB9069-6132-4089-753D-9B9BB9C308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1928" y="2292672"/>
            <a:ext cx="2254957" cy="284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487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20C9BEC-90E5-D554-4F49-F726D912E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474" y="820764"/>
            <a:ext cx="2638793" cy="326753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412908-26A2-13E0-0E8E-9ACFCFC81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Діяльність князя </a:t>
            </a:r>
            <a:r>
              <a:rPr lang="uk-UA" dirty="0" err="1"/>
              <a:t>Ігора</a:t>
            </a:r>
            <a:r>
              <a:rPr lang="uk-UA" dirty="0"/>
              <a:t> Рюриковича</a:t>
            </a:r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5D67BA85-2557-782A-610D-F4F25F621E0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38170" y="2481844"/>
            <a:ext cx="2191056" cy="3038899"/>
          </a:xfrm>
        </p:spPr>
      </p:pic>
      <p:pic>
        <p:nvPicPr>
          <p:cNvPr id="8" name="Місце для вмісту 7">
            <a:extLst>
              <a:ext uri="{FF2B5EF4-FFF2-40B4-BE49-F238E27FC236}">
                <a16:creationId xmlns:a16="http://schemas.microsoft.com/office/drawing/2014/main" id="{E866382A-B2D4-D7E8-1136-00330929E2C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376498" y="4001293"/>
            <a:ext cx="2980182" cy="2542648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0928946-E043-9787-6937-DD06C25317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1668" y="1465720"/>
            <a:ext cx="2314898" cy="264832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08CA3B2-4DAF-C219-A461-B225D2C161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190" y="3609832"/>
            <a:ext cx="2619782" cy="283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47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D535034-2E56-A69E-156D-3225FADA3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721" y="3215849"/>
            <a:ext cx="2372056" cy="346758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B34FC3-CD8C-D3AC-E432-ACCCE237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Діяльність княгині Ольги</a:t>
            </a:r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571AF3DE-66FC-39CF-B639-B2C72EA9AA4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0" y="1984686"/>
            <a:ext cx="2572109" cy="3600953"/>
          </a:xfrm>
        </p:spPr>
      </p:pic>
      <p:pic>
        <p:nvPicPr>
          <p:cNvPr id="12" name="Місце для вмісту 11">
            <a:extLst>
              <a:ext uri="{FF2B5EF4-FFF2-40B4-BE49-F238E27FC236}">
                <a16:creationId xmlns:a16="http://schemas.microsoft.com/office/drawing/2014/main" id="{B3F7529F-34D4-394C-4FAC-A4EB7BBBD2A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7199186" y="1488694"/>
            <a:ext cx="2522441" cy="2457947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6AA8295-D90F-E1CE-F561-15269D3BBF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3193" y="1488694"/>
            <a:ext cx="1942280" cy="282585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1DD8F7C-6976-F50E-4E19-8AD3D6351E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5149" y="3797510"/>
            <a:ext cx="2746942" cy="288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674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227783-831D-2A6E-987F-C30AB5522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Діяльність князя Святослава Ігоревича</a:t>
            </a:r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39A946C6-2225-1C29-EC7C-37280F75C6C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59624" y="2491371"/>
            <a:ext cx="2314898" cy="3019846"/>
          </a:xfrm>
        </p:spPr>
      </p:pic>
      <p:pic>
        <p:nvPicPr>
          <p:cNvPr id="10" name="Місце для вмісту 9">
            <a:extLst>
              <a:ext uri="{FF2B5EF4-FFF2-40B4-BE49-F238E27FC236}">
                <a16:creationId xmlns:a16="http://schemas.microsoft.com/office/drawing/2014/main" id="{1EBA8DEE-1DAF-BD84-D410-E9B53BDCDC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935879" y="3417211"/>
            <a:ext cx="4357750" cy="3440789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0B7CB9D-C3A1-849D-F20F-737C0794A6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645" y="1346783"/>
            <a:ext cx="3721355" cy="255252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2BB0A6F-7FC8-28EB-A3C5-8E224BAF4F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0625" y="1737543"/>
            <a:ext cx="2704817" cy="353621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EFAB155-9555-2091-43C7-0A22D07C37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685" y="5777910"/>
            <a:ext cx="4029637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768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2F5F11-D657-716C-C419-0841AADFA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dirty="0"/>
              <a:t>Князь Володимир Святославович </a:t>
            </a:r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49055E17-98C2-D6BD-A896-13AAB678121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-3474" y="2277027"/>
            <a:ext cx="2915057" cy="3448531"/>
          </a:xfrm>
        </p:spPr>
      </p:pic>
      <p:pic>
        <p:nvPicPr>
          <p:cNvPr id="12" name="Місце для вмісту 11">
            <a:extLst>
              <a:ext uri="{FF2B5EF4-FFF2-40B4-BE49-F238E27FC236}">
                <a16:creationId xmlns:a16="http://schemas.microsoft.com/office/drawing/2014/main" id="{8DA7401D-6773-C315-7193-CBB189DC7C5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781590" y="1726025"/>
            <a:ext cx="1808000" cy="2396486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54EEBA6-30B8-96D8-D9EA-DCA5382AB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5283" y="1690688"/>
            <a:ext cx="2026657" cy="223933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224E93E-8AA4-B2D2-6BFF-3EF0DE010D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2322" y="4001292"/>
            <a:ext cx="2026657" cy="256263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7AE8B5B-57CB-05DE-47BC-2FEF6D1A5F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4191" y="4055007"/>
            <a:ext cx="2026657" cy="245520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11DAE9F-76CA-877A-79B3-8E3880897D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3954" y="1732844"/>
            <a:ext cx="1745643" cy="238966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E11C050-86BD-170E-AFD0-3FFE5B0C18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6775" y="4275203"/>
            <a:ext cx="2496269" cy="2389667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A83C08C-F97D-11C4-B28F-5D65F0A7E7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5106" y="1690688"/>
            <a:ext cx="2026657" cy="2272312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2D6B588F-4055-CC49-EC11-C1FAFEBA04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88813" y="4275203"/>
            <a:ext cx="1922176" cy="227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386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B64690-EBFB-4528-C422-62627B312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Князь Ярослав Володимирович</a:t>
            </a:r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8C94C6CB-6BC3-FA31-79F6-ECF2B80A5CA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9629" y="2673522"/>
            <a:ext cx="2192099" cy="2297488"/>
          </a:xfrm>
        </p:spPr>
      </p:pic>
      <p:pic>
        <p:nvPicPr>
          <p:cNvPr id="14" name="Місце для вмісту 13">
            <a:extLst>
              <a:ext uri="{FF2B5EF4-FFF2-40B4-BE49-F238E27FC236}">
                <a16:creationId xmlns:a16="http://schemas.microsoft.com/office/drawing/2014/main" id="{788D7EDC-2AC6-B541-20E6-D2C9B3737E6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89367" y="4159356"/>
            <a:ext cx="2178923" cy="2399759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19FBB0F-2C4B-4B66-F9A4-331B0A63A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5350" y="1527074"/>
            <a:ext cx="1614664" cy="173151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F23B7E7-639D-BB93-E5C3-12B74BC0B1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7462" y="4153511"/>
            <a:ext cx="2553625" cy="229748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7DAC3B2-B654-86E0-B57B-679D5E2AD9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7449" y="1527074"/>
            <a:ext cx="2737433" cy="2297488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69CC283-66CF-B27E-8E69-AE800FBDC1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5756" y="1498764"/>
            <a:ext cx="2331078" cy="241988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BBAA3E4-6C49-F6C3-D9D2-0839115F97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1223" y="3960403"/>
            <a:ext cx="2621531" cy="230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26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2ADD8E-3530-E538-300E-573B09F20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Початок політичної роздробленості</a:t>
            </a:r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02D46217-F056-F193-C14E-48C1F17DAF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710907" y="2415160"/>
            <a:ext cx="3715268" cy="3362794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5C7BEFF-4B8E-6B04-F744-62DCDE255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82" y="2179794"/>
            <a:ext cx="2638793" cy="3343742"/>
          </a:xfrm>
          <a:prstGeom prst="rect">
            <a:avLst/>
          </a:prstGeom>
        </p:spPr>
      </p:pic>
      <p:pic>
        <p:nvPicPr>
          <p:cNvPr id="9" name="Місце для вмісту 8">
            <a:extLst>
              <a:ext uri="{FF2B5EF4-FFF2-40B4-BE49-F238E27FC236}">
                <a16:creationId xmlns:a16="http://schemas.microsoft.com/office/drawing/2014/main" id="{835FF8C2-02A3-1947-43F4-8551B31C11E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8481094" y="2386581"/>
            <a:ext cx="3229426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004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35F88A-6373-EE58-C794-3C75F3E7D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Князь Володимир Мономах</a:t>
            </a:r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AC3291F0-3B24-A4E1-A34B-ED145A0B8EA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348476"/>
            <a:ext cx="2676899" cy="3305636"/>
          </a:xfrm>
        </p:spPr>
      </p:pic>
      <p:pic>
        <p:nvPicPr>
          <p:cNvPr id="12" name="Місце для вмісту 11">
            <a:extLst>
              <a:ext uri="{FF2B5EF4-FFF2-40B4-BE49-F238E27FC236}">
                <a16:creationId xmlns:a16="http://schemas.microsoft.com/office/drawing/2014/main" id="{85E5527E-82BF-1A5D-3DFE-C35FF876F22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312764" y="1403762"/>
            <a:ext cx="2038635" cy="2896004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7CA77E7-492F-2607-EE8F-DEC68EF5A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2928" y="1690688"/>
            <a:ext cx="1810003" cy="28102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0CD9A0D-6581-7B95-EFCA-CDF74606FB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2931" y="4320548"/>
            <a:ext cx="2124371" cy="238158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7614AEA-69E5-0062-A21F-FF45F1E9BC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9639" y="4001294"/>
            <a:ext cx="2124371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802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CF59CE-CDC7-2285-7B1C-C42B380CA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подією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описаною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та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іменем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великого князя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причетного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532535B-07DF-28A2-5C35-BA213DE4849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6517513"/>
              </p:ext>
            </p:extLst>
          </p:nvPr>
        </p:nvGraphicFramePr>
        <p:xfrm>
          <a:off x="206433" y="1704138"/>
          <a:ext cx="3767051" cy="50323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A689D866-B735-BAD7-AA4E-1D18174C584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35816400"/>
              </p:ext>
            </p:extLst>
          </p:nvPr>
        </p:nvGraphicFramePr>
        <p:xfrm>
          <a:off x="8218518" y="1690688"/>
          <a:ext cx="3767051" cy="5384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2EDF1D14-EAF5-A388-DB8B-E200399FF3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6107798"/>
              </p:ext>
            </p:extLst>
          </p:nvPr>
        </p:nvGraphicFramePr>
        <p:xfrm>
          <a:off x="3973483" y="2529941"/>
          <a:ext cx="4263041" cy="3705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2440229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4A9ABA-8BA3-908A-FE27-BBC822D8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послідовність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уривках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«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Повісті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минулих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літ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3A1BEFE-13DC-711F-2602-25DC022D198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3935999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07B5434B-AA7D-B542-DC1F-4EEBE1681C0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72105682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330397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D01461-38C7-C04B-8A94-BE71ED8F4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Увідповідніть</a:t>
            </a:r>
            <a:r>
              <a:rPr lang="uk-UA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місто із зафіксованою в літописі подією в історії Київської держави (Русі- України).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CA50A5D-F87E-E314-F08A-B9FC33E1871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54837880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5A9B2F95-2A4E-A8B6-03F8-4ED8DDE61BD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31227578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001509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A2C949-92E5-B31D-35DA-DD274340E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 відповідність між назвами періодів історії України та поняттями й термінами, які потрібно використовувати, характеризуючи їх.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CFCE14E-96D9-AF28-6F9F-B76337AA346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41549157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DF506EC-FCD3-6315-8252-2304A25DB64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873818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301393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407042-49D6-B26F-9857-8C399DBB1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подією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описаною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та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іменем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князя,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який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був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причетний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4EBAF12-0165-5794-34C7-901E5362BD4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33623318"/>
              </p:ext>
            </p:extLst>
          </p:nvPr>
        </p:nvGraphicFramePr>
        <p:xfrm>
          <a:off x="156557" y="1825624"/>
          <a:ext cx="4033058" cy="5032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61FB115-03C4-9256-1871-AF7AE3461FB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54625723"/>
              </p:ext>
            </p:extLst>
          </p:nvPr>
        </p:nvGraphicFramePr>
        <p:xfrm>
          <a:off x="8222672" y="1690688"/>
          <a:ext cx="3812771" cy="53501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10" name="Схема 9">
            <a:extLst>
              <a:ext uri="{FF2B5EF4-FFF2-40B4-BE49-F238E27FC236}">
                <a16:creationId xmlns:a16="http://schemas.microsoft.com/office/drawing/2014/main" id="{B21A6477-F8DF-37DC-C412-69E9BA628E65}"/>
              </a:ext>
            </a:extLst>
          </p:cNvPr>
          <p:cNvGraphicFramePr/>
          <p:nvPr/>
        </p:nvGraphicFramePr>
        <p:xfrm>
          <a:off x="4202777" y="1849596"/>
          <a:ext cx="4033058" cy="5032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  <p:extLst>
      <p:ext uri="{BB962C8B-B14F-4D97-AF65-F5344CB8AC3E}">
        <p14:creationId xmlns:p14="http://schemas.microsoft.com/office/powerpoint/2010/main" val="445918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C5578C-E6FB-448E-ED41-D14B5E693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Кому з великих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візантійські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передали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такі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слова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імператора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1A72DEB-4336-57DA-9524-ED85CE880E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«Не годиться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християнам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віддавати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заміж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 за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язичників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Якщо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хрестишся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то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одержиш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і царство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небесне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приймеш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і з нами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однієї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віри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будеш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Коли ж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хочеш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цього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робити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то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можемо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віддати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сестри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своєї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тебе»?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D1E7086-4BA2-6998-C409-469367DA520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69225234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4710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E6C6A3-0D30-2F8B-D141-4A735043F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Прочитайте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статті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М. Ф. Котляра «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Володимир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Святославич» і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виконайте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завдання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AFE0260-4793-E5BC-6558-7C675FFDE4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42250"/>
            <a:ext cx="5181600" cy="4351338"/>
          </a:xfrm>
        </p:spPr>
        <p:txBody>
          <a:bodyPr>
            <a:noAutofit/>
          </a:bodyPr>
          <a:lstStyle/>
          <a:p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Язичницька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релігія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не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забезпечувала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підтримки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державній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владі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 Тому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Володимир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Святославич у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середині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980-х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рр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почав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схилятися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запровадження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християнства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служителі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були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вірними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слугами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государів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провідниками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їхньої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політики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…»</a:t>
            </a:r>
            <a:br>
              <a:rPr lang="ru-RU" sz="2400" dirty="0"/>
            </a:br>
            <a:endParaRPr lang="ru-RU" sz="2400" dirty="0"/>
          </a:p>
          <a:p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цитованому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історик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указав на</a:t>
            </a:r>
            <a:endParaRPr lang="uk-UA" sz="2400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E08077B0-DAEA-5AE0-2182-2398CB1E5DD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0670502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8383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0A65F6-3860-DE15-8633-10651C3FF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Переданий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літописцем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фрагмент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діалогу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великим князем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пов’язаний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1F376FF-7385-F2AC-5E52-F5DFD6A84F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«…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якби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поганий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закон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грецький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то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прийняла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твоя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бабця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Ольга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 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5CE1C55-3A32-9DDA-358C-796031AC028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35830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C5232E-BD95-72E1-6487-642C1CDA2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Хто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великих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учасником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діалогу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фрагмент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передано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літописцем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9E5FD97-4C03-EDA8-78E9-2DB7E13A90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«…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якби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поганий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закон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грецький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то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прийняла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хрещення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бабця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твоя Ольга,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мудрішою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всіх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людей…»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3794A46-0D0A-5958-82C8-48B6791F33E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56913769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9438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C1C89E-EB35-79BD-27B0-958471516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наслідки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8DAE10E-F59C-D348-0470-346F5C7330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1603375"/>
          </a:xfrm>
        </p:spPr>
        <p:txBody>
          <a:bodyPr>
            <a:normAutofit fontScale="62500" lnSpcReduction="20000"/>
          </a:bodyPr>
          <a:lstStyle/>
          <a:p>
            <a:pPr algn="l">
              <a:lnSpc>
                <a:spcPct val="100000"/>
              </a:lnSpc>
              <a:spcBef>
                <a:spcPts val="750"/>
              </a:spcBef>
              <a:spcAft>
                <a:spcPts val="750"/>
              </a:spcAft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 тоді єпископ корсунський зі священниками хрестили Володимира. Хрестився же він у церкві Святої Софії. А стоїть ця церква на високому місці посеред міста...»?</a:t>
            </a:r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4CCBB681-9FEF-A7FC-C1AD-E9731D2A457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16445002"/>
              </p:ext>
            </p:extLst>
          </p:nvPr>
        </p:nvGraphicFramePr>
        <p:xfrm>
          <a:off x="6172202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57A5B95F-92F1-031E-9B47-13198FEF57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7139629"/>
              </p:ext>
            </p:extLst>
          </p:nvPr>
        </p:nvGraphicFramePr>
        <p:xfrm>
          <a:off x="685798" y="2772669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132818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593590-ED6A-DD16-039F-F0D256CF6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якому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році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християнство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запроваджено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як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державну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релігію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0CE59C1-1042-3A4C-02A2-772E03AB887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09992180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72641B2-3C5D-2780-6F61-EA1F22254F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841060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D735F0-75D1-1697-4A92-F1E8B2DD2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передувало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428F677-3AA8-ACAC-68EB-2EA3E4612B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Вийшов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[князь]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священиками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цесарициними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корсунськими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Дніпро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зійшлося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людей без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влізли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вони у воду...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відходили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од берега,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інші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немовлят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держали.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Дорослі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 бродили 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воді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священики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стоячи,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молитви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творили…»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0D7AA04-B199-1553-1C6C-F065F9772B3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63693588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6723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00246D-670D-9DDE-0363-5A4E4B74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Яка подія дала підстави вченим зробити висновок, що 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027BF33-76B4-8587-CE2E-FB833A7D2E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«…з того часу великий князь став повноцінним суб’єктом міжнародного права, а Давньоруській державі відкрито шлях до налагодження й розширення плідних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зв’язків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заснованих на принципі рівноправності, з багатьма європейськими країнами»</a:t>
            </a: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ACFA67E-483A-3FEC-12ED-03D305F42AD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09030374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2172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31FC58-C897-8928-460A-EDC887327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Розширення рівноправних </a:t>
            </a:r>
            <a:r>
              <a:rPr lang="uk-UA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зв’язків</a:t>
            </a:r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Київської Русі з Візантійською імперією та європейськими державами стало наслідком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BD6C2C0-E6ED-E4D6-81C5-41271109887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95698504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77383539-694F-ACF3-9921-4087359998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207816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650CB3-CAC7-3452-CFBF-50819C3A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відповідність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іменем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великого князя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роллю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B02C8E28-B77D-4939-4056-B5E09E49222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25970597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4537182-AB05-989E-1CE3-1F3CF42C245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53211790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5292153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0E1A53-4E9B-12F2-FC6C-E6994DEDA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Який великий князь київський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E6FC578-21F1-AD3E-3FF6-2E9ADEE25A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поставив …русина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Іларіона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митрополитом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Святій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Софії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зібравши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єпископів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D03496E-50CE-4FC1-8552-B6025D9F3F3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30675075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2493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8C29F0-E250-24AC-C8A5-F35EE1FAF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уривках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 великого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Володимира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Великого?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D16A9E74-B912-078C-2182-AA2B2C016F3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23710707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7645C0F-C26C-7540-FD58-435AF526BB0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08406903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8900274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4C4F33-96B2-1166-2A08-C04794C78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характерним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для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періоду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князювання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Володимира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Великого?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C1855D9-5BDB-24A1-C1A9-6487D37CBE4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9572207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CBB71B79-333A-3721-158A-052D0E81503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05786691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6642695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349ABE-847B-9E9A-F7B6-3DBBA44FA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результаті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адміністративної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реформи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великий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князь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Володимир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Святославич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7FF4B7C-9942-DE32-1356-EC5263DBD70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94511361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D2E78E8-E2A8-D122-B333-7EE29AF7A2D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043444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7E69E8-4E0D-6B40-4080-A737AC406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Великий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князь Ярослав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Мудрий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1036 р. 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«став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єдиновладним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володарем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Руської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землі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завдяки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878D629-DCC5-EE17-2B11-1AB6515B7DF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12114312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6F2FC00-85F9-AC37-8A1C-05B43FE54D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0525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6ECF52-9B6C-D118-DB8D-FE79B8C06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похід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великого князя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175B7F8-8A0C-574E-88E1-128925B66E8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71803655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6" name="Picture 2">
            <a:extLst>
              <a:ext uri="{FF2B5EF4-FFF2-40B4-BE49-F238E27FC236}">
                <a16:creationId xmlns:a16="http://schemas.microsoft.com/office/drawing/2014/main" id="{B965256A-6B2A-D609-983E-9B5BA550679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960" y="1825625"/>
            <a:ext cx="346408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31371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E03B5B-9085-F026-2533-772DEA739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Набіги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Русь-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державу)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кочовиків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припинено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завдяки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перемозі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великого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 Ярослава Мудрого?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A7DDE33-86D6-98C4-47C5-6D46146574D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12019185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E252762-0282-6D73-2E6E-4E2F9304CC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662690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D4A5CC-11AF-66A6-BD3C-075547FE8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стало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безпосереднім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наслідком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битви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 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474ACAB-D563-FEA3-0502-E314B8DC44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«…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зійшлися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супротивники (на р.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Альті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),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бій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жорстокий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і не могли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печеніги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допомогти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Святополкові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).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одолів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Ярослав Святополка і той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утік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37BE506-9D3F-10D7-FB37-C3403F95A90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57592593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04795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2F524F-CD58-6E64-4C54-64E70EE49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якому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році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відбулася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про яку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літопису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 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F4D7442-65DE-CDDE-C35B-58E9932371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«...І сталася жорстока січа, і ледве переміг Ярослав під вечір. Розбіглися печеніги врізнобіч і самі не знали, куди вони бігли. А деякі, тікаючи, потонули в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Сітомлі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</a:t>
            </a: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566038B-3EAE-F151-E3B4-7112707A683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59594604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16102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ACDE2E-FF95-A37E-94F9-382AECAA1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жирною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лінією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кордони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часів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князювання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C5870DD-F29C-9D0F-B6AF-DD7A9B09683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14681857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FB99D753-C4B6-3A89-3DBC-D5A9555A764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631" y="1825625"/>
            <a:ext cx="350873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71451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B7A387-0D4C-9248-CA65-3D7A6A6B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наведеною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картосхемою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можна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схарактеризувати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зовнішньополітичну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діяльність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3EFCB91-4D69-DD6E-4BA4-E1BC61E5C61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93514163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161CC427-91A7-F6AC-C678-BC6B04C8F83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053" y="1825625"/>
            <a:ext cx="358189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16180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BCF3B3-C238-F531-7964-2A3AFB392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уривках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 великого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 Ярослава Мудрого?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D472C8A-280B-3D81-EF55-D0C3F9F4AFF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56085168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823DD27F-069F-50DB-E021-B79201AEBB8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80390477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2067849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8410EF-084A-0DB4-B6AF-0B6A68C91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 великого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 Ярослава Мудрого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запроваджено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B5CD96B-C6EF-9B3B-D0CC-42F97D4E66F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54245481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CF96081-D4EE-2579-6CFB-02EAF1D2E24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62233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CF8111-5B44-65D9-ED32-C23D90B20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Спільною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рисою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правління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великих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київських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Святослава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Ігоревича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Володимира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Великого та Ярослава Мудрого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те,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вони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BF7BA3C-FFB2-78C9-910C-2C16DCF5B59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51251224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8443FA4-F728-5C48-93D9-79A7ED5E0B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13955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6B3C41-83B7-BF85-FB3B-C238CBE1C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 було основою налагодження великим князем київським Ярославом Мудрим зовнішньополітичних </a:t>
            </a:r>
            <a:r>
              <a:rPr lang="uk-UA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зв’язків</a:t>
            </a:r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Русі з європейськими державами?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0686E15-633B-5F4A-6B33-B8AC111E88E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92874163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ADD4FA8-D1E2-ED0E-87C9-F4A8D54675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157926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2292AB-E2F9-4A72-F025-18146B65D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уривках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культурницьку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діяльність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Ярослава Мудрого?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0BBA0C2-B5A3-ECF5-9C9C-DFC4023286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uk-UA" dirty="0"/>
              <a:t>1. «І поставив він церкву Святого Василя, де ото стояли кумири Перун та інші… І став він у знатних людей дітей забирати і оддавати їх на учення книжне».</a:t>
            </a:r>
          </a:p>
          <a:p>
            <a:endParaRPr lang="uk-UA" dirty="0"/>
          </a:p>
          <a:p>
            <a:r>
              <a:rPr lang="uk-UA" dirty="0"/>
              <a:t>2. «…він засіяв книжними словами серця віруючих людей, а ми пожинаємо, учення приймаючи... Заложив він… митрополію, а потім церкву на Золотих воротах…»</a:t>
            </a:r>
          </a:p>
          <a:p>
            <a:endParaRPr lang="uk-UA" dirty="0"/>
          </a:p>
          <a:p>
            <a:r>
              <a:rPr lang="uk-UA" dirty="0"/>
              <a:t>3. «І спорудив він церкву святої Софії в Києві. І прикрасив її іконами </a:t>
            </a:r>
            <a:r>
              <a:rPr lang="uk-UA" dirty="0" err="1"/>
              <a:t>многоцінними</a:t>
            </a:r>
            <a:r>
              <a:rPr lang="uk-UA" dirty="0"/>
              <a:t>, і золотом, і сріблом, і начинням церковним. У ній же співи воздають богові…»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38B8DDB-F4FE-CFA1-4B86-B8C1EC91CB4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00863383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47730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5F13A9-140F-65AB-32E9-F30B66BB6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Яку мету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переслідував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великий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князь Ярослав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Мудрий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заповідаючи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своїм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синам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A54B37C-ADC5-C561-40EA-7554EE2644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«Осе 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одходжу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світу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сього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 майте межи собою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любов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є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брати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Тепер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же поручаю я, —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замість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себе, —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стіл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свій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найстаршому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синові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Ізяславу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Слухайтесь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як ото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слухались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мене, нехай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він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вам буде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замість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мене. А Святославу даю 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Чернігів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а Всеволоду — Переяславль,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—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Володимир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В’ячеславу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—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Смоленськ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…»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4B1DE58-7D04-DFFA-3834-2C5CF19F206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29003212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60714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815F558A-C7FE-88A7-7B2B-0DD31C78484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12764680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7FF0BCBC-77F8-FBF2-C7F4-BACB75A82B3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14769342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4788C20-558E-EC46-E348-96204D59C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 </a:t>
            </a:r>
            <a:r>
              <a:rPr lang="ru-RU" dirty="0" err="1"/>
              <a:t>заповітом</a:t>
            </a:r>
            <a:r>
              <a:rPr lang="ru-RU" dirty="0"/>
              <a:t> великого князя </a:t>
            </a:r>
            <a:r>
              <a:rPr lang="ru-RU" dirty="0" err="1"/>
              <a:t>київського</a:t>
            </a:r>
            <a:r>
              <a:rPr lang="ru-RU" dirty="0"/>
              <a:t> Ярослава Мудрого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6230563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A6A6E3-8382-FA25-A6FD-5ED3D7444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Після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смерті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Ярослава Мудрого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владу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зосередили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своїх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руках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485A7B17-FFC5-94F4-3E34-08CD7F12C63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15831160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469F8CCC-CF88-8339-3524-BB8B39B63C1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9308749" y="1318956"/>
            <a:ext cx="2562583" cy="2629267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6" name="Рукописні дані 45">
                <a:extLst>
                  <a:ext uri="{FF2B5EF4-FFF2-40B4-BE49-F238E27FC236}">
                    <a16:creationId xmlns:a16="http://schemas.microsoft.com/office/drawing/2014/main" id="{34160D87-43A0-CD88-3AC7-501BD0FBF20C}"/>
                  </a:ext>
                </a:extLst>
              </p14:cNvPr>
              <p14:cNvContentPartPr/>
              <p14:nvPr/>
            </p14:nvContentPartPr>
            <p14:xfrm>
              <a:off x="7141080" y="4137420"/>
              <a:ext cx="360" cy="360"/>
            </p14:xfrm>
          </p:contentPart>
        </mc:Choice>
        <mc:Fallback xmlns="">
          <p:pic>
            <p:nvPicPr>
              <p:cNvPr id="46" name="Рукописні дані 45">
                <a:extLst>
                  <a:ext uri="{FF2B5EF4-FFF2-40B4-BE49-F238E27FC236}">
                    <a16:creationId xmlns:a16="http://schemas.microsoft.com/office/drawing/2014/main" id="{34160D87-43A0-CD88-3AC7-501BD0FBF20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32440" y="412878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Групувати 59">
            <a:extLst>
              <a:ext uri="{FF2B5EF4-FFF2-40B4-BE49-F238E27FC236}">
                <a16:creationId xmlns:a16="http://schemas.microsoft.com/office/drawing/2014/main" id="{5CF47DF5-A7AE-EA17-F34B-440123E6B1A3}"/>
              </a:ext>
            </a:extLst>
          </p:cNvPr>
          <p:cNvGrpSpPr/>
          <p:nvPr/>
        </p:nvGrpSpPr>
        <p:grpSpPr>
          <a:xfrm>
            <a:off x="6495600" y="3112500"/>
            <a:ext cx="690840" cy="1642320"/>
            <a:chOff x="6495600" y="3112500"/>
            <a:chExt cx="690840" cy="164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9" name="Рукописні дані 48">
                  <a:extLst>
                    <a:ext uri="{FF2B5EF4-FFF2-40B4-BE49-F238E27FC236}">
                      <a16:creationId xmlns:a16="http://schemas.microsoft.com/office/drawing/2014/main" id="{F25DEF3F-ACED-F37B-1096-61E0A0F991B4}"/>
                    </a:ext>
                  </a:extLst>
                </p14:cNvPr>
                <p14:cNvContentPartPr/>
                <p14:nvPr/>
              </p14:nvContentPartPr>
              <p14:xfrm>
                <a:off x="6603960" y="3112500"/>
                <a:ext cx="115560" cy="672840"/>
              </p14:xfrm>
            </p:contentPart>
          </mc:Choice>
          <mc:Fallback xmlns="">
            <p:pic>
              <p:nvPicPr>
                <p:cNvPr id="49" name="Рукописні дані 48">
                  <a:extLst>
                    <a:ext uri="{FF2B5EF4-FFF2-40B4-BE49-F238E27FC236}">
                      <a16:creationId xmlns:a16="http://schemas.microsoft.com/office/drawing/2014/main" id="{F25DEF3F-ACED-F37B-1096-61E0A0F991B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594960" y="3103500"/>
                  <a:ext cx="133200" cy="69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0" name="Рукописні дані 49">
                  <a:extLst>
                    <a:ext uri="{FF2B5EF4-FFF2-40B4-BE49-F238E27FC236}">
                      <a16:creationId xmlns:a16="http://schemas.microsoft.com/office/drawing/2014/main" id="{208D05DD-6073-62B4-48AC-DE7459A1A041}"/>
                    </a:ext>
                  </a:extLst>
                </p14:cNvPr>
                <p14:cNvContentPartPr/>
                <p14:nvPr/>
              </p14:nvContentPartPr>
              <p14:xfrm>
                <a:off x="6688200" y="3120420"/>
                <a:ext cx="498240" cy="790200"/>
              </p14:xfrm>
            </p:contentPart>
          </mc:Choice>
          <mc:Fallback xmlns="">
            <p:pic>
              <p:nvPicPr>
                <p:cNvPr id="50" name="Рукописні дані 49">
                  <a:extLst>
                    <a:ext uri="{FF2B5EF4-FFF2-40B4-BE49-F238E27FC236}">
                      <a16:creationId xmlns:a16="http://schemas.microsoft.com/office/drawing/2014/main" id="{208D05DD-6073-62B4-48AC-DE7459A1A04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679560" y="3111420"/>
                  <a:ext cx="515880" cy="80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1" name="Рукописні дані 50">
                  <a:extLst>
                    <a:ext uri="{FF2B5EF4-FFF2-40B4-BE49-F238E27FC236}">
                      <a16:creationId xmlns:a16="http://schemas.microsoft.com/office/drawing/2014/main" id="{9E1C3986-374A-7135-4868-F9ED6AA0300A}"/>
                    </a:ext>
                  </a:extLst>
                </p14:cNvPr>
                <p14:cNvContentPartPr/>
                <p14:nvPr/>
              </p14:nvContentPartPr>
              <p14:xfrm>
                <a:off x="6845880" y="3243900"/>
                <a:ext cx="8640" cy="360"/>
              </p14:xfrm>
            </p:contentPart>
          </mc:Choice>
          <mc:Fallback xmlns="">
            <p:pic>
              <p:nvPicPr>
                <p:cNvPr id="51" name="Рукописні дані 50">
                  <a:extLst>
                    <a:ext uri="{FF2B5EF4-FFF2-40B4-BE49-F238E27FC236}">
                      <a16:creationId xmlns:a16="http://schemas.microsoft.com/office/drawing/2014/main" id="{9E1C3986-374A-7135-4868-F9ED6AA0300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836880" y="3234900"/>
                  <a:ext cx="262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2" name="Рукописні дані 51">
                  <a:extLst>
                    <a:ext uri="{FF2B5EF4-FFF2-40B4-BE49-F238E27FC236}">
                      <a16:creationId xmlns:a16="http://schemas.microsoft.com/office/drawing/2014/main" id="{F875BDD2-EEDA-1A8A-EF02-FC8F6BFEC1C7}"/>
                    </a:ext>
                  </a:extLst>
                </p14:cNvPr>
                <p14:cNvContentPartPr/>
                <p14:nvPr/>
              </p14:nvContentPartPr>
              <p14:xfrm>
                <a:off x="6757320" y="3194580"/>
                <a:ext cx="261000" cy="183960"/>
              </p14:xfrm>
            </p:contentPart>
          </mc:Choice>
          <mc:Fallback xmlns="">
            <p:pic>
              <p:nvPicPr>
                <p:cNvPr id="52" name="Рукописні дані 51">
                  <a:extLst>
                    <a:ext uri="{FF2B5EF4-FFF2-40B4-BE49-F238E27FC236}">
                      <a16:creationId xmlns:a16="http://schemas.microsoft.com/office/drawing/2014/main" id="{F875BDD2-EEDA-1A8A-EF02-FC8F6BFEC1C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748320" y="3185940"/>
                  <a:ext cx="2786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4" name="Рукописні дані 53">
                  <a:extLst>
                    <a:ext uri="{FF2B5EF4-FFF2-40B4-BE49-F238E27FC236}">
                      <a16:creationId xmlns:a16="http://schemas.microsoft.com/office/drawing/2014/main" id="{BB49642C-8F52-291A-51F7-ACB2CEFCE9FD}"/>
                    </a:ext>
                  </a:extLst>
                </p14:cNvPr>
                <p14:cNvContentPartPr/>
                <p14:nvPr/>
              </p14:nvContentPartPr>
              <p14:xfrm>
                <a:off x="6724560" y="3519300"/>
                <a:ext cx="59760" cy="144000"/>
              </p14:xfrm>
            </p:contentPart>
          </mc:Choice>
          <mc:Fallback xmlns="">
            <p:pic>
              <p:nvPicPr>
                <p:cNvPr id="54" name="Рукописні дані 53">
                  <a:extLst>
                    <a:ext uri="{FF2B5EF4-FFF2-40B4-BE49-F238E27FC236}">
                      <a16:creationId xmlns:a16="http://schemas.microsoft.com/office/drawing/2014/main" id="{BB49642C-8F52-291A-51F7-ACB2CEFCE9F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15560" y="3510300"/>
                  <a:ext cx="774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5" name="Рукописні дані 54">
                  <a:extLst>
                    <a:ext uri="{FF2B5EF4-FFF2-40B4-BE49-F238E27FC236}">
                      <a16:creationId xmlns:a16="http://schemas.microsoft.com/office/drawing/2014/main" id="{E93DBA29-6AF3-62E4-26FE-74A5DD81E112}"/>
                    </a:ext>
                  </a:extLst>
                </p14:cNvPr>
                <p14:cNvContentPartPr/>
                <p14:nvPr/>
              </p14:nvContentPartPr>
              <p14:xfrm>
                <a:off x="6761280" y="3524340"/>
                <a:ext cx="164520" cy="278640"/>
              </p14:xfrm>
            </p:contentPart>
          </mc:Choice>
          <mc:Fallback xmlns="">
            <p:pic>
              <p:nvPicPr>
                <p:cNvPr id="55" name="Рукописні дані 54">
                  <a:extLst>
                    <a:ext uri="{FF2B5EF4-FFF2-40B4-BE49-F238E27FC236}">
                      <a16:creationId xmlns:a16="http://schemas.microsoft.com/office/drawing/2014/main" id="{E93DBA29-6AF3-62E4-26FE-74A5DD81E11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52640" y="3515700"/>
                  <a:ext cx="1821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6" name="Рукописні дані 55">
                  <a:extLst>
                    <a:ext uri="{FF2B5EF4-FFF2-40B4-BE49-F238E27FC236}">
                      <a16:creationId xmlns:a16="http://schemas.microsoft.com/office/drawing/2014/main" id="{099CB058-AB88-8193-8361-9798106F0EBE}"/>
                    </a:ext>
                  </a:extLst>
                </p14:cNvPr>
                <p14:cNvContentPartPr/>
                <p14:nvPr/>
              </p14:nvContentPartPr>
              <p14:xfrm>
                <a:off x="6550320" y="4047420"/>
                <a:ext cx="93240" cy="703440"/>
              </p14:xfrm>
            </p:contentPart>
          </mc:Choice>
          <mc:Fallback xmlns="">
            <p:pic>
              <p:nvPicPr>
                <p:cNvPr id="56" name="Рукописні дані 55">
                  <a:extLst>
                    <a:ext uri="{FF2B5EF4-FFF2-40B4-BE49-F238E27FC236}">
                      <a16:creationId xmlns:a16="http://schemas.microsoft.com/office/drawing/2014/main" id="{099CB058-AB88-8193-8361-9798106F0EB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541680" y="4038420"/>
                  <a:ext cx="110880" cy="7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7" name="Рукописні дані 56">
                  <a:extLst>
                    <a:ext uri="{FF2B5EF4-FFF2-40B4-BE49-F238E27FC236}">
                      <a16:creationId xmlns:a16="http://schemas.microsoft.com/office/drawing/2014/main" id="{8E391AEE-2CE9-86F6-AAED-752226B8E913}"/>
                    </a:ext>
                  </a:extLst>
                </p14:cNvPr>
                <p14:cNvContentPartPr/>
                <p14:nvPr/>
              </p14:nvContentPartPr>
              <p14:xfrm>
                <a:off x="6592800" y="4079100"/>
                <a:ext cx="213480" cy="5040"/>
              </p14:xfrm>
            </p:contentPart>
          </mc:Choice>
          <mc:Fallback xmlns="">
            <p:pic>
              <p:nvPicPr>
                <p:cNvPr id="57" name="Рукописні дані 56">
                  <a:extLst>
                    <a:ext uri="{FF2B5EF4-FFF2-40B4-BE49-F238E27FC236}">
                      <a16:creationId xmlns:a16="http://schemas.microsoft.com/office/drawing/2014/main" id="{8E391AEE-2CE9-86F6-AAED-752226B8E91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583800" y="4070100"/>
                  <a:ext cx="2311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8" name="Рукописні дані 57">
                  <a:extLst>
                    <a:ext uri="{FF2B5EF4-FFF2-40B4-BE49-F238E27FC236}">
                      <a16:creationId xmlns:a16="http://schemas.microsoft.com/office/drawing/2014/main" id="{943810F1-41FB-8D63-CB8D-2EFF47B38FAE}"/>
                    </a:ext>
                  </a:extLst>
                </p14:cNvPr>
                <p14:cNvContentPartPr/>
                <p14:nvPr/>
              </p14:nvContentPartPr>
              <p14:xfrm>
                <a:off x="6495600" y="4058580"/>
                <a:ext cx="271800" cy="696240"/>
              </p14:xfrm>
            </p:contentPart>
          </mc:Choice>
          <mc:Fallback xmlns="">
            <p:pic>
              <p:nvPicPr>
                <p:cNvPr id="58" name="Рукописні дані 57">
                  <a:extLst>
                    <a:ext uri="{FF2B5EF4-FFF2-40B4-BE49-F238E27FC236}">
                      <a16:creationId xmlns:a16="http://schemas.microsoft.com/office/drawing/2014/main" id="{943810F1-41FB-8D63-CB8D-2EFF47B38FA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86960" y="4049940"/>
                  <a:ext cx="289440" cy="71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1" name="Рукописні дані 60">
                <a:extLst>
                  <a:ext uri="{FF2B5EF4-FFF2-40B4-BE49-F238E27FC236}">
                    <a16:creationId xmlns:a16="http://schemas.microsoft.com/office/drawing/2014/main" id="{507CCC01-30DE-6C1D-4CCA-362A8BBE01AE}"/>
                  </a:ext>
                </a:extLst>
              </p14:cNvPr>
              <p14:cNvContentPartPr/>
              <p14:nvPr/>
            </p14:nvContentPartPr>
            <p14:xfrm>
              <a:off x="6413520" y="5020500"/>
              <a:ext cx="401040" cy="665640"/>
            </p14:xfrm>
          </p:contentPart>
        </mc:Choice>
        <mc:Fallback xmlns="">
          <p:pic>
            <p:nvPicPr>
              <p:cNvPr id="61" name="Рукописні дані 60">
                <a:extLst>
                  <a:ext uri="{FF2B5EF4-FFF2-40B4-BE49-F238E27FC236}">
                    <a16:creationId xmlns:a16="http://schemas.microsoft.com/office/drawing/2014/main" id="{507CCC01-30DE-6C1D-4CCA-362A8BBE01A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404880" y="5011500"/>
                <a:ext cx="418680" cy="68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2" name="Рукописні дані 61">
                <a:extLst>
                  <a:ext uri="{FF2B5EF4-FFF2-40B4-BE49-F238E27FC236}">
                    <a16:creationId xmlns:a16="http://schemas.microsoft.com/office/drawing/2014/main" id="{6D08E78A-379E-BE6C-DD54-969DE93764A6}"/>
                  </a:ext>
                </a:extLst>
              </p14:cNvPr>
              <p14:cNvContentPartPr/>
              <p14:nvPr/>
            </p14:nvContentPartPr>
            <p14:xfrm>
              <a:off x="6511080" y="5051820"/>
              <a:ext cx="385920" cy="525240"/>
            </p14:xfrm>
          </p:contentPart>
        </mc:Choice>
        <mc:Fallback xmlns="">
          <p:pic>
            <p:nvPicPr>
              <p:cNvPr id="62" name="Рукописні дані 61">
                <a:extLst>
                  <a:ext uri="{FF2B5EF4-FFF2-40B4-BE49-F238E27FC236}">
                    <a16:creationId xmlns:a16="http://schemas.microsoft.com/office/drawing/2014/main" id="{6D08E78A-379E-BE6C-DD54-969DE93764A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502440" y="5043180"/>
                <a:ext cx="403560" cy="54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3" name="Рукописні дані 62">
                <a:extLst>
                  <a:ext uri="{FF2B5EF4-FFF2-40B4-BE49-F238E27FC236}">
                    <a16:creationId xmlns:a16="http://schemas.microsoft.com/office/drawing/2014/main" id="{5ED68BD6-6881-A905-556A-62CAE9287C0E}"/>
                  </a:ext>
                </a:extLst>
              </p14:cNvPr>
              <p14:cNvContentPartPr/>
              <p14:nvPr/>
            </p14:nvContentPartPr>
            <p14:xfrm>
              <a:off x="6526560" y="5993280"/>
              <a:ext cx="173880" cy="299160"/>
            </p14:xfrm>
          </p:contentPart>
        </mc:Choice>
        <mc:Fallback xmlns="">
          <p:pic>
            <p:nvPicPr>
              <p:cNvPr id="63" name="Рукописні дані 62">
                <a:extLst>
                  <a:ext uri="{FF2B5EF4-FFF2-40B4-BE49-F238E27FC236}">
                    <a16:creationId xmlns:a16="http://schemas.microsoft.com/office/drawing/2014/main" id="{5ED68BD6-6881-A905-556A-62CAE9287C0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517920" y="5984280"/>
                <a:ext cx="191520" cy="31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Групувати 74">
            <a:extLst>
              <a:ext uri="{FF2B5EF4-FFF2-40B4-BE49-F238E27FC236}">
                <a16:creationId xmlns:a16="http://schemas.microsoft.com/office/drawing/2014/main" id="{795A20A8-1B95-9A4A-7518-1194523BEF81}"/>
              </a:ext>
            </a:extLst>
          </p:cNvPr>
          <p:cNvGrpSpPr/>
          <p:nvPr/>
        </p:nvGrpSpPr>
        <p:grpSpPr>
          <a:xfrm>
            <a:off x="7230360" y="3229200"/>
            <a:ext cx="2313000" cy="1166040"/>
            <a:chOff x="7230360" y="3229200"/>
            <a:chExt cx="2313000" cy="116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5" name="Рукописні дані 64">
                  <a:extLst>
                    <a:ext uri="{FF2B5EF4-FFF2-40B4-BE49-F238E27FC236}">
                      <a16:creationId xmlns:a16="http://schemas.microsoft.com/office/drawing/2014/main" id="{B981EEED-7140-82DE-9A59-60163E17F189}"/>
                    </a:ext>
                  </a:extLst>
                </p14:cNvPr>
                <p14:cNvContentPartPr/>
                <p14:nvPr/>
              </p14:nvContentPartPr>
              <p14:xfrm>
                <a:off x="7230360" y="3576600"/>
                <a:ext cx="251640" cy="311760"/>
              </p14:xfrm>
            </p:contentPart>
          </mc:Choice>
          <mc:Fallback xmlns="">
            <p:pic>
              <p:nvPicPr>
                <p:cNvPr id="65" name="Рукописні дані 64">
                  <a:extLst>
                    <a:ext uri="{FF2B5EF4-FFF2-40B4-BE49-F238E27FC236}">
                      <a16:creationId xmlns:a16="http://schemas.microsoft.com/office/drawing/2014/main" id="{B981EEED-7140-82DE-9A59-60163E17F18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21360" y="3567960"/>
                  <a:ext cx="26928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6" name="Рукописні дані 65">
                  <a:extLst>
                    <a:ext uri="{FF2B5EF4-FFF2-40B4-BE49-F238E27FC236}">
                      <a16:creationId xmlns:a16="http://schemas.microsoft.com/office/drawing/2014/main" id="{8C998317-6B2B-09E6-2B2B-25FB637FAB86}"/>
                    </a:ext>
                  </a:extLst>
                </p14:cNvPr>
                <p14:cNvContentPartPr/>
                <p14:nvPr/>
              </p14:nvContentPartPr>
              <p14:xfrm>
                <a:off x="7551120" y="3589920"/>
                <a:ext cx="257040" cy="344520"/>
              </p14:xfrm>
            </p:contentPart>
          </mc:Choice>
          <mc:Fallback xmlns="">
            <p:pic>
              <p:nvPicPr>
                <p:cNvPr id="66" name="Рукописні дані 65">
                  <a:extLst>
                    <a:ext uri="{FF2B5EF4-FFF2-40B4-BE49-F238E27FC236}">
                      <a16:creationId xmlns:a16="http://schemas.microsoft.com/office/drawing/2014/main" id="{8C998317-6B2B-09E6-2B2B-25FB637FAB8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542120" y="3581280"/>
                  <a:ext cx="2746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7" name="Рукописні дані 66">
                  <a:extLst>
                    <a:ext uri="{FF2B5EF4-FFF2-40B4-BE49-F238E27FC236}">
                      <a16:creationId xmlns:a16="http://schemas.microsoft.com/office/drawing/2014/main" id="{7AD0B56B-DD31-6E4F-FC46-53BB0F476B28}"/>
                    </a:ext>
                  </a:extLst>
                </p14:cNvPr>
                <p14:cNvContentPartPr/>
                <p14:nvPr/>
              </p14:nvContentPartPr>
              <p14:xfrm>
                <a:off x="7880880" y="3229200"/>
                <a:ext cx="256680" cy="763560"/>
              </p14:xfrm>
            </p:contentPart>
          </mc:Choice>
          <mc:Fallback xmlns="">
            <p:pic>
              <p:nvPicPr>
                <p:cNvPr id="67" name="Рукописні дані 66">
                  <a:extLst>
                    <a:ext uri="{FF2B5EF4-FFF2-40B4-BE49-F238E27FC236}">
                      <a16:creationId xmlns:a16="http://schemas.microsoft.com/office/drawing/2014/main" id="{7AD0B56B-DD31-6E4F-FC46-53BB0F476B2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71880" y="3220200"/>
                  <a:ext cx="274320" cy="78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9" name="Рукописні дані 68">
                  <a:extLst>
                    <a:ext uri="{FF2B5EF4-FFF2-40B4-BE49-F238E27FC236}">
                      <a16:creationId xmlns:a16="http://schemas.microsoft.com/office/drawing/2014/main" id="{F0DD1B7B-593D-37AD-1DC3-8CC7EF5D5BEE}"/>
                    </a:ext>
                  </a:extLst>
                </p14:cNvPr>
                <p14:cNvContentPartPr/>
                <p14:nvPr/>
              </p14:nvContentPartPr>
              <p14:xfrm>
                <a:off x="8195880" y="3677400"/>
                <a:ext cx="228240" cy="290520"/>
              </p14:xfrm>
            </p:contentPart>
          </mc:Choice>
          <mc:Fallback xmlns="">
            <p:pic>
              <p:nvPicPr>
                <p:cNvPr id="69" name="Рукописні дані 68">
                  <a:extLst>
                    <a:ext uri="{FF2B5EF4-FFF2-40B4-BE49-F238E27FC236}">
                      <a16:creationId xmlns:a16="http://schemas.microsoft.com/office/drawing/2014/main" id="{F0DD1B7B-593D-37AD-1DC3-8CC7EF5D5BE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186880" y="3668400"/>
                  <a:ext cx="2458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1" name="Рукописні дані 70">
                  <a:extLst>
                    <a:ext uri="{FF2B5EF4-FFF2-40B4-BE49-F238E27FC236}">
                      <a16:creationId xmlns:a16="http://schemas.microsoft.com/office/drawing/2014/main" id="{ADFE54E5-086F-B004-E662-C11333F5CEAB}"/>
                    </a:ext>
                  </a:extLst>
                </p14:cNvPr>
                <p14:cNvContentPartPr/>
                <p14:nvPr/>
              </p14:nvContentPartPr>
              <p14:xfrm>
                <a:off x="8566680" y="3671640"/>
                <a:ext cx="352080" cy="303480"/>
              </p14:xfrm>
            </p:contentPart>
          </mc:Choice>
          <mc:Fallback xmlns="">
            <p:pic>
              <p:nvPicPr>
                <p:cNvPr id="71" name="Рукописні дані 70">
                  <a:extLst>
                    <a:ext uri="{FF2B5EF4-FFF2-40B4-BE49-F238E27FC236}">
                      <a16:creationId xmlns:a16="http://schemas.microsoft.com/office/drawing/2014/main" id="{ADFE54E5-086F-B004-E662-C11333F5CEA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558040" y="3663000"/>
                  <a:ext cx="3697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2" name="Рукописні дані 71">
                  <a:extLst>
                    <a:ext uri="{FF2B5EF4-FFF2-40B4-BE49-F238E27FC236}">
                      <a16:creationId xmlns:a16="http://schemas.microsoft.com/office/drawing/2014/main" id="{122EF539-A381-3DF4-832A-B9F33AD6170F}"/>
                    </a:ext>
                  </a:extLst>
                </p14:cNvPr>
                <p14:cNvContentPartPr/>
                <p14:nvPr/>
              </p14:nvContentPartPr>
              <p14:xfrm>
                <a:off x="8955120" y="3657240"/>
                <a:ext cx="219960" cy="313200"/>
              </p14:xfrm>
            </p:contentPart>
          </mc:Choice>
          <mc:Fallback xmlns="">
            <p:pic>
              <p:nvPicPr>
                <p:cNvPr id="72" name="Рукописні дані 71">
                  <a:extLst>
                    <a:ext uri="{FF2B5EF4-FFF2-40B4-BE49-F238E27FC236}">
                      <a16:creationId xmlns:a16="http://schemas.microsoft.com/office/drawing/2014/main" id="{122EF539-A381-3DF4-832A-B9F33AD6170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946120" y="3648600"/>
                  <a:ext cx="2376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3" name="Рукописні дані 72">
                  <a:extLst>
                    <a:ext uri="{FF2B5EF4-FFF2-40B4-BE49-F238E27FC236}">
                      <a16:creationId xmlns:a16="http://schemas.microsoft.com/office/drawing/2014/main" id="{4E8E4471-E893-FB74-FB5D-C7F06B7C1F14}"/>
                    </a:ext>
                  </a:extLst>
                </p14:cNvPr>
                <p14:cNvContentPartPr/>
                <p14:nvPr/>
              </p14:nvContentPartPr>
              <p14:xfrm>
                <a:off x="9299640" y="3699360"/>
                <a:ext cx="134280" cy="226080"/>
              </p14:xfrm>
            </p:contentPart>
          </mc:Choice>
          <mc:Fallback xmlns="">
            <p:pic>
              <p:nvPicPr>
                <p:cNvPr id="73" name="Рукописні дані 72">
                  <a:extLst>
                    <a:ext uri="{FF2B5EF4-FFF2-40B4-BE49-F238E27FC236}">
                      <a16:creationId xmlns:a16="http://schemas.microsoft.com/office/drawing/2014/main" id="{4E8E4471-E893-FB74-FB5D-C7F06B7C1F1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290640" y="3690720"/>
                  <a:ext cx="1519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4" name="Рукописні дані 73">
                  <a:extLst>
                    <a:ext uri="{FF2B5EF4-FFF2-40B4-BE49-F238E27FC236}">
                      <a16:creationId xmlns:a16="http://schemas.microsoft.com/office/drawing/2014/main" id="{011C0EFC-951D-F1D7-916C-403D48E76CD7}"/>
                    </a:ext>
                  </a:extLst>
                </p14:cNvPr>
                <p14:cNvContentPartPr/>
                <p14:nvPr/>
              </p14:nvContentPartPr>
              <p14:xfrm>
                <a:off x="9234480" y="3777120"/>
                <a:ext cx="308880" cy="618120"/>
              </p14:xfrm>
            </p:contentPart>
          </mc:Choice>
          <mc:Fallback xmlns="">
            <p:pic>
              <p:nvPicPr>
                <p:cNvPr id="74" name="Рукописні дані 73">
                  <a:extLst>
                    <a:ext uri="{FF2B5EF4-FFF2-40B4-BE49-F238E27FC236}">
                      <a16:creationId xmlns:a16="http://schemas.microsoft.com/office/drawing/2014/main" id="{011C0EFC-951D-F1D7-916C-403D48E76CD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225840" y="3768120"/>
                  <a:ext cx="326520" cy="63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Групувати 82">
            <a:extLst>
              <a:ext uri="{FF2B5EF4-FFF2-40B4-BE49-F238E27FC236}">
                <a16:creationId xmlns:a16="http://schemas.microsoft.com/office/drawing/2014/main" id="{8B1E19F2-8A39-846A-F123-B175310675F3}"/>
              </a:ext>
            </a:extLst>
          </p:cNvPr>
          <p:cNvGrpSpPr/>
          <p:nvPr/>
        </p:nvGrpSpPr>
        <p:grpSpPr>
          <a:xfrm>
            <a:off x="6938760" y="4311360"/>
            <a:ext cx="2385000" cy="737640"/>
            <a:chOff x="6938760" y="4311360"/>
            <a:chExt cx="2385000" cy="73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6" name="Рукописні дані 75">
                  <a:extLst>
                    <a:ext uri="{FF2B5EF4-FFF2-40B4-BE49-F238E27FC236}">
                      <a16:creationId xmlns:a16="http://schemas.microsoft.com/office/drawing/2014/main" id="{882B1276-DAA1-E3EF-595F-02D69B8DBAC2}"/>
                    </a:ext>
                  </a:extLst>
                </p14:cNvPr>
                <p14:cNvContentPartPr/>
                <p14:nvPr/>
              </p14:nvContentPartPr>
              <p14:xfrm>
                <a:off x="6938760" y="4522680"/>
                <a:ext cx="197280" cy="526320"/>
              </p14:xfrm>
            </p:contentPart>
          </mc:Choice>
          <mc:Fallback xmlns="">
            <p:pic>
              <p:nvPicPr>
                <p:cNvPr id="76" name="Рукописні дані 75">
                  <a:extLst>
                    <a:ext uri="{FF2B5EF4-FFF2-40B4-BE49-F238E27FC236}">
                      <a16:creationId xmlns:a16="http://schemas.microsoft.com/office/drawing/2014/main" id="{882B1276-DAA1-E3EF-595F-02D69B8DBAC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29760" y="4514040"/>
                  <a:ext cx="214920" cy="5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7" name="Рукописні дані 76">
                  <a:extLst>
                    <a:ext uri="{FF2B5EF4-FFF2-40B4-BE49-F238E27FC236}">
                      <a16:creationId xmlns:a16="http://schemas.microsoft.com/office/drawing/2014/main" id="{9FA1DD30-180E-2BF9-0152-46B1F1217C77}"/>
                    </a:ext>
                  </a:extLst>
                </p14:cNvPr>
                <p14:cNvContentPartPr/>
                <p14:nvPr/>
              </p14:nvContentPartPr>
              <p14:xfrm>
                <a:off x="7287240" y="4509000"/>
                <a:ext cx="290160" cy="293760"/>
              </p14:xfrm>
            </p:contentPart>
          </mc:Choice>
          <mc:Fallback xmlns="">
            <p:pic>
              <p:nvPicPr>
                <p:cNvPr id="77" name="Рукописні дані 76">
                  <a:extLst>
                    <a:ext uri="{FF2B5EF4-FFF2-40B4-BE49-F238E27FC236}">
                      <a16:creationId xmlns:a16="http://schemas.microsoft.com/office/drawing/2014/main" id="{9FA1DD30-180E-2BF9-0152-46B1F1217C7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278600" y="4500000"/>
                  <a:ext cx="3078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8" name="Рукописні дані 77">
                  <a:extLst>
                    <a:ext uri="{FF2B5EF4-FFF2-40B4-BE49-F238E27FC236}">
                      <a16:creationId xmlns:a16="http://schemas.microsoft.com/office/drawing/2014/main" id="{56B2B8E0-74BA-9643-6C9A-B5467C4FAF98}"/>
                    </a:ext>
                  </a:extLst>
                </p14:cNvPr>
                <p14:cNvContentPartPr/>
                <p14:nvPr/>
              </p14:nvContentPartPr>
              <p14:xfrm>
                <a:off x="7661280" y="4583520"/>
                <a:ext cx="205920" cy="291960"/>
              </p14:xfrm>
            </p:contentPart>
          </mc:Choice>
          <mc:Fallback xmlns="">
            <p:pic>
              <p:nvPicPr>
                <p:cNvPr id="78" name="Рукописні дані 77">
                  <a:extLst>
                    <a:ext uri="{FF2B5EF4-FFF2-40B4-BE49-F238E27FC236}">
                      <a16:creationId xmlns:a16="http://schemas.microsoft.com/office/drawing/2014/main" id="{56B2B8E0-74BA-9643-6C9A-B5467C4FAF9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652280" y="4574880"/>
                  <a:ext cx="22356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79" name="Рукописні дані 78">
                  <a:extLst>
                    <a:ext uri="{FF2B5EF4-FFF2-40B4-BE49-F238E27FC236}">
                      <a16:creationId xmlns:a16="http://schemas.microsoft.com/office/drawing/2014/main" id="{28B592DB-C23E-2CD7-936B-68CE0E6CA35A}"/>
                    </a:ext>
                  </a:extLst>
                </p14:cNvPr>
                <p14:cNvContentPartPr/>
                <p14:nvPr/>
              </p14:nvContentPartPr>
              <p14:xfrm>
                <a:off x="7945320" y="4509720"/>
                <a:ext cx="337680" cy="355320"/>
              </p14:xfrm>
            </p:contentPart>
          </mc:Choice>
          <mc:Fallback xmlns="">
            <p:pic>
              <p:nvPicPr>
                <p:cNvPr id="79" name="Рукописні дані 78">
                  <a:extLst>
                    <a:ext uri="{FF2B5EF4-FFF2-40B4-BE49-F238E27FC236}">
                      <a16:creationId xmlns:a16="http://schemas.microsoft.com/office/drawing/2014/main" id="{28B592DB-C23E-2CD7-936B-68CE0E6CA35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36680" y="4500720"/>
                  <a:ext cx="35532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0" name="Рукописні дані 79">
                  <a:extLst>
                    <a:ext uri="{FF2B5EF4-FFF2-40B4-BE49-F238E27FC236}">
                      <a16:creationId xmlns:a16="http://schemas.microsoft.com/office/drawing/2014/main" id="{CDB9CC44-9223-957C-D96D-1243C1074A52}"/>
                    </a:ext>
                  </a:extLst>
                </p14:cNvPr>
                <p14:cNvContentPartPr/>
                <p14:nvPr/>
              </p14:nvContentPartPr>
              <p14:xfrm>
                <a:off x="8417640" y="4612680"/>
                <a:ext cx="237240" cy="332640"/>
              </p14:xfrm>
            </p:contentPart>
          </mc:Choice>
          <mc:Fallback xmlns="">
            <p:pic>
              <p:nvPicPr>
                <p:cNvPr id="80" name="Рукописні дані 79">
                  <a:extLst>
                    <a:ext uri="{FF2B5EF4-FFF2-40B4-BE49-F238E27FC236}">
                      <a16:creationId xmlns:a16="http://schemas.microsoft.com/office/drawing/2014/main" id="{CDB9CC44-9223-957C-D96D-1243C1074A5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409000" y="4603680"/>
                  <a:ext cx="25488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1" name="Рукописні дані 80">
                  <a:extLst>
                    <a:ext uri="{FF2B5EF4-FFF2-40B4-BE49-F238E27FC236}">
                      <a16:creationId xmlns:a16="http://schemas.microsoft.com/office/drawing/2014/main" id="{2A993B94-0CC3-65B3-087C-9C927C1DCB40}"/>
                    </a:ext>
                  </a:extLst>
                </p14:cNvPr>
                <p14:cNvContentPartPr/>
                <p14:nvPr/>
              </p14:nvContentPartPr>
              <p14:xfrm>
                <a:off x="8726160" y="4639320"/>
                <a:ext cx="246240" cy="272160"/>
              </p14:xfrm>
            </p:contentPart>
          </mc:Choice>
          <mc:Fallback xmlns="">
            <p:pic>
              <p:nvPicPr>
                <p:cNvPr id="81" name="Рукописні дані 80">
                  <a:extLst>
                    <a:ext uri="{FF2B5EF4-FFF2-40B4-BE49-F238E27FC236}">
                      <a16:creationId xmlns:a16="http://schemas.microsoft.com/office/drawing/2014/main" id="{2A993B94-0CC3-65B3-087C-9C927C1DCB4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717160" y="4630320"/>
                  <a:ext cx="2638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2" name="Рукописні дані 81">
                  <a:extLst>
                    <a:ext uri="{FF2B5EF4-FFF2-40B4-BE49-F238E27FC236}">
                      <a16:creationId xmlns:a16="http://schemas.microsoft.com/office/drawing/2014/main" id="{9645712C-DE0B-CED1-393E-73098614CC02}"/>
                    </a:ext>
                  </a:extLst>
                </p14:cNvPr>
                <p14:cNvContentPartPr/>
                <p14:nvPr/>
              </p14:nvContentPartPr>
              <p14:xfrm>
                <a:off x="9061320" y="4311360"/>
                <a:ext cx="262440" cy="662400"/>
              </p14:xfrm>
            </p:contentPart>
          </mc:Choice>
          <mc:Fallback xmlns="">
            <p:pic>
              <p:nvPicPr>
                <p:cNvPr id="82" name="Рукописні дані 81">
                  <a:extLst>
                    <a:ext uri="{FF2B5EF4-FFF2-40B4-BE49-F238E27FC236}">
                      <a16:creationId xmlns:a16="http://schemas.microsoft.com/office/drawing/2014/main" id="{9645712C-DE0B-CED1-393E-73098614CC0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052680" y="4302360"/>
                  <a:ext cx="280080" cy="68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Групувати 95">
            <a:extLst>
              <a:ext uri="{FF2B5EF4-FFF2-40B4-BE49-F238E27FC236}">
                <a16:creationId xmlns:a16="http://schemas.microsoft.com/office/drawing/2014/main" id="{C4F61244-06F8-9B81-859B-C7CD06437D19}"/>
              </a:ext>
            </a:extLst>
          </p:cNvPr>
          <p:cNvGrpSpPr/>
          <p:nvPr/>
        </p:nvGrpSpPr>
        <p:grpSpPr>
          <a:xfrm>
            <a:off x="7068000" y="4831200"/>
            <a:ext cx="3009600" cy="943920"/>
            <a:chOff x="7068000" y="4831200"/>
            <a:chExt cx="3009600" cy="94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4" name="Рукописні дані 83">
                  <a:extLst>
                    <a:ext uri="{FF2B5EF4-FFF2-40B4-BE49-F238E27FC236}">
                      <a16:creationId xmlns:a16="http://schemas.microsoft.com/office/drawing/2014/main" id="{7321B2A6-34A6-1317-45AB-7EC2BECCB220}"/>
                    </a:ext>
                  </a:extLst>
                </p14:cNvPr>
                <p14:cNvContentPartPr/>
                <p14:nvPr/>
              </p14:nvContentPartPr>
              <p14:xfrm>
                <a:off x="7068000" y="4997880"/>
                <a:ext cx="332280" cy="662400"/>
              </p14:xfrm>
            </p:contentPart>
          </mc:Choice>
          <mc:Fallback xmlns="">
            <p:pic>
              <p:nvPicPr>
                <p:cNvPr id="84" name="Рукописні дані 83">
                  <a:extLst>
                    <a:ext uri="{FF2B5EF4-FFF2-40B4-BE49-F238E27FC236}">
                      <a16:creationId xmlns:a16="http://schemas.microsoft.com/office/drawing/2014/main" id="{7321B2A6-34A6-1317-45AB-7EC2BECCB22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059000" y="4989240"/>
                  <a:ext cx="349920" cy="68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5" name="Рукописні дані 84">
                  <a:extLst>
                    <a:ext uri="{FF2B5EF4-FFF2-40B4-BE49-F238E27FC236}">
                      <a16:creationId xmlns:a16="http://schemas.microsoft.com/office/drawing/2014/main" id="{E6BE72C7-8674-69DF-72F9-7FF06A531E21}"/>
                    </a:ext>
                  </a:extLst>
                </p14:cNvPr>
                <p14:cNvContentPartPr/>
                <p14:nvPr/>
              </p14:nvContentPartPr>
              <p14:xfrm>
                <a:off x="7515120" y="5270760"/>
                <a:ext cx="273240" cy="377280"/>
              </p14:xfrm>
            </p:contentPart>
          </mc:Choice>
          <mc:Fallback xmlns="">
            <p:pic>
              <p:nvPicPr>
                <p:cNvPr id="85" name="Рукописні дані 84">
                  <a:extLst>
                    <a:ext uri="{FF2B5EF4-FFF2-40B4-BE49-F238E27FC236}">
                      <a16:creationId xmlns:a16="http://schemas.microsoft.com/office/drawing/2014/main" id="{E6BE72C7-8674-69DF-72F9-7FF06A531E2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506480" y="5261760"/>
                  <a:ext cx="29088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6" name="Рукописні дані 85">
                  <a:extLst>
                    <a:ext uri="{FF2B5EF4-FFF2-40B4-BE49-F238E27FC236}">
                      <a16:creationId xmlns:a16="http://schemas.microsoft.com/office/drawing/2014/main" id="{E256E9B6-7965-3A62-62F9-5F55282FBB3B}"/>
                    </a:ext>
                  </a:extLst>
                </p14:cNvPr>
                <p14:cNvContentPartPr/>
                <p14:nvPr/>
              </p14:nvContentPartPr>
              <p14:xfrm>
                <a:off x="7914360" y="5379480"/>
                <a:ext cx="37440" cy="315360"/>
              </p14:xfrm>
            </p:contentPart>
          </mc:Choice>
          <mc:Fallback xmlns="">
            <p:pic>
              <p:nvPicPr>
                <p:cNvPr id="86" name="Рукописні дані 85">
                  <a:extLst>
                    <a:ext uri="{FF2B5EF4-FFF2-40B4-BE49-F238E27FC236}">
                      <a16:creationId xmlns:a16="http://schemas.microsoft.com/office/drawing/2014/main" id="{E256E9B6-7965-3A62-62F9-5F55282FBB3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905720" y="5370840"/>
                  <a:ext cx="550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7" name="Рукописні дані 86">
                  <a:extLst>
                    <a:ext uri="{FF2B5EF4-FFF2-40B4-BE49-F238E27FC236}">
                      <a16:creationId xmlns:a16="http://schemas.microsoft.com/office/drawing/2014/main" id="{85C716BE-F929-5CF3-CEA0-E7C2EF63E34C}"/>
                    </a:ext>
                  </a:extLst>
                </p14:cNvPr>
                <p14:cNvContentPartPr/>
                <p14:nvPr/>
              </p14:nvContentPartPr>
              <p14:xfrm>
                <a:off x="7829040" y="5326920"/>
                <a:ext cx="372960" cy="15120"/>
              </p14:xfrm>
            </p:contentPart>
          </mc:Choice>
          <mc:Fallback xmlns="">
            <p:pic>
              <p:nvPicPr>
                <p:cNvPr id="87" name="Рукописні дані 86">
                  <a:extLst>
                    <a:ext uri="{FF2B5EF4-FFF2-40B4-BE49-F238E27FC236}">
                      <a16:creationId xmlns:a16="http://schemas.microsoft.com/office/drawing/2014/main" id="{85C716BE-F929-5CF3-CEA0-E7C2EF63E34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820040" y="5317920"/>
                  <a:ext cx="3906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8" name="Рукописні дані 87">
                  <a:extLst>
                    <a:ext uri="{FF2B5EF4-FFF2-40B4-BE49-F238E27FC236}">
                      <a16:creationId xmlns:a16="http://schemas.microsoft.com/office/drawing/2014/main" id="{A74C2A59-0B19-F2F6-EA64-02C0E9D5ABEC}"/>
                    </a:ext>
                  </a:extLst>
                </p14:cNvPr>
                <p14:cNvContentPartPr/>
                <p14:nvPr/>
              </p14:nvContentPartPr>
              <p14:xfrm>
                <a:off x="8166360" y="5462640"/>
                <a:ext cx="145080" cy="262080"/>
              </p14:xfrm>
            </p:contentPart>
          </mc:Choice>
          <mc:Fallback xmlns="">
            <p:pic>
              <p:nvPicPr>
                <p:cNvPr id="88" name="Рукописні дані 87">
                  <a:extLst>
                    <a:ext uri="{FF2B5EF4-FFF2-40B4-BE49-F238E27FC236}">
                      <a16:creationId xmlns:a16="http://schemas.microsoft.com/office/drawing/2014/main" id="{A74C2A59-0B19-F2F6-EA64-02C0E9D5ABE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157720" y="5453640"/>
                  <a:ext cx="1627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9" name="Рукописні дані 88">
                  <a:extLst>
                    <a:ext uri="{FF2B5EF4-FFF2-40B4-BE49-F238E27FC236}">
                      <a16:creationId xmlns:a16="http://schemas.microsoft.com/office/drawing/2014/main" id="{3440E069-64D2-C345-B6DC-8CFFBC63B2B1}"/>
                    </a:ext>
                  </a:extLst>
                </p14:cNvPr>
                <p14:cNvContentPartPr/>
                <p14:nvPr/>
              </p14:nvContentPartPr>
              <p14:xfrm>
                <a:off x="8489280" y="5440680"/>
                <a:ext cx="238320" cy="279360"/>
              </p14:xfrm>
            </p:contentPart>
          </mc:Choice>
          <mc:Fallback xmlns="">
            <p:pic>
              <p:nvPicPr>
                <p:cNvPr id="89" name="Рукописні дані 88">
                  <a:extLst>
                    <a:ext uri="{FF2B5EF4-FFF2-40B4-BE49-F238E27FC236}">
                      <a16:creationId xmlns:a16="http://schemas.microsoft.com/office/drawing/2014/main" id="{3440E069-64D2-C345-B6DC-8CFFBC63B2B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480640" y="5431680"/>
                  <a:ext cx="2559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91" name="Рукописні дані 90">
                  <a:extLst>
                    <a:ext uri="{FF2B5EF4-FFF2-40B4-BE49-F238E27FC236}">
                      <a16:creationId xmlns:a16="http://schemas.microsoft.com/office/drawing/2014/main" id="{E1F2B5C0-BFD9-3318-E60C-811EF1B70C3E}"/>
                    </a:ext>
                  </a:extLst>
                </p14:cNvPr>
                <p14:cNvContentPartPr/>
                <p14:nvPr/>
              </p14:nvContentPartPr>
              <p14:xfrm>
                <a:off x="8769360" y="5357160"/>
                <a:ext cx="295560" cy="318240"/>
              </p14:xfrm>
            </p:contentPart>
          </mc:Choice>
          <mc:Fallback xmlns="">
            <p:pic>
              <p:nvPicPr>
                <p:cNvPr id="91" name="Рукописні дані 90">
                  <a:extLst>
                    <a:ext uri="{FF2B5EF4-FFF2-40B4-BE49-F238E27FC236}">
                      <a16:creationId xmlns:a16="http://schemas.microsoft.com/office/drawing/2014/main" id="{E1F2B5C0-BFD9-3318-E60C-811EF1B70C3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760720" y="5348160"/>
                  <a:ext cx="3132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2" name="Рукописні дані 91">
                  <a:extLst>
                    <a:ext uri="{FF2B5EF4-FFF2-40B4-BE49-F238E27FC236}">
                      <a16:creationId xmlns:a16="http://schemas.microsoft.com/office/drawing/2014/main" id="{B3FD5050-73C4-68DC-5E79-80828AB51079}"/>
                    </a:ext>
                  </a:extLst>
                </p14:cNvPr>
                <p14:cNvContentPartPr/>
                <p14:nvPr/>
              </p14:nvContentPartPr>
              <p14:xfrm>
                <a:off x="9160320" y="5351040"/>
                <a:ext cx="152280" cy="272520"/>
              </p14:xfrm>
            </p:contentPart>
          </mc:Choice>
          <mc:Fallback xmlns="">
            <p:pic>
              <p:nvPicPr>
                <p:cNvPr id="92" name="Рукописні дані 91">
                  <a:extLst>
                    <a:ext uri="{FF2B5EF4-FFF2-40B4-BE49-F238E27FC236}">
                      <a16:creationId xmlns:a16="http://schemas.microsoft.com/office/drawing/2014/main" id="{B3FD5050-73C4-68DC-5E79-80828AB5107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151680" y="5342400"/>
                  <a:ext cx="1699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93" name="Рукописні дані 92">
                  <a:extLst>
                    <a:ext uri="{FF2B5EF4-FFF2-40B4-BE49-F238E27FC236}">
                      <a16:creationId xmlns:a16="http://schemas.microsoft.com/office/drawing/2014/main" id="{E486D190-AD2D-D9B1-6598-2687EEDFABD2}"/>
                    </a:ext>
                  </a:extLst>
                </p14:cNvPr>
                <p14:cNvContentPartPr/>
                <p14:nvPr/>
              </p14:nvContentPartPr>
              <p14:xfrm>
                <a:off x="9281280" y="5415840"/>
                <a:ext cx="315360" cy="282240"/>
              </p14:xfrm>
            </p:contentPart>
          </mc:Choice>
          <mc:Fallback xmlns="">
            <p:pic>
              <p:nvPicPr>
                <p:cNvPr id="93" name="Рукописні дані 92">
                  <a:extLst>
                    <a:ext uri="{FF2B5EF4-FFF2-40B4-BE49-F238E27FC236}">
                      <a16:creationId xmlns:a16="http://schemas.microsoft.com/office/drawing/2014/main" id="{E486D190-AD2D-D9B1-6598-2687EEDFABD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272640" y="5406840"/>
                  <a:ext cx="3330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5" name="Рукописні дані 94">
                  <a:extLst>
                    <a:ext uri="{FF2B5EF4-FFF2-40B4-BE49-F238E27FC236}">
                      <a16:creationId xmlns:a16="http://schemas.microsoft.com/office/drawing/2014/main" id="{6CE8B7BD-EDDE-8FB4-99D1-92FB84F7983A}"/>
                    </a:ext>
                  </a:extLst>
                </p14:cNvPr>
                <p14:cNvContentPartPr/>
                <p14:nvPr/>
              </p14:nvContentPartPr>
              <p14:xfrm>
                <a:off x="9717240" y="4831200"/>
                <a:ext cx="360360" cy="943920"/>
              </p14:xfrm>
            </p:contentPart>
          </mc:Choice>
          <mc:Fallback xmlns="">
            <p:pic>
              <p:nvPicPr>
                <p:cNvPr id="95" name="Рукописні дані 94">
                  <a:extLst>
                    <a:ext uri="{FF2B5EF4-FFF2-40B4-BE49-F238E27FC236}">
                      <a16:creationId xmlns:a16="http://schemas.microsoft.com/office/drawing/2014/main" id="{6CE8B7BD-EDDE-8FB4-99D1-92FB84F7983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708600" y="4822560"/>
                  <a:ext cx="378000" cy="961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304290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8FA135-E8AC-3873-DABD-BE57CEC8A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Після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смерті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Ярослава Мудрого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державі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B9AEFB2-6499-28CE-0867-BFCD63F875D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77446630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BF2D18F-4997-681F-C896-C2FD73F99C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570647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8F903B-4299-AE64-0635-B756E8B8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Чи правильне твердження?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368BD48-569F-9EEB-9A49-0292036A9D9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64800207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6556CC78-E50C-69F7-677D-9BE7D6A73C4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67826908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4963199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6BCEC-8E29-280A-4090-5F7A7F7F8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 в історії Київської Русі пов’язано з діяльністю князя Володимира Мономаха?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6BA956B-DA8E-1191-BFA0-FAA00AA0DE0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66121155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1F3B8D56-5986-5345-03BF-4903A77D8A2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63257950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3737940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2FB8B3-E1A5-A378-40F6-3163A7A64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якому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році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відбулася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описана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23B4537-FD0E-6714-992F-D2F2F32E68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«Володимир Мономах сів у Києві. Зустріли ж його митрополит Никифор з єпископами й усіма киянами з честю великою.., сів він на столі отця свого й предків своїх, і всі люди раді були, а заколот улігся…»?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BF27BB1-1B84-1949-6183-C23990DE592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60721664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37807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EC0A05-7EC1-0871-ED2D-10FFF550F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якому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році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з’їзді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руських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ухвалено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таке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рішення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6266084-88C3-FB31-4178-005E6FD05A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«…Кожен хай держить отчину свою: Святополк –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Ізяславів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[уділ]; Володимир – Всеволодів [уділ]; Давид, Олег, Ярослав – Святославів [уділ]; іншим [хай будуть] уділи, які їм роздав Всеволод…»?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C21F43E9-320B-614B-A95B-D3257E8A9DB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96492541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56247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E301B9-C61F-C5E8-6472-E72BD4AF0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Правовий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статус «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отчини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 як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родової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власності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спадкового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володіння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певної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лінії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закріплено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54261FA-1938-109F-E11D-6E2161C098D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10902035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7064813-C784-EE36-8E9B-28E1BECE87D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92596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800453-9654-668C-680F-AD0ABD27F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земельну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власність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70CB0B1-73FD-20DE-3534-EE5FC431D2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бояри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інші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представники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панівної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верхівки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могли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передавати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спадок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продавати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дарувати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обмінювати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DF90195-CC61-B6FD-2D45-F3353ED04D3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27127912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59272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936543-B684-3DA0-5A4B-5DE978CB3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 уривку давньоруського літопису ідеться про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E605E06-C917-799E-F043-C968FBDCA4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Посланці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прийшли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Давида і сказали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йому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мовлять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брати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 "Ми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тобі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стола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володимирського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кинув ножа в нас,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сього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Руській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землі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"...»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0AC6E9F-77DA-9EC2-6FC4-08F76530F69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57536502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35214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10DC6C-2751-EBEE-7B8A-1A00F4FE6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удільне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князівство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XII–XIII ст.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політично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цілком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залежало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Києва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5074D2A-0927-E59C-BC3A-8757092AB1C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59374870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267D397-3EE5-C249-BA46-5D1E4FAA8F8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786303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395BB7-10C5-2419-B679-D9814792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Прочитайте фрагмент </a:t>
            </a:r>
            <a:r>
              <a:rPr lang="ru-RU" dirty="0" err="1"/>
              <a:t>історичного</a:t>
            </a:r>
            <a:r>
              <a:rPr lang="ru-RU" dirty="0"/>
              <a:t> документа та </a:t>
            </a:r>
            <a:r>
              <a:rPr lang="ru-RU" dirty="0" err="1"/>
              <a:t>виконайте</a:t>
            </a:r>
            <a:r>
              <a:rPr lang="ru-RU" dirty="0"/>
              <a:t> </a:t>
            </a:r>
            <a:r>
              <a:rPr lang="ru-RU" dirty="0" err="1"/>
              <a:t>завдання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0FF39AC-6E16-9C6E-AE43-BCE509DB1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Прибули Святополк [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Ізяславич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], і Володимир [Всеволодович], і Давид Ігоревич, і Василько Ростиславич, і Давид Святославич, і брат його Олег і зібралися [в городі] Любечі, щоб уладнати мир. І говорили вони один одному, кажучи: “Пощо ми губимо Руську землю, самі проти себе зваду маючи? А половці землю нашу розносять і раді є, що межи нами війна донині. Відтепер з’єднаймося в одне серце й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обережімо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Руську землю. Кожен хай держить отчину свою... І на цім вони цілували хреста. А якщо відтепер хто на кого встане, то проти того будем ми всі і чесний хрест”».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311909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3840B6-B215-98FD-0585-240721F44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періоду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належать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документі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C2F0A8A-3EBD-DD61-453B-9799A53A18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Прибули Святополк [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Ізяславич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], і Володимир [Всеволодович], і Давид Ігоревич, і Василько Ростиславич, і Давид Святославич, і брат його Олег і зібралися [в городі] Любечі, щоб уладнати мир. І говорили вони один одному, кажучи: “Пощо ми губимо Руську землю, самі проти себе зваду маючи? А половці землю нашу розносять і раді є, що межи нами війна донині. Відтепер з’єднаймося в одне серце й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обережімо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Руську землю. Кожен хай держить отчину свою... І на цім вони цілували хреста. А якщо відтепер хто на кого встане, то проти того будем ми всі і чесний хрест”».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0AFBFA5-E746-055B-4574-566B7A7B9C9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0768298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98756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DF333-3554-7D67-367B-A8129BFBF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2C37A7-3080-C594-7BA5-9FA1713E4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Наведене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рішення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ухвалено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0EED17B-2406-DA2B-3870-0B67E0DF09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Прибули Святополк [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Ізяславич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], і Володимир [Всеволодович], і Давид Ігоревич, і Василько Ростиславич, і Давид Святославич, і брат його Олег і зібралися [в городі] Любечі, щоб уладнати мир. І говорили вони один одному, кажучи: “Пощо ми губимо Руську землю, самі проти себе зваду маючи? А половці землю нашу розносять і раді є, що межи нами війна донині. Відтепер з’єднаймося в одне серце й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обережімо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Руську землю. Кожен хай держить отчину свою... І на цім вони цілували хреста. А якщо відтепер хто на кого встане, то проти того будем ми всі і чесний хрест”».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32099398-2FD9-FA7D-03F0-8E4492D3A0B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28057863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51058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F50F52-B5CA-7134-4A94-C8A22D7B3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стало одним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наслідків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ухваленого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рішення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3F23C21-72EE-EB6E-3316-BEE15C1A4C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Прибули Святополк [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Ізяславич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], і Володимир [Всеволодович], і Давид Ігоревич, і Василько Ростиславич, і Давид Святославич, і брат його Олег і зібралися [в городі] Любечі, щоб уладнати мир. І говорили вони один одному, кажучи: “Пощо ми губимо Руську землю, самі проти себе зваду маючи? А половці землю нашу розносять і раді є, що межи нами війна донині. Відтепер з’єднаймося в одне серце й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обережімо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Руську землю. Кожен хай держить отчину свою... І на цім вони цілували хреста. А якщо відтепер хто на кого встане, то проти того будем ми всі і чесний хрест”».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EB8AC87-7019-74F9-01F1-11B794E2276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53700984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75282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650A54-1C2A-2923-C631-AAEE24DDB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спричинило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політичну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роздробленість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0957740-E241-E6E0-ACE7-7BD51F84F89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73950011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D7F2446-CF4C-26B4-94E4-FD08CF7A5B5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8611560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45975295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E437C9-4EDB-CD67-1AB7-0A2115787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Зміна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торговельної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кон’юнктури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занепад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Києва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як головного торгового центру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зумовили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76ACE7E-501B-1674-307E-B4C1DA14517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94375596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F27C925-9492-B89D-E716-E5B9F1C8F2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123959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DC28A0-79A3-0021-0A6D-547E0188D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послідовність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появи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понять і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термінів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Русі-України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(IX–XIII ст.).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AA1AD5C-CDA2-6F94-0811-0ED870FD005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0687986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C1583E9-6D55-E8DF-85EC-6EF183D24A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882357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605FCC-D968-9CCA-55F0-171E27E63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Зміни в політичному устрої Київської Русі в ХІ–ХІІІ ст. були пов’язані з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5F70A43-762A-9776-C9D5-13E794AFE89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4691604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1E400CF-006C-54D3-5879-1871D110E8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1919654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FF353C-98EB-3D9C-B466-DD11973F0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чинники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спричинили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роздробленість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F9F95BC-2389-4D51-0913-AD07CCAB1B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Великі простори держави, етнічна неоднорідність її населення.</a:t>
            </a:r>
          </a:p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Чіткий, незмінний механізм спадковості великокнязівської влади.</a:t>
            </a:r>
          </a:p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Зміцнення вотчинної форми феодального землеволодіння.</a:t>
            </a:r>
          </a:p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Навала монгольських орд хана Батия.</a:t>
            </a:r>
          </a:p>
          <a:p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D4289F7-7616-A698-D79B-353781CB9FC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01437537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24192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47D493-D748-C696-332D-AAADF0166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Сутність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роздробленості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полягала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1B76E6E-0E21-B682-B616-D32C9691F96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54684710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8E75E6B-5C6E-1542-2E57-51F3D552F9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695591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147283-6C64-1C9E-78A9-7C6B09C80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шляхи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виникнення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643928C-4DC8-9638-D3A6-FB4E97BBE5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Переростання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родоплемінної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власності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на землю у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феодальну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надання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земель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васалам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захоплення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феодалами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общинних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земель — </a:t>
            </a:r>
            <a:endParaRPr lang="uk-UA" dirty="0"/>
          </a:p>
          <a:p>
            <a:endParaRPr lang="uk-UA" dirty="0"/>
          </a:p>
        </p:txBody>
      </p:sp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533E1411-30D2-51C6-E858-4952695930A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45822508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 descr="Демократичний феодалізм як соціальний устрій нинішньої України Валерій Пекар">
            <a:extLst>
              <a:ext uri="{FF2B5EF4-FFF2-40B4-BE49-F238E27FC236}">
                <a16:creationId xmlns:a16="http://schemas.microsoft.com/office/drawing/2014/main" id="{B8D25D04-BA4C-8F75-277C-6477E6B1C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4948" b="98051" l="2667" r="94133">
                        <a14:foregroundMark x1="48133" y1="3598" x2="34667" y2="45877"/>
                        <a14:foregroundMark x1="34667" y1="45877" x2="14267" y2="83808"/>
                        <a14:foregroundMark x1="14267" y1="83808" x2="70000" y2="96252"/>
                        <a14:foregroundMark x1="70000" y1="96252" x2="92667" y2="95802"/>
                        <a14:foregroundMark x1="92667" y1="95802" x2="48133" y2="5097"/>
                        <a14:foregroundMark x1="7333" y1="88456" x2="2800" y2="97451"/>
                        <a14:foregroundMark x1="94133" y1="83358" x2="88800" y2="9805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376" y="4242850"/>
            <a:ext cx="2530013" cy="225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52387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5E41CE-E4A4-FECF-43C0-A8EFB936E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Визначте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особливості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розвитку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кінця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 —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ХІ ст.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3077E70-B26F-C03B-5F29-C9A12868A7A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81687503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3FCA7C55-E2C1-4996-7B6E-DE4D2E39783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57301203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76151472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9B443E-6827-E31E-A307-1761C9FB7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З’ясуйте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відображає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суть кожного з понять.</a:t>
            </a:r>
            <a:endParaRPr lang="uk-UA" dirty="0"/>
          </a:p>
        </p:txBody>
      </p:sp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9152B62B-4F40-EF32-8F4B-052B9A42DC1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69774122"/>
              </p:ext>
            </p:extLst>
          </p:nvPr>
        </p:nvGraphicFramePr>
        <p:xfrm>
          <a:off x="-246610" y="1875501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F3C9956C-5805-A009-A8BD-0BAF857646E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8829882"/>
              </p:ext>
            </p:extLst>
          </p:nvPr>
        </p:nvGraphicFramePr>
        <p:xfrm>
          <a:off x="8146473" y="1292254"/>
          <a:ext cx="3757353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00781824-3F44-1ACD-51B9-99E57564E5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0599405"/>
              </p:ext>
            </p:extLst>
          </p:nvPr>
        </p:nvGraphicFramePr>
        <p:xfrm>
          <a:off x="4452042" y="1875501"/>
          <a:ext cx="3570433" cy="43513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09105180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2B9E2-CCA6-BF9A-6BBB-D1FC98654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Червенські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міста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великі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боротьбу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060635C-3887-6D20-F6B0-0A8C1692CF9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42728587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247E7F4D-A955-AB42-39A2-20E7F19B018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448" y="1825625"/>
            <a:ext cx="234110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28988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1395DD-1FE4-A365-7545-24B7C69B3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князь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відіграв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провідну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роль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організації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походів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напрямки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A1C1D41-6D15-929D-F644-47519D87071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23538709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0BC2C50A-07BC-1709-9E32-7D4E5D088E6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38972"/>
            <a:ext cx="5181600" cy="4324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606642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CE30FA-6EFC-C4B0-CDC7-31FC20C44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Боротьба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київських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нападами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печенігів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успішно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завершилася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князя</a:t>
            </a:r>
            <a:br>
              <a:rPr lang="ru-RU" dirty="0"/>
            </a:b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6EB5F14-FE34-D0AE-1189-B998E950222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21734540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63366D0-6751-D616-6843-1376553BE7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939400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082079-C609-5C70-559B-D629E6F44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якому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році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створено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цитований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нижче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твір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300EA65-8400-41C6-354B-BAB7BC634F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«...І сказав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йому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буй-тур Всеволод: «Один брат, один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світ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світлий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—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!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Обидва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Святославичі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!» ...«Хочу-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 — сказав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 —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списа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переломити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кінець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поля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половецького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; з вами,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русичі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хочу голову свою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положити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або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напитися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шоломом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Дону!..»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0E9B33E-D4D0-58C4-2021-175975C15A6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99505766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103541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7AE27-37E5-0414-432A-81F4F7C6E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 яку битву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FC059B4-7B6B-5E44-E560-F8797BDE26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«Мстислав же Романович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другий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Мстислав, Святославич,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сиділи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укріпленому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таборі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],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знаючи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цього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], тому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Мстислав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Удатний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їм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обом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нічого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 не сказав – через зависть,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незгода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межи ними…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сталася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перемога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татар над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усіма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князями руськими,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ото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бувало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ніколи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Татари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 перемогли руських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гріхи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християн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…»?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726AEC12-F3D8-8791-AE20-3F5292FF8AB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11010270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786105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0422C9-2950-56A4-0642-39D42BC07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послідовність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уривках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62DC0C4-9714-8EE6-20B9-563A7D4B758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21663062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2596D603-CE8E-A47C-7F40-90C30EB8C92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35957429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84143933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6EFEBF-D7BB-EE01-98DB-652676FFE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Боротьбу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нападів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половців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Русь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найбільш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успішно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E093592-C6D0-44EB-F658-39302D93D88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1619104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06A77A8-572A-EF76-0BAF-FEE952B70E3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4014863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BFF1B7-51D4-9013-C7DA-343156448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роком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літописець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записав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такі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рядки: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7D1A58B-9922-E3BD-130A-E025840FBB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«Заложив Ярослав церкву святої Софії, премудрості божої, митрополію руську... І прикрасив він її іконами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многоцінними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і златом, і сріблом, і начинням церковним. У ній же належні співи воздають богові в належні часи»?</a:t>
            </a:r>
            <a:endParaRPr lang="uk-UA" b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2ED3178-AEBA-FDB3-27F8-836974DCE05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07849255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719971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80D397-3A10-199A-8AF3-DB5BA3755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якому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столітті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відбулася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описана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 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467D63C-7A44-2CCF-DFBC-9A80974062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«І спорудив він церкву святої Софії в Києві. І прикрасив її іконами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многоцінними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і золотом, і сріблом, і начинням церковним. У ній же співи воздають Богові...»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2E9F2E3-2BD0-8601-59DB-A8E80F3CE95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59448675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64649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</TotalTime>
  <Words>4520</Words>
  <Application>Microsoft Office PowerPoint</Application>
  <PresentationFormat>Широкий екран</PresentationFormat>
  <Paragraphs>425</Paragraphs>
  <Slides>77</Slides>
  <Notes>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77</vt:i4>
      </vt:variant>
    </vt:vector>
  </HeadingPairs>
  <TitlesOfParts>
    <vt:vector size="82" baseType="lpstr">
      <vt:lpstr>Arial</vt:lpstr>
      <vt:lpstr>Calibri</vt:lpstr>
      <vt:lpstr>Calibri Light</vt:lpstr>
      <vt:lpstr>Century Gothic</vt:lpstr>
      <vt:lpstr>Тема Office</vt:lpstr>
      <vt:lpstr>Русь-Україна: розквіт Київської держави</vt:lpstr>
      <vt:lpstr>Короткий зміст попередньої лекції</vt:lpstr>
      <vt:lpstr>Київська Русь виникла на основі східних слов’ян</vt:lpstr>
      <vt:lpstr>В ході розселення слов’ян встановилися перші зв’язки з норманами (варягами) </vt:lpstr>
      <vt:lpstr>Встановлення нової династії </vt:lpstr>
      <vt:lpstr>Діяльність князя Ігора Рюриковича</vt:lpstr>
      <vt:lpstr>Діяльність княгині Ольги</vt:lpstr>
      <vt:lpstr>Діяльність князя Святослава Ігоревича</vt:lpstr>
      <vt:lpstr>Князь Володимир Святославович </vt:lpstr>
      <vt:lpstr>Князь Ярослав Володимирович</vt:lpstr>
      <vt:lpstr>Початок політичної роздробленості</vt:lpstr>
      <vt:lpstr>Князь Володимир Мономах</vt:lpstr>
      <vt:lpstr>Установіть відповідність між подією, описаною в уривку з історичного джерела, та іменем великого князя київського, причетного до неї.</vt:lpstr>
      <vt:lpstr>Установіть послідовність подій, описаних в уривках з «Повісті минулих літ».</vt:lpstr>
      <vt:lpstr>Увідповідніть місто із зафіксованою в літописі подією в історії Київської держави (Русі- України).</vt:lpstr>
      <vt:lpstr>Установіть відповідність між назвами періодів історії України та поняттями й термінами, які потрібно використовувати, характеризуючи їх.</vt:lpstr>
      <vt:lpstr>Установіть відповідність між подією, описаною в уривку з історичного джерела, та іменем князя, який був до неї причетний.</vt:lpstr>
      <vt:lpstr>Кому з великих князів київських візантійські посли передали такі слова свого імператора:</vt:lpstr>
      <vt:lpstr>Прочитайте уривок зі статті М. Ф. Котляра «Володимир Святославич» і виконайте завдання.</vt:lpstr>
      <vt:lpstr>Переданий літописцем фрагмент діалогу з великим князем київським пов’язаний із</vt:lpstr>
      <vt:lpstr>Хто з великих князів київських був учасником діалогу, фрагмент якого передано літописцем:</vt:lpstr>
      <vt:lpstr>Які наслідки події, описаної в уривку з джерела:</vt:lpstr>
      <vt:lpstr>У якому році християнство запроваджено як державну релігію Київської Русі?</vt:lpstr>
      <vt:lpstr>Що передувало події, описаній в уривку з історичного джерела:</vt:lpstr>
      <vt:lpstr>Яка подія дала підстави вченим зробити висновок, що </vt:lpstr>
      <vt:lpstr>Розширення рівноправних зв’язків Київської Русі з Візантійською імперією та європейськими державами стало наслідком</vt:lpstr>
      <vt:lpstr>Установіть відповідність між іменем великого князя київського та його історичною роллю.</vt:lpstr>
      <vt:lpstr>Який великий князь київський</vt:lpstr>
      <vt:lpstr>У яких уривках з історичних джерел йдеться про великого київського князя Володимира Великого?</vt:lpstr>
      <vt:lpstr>Що було характерним для періоду князювання Володимира Великого?</vt:lpstr>
      <vt:lpstr>У результаті адміністративної реформи, великий київський князь Володимир Святославич</vt:lpstr>
      <vt:lpstr>Великий київський князь Ярослав Мудрий 1036 р. «став єдиновладним володарем Руської землі» завдяки</vt:lpstr>
      <vt:lpstr>На картосхемі відображено похід великого князя київського</vt:lpstr>
      <vt:lpstr>Набіги на Русь-Україну (Київську державу) яких кочовиків припинено завдяки перемозі великого київського князя Ярослава Мудрого?</vt:lpstr>
      <vt:lpstr>Що стало безпосереднім наслідком битви, описаної в уривку з історичного джерела: </vt:lpstr>
      <vt:lpstr>У якому році відбулася подія, про яку йдеться в уривку літопису: </vt:lpstr>
      <vt:lpstr>На карті жирною лінією позначено кордони Київської Русі за часів князювання</vt:lpstr>
      <vt:lpstr>За наведеною картосхемою можна схарактеризувати зовнішньополітичну діяльність київських князів</vt:lpstr>
      <vt:lpstr>У яких уривках з історичних джерел йдеться про великого київського князя Ярослава Мудрого?</vt:lpstr>
      <vt:lpstr>За великого київського князя Ярослава Мудрого було запроваджено</vt:lpstr>
      <vt:lpstr>Спільною рисою правління великих князів київських Святослава Ігоревича, Володимира Великого та Ярослава Мудрого було те, що вони</vt:lpstr>
      <vt:lpstr>Що було основою налагодження великим князем київським Ярославом Мудрим зовнішньополітичних зв’язків Русі з європейськими державами?</vt:lpstr>
      <vt:lpstr>У яких уривках з історичних джерел відображено культурницьку діяльність Ярослава Мудрого?</vt:lpstr>
      <vt:lpstr>Яку мету переслідував великий київський князь Ярослав Мудрий, заповідаючи своїм синам:</vt:lpstr>
      <vt:lpstr>За заповітом великого князя київського Ярослава Мудрого</vt:lpstr>
      <vt:lpstr>Після смерті Ярослава Мудрого владу в Київській державі зосередили у своїх руках</vt:lpstr>
      <vt:lpstr>Після смерті Ярослава Мудрого в Київській державі</vt:lpstr>
      <vt:lpstr>Чи правильне твердження?</vt:lpstr>
      <vt:lpstr>Що в історії Київської Русі пов’язано з діяльністю князя Володимира Мономаха?</vt:lpstr>
      <vt:lpstr>У якому році відбулася подія, описана в уривку з історичного джерела:</vt:lpstr>
      <vt:lpstr>У якому році на з’їзді руських князів ухвалено таке рішення:</vt:lpstr>
      <vt:lpstr>Правовий статус «отчини» як родової власності, спадкового володіння певної князівської лінії було закріплено</vt:lpstr>
      <vt:lpstr>Яку земельну власність</vt:lpstr>
      <vt:lpstr>В уривку давньоруського літопису ідеться про</vt:lpstr>
      <vt:lpstr>Яке удільне князівство у XII–XIII ст. політично цілком залежало від Києва?</vt:lpstr>
      <vt:lpstr>Прочитайте фрагмент історичного документа та виконайте завдання</vt:lpstr>
      <vt:lpstr>До якого періоду історії Київської держави належать події, описані в документі?</vt:lpstr>
      <vt:lpstr>Наведене в джерелі рішення було ухвалено на</vt:lpstr>
      <vt:lpstr>Що стало одним із наслідків ухваленого рішення?</vt:lpstr>
      <vt:lpstr>Що спричинило політичну роздробленість Київської Русі?</vt:lpstr>
      <vt:lpstr>Зміна торговельної кон’юнктури, занепад Києва як головного торгового центру зумовили</vt:lpstr>
      <vt:lpstr>Установіть послідовність появи понять і термінів в історії Русі-України (IX–XIII ст.).</vt:lpstr>
      <vt:lpstr>Зміни в політичному устрої Київської Русі в ХІ–ХІІІ ст. були пов’язані з</vt:lpstr>
      <vt:lpstr>Які чинники спричинили роздробленість Київської Русі?</vt:lpstr>
      <vt:lpstr>Сутність роздробленості Київської держави полягала у</vt:lpstr>
      <vt:lpstr>Це шляхи виникнення на Русі:</vt:lpstr>
      <vt:lpstr>Визначте особливості розвитку Київської Русі кінця Х — середини ХІ ст.</vt:lpstr>
      <vt:lpstr>З’ясуйте, який уривок з історичного джерела відображає суть кожного з понять.</vt:lpstr>
      <vt:lpstr>За Червенські міста великі князі київські вели боротьбу з</vt:lpstr>
      <vt:lpstr>Який князь відіграв провідну роль в організації походів, напрямки яких позначено на карті?</vt:lpstr>
      <vt:lpstr>Боротьба київських князів із нападами печенігів успішно завершилася за князя </vt:lpstr>
      <vt:lpstr>У якому році створено цитований нижче твір?</vt:lpstr>
      <vt:lpstr>Про яку битву йдеться в уривку з історичного джерела:</vt:lpstr>
      <vt:lpstr>Установіть послідовність подій, описаних в уривках з історичних джерел.</vt:lpstr>
      <vt:lpstr>Боротьбу проти нападів половців на Русь найбільш успішно вели князі</vt:lpstr>
      <vt:lpstr>Під яким роком літописець записав такі рядки:</vt:lpstr>
      <vt:lpstr>У якому столітті відбулася подія, описана в уривку з історичного джерела?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17</cp:revision>
  <dcterms:created xsi:type="dcterms:W3CDTF">2024-11-13T10:54:02Z</dcterms:created>
  <dcterms:modified xsi:type="dcterms:W3CDTF">2024-11-15T18:33:51Z</dcterms:modified>
</cp:coreProperties>
</file>