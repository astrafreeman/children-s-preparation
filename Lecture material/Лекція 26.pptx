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5" r:id="rId3"/>
    <p:sldId id="264" r:id="rId4"/>
    <p:sldId id="275" r:id="rId5"/>
    <p:sldId id="266" r:id="rId6"/>
    <p:sldId id="294" r:id="rId7"/>
    <p:sldId id="267" r:id="rId8"/>
    <p:sldId id="283" r:id="rId9"/>
    <p:sldId id="258" r:id="rId10"/>
    <p:sldId id="259" r:id="rId11"/>
    <p:sldId id="257" r:id="rId12"/>
    <p:sldId id="290" r:id="rId13"/>
    <p:sldId id="293" r:id="rId14"/>
    <p:sldId id="260" r:id="rId15"/>
    <p:sldId id="261" r:id="rId16"/>
    <p:sldId id="277" r:id="rId17"/>
    <p:sldId id="271" r:id="rId18"/>
    <p:sldId id="272" r:id="rId19"/>
    <p:sldId id="302" r:id="rId20"/>
    <p:sldId id="273" r:id="rId21"/>
    <p:sldId id="268" r:id="rId22"/>
    <p:sldId id="286" r:id="rId23"/>
    <p:sldId id="276" r:id="rId24"/>
    <p:sldId id="300" r:id="rId25"/>
    <p:sldId id="285" r:id="rId26"/>
    <p:sldId id="280" r:id="rId27"/>
    <p:sldId id="284" r:id="rId28"/>
    <p:sldId id="278" r:id="rId29"/>
    <p:sldId id="274" r:id="rId30"/>
    <p:sldId id="270" r:id="rId31"/>
    <p:sldId id="263" r:id="rId32"/>
    <p:sldId id="262" r:id="rId33"/>
    <p:sldId id="288" r:id="rId34"/>
    <p:sldId id="282" r:id="rId35"/>
    <p:sldId id="269" r:id="rId36"/>
    <p:sldId id="296" r:id="rId37"/>
    <p:sldId id="291" r:id="rId38"/>
    <p:sldId id="298" r:id="rId39"/>
    <p:sldId id="301" r:id="rId40"/>
    <p:sldId id="279" r:id="rId41"/>
    <p:sldId id="281" r:id="rId42"/>
    <p:sldId id="287" r:id="rId43"/>
    <p:sldId id="305" r:id="rId44"/>
    <p:sldId id="295" r:id="rId45"/>
    <p:sldId id="299" r:id="rId46"/>
    <p:sldId id="289" r:id="rId47"/>
    <p:sldId id="307" r:id="rId48"/>
    <p:sldId id="303" r:id="rId49"/>
    <p:sldId id="304" r:id="rId50"/>
    <p:sldId id="292" r:id="rId51"/>
    <p:sldId id="297" r:id="rId52"/>
    <p:sldId id="306" r:id="rId53"/>
    <p:sldId id="308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EB7A85BA-27AC-4920-8B02-8AF4FA4C640A}">
          <p14:sldIdLst>
            <p14:sldId id="256"/>
            <p14:sldId id="265"/>
            <p14:sldId id="264"/>
            <p14:sldId id="275"/>
            <p14:sldId id="266"/>
            <p14:sldId id="294"/>
            <p14:sldId id="267"/>
            <p14:sldId id="283"/>
          </p14:sldIdLst>
        </p14:section>
        <p14:section name="Сили на міжнародній арені" id="{C339A9F2-C804-4C88-B47B-F48259ED82BE}">
          <p14:sldIdLst>
            <p14:sldId id="258"/>
            <p14:sldId id="259"/>
            <p14:sldId id="257"/>
            <p14:sldId id="290"/>
            <p14:sldId id="293"/>
          </p14:sldIdLst>
        </p14:section>
        <p14:section name="Події початку ДСВ" id="{C98C7F6F-65C9-47BE-8FE9-30197257C9B7}">
          <p14:sldIdLst>
            <p14:sldId id="260"/>
            <p14:sldId id="261"/>
            <p14:sldId id="277"/>
            <p14:sldId id="271"/>
            <p14:sldId id="272"/>
            <p14:sldId id="302"/>
            <p14:sldId id="273"/>
            <p14:sldId id="268"/>
            <p14:sldId id="286"/>
            <p14:sldId id="276"/>
            <p14:sldId id="300"/>
            <p14:sldId id="285"/>
            <p14:sldId id="280"/>
            <p14:sldId id="284"/>
            <p14:sldId id="278"/>
            <p14:sldId id="274"/>
            <p14:sldId id="270"/>
          </p14:sldIdLst>
        </p14:section>
        <p14:section name="Проміжні підсумки" id="{58BFB70D-6822-4825-A851-0F45819DB908}">
          <p14:sldIdLst>
            <p14:sldId id="263"/>
            <p14:sldId id="262"/>
            <p14:sldId id="288"/>
            <p14:sldId id="282"/>
            <p14:sldId id="269"/>
            <p14:sldId id="296"/>
            <p14:sldId id="291"/>
            <p14:sldId id="298"/>
            <p14:sldId id="301"/>
            <p14:sldId id="279"/>
            <p14:sldId id="281"/>
            <p14:sldId id="287"/>
            <p14:sldId id="305"/>
            <p14:sldId id="295"/>
            <p14:sldId id="299"/>
            <p14:sldId id="289"/>
            <p14:sldId id="307"/>
            <p14:sldId id="303"/>
            <p14:sldId id="304"/>
            <p14:sldId id="292"/>
            <p14:sldId id="297"/>
            <p14:sldId id="306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30F6FF-7E2F-44D0-9312-E2A7C63DAB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CD62E2-610E-44B8-8B24-47476F99DB6A}">
      <dgm:prSet/>
      <dgm:spPr/>
      <dgm:t>
        <a:bodyPr/>
        <a:lstStyle/>
        <a:p>
          <a:r>
            <a:rPr lang="ru-RU" b="0" i="0"/>
            <a:t>«Барбаросса»</a:t>
          </a:r>
          <a:endParaRPr lang="uk-UA"/>
        </a:p>
      </dgm:t>
    </dgm:pt>
    <dgm:pt modelId="{2927A7E6-7F65-469F-B4A9-F2CD44520925}" type="parTrans" cxnId="{F34E774A-0657-482B-92C4-F4F322A7427A}">
      <dgm:prSet/>
      <dgm:spPr/>
      <dgm:t>
        <a:bodyPr/>
        <a:lstStyle/>
        <a:p>
          <a:endParaRPr lang="uk-UA"/>
        </a:p>
      </dgm:t>
    </dgm:pt>
    <dgm:pt modelId="{A49E67B4-DD16-4C60-B936-4372CC2D288C}" type="sibTrans" cxnId="{F34E774A-0657-482B-92C4-F4F322A7427A}">
      <dgm:prSet/>
      <dgm:spPr/>
      <dgm:t>
        <a:bodyPr/>
        <a:lstStyle/>
        <a:p>
          <a:endParaRPr lang="uk-UA"/>
        </a:p>
      </dgm:t>
    </dgm:pt>
    <dgm:pt modelId="{284E97FC-E011-4C5F-B695-E68B063A43CD}">
      <dgm:prSet/>
      <dgm:spPr/>
      <dgm:t>
        <a:bodyPr/>
        <a:lstStyle/>
        <a:p>
          <a:r>
            <a:rPr lang="ru-RU" b="0" i="0"/>
            <a:t>«Ост»</a:t>
          </a:r>
          <a:endParaRPr lang="uk-UA"/>
        </a:p>
      </dgm:t>
    </dgm:pt>
    <dgm:pt modelId="{ECFA2DD6-C57F-4A28-AD11-5836633CBC83}" type="parTrans" cxnId="{AD4DD23E-892E-4C52-88F8-0847E064A5F5}">
      <dgm:prSet/>
      <dgm:spPr/>
      <dgm:t>
        <a:bodyPr/>
        <a:lstStyle/>
        <a:p>
          <a:endParaRPr lang="uk-UA"/>
        </a:p>
      </dgm:t>
    </dgm:pt>
    <dgm:pt modelId="{0087B251-44C0-4954-A9F1-F6B2EC5959A5}" type="sibTrans" cxnId="{AD4DD23E-892E-4C52-88F8-0847E064A5F5}">
      <dgm:prSet/>
      <dgm:spPr/>
      <dgm:t>
        <a:bodyPr/>
        <a:lstStyle/>
        <a:p>
          <a:endParaRPr lang="uk-UA"/>
        </a:p>
      </dgm:t>
    </dgm:pt>
    <dgm:pt modelId="{47DF1DF1-F025-45C7-AADD-25726D5C6E26}">
      <dgm:prSet/>
      <dgm:spPr/>
      <dgm:t>
        <a:bodyPr/>
        <a:lstStyle/>
        <a:p>
          <a:r>
            <a:rPr lang="ru-RU" b="0" i="0"/>
            <a:t>«Цитадель»</a:t>
          </a:r>
          <a:endParaRPr lang="uk-UA"/>
        </a:p>
      </dgm:t>
    </dgm:pt>
    <dgm:pt modelId="{28BFCBDF-6C58-4744-861C-E7FBBDCCACF1}" type="parTrans" cxnId="{2B622569-C69F-46D4-A0F6-40E3F902D22B}">
      <dgm:prSet/>
      <dgm:spPr/>
      <dgm:t>
        <a:bodyPr/>
        <a:lstStyle/>
        <a:p>
          <a:endParaRPr lang="uk-UA"/>
        </a:p>
      </dgm:t>
    </dgm:pt>
    <dgm:pt modelId="{7093B860-90F3-4877-9F2D-59C4E44B5114}" type="sibTrans" cxnId="{2B622569-C69F-46D4-A0F6-40E3F902D22B}">
      <dgm:prSet/>
      <dgm:spPr/>
      <dgm:t>
        <a:bodyPr/>
        <a:lstStyle/>
        <a:p>
          <a:endParaRPr lang="uk-UA"/>
        </a:p>
      </dgm:t>
    </dgm:pt>
    <dgm:pt modelId="{3D9906E9-8BAA-4AFF-99C5-48E8DDCD7EBF}">
      <dgm:prSet/>
      <dgm:spPr/>
      <dgm:t>
        <a:bodyPr/>
        <a:lstStyle/>
        <a:p>
          <a:r>
            <a:rPr lang="ru-RU" b="0" i="0"/>
            <a:t>«Вісла»</a:t>
          </a:r>
          <a:endParaRPr lang="uk-UA"/>
        </a:p>
      </dgm:t>
    </dgm:pt>
    <dgm:pt modelId="{0701AAB3-2C62-4B4D-B197-0F2DFF1759E6}" type="parTrans" cxnId="{8C3E1DE6-1AF9-4822-95DF-BB84843168A9}">
      <dgm:prSet/>
      <dgm:spPr/>
      <dgm:t>
        <a:bodyPr/>
        <a:lstStyle/>
        <a:p>
          <a:endParaRPr lang="uk-UA"/>
        </a:p>
      </dgm:t>
    </dgm:pt>
    <dgm:pt modelId="{302B6FF4-30F2-43D0-99F3-96E82B30560A}" type="sibTrans" cxnId="{8C3E1DE6-1AF9-4822-95DF-BB84843168A9}">
      <dgm:prSet/>
      <dgm:spPr/>
      <dgm:t>
        <a:bodyPr/>
        <a:lstStyle/>
        <a:p>
          <a:endParaRPr lang="uk-UA"/>
        </a:p>
      </dgm:t>
    </dgm:pt>
    <dgm:pt modelId="{E9032E6E-A9D2-4EA5-A2B5-0755FCCCF7C6}" type="pres">
      <dgm:prSet presAssocID="{2630F6FF-7E2F-44D0-9312-E2A7C63DABB1}" presName="linear" presStyleCnt="0">
        <dgm:presLayoutVars>
          <dgm:animLvl val="lvl"/>
          <dgm:resizeHandles val="exact"/>
        </dgm:presLayoutVars>
      </dgm:prSet>
      <dgm:spPr/>
    </dgm:pt>
    <dgm:pt modelId="{909E04D0-F459-479A-B185-7C9E65716B57}" type="pres">
      <dgm:prSet presAssocID="{47CD62E2-610E-44B8-8B24-47476F99DB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93D95F-7E26-43DE-B373-6EB36F78BA15}" type="pres">
      <dgm:prSet presAssocID="{A49E67B4-DD16-4C60-B936-4372CC2D288C}" presName="spacer" presStyleCnt="0"/>
      <dgm:spPr/>
    </dgm:pt>
    <dgm:pt modelId="{C52A7686-E23A-4A83-A70F-82284FA352E0}" type="pres">
      <dgm:prSet presAssocID="{284E97FC-E011-4C5F-B695-E68B063A43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4B386C-3621-4FA2-B952-82AC7627ABB8}" type="pres">
      <dgm:prSet presAssocID="{0087B251-44C0-4954-A9F1-F6B2EC5959A5}" presName="spacer" presStyleCnt="0"/>
      <dgm:spPr/>
    </dgm:pt>
    <dgm:pt modelId="{C87B6867-D446-45E4-9946-9E14281064E0}" type="pres">
      <dgm:prSet presAssocID="{47DF1DF1-F025-45C7-AADD-25726D5C6E2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B1A391-DA2A-4CA1-9B30-B546307D11F2}" type="pres">
      <dgm:prSet presAssocID="{7093B860-90F3-4877-9F2D-59C4E44B5114}" presName="spacer" presStyleCnt="0"/>
      <dgm:spPr/>
    </dgm:pt>
    <dgm:pt modelId="{DDB5E00C-79A5-4C76-A34A-FC6985EFDE6F}" type="pres">
      <dgm:prSet presAssocID="{3D9906E9-8BAA-4AFF-99C5-48E8DDCD7E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D4DD23E-892E-4C52-88F8-0847E064A5F5}" srcId="{2630F6FF-7E2F-44D0-9312-E2A7C63DABB1}" destId="{284E97FC-E011-4C5F-B695-E68B063A43CD}" srcOrd="1" destOrd="0" parTransId="{ECFA2DD6-C57F-4A28-AD11-5836633CBC83}" sibTransId="{0087B251-44C0-4954-A9F1-F6B2EC5959A5}"/>
    <dgm:cxn modelId="{2B622569-C69F-46D4-A0F6-40E3F902D22B}" srcId="{2630F6FF-7E2F-44D0-9312-E2A7C63DABB1}" destId="{47DF1DF1-F025-45C7-AADD-25726D5C6E26}" srcOrd="2" destOrd="0" parTransId="{28BFCBDF-6C58-4744-861C-E7FBBDCCACF1}" sibTransId="{7093B860-90F3-4877-9F2D-59C4E44B5114}"/>
    <dgm:cxn modelId="{F34E774A-0657-482B-92C4-F4F322A7427A}" srcId="{2630F6FF-7E2F-44D0-9312-E2A7C63DABB1}" destId="{47CD62E2-610E-44B8-8B24-47476F99DB6A}" srcOrd="0" destOrd="0" parTransId="{2927A7E6-7F65-469F-B4A9-F2CD44520925}" sibTransId="{A49E67B4-DD16-4C60-B936-4372CC2D288C}"/>
    <dgm:cxn modelId="{ACED406B-6442-4B21-8480-E36109B71D2F}" type="presOf" srcId="{47CD62E2-610E-44B8-8B24-47476F99DB6A}" destId="{909E04D0-F459-479A-B185-7C9E65716B57}" srcOrd="0" destOrd="0" presId="urn:microsoft.com/office/officeart/2005/8/layout/vList2"/>
    <dgm:cxn modelId="{546B9A8B-7987-47A4-80F9-68C76E4CC7A8}" type="presOf" srcId="{284E97FC-E011-4C5F-B695-E68B063A43CD}" destId="{C52A7686-E23A-4A83-A70F-82284FA352E0}" srcOrd="0" destOrd="0" presId="urn:microsoft.com/office/officeart/2005/8/layout/vList2"/>
    <dgm:cxn modelId="{AF47F4A6-F45A-497F-8232-76F26C77AA97}" type="presOf" srcId="{2630F6FF-7E2F-44D0-9312-E2A7C63DABB1}" destId="{E9032E6E-A9D2-4EA5-A2B5-0755FCCCF7C6}" srcOrd="0" destOrd="0" presId="urn:microsoft.com/office/officeart/2005/8/layout/vList2"/>
    <dgm:cxn modelId="{95796CB2-6B91-49E3-96C3-E3FE347BE3AC}" type="presOf" srcId="{3D9906E9-8BAA-4AFF-99C5-48E8DDCD7EBF}" destId="{DDB5E00C-79A5-4C76-A34A-FC6985EFDE6F}" srcOrd="0" destOrd="0" presId="urn:microsoft.com/office/officeart/2005/8/layout/vList2"/>
    <dgm:cxn modelId="{8C3E1DE6-1AF9-4822-95DF-BB84843168A9}" srcId="{2630F6FF-7E2F-44D0-9312-E2A7C63DABB1}" destId="{3D9906E9-8BAA-4AFF-99C5-48E8DDCD7EBF}" srcOrd="3" destOrd="0" parTransId="{0701AAB3-2C62-4B4D-B197-0F2DFF1759E6}" sibTransId="{302B6FF4-30F2-43D0-99F3-96E82B30560A}"/>
    <dgm:cxn modelId="{0F69D9FB-B477-499D-82E6-C877A14763B5}" type="presOf" srcId="{47DF1DF1-F025-45C7-AADD-25726D5C6E26}" destId="{C87B6867-D446-45E4-9946-9E14281064E0}" srcOrd="0" destOrd="0" presId="urn:microsoft.com/office/officeart/2005/8/layout/vList2"/>
    <dgm:cxn modelId="{070DF721-49E3-4066-A810-897ACA9C4FE1}" type="presParOf" srcId="{E9032E6E-A9D2-4EA5-A2B5-0755FCCCF7C6}" destId="{909E04D0-F459-479A-B185-7C9E65716B57}" srcOrd="0" destOrd="0" presId="urn:microsoft.com/office/officeart/2005/8/layout/vList2"/>
    <dgm:cxn modelId="{BA05BE18-6A04-4FD2-9858-8A3E171E8467}" type="presParOf" srcId="{E9032E6E-A9D2-4EA5-A2B5-0755FCCCF7C6}" destId="{3893D95F-7E26-43DE-B373-6EB36F78BA15}" srcOrd="1" destOrd="0" presId="urn:microsoft.com/office/officeart/2005/8/layout/vList2"/>
    <dgm:cxn modelId="{49A0B456-7930-46E1-812C-42A75CF4E6F3}" type="presParOf" srcId="{E9032E6E-A9D2-4EA5-A2B5-0755FCCCF7C6}" destId="{C52A7686-E23A-4A83-A70F-82284FA352E0}" srcOrd="2" destOrd="0" presId="urn:microsoft.com/office/officeart/2005/8/layout/vList2"/>
    <dgm:cxn modelId="{D1CF1E60-4D46-40BD-86CB-DF8687A07212}" type="presParOf" srcId="{E9032E6E-A9D2-4EA5-A2B5-0755FCCCF7C6}" destId="{DD4B386C-3621-4FA2-B952-82AC7627ABB8}" srcOrd="3" destOrd="0" presId="urn:microsoft.com/office/officeart/2005/8/layout/vList2"/>
    <dgm:cxn modelId="{16029676-5296-4251-9B32-D1D211C0B43B}" type="presParOf" srcId="{E9032E6E-A9D2-4EA5-A2B5-0755FCCCF7C6}" destId="{C87B6867-D446-45E4-9946-9E14281064E0}" srcOrd="4" destOrd="0" presId="urn:microsoft.com/office/officeart/2005/8/layout/vList2"/>
    <dgm:cxn modelId="{7E9D9465-B320-4B04-84C3-05F920C8D16D}" type="presParOf" srcId="{E9032E6E-A9D2-4EA5-A2B5-0755FCCCF7C6}" destId="{34B1A391-DA2A-4CA1-9B30-B546307D11F2}" srcOrd="5" destOrd="0" presId="urn:microsoft.com/office/officeart/2005/8/layout/vList2"/>
    <dgm:cxn modelId="{52C45C80-0ED5-4BC9-A80A-483B8CDC6944}" type="presParOf" srcId="{E9032E6E-A9D2-4EA5-A2B5-0755FCCCF7C6}" destId="{DDB5E00C-79A5-4C76-A34A-FC6985EFDE6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4725AD-0D1D-4E9B-9D7B-196891E41A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538C573-C554-4A00-9AD2-479D3F11384A}">
      <dgm:prSet/>
      <dgm:spPr/>
      <dgm:t>
        <a:bodyPr/>
        <a:lstStyle/>
        <a:p>
          <a:r>
            <a:rPr lang="uk-UA" b="0" i="0"/>
            <a:t>Галичини</a:t>
          </a:r>
          <a:endParaRPr lang="uk-UA"/>
        </a:p>
      </dgm:t>
    </dgm:pt>
    <dgm:pt modelId="{2444DEE4-AA83-42F1-88B6-4FB55083BFF9}" type="parTrans" cxnId="{F660345A-F952-4814-9A66-DA2209728E2B}">
      <dgm:prSet/>
      <dgm:spPr/>
      <dgm:t>
        <a:bodyPr/>
        <a:lstStyle/>
        <a:p>
          <a:endParaRPr lang="uk-UA"/>
        </a:p>
      </dgm:t>
    </dgm:pt>
    <dgm:pt modelId="{F2F3635B-F7AC-419E-A764-B7DF4695F52E}" type="sibTrans" cxnId="{F660345A-F952-4814-9A66-DA2209728E2B}">
      <dgm:prSet/>
      <dgm:spPr/>
      <dgm:t>
        <a:bodyPr/>
        <a:lstStyle/>
        <a:p>
          <a:endParaRPr lang="uk-UA"/>
        </a:p>
      </dgm:t>
    </dgm:pt>
    <dgm:pt modelId="{ACC79BF3-E09E-40C7-B24A-F64A5A6F4B70}">
      <dgm:prSet/>
      <dgm:spPr/>
      <dgm:t>
        <a:bodyPr/>
        <a:lstStyle/>
        <a:p>
          <a:r>
            <a:rPr lang="uk-UA" b="0" i="0"/>
            <a:t>Волині</a:t>
          </a:r>
          <a:endParaRPr lang="uk-UA"/>
        </a:p>
      </dgm:t>
    </dgm:pt>
    <dgm:pt modelId="{5CFEA761-DCD0-4D7A-A74A-E5315C708412}" type="parTrans" cxnId="{935678AF-4836-4221-8CCB-95376FB34BE7}">
      <dgm:prSet/>
      <dgm:spPr/>
      <dgm:t>
        <a:bodyPr/>
        <a:lstStyle/>
        <a:p>
          <a:endParaRPr lang="uk-UA"/>
        </a:p>
      </dgm:t>
    </dgm:pt>
    <dgm:pt modelId="{B833CE59-093A-4EBC-AF9B-72722F880C10}" type="sibTrans" cxnId="{935678AF-4836-4221-8CCB-95376FB34BE7}">
      <dgm:prSet/>
      <dgm:spPr/>
      <dgm:t>
        <a:bodyPr/>
        <a:lstStyle/>
        <a:p>
          <a:endParaRPr lang="uk-UA"/>
        </a:p>
      </dgm:t>
    </dgm:pt>
    <dgm:pt modelId="{119DE629-BB5E-416E-936D-2A7F4FB1BF9A}">
      <dgm:prSet/>
      <dgm:spPr/>
      <dgm:t>
        <a:bodyPr/>
        <a:lstStyle/>
        <a:p>
          <a:r>
            <a:rPr lang="uk-UA" b="0" i="0"/>
            <a:t>Закарпаття</a:t>
          </a:r>
          <a:endParaRPr lang="uk-UA"/>
        </a:p>
      </dgm:t>
    </dgm:pt>
    <dgm:pt modelId="{C810951B-82D2-4041-9911-18C9313FBCD9}" type="parTrans" cxnId="{33F75798-E06D-478E-9DCD-0EAABF3787F7}">
      <dgm:prSet/>
      <dgm:spPr/>
      <dgm:t>
        <a:bodyPr/>
        <a:lstStyle/>
        <a:p>
          <a:endParaRPr lang="uk-UA"/>
        </a:p>
      </dgm:t>
    </dgm:pt>
    <dgm:pt modelId="{197F8AC8-577D-487C-AB31-19F1DDE94369}" type="sibTrans" cxnId="{33F75798-E06D-478E-9DCD-0EAABF3787F7}">
      <dgm:prSet/>
      <dgm:spPr/>
      <dgm:t>
        <a:bodyPr/>
        <a:lstStyle/>
        <a:p>
          <a:endParaRPr lang="uk-UA"/>
        </a:p>
      </dgm:t>
    </dgm:pt>
    <dgm:pt modelId="{1B11829A-3F4A-481C-B3EC-67A95F39E34E}">
      <dgm:prSet/>
      <dgm:spPr/>
      <dgm:t>
        <a:bodyPr/>
        <a:lstStyle/>
        <a:p>
          <a:r>
            <a:rPr lang="uk-UA" b="0" i="0"/>
            <a:t>Буковини</a:t>
          </a:r>
          <a:endParaRPr lang="uk-UA"/>
        </a:p>
      </dgm:t>
    </dgm:pt>
    <dgm:pt modelId="{3A8D33C9-EE05-4E28-838C-F4D02B52B2A0}" type="parTrans" cxnId="{2DACC755-EF36-48D2-8AE6-41C9E7BFE4B1}">
      <dgm:prSet/>
      <dgm:spPr/>
      <dgm:t>
        <a:bodyPr/>
        <a:lstStyle/>
        <a:p>
          <a:endParaRPr lang="uk-UA"/>
        </a:p>
      </dgm:t>
    </dgm:pt>
    <dgm:pt modelId="{304609D1-9C12-4E51-8B10-7003DC8638A8}" type="sibTrans" cxnId="{2DACC755-EF36-48D2-8AE6-41C9E7BFE4B1}">
      <dgm:prSet/>
      <dgm:spPr/>
      <dgm:t>
        <a:bodyPr/>
        <a:lstStyle/>
        <a:p>
          <a:endParaRPr lang="uk-UA"/>
        </a:p>
      </dgm:t>
    </dgm:pt>
    <dgm:pt modelId="{270CA217-391E-4C22-B5FF-8BCFEFA39D16}" type="pres">
      <dgm:prSet presAssocID="{694725AD-0D1D-4E9B-9D7B-196891E41A02}" presName="linear" presStyleCnt="0">
        <dgm:presLayoutVars>
          <dgm:animLvl val="lvl"/>
          <dgm:resizeHandles val="exact"/>
        </dgm:presLayoutVars>
      </dgm:prSet>
      <dgm:spPr/>
    </dgm:pt>
    <dgm:pt modelId="{D297E8AB-BB02-4903-96F9-1D297BDFB794}" type="pres">
      <dgm:prSet presAssocID="{2538C573-C554-4A00-9AD2-479D3F1138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FBE639-6441-462F-9DEE-7AEFFD800AB3}" type="pres">
      <dgm:prSet presAssocID="{F2F3635B-F7AC-419E-A764-B7DF4695F52E}" presName="spacer" presStyleCnt="0"/>
      <dgm:spPr/>
    </dgm:pt>
    <dgm:pt modelId="{AFA05C24-F1C1-43B7-AFDF-E5B5A712813B}" type="pres">
      <dgm:prSet presAssocID="{ACC79BF3-E09E-40C7-B24A-F64A5A6F4B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3E58D7B-00BE-4E4A-A55A-6D720CCD5C3F}" type="pres">
      <dgm:prSet presAssocID="{B833CE59-093A-4EBC-AF9B-72722F880C10}" presName="spacer" presStyleCnt="0"/>
      <dgm:spPr/>
    </dgm:pt>
    <dgm:pt modelId="{1024DAAF-FCDF-4CD1-8506-27A653C478DD}" type="pres">
      <dgm:prSet presAssocID="{119DE629-BB5E-416E-936D-2A7F4FB1BF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5641ECD-A3B6-4E11-BBDF-24CC21872A33}" type="pres">
      <dgm:prSet presAssocID="{197F8AC8-577D-487C-AB31-19F1DDE94369}" presName="spacer" presStyleCnt="0"/>
      <dgm:spPr/>
    </dgm:pt>
    <dgm:pt modelId="{9B4ACAEA-262B-4179-A2BE-AF1C439C0E8C}" type="pres">
      <dgm:prSet presAssocID="{1B11829A-3F4A-481C-B3EC-67A95F39E34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C1B2B62-F87F-4B83-A4CE-A7C98E09699D}" type="presOf" srcId="{1B11829A-3F4A-481C-B3EC-67A95F39E34E}" destId="{9B4ACAEA-262B-4179-A2BE-AF1C439C0E8C}" srcOrd="0" destOrd="0" presId="urn:microsoft.com/office/officeart/2005/8/layout/vList2"/>
    <dgm:cxn modelId="{2DACC755-EF36-48D2-8AE6-41C9E7BFE4B1}" srcId="{694725AD-0D1D-4E9B-9D7B-196891E41A02}" destId="{1B11829A-3F4A-481C-B3EC-67A95F39E34E}" srcOrd="3" destOrd="0" parTransId="{3A8D33C9-EE05-4E28-838C-F4D02B52B2A0}" sibTransId="{304609D1-9C12-4E51-8B10-7003DC8638A8}"/>
    <dgm:cxn modelId="{F660345A-F952-4814-9A66-DA2209728E2B}" srcId="{694725AD-0D1D-4E9B-9D7B-196891E41A02}" destId="{2538C573-C554-4A00-9AD2-479D3F11384A}" srcOrd="0" destOrd="0" parTransId="{2444DEE4-AA83-42F1-88B6-4FB55083BFF9}" sibTransId="{F2F3635B-F7AC-419E-A764-B7DF4695F52E}"/>
    <dgm:cxn modelId="{33F75798-E06D-478E-9DCD-0EAABF3787F7}" srcId="{694725AD-0D1D-4E9B-9D7B-196891E41A02}" destId="{119DE629-BB5E-416E-936D-2A7F4FB1BF9A}" srcOrd="2" destOrd="0" parTransId="{C810951B-82D2-4041-9911-18C9313FBCD9}" sibTransId="{197F8AC8-577D-487C-AB31-19F1DDE94369}"/>
    <dgm:cxn modelId="{935678AF-4836-4221-8CCB-95376FB34BE7}" srcId="{694725AD-0D1D-4E9B-9D7B-196891E41A02}" destId="{ACC79BF3-E09E-40C7-B24A-F64A5A6F4B70}" srcOrd="1" destOrd="0" parTransId="{5CFEA761-DCD0-4D7A-A74A-E5315C708412}" sibTransId="{B833CE59-093A-4EBC-AF9B-72722F880C10}"/>
    <dgm:cxn modelId="{EE6317CF-B43A-41BA-B8B8-088BB65CC8A3}" type="presOf" srcId="{2538C573-C554-4A00-9AD2-479D3F11384A}" destId="{D297E8AB-BB02-4903-96F9-1D297BDFB794}" srcOrd="0" destOrd="0" presId="urn:microsoft.com/office/officeart/2005/8/layout/vList2"/>
    <dgm:cxn modelId="{D71B16D0-C0EB-43C2-96F9-03FFC207D63A}" type="presOf" srcId="{ACC79BF3-E09E-40C7-B24A-F64A5A6F4B70}" destId="{AFA05C24-F1C1-43B7-AFDF-E5B5A712813B}" srcOrd="0" destOrd="0" presId="urn:microsoft.com/office/officeart/2005/8/layout/vList2"/>
    <dgm:cxn modelId="{B517D3D5-D5BE-47C9-930A-EA62300BEA69}" type="presOf" srcId="{694725AD-0D1D-4E9B-9D7B-196891E41A02}" destId="{270CA217-391E-4C22-B5FF-8BCFEFA39D16}" srcOrd="0" destOrd="0" presId="urn:microsoft.com/office/officeart/2005/8/layout/vList2"/>
    <dgm:cxn modelId="{1BEC86F8-D1C0-40EE-BDE2-71B5AF5389A4}" type="presOf" srcId="{119DE629-BB5E-416E-936D-2A7F4FB1BF9A}" destId="{1024DAAF-FCDF-4CD1-8506-27A653C478DD}" srcOrd="0" destOrd="0" presId="urn:microsoft.com/office/officeart/2005/8/layout/vList2"/>
    <dgm:cxn modelId="{DA9BC777-DD6B-45AA-B686-578DFF22B359}" type="presParOf" srcId="{270CA217-391E-4C22-B5FF-8BCFEFA39D16}" destId="{D297E8AB-BB02-4903-96F9-1D297BDFB794}" srcOrd="0" destOrd="0" presId="urn:microsoft.com/office/officeart/2005/8/layout/vList2"/>
    <dgm:cxn modelId="{69ECCDF2-D9D7-4CE8-8E4D-BF7DD7170CCB}" type="presParOf" srcId="{270CA217-391E-4C22-B5FF-8BCFEFA39D16}" destId="{ADFBE639-6441-462F-9DEE-7AEFFD800AB3}" srcOrd="1" destOrd="0" presId="urn:microsoft.com/office/officeart/2005/8/layout/vList2"/>
    <dgm:cxn modelId="{993357D5-74BF-4D0B-814F-AC17C467B88C}" type="presParOf" srcId="{270CA217-391E-4C22-B5FF-8BCFEFA39D16}" destId="{AFA05C24-F1C1-43B7-AFDF-E5B5A712813B}" srcOrd="2" destOrd="0" presId="urn:microsoft.com/office/officeart/2005/8/layout/vList2"/>
    <dgm:cxn modelId="{1B127D05-68E2-49D5-9DE8-BB170159B18C}" type="presParOf" srcId="{270CA217-391E-4C22-B5FF-8BCFEFA39D16}" destId="{33E58D7B-00BE-4E4A-A55A-6D720CCD5C3F}" srcOrd="3" destOrd="0" presId="urn:microsoft.com/office/officeart/2005/8/layout/vList2"/>
    <dgm:cxn modelId="{27295A6D-F017-4236-B2FF-5D056E31AE40}" type="presParOf" srcId="{270CA217-391E-4C22-B5FF-8BCFEFA39D16}" destId="{1024DAAF-FCDF-4CD1-8506-27A653C478DD}" srcOrd="4" destOrd="0" presId="urn:microsoft.com/office/officeart/2005/8/layout/vList2"/>
    <dgm:cxn modelId="{DC67AB2C-7C99-4942-BECE-0DE2D237DE75}" type="presParOf" srcId="{270CA217-391E-4C22-B5FF-8BCFEFA39D16}" destId="{B5641ECD-A3B6-4E11-BBDF-24CC21872A33}" srcOrd="5" destOrd="0" presId="urn:microsoft.com/office/officeart/2005/8/layout/vList2"/>
    <dgm:cxn modelId="{BF251F25-6237-4F2B-8154-FE0491DD521B}" type="presParOf" srcId="{270CA217-391E-4C22-B5FF-8BCFEFA39D16}" destId="{9B4ACAEA-262B-4179-A2BE-AF1C439C0E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7F33F8-AC60-4C54-B936-B019E0C1090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9A0A3E-DDF0-4264-BFDD-2028E3FBDBD2}">
      <dgm:prSet/>
      <dgm:spPr/>
      <dgm:t>
        <a:bodyPr/>
        <a:lstStyle/>
        <a:p>
          <a:r>
            <a:rPr lang="uk-UA" b="0" i="0"/>
            <a:t>очільниками Організації українських націоналістів.</a:t>
          </a:r>
          <a:endParaRPr lang="uk-UA"/>
        </a:p>
      </dgm:t>
    </dgm:pt>
    <dgm:pt modelId="{36CDF9FE-E5B8-438A-A63F-56A6306F4083}" type="parTrans" cxnId="{0C553869-A426-49B4-A665-5CC94F2510B2}">
      <dgm:prSet/>
      <dgm:spPr/>
      <dgm:t>
        <a:bodyPr/>
        <a:lstStyle/>
        <a:p>
          <a:endParaRPr lang="uk-UA"/>
        </a:p>
      </dgm:t>
    </dgm:pt>
    <dgm:pt modelId="{F628904B-D3A7-44E6-A509-AEE08BCC2063}" type="sibTrans" cxnId="{0C553869-A426-49B4-A665-5CC94F2510B2}">
      <dgm:prSet/>
      <dgm:spPr/>
      <dgm:t>
        <a:bodyPr/>
        <a:lstStyle/>
        <a:p>
          <a:endParaRPr lang="uk-UA"/>
        </a:p>
      </dgm:t>
    </dgm:pt>
    <dgm:pt modelId="{362F4589-0D33-4B03-B9F8-D2A09A655C0F}">
      <dgm:prSet/>
      <dgm:spPr/>
      <dgm:t>
        <a:bodyPr/>
        <a:lstStyle/>
        <a:p>
          <a:r>
            <a:rPr lang="uk-UA" b="0" i="0"/>
            <a:t>керівниками руху Опору в роки Другої світової війни.</a:t>
          </a:r>
          <a:endParaRPr lang="uk-UA"/>
        </a:p>
      </dgm:t>
    </dgm:pt>
    <dgm:pt modelId="{8F31A37F-08B6-45B7-8FA7-3CFADCB0DCAE}" type="parTrans" cxnId="{65251248-8907-45A5-9EE6-85E42867F9F8}">
      <dgm:prSet/>
      <dgm:spPr/>
      <dgm:t>
        <a:bodyPr/>
        <a:lstStyle/>
        <a:p>
          <a:endParaRPr lang="uk-UA"/>
        </a:p>
      </dgm:t>
    </dgm:pt>
    <dgm:pt modelId="{B71BFAF5-4871-483D-B330-F89552A17313}" type="sibTrans" cxnId="{65251248-8907-45A5-9EE6-85E42867F9F8}">
      <dgm:prSet/>
      <dgm:spPr/>
      <dgm:t>
        <a:bodyPr/>
        <a:lstStyle/>
        <a:p>
          <a:endParaRPr lang="uk-UA"/>
        </a:p>
      </dgm:t>
    </dgm:pt>
    <dgm:pt modelId="{879E56F9-F26C-4CEF-8520-E31675908338}">
      <dgm:prSet/>
      <dgm:spPr/>
      <dgm:t>
        <a:bodyPr/>
        <a:lstStyle/>
        <a:p>
          <a:r>
            <a:rPr lang="uk-UA" b="0" i="0"/>
            <a:t>керівниками перших загонів Української повстанської армії.</a:t>
          </a:r>
          <a:endParaRPr lang="uk-UA"/>
        </a:p>
      </dgm:t>
    </dgm:pt>
    <dgm:pt modelId="{39DAD9AE-5BC0-4DD9-A1BC-10D805A82CA7}" type="parTrans" cxnId="{C18E322D-2BD5-4C60-81B3-7038BF75CC4A}">
      <dgm:prSet/>
      <dgm:spPr/>
      <dgm:t>
        <a:bodyPr/>
        <a:lstStyle/>
        <a:p>
          <a:endParaRPr lang="uk-UA"/>
        </a:p>
      </dgm:t>
    </dgm:pt>
    <dgm:pt modelId="{E0E7BACC-2E65-41FC-B720-1E99490AE08B}" type="sibTrans" cxnId="{C18E322D-2BD5-4C60-81B3-7038BF75CC4A}">
      <dgm:prSet/>
      <dgm:spPr/>
      <dgm:t>
        <a:bodyPr/>
        <a:lstStyle/>
        <a:p>
          <a:endParaRPr lang="uk-UA"/>
        </a:p>
      </dgm:t>
    </dgm:pt>
    <dgm:pt modelId="{DF10CC74-26FC-4657-A39D-F624A1335D1C}">
      <dgm:prSet/>
      <dgm:spPr/>
      <dgm:t>
        <a:bodyPr/>
        <a:lstStyle/>
        <a:p>
          <a:r>
            <a:rPr lang="uk-UA" b="0" i="0"/>
            <a:t>жертвами терористичних актів, організованих радянськими органами держбезпеки</a:t>
          </a:r>
          <a:endParaRPr lang="uk-UA"/>
        </a:p>
      </dgm:t>
    </dgm:pt>
    <dgm:pt modelId="{ED0FA94A-B69C-43C1-ADDE-7250303C3953}" type="parTrans" cxnId="{AFB690BC-33F6-475A-9FC0-2200BB7F03FB}">
      <dgm:prSet/>
      <dgm:spPr/>
      <dgm:t>
        <a:bodyPr/>
        <a:lstStyle/>
        <a:p>
          <a:endParaRPr lang="uk-UA"/>
        </a:p>
      </dgm:t>
    </dgm:pt>
    <dgm:pt modelId="{3AE42104-34E6-4C85-B23B-99474C29B047}" type="sibTrans" cxnId="{AFB690BC-33F6-475A-9FC0-2200BB7F03FB}">
      <dgm:prSet/>
      <dgm:spPr/>
      <dgm:t>
        <a:bodyPr/>
        <a:lstStyle/>
        <a:p>
          <a:endParaRPr lang="uk-UA"/>
        </a:p>
      </dgm:t>
    </dgm:pt>
    <dgm:pt modelId="{B552F320-4173-4A46-A259-C2C81A121D28}" type="pres">
      <dgm:prSet presAssocID="{7B7F33F8-AC60-4C54-B936-B019E0C10906}" presName="linear" presStyleCnt="0">
        <dgm:presLayoutVars>
          <dgm:animLvl val="lvl"/>
          <dgm:resizeHandles val="exact"/>
        </dgm:presLayoutVars>
      </dgm:prSet>
      <dgm:spPr/>
    </dgm:pt>
    <dgm:pt modelId="{0E495845-93A8-4D15-B8BB-ED91917AF77C}" type="pres">
      <dgm:prSet presAssocID="{B19A0A3E-DDF0-4264-BFDD-2028E3FBDB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199F213-BF2E-4B6D-831E-87624F76E95E}" type="pres">
      <dgm:prSet presAssocID="{F628904B-D3A7-44E6-A509-AEE08BCC2063}" presName="spacer" presStyleCnt="0"/>
      <dgm:spPr/>
    </dgm:pt>
    <dgm:pt modelId="{E5D967F1-89CE-404C-BAA7-4BB1014FDE41}" type="pres">
      <dgm:prSet presAssocID="{362F4589-0D33-4B03-B9F8-D2A09A655C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EC330DA-3484-4701-A12E-A56E8AE2382D}" type="pres">
      <dgm:prSet presAssocID="{B71BFAF5-4871-483D-B330-F89552A17313}" presName="spacer" presStyleCnt="0"/>
      <dgm:spPr/>
    </dgm:pt>
    <dgm:pt modelId="{408250CE-407A-46AE-9298-7370CF73FA54}" type="pres">
      <dgm:prSet presAssocID="{879E56F9-F26C-4CEF-8520-E3167590833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E4416AA-493A-45B1-9D7D-5EB7EFA62D69}" type="pres">
      <dgm:prSet presAssocID="{E0E7BACC-2E65-41FC-B720-1E99490AE08B}" presName="spacer" presStyleCnt="0"/>
      <dgm:spPr/>
    </dgm:pt>
    <dgm:pt modelId="{45A4CA4D-0BCA-4E2F-9E91-1BD8B0B09EE0}" type="pres">
      <dgm:prSet presAssocID="{DF10CC74-26FC-4657-A39D-F624A1335D1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18E322D-2BD5-4C60-81B3-7038BF75CC4A}" srcId="{7B7F33F8-AC60-4C54-B936-B019E0C10906}" destId="{879E56F9-F26C-4CEF-8520-E31675908338}" srcOrd="2" destOrd="0" parTransId="{39DAD9AE-5BC0-4DD9-A1BC-10D805A82CA7}" sibTransId="{E0E7BACC-2E65-41FC-B720-1E99490AE08B}"/>
    <dgm:cxn modelId="{65251248-8907-45A5-9EE6-85E42867F9F8}" srcId="{7B7F33F8-AC60-4C54-B936-B019E0C10906}" destId="{362F4589-0D33-4B03-B9F8-D2A09A655C0F}" srcOrd="1" destOrd="0" parTransId="{8F31A37F-08B6-45B7-8FA7-3CFADCB0DCAE}" sibTransId="{B71BFAF5-4871-483D-B330-F89552A17313}"/>
    <dgm:cxn modelId="{0C553869-A426-49B4-A665-5CC94F2510B2}" srcId="{7B7F33F8-AC60-4C54-B936-B019E0C10906}" destId="{B19A0A3E-DDF0-4264-BFDD-2028E3FBDBD2}" srcOrd="0" destOrd="0" parTransId="{36CDF9FE-E5B8-438A-A63F-56A6306F4083}" sibTransId="{F628904B-D3A7-44E6-A509-AEE08BCC2063}"/>
    <dgm:cxn modelId="{9EB05169-E720-4BF1-AA05-8378AA252CEE}" type="presOf" srcId="{879E56F9-F26C-4CEF-8520-E31675908338}" destId="{408250CE-407A-46AE-9298-7370CF73FA54}" srcOrd="0" destOrd="0" presId="urn:microsoft.com/office/officeart/2005/8/layout/vList2"/>
    <dgm:cxn modelId="{D55FD578-D348-4F91-9591-0223E9B231DF}" type="presOf" srcId="{B19A0A3E-DDF0-4264-BFDD-2028E3FBDBD2}" destId="{0E495845-93A8-4D15-B8BB-ED91917AF77C}" srcOrd="0" destOrd="0" presId="urn:microsoft.com/office/officeart/2005/8/layout/vList2"/>
    <dgm:cxn modelId="{2744AEA6-7F6B-43B4-B1A8-C9191DD5360A}" type="presOf" srcId="{362F4589-0D33-4B03-B9F8-D2A09A655C0F}" destId="{E5D967F1-89CE-404C-BAA7-4BB1014FDE41}" srcOrd="0" destOrd="0" presId="urn:microsoft.com/office/officeart/2005/8/layout/vList2"/>
    <dgm:cxn modelId="{A1B708AC-F098-445E-BE10-E1466A2F66E0}" type="presOf" srcId="{7B7F33F8-AC60-4C54-B936-B019E0C10906}" destId="{B552F320-4173-4A46-A259-C2C81A121D28}" srcOrd="0" destOrd="0" presId="urn:microsoft.com/office/officeart/2005/8/layout/vList2"/>
    <dgm:cxn modelId="{AFB690BC-33F6-475A-9FC0-2200BB7F03FB}" srcId="{7B7F33F8-AC60-4C54-B936-B019E0C10906}" destId="{DF10CC74-26FC-4657-A39D-F624A1335D1C}" srcOrd="3" destOrd="0" parTransId="{ED0FA94A-B69C-43C1-ADDE-7250303C3953}" sibTransId="{3AE42104-34E6-4C85-B23B-99474C29B047}"/>
    <dgm:cxn modelId="{3203D7E5-5790-4F3E-9E7D-5FA94769FB88}" type="presOf" srcId="{DF10CC74-26FC-4657-A39D-F624A1335D1C}" destId="{45A4CA4D-0BCA-4E2F-9E91-1BD8B0B09EE0}" srcOrd="0" destOrd="0" presId="urn:microsoft.com/office/officeart/2005/8/layout/vList2"/>
    <dgm:cxn modelId="{BD584ECA-0F02-474C-BCD0-EFBBF56EC4D9}" type="presParOf" srcId="{B552F320-4173-4A46-A259-C2C81A121D28}" destId="{0E495845-93A8-4D15-B8BB-ED91917AF77C}" srcOrd="0" destOrd="0" presId="urn:microsoft.com/office/officeart/2005/8/layout/vList2"/>
    <dgm:cxn modelId="{AB715262-EA93-4823-B115-39DB5823351A}" type="presParOf" srcId="{B552F320-4173-4A46-A259-C2C81A121D28}" destId="{5199F213-BF2E-4B6D-831E-87624F76E95E}" srcOrd="1" destOrd="0" presId="urn:microsoft.com/office/officeart/2005/8/layout/vList2"/>
    <dgm:cxn modelId="{31A1FC95-46D2-457D-9B19-7D628FF05309}" type="presParOf" srcId="{B552F320-4173-4A46-A259-C2C81A121D28}" destId="{E5D967F1-89CE-404C-BAA7-4BB1014FDE41}" srcOrd="2" destOrd="0" presId="urn:microsoft.com/office/officeart/2005/8/layout/vList2"/>
    <dgm:cxn modelId="{7B1AC063-7A2D-4DB9-A7F4-7BF6396B9EB4}" type="presParOf" srcId="{B552F320-4173-4A46-A259-C2C81A121D28}" destId="{AEC330DA-3484-4701-A12E-A56E8AE2382D}" srcOrd="3" destOrd="0" presId="urn:microsoft.com/office/officeart/2005/8/layout/vList2"/>
    <dgm:cxn modelId="{52D7E3D3-3D51-4963-A483-B9AF9561CCA6}" type="presParOf" srcId="{B552F320-4173-4A46-A259-C2C81A121D28}" destId="{408250CE-407A-46AE-9298-7370CF73FA54}" srcOrd="4" destOrd="0" presId="urn:microsoft.com/office/officeart/2005/8/layout/vList2"/>
    <dgm:cxn modelId="{79F0343C-062B-4929-8897-6BA2811F2F2D}" type="presParOf" srcId="{B552F320-4173-4A46-A259-C2C81A121D28}" destId="{2E4416AA-493A-45B1-9D7D-5EB7EFA62D69}" srcOrd="5" destOrd="0" presId="urn:microsoft.com/office/officeart/2005/8/layout/vList2"/>
    <dgm:cxn modelId="{8923F98F-963F-4789-B559-385905A88444}" type="presParOf" srcId="{B552F320-4173-4A46-A259-C2C81A121D28}" destId="{45A4CA4D-0BCA-4E2F-9E91-1BD8B0B09EE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4F9018-7991-4395-9784-D9571C88E0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8DD038-7801-4F87-8489-92D02C8BDCC9}">
      <dgm:prSet/>
      <dgm:spPr/>
      <dgm:t>
        <a:bodyPr/>
        <a:lstStyle/>
        <a:p>
          <a:r>
            <a:rPr lang="uk-UA" b="0" i="0"/>
            <a:t>Ухвалення Декларації про возз’єднання Західної України з УРСР у складі СРСР.</a:t>
          </a:r>
          <a:endParaRPr lang="uk-UA"/>
        </a:p>
      </dgm:t>
    </dgm:pt>
    <dgm:pt modelId="{C712C93D-A843-4EAD-B248-D487E3872887}" type="parTrans" cxnId="{97EA0829-E233-4756-9A28-02A34B1EB0AC}">
      <dgm:prSet/>
      <dgm:spPr/>
      <dgm:t>
        <a:bodyPr/>
        <a:lstStyle/>
        <a:p>
          <a:endParaRPr lang="uk-UA"/>
        </a:p>
      </dgm:t>
    </dgm:pt>
    <dgm:pt modelId="{BFEC6696-3913-44AC-85B9-609049741280}" type="sibTrans" cxnId="{97EA0829-E233-4756-9A28-02A34B1EB0AC}">
      <dgm:prSet/>
      <dgm:spPr/>
      <dgm:t>
        <a:bodyPr/>
        <a:lstStyle/>
        <a:p>
          <a:endParaRPr lang="uk-UA"/>
        </a:p>
      </dgm:t>
    </dgm:pt>
    <dgm:pt modelId="{8023D738-FA30-41BF-A485-EFDFA422E293}">
      <dgm:prSet/>
      <dgm:spPr/>
      <dgm:t>
        <a:bodyPr/>
        <a:lstStyle/>
        <a:p>
          <a:r>
            <a:rPr lang="uk-UA" b="0" i="0"/>
            <a:t>Надання Закарпаттю автономного статусу у складі Чехо-Словацької Республіки.</a:t>
          </a:r>
          <a:endParaRPr lang="uk-UA"/>
        </a:p>
      </dgm:t>
    </dgm:pt>
    <dgm:pt modelId="{C071244B-B6AC-4D15-87EB-94315937D126}" type="parTrans" cxnId="{F536E315-1025-4124-9C2C-3F4B870ADBEE}">
      <dgm:prSet/>
      <dgm:spPr/>
      <dgm:t>
        <a:bodyPr/>
        <a:lstStyle/>
        <a:p>
          <a:endParaRPr lang="uk-UA"/>
        </a:p>
      </dgm:t>
    </dgm:pt>
    <dgm:pt modelId="{F0251E6F-9346-4BA1-8574-5B95D6FC776E}" type="sibTrans" cxnId="{F536E315-1025-4124-9C2C-3F4B870ADBEE}">
      <dgm:prSet/>
      <dgm:spPr/>
      <dgm:t>
        <a:bodyPr/>
        <a:lstStyle/>
        <a:p>
          <a:endParaRPr lang="uk-UA"/>
        </a:p>
      </dgm:t>
    </dgm:pt>
    <dgm:pt modelId="{93E8DD01-4586-4C6B-B257-5D3977CDE458}">
      <dgm:prSet/>
      <dgm:spPr/>
      <dgm:t>
        <a:bodyPr/>
        <a:lstStyle/>
        <a:p>
          <a:r>
            <a:rPr lang="uk-UA" b="0" i="0"/>
            <a:t>Підписання Московського договору між СРСР і Німеччиною про ненапад (пакт «Молотова–Ріббентропа»).</a:t>
          </a:r>
          <a:endParaRPr lang="uk-UA"/>
        </a:p>
      </dgm:t>
    </dgm:pt>
    <dgm:pt modelId="{0C4D89AA-31EC-49DB-B77A-9C2733A905AB}" type="parTrans" cxnId="{A786A6BA-5ACA-4428-BC02-249999C3F7E7}">
      <dgm:prSet/>
      <dgm:spPr/>
      <dgm:t>
        <a:bodyPr/>
        <a:lstStyle/>
        <a:p>
          <a:endParaRPr lang="uk-UA"/>
        </a:p>
      </dgm:t>
    </dgm:pt>
    <dgm:pt modelId="{A2DC57BE-7236-4C34-8B02-4834B6677658}" type="sibTrans" cxnId="{A786A6BA-5ACA-4428-BC02-249999C3F7E7}">
      <dgm:prSet/>
      <dgm:spPr/>
      <dgm:t>
        <a:bodyPr/>
        <a:lstStyle/>
        <a:p>
          <a:endParaRPr lang="uk-UA"/>
        </a:p>
      </dgm:t>
    </dgm:pt>
    <dgm:pt modelId="{E7BBC2E6-5479-49E9-9F4F-DDF89A89894B}">
      <dgm:prSet/>
      <dgm:spPr/>
      <dgm:t>
        <a:bodyPr/>
        <a:lstStyle/>
        <a:p>
          <a:r>
            <a:rPr lang="uk-UA" b="0" i="0"/>
            <a:t>Укладення Мюнхенської угоди між Німеччиною та Великобританією, Францією, Італією.</a:t>
          </a:r>
          <a:endParaRPr lang="uk-UA"/>
        </a:p>
      </dgm:t>
    </dgm:pt>
    <dgm:pt modelId="{4B0C36C3-7395-4510-8B47-A67BE9EB714E}" type="parTrans" cxnId="{04EF03F5-A666-4095-A907-B078D76F6339}">
      <dgm:prSet/>
      <dgm:spPr/>
      <dgm:t>
        <a:bodyPr/>
        <a:lstStyle/>
        <a:p>
          <a:endParaRPr lang="uk-UA"/>
        </a:p>
      </dgm:t>
    </dgm:pt>
    <dgm:pt modelId="{C99FA6D7-D0D4-415C-AF24-426FFAAE3EEE}" type="sibTrans" cxnId="{04EF03F5-A666-4095-A907-B078D76F6339}">
      <dgm:prSet/>
      <dgm:spPr/>
      <dgm:t>
        <a:bodyPr/>
        <a:lstStyle/>
        <a:p>
          <a:endParaRPr lang="uk-UA"/>
        </a:p>
      </dgm:t>
    </dgm:pt>
    <dgm:pt modelId="{81861EFB-7069-46AA-AB89-D4AF6AB8CCD1}" type="pres">
      <dgm:prSet presAssocID="{574F9018-7991-4395-9784-D9571C88E0BE}" presName="linear" presStyleCnt="0">
        <dgm:presLayoutVars>
          <dgm:animLvl val="lvl"/>
          <dgm:resizeHandles val="exact"/>
        </dgm:presLayoutVars>
      </dgm:prSet>
      <dgm:spPr/>
    </dgm:pt>
    <dgm:pt modelId="{E3CEEBFF-F98F-4EE5-8F49-E11CDB9CCC85}" type="pres">
      <dgm:prSet presAssocID="{AA8DD038-7801-4F87-8489-92D02C8BDC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CABF60-A5BA-40EE-9FBA-DEC37A62A3A8}" type="pres">
      <dgm:prSet presAssocID="{BFEC6696-3913-44AC-85B9-609049741280}" presName="spacer" presStyleCnt="0"/>
      <dgm:spPr/>
    </dgm:pt>
    <dgm:pt modelId="{E6D13A8B-9B55-43FA-B33B-910767DAEE4E}" type="pres">
      <dgm:prSet presAssocID="{8023D738-FA30-41BF-A485-EFDFA422E2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D198C32-2599-4365-BFB6-D8477842C2BC}" type="pres">
      <dgm:prSet presAssocID="{F0251E6F-9346-4BA1-8574-5B95D6FC776E}" presName="spacer" presStyleCnt="0"/>
      <dgm:spPr/>
    </dgm:pt>
    <dgm:pt modelId="{9B5B933B-1B12-40A9-89AB-32979928DFBD}" type="pres">
      <dgm:prSet presAssocID="{93E8DD01-4586-4C6B-B257-5D3977CDE4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23FE069-8530-4016-89E7-8674DD2011B5}" type="pres">
      <dgm:prSet presAssocID="{A2DC57BE-7236-4C34-8B02-4834B6677658}" presName="spacer" presStyleCnt="0"/>
      <dgm:spPr/>
    </dgm:pt>
    <dgm:pt modelId="{90D113FC-EB05-4A16-9250-182932A28F98}" type="pres">
      <dgm:prSet presAssocID="{E7BBC2E6-5479-49E9-9F4F-DDF89A89894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536E315-1025-4124-9C2C-3F4B870ADBEE}" srcId="{574F9018-7991-4395-9784-D9571C88E0BE}" destId="{8023D738-FA30-41BF-A485-EFDFA422E293}" srcOrd="1" destOrd="0" parTransId="{C071244B-B6AC-4D15-87EB-94315937D126}" sibTransId="{F0251E6F-9346-4BA1-8574-5B95D6FC776E}"/>
    <dgm:cxn modelId="{97EA0829-E233-4756-9A28-02A34B1EB0AC}" srcId="{574F9018-7991-4395-9784-D9571C88E0BE}" destId="{AA8DD038-7801-4F87-8489-92D02C8BDCC9}" srcOrd="0" destOrd="0" parTransId="{C712C93D-A843-4EAD-B248-D487E3872887}" sibTransId="{BFEC6696-3913-44AC-85B9-609049741280}"/>
    <dgm:cxn modelId="{A9389B9D-EA18-4959-AFA2-54E820D40045}" type="presOf" srcId="{93E8DD01-4586-4C6B-B257-5D3977CDE458}" destId="{9B5B933B-1B12-40A9-89AB-32979928DFBD}" srcOrd="0" destOrd="0" presId="urn:microsoft.com/office/officeart/2005/8/layout/vList2"/>
    <dgm:cxn modelId="{D633CCB6-C3C5-4E89-BB08-732B055C1217}" type="presOf" srcId="{8023D738-FA30-41BF-A485-EFDFA422E293}" destId="{E6D13A8B-9B55-43FA-B33B-910767DAEE4E}" srcOrd="0" destOrd="0" presId="urn:microsoft.com/office/officeart/2005/8/layout/vList2"/>
    <dgm:cxn modelId="{A786A6BA-5ACA-4428-BC02-249999C3F7E7}" srcId="{574F9018-7991-4395-9784-D9571C88E0BE}" destId="{93E8DD01-4586-4C6B-B257-5D3977CDE458}" srcOrd="2" destOrd="0" parTransId="{0C4D89AA-31EC-49DB-B77A-9C2733A905AB}" sibTransId="{A2DC57BE-7236-4C34-8B02-4834B6677658}"/>
    <dgm:cxn modelId="{A21DE1CD-2619-4533-82C1-7D8D1395AE50}" type="presOf" srcId="{E7BBC2E6-5479-49E9-9F4F-DDF89A89894B}" destId="{90D113FC-EB05-4A16-9250-182932A28F98}" srcOrd="0" destOrd="0" presId="urn:microsoft.com/office/officeart/2005/8/layout/vList2"/>
    <dgm:cxn modelId="{FBAA48EC-0F01-4649-8320-18D90CE5B13A}" type="presOf" srcId="{574F9018-7991-4395-9784-D9571C88E0BE}" destId="{81861EFB-7069-46AA-AB89-D4AF6AB8CCD1}" srcOrd="0" destOrd="0" presId="urn:microsoft.com/office/officeart/2005/8/layout/vList2"/>
    <dgm:cxn modelId="{654EDEEE-80BD-4BAB-B8EA-32982A4E6D64}" type="presOf" srcId="{AA8DD038-7801-4F87-8489-92D02C8BDCC9}" destId="{E3CEEBFF-F98F-4EE5-8F49-E11CDB9CCC85}" srcOrd="0" destOrd="0" presId="urn:microsoft.com/office/officeart/2005/8/layout/vList2"/>
    <dgm:cxn modelId="{04EF03F5-A666-4095-A907-B078D76F6339}" srcId="{574F9018-7991-4395-9784-D9571C88E0BE}" destId="{E7BBC2E6-5479-49E9-9F4F-DDF89A89894B}" srcOrd="3" destOrd="0" parTransId="{4B0C36C3-7395-4510-8B47-A67BE9EB714E}" sibTransId="{C99FA6D7-D0D4-415C-AF24-426FFAAE3EEE}"/>
    <dgm:cxn modelId="{F31D99DA-615E-45D3-95EB-090F9CADE74D}" type="presParOf" srcId="{81861EFB-7069-46AA-AB89-D4AF6AB8CCD1}" destId="{E3CEEBFF-F98F-4EE5-8F49-E11CDB9CCC85}" srcOrd="0" destOrd="0" presId="urn:microsoft.com/office/officeart/2005/8/layout/vList2"/>
    <dgm:cxn modelId="{037657A6-5952-4D4E-9426-AFB2B8660647}" type="presParOf" srcId="{81861EFB-7069-46AA-AB89-D4AF6AB8CCD1}" destId="{31CABF60-A5BA-40EE-9FBA-DEC37A62A3A8}" srcOrd="1" destOrd="0" presId="urn:microsoft.com/office/officeart/2005/8/layout/vList2"/>
    <dgm:cxn modelId="{93E6BBC4-9C29-4322-BF94-5C4A8B2B7D09}" type="presParOf" srcId="{81861EFB-7069-46AA-AB89-D4AF6AB8CCD1}" destId="{E6D13A8B-9B55-43FA-B33B-910767DAEE4E}" srcOrd="2" destOrd="0" presId="urn:microsoft.com/office/officeart/2005/8/layout/vList2"/>
    <dgm:cxn modelId="{7735D38C-B4FA-4ADB-B31B-9BE4B83D161A}" type="presParOf" srcId="{81861EFB-7069-46AA-AB89-D4AF6AB8CCD1}" destId="{9D198C32-2599-4365-BFB6-D8477842C2BC}" srcOrd="3" destOrd="0" presId="urn:microsoft.com/office/officeart/2005/8/layout/vList2"/>
    <dgm:cxn modelId="{1FFB0C51-814F-4E2A-9363-A16A7D48A136}" type="presParOf" srcId="{81861EFB-7069-46AA-AB89-D4AF6AB8CCD1}" destId="{9B5B933B-1B12-40A9-89AB-32979928DFBD}" srcOrd="4" destOrd="0" presId="urn:microsoft.com/office/officeart/2005/8/layout/vList2"/>
    <dgm:cxn modelId="{2AC1706F-CE16-4F48-8602-02F0A40FE6C3}" type="presParOf" srcId="{81861EFB-7069-46AA-AB89-D4AF6AB8CCD1}" destId="{923FE069-8530-4016-89E7-8674DD2011B5}" srcOrd="5" destOrd="0" presId="urn:microsoft.com/office/officeart/2005/8/layout/vList2"/>
    <dgm:cxn modelId="{E3DB943C-1932-4838-9D15-B9EB6CCFB61C}" type="presParOf" srcId="{81861EFB-7069-46AA-AB89-D4AF6AB8CCD1}" destId="{90D113FC-EB05-4A16-9250-182932A28F9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FB63A1-FD7A-494C-920B-58CCFA35A2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7A73A2C-E7E5-4432-A372-46C894008DA2}">
      <dgm:prSet/>
      <dgm:spPr/>
      <dgm:t>
        <a:bodyPr/>
        <a:lstStyle/>
        <a:p>
          <a:r>
            <a:rPr lang="uk-UA" b="0" i="0"/>
            <a:t>початку Другої світової війни та Великої Вітчизняної війни.</a:t>
          </a:r>
          <a:endParaRPr lang="uk-UA"/>
        </a:p>
      </dgm:t>
    </dgm:pt>
    <dgm:pt modelId="{6DBF66F4-463F-485F-9D36-F33B6EA11CEE}" type="parTrans" cxnId="{3D8D012C-244E-4795-9191-2A31E7E8C381}">
      <dgm:prSet/>
      <dgm:spPr/>
      <dgm:t>
        <a:bodyPr/>
        <a:lstStyle/>
        <a:p>
          <a:endParaRPr lang="uk-UA"/>
        </a:p>
      </dgm:t>
    </dgm:pt>
    <dgm:pt modelId="{FFFF5E13-E654-41CE-A7A4-E11757ED86DB}" type="sibTrans" cxnId="{3D8D012C-244E-4795-9191-2A31E7E8C381}">
      <dgm:prSet/>
      <dgm:spPr/>
      <dgm:t>
        <a:bodyPr/>
        <a:lstStyle/>
        <a:p>
          <a:endParaRPr lang="uk-UA"/>
        </a:p>
      </dgm:t>
    </dgm:pt>
    <dgm:pt modelId="{E49D6B32-4F71-44BB-BD4D-E24CC1595C43}">
      <dgm:prSet/>
      <dgm:spPr/>
      <dgm:t>
        <a:bodyPr/>
        <a:lstStyle/>
        <a:p>
          <a:r>
            <a:rPr lang="uk-UA" b="0" i="0"/>
            <a:t>укладення Мюнхенської угоди та пакту «Молотова-Ріббентропа».</a:t>
          </a:r>
          <a:endParaRPr lang="uk-UA"/>
        </a:p>
      </dgm:t>
    </dgm:pt>
    <dgm:pt modelId="{D5E989C2-6B35-41FF-899B-B9EB80A67AC6}" type="parTrans" cxnId="{31DA7371-E656-419D-AD04-D2BF9C1D33F8}">
      <dgm:prSet/>
      <dgm:spPr/>
      <dgm:t>
        <a:bodyPr/>
        <a:lstStyle/>
        <a:p>
          <a:endParaRPr lang="uk-UA"/>
        </a:p>
      </dgm:t>
    </dgm:pt>
    <dgm:pt modelId="{D40E5950-5AC5-4F4F-AC3B-2B34A698AC04}" type="sibTrans" cxnId="{31DA7371-E656-419D-AD04-D2BF9C1D33F8}">
      <dgm:prSet/>
      <dgm:spPr/>
      <dgm:t>
        <a:bodyPr/>
        <a:lstStyle/>
        <a:p>
          <a:endParaRPr lang="uk-UA"/>
        </a:p>
      </dgm:t>
    </dgm:pt>
    <dgm:pt modelId="{8F9F7C45-613E-4C95-8B99-483BEEABF2C8}">
      <dgm:prSet/>
      <dgm:spPr/>
      <dgm:t>
        <a:bodyPr/>
        <a:lstStyle/>
        <a:p>
          <a:r>
            <a:rPr lang="uk-UA" b="0" i="0"/>
            <a:t>включення Західної України, Бессарабії та Північної Буковини до складу У</a:t>
          </a:r>
          <a:r>
            <a:rPr lang="en-US" b="0" i="0"/>
            <a:t>PCP.</a:t>
          </a:r>
          <a:endParaRPr lang="uk-UA"/>
        </a:p>
      </dgm:t>
    </dgm:pt>
    <dgm:pt modelId="{97005BEA-3FE8-4ECA-A05D-B276468C2FEC}" type="parTrans" cxnId="{271F6FEB-AD3D-4FEB-BD8F-55485B4939F3}">
      <dgm:prSet/>
      <dgm:spPr/>
      <dgm:t>
        <a:bodyPr/>
        <a:lstStyle/>
        <a:p>
          <a:endParaRPr lang="uk-UA"/>
        </a:p>
      </dgm:t>
    </dgm:pt>
    <dgm:pt modelId="{6581081D-B9BE-4611-B050-EE5E98D9AD90}" type="sibTrans" cxnId="{271F6FEB-AD3D-4FEB-BD8F-55485B4939F3}">
      <dgm:prSet/>
      <dgm:spPr/>
      <dgm:t>
        <a:bodyPr/>
        <a:lstStyle/>
        <a:p>
          <a:endParaRPr lang="uk-UA"/>
        </a:p>
      </dgm:t>
    </dgm:pt>
    <dgm:pt modelId="{3FDA9B9D-25BA-439E-B0EE-83D2F5CFFD1B}">
      <dgm:prSet/>
      <dgm:spPr/>
      <dgm:t>
        <a:bodyPr/>
        <a:lstStyle/>
        <a:p>
          <a:r>
            <a:rPr lang="uk-UA" b="0" i="0"/>
            <a:t>проголошення незалежності Карпатської України та Акта про відновлення Української держави</a:t>
          </a:r>
          <a:endParaRPr lang="uk-UA"/>
        </a:p>
      </dgm:t>
    </dgm:pt>
    <dgm:pt modelId="{06EBAD29-ABDD-4AB6-8582-C2D5ADE34FB4}" type="parTrans" cxnId="{0FA064D9-1CE0-4500-8BE4-175F3DD3AD26}">
      <dgm:prSet/>
      <dgm:spPr/>
      <dgm:t>
        <a:bodyPr/>
        <a:lstStyle/>
        <a:p>
          <a:endParaRPr lang="uk-UA"/>
        </a:p>
      </dgm:t>
    </dgm:pt>
    <dgm:pt modelId="{3AF01501-8819-4CFF-930B-AE2A5140C892}" type="sibTrans" cxnId="{0FA064D9-1CE0-4500-8BE4-175F3DD3AD26}">
      <dgm:prSet/>
      <dgm:spPr/>
      <dgm:t>
        <a:bodyPr/>
        <a:lstStyle/>
        <a:p>
          <a:endParaRPr lang="uk-UA"/>
        </a:p>
      </dgm:t>
    </dgm:pt>
    <dgm:pt modelId="{6D04209B-F947-4593-90C8-8C2D0F5E2007}" type="pres">
      <dgm:prSet presAssocID="{E0FB63A1-FD7A-494C-920B-58CCFA35A225}" presName="linear" presStyleCnt="0">
        <dgm:presLayoutVars>
          <dgm:animLvl val="lvl"/>
          <dgm:resizeHandles val="exact"/>
        </dgm:presLayoutVars>
      </dgm:prSet>
      <dgm:spPr/>
    </dgm:pt>
    <dgm:pt modelId="{78F602E8-0392-4981-821D-334116A250F2}" type="pres">
      <dgm:prSet presAssocID="{87A73A2C-E7E5-4432-A372-46C894008DA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DEDC1F7-F0C9-4DC9-82AB-560DC50D4B6B}" type="pres">
      <dgm:prSet presAssocID="{FFFF5E13-E654-41CE-A7A4-E11757ED86DB}" presName="spacer" presStyleCnt="0"/>
      <dgm:spPr/>
    </dgm:pt>
    <dgm:pt modelId="{F7FF1AE6-E6F2-4A22-A8B0-A60ACF4B0041}" type="pres">
      <dgm:prSet presAssocID="{E49D6B32-4F71-44BB-BD4D-E24CC1595C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550ED5-B6CF-4DEF-A52D-65A40D9CAD90}" type="pres">
      <dgm:prSet presAssocID="{D40E5950-5AC5-4F4F-AC3B-2B34A698AC04}" presName="spacer" presStyleCnt="0"/>
      <dgm:spPr/>
    </dgm:pt>
    <dgm:pt modelId="{7987312C-924A-4CC0-9F5C-D7E5777DF607}" type="pres">
      <dgm:prSet presAssocID="{8F9F7C45-613E-4C95-8B99-483BEEABF2C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1DDF1CF-A75C-4A6A-8A8C-E0400EFF2C0F}" type="pres">
      <dgm:prSet presAssocID="{6581081D-B9BE-4611-B050-EE5E98D9AD90}" presName="spacer" presStyleCnt="0"/>
      <dgm:spPr/>
    </dgm:pt>
    <dgm:pt modelId="{77C5E989-A434-487E-8F5A-AD392591DE3B}" type="pres">
      <dgm:prSet presAssocID="{3FDA9B9D-25BA-439E-B0EE-83D2F5CFFD1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8D012C-244E-4795-9191-2A31E7E8C381}" srcId="{E0FB63A1-FD7A-494C-920B-58CCFA35A225}" destId="{87A73A2C-E7E5-4432-A372-46C894008DA2}" srcOrd="0" destOrd="0" parTransId="{6DBF66F4-463F-485F-9D36-F33B6EA11CEE}" sibTransId="{FFFF5E13-E654-41CE-A7A4-E11757ED86DB}"/>
    <dgm:cxn modelId="{B1B7836A-1505-443F-A254-7B9163E0E48C}" type="presOf" srcId="{8F9F7C45-613E-4C95-8B99-483BEEABF2C8}" destId="{7987312C-924A-4CC0-9F5C-D7E5777DF607}" srcOrd="0" destOrd="0" presId="urn:microsoft.com/office/officeart/2005/8/layout/vList2"/>
    <dgm:cxn modelId="{31DA7371-E656-419D-AD04-D2BF9C1D33F8}" srcId="{E0FB63A1-FD7A-494C-920B-58CCFA35A225}" destId="{E49D6B32-4F71-44BB-BD4D-E24CC1595C43}" srcOrd="1" destOrd="0" parTransId="{D5E989C2-6B35-41FF-899B-B9EB80A67AC6}" sibTransId="{D40E5950-5AC5-4F4F-AC3B-2B34A698AC04}"/>
    <dgm:cxn modelId="{35F8EF54-4AD1-4CCC-AAD0-0599BE4F1B7B}" type="presOf" srcId="{87A73A2C-E7E5-4432-A372-46C894008DA2}" destId="{78F602E8-0392-4981-821D-334116A250F2}" srcOrd="0" destOrd="0" presId="urn:microsoft.com/office/officeart/2005/8/layout/vList2"/>
    <dgm:cxn modelId="{EF5877AD-26CE-49FD-BDFD-5CAE2FD644BE}" type="presOf" srcId="{E49D6B32-4F71-44BB-BD4D-E24CC1595C43}" destId="{F7FF1AE6-E6F2-4A22-A8B0-A60ACF4B0041}" srcOrd="0" destOrd="0" presId="urn:microsoft.com/office/officeart/2005/8/layout/vList2"/>
    <dgm:cxn modelId="{E7F5DBAD-4D28-4668-9F86-A96A17522ABD}" type="presOf" srcId="{E0FB63A1-FD7A-494C-920B-58CCFA35A225}" destId="{6D04209B-F947-4593-90C8-8C2D0F5E2007}" srcOrd="0" destOrd="0" presId="urn:microsoft.com/office/officeart/2005/8/layout/vList2"/>
    <dgm:cxn modelId="{74291BC5-1D70-4C98-95C0-050D6794F537}" type="presOf" srcId="{3FDA9B9D-25BA-439E-B0EE-83D2F5CFFD1B}" destId="{77C5E989-A434-487E-8F5A-AD392591DE3B}" srcOrd="0" destOrd="0" presId="urn:microsoft.com/office/officeart/2005/8/layout/vList2"/>
    <dgm:cxn modelId="{0FA064D9-1CE0-4500-8BE4-175F3DD3AD26}" srcId="{E0FB63A1-FD7A-494C-920B-58CCFA35A225}" destId="{3FDA9B9D-25BA-439E-B0EE-83D2F5CFFD1B}" srcOrd="3" destOrd="0" parTransId="{06EBAD29-ABDD-4AB6-8582-C2D5ADE34FB4}" sibTransId="{3AF01501-8819-4CFF-930B-AE2A5140C892}"/>
    <dgm:cxn modelId="{271F6FEB-AD3D-4FEB-BD8F-55485B4939F3}" srcId="{E0FB63A1-FD7A-494C-920B-58CCFA35A225}" destId="{8F9F7C45-613E-4C95-8B99-483BEEABF2C8}" srcOrd="2" destOrd="0" parTransId="{97005BEA-3FE8-4ECA-A05D-B276468C2FEC}" sibTransId="{6581081D-B9BE-4611-B050-EE5E98D9AD90}"/>
    <dgm:cxn modelId="{4B51BC6C-BC74-4915-8359-8F492B3DC228}" type="presParOf" srcId="{6D04209B-F947-4593-90C8-8C2D0F5E2007}" destId="{78F602E8-0392-4981-821D-334116A250F2}" srcOrd="0" destOrd="0" presId="urn:microsoft.com/office/officeart/2005/8/layout/vList2"/>
    <dgm:cxn modelId="{48FF86C8-831B-4862-B273-E0998F978EFF}" type="presParOf" srcId="{6D04209B-F947-4593-90C8-8C2D0F5E2007}" destId="{6DEDC1F7-F0C9-4DC9-82AB-560DC50D4B6B}" srcOrd="1" destOrd="0" presId="urn:microsoft.com/office/officeart/2005/8/layout/vList2"/>
    <dgm:cxn modelId="{A5B4704B-5BEE-4590-8E03-7BE34F58BA77}" type="presParOf" srcId="{6D04209B-F947-4593-90C8-8C2D0F5E2007}" destId="{F7FF1AE6-E6F2-4A22-A8B0-A60ACF4B0041}" srcOrd="2" destOrd="0" presId="urn:microsoft.com/office/officeart/2005/8/layout/vList2"/>
    <dgm:cxn modelId="{481E6BBC-9E7D-4526-8D22-7215470BB38F}" type="presParOf" srcId="{6D04209B-F947-4593-90C8-8C2D0F5E2007}" destId="{8A550ED5-B6CF-4DEF-A52D-65A40D9CAD90}" srcOrd="3" destOrd="0" presId="urn:microsoft.com/office/officeart/2005/8/layout/vList2"/>
    <dgm:cxn modelId="{4A05D8BD-4B99-45BE-981B-4A7244670CBD}" type="presParOf" srcId="{6D04209B-F947-4593-90C8-8C2D0F5E2007}" destId="{7987312C-924A-4CC0-9F5C-D7E5777DF607}" srcOrd="4" destOrd="0" presId="urn:microsoft.com/office/officeart/2005/8/layout/vList2"/>
    <dgm:cxn modelId="{3B3B420A-B0D2-437D-81AA-C45DC3ABC39B}" type="presParOf" srcId="{6D04209B-F947-4593-90C8-8C2D0F5E2007}" destId="{31DDF1CF-A75C-4A6A-8A8C-E0400EFF2C0F}" srcOrd="5" destOrd="0" presId="urn:microsoft.com/office/officeart/2005/8/layout/vList2"/>
    <dgm:cxn modelId="{2791676D-5CF3-4C9C-9839-997D13732035}" type="presParOf" srcId="{6D04209B-F947-4593-90C8-8C2D0F5E2007}" destId="{77C5E989-A434-487E-8F5A-AD392591DE3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BBB085E-57E2-43E7-91C2-C0397F0BBFF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5FF1F0-D1BC-4B06-927E-750206E236E9}">
      <dgm:prSet/>
      <dgm:spPr/>
      <dgm:t>
        <a:bodyPr/>
        <a:lstStyle/>
        <a:p>
          <a:r>
            <a:rPr lang="ru-RU" b="0" i="0"/>
            <a:t>Франції на Німеччину.</a:t>
          </a:r>
          <a:endParaRPr lang="uk-UA"/>
        </a:p>
      </dgm:t>
    </dgm:pt>
    <dgm:pt modelId="{763D692A-5FAC-4D33-A828-456D973E8AB0}" type="parTrans" cxnId="{78FD9370-ED88-4F72-888A-1D0B5CBF0431}">
      <dgm:prSet/>
      <dgm:spPr/>
      <dgm:t>
        <a:bodyPr/>
        <a:lstStyle/>
        <a:p>
          <a:endParaRPr lang="uk-UA"/>
        </a:p>
      </dgm:t>
    </dgm:pt>
    <dgm:pt modelId="{41EFF42B-36A0-4E1F-BC65-56AA74E68855}" type="sibTrans" cxnId="{78FD9370-ED88-4F72-888A-1D0B5CBF0431}">
      <dgm:prSet/>
      <dgm:spPr/>
      <dgm:t>
        <a:bodyPr/>
        <a:lstStyle/>
        <a:p>
          <a:endParaRPr lang="uk-UA"/>
        </a:p>
      </dgm:t>
    </dgm:pt>
    <dgm:pt modelId="{EE6F55CA-E6F8-452D-B305-F2C714A836C0}">
      <dgm:prSet/>
      <dgm:spPr/>
      <dgm:t>
        <a:bodyPr/>
        <a:lstStyle/>
        <a:p>
          <a:r>
            <a:rPr lang="ru-RU" b="0" i="0"/>
            <a:t>Німеччини на Радянський Союз.</a:t>
          </a:r>
          <a:endParaRPr lang="uk-UA"/>
        </a:p>
      </dgm:t>
    </dgm:pt>
    <dgm:pt modelId="{ACAAE833-E1B7-4C3E-89D4-F3ADD6029151}" type="parTrans" cxnId="{66157801-BEA0-4C9F-B4E4-F59FF0D7504F}">
      <dgm:prSet/>
      <dgm:spPr/>
      <dgm:t>
        <a:bodyPr/>
        <a:lstStyle/>
        <a:p>
          <a:endParaRPr lang="uk-UA"/>
        </a:p>
      </dgm:t>
    </dgm:pt>
    <dgm:pt modelId="{78C01E4B-6205-4838-8EF6-EC9D2C6296FE}" type="sibTrans" cxnId="{66157801-BEA0-4C9F-B4E4-F59FF0D7504F}">
      <dgm:prSet/>
      <dgm:spPr/>
      <dgm:t>
        <a:bodyPr/>
        <a:lstStyle/>
        <a:p>
          <a:endParaRPr lang="uk-UA"/>
        </a:p>
      </dgm:t>
    </dgm:pt>
    <dgm:pt modelId="{BD381126-8866-4ED2-A2B2-B9C04B47DA72}">
      <dgm:prSet/>
      <dgm:spPr/>
      <dgm:t>
        <a:bodyPr/>
        <a:lstStyle/>
        <a:p>
          <a:r>
            <a:rPr lang="ru-RU" b="0" i="0"/>
            <a:t>Радянського Союзу на Фінляндію.</a:t>
          </a:r>
          <a:endParaRPr lang="uk-UA"/>
        </a:p>
      </dgm:t>
    </dgm:pt>
    <dgm:pt modelId="{A4FB9096-246C-4989-8308-675D4D8EC18C}" type="parTrans" cxnId="{A964E7BC-5112-4A84-9A9E-6456E13BDF3F}">
      <dgm:prSet/>
      <dgm:spPr/>
      <dgm:t>
        <a:bodyPr/>
        <a:lstStyle/>
        <a:p>
          <a:endParaRPr lang="uk-UA"/>
        </a:p>
      </dgm:t>
    </dgm:pt>
    <dgm:pt modelId="{A3E2A05D-5B05-4F21-966B-E190FF408C3B}" type="sibTrans" cxnId="{A964E7BC-5112-4A84-9A9E-6456E13BDF3F}">
      <dgm:prSet/>
      <dgm:spPr/>
      <dgm:t>
        <a:bodyPr/>
        <a:lstStyle/>
        <a:p>
          <a:endParaRPr lang="uk-UA"/>
        </a:p>
      </dgm:t>
    </dgm:pt>
    <dgm:pt modelId="{1091AC11-21F4-408D-AEE6-BB92ED39C642}">
      <dgm:prSet/>
      <dgm:spPr/>
      <dgm:t>
        <a:bodyPr/>
        <a:lstStyle/>
        <a:p>
          <a:r>
            <a:rPr lang="ru-RU" b="0" i="0"/>
            <a:t>Німеччини на Польщу.</a:t>
          </a:r>
          <a:endParaRPr lang="uk-UA"/>
        </a:p>
      </dgm:t>
    </dgm:pt>
    <dgm:pt modelId="{903AF57D-1B16-4D36-9C1C-95280EF22B24}" type="parTrans" cxnId="{3398BCC4-5127-45E8-AA63-74D12461C8C6}">
      <dgm:prSet/>
      <dgm:spPr/>
      <dgm:t>
        <a:bodyPr/>
        <a:lstStyle/>
        <a:p>
          <a:endParaRPr lang="uk-UA"/>
        </a:p>
      </dgm:t>
    </dgm:pt>
    <dgm:pt modelId="{5246BCD9-991D-4A72-8790-DC6D7957AACC}" type="sibTrans" cxnId="{3398BCC4-5127-45E8-AA63-74D12461C8C6}">
      <dgm:prSet/>
      <dgm:spPr/>
      <dgm:t>
        <a:bodyPr/>
        <a:lstStyle/>
        <a:p>
          <a:endParaRPr lang="uk-UA"/>
        </a:p>
      </dgm:t>
    </dgm:pt>
    <dgm:pt modelId="{2F47418A-4B5E-4BDC-A738-F30F88CBB000}" type="pres">
      <dgm:prSet presAssocID="{1BBB085E-57E2-43E7-91C2-C0397F0BBFF1}" presName="vert0" presStyleCnt="0">
        <dgm:presLayoutVars>
          <dgm:dir/>
          <dgm:animOne val="branch"/>
          <dgm:animLvl val="lvl"/>
        </dgm:presLayoutVars>
      </dgm:prSet>
      <dgm:spPr/>
    </dgm:pt>
    <dgm:pt modelId="{FAA2BD86-E9B0-4CCD-9E7E-4C506D10B0C2}" type="pres">
      <dgm:prSet presAssocID="{0A5FF1F0-D1BC-4B06-927E-750206E236E9}" presName="thickLine" presStyleLbl="alignNode1" presStyleIdx="0" presStyleCnt="4"/>
      <dgm:spPr/>
    </dgm:pt>
    <dgm:pt modelId="{18354BD1-3311-418A-8560-49EEFE400151}" type="pres">
      <dgm:prSet presAssocID="{0A5FF1F0-D1BC-4B06-927E-750206E236E9}" presName="horz1" presStyleCnt="0"/>
      <dgm:spPr/>
    </dgm:pt>
    <dgm:pt modelId="{BE5D71C6-6727-4BDA-9494-899FC82189D8}" type="pres">
      <dgm:prSet presAssocID="{0A5FF1F0-D1BC-4B06-927E-750206E236E9}" presName="tx1" presStyleLbl="revTx" presStyleIdx="0" presStyleCnt="4"/>
      <dgm:spPr/>
    </dgm:pt>
    <dgm:pt modelId="{8CC36736-F39F-42DD-9CB1-BA08EA61A5FF}" type="pres">
      <dgm:prSet presAssocID="{0A5FF1F0-D1BC-4B06-927E-750206E236E9}" presName="vert1" presStyleCnt="0"/>
      <dgm:spPr/>
    </dgm:pt>
    <dgm:pt modelId="{CA9B7CF5-C005-4556-B624-6C4AA407EC00}" type="pres">
      <dgm:prSet presAssocID="{EE6F55CA-E6F8-452D-B305-F2C714A836C0}" presName="thickLine" presStyleLbl="alignNode1" presStyleIdx="1" presStyleCnt="4"/>
      <dgm:spPr/>
    </dgm:pt>
    <dgm:pt modelId="{CBDB8DE2-D204-4A2F-97B3-501EF27FF58D}" type="pres">
      <dgm:prSet presAssocID="{EE6F55CA-E6F8-452D-B305-F2C714A836C0}" presName="horz1" presStyleCnt="0"/>
      <dgm:spPr/>
    </dgm:pt>
    <dgm:pt modelId="{56530247-BC6C-4C06-B074-AEDDAD5A9591}" type="pres">
      <dgm:prSet presAssocID="{EE6F55CA-E6F8-452D-B305-F2C714A836C0}" presName="tx1" presStyleLbl="revTx" presStyleIdx="1" presStyleCnt="4"/>
      <dgm:spPr/>
    </dgm:pt>
    <dgm:pt modelId="{98DD91C7-420A-407B-B74D-791BAD02712A}" type="pres">
      <dgm:prSet presAssocID="{EE6F55CA-E6F8-452D-B305-F2C714A836C0}" presName="vert1" presStyleCnt="0"/>
      <dgm:spPr/>
    </dgm:pt>
    <dgm:pt modelId="{32C5B44C-FE63-44F8-AAC1-894005E96E86}" type="pres">
      <dgm:prSet presAssocID="{BD381126-8866-4ED2-A2B2-B9C04B47DA72}" presName="thickLine" presStyleLbl="alignNode1" presStyleIdx="2" presStyleCnt="4"/>
      <dgm:spPr/>
    </dgm:pt>
    <dgm:pt modelId="{442D8942-3229-4BC7-83FB-A7F7AEBCA27F}" type="pres">
      <dgm:prSet presAssocID="{BD381126-8866-4ED2-A2B2-B9C04B47DA72}" presName="horz1" presStyleCnt="0"/>
      <dgm:spPr/>
    </dgm:pt>
    <dgm:pt modelId="{BC7460A1-DE5F-4E62-9AF7-C82FB36780FA}" type="pres">
      <dgm:prSet presAssocID="{BD381126-8866-4ED2-A2B2-B9C04B47DA72}" presName="tx1" presStyleLbl="revTx" presStyleIdx="2" presStyleCnt="4"/>
      <dgm:spPr/>
    </dgm:pt>
    <dgm:pt modelId="{6AD70A04-289A-4EE2-9CED-F6FE70A0CDDD}" type="pres">
      <dgm:prSet presAssocID="{BD381126-8866-4ED2-A2B2-B9C04B47DA72}" presName="vert1" presStyleCnt="0"/>
      <dgm:spPr/>
    </dgm:pt>
    <dgm:pt modelId="{9870A369-E391-48DF-853C-ED9CBBC03BCC}" type="pres">
      <dgm:prSet presAssocID="{1091AC11-21F4-408D-AEE6-BB92ED39C642}" presName="thickLine" presStyleLbl="alignNode1" presStyleIdx="3" presStyleCnt="4"/>
      <dgm:spPr/>
    </dgm:pt>
    <dgm:pt modelId="{BAA041A7-29F7-4853-AAB3-AFD71A43B42A}" type="pres">
      <dgm:prSet presAssocID="{1091AC11-21F4-408D-AEE6-BB92ED39C642}" presName="horz1" presStyleCnt="0"/>
      <dgm:spPr/>
    </dgm:pt>
    <dgm:pt modelId="{2E2BF13E-AE85-4465-B27A-AF5C36DCD3EC}" type="pres">
      <dgm:prSet presAssocID="{1091AC11-21F4-408D-AEE6-BB92ED39C642}" presName="tx1" presStyleLbl="revTx" presStyleIdx="3" presStyleCnt="4"/>
      <dgm:spPr/>
    </dgm:pt>
    <dgm:pt modelId="{EA9C7A02-E3C6-43AA-A8EE-E4970808075F}" type="pres">
      <dgm:prSet presAssocID="{1091AC11-21F4-408D-AEE6-BB92ED39C642}" presName="vert1" presStyleCnt="0"/>
      <dgm:spPr/>
    </dgm:pt>
  </dgm:ptLst>
  <dgm:cxnLst>
    <dgm:cxn modelId="{66157801-BEA0-4C9F-B4E4-F59FF0D7504F}" srcId="{1BBB085E-57E2-43E7-91C2-C0397F0BBFF1}" destId="{EE6F55CA-E6F8-452D-B305-F2C714A836C0}" srcOrd="1" destOrd="0" parTransId="{ACAAE833-E1B7-4C3E-89D4-F3ADD6029151}" sibTransId="{78C01E4B-6205-4838-8EF6-EC9D2C6296FE}"/>
    <dgm:cxn modelId="{169A8B39-057D-4AD0-8B90-3AB0A10723D7}" type="presOf" srcId="{EE6F55CA-E6F8-452D-B305-F2C714A836C0}" destId="{56530247-BC6C-4C06-B074-AEDDAD5A9591}" srcOrd="0" destOrd="0" presId="urn:microsoft.com/office/officeart/2008/layout/LinedList"/>
    <dgm:cxn modelId="{78FD9370-ED88-4F72-888A-1D0B5CBF0431}" srcId="{1BBB085E-57E2-43E7-91C2-C0397F0BBFF1}" destId="{0A5FF1F0-D1BC-4B06-927E-750206E236E9}" srcOrd="0" destOrd="0" parTransId="{763D692A-5FAC-4D33-A828-456D973E8AB0}" sibTransId="{41EFF42B-36A0-4E1F-BC65-56AA74E68855}"/>
    <dgm:cxn modelId="{8A4BA050-8CF1-4095-A51F-513890BDBB58}" type="presOf" srcId="{0A5FF1F0-D1BC-4B06-927E-750206E236E9}" destId="{BE5D71C6-6727-4BDA-9494-899FC82189D8}" srcOrd="0" destOrd="0" presId="urn:microsoft.com/office/officeart/2008/layout/LinedList"/>
    <dgm:cxn modelId="{2C445173-4BA7-4685-967B-220A53F497EB}" type="presOf" srcId="{1BBB085E-57E2-43E7-91C2-C0397F0BBFF1}" destId="{2F47418A-4B5E-4BDC-A738-F30F88CBB000}" srcOrd="0" destOrd="0" presId="urn:microsoft.com/office/officeart/2008/layout/LinedList"/>
    <dgm:cxn modelId="{565D837E-B4D6-4FD3-8477-B9BCF5BCC165}" type="presOf" srcId="{1091AC11-21F4-408D-AEE6-BB92ED39C642}" destId="{2E2BF13E-AE85-4465-B27A-AF5C36DCD3EC}" srcOrd="0" destOrd="0" presId="urn:microsoft.com/office/officeart/2008/layout/LinedList"/>
    <dgm:cxn modelId="{A964E7BC-5112-4A84-9A9E-6456E13BDF3F}" srcId="{1BBB085E-57E2-43E7-91C2-C0397F0BBFF1}" destId="{BD381126-8866-4ED2-A2B2-B9C04B47DA72}" srcOrd="2" destOrd="0" parTransId="{A4FB9096-246C-4989-8308-675D4D8EC18C}" sibTransId="{A3E2A05D-5B05-4F21-966B-E190FF408C3B}"/>
    <dgm:cxn modelId="{3398BCC4-5127-45E8-AA63-74D12461C8C6}" srcId="{1BBB085E-57E2-43E7-91C2-C0397F0BBFF1}" destId="{1091AC11-21F4-408D-AEE6-BB92ED39C642}" srcOrd="3" destOrd="0" parTransId="{903AF57D-1B16-4D36-9C1C-95280EF22B24}" sibTransId="{5246BCD9-991D-4A72-8790-DC6D7957AACC}"/>
    <dgm:cxn modelId="{15617AD0-34A3-497A-9CEB-23823C960FE9}" type="presOf" srcId="{BD381126-8866-4ED2-A2B2-B9C04B47DA72}" destId="{BC7460A1-DE5F-4E62-9AF7-C82FB36780FA}" srcOrd="0" destOrd="0" presId="urn:microsoft.com/office/officeart/2008/layout/LinedList"/>
    <dgm:cxn modelId="{6D7EE19B-7325-419A-B40B-86AB8AC82AE9}" type="presParOf" srcId="{2F47418A-4B5E-4BDC-A738-F30F88CBB000}" destId="{FAA2BD86-E9B0-4CCD-9E7E-4C506D10B0C2}" srcOrd="0" destOrd="0" presId="urn:microsoft.com/office/officeart/2008/layout/LinedList"/>
    <dgm:cxn modelId="{1BFE2BBE-0E54-4E9F-B70D-67EE6E82B916}" type="presParOf" srcId="{2F47418A-4B5E-4BDC-A738-F30F88CBB000}" destId="{18354BD1-3311-418A-8560-49EEFE400151}" srcOrd="1" destOrd="0" presId="urn:microsoft.com/office/officeart/2008/layout/LinedList"/>
    <dgm:cxn modelId="{84BEBF78-AE5F-48C6-934C-5E3DDEB6D542}" type="presParOf" srcId="{18354BD1-3311-418A-8560-49EEFE400151}" destId="{BE5D71C6-6727-4BDA-9494-899FC82189D8}" srcOrd="0" destOrd="0" presId="urn:microsoft.com/office/officeart/2008/layout/LinedList"/>
    <dgm:cxn modelId="{E78FA661-FB65-45F8-BE8F-05982AE63A2A}" type="presParOf" srcId="{18354BD1-3311-418A-8560-49EEFE400151}" destId="{8CC36736-F39F-42DD-9CB1-BA08EA61A5FF}" srcOrd="1" destOrd="0" presId="urn:microsoft.com/office/officeart/2008/layout/LinedList"/>
    <dgm:cxn modelId="{A8BA6131-7121-4209-9AC3-B78AF50940CE}" type="presParOf" srcId="{2F47418A-4B5E-4BDC-A738-F30F88CBB000}" destId="{CA9B7CF5-C005-4556-B624-6C4AA407EC00}" srcOrd="2" destOrd="0" presId="urn:microsoft.com/office/officeart/2008/layout/LinedList"/>
    <dgm:cxn modelId="{53143875-4172-470D-A32A-3F8E14686F17}" type="presParOf" srcId="{2F47418A-4B5E-4BDC-A738-F30F88CBB000}" destId="{CBDB8DE2-D204-4A2F-97B3-501EF27FF58D}" srcOrd="3" destOrd="0" presId="urn:microsoft.com/office/officeart/2008/layout/LinedList"/>
    <dgm:cxn modelId="{7DED8DFB-1934-4A29-84C4-F8C7F4F7A1AB}" type="presParOf" srcId="{CBDB8DE2-D204-4A2F-97B3-501EF27FF58D}" destId="{56530247-BC6C-4C06-B074-AEDDAD5A9591}" srcOrd="0" destOrd="0" presId="urn:microsoft.com/office/officeart/2008/layout/LinedList"/>
    <dgm:cxn modelId="{466E9D3D-8F3F-4DCF-8BBA-73370333A828}" type="presParOf" srcId="{CBDB8DE2-D204-4A2F-97B3-501EF27FF58D}" destId="{98DD91C7-420A-407B-B74D-791BAD02712A}" srcOrd="1" destOrd="0" presId="urn:microsoft.com/office/officeart/2008/layout/LinedList"/>
    <dgm:cxn modelId="{0C9B83DC-A315-4F81-8CFC-DFC8FA7FBBA7}" type="presParOf" srcId="{2F47418A-4B5E-4BDC-A738-F30F88CBB000}" destId="{32C5B44C-FE63-44F8-AAC1-894005E96E86}" srcOrd="4" destOrd="0" presId="urn:microsoft.com/office/officeart/2008/layout/LinedList"/>
    <dgm:cxn modelId="{15673132-41C3-4803-8F34-60C7EAFF3E99}" type="presParOf" srcId="{2F47418A-4B5E-4BDC-A738-F30F88CBB000}" destId="{442D8942-3229-4BC7-83FB-A7F7AEBCA27F}" srcOrd="5" destOrd="0" presId="urn:microsoft.com/office/officeart/2008/layout/LinedList"/>
    <dgm:cxn modelId="{391BA767-7E98-4182-B2A7-04A50B4D75DE}" type="presParOf" srcId="{442D8942-3229-4BC7-83FB-A7F7AEBCA27F}" destId="{BC7460A1-DE5F-4E62-9AF7-C82FB36780FA}" srcOrd="0" destOrd="0" presId="urn:microsoft.com/office/officeart/2008/layout/LinedList"/>
    <dgm:cxn modelId="{86824CE2-A4B7-4D3E-AE9F-AA95FDF9E63C}" type="presParOf" srcId="{442D8942-3229-4BC7-83FB-A7F7AEBCA27F}" destId="{6AD70A04-289A-4EE2-9CED-F6FE70A0CDDD}" srcOrd="1" destOrd="0" presId="urn:microsoft.com/office/officeart/2008/layout/LinedList"/>
    <dgm:cxn modelId="{68A125EC-47A4-45EC-ACBA-B025B98E8F6C}" type="presParOf" srcId="{2F47418A-4B5E-4BDC-A738-F30F88CBB000}" destId="{9870A369-E391-48DF-853C-ED9CBBC03BCC}" srcOrd="6" destOrd="0" presId="urn:microsoft.com/office/officeart/2008/layout/LinedList"/>
    <dgm:cxn modelId="{F1638B37-4D88-41F4-B888-A183DC8452AD}" type="presParOf" srcId="{2F47418A-4B5E-4BDC-A738-F30F88CBB000}" destId="{BAA041A7-29F7-4853-AAB3-AFD71A43B42A}" srcOrd="7" destOrd="0" presId="urn:microsoft.com/office/officeart/2008/layout/LinedList"/>
    <dgm:cxn modelId="{C2742917-552B-41DE-BB33-28E422D46B70}" type="presParOf" srcId="{BAA041A7-29F7-4853-AAB3-AFD71A43B42A}" destId="{2E2BF13E-AE85-4465-B27A-AF5C36DCD3EC}" srcOrd="0" destOrd="0" presId="urn:microsoft.com/office/officeart/2008/layout/LinedList"/>
    <dgm:cxn modelId="{F5C15D83-29F0-4074-A573-682EFE1017CD}" type="presParOf" srcId="{BAA041A7-29F7-4853-AAB3-AFD71A43B42A}" destId="{EA9C7A02-E3C6-43AA-A8EE-E497080807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2E878C7-5EAC-40A9-B87F-2500830787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CCC8E45-5AE6-409F-9D25-4A2442EF8CC2}">
      <dgm:prSet/>
      <dgm:spPr/>
      <dgm:t>
        <a:bodyPr/>
        <a:lstStyle/>
        <a:p>
          <a:r>
            <a:rPr lang="uk-UA" b="0" i="0"/>
            <a:t>Підписання Московського договору між СРСР і Німеччиною про ненапад (Пакт «Молотова — Ріббентропа»).</a:t>
          </a:r>
          <a:endParaRPr lang="uk-UA"/>
        </a:p>
      </dgm:t>
    </dgm:pt>
    <dgm:pt modelId="{9040316A-29B6-47D2-ACDF-085006CC2877}" type="parTrans" cxnId="{64C29A94-C103-407F-84FB-B20C31875A53}">
      <dgm:prSet/>
      <dgm:spPr/>
      <dgm:t>
        <a:bodyPr/>
        <a:lstStyle/>
        <a:p>
          <a:endParaRPr lang="uk-UA"/>
        </a:p>
      </dgm:t>
    </dgm:pt>
    <dgm:pt modelId="{6A0D2452-02F7-4F54-A860-7900E24D0071}" type="sibTrans" cxnId="{64C29A94-C103-407F-84FB-B20C31875A53}">
      <dgm:prSet/>
      <dgm:spPr/>
      <dgm:t>
        <a:bodyPr/>
        <a:lstStyle/>
        <a:p>
          <a:endParaRPr lang="uk-UA"/>
        </a:p>
      </dgm:t>
    </dgm:pt>
    <dgm:pt modelId="{F25D4B75-7BAB-4038-A382-C6E55D57E05D}">
      <dgm:prSet/>
      <dgm:spPr/>
      <dgm:t>
        <a:bodyPr/>
        <a:lstStyle/>
        <a:p>
          <a:r>
            <a:rPr lang="uk-UA" b="0" i="0"/>
            <a:t>Підписання РСФРР та УСРР Ризького мирного договору з Польською Республікою.</a:t>
          </a:r>
          <a:endParaRPr lang="uk-UA"/>
        </a:p>
      </dgm:t>
    </dgm:pt>
    <dgm:pt modelId="{B31E3A42-40C2-4B14-B625-6A8CE07A8D64}" type="parTrans" cxnId="{91C47BE4-C2BA-4ADC-8085-5018C03B422E}">
      <dgm:prSet/>
      <dgm:spPr/>
      <dgm:t>
        <a:bodyPr/>
        <a:lstStyle/>
        <a:p>
          <a:endParaRPr lang="uk-UA"/>
        </a:p>
      </dgm:t>
    </dgm:pt>
    <dgm:pt modelId="{90E91494-A8B4-490E-9FCF-27B7C79CD64A}" type="sibTrans" cxnId="{91C47BE4-C2BA-4ADC-8085-5018C03B422E}">
      <dgm:prSet/>
      <dgm:spPr/>
      <dgm:t>
        <a:bodyPr/>
        <a:lstStyle/>
        <a:p>
          <a:endParaRPr lang="uk-UA"/>
        </a:p>
      </dgm:t>
    </dgm:pt>
    <dgm:pt modelId="{EF32F811-E32D-4C61-B30E-B001C4AF4426}">
      <dgm:prSet/>
      <dgm:spPr/>
      <dgm:t>
        <a:bodyPr/>
        <a:lstStyle/>
        <a:p>
          <a:r>
            <a:rPr lang="uk-UA" b="0" i="0"/>
            <a:t>Підписання Брест-Литовського договору між УНР, Німеччиною та її союзниками.</a:t>
          </a:r>
          <a:endParaRPr lang="uk-UA"/>
        </a:p>
      </dgm:t>
    </dgm:pt>
    <dgm:pt modelId="{2077F2E1-50E7-47F9-B088-DB92ACCB6D48}" type="parTrans" cxnId="{AAB5DE79-844D-4C49-9F5E-8487A705958C}">
      <dgm:prSet/>
      <dgm:spPr/>
      <dgm:t>
        <a:bodyPr/>
        <a:lstStyle/>
        <a:p>
          <a:endParaRPr lang="uk-UA"/>
        </a:p>
      </dgm:t>
    </dgm:pt>
    <dgm:pt modelId="{54FD1ACA-2EBC-4931-9AB6-545FFFFBADC4}" type="sibTrans" cxnId="{AAB5DE79-844D-4C49-9F5E-8487A705958C}">
      <dgm:prSet/>
      <dgm:spPr/>
      <dgm:t>
        <a:bodyPr/>
        <a:lstStyle/>
        <a:p>
          <a:endParaRPr lang="uk-UA"/>
        </a:p>
      </dgm:t>
    </dgm:pt>
    <dgm:pt modelId="{BDA45E45-72EA-4DBF-9759-43AFBD77EAA7}">
      <dgm:prSet/>
      <dgm:spPr/>
      <dgm:t>
        <a:bodyPr/>
        <a:lstStyle/>
        <a:p>
          <a:r>
            <a:rPr lang="uk-UA" b="0" i="0"/>
            <a:t>Укладення Мюнхенської угоди між Німеччиною та Великою Британією, Францією, Італією.</a:t>
          </a:r>
          <a:endParaRPr lang="uk-UA"/>
        </a:p>
      </dgm:t>
    </dgm:pt>
    <dgm:pt modelId="{76B576CF-C5B0-4B1A-ACB5-D7E93625EC05}" type="parTrans" cxnId="{5E27D2AB-4F83-4BE7-B534-F6CE4242274E}">
      <dgm:prSet/>
      <dgm:spPr/>
      <dgm:t>
        <a:bodyPr/>
        <a:lstStyle/>
        <a:p>
          <a:endParaRPr lang="uk-UA"/>
        </a:p>
      </dgm:t>
    </dgm:pt>
    <dgm:pt modelId="{379E9432-F96D-438F-A3CB-583F5AF7E310}" type="sibTrans" cxnId="{5E27D2AB-4F83-4BE7-B534-F6CE4242274E}">
      <dgm:prSet/>
      <dgm:spPr/>
      <dgm:t>
        <a:bodyPr/>
        <a:lstStyle/>
        <a:p>
          <a:endParaRPr lang="uk-UA"/>
        </a:p>
      </dgm:t>
    </dgm:pt>
    <dgm:pt modelId="{FA523926-6AA9-43EA-A3A3-F12D598B43FD}" type="pres">
      <dgm:prSet presAssocID="{22E878C7-5EAC-40A9-B87F-250083078779}" presName="linear" presStyleCnt="0">
        <dgm:presLayoutVars>
          <dgm:animLvl val="lvl"/>
          <dgm:resizeHandles val="exact"/>
        </dgm:presLayoutVars>
      </dgm:prSet>
      <dgm:spPr/>
    </dgm:pt>
    <dgm:pt modelId="{3B160446-AF0D-4873-83AF-61DD8BD52E41}" type="pres">
      <dgm:prSet presAssocID="{DCCC8E45-5AE6-409F-9D25-4A2442EF8CC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6CF6A95-ABC4-4C53-897B-90E1A7413C38}" type="pres">
      <dgm:prSet presAssocID="{6A0D2452-02F7-4F54-A860-7900E24D0071}" presName="spacer" presStyleCnt="0"/>
      <dgm:spPr/>
    </dgm:pt>
    <dgm:pt modelId="{DEF43CD1-E990-4780-AF4D-073C86AF9EDC}" type="pres">
      <dgm:prSet presAssocID="{F25D4B75-7BAB-4038-A382-C6E55D57E05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4CC32E-5C58-4593-A127-269E26A21C19}" type="pres">
      <dgm:prSet presAssocID="{90E91494-A8B4-490E-9FCF-27B7C79CD64A}" presName="spacer" presStyleCnt="0"/>
      <dgm:spPr/>
    </dgm:pt>
    <dgm:pt modelId="{9C0802D3-7CE1-4D77-961E-0AD400C46363}" type="pres">
      <dgm:prSet presAssocID="{EF32F811-E32D-4C61-B30E-B001C4AF442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8D463D-DFEE-4429-8C3F-0044E7375B88}" type="pres">
      <dgm:prSet presAssocID="{54FD1ACA-2EBC-4931-9AB6-545FFFFBADC4}" presName="spacer" presStyleCnt="0"/>
      <dgm:spPr/>
    </dgm:pt>
    <dgm:pt modelId="{895351D6-8D77-40FA-9E68-6F9EE4AF9CFD}" type="pres">
      <dgm:prSet presAssocID="{BDA45E45-72EA-4DBF-9759-43AFBD77EAA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775F39-823B-4376-8266-EE9D45A2E059}" type="presOf" srcId="{EF32F811-E32D-4C61-B30E-B001C4AF4426}" destId="{9C0802D3-7CE1-4D77-961E-0AD400C46363}" srcOrd="0" destOrd="0" presId="urn:microsoft.com/office/officeart/2005/8/layout/vList2"/>
    <dgm:cxn modelId="{4254164B-9007-4641-9AFA-85E86B4238BB}" type="presOf" srcId="{F25D4B75-7BAB-4038-A382-C6E55D57E05D}" destId="{DEF43CD1-E990-4780-AF4D-073C86AF9EDC}" srcOrd="0" destOrd="0" presId="urn:microsoft.com/office/officeart/2005/8/layout/vList2"/>
    <dgm:cxn modelId="{AAB5DE79-844D-4C49-9F5E-8487A705958C}" srcId="{22E878C7-5EAC-40A9-B87F-250083078779}" destId="{EF32F811-E32D-4C61-B30E-B001C4AF4426}" srcOrd="2" destOrd="0" parTransId="{2077F2E1-50E7-47F9-B088-DB92ACCB6D48}" sibTransId="{54FD1ACA-2EBC-4931-9AB6-545FFFFBADC4}"/>
    <dgm:cxn modelId="{64C29A94-C103-407F-84FB-B20C31875A53}" srcId="{22E878C7-5EAC-40A9-B87F-250083078779}" destId="{DCCC8E45-5AE6-409F-9D25-4A2442EF8CC2}" srcOrd="0" destOrd="0" parTransId="{9040316A-29B6-47D2-ACDF-085006CC2877}" sibTransId="{6A0D2452-02F7-4F54-A860-7900E24D0071}"/>
    <dgm:cxn modelId="{835E55A7-7D9E-4137-8FCE-4ABA5A9C3352}" type="presOf" srcId="{22E878C7-5EAC-40A9-B87F-250083078779}" destId="{FA523926-6AA9-43EA-A3A3-F12D598B43FD}" srcOrd="0" destOrd="0" presId="urn:microsoft.com/office/officeart/2005/8/layout/vList2"/>
    <dgm:cxn modelId="{5E27D2AB-4F83-4BE7-B534-F6CE4242274E}" srcId="{22E878C7-5EAC-40A9-B87F-250083078779}" destId="{BDA45E45-72EA-4DBF-9759-43AFBD77EAA7}" srcOrd="3" destOrd="0" parTransId="{76B576CF-C5B0-4B1A-ACB5-D7E93625EC05}" sibTransId="{379E9432-F96D-438F-A3CB-583F5AF7E310}"/>
    <dgm:cxn modelId="{DEDBC1D5-9E99-4A1F-8142-0BADA46D1911}" type="presOf" srcId="{BDA45E45-72EA-4DBF-9759-43AFBD77EAA7}" destId="{895351D6-8D77-40FA-9E68-6F9EE4AF9CFD}" srcOrd="0" destOrd="0" presId="urn:microsoft.com/office/officeart/2005/8/layout/vList2"/>
    <dgm:cxn modelId="{91C47BE4-C2BA-4ADC-8085-5018C03B422E}" srcId="{22E878C7-5EAC-40A9-B87F-250083078779}" destId="{F25D4B75-7BAB-4038-A382-C6E55D57E05D}" srcOrd="1" destOrd="0" parTransId="{B31E3A42-40C2-4B14-B625-6A8CE07A8D64}" sibTransId="{90E91494-A8B4-490E-9FCF-27B7C79CD64A}"/>
    <dgm:cxn modelId="{35E326F8-3944-4E03-A18C-A36D8CC41F5F}" type="presOf" srcId="{DCCC8E45-5AE6-409F-9D25-4A2442EF8CC2}" destId="{3B160446-AF0D-4873-83AF-61DD8BD52E41}" srcOrd="0" destOrd="0" presId="urn:microsoft.com/office/officeart/2005/8/layout/vList2"/>
    <dgm:cxn modelId="{901D1206-A3EB-4816-92EA-026193A6C085}" type="presParOf" srcId="{FA523926-6AA9-43EA-A3A3-F12D598B43FD}" destId="{3B160446-AF0D-4873-83AF-61DD8BD52E41}" srcOrd="0" destOrd="0" presId="urn:microsoft.com/office/officeart/2005/8/layout/vList2"/>
    <dgm:cxn modelId="{799A2706-34E7-4C01-B2F1-9176302B2748}" type="presParOf" srcId="{FA523926-6AA9-43EA-A3A3-F12D598B43FD}" destId="{06CF6A95-ABC4-4C53-897B-90E1A7413C38}" srcOrd="1" destOrd="0" presId="urn:microsoft.com/office/officeart/2005/8/layout/vList2"/>
    <dgm:cxn modelId="{A7A5E4A5-DA33-4EA8-9870-66BF8DBE6E99}" type="presParOf" srcId="{FA523926-6AA9-43EA-A3A3-F12D598B43FD}" destId="{DEF43CD1-E990-4780-AF4D-073C86AF9EDC}" srcOrd="2" destOrd="0" presId="urn:microsoft.com/office/officeart/2005/8/layout/vList2"/>
    <dgm:cxn modelId="{FF806E8D-8876-41E4-BAD8-7F90762EDBEB}" type="presParOf" srcId="{FA523926-6AA9-43EA-A3A3-F12D598B43FD}" destId="{D14CC32E-5C58-4593-A127-269E26A21C19}" srcOrd="3" destOrd="0" presId="urn:microsoft.com/office/officeart/2005/8/layout/vList2"/>
    <dgm:cxn modelId="{A273E96F-84D4-45F0-9BF6-59CA09D3EB35}" type="presParOf" srcId="{FA523926-6AA9-43EA-A3A3-F12D598B43FD}" destId="{9C0802D3-7CE1-4D77-961E-0AD400C46363}" srcOrd="4" destOrd="0" presId="urn:microsoft.com/office/officeart/2005/8/layout/vList2"/>
    <dgm:cxn modelId="{5ECED6A7-8A86-4761-BF4E-D8CAEB387F90}" type="presParOf" srcId="{FA523926-6AA9-43EA-A3A3-F12D598B43FD}" destId="{288D463D-DFEE-4429-8C3F-0044E7375B88}" srcOrd="5" destOrd="0" presId="urn:microsoft.com/office/officeart/2005/8/layout/vList2"/>
    <dgm:cxn modelId="{ABAB980E-FC3D-4FA3-9737-A9E81A99EFDA}" type="presParOf" srcId="{FA523926-6AA9-43EA-A3A3-F12D598B43FD}" destId="{895351D6-8D77-40FA-9E68-6F9EE4AF9CF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9130E87-6914-46B4-9618-178C3FF432F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2A89E8-6F73-4CE5-ABA9-A00A9E42E1C2}">
      <dgm:prSet/>
      <dgm:spPr/>
      <dgm:t>
        <a:bodyPr/>
        <a:lstStyle/>
        <a:p>
          <a:r>
            <a:rPr lang="ru-RU" b="0" i="0"/>
            <a:t>23 серпня 1939 р.</a:t>
          </a:r>
          <a:endParaRPr lang="uk-UA"/>
        </a:p>
      </dgm:t>
    </dgm:pt>
    <dgm:pt modelId="{1B96CF88-D720-4859-B793-04A3A3C6D1BB}" type="parTrans" cxnId="{CC61D77C-3970-48C9-9CF6-AFBE9B75AEBD}">
      <dgm:prSet/>
      <dgm:spPr/>
      <dgm:t>
        <a:bodyPr/>
        <a:lstStyle/>
        <a:p>
          <a:endParaRPr lang="uk-UA"/>
        </a:p>
      </dgm:t>
    </dgm:pt>
    <dgm:pt modelId="{B7E42900-1FFB-451F-8AE0-C494977D3CF2}" type="sibTrans" cxnId="{CC61D77C-3970-48C9-9CF6-AFBE9B75AEBD}">
      <dgm:prSet/>
      <dgm:spPr/>
      <dgm:t>
        <a:bodyPr/>
        <a:lstStyle/>
        <a:p>
          <a:endParaRPr lang="uk-UA"/>
        </a:p>
      </dgm:t>
    </dgm:pt>
    <dgm:pt modelId="{FE0151DF-439E-4E17-934E-65291D102435}">
      <dgm:prSet/>
      <dgm:spPr/>
      <dgm:t>
        <a:bodyPr/>
        <a:lstStyle/>
        <a:p>
          <a:r>
            <a:rPr lang="ru-RU" b="0" i="0"/>
            <a:t>1 вересня 1939 р.</a:t>
          </a:r>
          <a:endParaRPr lang="uk-UA"/>
        </a:p>
      </dgm:t>
    </dgm:pt>
    <dgm:pt modelId="{3539BC9B-7754-43F3-9E2C-E303B974CB1D}" type="parTrans" cxnId="{F790E9B5-9E04-49AF-B6D3-5593A3CD10BF}">
      <dgm:prSet/>
      <dgm:spPr/>
      <dgm:t>
        <a:bodyPr/>
        <a:lstStyle/>
        <a:p>
          <a:endParaRPr lang="uk-UA"/>
        </a:p>
      </dgm:t>
    </dgm:pt>
    <dgm:pt modelId="{341964B8-56F4-42E2-9F48-0106386C16D1}" type="sibTrans" cxnId="{F790E9B5-9E04-49AF-B6D3-5593A3CD10BF}">
      <dgm:prSet/>
      <dgm:spPr/>
      <dgm:t>
        <a:bodyPr/>
        <a:lstStyle/>
        <a:p>
          <a:endParaRPr lang="uk-UA"/>
        </a:p>
      </dgm:t>
    </dgm:pt>
    <dgm:pt modelId="{AC31D948-439E-46FE-BCF8-BB1F870A9C13}">
      <dgm:prSet/>
      <dgm:spPr/>
      <dgm:t>
        <a:bodyPr/>
        <a:lstStyle/>
        <a:p>
          <a:r>
            <a:rPr lang="ru-RU" b="0" i="0"/>
            <a:t>17 вересня 1939 р.</a:t>
          </a:r>
          <a:endParaRPr lang="uk-UA"/>
        </a:p>
      </dgm:t>
    </dgm:pt>
    <dgm:pt modelId="{E7A94FB1-38FA-42B6-8BD4-83BB3958450F}" type="parTrans" cxnId="{924EF01E-B67F-43A4-856A-DAA8605249F3}">
      <dgm:prSet/>
      <dgm:spPr/>
      <dgm:t>
        <a:bodyPr/>
        <a:lstStyle/>
        <a:p>
          <a:endParaRPr lang="uk-UA"/>
        </a:p>
      </dgm:t>
    </dgm:pt>
    <dgm:pt modelId="{438E07E8-34DB-40C7-9455-CC2EF9BFDEC6}" type="sibTrans" cxnId="{924EF01E-B67F-43A4-856A-DAA8605249F3}">
      <dgm:prSet/>
      <dgm:spPr/>
      <dgm:t>
        <a:bodyPr/>
        <a:lstStyle/>
        <a:p>
          <a:endParaRPr lang="uk-UA"/>
        </a:p>
      </dgm:t>
    </dgm:pt>
    <dgm:pt modelId="{81D1475F-0819-4DFF-8764-AA1B5F426E99}">
      <dgm:prSet/>
      <dgm:spPr/>
      <dgm:t>
        <a:bodyPr/>
        <a:lstStyle/>
        <a:p>
          <a:r>
            <a:rPr lang="ru-RU" b="0" i="0"/>
            <a:t>22 червня 1941 р.</a:t>
          </a:r>
          <a:endParaRPr lang="uk-UA"/>
        </a:p>
      </dgm:t>
    </dgm:pt>
    <dgm:pt modelId="{9127C846-3AF9-4666-AA02-C0E446453F11}" type="parTrans" cxnId="{1AB50CB4-33D2-4C6F-8A3E-5D9FE5EA4A05}">
      <dgm:prSet/>
      <dgm:spPr/>
      <dgm:t>
        <a:bodyPr/>
        <a:lstStyle/>
        <a:p>
          <a:endParaRPr lang="uk-UA"/>
        </a:p>
      </dgm:t>
    </dgm:pt>
    <dgm:pt modelId="{9174FAF4-65F7-40A8-A294-F2C16F8D01B6}" type="sibTrans" cxnId="{1AB50CB4-33D2-4C6F-8A3E-5D9FE5EA4A05}">
      <dgm:prSet/>
      <dgm:spPr/>
      <dgm:t>
        <a:bodyPr/>
        <a:lstStyle/>
        <a:p>
          <a:endParaRPr lang="uk-UA"/>
        </a:p>
      </dgm:t>
    </dgm:pt>
    <dgm:pt modelId="{EE9C27C4-9287-4E20-AAD2-9D54C105399B}" type="pres">
      <dgm:prSet presAssocID="{59130E87-6914-46B4-9618-178C3FF432FA}" presName="matrix" presStyleCnt="0">
        <dgm:presLayoutVars>
          <dgm:chMax val="1"/>
          <dgm:dir/>
          <dgm:resizeHandles val="exact"/>
        </dgm:presLayoutVars>
      </dgm:prSet>
      <dgm:spPr/>
    </dgm:pt>
    <dgm:pt modelId="{5FFE876F-D85F-46E1-BA8C-DFCE8DD07F47}" type="pres">
      <dgm:prSet presAssocID="{59130E87-6914-46B4-9618-178C3FF432FA}" presName="diamond" presStyleLbl="bgShp" presStyleIdx="0" presStyleCnt="1"/>
      <dgm:spPr/>
    </dgm:pt>
    <dgm:pt modelId="{8DE4A66C-FAFB-4A9A-881A-7D89B97BCBE1}" type="pres">
      <dgm:prSet presAssocID="{59130E87-6914-46B4-9618-178C3FF432F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1454773-B722-4EBB-9756-E4D63FF3E9D1}" type="pres">
      <dgm:prSet presAssocID="{59130E87-6914-46B4-9618-178C3FF432F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F940A78-13C5-4540-95B3-93470201FCA6}" type="pres">
      <dgm:prSet presAssocID="{59130E87-6914-46B4-9618-178C3FF432F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DD16B8-41F5-4C49-9A72-F87C12EE7F6C}" type="pres">
      <dgm:prSet presAssocID="{59130E87-6914-46B4-9618-178C3FF432F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24EF01E-B67F-43A4-856A-DAA8605249F3}" srcId="{59130E87-6914-46B4-9618-178C3FF432FA}" destId="{AC31D948-439E-46FE-BCF8-BB1F870A9C13}" srcOrd="2" destOrd="0" parTransId="{E7A94FB1-38FA-42B6-8BD4-83BB3958450F}" sibTransId="{438E07E8-34DB-40C7-9455-CC2EF9BFDEC6}"/>
    <dgm:cxn modelId="{AF042664-BB77-47CF-A4F4-6CA1B9151E2E}" type="presOf" srcId="{582A89E8-6F73-4CE5-ABA9-A00A9E42E1C2}" destId="{8DE4A66C-FAFB-4A9A-881A-7D89B97BCBE1}" srcOrd="0" destOrd="0" presId="urn:microsoft.com/office/officeart/2005/8/layout/matrix3"/>
    <dgm:cxn modelId="{2C24724E-633D-4144-931A-E5EF597D06FA}" type="presOf" srcId="{81D1475F-0819-4DFF-8764-AA1B5F426E99}" destId="{1ADD16B8-41F5-4C49-9A72-F87C12EE7F6C}" srcOrd="0" destOrd="0" presId="urn:microsoft.com/office/officeart/2005/8/layout/matrix3"/>
    <dgm:cxn modelId="{CC61D77C-3970-48C9-9CF6-AFBE9B75AEBD}" srcId="{59130E87-6914-46B4-9618-178C3FF432FA}" destId="{582A89E8-6F73-4CE5-ABA9-A00A9E42E1C2}" srcOrd="0" destOrd="0" parTransId="{1B96CF88-D720-4859-B793-04A3A3C6D1BB}" sibTransId="{B7E42900-1FFB-451F-8AE0-C494977D3CF2}"/>
    <dgm:cxn modelId="{DB4A1DB0-E41C-4200-87D0-C73595F5368E}" type="presOf" srcId="{AC31D948-439E-46FE-BCF8-BB1F870A9C13}" destId="{7F940A78-13C5-4540-95B3-93470201FCA6}" srcOrd="0" destOrd="0" presId="urn:microsoft.com/office/officeart/2005/8/layout/matrix3"/>
    <dgm:cxn modelId="{1AB50CB4-33D2-4C6F-8A3E-5D9FE5EA4A05}" srcId="{59130E87-6914-46B4-9618-178C3FF432FA}" destId="{81D1475F-0819-4DFF-8764-AA1B5F426E99}" srcOrd="3" destOrd="0" parTransId="{9127C846-3AF9-4666-AA02-C0E446453F11}" sibTransId="{9174FAF4-65F7-40A8-A294-F2C16F8D01B6}"/>
    <dgm:cxn modelId="{F790E9B5-9E04-49AF-B6D3-5593A3CD10BF}" srcId="{59130E87-6914-46B4-9618-178C3FF432FA}" destId="{FE0151DF-439E-4E17-934E-65291D102435}" srcOrd="1" destOrd="0" parTransId="{3539BC9B-7754-43F3-9E2C-E303B974CB1D}" sibTransId="{341964B8-56F4-42E2-9F48-0106386C16D1}"/>
    <dgm:cxn modelId="{55568FBE-BBB4-48E3-91A4-97D1FC938B36}" type="presOf" srcId="{59130E87-6914-46B4-9618-178C3FF432FA}" destId="{EE9C27C4-9287-4E20-AAD2-9D54C105399B}" srcOrd="0" destOrd="0" presId="urn:microsoft.com/office/officeart/2005/8/layout/matrix3"/>
    <dgm:cxn modelId="{A4661DC3-474B-4658-A75E-5EA616E35C22}" type="presOf" srcId="{FE0151DF-439E-4E17-934E-65291D102435}" destId="{61454773-B722-4EBB-9756-E4D63FF3E9D1}" srcOrd="0" destOrd="0" presId="urn:microsoft.com/office/officeart/2005/8/layout/matrix3"/>
    <dgm:cxn modelId="{F07CDFCC-EE39-4904-9163-43F9BCB4ABB6}" type="presParOf" srcId="{EE9C27C4-9287-4E20-AAD2-9D54C105399B}" destId="{5FFE876F-D85F-46E1-BA8C-DFCE8DD07F47}" srcOrd="0" destOrd="0" presId="urn:microsoft.com/office/officeart/2005/8/layout/matrix3"/>
    <dgm:cxn modelId="{C70974CD-5222-44DC-A8AF-683586E7A10C}" type="presParOf" srcId="{EE9C27C4-9287-4E20-AAD2-9D54C105399B}" destId="{8DE4A66C-FAFB-4A9A-881A-7D89B97BCBE1}" srcOrd="1" destOrd="0" presId="urn:microsoft.com/office/officeart/2005/8/layout/matrix3"/>
    <dgm:cxn modelId="{D2BB0040-A61A-464C-8F6F-0404A59020A6}" type="presParOf" srcId="{EE9C27C4-9287-4E20-AAD2-9D54C105399B}" destId="{61454773-B722-4EBB-9756-E4D63FF3E9D1}" srcOrd="2" destOrd="0" presId="urn:microsoft.com/office/officeart/2005/8/layout/matrix3"/>
    <dgm:cxn modelId="{679C50F3-3517-49FE-AC88-9AE0635CD57A}" type="presParOf" srcId="{EE9C27C4-9287-4E20-AAD2-9D54C105399B}" destId="{7F940A78-13C5-4540-95B3-93470201FCA6}" srcOrd="3" destOrd="0" presId="urn:microsoft.com/office/officeart/2005/8/layout/matrix3"/>
    <dgm:cxn modelId="{13FCACBD-47C1-427F-9CD2-AFD30F47CD9F}" type="presParOf" srcId="{EE9C27C4-9287-4E20-AAD2-9D54C105399B}" destId="{1ADD16B8-41F5-4C49-9A72-F87C12EE7F6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8C48D8A-223A-4B74-BFBE-1EAD9DED83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197BDF1-BC08-416C-8AA7-9B471C212B70}">
      <dgm:prSet/>
      <dgm:spPr/>
      <dgm:t>
        <a:bodyPr/>
        <a:lstStyle/>
        <a:p>
          <a:r>
            <a:rPr lang="uk-UA" b="0" i="0"/>
            <a:t>укладення Німеччиною та Японією Антикомінтернівського пакту.</a:t>
          </a:r>
          <a:endParaRPr lang="uk-UA"/>
        </a:p>
      </dgm:t>
    </dgm:pt>
    <dgm:pt modelId="{798D8568-405B-477D-AF27-AD43835F2188}" type="parTrans" cxnId="{D72E8E5B-A0C9-4AFB-8545-10257F1E91CA}">
      <dgm:prSet/>
      <dgm:spPr/>
      <dgm:t>
        <a:bodyPr/>
        <a:lstStyle/>
        <a:p>
          <a:endParaRPr lang="uk-UA"/>
        </a:p>
      </dgm:t>
    </dgm:pt>
    <dgm:pt modelId="{950C07B8-2FB6-4280-A995-24ADD96AA4F7}" type="sibTrans" cxnId="{D72E8E5B-A0C9-4AFB-8545-10257F1E91CA}">
      <dgm:prSet/>
      <dgm:spPr/>
      <dgm:t>
        <a:bodyPr/>
        <a:lstStyle/>
        <a:p>
          <a:endParaRPr lang="uk-UA"/>
        </a:p>
      </dgm:t>
    </dgm:pt>
    <dgm:pt modelId="{A6263461-5BB3-42BC-9990-B2275AC270AD}">
      <dgm:prSet/>
      <dgm:spPr/>
      <dgm:t>
        <a:bodyPr/>
        <a:lstStyle/>
        <a:p>
          <a:r>
            <a:rPr lang="uk-UA" b="0" i="0"/>
            <a:t>підписання Німеччиною та Радянським Союзом договору про ненапад.</a:t>
          </a:r>
          <a:endParaRPr lang="uk-UA"/>
        </a:p>
      </dgm:t>
    </dgm:pt>
    <dgm:pt modelId="{EB4EB989-AAAC-4052-90D6-6E5C75326331}" type="parTrans" cxnId="{C4DE092D-BD32-4E54-8986-25AF55545EC7}">
      <dgm:prSet/>
      <dgm:spPr/>
      <dgm:t>
        <a:bodyPr/>
        <a:lstStyle/>
        <a:p>
          <a:endParaRPr lang="uk-UA"/>
        </a:p>
      </dgm:t>
    </dgm:pt>
    <dgm:pt modelId="{19A6708D-9ED5-4A7F-9176-AEB11F8C8F4B}" type="sibTrans" cxnId="{C4DE092D-BD32-4E54-8986-25AF55545EC7}">
      <dgm:prSet/>
      <dgm:spPr/>
      <dgm:t>
        <a:bodyPr/>
        <a:lstStyle/>
        <a:p>
          <a:endParaRPr lang="uk-UA"/>
        </a:p>
      </dgm:t>
    </dgm:pt>
    <dgm:pt modelId="{D1D3BA03-52B0-469C-A65F-95DEFD378677}">
      <dgm:prSet/>
      <dgm:spPr/>
      <dgm:t>
        <a:bodyPr/>
        <a:lstStyle/>
        <a:p>
          <a:r>
            <a:rPr lang="uk-UA" b="0" i="0"/>
            <a:t>підписання Німеччиною та Італією Мюнхенської угоди.</a:t>
          </a:r>
          <a:endParaRPr lang="uk-UA"/>
        </a:p>
      </dgm:t>
    </dgm:pt>
    <dgm:pt modelId="{CDC02BE2-B429-459C-82C9-60EB4E7429D2}" type="parTrans" cxnId="{3088C6A5-65D2-44C3-B2A2-A265AB88BC53}">
      <dgm:prSet/>
      <dgm:spPr/>
      <dgm:t>
        <a:bodyPr/>
        <a:lstStyle/>
        <a:p>
          <a:endParaRPr lang="uk-UA"/>
        </a:p>
      </dgm:t>
    </dgm:pt>
    <dgm:pt modelId="{E77E7F7F-553A-421F-90BC-3441DCB28068}" type="sibTrans" cxnId="{3088C6A5-65D2-44C3-B2A2-A265AB88BC53}">
      <dgm:prSet/>
      <dgm:spPr/>
      <dgm:t>
        <a:bodyPr/>
        <a:lstStyle/>
        <a:p>
          <a:endParaRPr lang="uk-UA"/>
        </a:p>
      </dgm:t>
    </dgm:pt>
    <dgm:pt modelId="{1980446F-F4DE-4F80-9059-F1EEC9E23DDF}">
      <dgm:prSet/>
      <dgm:spPr/>
      <dgm:t>
        <a:bodyPr/>
        <a:lstStyle/>
        <a:p>
          <a:r>
            <a:rPr lang="uk-UA" b="0" i="0"/>
            <a:t>здійснення Німеччиною «аншлюсу» Австрії.</a:t>
          </a:r>
          <a:endParaRPr lang="uk-UA"/>
        </a:p>
      </dgm:t>
    </dgm:pt>
    <dgm:pt modelId="{69FF9484-191E-4D83-841C-E85160215ABC}" type="parTrans" cxnId="{91F37089-047D-47B7-B4AC-FB57D29524D4}">
      <dgm:prSet/>
      <dgm:spPr/>
      <dgm:t>
        <a:bodyPr/>
        <a:lstStyle/>
        <a:p>
          <a:endParaRPr lang="uk-UA"/>
        </a:p>
      </dgm:t>
    </dgm:pt>
    <dgm:pt modelId="{58522D6E-D6FF-4BD2-AF7B-FB25EFD0B18F}" type="sibTrans" cxnId="{91F37089-047D-47B7-B4AC-FB57D29524D4}">
      <dgm:prSet/>
      <dgm:spPr/>
      <dgm:t>
        <a:bodyPr/>
        <a:lstStyle/>
        <a:p>
          <a:endParaRPr lang="uk-UA"/>
        </a:p>
      </dgm:t>
    </dgm:pt>
    <dgm:pt modelId="{9E5DFF23-12AE-4B85-8C6E-16F0FEB6F897}" type="pres">
      <dgm:prSet presAssocID="{D8C48D8A-223A-4B74-BFBE-1EAD9DED83A1}" presName="linear" presStyleCnt="0">
        <dgm:presLayoutVars>
          <dgm:animLvl val="lvl"/>
          <dgm:resizeHandles val="exact"/>
        </dgm:presLayoutVars>
      </dgm:prSet>
      <dgm:spPr/>
    </dgm:pt>
    <dgm:pt modelId="{A2953BF9-77CD-40E7-B608-C560B6F1B271}" type="pres">
      <dgm:prSet presAssocID="{0197BDF1-BC08-416C-8AA7-9B471C212B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45481D-530F-492C-90CD-BBB9D8C0CEC6}" type="pres">
      <dgm:prSet presAssocID="{950C07B8-2FB6-4280-A995-24ADD96AA4F7}" presName="spacer" presStyleCnt="0"/>
      <dgm:spPr/>
    </dgm:pt>
    <dgm:pt modelId="{CCD9CE01-9228-403C-B31F-3541EDD1CD3A}" type="pres">
      <dgm:prSet presAssocID="{A6263461-5BB3-42BC-9990-B2275AC270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FEB5C9-C9C5-43FF-8C0F-039074F1D17D}" type="pres">
      <dgm:prSet presAssocID="{19A6708D-9ED5-4A7F-9176-AEB11F8C8F4B}" presName="spacer" presStyleCnt="0"/>
      <dgm:spPr/>
    </dgm:pt>
    <dgm:pt modelId="{B4CF8E2C-AB6B-4540-A627-7BD324221E94}" type="pres">
      <dgm:prSet presAssocID="{D1D3BA03-52B0-469C-A65F-95DEFD3786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A650A20-294C-47FE-8D77-6059E659B62F}" type="pres">
      <dgm:prSet presAssocID="{E77E7F7F-553A-421F-90BC-3441DCB28068}" presName="spacer" presStyleCnt="0"/>
      <dgm:spPr/>
    </dgm:pt>
    <dgm:pt modelId="{6F452F57-9A37-4C55-A059-6713C44528FC}" type="pres">
      <dgm:prSet presAssocID="{1980446F-F4DE-4F80-9059-F1EEC9E23DD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4DE092D-BD32-4E54-8986-25AF55545EC7}" srcId="{D8C48D8A-223A-4B74-BFBE-1EAD9DED83A1}" destId="{A6263461-5BB3-42BC-9990-B2275AC270AD}" srcOrd="1" destOrd="0" parTransId="{EB4EB989-AAAC-4052-90D6-6E5C75326331}" sibTransId="{19A6708D-9ED5-4A7F-9176-AEB11F8C8F4B}"/>
    <dgm:cxn modelId="{D72E8E5B-A0C9-4AFB-8545-10257F1E91CA}" srcId="{D8C48D8A-223A-4B74-BFBE-1EAD9DED83A1}" destId="{0197BDF1-BC08-416C-8AA7-9B471C212B70}" srcOrd="0" destOrd="0" parTransId="{798D8568-405B-477D-AF27-AD43835F2188}" sibTransId="{950C07B8-2FB6-4280-A995-24ADD96AA4F7}"/>
    <dgm:cxn modelId="{BF869A64-CDF3-4E53-A847-11809E07A45E}" type="presOf" srcId="{A6263461-5BB3-42BC-9990-B2275AC270AD}" destId="{CCD9CE01-9228-403C-B31F-3541EDD1CD3A}" srcOrd="0" destOrd="0" presId="urn:microsoft.com/office/officeart/2005/8/layout/vList2"/>
    <dgm:cxn modelId="{91F37089-047D-47B7-B4AC-FB57D29524D4}" srcId="{D8C48D8A-223A-4B74-BFBE-1EAD9DED83A1}" destId="{1980446F-F4DE-4F80-9059-F1EEC9E23DDF}" srcOrd="3" destOrd="0" parTransId="{69FF9484-191E-4D83-841C-E85160215ABC}" sibTransId="{58522D6E-D6FF-4BD2-AF7B-FB25EFD0B18F}"/>
    <dgm:cxn modelId="{3088C6A5-65D2-44C3-B2A2-A265AB88BC53}" srcId="{D8C48D8A-223A-4B74-BFBE-1EAD9DED83A1}" destId="{D1D3BA03-52B0-469C-A65F-95DEFD378677}" srcOrd="2" destOrd="0" parTransId="{CDC02BE2-B429-459C-82C9-60EB4E7429D2}" sibTransId="{E77E7F7F-553A-421F-90BC-3441DCB28068}"/>
    <dgm:cxn modelId="{4E717FD0-437A-4BA5-8DE2-C09C60EBCAFC}" type="presOf" srcId="{D1D3BA03-52B0-469C-A65F-95DEFD378677}" destId="{B4CF8E2C-AB6B-4540-A627-7BD324221E94}" srcOrd="0" destOrd="0" presId="urn:microsoft.com/office/officeart/2005/8/layout/vList2"/>
    <dgm:cxn modelId="{569E95DB-821E-4E3B-B799-74FB3E800C52}" type="presOf" srcId="{0197BDF1-BC08-416C-8AA7-9B471C212B70}" destId="{A2953BF9-77CD-40E7-B608-C560B6F1B271}" srcOrd="0" destOrd="0" presId="urn:microsoft.com/office/officeart/2005/8/layout/vList2"/>
    <dgm:cxn modelId="{FBCE7BEB-FB38-40D4-9EA1-1D4D58CBD385}" type="presOf" srcId="{D8C48D8A-223A-4B74-BFBE-1EAD9DED83A1}" destId="{9E5DFF23-12AE-4B85-8C6E-16F0FEB6F897}" srcOrd="0" destOrd="0" presId="urn:microsoft.com/office/officeart/2005/8/layout/vList2"/>
    <dgm:cxn modelId="{1ECCE8F8-7159-4464-B9DB-A92C002C8716}" type="presOf" srcId="{1980446F-F4DE-4F80-9059-F1EEC9E23DDF}" destId="{6F452F57-9A37-4C55-A059-6713C44528FC}" srcOrd="0" destOrd="0" presId="urn:microsoft.com/office/officeart/2005/8/layout/vList2"/>
    <dgm:cxn modelId="{C001A743-45A9-453A-A9B9-4A9DE88BEDF5}" type="presParOf" srcId="{9E5DFF23-12AE-4B85-8C6E-16F0FEB6F897}" destId="{A2953BF9-77CD-40E7-B608-C560B6F1B271}" srcOrd="0" destOrd="0" presId="urn:microsoft.com/office/officeart/2005/8/layout/vList2"/>
    <dgm:cxn modelId="{CA94D5A8-7678-43B3-95B8-8D625888C01A}" type="presParOf" srcId="{9E5DFF23-12AE-4B85-8C6E-16F0FEB6F897}" destId="{3545481D-530F-492C-90CD-BBB9D8C0CEC6}" srcOrd="1" destOrd="0" presId="urn:microsoft.com/office/officeart/2005/8/layout/vList2"/>
    <dgm:cxn modelId="{FCF856FC-8DD7-46C3-823A-04BE8F19391E}" type="presParOf" srcId="{9E5DFF23-12AE-4B85-8C6E-16F0FEB6F897}" destId="{CCD9CE01-9228-403C-B31F-3541EDD1CD3A}" srcOrd="2" destOrd="0" presId="urn:microsoft.com/office/officeart/2005/8/layout/vList2"/>
    <dgm:cxn modelId="{5BEF5CC4-6A9D-493C-BB1E-FB7C8CE5C00A}" type="presParOf" srcId="{9E5DFF23-12AE-4B85-8C6E-16F0FEB6F897}" destId="{41FEB5C9-C9C5-43FF-8C0F-039074F1D17D}" srcOrd="3" destOrd="0" presId="urn:microsoft.com/office/officeart/2005/8/layout/vList2"/>
    <dgm:cxn modelId="{C267BAB4-E7F5-45FE-ADAA-6265367A565D}" type="presParOf" srcId="{9E5DFF23-12AE-4B85-8C6E-16F0FEB6F897}" destId="{B4CF8E2C-AB6B-4540-A627-7BD324221E94}" srcOrd="4" destOrd="0" presId="urn:microsoft.com/office/officeart/2005/8/layout/vList2"/>
    <dgm:cxn modelId="{D1365A42-D0AD-45A5-8B7E-0E083712B062}" type="presParOf" srcId="{9E5DFF23-12AE-4B85-8C6E-16F0FEB6F897}" destId="{8A650A20-294C-47FE-8D77-6059E659B62F}" srcOrd="5" destOrd="0" presId="urn:microsoft.com/office/officeart/2005/8/layout/vList2"/>
    <dgm:cxn modelId="{07FE9EFD-CBCF-4415-8BD7-1D3FC8BEF929}" type="presParOf" srcId="{9E5DFF23-12AE-4B85-8C6E-16F0FEB6F897}" destId="{6F452F57-9A37-4C55-A059-6713C44528F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38B0406-4E80-471B-B217-BDA8B10C69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6533DF-9F6F-4CBC-86A1-65127518F0A1}">
      <dgm:prSet/>
      <dgm:spPr/>
      <dgm:t>
        <a:bodyPr/>
        <a:lstStyle/>
        <a:p>
          <a:r>
            <a:rPr lang="uk-UA" b="0" i="0"/>
            <a:t>установлення на західноукраїнських землях «нового порядку».</a:t>
          </a:r>
          <a:endParaRPr lang="uk-UA"/>
        </a:p>
      </dgm:t>
    </dgm:pt>
    <dgm:pt modelId="{E1B54E15-48C0-44FE-9FA6-CDECA19737D5}" type="parTrans" cxnId="{8AB380B3-EF0F-492A-99F9-53F122B9DE76}">
      <dgm:prSet/>
      <dgm:spPr/>
      <dgm:t>
        <a:bodyPr/>
        <a:lstStyle/>
        <a:p>
          <a:endParaRPr lang="uk-UA"/>
        </a:p>
      </dgm:t>
    </dgm:pt>
    <dgm:pt modelId="{77A54EE5-5056-44DD-8493-FA73C791EA1E}" type="sibTrans" cxnId="{8AB380B3-EF0F-492A-99F9-53F122B9DE76}">
      <dgm:prSet/>
      <dgm:spPr/>
      <dgm:t>
        <a:bodyPr/>
        <a:lstStyle/>
        <a:p>
          <a:endParaRPr lang="uk-UA"/>
        </a:p>
      </dgm:t>
    </dgm:pt>
    <dgm:pt modelId="{6CCB7FB9-A1F6-480F-A524-A7B854EB6381}">
      <dgm:prSet/>
      <dgm:spPr/>
      <dgm:t>
        <a:bodyPr/>
        <a:lstStyle/>
        <a:p>
          <a:r>
            <a:rPr lang="uk-UA" b="0" i="0"/>
            <a:t>розмежування «сфер інтересів» між СРСР та Німеччиною.</a:t>
          </a:r>
          <a:endParaRPr lang="uk-UA"/>
        </a:p>
      </dgm:t>
    </dgm:pt>
    <dgm:pt modelId="{C1D73748-F7AC-41A3-84D2-585ABA52E2BF}" type="parTrans" cxnId="{4C511307-8E7F-47A1-842B-A98C15F2D7C6}">
      <dgm:prSet/>
      <dgm:spPr/>
      <dgm:t>
        <a:bodyPr/>
        <a:lstStyle/>
        <a:p>
          <a:endParaRPr lang="uk-UA"/>
        </a:p>
      </dgm:t>
    </dgm:pt>
    <dgm:pt modelId="{B17E90FB-C6ED-48F4-96CC-DC4CB5C44928}" type="sibTrans" cxnId="{4C511307-8E7F-47A1-842B-A98C15F2D7C6}">
      <dgm:prSet/>
      <dgm:spPr/>
      <dgm:t>
        <a:bodyPr/>
        <a:lstStyle/>
        <a:p>
          <a:endParaRPr lang="uk-UA"/>
        </a:p>
      </dgm:t>
    </dgm:pt>
    <dgm:pt modelId="{4715FD82-7C57-4A91-8FAE-F845A6F0926E}">
      <dgm:prSet/>
      <dgm:spPr/>
      <dgm:t>
        <a:bodyPr/>
        <a:lstStyle/>
        <a:p>
          <a:r>
            <a:rPr lang="uk-UA" b="0" i="0"/>
            <a:t>капітуляцію Польщі у війні з нацистською Німеччиною.</a:t>
          </a:r>
          <a:endParaRPr lang="uk-UA"/>
        </a:p>
      </dgm:t>
    </dgm:pt>
    <dgm:pt modelId="{2809030A-0B0C-4066-9CA5-B1353E45DAF0}" type="parTrans" cxnId="{2458E441-3AFA-42BF-9C92-7F1D523B337B}">
      <dgm:prSet/>
      <dgm:spPr/>
      <dgm:t>
        <a:bodyPr/>
        <a:lstStyle/>
        <a:p>
          <a:endParaRPr lang="uk-UA"/>
        </a:p>
      </dgm:t>
    </dgm:pt>
    <dgm:pt modelId="{D9F3DCAF-7E89-4E58-911D-77D5BECD04D4}" type="sibTrans" cxnId="{2458E441-3AFA-42BF-9C92-7F1D523B337B}">
      <dgm:prSet/>
      <dgm:spPr/>
      <dgm:t>
        <a:bodyPr/>
        <a:lstStyle/>
        <a:p>
          <a:endParaRPr lang="uk-UA"/>
        </a:p>
      </dgm:t>
    </dgm:pt>
    <dgm:pt modelId="{D777DBF4-4F7C-4490-9DB5-C203BAE5F7E6}">
      <dgm:prSet/>
      <dgm:spPr/>
      <dgm:t>
        <a:bodyPr/>
        <a:lstStyle/>
        <a:p>
          <a:r>
            <a:rPr lang="uk-UA" b="0" i="0"/>
            <a:t>схвалення Гітлером воєнного плану «Барбаросса».</a:t>
          </a:r>
          <a:endParaRPr lang="uk-UA"/>
        </a:p>
      </dgm:t>
    </dgm:pt>
    <dgm:pt modelId="{15587132-25CE-4E80-9010-76C2D639A720}" type="parTrans" cxnId="{8D840F1B-E531-4FE1-9C6E-C28A9B4D3F88}">
      <dgm:prSet/>
      <dgm:spPr/>
      <dgm:t>
        <a:bodyPr/>
        <a:lstStyle/>
        <a:p>
          <a:endParaRPr lang="uk-UA"/>
        </a:p>
      </dgm:t>
    </dgm:pt>
    <dgm:pt modelId="{E9A8063E-91BB-484F-8ABF-2EAD14A58F7E}" type="sibTrans" cxnId="{8D840F1B-E531-4FE1-9C6E-C28A9B4D3F88}">
      <dgm:prSet/>
      <dgm:spPr/>
      <dgm:t>
        <a:bodyPr/>
        <a:lstStyle/>
        <a:p>
          <a:endParaRPr lang="uk-UA"/>
        </a:p>
      </dgm:t>
    </dgm:pt>
    <dgm:pt modelId="{8246CCF2-64EE-4F02-9A56-B69DBFADF8F0}" type="pres">
      <dgm:prSet presAssocID="{F38B0406-4E80-471B-B217-BDA8B10C69BE}" presName="linear" presStyleCnt="0">
        <dgm:presLayoutVars>
          <dgm:animLvl val="lvl"/>
          <dgm:resizeHandles val="exact"/>
        </dgm:presLayoutVars>
      </dgm:prSet>
      <dgm:spPr/>
    </dgm:pt>
    <dgm:pt modelId="{E001FCC4-1D43-4B90-904F-02110772F1D4}" type="pres">
      <dgm:prSet presAssocID="{376533DF-9F6F-4CBC-86A1-65127518F0A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E11D683-0B2D-4E35-9891-BB7A969E3011}" type="pres">
      <dgm:prSet presAssocID="{77A54EE5-5056-44DD-8493-FA73C791EA1E}" presName="spacer" presStyleCnt="0"/>
      <dgm:spPr/>
    </dgm:pt>
    <dgm:pt modelId="{ABAE97EB-65D4-4A18-93F7-623DBA22E814}" type="pres">
      <dgm:prSet presAssocID="{6CCB7FB9-A1F6-480F-A524-A7B854EB638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C24653-65F4-46AE-A507-C6FC5F5168BE}" type="pres">
      <dgm:prSet presAssocID="{B17E90FB-C6ED-48F4-96CC-DC4CB5C44928}" presName="spacer" presStyleCnt="0"/>
      <dgm:spPr/>
    </dgm:pt>
    <dgm:pt modelId="{A32E3D4B-A96B-4B30-9472-CC2069830790}" type="pres">
      <dgm:prSet presAssocID="{4715FD82-7C57-4A91-8FAE-F845A6F0926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68E7E6-9421-420C-941B-35A9D430EE8D}" type="pres">
      <dgm:prSet presAssocID="{D9F3DCAF-7E89-4E58-911D-77D5BECD04D4}" presName="spacer" presStyleCnt="0"/>
      <dgm:spPr/>
    </dgm:pt>
    <dgm:pt modelId="{7121227A-3560-416F-87F5-5B699955459F}" type="pres">
      <dgm:prSet presAssocID="{D777DBF4-4F7C-4490-9DB5-C203BAE5F7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A450F02-D168-4683-8123-1A5189FCB987}" type="presOf" srcId="{D777DBF4-4F7C-4490-9DB5-C203BAE5F7E6}" destId="{7121227A-3560-416F-87F5-5B699955459F}" srcOrd="0" destOrd="0" presId="urn:microsoft.com/office/officeart/2005/8/layout/vList2"/>
    <dgm:cxn modelId="{93D04006-7FEA-4E0D-9532-B8F674FE9185}" type="presOf" srcId="{376533DF-9F6F-4CBC-86A1-65127518F0A1}" destId="{E001FCC4-1D43-4B90-904F-02110772F1D4}" srcOrd="0" destOrd="0" presId="urn:microsoft.com/office/officeart/2005/8/layout/vList2"/>
    <dgm:cxn modelId="{4C511307-8E7F-47A1-842B-A98C15F2D7C6}" srcId="{F38B0406-4E80-471B-B217-BDA8B10C69BE}" destId="{6CCB7FB9-A1F6-480F-A524-A7B854EB6381}" srcOrd="1" destOrd="0" parTransId="{C1D73748-F7AC-41A3-84D2-585ABA52E2BF}" sibTransId="{B17E90FB-C6ED-48F4-96CC-DC4CB5C44928}"/>
    <dgm:cxn modelId="{7A3F8507-B8E2-4B8F-A7C5-5B88A843A2EA}" type="presOf" srcId="{F38B0406-4E80-471B-B217-BDA8B10C69BE}" destId="{8246CCF2-64EE-4F02-9A56-B69DBFADF8F0}" srcOrd="0" destOrd="0" presId="urn:microsoft.com/office/officeart/2005/8/layout/vList2"/>
    <dgm:cxn modelId="{8D840F1B-E531-4FE1-9C6E-C28A9B4D3F88}" srcId="{F38B0406-4E80-471B-B217-BDA8B10C69BE}" destId="{D777DBF4-4F7C-4490-9DB5-C203BAE5F7E6}" srcOrd="3" destOrd="0" parTransId="{15587132-25CE-4E80-9010-76C2D639A720}" sibTransId="{E9A8063E-91BB-484F-8ABF-2EAD14A58F7E}"/>
    <dgm:cxn modelId="{2458E441-3AFA-42BF-9C92-7F1D523B337B}" srcId="{F38B0406-4E80-471B-B217-BDA8B10C69BE}" destId="{4715FD82-7C57-4A91-8FAE-F845A6F0926E}" srcOrd="2" destOrd="0" parTransId="{2809030A-0B0C-4066-9CA5-B1353E45DAF0}" sibTransId="{D9F3DCAF-7E89-4E58-911D-77D5BECD04D4}"/>
    <dgm:cxn modelId="{770DC36D-5A64-44BB-971D-205AD036C298}" type="presOf" srcId="{6CCB7FB9-A1F6-480F-A524-A7B854EB6381}" destId="{ABAE97EB-65D4-4A18-93F7-623DBA22E814}" srcOrd="0" destOrd="0" presId="urn:microsoft.com/office/officeart/2005/8/layout/vList2"/>
    <dgm:cxn modelId="{8AB380B3-EF0F-492A-99F9-53F122B9DE76}" srcId="{F38B0406-4E80-471B-B217-BDA8B10C69BE}" destId="{376533DF-9F6F-4CBC-86A1-65127518F0A1}" srcOrd="0" destOrd="0" parTransId="{E1B54E15-48C0-44FE-9FA6-CDECA19737D5}" sibTransId="{77A54EE5-5056-44DD-8493-FA73C791EA1E}"/>
    <dgm:cxn modelId="{476373B8-F995-49DE-A302-AC08E61D0BB6}" type="presOf" srcId="{4715FD82-7C57-4A91-8FAE-F845A6F0926E}" destId="{A32E3D4B-A96B-4B30-9472-CC2069830790}" srcOrd="0" destOrd="0" presId="urn:microsoft.com/office/officeart/2005/8/layout/vList2"/>
    <dgm:cxn modelId="{D99FC272-BEB0-48F4-9F6E-E99621348A5F}" type="presParOf" srcId="{8246CCF2-64EE-4F02-9A56-B69DBFADF8F0}" destId="{E001FCC4-1D43-4B90-904F-02110772F1D4}" srcOrd="0" destOrd="0" presId="urn:microsoft.com/office/officeart/2005/8/layout/vList2"/>
    <dgm:cxn modelId="{29F2BF54-C712-4676-88D3-E9CAA796FD8D}" type="presParOf" srcId="{8246CCF2-64EE-4F02-9A56-B69DBFADF8F0}" destId="{5E11D683-0B2D-4E35-9891-BB7A969E3011}" srcOrd="1" destOrd="0" presId="urn:microsoft.com/office/officeart/2005/8/layout/vList2"/>
    <dgm:cxn modelId="{B768ABA5-A1E6-4BC5-88F2-12302FC7E5DE}" type="presParOf" srcId="{8246CCF2-64EE-4F02-9A56-B69DBFADF8F0}" destId="{ABAE97EB-65D4-4A18-93F7-623DBA22E814}" srcOrd="2" destOrd="0" presId="urn:microsoft.com/office/officeart/2005/8/layout/vList2"/>
    <dgm:cxn modelId="{0D5FFE12-5032-4F2E-BE65-751A805BF6F4}" type="presParOf" srcId="{8246CCF2-64EE-4F02-9A56-B69DBFADF8F0}" destId="{EEC24653-65F4-46AE-A507-C6FC5F5168BE}" srcOrd="3" destOrd="0" presId="urn:microsoft.com/office/officeart/2005/8/layout/vList2"/>
    <dgm:cxn modelId="{2B5C053C-B003-47C9-8237-58CD7AF4219A}" type="presParOf" srcId="{8246CCF2-64EE-4F02-9A56-B69DBFADF8F0}" destId="{A32E3D4B-A96B-4B30-9472-CC2069830790}" srcOrd="4" destOrd="0" presId="urn:microsoft.com/office/officeart/2005/8/layout/vList2"/>
    <dgm:cxn modelId="{A81A6397-DCC1-47A9-B65E-4910170F5CEC}" type="presParOf" srcId="{8246CCF2-64EE-4F02-9A56-B69DBFADF8F0}" destId="{A768E7E6-9421-420C-941B-35A9D430EE8D}" srcOrd="5" destOrd="0" presId="urn:microsoft.com/office/officeart/2005/8/layout/vList2"/>
    <dgm:cxn modelId="{D0665D4A-F4D2-4E16-A725-A7833ECD9D22}" type="presParOf" srcId="{8246CCF2-64EE-4F02-9A56-B69DBFADF8F0}" destId="{7121227A-3560-416F-87F5-5B699955459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183AB6D-56D2-4457-B124-A81E08C1205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78F5C51-935C-4384-9C55-76F3D2A9B353}">
      <dgm:prSet/>
      <dgm:spPr/>
      <dgm:t>
        <a:bodyPr/>
        <a:lstStyle/>
        <a:p>
          <a:r>
            <a:rPr lang="uk-UA" b="0" i="0"/>
            <a:t>Версальський договір між Німеччиною та США, країнами Антанти, Японією</a:t>
          </a:r>
          <a:endParaRPr lang="uk-UA"/>
        </a:p>
      </dgm:t>
    </dgm:pt>
    <dgm:pt modelId="{772016E1-3458-4E2D-A780-C7C297A35FFE}" type="parTrans" cxnId="{453B0B39-DEE3-4EE0-9E33-60E80510F2F3}">
      <dgm:prSet/>
      <dgm:spPr/>
      <dgm:t>
        <a:bodyPr/>
        <a:lstStyle/>
        <a:p>
          <a:endParaRPr lang="uk-UA"/>
        </a:p>
      </dgm:t>
    </dgm:pt>
    <dgm:pt modelId="{A169E16D-274F-48E6-A030-C4BBB31F9767}" type="sibTrans" cxnId="{453B0B39-DEE3-4EE0-9E33-60E80510F2F3}">
      <dgm:prSet/>
      <dgm:spPr/>
      <dgm:t>
        <a:bodyPr/>
        <a:lstStyle/>
        <a:p>
          <a:endParaRPr lang="uk-UA"/>
        </a:p>
      </dgm:t>
    </dgm:pt>
    <dgm:pt modelId="{387E5678-F888-4C27-B831-6D9A66351B78}">
      <dgm:prSet/>
      <dgm:spPr/>
      <dgm:t>
        <a:bodyPr/>
        <a:lstStyle/>
        <a:p>
          <a:r>
            <a:rPr lang="uk-UA" b="0" i="0"/>
            <a:t>Московський договір між СРСР і Німеччиною (пакт «Молотова–Ріббентропа»)</a:t>
          </a:r>
          <a:endParaRPr lang="uk-UA"/>
        </a:p>
      </dgm:t>
    </dgm:pt>
    <dgm:pt modelId="{4A337B51-B376-41E6-955C-BB7535DB9CE1}" type="parTrans" cxnId="{45C27444-94D2-4019-BA52-FD5BE917F896}">
      <dgm:prSet/>
      <dgm:spPr/>
      <dgm:t>
        <a:bodyPr/>
        <a:lstStyle/>
        <a:p>
          <a:endParaRPr lang="uk-UA"/>
        </a:p>
      </dgm:t>
    </dgm:pt>
    <dgm:pt modelId="{98557523-8768-4FE1-ABAB-094A5E0FC3FD}" type="sibTrans" cxnId="{45C27444-94D2-4019-BA52-FD5BE917F896}">
      <dgm:prSet/>
      <dgm:spPr/>
      <dgm:t>
        <a:bodyPr/>
        <a:lstStyle/>
        <a:p>
          <a:endParaRPr lang="uk-UA"/>
        </a:p>
      </dgm:t>
    </dgm:pt>
    <dgm:pt modelId="{A31EF387-33AF-4210-AA31-7C8B55873B0B}">
      <dgm:prSet/>
      <dgm:spPr/>
      <dgm:t>
        <a:bodyPr/>
        <a:lstStyle/>
        <a:p>
          <a:r>
            <a:rPr lang="uk-UA" b="0" i="0"/>
            <a:t>Брест-Литовський договір між УНР, Німеччиною та її союзниками</a:t>
          </a:r>
          <a:endParaRPr lang="uk-UA"/>
        </a:p>
      </dgm:t>
    </dgm:pt>
    <dgm:pt modelId="{2717642F-3568-416A-A44D-E19CB72FC68F}" type="parTrans" cxnId="{AD070645-2B03-47C6-BC80-13171B55506B}">
      <dgm:prSet/>
      <dgm:spPr/>
      <dgm:t>
        <a:bodyPr/>
        <a:lstStyle/>
        <a:p>
          <a:endParaRPr lang="uk-UA"/>
        </a:p>
      </dgm:t>
    </dgm:pt>
    <dgm:pt modelId="{3433C1E7-790D-435F-8976-C58CBBA9BC63}" type="sibTrans" cxnId="{AD070645-2B03-47C6-BC80-13171B55506B}">
      <dgm:prSet/>
      <dgm:spPr/>
      <dgm:t>
        <a:bodyPr/>
        <a:lstStyle/>
        <a:p>
          <a:endParaRPr lang="uk-UA"/>
        </a:p>
      </dgm:t>
    </dgm:pt>
    <dgm:pt modelId="{C385B26F-7FBB-4A48-9436-A9D6C3F075C4}">
      <dgm:prSet/>
      <dgm:spPr/>
      <dgm:t>
        <a:bodyPr/>
        <a:lstStyle/>
        <a:p>
          <a:r>
            <a:rPr lang="uk-UA" b="0" i="0"/>
            <a:t>Рапалльський договір між РСФРР і Німеччиною</a:t>
          </a:r>
          <a:endParaRPr lang="uk-UA"/>
        </a:p>
      </dgm:t>
    </dgm:pt>
    <dgm:pt modelId="{66002294-8B78-4AE4-ABDE-17ED8C60AC3A}" type="parTrans" cxnId="{855D8254-DFF3-4E8F-A6C9-B7BC6A25C9D7}">
      <dgm:prSet/>
      <dgm:spPr/>
      <dgm:t>
        <a:bodyPr/>
        <a:lstStyle/>
        <a:p>
          <a:endParaRPr lang="uk-UA"/>
        </a:p>
      </dgm:t>
    </dgm:pt>
    <dgm:pt modelId="{20DCD2FD-EC14-45CB-971E-4266805F8CAE}" type="sibTrans" cxnId="{855D8254-DFF3-4E8F-A6C9-B7BC6A25C9D7}">
      <dgm:prSet/>
      <dgm:spPr/>
      <dgm:t>
        <a:bodyPr/>
        <a:lstStyle/>
        <a:p>
          <a:endParaRPr lang="uk-UA"/>
        </a:p>
      </dgm:t>
    </dgm:pt>
    <dgm:pt modelId="{E3361551-F6E6-4FE5-8AA4-5465FEC83B16}" type="pres">
      <dgm:prSet presAssocID="{3183AB6D-56D2-4457-B124-A81E08C12056}" presName="linear" presStyleCnt="0">
        <dgm:presLayoutVars>
          <dgm:animLvl val="lvl"/>
          <dgm:resizeHandles val="exact"/>
        </dgm:presLayoutVars>
      </dgm:prSet>
      <dgm:spPr/>
    </dgm:pt>
    <dgm:pt modelId="{985E0813-7CCA-4D8F-8A7C-CFC202026B44}" type="pres">
      <dgm:prSet presAssocID="{E78F5C51-935C-4384-9C55-76F3D2A9B3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8BB645-462B-4C71-BD86-6DD293F7AA19}" type="pres">
      <dgm:prSet presAssocID="{A169E16D-274F-48E6-A030-C4BBB31F9767}" presName="spacer" presStyleCnt="0"/>
      <dgm:spPr/>
    </dgm:pt>
    <dgm:pt modelId="{5CBC2084-9A02-422C-A28E-5DBECB54B876}" type="pres">
      <dgm:prSet presAssocID="{387E5678-F888-4C27-B831-6D9A66351B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D238D3-5394-4560-9D71-C5FE8C161AFF}" type="pres">
      <dgm:prSet presAssocID="{98557523-8768-4FE1-ABAB-094A5E0FC3FD}" presName="spacer" presStyleCnt="0"/>
      <dgm:spPr/>
    </dgm:pt>
    <dgm:pt modelId="{2327505E-BFE1-4FB1-AAC4-BDE5C41F8CE2}" type="pres">
      <dgm:prSet presAssocID="{A31EF387-33AF-4210-AA31-7C8B55873B0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C531E9A-B13B-48EE-83BF-2C3622437C0A}" type="pres">
      <dgm:prSet presAssocID="{3433C1E7-790D-435F-8976-C58CBBA9BC63}" presName="spacer" presStyleCnt="0"/>
      <dgm:spPr/>
    </dgm:pt>
    <dgm:pt modelId="{EFCAEE76-64D9-4348-8654-D4A95F40ADC8}" type="pres">
      <dgm:prSet presAssocID="{C385B26F-7FBB-4A48-9436-A9D6C3F075C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7F42C02-CDAE-4826-B666-5D38C1B70C4B}" type="presOf" srcId="{E78F5C51-935C-4384-9C55-76F3D2A9B353}" destId="{985E0813-7CCA-4D8F-8A7C-CFC202026B44}" srcOrd="0" destOrd="0" presId="urn:microsoft.com/office/officeart/2005/8/layout/vList2"/>
    <dgm:cxn modelId="{453B0B39-DEE3-4EE0-9E33-60E80510F2F3}" srcId="{3183AB6D-56D2-4457-B124-A81E08C12056}" destId="{E78F5C51-935C-4384-9C55-76F3D2A9B353}" srcOrd="0" destOrd="0" parTransId="{772016E1-3458-4E2D-A780-C7C297A35FFE}" sibTransId="{A169E16D-274F-48E6-A030-C4BBB31F9767}"/>
    <dgm:cxn modelId="{45C27444-94D2-4019-BA52-FD5BE917F896}" srcId="{3183AB6D-56D2-4457-B124-A81E08C12056}" destId="{387E5678-F888-4C27-B831-6D9A66351B78}" srcOrd="1" destOrd="0" parTransId="{4A337B51-B376-41E6-955C-BB7535DB9CE1}" sibTransId="{98557523-8768-4FE1-ABAB-094A5E0FC3FD}"/>
    <dgm:cxn modelId="{AD070645-2B03-47C6-BC80-13171B55506B}" srcId="{3183AB6D-56D2-4457-B124-A81E08C12056}" destId="{A31EF387-33AF-4210-AA31-7C8B55873B0B}" srcOrd="2" destOrd="0" parTransId="{2717642F-3568-416A-A44D-E19CB72FC68F}" sibTransId="{3433C1E7-790D-435F-8976-C58CBBA9BC63}"/>
    <dgm:cxn modelId="{57336B4F-2271-4564-B277-E9FAACC70549}" type="presOf" srcId="{3183AB6D-56D2-4457-B124-A81E08C12056}" destId="{E3361551-F6E6-4FE5-8AA4-5465FEC83B16}" srcOrd="0" destOrd="0" presId="urn:microsoft.com/office/officeart/2005/8/layout/vList2"/>
    <dgm:cxn modelId="{491E6D54-0C5A-42AC-A6A1-7D5286E9035C}" type="presOf" srcId="{A31EF387-33AF-4210-AA31-7C8B55873B0B}" destId="{2327505E-BFE1-4FB1-AAC4-BDE5C41F8CE2}" srcOrd="0" destOrd="0" presId="urn:microsoft.com/office/officeart/2005/8/layout/vList2"/>
    <dgm:cxn modelId="{855D8254-DFF3-4E8F-A6C9-B7BC6A25C9D7}" srcId="{3183AB6D-56D2-4457-B124-A81E08C12056}" destId="{C385B26F-7FBB-4A48-9436-A9D6C3F075C4}" srcOrd="3" destOrd="0" parTransId="{66002294-8B78-4AE4-ABDE-17ED8C60AC3A}" sibTransId="{20DCD2FD-EC14-45CB-971E-4266805F8CAE}"/>
    <dgm:cxn modelId="{8CD16D55-2C0F-4778-8BFD-CEF7B241AA23}" type="presOf" srcId="{C385B26F-7FBB-4A48-9436-A9D6C3F075C4}" destId="{EFCAEE76-64D9-4348-8654-D4A95F40ADC8}" srcOrd="0" destOrd="0" presId="urn:microsoft.com/office/officeart/2005/8/layout/vList2"/>
    <dgm:cxn modelId="{E1C387E1-4B13-450C-936C-E73CDCDE1C87}" type="presOf" srcId="{387E5678-F888-4C27-B831-6D9A66351B78}" destId="{5CBC2084-9A02-422C-A28E-5DBECB54B876}" srcOrd="0" destOrd="0" presId="urn:microsoft.com/office/officeart/2005/8/layout/vList2"/>
    <dgm:cxn modelId="{3391A8AD-84C2-4771-BD6B-5D3E08AAEF53}" type="presParOf" srcId="{E3361551-F6E6-4FE5-8AA4-5465FEC83B16}" destId="{985E0813-7CCA-4D8F-8A7C-CFC202026B44}" srcOrd="0" destOrd="0" presId="urn:microsoft.com/office/officeart/2005/8/layout/vList2"/>
    <dgm:cxn modelId="{001BB760-05C5-42B9-8516-D00819299A54}" type="presParOf" srcId="{E3361551-F6E6-4FE5-8AA4-5465FEC83B16}" destId="{718BB645-462B-4C71-BD86-6DD293F7AA19}" srcOrd="1" destOrd="0" presId="urn:microsoft.com/office/officeart/2005/8/layout/vList2"/>
    <dgm:cxn modelId="{724AE62B-ED3A-4484-8DEE-41773DD09B44}" type="presParOf" srcId="{E3361551-F6E6-4FE5-8AA4-5465FEC83B16}" destId="{5CBC2084-9A02-422C-A28E-5DBECB54B876}" srcOrd="2" destOrd="0" presId="urn:microsoft.com/office/officeart/2005/8/layout/vList2"/>
    <dgm:cxn modelId="{4C4D4776-8B6C-465A-95B6-A950A23F7774}" type="presParOf" srcId="{E3361551-F6E6-4FE5-8AA4-5465FEC83B16}" destId="{32D238D3-5394-4560-9D71-C5FE8C161AFF}" srcOrd="3" destOrd="0" presId="urn:microsoft.com/office/officeart/2005/8/layout/vList2"/>
    <dgm:cxn modelId="{F055966F-31BD-4CA0-B3F3-857265AD1463}" type="presParOf" srcId="{E3361551-F6E6-4FE5-8AA4-5465FEC83B16}" destId="{2327505E-BFE1-4FB1-AAC4-BDE5C41F8CE2}" srcOrd="4" destOrd="0" presId="urn:microsoft.com/office/officeart/2005/8/layout/vList2"/>
    <dgm:cxn modelId="{063779D2-3BA3-4A17-B786-ACCBC26DDB0C}" type="presParOf" srcId="{E3361551-F6E6-4FE5-8AA4-5465FEC83B16}" destId="{0C531E9A-B13B-48EE-83BF-2C3622437C0A}" srcOrd="5" destOrd="0" presId="urn:microsoft.com/office/officeart/2005/8/layout/vList2"/>
    <dgm:cxn modelId="{35394651-E7FA-4576-AE46-1E20552ABA56}" type="presParOf" srcId="{E3361551-F6E6-4FE5-8AA4-5465FEC83B16}" destId="{EFCAEE76-64D9-4348-8654-D4A95F40ADC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FE59A6A-26F0-42B2-88D5-38193AF04D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CCB22DB-987C-48D6-A81F-57B3C63BA268}">
      <dgm:prSet/>
      <dgm:spPr/>
      <dgm:t>
        <a:bodyPr/>
        <a:lstStyle/>
        <a:p>
          <a:r>
            <a:rPr lang="ru-RU" b="0" i="0"/>
            <a:t>1 вересня 1939 р.</a:t>
          </a:r>
          <a:endParaRPr lang="uk-UA"/>
        </a:p>
      </dgm:t>
    </dgm:pt>
    <dgm:pt modelId="{1C83EFF7-FB2D-44C3-AF8C-96D941B4FCA9}" type="parTrans" cxnId="{573EE32B-F73D-4231-8D34-D09AEB5051C0}">
      <dgm:prSet/>
      <dgm:spPr/>
      <dgm:t>
        <a:bodyPr/>
        <a:lstStyle/>
        <a:p>
          <a:endParaRPr lang="uk-UA"/>
        </a:p>
      </dgm:t>
    </dgm:pt>
    <dgm:pt modelId="{9BAC1F2E-97CA-457F-8F2F-3A50738C7268}" type="sibTrans" cxnId="{573EE32B-F73D-4231-8D34-D09AEB5051C0}">
      <dgm:prSet/>
      <dgm:spPr/>
      <dgm:t>
        <a:bodyPr/>
        <a:lstStyle/>
        <a:p>
          <a:endParaRPr lang="uk-UA"/>
        </a:p>
      </dgm:t>
    </dgm:pt>
    <dgm:pt modelId="{A79766D6-1921-44F5-8D08-0FE8420A316E}">
      <dgm:prSet/>
      <dgm:spPr/>
      <dgm:t>
        <a:bodyPr/>
        <a:lstStyle/>
        <a:p>
          <a:r>
            <a:rPr lang="ru-RU" b="0" i="0"/>
            <a:t>17 вересня 1939 р.</a:t>
          </a:r>
          <a:endParaRPr lang="uk-UA"/>
        </a:p>
      </dgm:t>
    </dgm:pt>
    <dgm:pt modelId="{9142830B-0309-41C4-A97A-C7F96A21C8B4}" type="parTrans" cxnId="{72453308-9DC8-4BB6-A737-3210BADFA1A1}">
      <dgm:prSet/>
      <dgm:spPr/>
      <dgm:t>
        <a:bodyPr/>
        <a:lstStyle/>
        <a:p>
          <a:endParaRPr lang="uk-UA"/>
        </a:p>
      </dgm:t>
    </dgm:pt>
    <dgm:pt modelId="{EC42D1B6-EDDA-4CB0-9478-33D790F28B53}" type="sibTrans" cxnId="{72453308-9DC8-4BB6-A737-3210BADFA1A1}">
      <dgm:prSet/>
      <dgm:spPr/>
      <dgm:t>
        <a:bodyPr/>
        <a:lstStyle/>
        <a:p>
          <a:endParaRPr lang="uk-UA"/>
        </a:p>
      </dgm:t>
    </dgm:pt>
    <dgm:pt modelId="{26573B76-0818-4F65-95F0-4A80C8C83A8D}">
      <dgm:prSet/>
      <dgm:spPr/>
      <dgm:t>
        <a:bodyPr/>
        <a:lstStyle/>
        <a:p>
          <a:r>
            <a:rPr lang="ru-RU" b="0" i="0"/>
            <a:t>28 червня 1940 р.</a:t>
          </a:r>
          <a:endParaRPr lang="uk-UA"/>
        </a:p>
      </dgm:t>
    </dgm:pt>
    <dgm:pt modelId="{990535DA-2780-4EEB-9D53-7482C6B8AA21}" type="parTrans" cxnId="{9BF6567D-97D1-4C5C-96AE-2F5786F181CE}">
      <dgm:prSet/>
      <dgm:spPr/>
      <dgm:t>
        <a:bodyPr/>
        <a:lstStyle/>
        <a:p>
          <a:endParaRPr lang="uk-UA"/>
        </a:p>
      </dgm:t>
    </dgm:pt>
    <dgm:pt modelId="{4F1C8762-809E-4BF1-9B66-5EBF0C486608}" type="sibTrans" cxnId="{9BF6567D-97D1-4C5C-96AE-2F5786F181CE}">
      <dgm:prSet/>
      <dgm:spPr/>
      <dgm:t>
        <a:bodyPr/>
        <a:lstStyle/>
        <a:p>
          <a:endParaRPr lang="uk-UA"/>
        </a:p>
      </dgm:t>
    </dgm:pt>
    <dgm:pt modelId="{4202E154-5854-4FC2-95B8-888FA1ACDC11}">
      <dgm:prSet/>
      <dgm:spPr/>
      <dgm:t>
        <a:bodyPr/>
        <a:lstStyle/>
        <a:p>
          <a:r>
            <a:rPr lang="ru-RU" b="0" i="0"/>
            <a:t>22 червня 1941 р.</a:t>
          </a:r>
          <a:endParaRPr lang="uk-UA"/>
        </a:p>
      </dgm:t>
    </dgm:pt>
    <dgm:pt modelId="{0909DA10-8A21-4BD4-B8F3-BD01768A1445}" type="parTrans" cxnId="{9BB5A597-A0B9-458A-8A56-35D51427382F}">
      <dgm:prSet/>
      <dgm:spPr/>
      <dgm:t>
        <a:bodyPr/>
        <a:lstStyle/>
        <a:p>
          <a:endParaRPr lang="uk-UA"/>
        </a:p>
      </dgm:t>
    </dgm:pt>
    <dgm:pt modelId="{B46D7028-CA1E-4E2A-BF66-FBEECA0FD867}" type="sibTrans" cxnId="{9BB5A597-A0B9-458A-8A56-35D51427382F}">
      <dgm:prSet/>
      <dgm:spPr/>
      <dgm:t>
        <a:bodyPr/>
        <a:lstStyle/>
        <a:p>
          <a:endParaRPr lang="uk-UA"/>
        </a:p>
      </dgm:t>
    </dgm:pt>
    <dgm:pt modelId="{79C8F25E-D719-4653-BEB3-45333144973A}" type="pres">
      <dgm:prSet presAssocID="{4FE59A6A-26F0-42B2-88D5-38193AF04D45}" presName="linear" presStyleCnt="0">
        <dgm:presLayoutVars>
          <dgm:animLvl val="lvl"/>
          <dgm:resizeHandles val="exact"/>
        </dgm:presLayoutVars>
      </dgm:prSet>
      <dgm:spPr/>
    </dgm:pt>
    <dgm:pt modelId="{DD369513-3F7A-4658-AD53-F2F95013127A}" type="pres">
      <dgm:prSet presAssocID="{CCCB22DB-987C-48D6-A81F-57B3C63BA2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BC46FB2-62C7-474D-85D0-E36C23255B9A}" type="pres">
      <dgm:prSet presAssocID="{9BAC1F2E-97CA-457F-8F2F-3A50738C7268}" presName="spacer" presStyleCnt="0"/>
      <dgm:spPr/>
    </dgm:pt>
    <dgm:pt modelId="{7CF7B009-1672-48F4-9BB4-FCED598086D1}" type="pres">
      <dgm:prSet presAssocID="{A79766D6-1921-44F5-8D08-0FE8420A31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DDE44B3-F859-461E-8673-0AC2BCC9666A}" type="pres">
      <dgm:prSet presAssocID="{EC42D1B6-EDDA-4CB0-9478-33D790F28B53}" presName="spacer" presStyleCnt="0"/>
      <dgm:spPr/>
    </dgm:pt>
    <dgm:pt modelId="{8E3E4A3E-456A-4173-BB82-4815853A02E2}" type="pres">
      <dgm:prSet presAssocID="{26573B76-0818-4F65-95F0-4A80C8C83A8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03E38DC-4F7A-4F93-86EE-86F6A00ADD4D}" type="pres">
      <dgm:prSet presAssocID="{4F1C8762-809E-4BF1-9B66-5EBF0C486608}" presName="spacer" presStyleCnt="0"/>
      <dgm:spPr/>
    </dgm:pt>
    <dgm:pt modelId="{B5AC0AEE-8A7C-4280-B282-1F8BC6A82FB8}" type="pres">
      <dgm:prSet presAssocID="{4202E154-5854-4FC2-95B8-888FA1ACDC1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2453308-9DC8-4BB6-A737-3210BADFA1A1}" srcId="{4FE59A6A-26F0-42B2-88D5-38193AF04D45}" destId="{A79766D6-1921-44F5-8D08-0FE8420A316E}" srcOrd="1" destOrd="0" parTransId="{9142830B-0309-41C4-A97A-C7F96A21C8B4}" sibTransId="{EC42D1B6-EDDA-4CB0-9478-33D790F28B53}"/>
    <dgm:cxn modelId="{573EE32B-F73D-4231-8D34-D09AEB5051C0}" srcId="{4FE59A6A-26F0-42B2-88D5-38193AF04D45}" destId="{CCCB22DB-987C-48D6-A81F-57B3C63BA268}" srcOrd="0" destOrd="0" parTransId="{1C83EFF7-FB2D-44C3-AF8C-96D941B4FCA9}" sibTransId="{9BAC1F2E-97CA-457F-8F2F-3A50738C7268}"/>
    <dgm:cxn modelId="{D1DEE772-9A04-4ECD-8DDF-C74E2D862521}" type="presOf" srcId="{4202E154-5854-4FC2-95B8-888FA1ACDC11}" destId="{B5AC0AEE-8A7C-4280-B282-1F8BC6A82FB8}" srcOrd="0" destOrd="0" presId="urn:microsoft.com/office/officeart/2005/8/layout/vList2"/>
    <dgm:cxn modelId="{9BF6567D-97D1-4C5C-96AE-2F5786F181CE}" srcId="{4FE59A6A-26F0-42B2-88D5-38193AF04D45}" destId="{26573B76-0818-4F65-95F0-4A80C8C83A8D}" srcOrd="2" destOrd="0" parTransId="{990535DA-2780-4EEB-9D53-7482C6B8AA21}" sibTransId="{4F1C8762-809E-4BF1-9B66-5EBF0C486608}"/>
    <dgm:cxn modelId="{9BB5A597-A0B9-458A-8A56-35D51427382F}" srcId="{4FE59A6A-26F0-42B2-88D5-38193AF04D45}" destId="{4202E154-5854-4FC2-95B8-888FA1ACDC11}" srcOrd="3" destOrd="0" parTransId="{0909DA10-8A21-4BD4-B8F3-BD01768A1445}" sibTransId="{B46D7028-CA1E-4E2A-BF66-FBEECA0FD867}"/>
    <dgm:cxn modelId="{CE677A9A-E1D3-4AE9-880B-7B81506C892A}" type="presOf" srcId="{CCCB22DB-987C-48D6-A81F-57B3C63BA268}" destId="{DD369513-3F7A-4658-AD53-F2F95013127A}" srcOrd="0" destOrd="0" presId="urn:microsoft.com/office/officeart/2005/8/layout/vList2"/>
    <dgm:cxn modelId="{FD63C0D0-EA23-4808-827D-5C78100A4862}" type="presOf" srcId="{4FE59A6A-26F0-42B2-88D5-38193AF04D45}" destId="{79C8F25E-D719-4653-BEB3-45333144973A}" srcOrd="0" destOrd="0" presId="urn:microsoft.com/office/officeart/2005/8/layout/vList2"/>
    <dgm:cxn modelId="{D7B95ED7-75A2-4908-AFA6-A1CB82405901}" type="presOf" srcId="{A79766D6-1921-44F5-8D08-0FE8420A316E}" destId="{7CF7B009-1672-48F4-9BB4-FCED598086D1}" srcOrd="0" destOrd="0" presId="urn:microsoft.com/office/officeart/2005/8/layout/vList2"/>
    <dgm:cxn modelId="{C6A998DC-3497-41E7-A467-0C876C388A7B}" type="presOf" srcId="{26573B76-0818-4F65-95F0-4A80C8C83A8D}" destId="{8E3E4A3E-456A-4173-BB82-4815853A02E2}" srcOrd="0" destOrd="0" presId="urn:microsoft.com/office/officeart/2005/8/layout/vList2"/>
    <dgm:cxn modelId="{046510B6-EB08-403E-931F-1BE312302DD0}" type="presParOf" srcId="{79C8F25E-D719-4653-BEB3-45333144973A}" destId="{DD369513-3F7A-4658-AD53-F2F95013127A}" srcOrd="0" destOrd="0" presId="urn:microsoft.com/office/officeart/2005/8/layout/vList2"/>
    <dgm:cxn modelId="{93EF43C4-2074-40BD-B46B-66361F628917}" type="presParOf" srcId="{79C8F25E-D719-4653-BEB3-45333144973A}" destId="{9BC46FB2-62C7-474D-85D0-E36C23255B9A}" srcOrd="1" destOrd="0" presId="urn:microsoft.com/office/officeart/2005/8/layout/vList2"/>
    <dgm:cxn modelId="{C3BF9700-F383-4747-BA69-56B48E5FF225}" type="presParOf" srcId="{79C8F25E-D719-4653-BEB3-45333144973A}" destId="{7CF7B009-1672-48F4-9BB4-FCED598086D1}" srcOrd="2" destOrd="0" presId="urn:microsoft.com/office/officeart/2005/8/layout/vList2"/>
    <dgm:cxn modelId="{2D553DAA-9E69-4619-A087-298847E22B58}" type="presParOf" srcId="{79C8F25E-D719-4653-BEB3-45333144973A}" destId="{6DDE44B3-F859-461E-8673-0AC2BCC9666A}" srcOrd="3" destOrd="0" presId="urn:microsoft.com/office/officeart/2005/8/layout/vList2"/>
    <dgm:cxn modelId="{88C38F85-C7CA-4F69-B9E3-FA897C044D77}" type="presParOf" srcId="{79C8F25E-D719-4653-BEB3-45333144973A}" destId="{8E3E4A3E-456A-4173-BB82-4815853A02E2}" srcOrd="4" destOrd="0" presId="urn:microsoft.com/office/officeart/2005/8/layout/vList2"/>
    <dgm:cxn modelId="{B53F1DB1-E38D-4F9E-9A88-BF6DD7BF4EFD}" type="presParOf" srcId="{79C8F25E-D719-4653-BEB3-45333144973A}" destId="{A03E38DC-4F7A-4F93-86EE-86F6A00ADD4D}" srcOrd="5" destOrd="0" presId="urn:microsoft.com/office/officeart/2005/8/layout/vList2"/>
    <dgm:cxn modelId="{1A683FE7-B419-4E88-9C4D-DE32618B512C}" type="presParOf" srcId="{79C8F25E-D719-4653-BEB3-45333144973A}" destId="{B5AC0AEE-8A7C-4280-B282-1F8BC6A82FB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16FACFE-6D07-491E-9FF3-BC26648BF2C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032A63F-0F2A-45EA-AA73-4F80825A1B42}">
      <dgm:prSet/>
      <dgm:spPr/>
      <dgm:t>
        <a:bodyPr/>
        <a:lstStyle/>
        <a:p>
          <a:r>
            <a:rPr lang="ru-RU" b="0" i="0"/>
            <a:t>1938 р.</a:t>
          </a:r>
          <a:endParaRPr lang="uk-UA"/>
        </a:p>
      </dgm:t>
    </dgm:pt>
    <dgm:pt modelId="{4EA9F5F5-1B35-4860-A735-90C04171FB02}" type="parTrans" cxnId="{253CEA19-5F38-4E40-A0A2-44F7CF097A14}">
      <dgm:prSet/>
      <dgm:spPr/>
      <dgm:t>
        <a:bodyPr/>
        <a:lstStyle/>
        <a:p>
          <a:endParaRPr lang="uk-UA"/>
        </a:p>
      </dgm:t>
    </dgm:pt>
    <dgm:pt modelId="{960655E2-4FA0-49AA-9C7E-AEF90258EDF1}" type="sibTrans" cxnId="{253CEA19-5F38-4E40-A0A2-44F7CF097A14}">
      <dgm:prSet/>
      <dgm:spPr/>
      <dgm:t>
        <a:bodyPr/>
        <a:lstStyle/>
        <a:p>
          <a:endParaRPr lang="uk-UA"/>
        </a:p>
      </dgm:t>
    </dgm:pt>
    <dgm:pt modelId="{A4C388FC-4710-4574-8A98-799DF869BB60}">
      <dgm:prSet/>
      <dgm:spPr/>
      <dgm:t>
        <a:bodyPr/>
        <a:lstStyle/>
        <a:p>
          <a:r>
            <a:rPr lang="ru-RU" b="0" i="0"/>
            <a:t>1939 р.</a:t>
          </a:r>
          <a:endParaRPr lang="uk-UA"/>
        </a:p>
      </dgm:t>
    </dgm:pt>
    <dgm:pt modelId="{ABA56258-8756-4717-9E14-47409C0C0E90}" type="parTrans" cxnId="{306A8C4C-4BD9-45F3-8C79-44E4AA91228F}">
      <dgm:prSet/>
      <dgm:spPr/>
      <dgm:t>
        <a:bodyPr/>
        <a:lstStyle/>
        <a:p>
          <a:endParaRPr lang="uk-UA"/>
        </a:p>
      </dgm:t>
    </dgm:pt>
    <dgm:pt modelId="{A6729C85-7A3D-47EF-B9AC-255D3B03C68F}" type="sibTrans" cxnId="{306A8C4C-4BD9-45F3-8C79-44E4AA91228F}">
      <dgm:prSet/>
      <dgm:spPr/>
      <dgm:t>
        <a:bodyPr/>
        <a:lstStyle/>
        <a:p>
          <a:endParaRPr lang="uk-UA"/>
        </a:p>
      </dgm:t>
    </dgm:pt>
    <dgm:pt modelId="{48589FE0-0985-4BA9-8DED-648BAED01E2C}">
      <dgm:prSet/>
      <dgm:spPr/>
      <dgm:t>
        <a:bodyPr/>
        <a:lstStyle/>
        <a:p>
          <a:r>
            <a:rPr lang="ru-RU" b="0" i="0"/>
            <a:t>1940 р.</a:t>
          </a:r>
          <a:endParaRPr lang="uk-UA"/>
        </a:p>
      </dgm:t>
    </dgm:pt>
    <dgm:pt modelId="{669CEC30-C51A-41D0-842D-7B3CD24E4B20}" type="parTrans" cxnId="{0D137CF7-AE4B-4DE2-9E92-30D4B38D52E1}">
      <dgm:prSet/>
      <dgm:spPr/>
      <dgm:t>
        <a:bodyPr/>
        <a:lstStyle/>
        <a:p>
          <a:endParaRPr lang="uk-UA"/>
        </a:p>
      </dgm:t>
    </dgm:pt>
    <dgm:pt modelId="{74E409B0-81BD-4DBB-9261-F3939584FE1D}" type="sibTrans" cxnId="{0D137CF7-AE4B-4DE2-9E92-30D4B38D52E1}">
      <dgm:prSet/>
      <dgm:spPr/>
      <dgm:t>
        <a:bodyPr/>
        <a:lstStyle/>
        <a:p>
          <a:endParaRPr lang="uk-UA"/>
        </a:p>
      </dgm:t>
    </dgm:pt>
    <dgm:pt modelId="{AB37ABC3-B4BE-4502-AFEE-6C26FD2B397F}">
      <dgm:prSet/>
      <dgm:spPr/>
      <dgm:t>
        <a:bodyPr/>
        <a:lstStyle/>
        <a:p>
          <a:r>
            <a:rPr lang="ru-RU" b="0" i="0"/>
            <a:t>1941 р.</a:t>
          </a:r>
          <a:endParaRPr lang="uk-UA"/>
        </a:p>
      </dgm:t>
    </dgm:pt>
    <dgm:pt modelId="{B7C24877-320C-494E-9460-CF5862FB5B1A}" type="parTrans" cxnId="{010C2AC0-9637-4025-8C61-AEFFA0E2AF36}">
      <dgm:prSet/>
      <dgm:spPr/>
      <dgm:t>
        <a:bodyPr/>
        <a:lstStyle/>
        <a:p>
          <a:endParaRPr lang="uk-UA"/>
        </a:p>
      </dgm:t>
    </dgm:pt>
    <dgm:pt modelId="{C3CCD597-9C5B-40F4-B2FA-108E6BA79CB0}" type="sibTrans" cxnId="{010C2AC0-9637-4025-8C61-AEFFA0E2AF36}">
      <dgm:prSet/>
      <dgm:spPr/>
      <dgm:t>
        <a:bodyPr/>
        <a:lstStyle/>
        <a:p>
          <a:endParaRPr lang="uk-UA"/>
        </a:p>
      </dgm:t>
    </dgm:pt>
    <dgm:pt modelId="{19117252-E3A1-4A2A-BBCF-8B80EBA84167}" type="pres">
      <dgm:prSet presAssocID="{B16FACFE-6D07-491E-9FF3-BC26648BF2C6}" presName="matrix" presStyleCnt="0">
        <dgm:presLayoutVars>
          <dgm:chMax val="1"/>
          <dgm:dir/>
          <dgm:resizeHandles val="exact"/>
        </dgm:presLayoutVars>
      </dgm:prSet>
      <dgm:spPr/>
    </dgm:pt>
    <dgm:pt modelId="{20CE5364-9262-47AF-8A97-26552C6C5BB6}" type="pres">
      <dgm:prSet presAssocID="{B16FACFE-6D07-491E-9FF3-BC26648BF2C6}" presName="diamond" presStyleLbl="bgShp" presStyleIdx="0" presStyleCnt="1"/>
      <dgm:spPr/>
    </dgm:pt>
    <dgm:pt modelId="{5E1A17BA-7C13-4149-B82E-BB67CB4E25D8}" type="pres">
      <dgm:prSet presAssocID="{B16FACFE-6D07-491E-9FF3-BC26648BF2C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931F26-BFE3-4143-8FA0-1B7880D44458}" type="pres">
      <dgm:prSet presAssocID="{B16FACFE-6D07-491E-9FF3-BC26648BF2C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5A3C84C-61AC-4FB4-A2AF-DAE2D604CD0B}" type="pres">
      <dgm:prSet presAssocID="{B16FACFE-6D07-491E-9FF3-BC26648BF2C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4C34911-0B54-4325-B4C4-B90A9E1EBDCB}" type="pres">
      <dgm:prSet presAssocID="{B16FACFE-6D07-491E-9FF3-BC26648BF2C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6D9BE0A-E57E-458E-AC3B-C501B4A6D0BD}" type="presOf" srcId="{48589FE0-0985-4BA9-8DED-648BAED01E2C}" destId="{B5A3C84C-61AC-4FB4-A2AF-DAE2D604CD0B}" srcOrd="0" destOrd="0" presId="urn:microsoft.com/office/officeart/2005/8/layout/matrix3"/>
    <dgm:cxn modelId="{253CEA19-5F38-4E40-A0A2-44F7CF097A14}" srcId="{B16FACFE-6D07-491E-9FF3-BC26648BF2C6}" destId="{6032A63F-0F2A-45EA-AA73-4F80825A1B42}" srcOrd="0" destOrd="0" parTransId="{4EA9F5F5-1B35-4860-A735-90C04171FB02}" sibTransId="{960655E2-4FA0-49AA-9C7E-AEF90258EDF1}"/>
    <dgm:cxn modelId="{A80CE630-6BCE-484E-BE54-A2865018295F}" type="presOf" srcId="{AB37ABC3-B4BE-4502-AFEE-6C26FD2B397F}" destId="{F4C34911-0B54-4325-B4C4-B90A9E1EBDCB}" srcOrd="0" destOrd="0" presId="urn:microsoft.com/office/officeart/2005/8/layout/matrix3"/>
    <dgm:cxn modelId="{E626075D-8CCB-449C-A7F0-CA96A2322CF1}" type="presOf" srcId="{B16FACFE-6D07-491E-9FF3-BC26648BF2C6}" destId="{19117252-E3A1-4A2A-BBCF-8B80EBA84167}" srcOrd="0" destOrd="0" presId="urn:microsoft.com/office/officeart/2005/8/layout/matrix3"/>
    <dgm:cxn modelId="{289D0B68-9D3E-45FD-9D35-87C15417BE23}" type="presOf" srcId="{6032A63F-0F2A-45EA-AA73-4F80825A1B42}" destId="{5E1A17BA-7C13-4149-B82E-BB67CB4E25D8}" srcOrd="0" destOrd="0" presId="urn:microsoft.com/office/officeart/2005/8/layout/matrix3"/>
    <dgm:cxn modelId="{306A8C4C-4BD9-45F3-8C79-44E4AA91228F}" srcId="{B16FACFE-6D07-491E-9FF3-BC26648BF2C6}" destId="{A4C388FC-4710-4574-8A98-799DF869BB60}" srcOrd="1" destOrd="0" parTransId="{ABA56258-8756-4717-9E14-47409C0C0E90}" sibTransId="{A6729C85-7A3D-47EF-B9AC-255D3B03C68F}"/>
    <dgm:cxn modelId="{F411126F-4F2B-4AA8-AAA7-A938624E1E25}" type="presOf" srcId="{A4C388FC-4710-4574-8A98-799DF869BB60}" destId="{04931F26-BFE3-4143-8FA0-1B7880D44458}" srcOrd="0" destOrd="0" presId="urn:microsoft.com/office/officeart/2005/8/layout/matrix3"/>
    <dgm:cxn modelId="{010C2AC0-9637-4025-8C61-AEFFA0E2AF36}" srcId="{B16FACFE-6D07-491E-9FF3-BC26648BF2C6}" destId="{AB37ABC3-B4BE-4502-AFEE-6C26FD2B397F}" srcOrd="3" destOrd="0" parTransId="{B7C24877-320C-494E-9460-CF5862FB5B1A}" sibTransId="{C3CCD597-9C5B-40F4-B2FA-108E6BA79CB0}"/>
    <dgm:cxn modelId="{0D137CF7-AE4B-4DE2-9E92-30D4B38D52E1}" srcId="{B16FACFE-6D07-491E-9FF3-BC26648BF2C6}" destId="{48589FE0-0985-4BA9-8DED-648BAED01E2C}" srcOrd="2" destOrd="0" parTransId="{669CEC30-C51A-41D0-842D-7B3CD24E4B20}" sibTransId="{74E409B0-81BD-4DBB-9261-F3939584FE1D}"/>
    <dgm:cxn modelId="{F5095631-EFF2-4401-9FC3-7E9FC8B897FD}" type="presParOf" srcId="{19117252-E3A1-4A2A-BBCF-8B80EBA84167}" destId="{20CE5364-9262-47AF-8A97-26552C6C5BB6}" srcOrd="0" destOrd="0" presId="urn:microsoft.com/office/officeart/2005/8/layout/matrix3"/>
    <dgm:cxn modelId="{58F53018-D43D-4165-A3A6-7582C90D40D4}" type="presParOf" srcId="{19117252-E3A1-4A2A-BBCF-8B80EBA84167}" destId="{5E1A17BA-7C13-4149-B82E-BB67CB4E25D8}" srcOrd="1" destOrd="0" presId="urn:microsoft.com/office/officeart/2005/8/layout/matrix3"/>
    <dgm:cxn modelId="{1CA5DDE1-F8DA-47D7-B76F-2EB653C0F9EE}" type="presParOf" srcId="{19117252-E3A1-4A2A-BBCF-8B80EBA84167}" destId="{04931F26-BFE3-4143-8FA0-1B7880D44458}" srcOrd="2" destOrd="0" presId="urn:microsoft.com/office/officeart/2005/8/layout/matrix3"/>
    <dgm:cxn modelId="{219132E6-1CA9-4417-99B7-F4B9509F5A27}" type="presParOf" srcId="{19117252-E3A1-4A2A-BBCF-8B80EBA84167}" destId="{B5A3C84C-61AC-4FB4-A2AF-DAE2D604CD0B}" srcOrd="3" destOrd="0" presId="urn:microsoft.com/office/officeart/2005/8/layout/matrix3"/>
    <dgm:cxn modelId="{F9825612-7522-4D59-9FDC-D9A1B58AACA1}" type="presParOf" srcId="{19117252-E3A1-4A2A-BBCF-8B80EBA84167}" destId="{F4C34911-0B54-4325-B4C4-B90A9E1EBDC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4A33C49-BE8F-4248-A6D5-797B60EA39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B0874EF-7326-4665-A876-663DFC113798}">
      <dgm:prSet/>
      <dgm:spPr/>
      <dgm:t>
        <a:bodyPr/>
        <a:lstStyle/>
        <a:p>
          <a:r>
            <a:rPr lang="uk-UA" b="0" i="0"/>
            <a:t>нападу нацистської Німеччини на СРСР.</a:t>
          </a:r>
          <a:endParaRPr lang="uk-UA"/>
        </a:p>
      </dgm:t>
    </dgm:pt>
    <dgm:pt modelId="{5D7C1B53-53ED-42F4-B93F-450A1F131180}" type="parTrans" cxnId="{BC81A3E8-A604-4D07-A974-366571CBBF55}">
      <dgm:prSet/>
      <dgm:spPr/>
      <dgm:t>
        <a:bodyPr/>
        <a:lstStyle/>
        <a:p>
          <a:endParaRPr lang="uk-UA"/>
        </a:p>
      </dgm:t>
    </dgm:pt>
    <dgm:pt modelId="{2638D28B-DF09-46C6-AC0F-601CAB549601}" type="sibTrans" cxnId="{BC81A3E8-A604-4D07-A974-366571CBBF55}">
      <dgm:prSet/>
      <dgm:spPr/>
      <dgm:t>
        <a:bodyPr/>
        <a:lstStyle/>
        <a:p>
          <a:endParaRPr lang="uk-UA"/>
        </a:p>
      </dgm:t>
    </dgm:pt>
    <dgm:pt modelId="{0733F317-001D-4EE4-AC63-C4808586A6EC}">
      <dgm:prSet/>
      <dgm:spPr/>
      <dgm:t>
        <a:bodyPr/>
        <a:lstStyle/>
        <a:p>
          <a:r>
            <a:rPr lang="uk-UA" b="0" i="0"/>
            <a:t>укладення «пакту Молотова – Ріббентропа».</a:t>
          </a:r>
          <a:endParaRPr lang="uk-UA"/>
        </a:p>
      </dgm:t>
    </dgm:pt>
    <dgm:pt modelId="{459170AA-7FBC-4658-BE9F-3DE175191661}" type="parTrans" cxnId="{2F610EE0-D77E-47C9-8399-8E8C979825F8}">
      <dgm:prSet/>
      <dgm:spPr/>
      <dgm:t>
        <a:bodyPr/>
        <a:lstStyle/>
        <a:p>
          <a:endParaRPr lang="uk-UA"/>
        </a:p>
      </dgm:t>
    </dgm:pt>
    <dgm:pt modelId="{F1CF6AA5-3CEB-4E2B-9952-3329643B62FC}" type="sibTrans" cxnId="{2F610EE0-D77E-47C9-8399-8E8C979825F8}">
      <dgm:prSet/>
      <dgm:spPr/>
      <dgm:t>
        <a:bodyPr/>
        <a:lstStyle/>
        <a:p>
          <a:endParaRPr lang="uk-UA"/>
        </a:p>
      </dgm:t>
    </dgm:pt>
    <dgm:pt modelId="{DE41F9DE-0A04-4072-8781-0C6EA37E2CF6}">
      <dgm:prSet/>
      <dgm:spPr/>
      <dgm:t>
        <a:bodyPr/>
        <a:lstStyle/>
        <a:p>
          <a:r>
            <a:rPr lang="uk-UA" b="0" i="0"/>
            <a:t>проголошення незалежності Карпатської України.</a:t>
          </a:r>
          <a:endParaRPr lang="uk-UA"/>
        </a:p>
      </dgm:t>
    </dgm:pt>
    <dgm:pt modelId="{401DCD17-C956-4F6D-8049-023036E34851}" type="parTrans" cxnId="{F75CF1D6-688D-4B5D-B08A-3841B2CF978D}">
      <dgm:prSet/>
      <dgm:spPr/>
      <dgm:t>
        <a:bodyPr/>
        <a:lstStyle/>
        <a:p>
          <a:endParaRPr lang="uk-UA"/>
        </a:p>
      </dgm:t>
    </dgm:pt>
    <dgm:pt modelId="{42FF9308-07B3-4C5D-BB87-6EDD0015BD67}" type="sibTrans" cxnId="{F75CF1D6-688D-4B5D-B08A-3841B2CF978D}">
      <dgm:prSet/>
      <dgm:spPr/>
      <dgm:t>
        <a:bodyPr/>
        <a:lstStyle/>
        <a:p>
          <a:endParaRPr lang="uk-UA"/>
        </a:p>
      </dgm:t>
    </dgm:pt>
    <dgm:pt modelId="{418D0AF4-72AD-4275-82C8-45B92AC6FAD5}">
      <dgm:prSet/>
      <dgm:spPr/>
      <dgm:t>
        <a:bodyPr/>
        <a:lstStyle/>
        <a:p>
          <a:r>
            <a:rPr lang="uk-UA" b="0" i="0"/>
            <a:t>оприлюднення Акта відновлення Української Держави.</a:t>
          </a:r>
          <a:endParaRPr lang="uk-UA"/>
        </a:p>
      </dgm:t>
    </dgm:pt>
    <dgm:pt modelId="{DB4D3471-8CEC-47E7-BDEC-BF3D80F86949}" type="parTrans" cxnId="{BF5E0FA1-5F9D-4642-95E8-03AA04998213}">
      <dgm:prSet/>
      <dgm:spPr/>
      <dgm:t>
        <a:bodyPr/>
        <a:lstStyle/>
        <a:p>
          <a:endParaRPr lang="uk-UA"/>
        </a:p>
      </dgm:t>
    </dgm:pt>
    <dgm:pt modelId="{A46CCD78-CC89-4A07-96D6-5C53299E8E6B}" type="sibTrans" cxnId="{BF5E0FA1-5F9D-4642-95E8-03AA04998213}">
      <dgm:prSet/>
      <dgm:spPr/>
      <dgm:t>
        <a:bodyPr/>
        <a:lstStyle/>
        <a:p>
          <a:endParaRPr lang="uk-UA"/>
        </a:p>
      </dgm:t>
    </dgm:pt>
    <dgm:pt modelId="{23961A9E-5464-4722-AC0B-67AA54D0DA7B}" type="pres">
      <dgm:prSet presAssocID="{14A33C49-BE8F-4248-A6D5-797B60EA39D4}" presName="linear" presStyleCnt="0">
        <dgm:presLayoutVars>
          <dgm:animLvl val="lvl"/>
          <dgm:resizeHandles val="exact"/>
        </dgm:presLayoutVars>
      </dgm:prSet>
      <dgm:spPr/>
    </dgm:pt>
    <dgm:pt modelId="{CE9B5B71-5C4D-430D-9DBE-7F9087983A30}" type="pres">
      <dgm:prSet presAssocID="{AB0874EF-7326-4665-A876-663DFC1137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2F8B915-54ED-4368-81E0-8900BFE55ECB}" type="pres">
      <dgm:prSet presAssocID="{2638D28B-DF09-46C6-AC0F-601CAB549601}" presName="spacer" presStyleCnt="0"/>
      <dgm:spPr/>
    </dgm:pt>
    <dgm:pt modelId="{E825B797-0C37-4CE4-9881-CD60FC0CAEBE}" type="pres">
      <dgm:prSet presAssocID="{0733F317-001D-4EE4-AC63-C4808586A6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B085037-689D-4C93-9762-C68855B63DD8}" type="pres">
      <dgm:prSet presAssocID="{F1CF6AA5-3CEB-4E2B-9952-3329643B62FC}" presName="spacer" presStyleCnt="0"/>
      <dgm:spPr/>
    </dgm:pt>
    <dgm:pt modelId="{7A291FBE-2BAC-4D41-A581-30A1D40015A5}" type="pres">
      <dgm:prSet presAssocID="{DE41F9DE-0A04-4072-8781-0C6EA37E2C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6DE03C-9E88-46CF-BC33-C47AC65DB75F}" type="pres">
      <dgm:prSet presAssocID="{42FF9308-07B3-4C5D-BB87-6EDD0015BD67}" presName="spacer" presStyleCnt="0"/>
      <dgm:spPr/>
    </dgm:pt>
    <dgm:pt modelId="{12F054DA-88A1-4D04-9772-6E3B7D521E14}" type="pres">
      <dgm:prSet presAssocID="{418D0AF4-72AD-4275-82C8-45B92AC6FA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D4222C-5C58-4803-B162-08F8262378BE}" type="presOf" srcId="{14A33C49-BE8F-4248-A6D5-797B60EA39D4}" destId="{23961A9E-5464-4722-AC0B-67AA54D0DA7B}" srcOrd="0" destOrd="0" presId="urn:microsoft.com/office/officeart/2005/8/layout/vList2"/>
    <dgm:cxn modelId="{F61FB63D-802A-42EC-B7AB-B3DA421D4B5E}" type="presOf" srcId="{418D0AF4-72AD-4275-82C8-45B92AC6FAD5}" destId="{12F054DA-88A1-4D04-9772-6E3B7D521E14}" srcOrd="0" destOrd="0" presId="urn:microsoft.com/office/officeart/2005/8/layout/vList2"/>
    <dgm:cxn modelId="{7B0AB38A-9CF2-4299-AC49-3FDFBD0D89A2}" type="presOf" srcId="{0733F317-001D-4EE4-AC63-C4808586A6EC}" destId="{E825B797-0C37-4CE4-9881-CD60FC0CAEBE}" srcOrd="0" destOrd="0" presId="urn:microsoft.com/office/officeart/2005/8/layout/vList2"/>
    <dgm:cxn modelId="{BF5E0FA1-5F9D-4642-95E8-03AA04998213}" srcId="{14A33C49-BE8F-4248-A6D5-797B60EA39D4}" destId="{418D0AF4-72AD-4275-82C8-45B92AC6FAD5}" srcOrd="3" destOrd="0" parTransId="{DB4D3471-8CEC-47E7-BDEC-BF3D80F86949}" sibTransId="{A46CCD78-CC89-4A07-96D6-5C53299E8E6B}"/>
    <dgm:cxn modelId="{4E610DB9-68F2-4483-B684-1AE8E0DF64E6}" type="presOf" srcId="{DE41F9DE-0A04-4072-8781-0C6EA37E2CF6}" destId="{7A291FBE-2BAC-4D41-A581-30A1D40015A5}" srcOrd="0" destOrd="0" presId="urn:microsoft.com/office/officeart/2005/8/layout/vList2"/>
    <dgm:cxn modelId="{F75CF1D6-688D-4B5D-B08A-3841B2CF978D}" srcId="{14A33C49-BE8F-4248-A6D5-797B60EA39D4}" destId="{DE41F9DE-0A04-4072-8781-0C6EA37E2CF6}" srcOrd="2" destOrd="0" parTransId="{401DCD17-C956-4F6D-8049-023036E34851}" sibTransId="{42FF9308-07B3-4C5D-BB87-6EDD0015BD67}"/>
    <dgm:cxn modelId="{9C1264D8-F30E-4E0A-A6A2-E3825678110F}" type="presOf" srcId="{AB0874EF-7326-4665-A876-663DFC113798}" destId="{CE9B5B71-5C4D-430D-9DBE-7F9087983A30}" srcOrd="0" destOrd="0" presId="urn:microsoft.com/office/officeart/2005/8/layout/vList2"/>
    <dgm:cxn modelId="{2F610EE0-D77E-47C9-8399-8E8C979825F8}" srcId="{14A33C49-BE8F-4248-A6D5-797B60EA39D4}" destId="{0733F317-001D-4EE4-AC63-C4808586A6EC}" srcOrd="1" destOrd="0" parTransId="{459170AA-7FBC-4658-BE9F-3DE175191661}" sibTransId="{F1CF6AA5-3CEB-4E2B-9952-3329643B62FC}"/>
    <dgm:cxn modelId="{BC81A3E8-A604-4D07-A974-366571CBBF55}" srcId="{14A33C49-BE8F-4248-A6D5-797B60EA39D4}" destId="{AB0874EF-7326-4665-A876-663DFC113798}" srcOrd="0" destOrd="0" parTransId="{5D7C1B53-53ED-42F4-B93F-450A1F131180}" sibTransId="{2638D28B-DF09-46C6-AC0F-601CAB549601}"/>
    <dgm:cxn modelId="{7081676C-3BB5-4AFD-A3B6-521AAD0680FA}" type="presParOf" srcId="{23961A9E-5464-4722-AC0B-67AA54D0DA7B}" destId="{CE9B5B71-5C4D-430D-9DBE-7F9087983A30}" srcOrd="0" destOrd="0" presId="urn:microsoft.com/office/officeart/2005/8/layout/vList2"/>
    <dgm:cxn modelId="{9467BFE3-DA5F-4AE9-9675-15F926FED6ED}" type="presParOf" srcId="{23961A9E-5464-4722-AC0B-67AA54D0DA7B}" destId="{72F8B915-54ED-4368-81E0-8900BFE55ECB}" srcOrd="1" destOrd="0" presId="urn:microsoft.com/office/officeart/2005/8/layout/vList2"/>
    <dgm:cxn modelId="{960243E6-BAC7-41A9-A314-142ED8541D90}" type="presParOf" srcId="{23961A9E-5464-4722-AC0B-67AA54D0DA7B}" destId="{E825B797-0C37-4CE4-9881-CD60FC0CAEBE}" srcOrd="2" destOrd="0" presId="urn:microsoft.com/office/officeart/2005/8/layout/vList2"/>
    <dgm:cxn modelId="{F3584030-F3D6-4957-A63C-6A5F9ADBAA06}" type="presParOf" srcId="{23961A9E-5464-4722-AC0B-67AA54D0DA7B}" destId="{EB085037-689D-4C93-9762-C68855B63DD8}" srcOrd="3" destOrd="0" presId="urn:microsoft.com/office/officeart/2005/8/layout/vList2"/>
    <dgm:cxn modelId="{8215600B-B109-4B8F-9FA2-F18E1EEA72D8}" type="presParOf" srcId="{23961A9E-5464-4722-AC0B-67AA54D0DA7B}" destId="{7A291FBE-2BAC-4D41-A581-30A1D40015A5}" srcOrd="4" destOrd="0" presId="urn:microsoft.com/office/officeart/2005/8/layout/vList2"/>
    <dgm:cxn modelId="{6BE46FCA-2150-467F-8B24-B366AF8A3630}" type="presParOf" srcId="{23961A9E-5464-4722-AC0B-67AA54D0DA7B}" destId="{9E6DE03C-9E88-46CF-BC33-C47AC65DB75F}" srcOrd="5" destOrd="0" presId="urn:microsoft.com/office/officeart/2005/8/layout/vList2"/>
    <dgm:cxn modelId="{29CCCB99-8B32-4A9E-A846-0FEDF39C5348}" type="presParOf" srcId="{23961A9E-5464-4722-AC0B-67AA54D0DA7B}" destId="{12F054DA-88A1-4D04-9772-6E3B7D521E1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5A17B74-E1FA-40EF-B5B7-314A6BD0E7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70959C4-73F3-430F-B389-0C8F9A0F61D4}">
      <dgm:prSet/>
      <dgm:spPr/>
      <dgm:t>
        <a:bodyPr/>
        <a:lstStyle/>
        <a:p>
          <a:r>
            <a:rPr lang="uk-UA" b="0" i="0"/>
            <a:t>Польщі</a:t>
          </a:r>
          <a:endParaRPr lang="uk-UA"/>
        </a:p>
      </dgm:t>
    </dgm:pt>
    <dgm:pt modelId="{FA53F9A4-0482-42FC-B926-A8CEC3F520F9}" type="parTrans" cxnId="{5222AA84-865F-46D5-B778-FB83497F1EDC}">
      <dgm:prSet/>
      <dgm:spPr/>
      <dgm:t>
        <a:bodyPr/>
        <a:lstStyle/>
        <a:p>
          <a:endParaRPr lang="uk-UA"/>
        </a:p>
      </dgm:t>
    </dgm:pt>
    <dgm:pt modelId="{01B691B4-6E0E-41C4-9236-6FC18757D648}" type="sibTrans" cxnId="{5222AA84-865F-46D5-B778-FB83497F1EDC}">
      <dgm:prSet/>
      <dgm:spPr/>
      <dgm:t>
        <a:bodyPr/>
        <a:lstStyle/>
        <a:p>
          <a:endParaRPr lang="uk-UA"/>
        </a:p>
      </dgm:t>
    </dgm:pt>
    <dgm:pt modelId="{7A89DF0D-73F3-4CC0-BC27-C9956DD04813}">
      <dgm:prSet/>
      <dgm:spPr/>
      <dgm:t>
        <a:bodyPr/>
        <a:lstStyle/>
        <a:p>
          <a:r>
            <a:rPr lang="uk-UA" b="0" i="0"/>
            <a:t>Румунії</a:t>
          </a:r>
          <a:endParaRPr lang="uk-UA"/>
        </a:p>
      </dgm:t>
    </dgm:pt>
    <dgm:pt modelId="{B8DF4AFB-66A2-4882-B052-E5BDC188840E}" type="parTrans" cxnId="{2EC728FC-5357-4CAD-B475-F0B667EC8B76}">
      <dgm:prSet/>
      <dgm:spPr/>
      <dgm:t>
        <a:bodyPr/>
        <a:lstStyle/>
        <a:p>
          <a:endParaRPr lang="uk-UA"/>
        </a:p>
      </dgm:t>
    </dgm:pt>
    <dgm:pt modelId="{0C9E0D43-E3D5-46E6-8561-45C69BFE3FD1}" type="sibTrans" cxnId="{2EC728FC-5357-4CAD-B475-F0B667EC8B76}">
      <dgm:prSet/>
      <dgm:spPr/>
      <dgm:t>
        <a:bodyPr/>
        <a:lstStyle/>
        <a:p>
          <a:endParaRPr lang="uk-UA"/>
        </a:p>
      </dgm:t>
    </dgm:pt>
    <dgm:pt modelId="{74677342-69DB-4208-8803-0B61A81DF787}">
      <dgm:prSet/>
      <dgm:spPr/>
      <dgm:t>
        <a:bodyPr/>
        <a:lstStyle/>
        <a:p>
          <a:r>
            <a:rPr lang="uk-UA" b="0" i="0"/>
            <a:t>Угорщини</a:t>
          </a:r>
          <a:endParaRPr lang="uk-UA"/>
        </a:p>
      </dgm:t>
    </dgm:pt>
    <dgm:pt modelId="{2180FC68-43B1-45A7-8A40-6C02FAC5FEF3}" type="parTrans" cxnId="{AA4A9BAA-2731-43C8-AB21-6C72100BF18B}">
      <dgm:prSet/>
      <dgm:spPr/>
      <dgm:t>
        <a:bodyPr/>
        <a:lstStyle/>
        <a:p>
          <a:endParaRPr lang="uk-UA"/>
        </a:p>
      </dgm:t>
    </dgm:pt>
    <dgm:pt modelId="{2F3BA952-796C-4F24-970E-5793BE496A76}" type="sibTrans" cxnId="{AA4A9BAA-2731-43C8-AB21-6C72100BF18B}">
      <dgm:prSet/>
      <dgm:spPr/>
      <dgm:t>
        <a:bodyPr/>
        <a:lstStyle/>
        <a:p>
          <a:endParaRPr lang="uk-UA"/>
        </a:p>
      </dgm:t>
    </dgm:pt>
    <dgm:pt modelId="{FD2DDC9A-C4E3-4FAB-8E01-15AFA3508857}">
      <dgm:prSet/>
      <dgm:spPr/>
      <dgm:t>
        <a:bodyPr/>
        <a:lstStyle/>
        <a:p>
          <a:r>
            <a:rPr lang="uk-UA" b="0" i="0"/>
            <a:t>Чехословаччини</a:t>
          </a:r>
          <a:endParaRPr lang="uk-UA"/>
        </a:p>
      </dgm:t>
    </dgm:pt>
    <dgm:pt modelId="{52C4F9E3-3043-4C07-8D28-4D07A1CA099B}" type="parTrans" cxnId="{FB0051AE-39E2-4D09-A20A-5DE556559129}">
      <dgm:prSet/>
      <dgm:spPr/>
      <dgm:t>
        <a:bodyPr/>
        <a:lstStyle/>
        <a:p>
          <a:endParaRPr lang="uk-UA"/>
        </a:p>
      </dgm:t>
    </dgm:pt>
    <dgm:pt modelId="{9BA2251E-687E-4ADE-816E-2BD85907D7FF}" type="sibTrans" cxnId="{FB0051AE-39E2-4D09-A20A-5DE556559129}">
      <dgm:prSet/>
      <dgm:spPr/>
      <dgm:t>
        <a:bodyPr/>
        <a:lstStyle/>
        <a:p>
          <a:endParaRPr lang="uk-UA"/>
        </a:p>
      </dgm:t>
    </dgm:pt>
    <dgm:pt modelId="{70BBFF6B-A07D-46AE-828A-C20967BC1734}" type="pres">
      <dgm:prSet presAssocID="{55A17B74-E1FA-40EF-B5B7-314A6BD0E704}" presName="linear" presStyleCnt="0">
        <dgm:presLayoutVars>
          <dgm:animLvl val="lvl"/>
          <dgm:resizeHandles val="exact"/>
        </dgm:presLayoutVars>
      </dgm:prSet>
      <dgm:spPr/>
    </dgm:pt>
    <dgm:pt modelId="{F56FE022-4128-4B1D-ADD1-082341D4FEE6}" type="pres">
      <dgm:prSet presAssocID="{E70959C4-73F3-430F-B389-0C8F9A0F61D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EBB913-22B4-4974-91A4-6EE153666A96}" type="pres">
      <dgm:prSet presAssocID="{01B691B4-6E0E-41C4-9236-6FC18757D648}" presName="spacer" presStyleCnt="0"/>
      <dgm:spPr/>
    </dgm:pt>
    <dgm:pt modelId="{97024891-6A9F-4D7A-951C-479BA26948A7}" type="pres">
      <dgm:prSet presAssocID="{7A89DF0D-73F3-4CC0-BC27-C9956DD048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F29742-9EEB-4F17-80E5-0F9CEAE57A00}" type="pres">
      <dgm:prSet presAssocID="{0C9E0D43-E3D5-46E6-8561-45C69BFE3FD1}" presName="spacer" presStyleCnt="0"/>
      <dgm:spPr/>
    </dgm:pt>
    <dgm:pt modelId="{3B9DFA82-B747-4D6D-8C13-B3E12DA6AA01}" type="pres">
      <dgm:prSet presAssocID="{74677342-69DB-4208-8803-0B61A81DF7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48DFEF-9328-4083-A7A1-815F066B1350}" type="pres">
      <dgm:prSet presAssocID="{2F3BA952-796C-4F24-970E-5793BE496A76}" presName="spacer" presStyleCnt="0"/>
      <dgm:spPr/>
    </dgm:pt>
    <dgm:pt modelId="{A7C7443A-4080-42CA-BC17-42306D34E4CD}" type="pres">
      <dgm:prSet presAssocID="{FD2DDC9A-C4E3-4FAB-8E01-15AFA350885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0A2780E-AF85-4859-A848-D4B84206BA3E}" type="presOf" srcId="{E70959C4-73F3-430F-B389-0C8F9A0F61D4}" destId="{F56FE022-4128-4B1D-ADD1-082341D4FEE6}" srcOrd="0" destOrd="0" presId="urn:microsoft.com/office/officeart/2005/8/layout/vList2"/>
    <dgm:cxn modelId="{398FB211-9493-42AA-B97A-3F0697E6AF2F}" type="presOf" srcId="{FD2DDC9A-C4E3-4FAB-8E01-15AFA3508857}" destId="{A7C7443A-4080-42CA-BC17-42306D34E4CD}" srcOrd="0" destOrd="0" presId="urn:microsoft.com/office/officeart/2005/8/layout/vList2"/>
    <dgm:cxn modelId="{25B26922-A49C-41D2-8A1C-C391C647262F}" type="presOf" srcId="{7A89DF0D-73F3-4CC0-BC27-C9956DD04813}" destId="{97024891-6A9F-4D7A-951C-479BA26948A7}" srcOrd="0" destOrd="0" presId="urn:microsoft.com/office/officeart/2005/8/layout/vList2"/>
    <dgm:cxn modelId="{AC01F838-8159-4F4E-9BF5-C243328EFA0C}" type="presOf" srcId="{55A17B74-E1FA-40EF-B5B7-314A6BD0E704}" destId="{70BBFF6B-A07D-46AE-828A-C20967BC1734}" srcOrd="0" destOrd="0" presId="urn:microsoft.com/office/officeart/2005/8/layout/vList2"/>
    <dgm:cxn modelId="{09A72F65-86B5-4B9F-AF5E-C18A740CD8AE}" type="presOf" srcId="{74677342-69DB-4208-8803-0B61A81DF787}" destId="{3B9DFA82-B747-4D6D-8C13-B3E12DA6AA01}" srcOrd="0" destOrd="0" presId="urn:microsoft.com/office/officeart/2005/8/layout/vList2"/>
    <dgm:cxn modelId="{5222AA84-865F-46D5-B778-FB83497F1EDC}" srcId="{55A17B74-E1FA-40EF-B5B7-314A6BD0E704}" destId="{E70959C4-73F3-430F-B389-0C8F9A0F61D4}" srcOrd="0" destOrd="0" parTransId="{FA53F9A4-0482-42FC-B926-A8CEC3F520F9}" sibTransId="{01B691B4-6E0E-41C4-9236-6FC18757D648}"/>
    <dgm:cxn modelId="{AA4A9BAA-2731-43C8-AB21-6C72100BF18B}" srcId="{55A17B74-E1FA-40EF-B5B7-314A6BD0E704}" destId="{74677342-69DB-4208-8803-0B61A81DF787}" srcOrd="2" destOrd="0" parTransId="{2180FC68-43B1-45A7-8A40-6C02FAC5FEF3}" sibTransId="{2F3BA952-796C-4F24-970E-5793BE496A76}"/>
    <dgm:cxn modelId="{FB0051AE-39E2-4D09-A20A-5DE556559129}" srcId="{55A17B74-E1FA-40EF-B5B7-314A6BD0E704}" destId="{FD2DDC9A-C4E3-4FAB-8E01-15AFA3508857}" srcOrd="3" destOrd="0" parTransId="{52C4F9E3-3043-4C07-8D28-4D07A1CA099B}" sibTransId="{9BA2251E-687E-4ADE-816E-2BD85907D7FF}"/>
    <dgm:cxn modelId="{2EC728FC-5357-4CAD-B475-F0B667EC8B76}" srcId="{55A17B74-E1FA-40EF-B5B7-314A6BD0E704}" destId="{7A89DF0D-73F3-4CC0-BC27-C9956DD04813}" srcOrd="1" destOrd="0" parTransId="{B8DF4AFB-66A2-4882-B052-E5BDC188840E}" sibTransId="{0C9E0D43-E3D5-46E6-8561-45C69BFE3FD1}"/>
    <dgm:cxn modelId="{38275D0E-DCB0-433E-A0E2-FBFB55191365}" type="presParOf" srcId="{70BBFF6B-A07D-46AE-828A-C20967BC1734}" destId="{F56FE022-4128-4B1D-ADD1-082341D4FEE6}" srcOrd="0" destOrd="0" presId="urn:microsoft.com/office/officeart/2005/8/layout/vList2"/>
    <dgm:cxn modelId="{0C4F176A-2DFA-4AB3-B739-BB9843626A26}" type="presParOf" srcId="{70BBFF6B-A07D-46AE-828A-C20967BC1734}" destId="{17EBB913-22B4-4974-91A4-6EE153666A96}" srcOrd="1" destOrd="0" presId="urn:microsoft.com/office/officeart/2005/8/layout/vList2"/>
    <dgm:cxn modelId="{8945DDB2-E87C-40DE-B603-B990D80B7B56}" type="presParOf" srcId="{70BBFF6B-A07D-46AE-828A-C20967BC1734}" destId="{97024891-6A9F-4D7A-951C-479BA26948A7}" srcOrd="2" destOrd="0" presId="urn:microsoft.com/office/officeart/2005/8/layout/vList2"/>
    <dgm:cxn modelId="{D043124D-3548-4C1C-8517-8E61AE13321A}" type="presParOf" srcId="{70BBFF6B-A07D-46AE-828A-C20967BC1734}" destId="{44F29742-9EEB-4F17-80E5-0F9CEAE57A00}" srcOrd="3" destOrd="0" presId="urn:microsoft.com/office/officeart/2005/8/layout/vList2"/>
    <dgm:cxn modelId="{3D44F0A6-9964-4156-B00F-0A8D1268B823}" type="presParOf" srcId="{70BBFF6B-A07D-46AE-828A-C20967BC1734}" destId="{3B9DFA82-B747-4D6D-8C13-B3E12DA6AA01}" srcOrd="4" destOrd="0" presId="urn:microsoft.com/office/officeart/2005/8/layout/vList2"/>
    <dgm:cxn modelId="{724BE4F9-51C0-42E7-A0F2-C9AC347474B8}" type="presParOf" srcId="{70BBFF6B-A07D-46AE-828A-C20967BC1734}" destId="{7848DFEF-9328-4083-A7A1-815F066B1350}" srcOrd="5" destOrd="0" presId="urn:microsoft.com/office/officeart/2005/8/layout/vList2"/>
    <dgm:cxn modelId="{B6C8EDEF-36AD-40E5-A8B0-295B73F9C170}" type="presParOf" srcId="{70BBFF6B-A07D-46AE-828A-C20967BC1734}" destId="{A7C7443A-4080-42CA-BC17-42306D34E4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674794B-C1C4-4F50-9A68-4973D8A136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73459FB-1546-4D9F-9DB3-E3C780B4E859}">
      <dgm:prSet/>
      <dgm:spPr/>
      <dgm:t>
        <a:bodyPr/>
        <a:lstStyle/>
        <a:p>
          <a:r>
            <a:rPr lang="ru-RU" b="0" i="0"/>
            <a:t>вересні 1939 р.</a:t>
          </a:r>
          <a:endParaRPr lang="uk-UA"/>
        </a:p>
      </dgm:t>
    </dgm:pt>
    <dgm:pt modelId="{A92CB073-BAF3-4F63-91D1-7C6BC1E6D59E}" type="parTrans" cxnId="{E6634207-FF06-4967-BBDB-38328C58423F}">
      <dgm:prSet/>
      <dgm:spPr/>
      <dgm:t>
        <a:bodyPr/>
        <a:lstStyle/>
        <a:p>
          <a:endParaRPr lang="uk-UA"/>
        </a:p>
      </dgm:t>
    </dgm:pt>
    <dgm:pt modelId="{59ED3EBB-A5C2-48CB-836C-3413EFA73239}" type="sibTrans" cxnId="{E6634207-FF06-4967-BBDB-38328C58423F}">
      <dgm:prSet/>
      <dgm:spPr/>
      <dgm:t>
        <a:bodyPr/>
        <a:lstStyle/>
        <a:p>
          <a:endParaRPr lang="uk-UA"/>
        </a:p>
      </dgm:t>
    </dgm:pt>
    <dgm:pt modelId="{631FC5C5-E008-4AAB-BB00-D6D896D5F97C}">
      <dgm:prSet/>
      <dgm:spPr/>
      <dgm:t>
        <a:bodyPr/>
        <a:lstStyle/>
        <a:p>
          <a:r>
            <a:rPr lang="ru-RU" b="0" i="0"/>
            <a:t>червні 1941 р.</a:t>
          </a:r>
          <a:endParaRPr lang="uk-UA"/>
        </a:p>
      </dgm:t>
    </dgm:pt>
    <dgm:pt modelId="{1D58D655-6849-40EB-B6A2-0F1AA85BC827}" type="parTrans" cxnId="{AEC321DA-54C9-4CF0-81FE-3E13121F53D6}">
      <dgm:prSet/>
      <dgm:spPr/>
      <dgm:t>
        <a:bodyPr/>
        <a:lstStyle/>
        <a:p>
          <a:endParaRPr lang="uk-UA"/>
        </a:p>
      </dgm:t>
    </dgm:pt>
    <dgm:pt modelId="{AE46944B-25B8-4382-B2D7-83B79FF26895}" type="sibTrans" cxnId="{AEC321DA-54C9-4CF0-81FE-3E13121F53D6}">
      <dgm:prSet/>
      <dgm:spPr/>
      <dgm:t>
        <a:bodyPr/>
        <a:lstStyle/>
        <a:p>
          <a:endParaRPr lang="uk-UA"/>
        </a:p>
      </dgm:t>
    </dgm:pt>
    <dgm:pt modelId="{7CF61414-5623-4223-B017-BD9CC8F1382C}">
      <dgm:prSet/>
      <dgm:spPr/>
      <dgm:t>
        <a:bodyPr/>
        <a:lstStyle/>
        <a:p>
          <a:r>
            <a:rPr lang="ru-RU" b="0" i="0"/>
            <a:t>листопаді 1943 р.</a:t>
          </a:r>
          <a:endParaRPr lang="uk-UA"/>
        </a:p>
      </dgm:t>
    </dgm:pt>
    <dgm:pt modelId="{C40C4B36-6FF8-4562-898B-519CC28DF94B}" type="parTrans" cxnId="{B8319C4F-745E-45BE-9C80-1171E208DC26}">
      <dgm:prSet/>
      <dgm:spPr/>
      <dgm:t>
        <a:bodyPr/>
        <a:lstStyle/>
        <a:p>
          <a:endParaRPr lang="uk-UA"/>
        </a:p>
      </dgm:t>
    </dgm:pt>
    <dgm:pt modelId="{B7E85252-C0A0-4C8B-AD24-A50263C7CF58}" type="sibTrans" cxnId="{B8319C4F-745E-45BE-9C80-1171E208DC26}">
      <dgm:prSet/>
      <dgm:spPr/>
      <dgm:t>
        <a:bodyPr/>
        <a:lstStyle/>
        <a:p>
          <a:endParaRPr lang="uk-UA"/>
        </a:p>
      </dgm:t>
    </dgm:pt>
    <dgm:pt modelId="{E87A8836-3F24-4DE9-B6B6-8492E8BDD32D}">
      <dgm:prSet/>
      <dgm:spPr/>
      <dgm:t>
        <a:bodyPr/>
        <a:lstStyle/>
        <a:p>
          <a:r>
            <a:rPr lang="ru-RU" b="0" i="0"/>
            <a:t>липні 1944 р.</a:t>
          </a:r>
          <a:endParaRPr lang="uk-UA"/>
        </a:p>
      </dgm:t>
    </dgm:pt>
    <dgm:pt modelId="{8DED94C6-2C8A-4EE1-96AC-9DEF1411320D}" type="parTrans" cxnId="{59D48204-237C-4C82-A8F8-650F8A5616CF}">
      <dgm:prSet/>
      <dgm:spPr/>
      <dgm:t>
        <a:bodyPr/>
        <a:lstStyle/>
        <a:p>
          <a:endParaRPr lang="uk-UA"/>
        </a:p>
      </dgm:t>
    </dgm:pt>
    <dgm:pt modelId="{70BCD5C8-09D4-4820-8AC3-49D8F8D3247B}" type="sibTrans" cxnId="{59D48204-237C-4C82-A8F8-650F8A5616CF}">
      <dgm:prSet/>
      <dgm:spPr/>
      <dgm:t>
        <a:bodyPr/>
        <a:lstStyle/>
        <a:p>
          <a:endParaRPr lang="uk-UA"/>
        </a:p>
      </dgm:t>
    </dgm:pt>
    <dgm:pt modelId="{82230E5C-6488-4620-AA5F-4F9CFC72BD9C}" type="pres">
      <dgm:prSet presAssocID="{A674794B-C1C4-4F50-9A68-4973D8A1366F}" presName="linear" presStyleCnt="0">
        <dgm:presLayoutVars>
          <dgm:animLvl val="lvl"/>
          <dgm:resizeHandles val="exact"/>
        </dgm:presLayoutVars>
      </dgm:prSet>
      <dgm:spPr/>
    </dgm:pt>
    <dgm:pt modelId="{2974909D-6596-4F51-85B4-B0157C115D96}" type="pres">
      <dgm:prSet presAssocID="{573459FB-1546-4D9F-9DB3-E3C780B4E8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9422CF4-FE8F-446F-BADD-983B36BAA8C7}" type="pres">
      <dgm:prSet presAssocID="{59ED3EBB-A5C2-48CB-836C-3413EFA73239}" presName="spacer" presStyleCnt="0"/>
      <dgm:spPr/>
    </dgm:pt>
    <dgm:pt modelId="{BFEDD0A2-2531-4379-937F-4F3112618319}" type="pres">
      <dgm:prSet presAssocID="{631FC5C5-E008-4AAB-BB00-D6D896D5F9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C1806D-5AFA-4273-B4D5-65C5C1E576CC}" type="pres">
      <dgm:prSet presAssocID="{AE46944B-25B8-4382-B2D7-83B79FF26895}" presName="spacer" presStyleCnt="0"/>
      <dgm:spPr/>
    </dgm:pt>
    <dgm:pt modelId="{03A37FD0-C8DA-4A70-8F5C-20A7921590B1}" type="pres">
      <dgm:prSet presAssocID="{7CF61414-5623-4223-B017-BD9CC8F138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44E7122-D932-4F97-947C-E836708815AB}" type="pres">
      <dgm:prSet presAssocID="{B7E85252-C0A0-4C8B-AD24-A50263C7CF58}" presName="spacer" presStyleCnt="0"/>
      <dgm:spPr/>
    </dgm:pt>
    <dgm:pt modelId="{2EDB8DA4-50E1-44B9-90CD-6B70462BA5D5}" type="pres">
      <dgm:prSet presAssocID="{E87A8836-3F24-4DE9-B6B6-8492E8BDD32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D48204-237C-4C82-A8F8-650F8A5616CF}" srcId="{A674794B-C1C4-4F50-9A68-4973D8A1366F}" destId="{E87A8836-3F24-4DE9-B6B6-8492E8BDD32D}" srcOrd="3" destOrd="0" parTransId="{8DED94C6-2C8A-4EE1-96AC-9DEF1411320D}" sibTransId="{70BCD5C8-09D4-4820-8AC3-49D8F8D3247B}"/>
    <dgm:cxn modelId="{E6634207-FF06-4967-BBDB-38328C58423F}" srcId="{A674794B-C1C4-4F50-9A68-4973D8A1366F}" destId="{573459FB-1546-4D9F-9DB3-E3C780B4E859}" srcOrd="0" destOrd="0" parTransId="{A92CB073-BAF3-4F63-91D1-7C6BC1E6D59E}" sibTransId="{59ED3EBB-A5C2-48CB-836C-3413EFA73239}"/>
    <dgm:cxn modelId="{FF719B1A-81A9-47EA-A546-AFC656C9C6C1}" type="presOf" srcId="{7CF61414-5623-4223-B017-BD9CC8F1382C}" destId="{03A37FD0-C8DA-4A70-8F5C-20A7921590B1}" srcOrd="0" destOrd="0" presId="urn:microsoft.com/office/officeart/2005/8/layout/vList2"/>
    <dgm:cxn modelId="{9E99572D-836D-4721-98D8-0D3B3DD5F946}" type="presOf" srcId="{E87A8836-3F24-4DE9-B6B6-8492E8BDD32D}" destId="{2EDB8DA4-50E1-44B9-90CD-6B70462BA5D5}" srcOrd="0" destOrd="0" presId="urn:microsoft.com/office/officeart/2005/8/layout/vList2"/>
    <dgm:cxn modelId="{B8319C4F-745E-45BE-9C80-1171E208DC26}" srcId="{A674794B-C1C4-4F50-9A68-4973D8A1366F}" destId="{7CF61414-5623-4223-B017-BD9CC8F1382C}" srcOrd="2" destOrd="0" parTransId="{C40C4B36-6FF8-4562-898B-519CC28DF94B}" sibTransId="{B7E85252-C0A0-4C8B-AD24-A50263C7CF58}"/>
    <dgm:cxn modelId="{CBCA6B92-C064-4016-AFEC-737FA07D64FE}" type="presOf" srcId="{573459FB-1546-4D9F-9DB3-E3C780B4E859}" destId="{2974909D-6596-4F51-85B4-B0157C115D96}" srcOrd="0" destOrd="0" presId="urn:microsoft.com/office/officeart/2005/8/layout/vList2"/>
    <dgm:cxn modelId="{7A9AF497-238E-46C1-B064-CF605EC4B618}" type="presOf" srcId="{631FC5C5-E008-4AAB-BB00-D6D896D5F97C}" destId="{BFEDD0A2-2531-4379-937F-4F3112618319}" srcOrd="0" destOrd="0" presId="urn:microsoft.com/office/officeart/2005/8/layout/vList2"/>
    <dgm:cxn modelId="{AEC321DA-54C9-4CF0-81FE-3E13121F53D6}" srcId="{A674794B-C1C4-4F50-9A68-4973D8A1366F}" destId="{631FC5C5-E008-4AAB-BB00-D6D896D5F97C}" srcOrd="1" destOrd="0" parTransId="{1D58D655-6849-40EB-B6A2-0F1AA85BC827}" sibTransId="{AE46944B-25B8-4382-B2D7-83B79FF26895}"/>
    <dgm:cxn modelId="{4E4854F3-9CCC-4BED-BA25-A638BF7738E1}" type="presOf" srcId="{A674794B-C1C4-4F50-9A68-4973D8A1366F}" destId="{82230E5C-6488-4620-AA5F-4F9CFC72BD9C}" srcOrd="0" destOrd="0" presId="urn:microsoft.com/office/officeart/2005/8/layout/vList2"/>
    <dgm:cxn modelId="{18DE0590-C15A-4C06-841F-28B5CEA6F936}" type="presParOf" srcId="{82230E5C-6488-4620-AA5F-4F9CFC72BD9C}" destId="{2974909D-6596-4F51-85B4-B0157C115D96}" srcOrd="0" destOrd="0" presId="urn:microsoft.com/office/officeart/2005/8/layout/vList2"/>
    <dgm:cxn modelId="{9C2D8AA1-F2A7-43EF-8318-587144191A4B}" type="presParOf" srcId="{82230E5C-6488-4620-AA5F-4F9CFC72BD9C}" destId="{49422CF4-FE8F-446F-BADD-983B36BAA8C7}" srcOrd="1" destOrd="0" presId="urn:microsoft.com/office/officeart/2005/8/layout/vList2"/>
    <dgm:cxn modelId="{2EE20286-5601-4389-9045-90F6F46EB39A}" type="presParOf" srcId="{82230E5C-6488-4620-AA5F-4F9CFC72BD9C}" destId="{BFEDD0A2-2531-4379-937F-4F3112618319}" srcOrd="2" destOrd="0" presId="urn:microsoft.com/office/officeart/2005/8/layout/vList2"/>
    <dgm:cxn modelId="{E85D65C3-AF29-4393-A4F3-3080ED7D705F}" type="presParOf" srcId="{82230E5C-6488-4620-AA5F-4F9CFC72BD9C}" destId="{7BC1806D-5AFA-4273-B4D5-65C5C1E576CC}" srcOrd="3" destOrd="0" presId="urn:microsoft.com/office/officeart/2005/8/layout/vList2"/>
    <dgm:cxn modelId="{F15D0A88-E6EC-43FF-A286-393A92509717}" type="presParOf" srcId="{82230E5C-6488-4620-AA5F-4F9CFC72BD9C}" destId="{03A37FD0-C8DA-4A70-8F5C-20A7921590B1}" srcOrd="4" destOrd="0" presId="urn:microsoft.com/office/officeart/2005/8/layout/vList2"/>
    <dgm:cxn modelId="{5B0B09B7-609D-4E88-956A-2848167ED74C}" type="presParOf" srcId="{82230E5C-6488-4620-AA5F-4F9CFC72BD9C}" destId="{144E7122-D932-4F97-947C-E836708815AB}" srcOrd="5" destOrd="0" presId="urn:microsoft.com/office/officeart/2005/8/layout/vList2"/>
    <dgm:cxn modelId="{2D611E61-51D3-4BA0-93DB-486A765AC0C6}" type="presParOf" srcId="{82230E5C-6488-4620-AA5F-4F9CFC72BD9C}" destId="{2EDB8DA4-50E1-44B9-90CD-6B70462BA5D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1D8B2BE-676E-4CF8-AA71-A74EEAF3A6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EB8E8E1-37D5-43CA-9A97-6B6A3ED8D337}">
      <dgm:prSet/>
      <dgm:spPr/>
      <dgm:t>
        <a:bodyPr/>
        <a:lstStyle/>
        <a:p>
          <a:r>
            <a:rPr lang="ru-RU" b="0" i="0"/>
            <a:t>23 серпня 1939 р.</a:t>
          </a:r>
          <a:endParaRPr lang="uk-UA"/>
        </a:p>
      </dgm:t>
    </dgm:pt>
    <dgm:pt modelId="{F7D07DAA-C9AD-4C68-AB68-2F0CE213301F}" type="parTrans" cxnId="{A36534A9-AF6F-4839-AF6E-24EBA8F2E072}">
      <dgm:prSet/>
      <dgm:spPr/>
      <dgm:t>
        <a:bodyPr/>
        <a:lstStyle/>
        <a:p>
          <a:endParaRPr lang="uk-UA"/>
        </a:p>
      </dgm:t>
    </dgm:pt>
    <dgm:pt modelId="{03FEEC08-CEF8-4041-99F4-5E7D772E9647}" type="sibTrans" cxnId="{A36534A9-AF6F-4839-AF6E-24EBA8F2E072}">
      <dgm:prSet/>
      <dgm:spPr/>
      <dgm:t>
        <a:bodyPr/>
        <a:lstStyle/>
        <a:p>
          <a:endParaRPr lang="uk-UA"/>
        </a:p>
      </dgm:t>
    </dgm:pt>
    <dgm:pt modelId="{2C237013-9A9D-40A8-8E2B-8C4E2846A3F4}">
      <dgm:prSet/>
      <dgm:spPr/>
      <dgm:t>
        <a:bodyPr/>
        <a:lstStyle/>
        <a:p>
          <a:r>
            <a:rPr lang="ru-RU" b="0" i="0"/>
            <a:t>17 вересня 1939 р.</a:t>
          </a:r>
          <a:endParaRPr lang="uk-UA"/>
        </a:p>
      </dgm:t>
    </dgm:pt>
    <dgm:pt modelId="{04ED94C2-611E-42FC-9029-68C69F6FB72A}" type="parTrans" cxnId="{C1CCD73D-9546-43AB-B91E-A84BCEC98894}">
      <dgm:prSet/>
      <dgm:spPr/>
      <dgm:t>
        <a:bodyPr/>
        <a:lstStyle/>
        <a:p>
          <a:endParaRPr lang="uk-UA"/>
        </a:p>
      </dgm:t>
    </dgm:pt>
    <dgm:pt modelId="{AF26FC69-2315-4840-8FF7-A86603CA89A2}" type="sibTrans" cxnId="{C1CCD73D-9546-43AB-B91E-A84BCEC98894}">
      <dgm:prSet/>
      <dgm:spPr/>
      <dgm:t>
        <a:bodyPr/>
        <a:lstStyle/>
        <a:p>
          <a:endParaRPr lang="uk-UA"/>
        </a:p>
      </dgm:t>
    </dgm:pt>
    <dgm:pt modelId="{AB61296E-CB1E-4B02-B126-2FE5493E9782}">
      <dgm:prSet/>
      <dgm:spPr/>
      <dgm:t>
        <a:bodyPr/>
        <a:lstStyle/>
        <a:p>
          <a:r>
            <a:rPr lang="ru-RU" b="0" i="0"/>
            <a:t>28 вересня 1939 р.</a:t>
          </a:r>
          <a:endParaRPr lang="uk-UA"/>
        </a:p>
      </dgm:t>
    </dgm:pt>
    <dgm:pt modelId="{5B4AA325-EF57-4832-A9D4-903AE0D30D6C}" type="parTrans" cxnId="{1E45DBF4-EB28-4330-A0B7-ABD56EFC8E65}">
      <dgm:prSet/>
      <dgm:spPr/>
      <dgm:t>
        <a:bodyPr/>
        <a:lstStyle/>
        <a:p>
          <a:endParaRPr lang="uk-UA"/>
        </a:p>
      </dgm:t>
    </dgm:pt>
    <dgm:pt modelId="{9326EA27-F395-4949-97AF-9E5BCCC44385}" type="sibTrans" cxnId="{1E45DBF4-EB28-4330-A0B7-ABD56EFC8E65}">
      <dgm:prSet/>
      <dgm:spPr/>
      <dgm:t>
        <a:bodyPr/>
        <a:lstStyle/>
        <a:p>
          <a:endParaRPr lang="uk-UA"/>
        </a:p>
      </dgm:t>
    </dgm:pt>
    <dgm:pt modelId="{6F0830B6-A86B-46AE-A817-5D1CA6B0433E}">
      <dgm:prSet/>
      <dgm:spPr/>
      <dgm:t>
        <a:bodyPr/>
        <a:lstStyle/>
        <a:p>
          <a:r>
            <a:rPr lang="ru-RU" b="0" i="0"/>
            <a:t>28 червня 1940 р.</a:t>
          </a:r>
          <a:endParaRPr lang="uk-UA"/>
        </a:p>
      </dgm:t>
    </dgm:pt>
    <dgm:pt modelId="{EA9DC050-93EA-495E-985A-A22500E2DC34}" type="parTrans" cxnId="{3CD19F41-A25E-485E-8018-A885D3189DD2}">
      <dgm:prSet/>
      <dgm:spPr/>
      <dgm:t>
        <a:bodyPr/>
        <a:lstStyle/>
        <a:p>
          <a:endParaRPr lang="uk-UA"/>
        </a:p>
      </dgm:t>
    </dgm:pt>
    <dgm:pt modelId="{C5D9DD48-D186-4BE0-B477-1D1BC51F4902}" type="sibTrans" cxnId="{3CD19F41-A25E-485E-8018-A885D3189DD2}">
      <dgm:prSet/>
      <dgm:spPr/>
      <dgm:t>
        <a:bodyPr/>
        <a:lstStyle/>
        <a:p>
          <a:endParaRPr lang="uk-UA"/>
        </a:p>
      </dgm:t>
    </dgm:pt>
    <dgm:pt modelId="{CE179569-560A-439B-9218-FC007FCDE8B8}" type="pres">
      <dgm:prSet presAssocID="{21D8B2BE-676E-4CF8-AA71-A74EEAF3A64F}" presName="linear" presStyleCnt="0">
        <dgm:presLayoutVars>
          <dgm:animLvl val="lvl"/>
          <dgm:resizeHandles val="exact"/>
        </dgm:presLayoutVars>
      </dgm:prSet>
      <dgm:spPr/>
    </dgm:pt>
    <dgm:pt modelId="{FC4A70F1-1C18-4653-B883-9E52726C83DB}" type="pres">
      <dgm:prSet presAssocID="{3EB8E8E1-37D5-43CA-9A97-6B6A3ED8D33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E7A8DA-7A76-411C-BAD6-62ED8B14A351}" type="pres">
      <dgm:prSet presAssocID="{03FEEC08-CEF8-4041-99F4-5E7D772E9647}" presName="spacer" presStyleCnt="0"/>
      <dgm:spPr/>
    </dgm:pt>
    <dgm:pt modelId="{9ECD6A30-B14D-495E-A9F3-7874A611D3E2}" type="pres">
      <dgm:prSet presAssocID="{2C237013-9A9D-40A8-8E2B-8C4E2846A3F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B82B730-2E23-477A-B902-D898876024B7}" type="pres">
      <dgm:prSet presAssocID="{AF26FC69-2315-4840-8FF7-A86603CA89A2}" presName="spacer" presStyleCnt="0"/>
      <dgm:spPr/>
    </dgm:pt>
    <dgm:pt modelId="{43349127-5157-4096-B10E-4F69D1584755}" type="pres">
      <dgm:prSet presAssocID="{AB61296E-CB1E-4B02-B126-2FE5493E97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73FDEF1-CD8D-4D0A-9635-D9766A17CA09}" type="pres">
      <dgm:prSet presAssocID="{9326EA27-F395-4949-97AF-9E5BCCC44385}" presName="spacer" presStyleCnt="0"/>
      <dgm:spPr/>
    </dgm:pt>
    <dgm:pt modelId="{D2207611-CE48-420B-8433-9F0A6C3FF155}" type="pres">
      <dgm:prSet presAssocID="{6F0830B6-A86B-46AE-A817-5D1CA6B0433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1CCD73D-9546-43AB-B91E-A84BCEC98894}" srcId="{21D8B2BE-676E-4CF8-AA71-A74EEAF3A64F}" destId="{2C237013-9A9D-40A8-8E2B-8C4E2846A3F4}" srcOrd="1" destOrd="0" parTransId="{04ED94C2-611E-42FC-9029-68C69F6FB72A}" sibTransId="{AF26FC69-2315-4840-8FF7-A86603CA89A2}"/>
    <dgm:cxn modelId="{3CD19F41-A25E-485E-8018-A885D3189DD2}" srcId="{21D8B2BE-676E-4CF8-AA71-A74EEAF3A64F}" destId="{6F0830B6-A86B-46AE-A817-5D1CA6B0433E}" srcOrd="3" destOrd="0" parTransId="{EA9DC050-93EA-495E-985A-A22500E2DC34}" sibTransId="{C5D9DD48-D186-4BE0-B477-1D1BC51F4902}"/>
    <dgm:cxn modelId="{A36534A9-AF6F-4839-AF6E-24EBA8F2E072}" srcId="{21D8B2BE-676E-4CF8-AA71-A74EEAF3A64F}" destId="{3EB8E8E1-37D5-43CA-9A97-6B6A3ED8D337}" srcOrd="0" destOrd="0" parTransId="{F7D07DAA-C9AD-4C68-AB68-2F0CE213301F}" sibTransId="{03FEEC08-CEF8-4041-99F4-5E7D772E9647}"/>
    <dgm:cxn modelId="{005604AE-21A5-46EC-8154-7D2AEFADAC1A}" type="presOf" srcId="{2C237013-9A9D-40A8-8E2B-8C4E2846A3F4}" destId="{9ECD6A30-B14D-495E-A9F3-7874A611D3E2}" srcOrd="0" destOrd="0" presId="urn:microsoft.com/office/officeart/2005/8/layout/vList2"/>
    <dgm:cxn modelId="{7F922CBD-F0DE-4AB1-B4C3-A20FBA2F5EA7}" type="presOf" srcId="{3EB8E8E1-37D5-43CA-9A97-6B6A3ED8D337}" destId="{FC4A70F1-1C18-4653-B883-9E52726C83DB}" srcOrd="0" destOrd="0" presId="urn:microsoft.com/office/officeart/2005/8/layout/vList2"/>
    <dgm:cxn modelId="{14A629BF-BD78-46E3-A984-5A4F17C229FE}" type="presOf" srcId="{6F0830B6-A86B-46AE-A817-5D1CA6B0433E}" destId="{D2207611-CE48-420B-8433-9F0A6C3FF155}" srcOrd="0" destOrd="0" presId="urn:microsoft.com/office/officeart/2005/8/layout/vList2"/>
    <dgm:cxn modelId="{B2AE58CE-4549-4B43-8677-E7E6F7FD0E66}" type="presOf" srcId="{AB61296E-CB1E-4B02-B126-2FE5493E9782}" destId="{43349127-5157-4096-B10E-4F69D1584755}" srcOrd="0" destOrd="0" presId="urn:microsoft.com/office/officeart/2005/8/layout/vList2"/>
    <dgm:cxn modelId="{795452DA-18D1-41D2-88AA-204DA625C342}" type="presOf" srcId="{21D8B2BE-676E-4CF8-AA71-A74EEAF3A64F}" destId="{CE179569-560A-439B-9218-FC007FCDE8B8}" srcOrd="0" destOrd="0" presId="urn:microsoft.com/office/officeart/2005/8/layout/vList2"/>
    <dgm:cxn modelId="{1E45DBF4-EB28-4330-A0B7-ABD56EFC8E65}" srcId="{21D8B2BE-676E-4CF8-AA71-A74EEAF3A64F}" destId="{AB61296E-CB1E-4B02-B126-2FE5493E9782}" srcOrd="2" destOrd="0" parTransId="{5B4AA325-EF57-4832-A9D4-903AE0D30D6C}" sibTransId="{9326EA27-F395-4949-97AF-9E5BCCC44385}"/>
    <dgm:cxn modelId="{0CCCD709-C3C7-45FA-8CAD-A5AE658BEAA8}" type="presParOf" srcId="{CE179569-560A-439B-9218-FC007FCDE8B8}" destId="{FC4A70F1-1C18-4653-B883-9E52726C83DB}" srcOrd="0" destOrd="0" presId="urn:microsoft.com/office/officeart/2005/8/layout/vList2"/>
    <dgm:cxn modelId="{B88A7551-EDE1-4890-BE84-ACEB922DDCBA}" type="presParOf" srcId="{CE179569-560A-439B-9218-FC007FCDE8B8}" destId="{56E7A8DA-7A76-411C-BAD6-62ED8B14A351}" srcOrd="1" destOrd="0" presId="urn:microsoft.com/office/officeart/2005/8/layout/vList2"/>
    <dgm:cxn modelId="{63B80020-2AC9-472C-85CD-5EECF050F8FF}" type="presParOf" srcId="{CE179569-560A-439B-9218-FC007FCDE8B8}" destId="{9ECD6A30-B14D-495E-A9F3-7874A611D3E2}" srcOrd="2" destOrd="0" presId="urn:microsoft.com/office/officeart/2005/8/layout/vList2"/>
    <dgm:cxn modelId="{1FDDB84A-61EC-4DFD-AF06-061FC98B5BFE}" type="presParOf" srcId="{CE179569-560A-439B-9218-FC007FCDE8B8}" destId="{EB82B730-2E23-477A-B902-D898876024B7}" srcOrd="3" destOrd="0" presId="urn:microsoft.com/office/officeart/2005/8/layout/vList2"/>
    <dgm:cxn modelId="{BA0410A7-E67B-4EF4-A4CE-6B5FE842EAAC}" type="presParOf" srcId="{CE179569-560A-439B-9218-FC007FCDE8B8}" destId="{43349127-5157-4096-B10E-4F69D1584755}" srcOrd="4" destOrd="0" presId="urn:microsoft.com/office/officeart/2005/8/layout/vList2"/>
    <dgm:cxn modelId="{F582D156-617D-47BA-8489-10264DE1841B}" type="presParOf" srcId="{CE179569-560A-439B-9218-FC007FCDE8B8}" destId="{E73FDEF1-CD8D-4D0A-9635-D9766A17CA09}" srcOrd="5" destOrd="0" presId="urn:microsoft.com/office/officeart/2005/8/layout/vList2"/>
    <dgm:cxn modelId="{26E453D0-83F5-4095-AC32-13CE4E4AE902}" type="presParOf" srcId="{CE179569-560A-439B-9218-FC007FCDE8B8}" destId="{D2207611-CE48-420B-8433-9F0A6C3FF15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0DB2662-649F-473F-9713-91D35EB13E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9B1D22B-57A5-4FE3-AF45-0E12B56DA3EA}">
      <dgm:prSet/>
      <dgm:spPr/>
      <dgm:t>
        <a:bodyPr/>
        <a:lstStyle/>
        <a:p>
          <a:r>
            <a:rPr lang="uk-UA" b="0" i="0"/>
            <a:t>Північної й Південної Бессарабії та Північної Буковини.</a:t>
          </a:r>
          <a:endParaRPr lang="uk-UA"/>
        </a:p>
      </dgm:t>
    </dgm:pt>
    <dgm:pt modelId="{CBEA257D-C2DF-40A2-9A06-D1F4F589A395}" type="parTrans" cxnId="{5A48D1DC-90C9-451F-B8F4-EDDC11902404}">
      <dgm:prSet/>
      <dgm:spPr/>
      <dgm:t>
        <a:bodyPr/>
        <a:lstStyle/>
        <a:p>
          <a:endParaRPr lang="uk-UA"/>
        </a:p>
      </dgm:t>
    </dgm:pt>
    <dgm:pt modelId="{81F9CE39-4590-48C6-AEE9-032D45A193FB}" type="sibTrans" cxnId="{5A48D1DC-90C9-451F-B8F4-EDDC11902404}">
      <dgm:prSet/>
      <dgm:spPr/>
      <dgm:t>
        <a:bodyPr/>
        <a:lstStyle/>
        <a:p>
          <a:endParaRPr lang="uk-UA"/>
        </a:p>
      </dgm:t>
    </dgm:pt>
    <dgm:pt modelId="{83248A43-4755-4D81-BBA4-38840A22FC5E}">
      <dgm:prSet/>
      <dgm:spPr/>
      <dgm:t>
        <a:bodyPr/>
        <a:lstStyle/>
        <a:p>
          <a:r>
            <a:rPr lang="uk-UA" b="0" i="0"/>
            <a:t>Східної Галичини та Західної Волині.</a:t>
          </a:r>
          <a:endParaRPr lang="uk-UA"/>
        </a:p>
      </dgm:t>
    </dgm:pt>
    <dgm:pt modelId="{B792436D-9E79-4481-B298-A177EB404967}" type="parTrans" cxnId="{2AE25FEC-54C8-4009-B8A1-83AE88164E89}">
      <dgm:prSet/>
      <dgm:spPr/>
      <dgm:t>
        <a:bodyPr/>
        <a:lstStyle/>
        <a:p>
          <a:endParaRPr lang="uk-UA"/>
        </a:p>
      </dgm:t>
    </dgm:pt>
    <dgm:pt modelId="{3BDF3946-5E78-4428-A6D3-293EB84BF69F}" type="sibTrans" cxnId="{2AE25FEC-54C8-4009-B8A1-83AE88164E89}">
      <dgm:prSet/>
      <dgm:spPr/>
      <dgm:t>
        <a:bodyPr/>
        <a:lstStyle/>
        <a:p>
          <a:endParaRPr lang="uk-UA"/>
        </a:p>
      </dgm:t>
    </dgm:pt>
    <dgm:pt modelId="{00763957-6B18-485E-B5B4-5132FC2D6978}">
      <dgm:prSet/>
      <dgm:spPr/>
      <dgm:t>
        <a:bodyPr/>
        <a:lstStyle/>
        <a:p>
          <a:r>
            <a:rPr lang="uk-UA" b="0" i="0"/>
            <a:t>Закарпаття та Лемківщини.</a:t>
          </a:r>
          <a:endParaRPr lang="uk-UA"/>
        </a:p>
      </dgm:t>
    </dgm:pt>
    <dgm:pt modelId="{38F6E096-9FE9-41FD-A9EA-555A28CDC86B}" type="parTrans" cxnId="{470168BD-0722-4199-858E-847F734A628B}">
      <dgm:prSet/>
      <dgm:spPr/>
      <dgm:t>
        <a:bodyPr/>
        <a:lstStyle/>
        <a:p>
          <a:endParaRPr lang="uk-UA"/>
        </a:p>
      </dgm:t>
    </dgm:pt>
    <dgm:pt modelId="{52E52AAC-8122-4310-95C0-487F54394C13}" type="sibTrans" cxnId="{470168BD-0722-4199-858E-847F734A628B}">
      <dgm:prSet/>
      <dgm:spPr/>
      <dgm:t>
        <a:bodyPr/>
        <a:lstStyle/>
        <a:p>
          <a:endParaRPr lang="uk-UA"/>
        </a:p>
      </dgm:t>
    </dgm:pt>
    <dgm:pt modelId="{3EC742D5-275B-49D3-BE67-02FCF5F932C1}">
      <dgm:prSet/>
      <dgm:spPr/>
      <dgm:t>
        <a:bodyPr/>
        <a:lstStyle/>
        <a:p>
          <a:r>
            <a:rPr lang="uk-UA" b="0" i="0"/>
            <a:t>Посяння та Підляшшя.</a:t>
          </a:r>
          <a:endParaRPr lang="uk-UA"/>
        </a:p>
      </dgm:t>
    </dgm:pt>
    <dgm:pt modelId="{896DAC4B-1E8A-4DA4-8236-2733632906BD}" type="parTrans" cxnId="{615B1AA6-EF8C-461D-86E5-AEADFE7617DD}">
      <dgm:prSet/>
      <dgm:spPr/>
      <dgm:t>
        <a:bodyPr/>
        <a:lstStyle/>
        <a:p>
          <a:endParaRPr lang="uk-UA"/>
        </a:p>
      </dgm:t>
    </dgm:pt>
    <dgm:pt modelId="{89C7B603-A63F-4E74-A58D-D2F0F29F0021}" type="sibTrans" cxnId="{615B1AA6-EF8C-461D-86E5-AEADFE7617DD}">
      <dgm:prSet/>
      <dgm:spPr/>
      <dgm:t>
        <a:bodyPr/>
        <a:lstStyle/>
        <a:p>
          <a:endParaRPr lang="uk-UA"/>
        </a:p>
      </dgm:t>
    </dgm:pt>
    <dgm:pt modelId="{FC0ED120-910C-45D8-AFFF-8446209E885C}" type="pres">
      <dgm:prSet presAssocID="{50DB2662-649F-473F-9713-91D35EB13E71}" presName="linear" presStyleCnt="0">
        <dgm:presLayoutVars>
          <dgm:animLvl val="lvl"/>
          <dgm:resizeHandles val="exact"/>
        </dgm:presLayoutVars>
      </dgm:prSet>
      <dgm:spPr/>
    </dgm:pt>
    <dgm:pt modelId="{85D91B45-EDE1-4EED-AA3B-2C67B86B4854}" type="pres">
      <dgm:prSet presAssocID="{59B1D22B-57A5-4FE3-AF45-0E12B56DA3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9F4971-221B-4695-B427-E5B35523658D}" type="pres">
      <dgm:prSet presAssocID="{81F9CE39-4590-48C6-AEE9-032D45A193FB}" presName="spacer" presStyleCnt="0"/>
      <dgm:spPr/>
    </dgm:pt>
    <dgm:pt modelId="{E91822B0-440D-448C-95A6-AFAB05C809BC}" type="pres">
      <dgm:prSet presAssocID="{83248A43-4755-4D81-BBA4-38840A22FC5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F38F5E-841A-4911-95BE-DC5B29579752}" type="pres">
      <dgm:prSet presAssocID="{3BDF3946-5E78-4428-A6D3-293EB84BF69F}" presName="spacer" presStyleCnt="0"/>
      <dgm:spPr/>
    </dgm:pt>
    <dgm:pt modelId="{967723BC-8D26-498F-825C-D190C578B93C}" type="pres">
      <dgm:prSet presAssocID="{00763957-6B18-485E-B5B4-5132FC2D69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F50155-342F-447D-BC20-8DDCE5E72A15}" type="pres">
      <dgm:prSet presAssocID="{52E52AAC-8122-4310-95C0-487F54394C13}" presName="spacer" presStyleCnt="0"/>
      <dgm:spPr/>
    </dgm:pt>
    <dgm:pt modelId="{E38BED38-2A83-49F8-8D77-29C0C2AAF5FA}" type="pres">
      <dgm:prSet presAssocID="{3EC742D5-275B-49D3-BE67-02FCF5F932C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3D591E-BB17-434B-9269-D233F04FCADF}" type="presOf" srcId="{83248A43-4755-4D81-BBA4-38840A22FC5E}" destId="{E91822B0-440D-448C-95A6-AFAB05C809BC}" srcOrd="0" destOrd="0" presId="urn:microsoft.com/office/officeart/2005/8/layout/vList2"/>
    <dgm:cxn modelId="{BBEEDF27-C4E2-4B60-A491-FFB9A1B5C4FC}" type="presOf" srcId="{00763957-6B18-485E-B5B4-5132FC2D6978}" destId="{967723BC-8D26-498F-825C-D190C578B93C}" srcOrd="0" destOrd="0" presId="urn:microsoft.com/office/officeart/2005/8/layout/vList2"/>
    <dgm:cxn modelId="{417AAD33-394B-492C-9924-0752A42C8F92}" type="presOf" srcId="{3EC742D5-275B-49D3-BE67-02FCF5F932C1}" destId="{E38BED38-2A83-49F8-8D77-29C0C2AAF5FA}" srcOrd="0" destOrd="0" presId="urn:microsoft.com/office/officeart/2005/8/layout/vList2"/>
    <dgm:cxn modelId="{3717AE39-9EB1-4BF0-9261-2FCBF977324D}" type="presOf" srcId="{59B1D22B-57A5-4FE3-AF45-0E12B56DA3EA}" destId="{85D91B45-EDE1-4EED-AA3B-2C67B86B4854}" srcOrd="0" destOrd="0" presId="urn:microsoft.com/office/officeart/2005/8/layout/vList2"/>
    <dgm:cxn modelId="{615B1AA6-EF8C-461D-86E5-AEADFE7617DD}" srcId="{50DB2662-649F-473F-9713-91D35EB13E71}" destId="{3EC742D5-275B-49D3-BE67-02FCF5F932C1}" srcOrd="3" destOrd="0" parTransId="{896DAC4B-1E8A-4DA4-8236-2733632906BD}" sibTransId="{89C7B603-A63F-4E74-A58D-D2F0F29F0021}"/>
    <dgm:cxn modelId="{470168BD-0722-4199-858E-847F734A628B}" srcId="{50DB2662-649F-473F-9713-91D35EB13E71}" destId="{00763957-6B18-485E-B5B4-5132FC2D6978}" srcOrd="2" destOrd="0" parTransId="{38F6E096-9FE9-41FD-A9EA-555A28CDC86B}" sibTransId="{52E52AAC-8122-4310-95C0-487F54394C13}"/>
    <dgm:cxn modelId="{4314B0CC-E7C0-401B-9389-B8137E6CC844}" type="presOf" srcId="{50DB2662-649F-473F-9713-91D35EB13E71}" destId="{FC0ED120-910C-45D8-AFFF-8446209E885C}" srcOrd="0" destOrd="0" presId="urn:microsoft.com/office/officeart/2005/8/layout/vList2"/>
    <dgm:cxn modelId="{5A48D1DC-90C9-451F-B8F4-EDDC11902404}" srcId="{50DB2662-649F-473F-9713-91D35EB13E71}" destId="{59B1D22B-57A5-4FE3-AF45-0E12B56DA3EA}" srcOrd="0" destOrd="0" parTransId="{CBEA257D-C2DF-40A2-9A06-D1F4F589A395}" sibTransId="{81F9CE39-4590-48C6-AEE9-032D45A193FB}"/>
    <dgm:cxn modelId="{2AE25FEC-54C8-4009-B8A1-83AE88164E89}" srcId="{50DB2662-649F-473F-9713-91D35EB13E71}" destId="{83248A43-4755-4D81-BBA4-38840A22FC5E}" srcOrd="1" destOrd="0" parTransId="{B792436D-9E79-4481-B298-A177EB404967}" sibTransId="{3BDF3946-5E78-4428-A6D3-293EB84BF69F}"/>
    <dgm:cxn modelId="{6988CA96-FC01-45ED-8DA4-8CE047A9CE0A}" type="presParOf" srcId="{FC0ED120-910C-45D8-AFFF-8446209E885C}" destId="{85D91B45-EDE1-4EED-AA3B-2C67B86B4854}" srcOrd="0" destOrd="0" presId="urn:microsoft.com/office/officeart/2005/8/layout/vList2"/>
    <dgm:cxn modelId="{D3FC1B28-3912-4A4E-8E02-34BB9015642F}" type="presParOf" srcId="{FC0ED120-910C-45D8-AFFF-8446209E885C}" destId="{689F4971-221B-4695-B427-E5B35523658D}" srcOrd="1" destOrd="0" presId="urn:microsoft.com/office/officeart/2005/8/layout/vList2"/>
    <dgm:cxn modelId="{AF974426-0DEB-4466-AD14-A23F94813840}" type="presParOf" srcId="{FC0ED120-910C-45D8-AFFF-8446209E885C}" destId="{E91822B0-440D-448C-95A6-AFAB05C809BC}" srcOrd="2" destOrd="0" presId="urn:microsoft.com/office/officeart/2005/8/layout/vList2"/>
    <dgm:cxn modelId="{B679A547-2E83-4F69-B304-4B8765562B98}" type="presParOf" srcId="{FC0ED120-910C-45D8-AFFF-8446209E885C}" destId="{05F38F5E-841A-4911-95BE-DC5B29579752}" srcOrd="3" destOrd="0" presId="urn:microsoft.com/office/officeart/2005/8/layout/vList2"/>
    <dgm:cxn modelId="{4D1435D3-39DA-4595-9D34-C64A8D013E3F}" type="presParOf" srcId="{FC0ED120-910C-45D8-AFFF-8446209E885C}" destId="{967723BC-8D26-498F-825C-D190C578B93C}" srcOrd="4" destOrd="0" presId="urn:microsoft.com/office/officeart/2005/8/layout/vList2"/>
    <dgm:cxn modelId="{1350F1A6-7DCC-4142-AEF6-10F68BC87BE6}" type="presParOf" srcId="{FC0ED120-910C-45D8-AFFF-8446209E885C}" destId="{39F50155-342F-447D-BC20-8DDCE5E72A15}" srcOrd="5" destOrd="0" presId="urn:microsoft.com/office/officeart/2005/8/layout/vList2"/>
    <dgm:cxn modelId="{5A908874-742D-4102-87AB-183586418C33}" type="presParOf" srcId="{FC0ED120-910C-45D8-AFFF-8446209E885C}" destId="{E38BED38-2A83-49F8-8D77-29C0C2AAF5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36894D1-C206-49AA-884A-C98482D231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D963275-4E30-4CF5-8EFE-A7DBF676EAF1}">
      <dgm:prSet/>
      <dgm:spPr/>
      <dgm:t>
        <a:bodyPr/>
        <a:lstStyle/>
        <a:p>
          <a:r>
            <a:rPr lang="uk-UA" b="0" i="0"/>
            <a:t>лояльне ставлення влади до священиків греко-католицької церкви</a:t>
          </a:r>
          <a:endParaRPr lang="uk-UA"/>
        </a:p>
      </dgm:t>
    </dgm:pt>
    <dgm:pt modelId="{747F8A28-1F35-4332-A4C8-FB213751894B}" type="parTrans" cxnId="{F74BD6D3-20DB-452D-82D9-69E4ECC2568D}">
      <dgm:prSet/>
      <dgm:spPr/>
      <dgm:t>
        <a:bodyPr/>
        <a:lstStyle/>
        <a:p>
          <a:endParaRPr lang="uk-UA"/>
        </a:p>
      </dgm:t>
    </dgm:pt>
    <dgm:pt modelId="{8C17C450-8264-4A1E-AB8A-24154BEE5AEB}" type="sibTrans" cxnId="{F74BD6D3-20DB-452D-82D9-69E4ECC2568D}">
      <dgm:prSet/>
      <dgm:spPr/>
      <dgm:t>
        <a:bodyPr/>
        <a:lstStyle/>
        <a:p>
          <a:endParaRPr lang="uk-UA"/>
        </a:p>
      </dgm:t>
    </dgm:pt>
    <dgm:pt modelId="{2E7CF7BB-4B9E-4B21-A8B7-7CB3263A151F}">
      <dgm:prSet/>
      <dgm:spPr/>
      <dgm:t>
        <a:bodyPr/>
        <a:lstStyle/>
        <a:p>
          <a:r>
            <a:rPr lang="uk-UA" b="0" i="0"/>
            <a:t>націоналізація промисловості, торгівлі, земель великих власників</a:t>
          </a:r>
          <a:endParaRPr lang="uk-UA"/>
        </a:p>
      </dgm:t>
    </dgm:pt>
    <dgm:pt modelId="{9FCFD9C1-4FD7-4C43-8A1D-900F3E18DB44}" type="parTrans" cxnId="{0A7767B9-AAF6-43C1-9B6F-5F7F43583105}">
      <dgm:prSet/>
      <dgm:spPr/>
      <dgm:t>
        <a:bodyPr/>
        <a:lstStyle/>
        <a:p>
          <a:endParaRPr lang="uk-UA"/>
        </a:p>
      </dgm:t>
    </dgm:pt>
    <dgm:pt modelId="{F6888C0E-999C-4EAD-9A7E-78BD30051D19}" type="sibTrans" cxnId="{0A7767B9-AAF6-43C1-9B6F-5F7F43583105}">
      <dgm:prSet/>
      <dgm:spPr/>
      <dgm:t>
        <a:bodyPr/>
        <a:lstStyle/>
        <a:p>
          <a:endParaRPr lang="uk-UA"/>
        </a:p>
      </dgm:t>
    </dgm:pt>
    <dgm:pt modelId="{C87C86E0-AE52-41BC-8D52-06BEC80EAFE0}">
      <dgm:prSet/>
      <dgm:spPr/>
      <dgm:t>
        <a:bodyPr/>
        <a:lstStyle/>
        <a:p>
          <a:r>
            <a:rPr lang="uk-UA" b="0" i="0"/>
            <a:t>залучення «буржуазних спеціалістів» до процесу індустріалізації</a:t>
          </a:r>
          <a:endParaRPr lang="uk-UA"/>
        </a:p>
      </dgm:t>
    </dgm:pt>
    <dgm:pt modelId="{C622738A-A01F-4574-A179-FD5F0B32CC96}" type="parTrans" cxnId="{A94BF244-9378-4557-8172-DCCFB208705C}">
      <dgm:prSet/>
      <dgm:spPr/>
      <dgm:t>
        <a:bodyPr/>
        <a:lstStyle/>
        <a:p>
          <a:endParaRPr lang="uk-UA"/>
        </a:p>
      </dgm:t>
    </dgm:pt>
    <dgm:pt modelId="{28425281-1FE3-4BC2-B2EE-69FD30C8812C}" type="sibTrans" cxnId="{A94BF244-9378-4557-8172-DCCFB208705C}">
      <dgm:prSet/>
      <dgm:spPr/>
      <dgm:t>
        <a:bodyPr/>
        <a:lstStyle/>
        <a:p>
          <a:endParaRPr lang="uk-UA"/>
        </a:p>
      </dgm:t>
    </dgm:pt>
    <dgm:pt modelId="{390D2EC2-9545-45CB-8EDF-747C57DF9585}">
      <dgm:prSet/>
      <dgm:spPr/>
      <dgm:t>
        <a:bodyPr/>
        <a:lstStyle/>
        <a:p>
          <a:r>
            <a:rPr lang="uk-UA" b="0" i="0"/>
            <a:t>налагодження співробітництва влади з українськими партіями</a:t>
          </a:r>
          <a:endParaRPr lang="uk-UA"/>
        </a:p>
      </dgm:t>
    </dgm:pt>
    <dgm:pt modelId="{387E23C7-D597-4FF2-807F-6E3CC97C28D0}" type="parTrans" cxnId="{FD80672D-5AD4-4F83-ADB1-A446B21797A9}">
      <dgm:prSet/>
      <dgm:spPr/>
      <dgm:t>
        <a:bodyPr/>
        <a:lstStyle/>
        <a:p>
          <a:endParaRPr lang="uk-UA"/>
        </a:p>
      </dgm:t>
    </dgm:pt>
    <dgm:pt modelId="{21DA2F78-FA8D-4B99-B264-7C2E3C8315D0}" type="sibTrans" cxnId="{FD80672D-5AD4-4F83-ADB1-A446B21797A9}">
      <dgm:prSet/>
      <dgm:spPr/>
      <dgm:t>
        <a:bodyPr/>
        <a:lstStyle/>
        <a:p>
          <a:endParaRPr lang="uk-UA"/>
        </a:p>
      </dgm:t>
    </dgm:pt>
    <dgm:pt modelId="{98D67897-219A-4E61-94B5-9982BB90B35E}" type="pres">
      <dgm:prSet presAssocID="{736894D1-C206-49AA-884A-C98482D23111}" presName="linear" presStyleCnt="0">
        <dgm:presLayoutVars>
          <dgm:animLvl val="lvl"/>
          <dgm:resizeHandles val="exact"/>
        </dgm:presLayoutVars>
      </dgm:prSet>
      <dgm:spPr/>
    </dgm:pt>
    <dgm:pt modelId="{98777539-1BF7-4A1F-90AF-C42912B2D7A3}" type="pres">
      <dgm:prSet presAssocID="{4D963275-4E30-4CF5-8EFE-A7DBF676EAF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497E2D-1143-4534-9BC5-F6FE365EC10D}" type="pres">
      <dgm:prSet presAssocID="{8C17C450-8264-4A1E-AB8A-24154BEE5AEB}" presName="spacer" presStyleCnt="0"/>
      <dgm:spPr/>
    </dgm:pt>
    <dgm:pt modelId="{7844621F-8593-4341-9E5D-BAA4D645522E}" type="pres">
      <dgm:prSet presAssocID="{2E7CF7BB-4B9E-4B21-A8B7-7CB3263A151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CCF00F-715D-4499-B067-90D3527A15A5}" type="pres">
      <dgm:prSet presAssocID="{F6888C0E-999C-4EAD-9A7E-78BD30051D19}" presName="spacer" presStyleCnt="0"/>
      <dgm:spPr/>
    </dgm:pt>
    <dgm:pt modelId="{D8C41B61-74C6-49B3-950A-DB16E7DC653E}" type="pres">
      <dgm:prSet presAssocID="{C87C86E0-AE52-41BC-8D52-06BEC80EAF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3569FA-1E16-4657-A207-56FBD696B0F8}" type="pres">
      <dgm:prSet presAssocID="{28425281-1FE3-4BC2-B2EE-69FD30C8812C}" presName="spacer" presStyleCnt="0"/>
      <dgm:spPr/>
    </dgm:pt>
    <dgm:pt modelId="{DB7831EE-2198-4556-A1E5-A1A8FDE2E3F7}" type="pres">
      <dgm:prSet presAssocID="{390D2EC2-9545-45CB-8EDF-747C57DF958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F166421-D6B3-4E6C-9BA8-97777D58E7FF}" type="presOf" srcId="{390D2EC2-9545-45CB-8EDF-747C57DF9585}" destId="{DB7831EE-2198-4556-A1E5-A1A8FDE2E3F7}" srcOrd="0" destOrd="0" presId="urn:microsoft.com/office/officeart/2005/8/layout/vList2"/>
    <dgm:cxn modelId="{FD80672D-5AD4-4F83-ADB1-A446B21797A9}" srcId="{736894D1-C206-49AA-884A-C98482D23111}" destId="{390D2EC2-9545-45CB-8EDF-747C57DF9585}" srcOrd="3" destOrd="0" parTransId="{387E23C7-D597-4FF2-807F-6E3CC97C28D0}" sibTransId="{21DA2F78-FA8D-4B99-B264-7C2E3C8315D0}"/>
    <dgm:cxn modelId="{A94BF244-9378-4557-8172-DCCFB208705C}" srcId="{736894D1-C206-49AA-884A-C98482D23111}" destId="{C87C86E0-AE52-41BC-8D52-06BEC80EAFE0}" srcOrd="2" destOrd="0" parTransId="{C622738A-A01F-4574-A179-FD5F0B32CC96}" sibTransId="{28425281-1FE3-4BC2-B2EE-69FD30C8812C}"/>
    <dgm:cxn modelId="{3414C64B-46FE-451A-B14C-9B717E1DDDE2}" type="presOf" srcId="{C87C86E0-AE52-41BC-8D52-06BEC80EAFE0}" destId="{D8C41B61-74C6-49B3-950A-DB16E7DC653E}" srcOrd="0" destOrd="0" presId="urn:microsoft.com/office/officeart/2005/8/layout/vList2"/>
    <dgm:cxn modelId="{AE32036E-6811-4458-A603-B56D983CCA33}" type="presOf" srcId="{736894D1-C206-49AA-884A-C98482D23111}" destId="{98D67897-219A-4E61-94B5-9982BB90B35E}" srcOrd="0" destOrd="0" presId="urn:microsoft.com/office/officeart/2005/8/layout/vList2"/>
    <dgm:cxn modelId="{00BD6C6E-1037-4F8D-97DF-6976949B66C6}" type="presOf" srcId="{2E7CF7BB-4B9E-4B21-A8B7-7CB3263A151F}" destId="{7844621F-8593-4341-9E5D-BAA4D645522E}" srcOrd="0" destOrd="0" presId="urn:microsoft.com/office/officeart/2005/8/layout/vList2"/>
    <dgm:cxn modelId="{BDE3C683-9EE1-4F77-85D0-1E1EDCD170FB}" type="presOf" srcId="{4D963275-4E30-4CF5-8EFE-A7DBF676EAF1}" destId="{98777539-1BF7-4A1F-90AF-C42912B2D7A3}" srcOrd="0" destOrd="0" presId="urn:microsoft.com/office/officeart/2005/8/layout/vList2"/>
    <dgm:cxn modelId="{0A7767B9-AAF6-43C1-9B6F-5F7F43583105}" srcId="{736894D1-C206-49AA-884A-C98482D23111}" destId="{2E7CF7BB-4B9E-4B21-A8B7-7CB3263A151F}" srcOrd="1" destOrd="0" parTransId="{9FCFD9C1-4FD7-4C43-8A1D-900F3E18DB44}" sibTransId="{F6888C0E-999C-4EAD-9A7E-78BD30051D19}"/>
    <dgm:cxn modelId="{F74BD6D3-20DB-452D-82D9-69E4ECC2568D}" srcId="{736894D1-C206-49AA-884A-C98482D23111}" destId="{4D963275-4E30-4CF5-8EFE-A7DBF676EAF1}" srcOrd="0" destOrd="0" parTransId="{747F8A28-1F35-4332-A4C8-FB213751894B}" sibTransId="{8C17C450-8264-4A1E-AB8A-24154BEE5AEB}"/>
    <dgm:cxn modelId="{082B5C13-002D-4ADC-B737-2FE7D2119526}" type="presParOf" srcId="{98D67897-219A-4E61-94B5-9982BB90B35E}" destId="{98777539-1BF7-4A1F-90AF-C42912B2D7A3}" srcOrd="0" destOrd="0" presId="urn:microsoft.com/office/officeart/2005/8/layout/vList2"/>
    <dgm:cxn modelId="{8D6D15AE-55E4-45B6-A432-936EF21B0C24}" type="presParOf" srcId="{98D67897-219A-4E61-94B5-9982BB90B35E}" destId="{27497E2D-1143-4534-9BC5-F6FE365EC10D}" srcOrd="1" destOrd="0" presId="urn:microsoft.com/office/officeart/2005/8/layout/vList2"/>
    <dgm:cxn modelId="{B009BC4F-A11D-4267-B149-4F424E064506}" type="presParOf" srcId="{98D67897-219A-4E61-94B5-9982BB90B35E}" destId="{7844621F-8593-4341-9E5D-BAA4D645522E}" srcOrd="2" destOrd="0" presId="urn:microsoft.com/office/officeart/2005/8/layout/vList2"/>
    <dgm:cxn modelId="{B00F55FC-04C6-46B2-9B61-550BD46CA969}" type="presParOf" srcId="{98D67897-219A-4E61-94B5-9982BB90B35E}" destId="{48CCF00F-715D-4499-B067-90D3527A15A5}" srcOrd="3" destOrd="0" presId="urn:microsoft.com/office/officeart/2005/8/layout/vList2"/>
    <dgm:cxn modelId="{706E3CAA-870B-4AAD-B6CE-CCC4C53D74CD}" type="presParOf" srcId="{98D67897-219A-4E61-94B5-9982BB90B35E}" destId="{D8C41B61-74C6-49B3-950A-DB16E7DC653E}" srcOrd="4" destOrd="0" presId="urn:microsoft.com/office/officeart/2005/8/layout/vList2"/>
    <dgm:cxn modelId="{48D1BCEC-1D61-4FCD-B2AD-9015D642222E}" type="presParOf" srcId="{98D67897-219A-4E61-94B5-9982BB90B35E}" destId="{633569FA-1E16-4657-A207-56FBD696B0F8}" srcOrd="5" destOrd="0" presId="urn:microsoft.com/office/officeart/2005/8/layout/vList2"/>
    <dgm:cxn modelId="{B5D9602C-EB3E-4517-8F34-7F435B53FB15}" type="presParOf" srcId="{98D67897-219A-4E61-94B5-9982BB90B35E}" destId="{DB7831EE-2198-4556-A1E5-A1A8FDE2E3F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BCFC89E-5F50-4603-BF8C-C90BD1E579E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435614-5A08-41ED-B393-C07039FFB4A4}">
      <dgm:prSet/>
      <dgm:spPr/>
      <dgm:t>
        <a:bodyPr/>
        <a:lstStyle/>
        <a:p>
          <a:r>
            <a:rPr lang="uk-UA" b="0" i="0"/>
            <a:t>більшість українських земель увійшла до складу СРСР, Закарпаття залишилося у складі Угорщини.</a:t>
          </a:r>
          <a:endParaRPr lang="uk-UA"/>
        </a:p>
      </dgm:t>
    </dgm:pt>
    <dgm:pt modelId="{BCE63B67-09A6-441C-8B2D-AF3CDD40702D}" type="parTrans" cxnId="{521FA182-A058-4E35-BE5C-E1DAC9F6087F}">
      <dgm:prSet/>
      <dgm:spPr/>
      <dgm:t>
        <a:bodyPr/>
        <a:lstStyle/>
        <a:p>
          <a:endParaRPr lang="uk-UA"/>
        </a:p>
      </dgm:t>
    </dgm:pt>
    <dgm:pt modelId="{971CC990-64D6-4076-8FEE-A5C58864CBC3}" type="sibTrans" cxnId="{521FA182-A058-4E35-BE5C-E1DAC9F6087F}">
      <dgm:prSet/>
      <dgm:spPr/>
      <dgm:t>
        <a:bodyPr/>
        <a:lstStyle/>
        <a:p>
          <a:endParaRPr lang="uk-UA"/>
        </a:p>
      </dgm:t>
    </dgm:pt>
    <dgm:pt modelId="{B1BEFAB6-C97D-4163-A429-3085481EDB9F}">
      <dgm:prSet/>
      <dgm:spPr/>
      <dgm:t>
        <a:bodyPr/>
        <a:lstStyle/>
        <a:p>
          <a:r>
            <a:rPr lang="uk-UA" b="0" i="0"/>
            <a:t>вперше в новітній історії всі українські землі було об’єднано в одній державі — Українській РСР.</a:t>
          </a:r>
          <a:endParaRPr lang="uk-UA"/>
        </a:p>
      </dgm:t>
    </dgm:pt>
    <dgm:pt modelId="{BABB9C82-77EE-41C1-A2F0-DE221B4B3595}" type="parTrans" cxnId="{40477AA8-7153-4AEA-BADF-6C58F4B61932}">
      <dgm:prSet/>
      <dgm:spPr/>
      <dgm:t>
        <a:bodyPr/>
        <a:lstStyle/>
        <a:p>
          <a:endParaRPr lang="uk-UA"/>
        </a:p>
      </dgm:t>
    </dgm:pt>
    <dgm:pt modelId="{88D75081-9A36-48F0-BAC3-969CE8C1D09D}" type="sibTrans" cxnId="{40477AA8-7153-4AEA-BADF-6C58F4B61932}">
      <dgm:prSet/>
      <dgm:spPr/>
      <dgm:t>
        <a:bodyPr/>
        <a:lstStyle/>
        <a:p>
          <a:endParaRPr lang="uk-UA"/>
        </a:p>
      </dgm:t>
    </dgm:pt>
    <dgm:pt modelId="{3F650730-9B69-422C-A8E6-7D3170FA6E84}">
      <dgm:prSet/>
      <dgm:spPr/>
      <dgm:t>
        <a:bodyPr/>
        <a:lstStyle/>
        <a:p>
          <a:r>
            <a:rPr lang="uk-UA" b="0" i="0"/>
            <a:t>більшість українських земель увійшла до складу СРСР, лише Північна Буковина залишилася у складі Румунії.</a:t>
          </a:r>
          <a:endParaRPr lang="uk-UA"/>
        </a:p>
      </dgm:t>
    </dgm:pt>
    <dgm:pt modelId="{033DFAE7-4567-4DE3-A3C8-A524FF7147C3}" type="parTrans" cxnId="{D9F98947-DF1C-4DAA-A296-C69A6D2F5798}">
      <dgm:prSet/>
      <dgm:spPr/>
      <dgm:t>
        <a:bodyPr/>
        <a:lstStyle/>
        <a:p>
          <a:endParaRPr lang="uk-UA"/>
        </a:p>
      </dgm:t>
    </dgm:pt>
    <dgm:pt modelId="{C6827F0C-FA90-4086-B4C4-91006B2D1C1F}" type="sibTrans" cxnId="{D9F98947-DF1C-4DAA-A296-C69A6D2F5798}">
      <dgm:prSet/>
      <dgm:spPr/>
      <dgm:t>
        <a:bodyPr/>
        <a:lstStyle/>
        <a:p>
          <a:endParaRPr lang="uk-UA"/>
        </a:p>
      </dgm:t>
    </dgm:pt>
    <dgm:pt modelId="{3DA349B7-A19B-4F05-A8AB-4D8745E7D05A}">
      <dgm:prSet/>
      <dgm:spPr/>
      <dgm:t>
        <a:bodyPr/>
        <a:lstStyle/>
        <a:p>
          <a:r>
            <a:rPr lang="uk-UA" b="0" i="0"/>
            <a:t>поряд із Українською РСР створено нові республіки — Закарпатську Україну та Галицьку Соціалістичну Радянську Республіку.</a:t>
          </a:r>
          <a:endParaRPr lang="uk-UA"/>
        </a:p>
      </dgm:t>
    </dgm:pt>
    <dgm:pt modelId="{35E8DA48-288B-473E-B592-C0417AC80C61}" type="parTrans" cxnId="{42E19D56-DFC7-4866-ACEF-AE19451298FC}">
      <dgm:prSet/>
      <dgm:spPr/>
      <dgm:t>
        <a:bodyPr/>
        <a:lstStyle/>
        <a:p>
          <a:endParaRPr lang="uk-UA"/>
        </a:p>
      </dgm:t>
    </dgm:pt>
    <dgm:pt modelId="{02DED5EE-D3CA-49B5-9EEB-572354AD7B3F}" type="sibTrans" cxnId="{42E19D56-DFC7-4866-ACEF-AE19451298FC}">
      <dgm:prSet/>
      <dgm:spPr/>
      <dgm:t>
        <a:bodyPr/>
        <a:lstStyle/>
        <a:p>
          <a:endParaRPr lang="uk-UA"/>
        </a:p>
      </dgm:t>
    </dgm:pt>
    <dgm:pt modelId="{F396A8ED-9C5F-4E64-AB2B-E1BF54FDEA21}" type="pres">
      <dgm:prSet presAssocID="{FBCFC89E-5F50-4603-BF8C-C90BD1E579E4}" presName="linear" presStyleCnt="0">
        <dgm:presLayoutVars>
          <dgm:animLvl val="lvl"/>
          <dgm:resizeHandles val="exact"/>
        </dgm:presLayoutVars>
      </dgm:prSet>
      <dgm:spPr/>
    </dgm:pt>
    <dgm:pt modelId="{FB3BCF02-FB21-4B26-A336-77E16EFDA7A5}" type="pres">
      <dgm:prSet presAssocID="{7C435614-5A08-41ED-B393-C07039FFB4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8F6367A-6A5A-43D6-8D21-DFD48E853E35}" type="pres">
      <dgm:prSet presAssocID="{971CC990-64D6-4076-8FEE-A5C58864CBC3}" presName="spacer" presStyleCnt="0"/>
      <dgm:spPr/>
    </dgm:pt>
    <dgm:pt modelId="{152EFC91-7B54-4952-80CF-F27FB81694B3}" type="pres">
      <dgm:prSet presAssocID="{B1BEFAB6-C97D-4163-A429-3085481EDB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8061B5-89A3-47CE-BD3F-FA57F47F0BB2}" type="pres">
      <dgm:prSet presAssocID="{88D75081-9A36-48F0-BAC3-969CE8C1D09D}" presName="spacer" presStyleCnt="0"/>
      <dgm:spPr/>
    </dgm:pt>
    <dgm:pt modelId="{BC1E46D4-D443-4672-970B-889B264BD7F6}" type="pres">
      <dgm:prSet presAssocID="{3F650730-9B69-422C-A8E6-7D3170FA6E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F6BCE3-8ADD-465B-A0B4-766FC00DCA3C}" type="pres">
      <dgm:prSet presAssocID="{C6827F0C-FA90-4086-B4C4-91006B2D1C1F}" presName="spacer" presStyleCnt="0"/>
      <dgm:spPr/>
    </dgm:pt>
    <dgm:pt modelId="{040F699E-CF6A-4B59-9875-C30E80BE2418}" type="pres">
      <dgm:prSet presAssocID="{3DA349B7-A19B-4F05-A8AB-4D8745E7D0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0527D2F-F3F0-4300-9085-7DB38E274120}" type="presOf" srcId="{B1BEFAB6-C97D-4163-A429-3085481EDB9F}" destId="{152EFC91-7B54-4952-80CF-F27FB81694B3}" srcOrd="0" destOrd="0" presId="urn:microsoft.com/office/officeart/2005/8/layout/vList2"/>
    <dgm:cxn modelId="{D1B37C43-EE25-40CC-BBF2-7A8ADD50A12C}" type="presOf" srcId="{FBCFC89E-5F50-4603-BF8C-C90BD1E579E4}" destId="{F396A8ED-9C5F-4E64-AB2B-E1BF54FDEA21}" srcOrd="0" destOrd="0" presId="urn:microsoft.com/office/officeart/2005/8/layout/vList2"/>
    <dgm:cxn modelId="{D9F98947-DF1C-4DAA-A296-C69A6D2F5798}" srcId="{FBCFC89E-5F50-4603-BF8C-C90BD1E579E4}" destId="{3F650730-9B69-422C-A8E6-7D3170FA6E84}" srcOrd="2" destOrd="0" parTransId="{033DFAE7-4567-4DE3-A3C8-A524FF7147C3}" sibTransId="{C6827F0C-FA90-4086-B4C4-91006B2D1C1F}"/>
    <dgm:cxn modelId="{42E19D56-DFC7-4866-ACEF-AE19451298FC}" srcId="{FBCFC89E-5F50-4603-BF8C-C90BD1E579E4}" destId="{3DA349B7-A19B-4F05-A8AB-4D8745E7D05A}" srcOrd="3" destOrd="0" parTransId="{35E8DA48-288B-473E-B592-C0417AC80C61}" sibTransId="{02DED5EE-D3CA-49B5-9EEB-572354AD7B3F}"/>
    <dgm:cxn modelId="{521FA182-A058-4E35-BE5C-E1DAC9F6087F}" srcId="{FBCFC89E-5F50-4603-BF8C-C90BD1E579E4}" destId="{7C435614-5A08-41ED-B393-C07039FFB4A4}" srcOrd="0" destOrd="0" parTransId="{BCE63B67-09A6-441C-8B2D-AF3CDD40702D}" sibTransId="{971CC990-64D6-4076-8FEE-A5C58864CBC3}"/>
    <dgm:cxn modelId="{C68ECF84-B9AA-40C7-820D-1D1C857D9A53}" type="presOf" srcId="{3DA349B7-A19B-4F05-A8AB-4D8745E7D05A}" destId="{040F699E-CF6A-4B59-9875-C30E80BE2418}" srcOrd="0" destOrd="0" presId="urn:microsoft.com/office/officeart/2005/8/layout/vList2"/>
    <dgm:cxn modelId="{40477AA8-7153-4AEA-BADF-6C58F4B61932}" srcId="{FBCFC89E-5F50-4603-BF8C-C90BD1E579E4}" destId="{B1BEFAB6-C97D-4163-A429-3085481EDB9F}" srcOrd="1" destOrd="0" parTransId="{BABB9C82-77EE-41C1-A2F0-DE221B4B3595}" sibTransId="{88D75081-9A36-48F0-BAC3-969CE8C1D09D}"/>
    <dgm:cxn modelId="{4A4EC4B1-8788-4383-A29E-D42121AE08E5}" type="presOf" srcId="{3F650730-9B69-422C-A8E6-7D3170FA6E84}" destId="{BC1E46D4-D443-4672-970B-889B264BD7F6}" srcOrd="0" destOrd="0" presId="urn:microsoft.com/office/officeart/2005/8/layout/vList2"/>
    <dgm:cxn modelId="{865BDFB7-D063-4C89-8340-8303585882DF}" type="presOf" srcId="{7C435614-5A08-41ED-B393-C07039FFB4A4}" destId="{FB3BCF02-FB21-4B26-A336-77E16EFDA7A5}" srcOrd="0" destOrd="0" presId="urn:microsoft.com/office/officeart/2005/8/layout/vList2"/>
    <dgm:cxn modelId="{FDFC29ED-24B9-40B1-BE0A-508A8EE0FA83}" type="presParOf" srcId="{F396A8ED-9C5F-4E64-AB2B-E1BF54FDEA21}" destId="{FB3BCF02-FB21-4B26-A336-77E16EFDA7A5}" srcOrd="0" destOrd="0" presId="urn:microsoft.com/office/officeart/2005/8/layout/vList2"/>
    <dgm:cxn modelId="{FD7ECA84-3AA8-484B-9088-D70EDF9134B4}" type="presParOf" srcId="{F396A8ED-9C5F-4E64-AB2B-E1BF54FDEA21}" destId="{98F6367A-6A5A-43D6-8D21-DFD48E853E35}" srcOrd="1" destOrd="0" presId="urn:microsoft.com/office/officeart/2005/8/layout/vList2"/>
    <dgm:cxn modelId="{81846AA4-E511-4FA3-B2C3-A88A9DAD4D06}" type="presParOf" srcId="{F396A8ED-9C5F-4E64-AB2B-E1BF54FDEA21}" destId="{152EFC91-7B54-4952-80CF-F27FB81694B3}" srcOrd="2" destOrd="0" presId="urn:microsoft.com/office/officeart/2005/8/layout/vList2"/>
    <dgm:cxn modelId="{48B8B00C-F1CE-4CB0-B438-2471AC9ACA34}" type="presParOf" srcId="{F396A8ED-9C5F-4E64-AB2B-E1BF54FDEA21}" destId="{6F8061B5-89A3-47CE-BD3F-FA57F47F0BB2}" srcOrd="3" destOrd="0" presId="urn:microsoft.com/office/officeart/2005/8/layout/vList2"/>
    <dgm:cxn modelId="{55292CEF-9968-4BD3-A112-75E726076CE1}" type="presParOf" srcId="{F396A8ED-9C5F-4E64-AB2B-E1BF54FDEA21}" destId="{BC1E46D4-D443-4672-970B-889B264BD7F6}" srcOrd="4" destOrd="0" presId="urn:microsoft.com/office/officeart/2005/8/layout/vList2"/>
    <dgm:cxn modelId="{A64A4E9D-FECC-49B8-8787-A3ED622B3DE0}" type="presParOf" srcId="{F396A8ED-9C5F-4E64-AB2B-E1BF54FDEA21}" destId="{B8F6BCE3-8ADD-465B-A0B4-766FC00DCA3C}" srcOrd="5" destOrd="0" presId="urn:microsoft.com/office/officeart/2005/8/layout/vList2"/>
    <dgm:cxn modelId="{EC1CAE12-1A97-4992-AA1E-A54B33FFE9A0}" type="presParOf" srcId="{F396A8ED-9C5F-4E64-AB2B-E1BF54FDEA21}" destId="{040F699E-CF6A-4B59-9875-C30E80BE241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F69D25D-872A-41C4-9D73-3646D3E34E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E8F5CB-26BB-4CCE-A05B-CC7D37DD1E5D}">
      <dgm:prSet/>
      <dgm:spPr/>
      <dgm:t>
        <a:bodyPr/>
        <a:lstStyle/>
        <a:p>
          <a:r>
            <a:rPr lang="uk-UA" b="0" i="0"/>
            <a:t>Румунії.</a:t>
          </a:r>
          <a:endParaRPr lang="uk-UA"/>
        </a:p>
      </dgm:t>
    </dgm:pt>
    <dgm:pt modelId="{4A2175BC-95E4-4AAF-B9FA-D2B3122CB8B2}" type="parTrans" cxnId="{95F242E5-ED7B-4555-A30D-A2D912933122}">
      <dgm:prSet/>
      <dgm:spPr/>
      <dgm:t>
        <a:bodyPr/>
        <a:lstStyle/>
        <a:p>
          <a:endParaRPr lang="uk-UA"/>
        </a:p>
      </dgm:t>
    </dgm:pt>
    <dgm:pt modelId="{49B03E47-E591-4144-B15D-C67A692FD76F}" type="sibTrans" cxnId="{95F242E5-ED7B-4555-A30D-A2D912933122}">
      <dgm:prSet/>
      <dgm:spPr/>
      <dgm:t>
        <a:bodyPr/>
        <a:lstStyle/>
        <a:p>
          <a:endParaRPr lang="uk-UA"/>
        </a:p>
      </dgm:t>
    </dgm:pt>
    <dgm:pt modelId="{BAF753D8-900E-4F31-8291-353BAF1AC974}">
      <dgm:prSet/>
      <dgm:spPr/>
      <dgm:t>
        <a:bodyPr/>
        <a:lstStyle/>
        <a:p>
          <a:r>
            <a:rPr lang="uk-UA" b="0" i="0"/>
            <a:t>Чехо-Словаччині.</a:t>
          </a:r>
          <a:endParaRPr lang="uk-UA"/>
        </a:p>
      </dgm:t>
    </dgm:pt>
    <dgm:pt modelId="{9764D1E9-21D0-4ACD-810A-C1071CB44339}" type="parTrans" cxnId="{478B0CF5-D77B-482F-9E11-B4AB57C009C0}">
      <dgm:prSet/>
      <dgm:spPr/>
      <dgm:t>
        <a:bodyPr/>
        <a:lstStyle/>
        <a:p>
          <a:endParaRPr lang="uk-UA"/>
        </a:p>
      </dgm:t>
    </dgm:pt>
    <dgm:pt modelId="{BE74E703-CBF3-4BEC-934D-5BDEAEF3CD4E}" type="sibTrans" cxnId="{478B0CF5-D77B-482F-9E11-B4AB57C009C0}">
      <dgm:prSet/>
      <dgm:spPr/>
      <dgm:t>
        <a:bodyPr/>
        <a:lstStyle/>
        <a:p>
          <a:endParaRPr lang="uk-UA"/>
        </a:p>
      </dgm:t>
    </dgm:pt>
    <dgm:pt modelId="{E4D1D6F1-8DD9-4FB1-B3DE-3F86B1F36502}">
      <dgm:prSet/>
      <dgm:spPr/>
      <dgm:t>
        <a:bodyPr/>
        <a:lstStyle/>
        <a:p>
          <a:r>
            <a:rPr lang="uk-UA" b="0" i="0"/>
            <a:t>Польщі.</a:t>
          </a:r>
          <a:endParaRPr lang="uk-UA"/>
        </a:p>
      </dgm:t>
    </dgm:pt>
    <dgm:pt modelId="{3137E258-069C-450D-869F-396121B4B61A}" type="parTrans" cxnId="{470083BF-978A-4077-8046-42017A5717C7}">
      <dgm:prSet/>
      <dgm:spPr/>
      <dgm:t>
        <a:bodyPr/>
        <a:lstStyle/>
        <a:p>
          <a:endParaRPr lang="uk-UA"/>
        </a:p>
      </dgm:t>
    </dgm:pt>
    <dgm:pt modelId="{66CC5056-0475-4D32-BFD5-2372867B045D}" type="sibTrans" cxnId="{470083BF-978A-4077-8046-42017A5717C7}">
      <dgm:prSet/>
      <dgm:spPr/>
      <dgm:t>
        <a:bodyPr/>
        <a:lstStyle/>
        <a:p>
          <a:endParaRPr lang="uk-UA"/>
        </a:p>
      </dgm:t>
    </dgm:pt>
    <dgm:pt modelId="{3C149463-890C-4F4A-A172-5977A8FF21F9}">
      <dgm:prSet/>
      <dgm:spPr/>
      <dgm:t>
        <a:bodyPr/>
        <a:lstStyle/>
        <a:p>
          <a:r>
            <a:rPr lang="uk-UA" b="0" i="0"/>
            <a:t>Угорщині.</a:t>
          </a:r>
          <a:endParaRPr lang="uk-UA"/>
        </a:p>
      </dgm:t>
    </dgm:pt>
    <dgm:pt modelId="{74E58317-B335-4374-8D35-99B6D6B0265E}" type="parTrans" cxnId="{9555F22E-2D74-480F-8356-7AD94FE7C3E8}">
      <dgm:prSet/>
      <dgm:spPr/>
      <dgm:t>
        <a:bodyPr/>
        <a:lstStyle/>
        <a:p>
          <a:endParaRPr lang="uk-UA"/>
        </a:p>
      </dgm:t>
    </dgm:pt>
    <dgm:pt modelId="{F6590696-A49D-4BB9-A5B9-3CF62861962B}" type="sibTrans" cxnId="{9555F22E-2D74-480F-8356-7AD94FE7C3E8}">
      <dgm:prSet/>
      <dgm:spPr/>
      <dgm:t>
        <a:bodyPr/>
        <a:lstStyle/>
        <a:p>
          <a:endParaRPr lang="uk-UA"/>
        </a:p>
      </dgm:t>
    </dgm:pt>
    <dgm:pt modelId="{CC14D52B-2033-4FFE-B2D6-BC572B100176}" type="pres">
      <dgm:prSet presAssocID="{0F69D25D-872A-41C4-9D73-3646D3E34E80}" presName="linear" presStyleCnt="0">
        <dgm:presLayoutVars>
          <dgm:animLvl val="lvl"/>
          <dgm:resizeHandles val="exact"/>
        </dgm:presLayoutVars>
      </dgm:prSet>
      <dgm:spPr/>
    </dgm:pt>
    <dgm:pt modelId="{CA17305D-154E-4B7C-9EC4-167C16E1CAA9}" type="pres">
      <dgm:prSet presAssocID="{05E8F5CB-26BB-4CCE-A05B-CC7D37DD1E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57081D-3028-4BFF-800B-8F2427BCAEC4}" type="pres">
      <dgm:prSet presAssocID="{49B03E47-E591-4144-B15D-C67A692FD76F}" presName="spacer" presStyleCnt="0"/>
      <dgm:spPr/>
    </dgm:pt>
    <dgm:pt modelId="{7F58C97C-60FB-4C26-812E-37E5A3C3F095}" type="pres">
      <dgm:prSet presAssocID="{BAF753D8-900E-4F31-8291-353BAF1AC9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2CB9E8C-4EBD-4C9B-913B-6A822330687A}" type="pres">
      <dgm:prSet presAssocID="{BE74E703-CBF3-4BEC-934D-5BDEAEF3CD4E}" presName="spacer" presStyleCnt="0"/>
      <dgm:spPr/>
    </dgm:pt>
    <dgm:pt modelId="{67320AE4-E1BA-4E41-8736-37948D71D751}" type="pres">
      <dgm:prSet presAssocID="{E4D1D6F1-8DD9-4FB1-B3DE-3F86B1F365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C1E13C-14F4-4000-8AA5-896C423D3909}" type="pres">
      <dgm:prSet presAssocID="{66CC5056-0475-4D32-BFD5-2372867B045D}" presName="spacer" presStyleCnt="0"/>
      <dgm:spPr/>
    </dgm:pt>
    <dgm:pt modelId="{BCB0D550-DBFB-4E80-881A-B04E1E78DEBC}" type="pres">
      <dgm:prSet presAssocID="{3C149463-890C-4F4A-A172-5977A8FF21F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6AC3106-E260-4C66-B4A7-279B7775B78A}" type="presOf" srcId="{05E8F5CB-26BB-4CCE-A05B-CC7D37DD1E5D}" destId="{CA17305D-154E-4B7C-9EC4-167C16E1CAA9}" srcOrd="0" destOrd="0" presId="urn:microsoft.com/office/officeart/2005/8/layout/vList2"/>
    <dgm:cxn modelId="{9555F22E-2D74-480F-8356-7AD94FE7C3E8}" srcId="{0F69D25D-872A-41C4-9D73-3646D3E34E80}" destId="{3C149463-890C-4F4A-A172-5977A8FF21F9}" srcOrd="3" destOrd="0" parTransId="{74E58317-B335-4374-8D35-99B6D6B0265E}" sibTransId="{F6590696-A49D-4BB9-A5B9-3CF62861962B}"/>
    <dgm:cxn modelId="{8099C631-D0AE-45C4-BFA8-700C17822E5E}" type="presOf" srcId="{3C149463-890C-4F4A-A172-5977A8FF21F9}" destId="{BCB0D550-DBFB-4E80-881A-B04E1E78DEBC}" srcOrd="0" destOrd="0" presId="urn:microsoft.com/office/officeart/2005/8/layout/vList2"/>
    <dgm:cxn modelId="{AEBC6561-4D83-480C-8EA2-1DF10E5B43F1}" type="presOf" srcId="{0F69D25D-872A-41C4-9D73-3646D3E34E80}" destId="{CC14D52B-2033-4FFE-B2D6-BC572B100176}" srcOrd="0" destOrd="0" presId="urn:microsoft.com/office/officeart/2005/8/layout/vList2"/>
    <dgm:cxn modelId="{09D92CA3-AD9A-431D-96FA-4130F5CB4C57}" type="presOf" srcId="{E4D1D6F1-8DD9-4FB1-B3DE-3F86B1F36502}" destId="{67320AE4-E1BA-4E41-8736-37948D71D751}" srcOrd="0" destOrd="0" presId="urn:microsoft.com/office/officeart/2005/8/layout/vList2"/>
    <dgm:cxn modelId="{470083BF-978A-4077-8046-42017A5717C7}" srcId="{0F69D25D-872A-41C4-9D73-3646D3E34E80}" destId="{E4D1D6F1-8DD9-4FB1-B3DE-3F86B1F36502}" srcOrd="2" destOrd="0" parTransId="{3137E258-069C-450D-869F-396121B4B61A}" sibTransId="{66CC5056-0475-4D32-BFD5-2372867B045D}"/>
    <dgm:cxn modelId="{95F242E5-ED7B-4555-A30D-A2D912933122}" srcId="{0F69D25D-872A-41C4-9D73-3646D3E34E80}" destId="{05E8F5CB-26BB-4CCE-A05B-CC7D37DD1E5D}" srcOrd="0" destOrd="0" parTransId="{4A2175BC-95E4-4AAF-B9FA-D2B3122CB8B2}" sibTransId="{49B03E47-E591-4144-B15D-C67A692FD76F}"/>
    <dgm:cxn modelId="{478B0CF5-D77B-482F-9E11-B4AB57C009C0}" srcId="{0F69D25D-872A-41C4-9D73-3646D3E34E80}" destId="{BAF753D8-900E-4F31-8291-353BAF1AC974}" srcOrd="1" destOrd="0" parTransId="{9764D1E9-21D0-4ACD-810A-C1071CB44339}" sibTransId="{BE74E703-CBF3-4BEC-934D-5BDEAEF3CD4E}"/>
    <dgm:cxn modelId="{B0EF55FC-CBDC-41BD-A292-F1F7474B01DB}" type="presOf" srcId="{BAF753D8-900E-4F31-8291-353BAF1AC974}" destId="{7F58C97C-60FB-4C26-812E-37E5A3C3F095}" srcOrd="0" destOrd="0" presId="urn:microsoft.com/office/officeart/2005/8/layout/vList2"/>
    <dgm:cxn modelId="{0F35CE2E-373F-4978-BEF4-CF0A15D162DE}" type="presParOf" srcId="{CC14D52B-2033-4FFE-B2D6-BC572B100176}" destId="{CA17305D-154E-4B7C-9EC4-167C16E1CAA9}" srcOrd="0" destOrd="0" presId="urn:microsoft.com/office/officeart/2005/8/layout/vList2"/>
    <dgm:cxn modelId="{602372B1-3A21-4BD2-AD05-0168E26DC840}" type="presParOf" srcId="{CC14D52B-2033-4FFE-B2D6-BC572B100176}" destId="{3957081D-3028-4BFF-800B-8F2427BCAEC4}" srcOrd="1" destOrd="0" presId="urn:microsoft.com/office/officeart/2005/8/layout/vList2"/>
    <dgm:cxn modelId="{12B44C3A-F506-48D9-89FF-2A1DBB7DA073}" type="presParOf" srcId="{CC14D52B-2033-4FFE-B2D6-BC572B100176}" destId="{7F58C97C-60FB-4C26-812E-37E5A3C3F095}" srcOrd="2" destOrd="0" presId="urn:microsoft.com/office/officeart/2005/8/layout/vList2"/>
    <dgm:cxn modelId="{87EE3777-F72E-42D7-93EC-0E32D2925D23}" type="presParOf" srcId="{CC14D52B-2033-4FFE-B2D6-BC572B100176}" destId="{E2CB9E8C-4EBD-4C9B-913B-6A822330687A}" srcOrd="3" destOrd="0" presId="urn:microsoft.com/office/officeart/2005/8/layout/vList2"/>
    <dgm:cxn modelId="{97833D47-7F48-477C-9382-A151BBA62273}" type="presParOf" srcId="{CC14D52B-2033-4FFE-B2D6-BC572B100176}" destId="{67320AE4-E1BA-4E41-8736-37948D71D751}" srcOrd="4" destOrd="0" presId="urn:microsoft.com/office/officeart/2005/8/layout/vList2"/>
    <dgm:cxn modelId="{45A32F23-038A-4F3C-81F3-A42007255260}" type="presParOf" srcId="{CC14D52B-2033-4FFE-B2D6-BC572B100176}" destId="{FBC1E13C-14F4-4000-8AA5-896C423D3909}" srcOrd="5" destOrd="0" presId="urn:microsoft.com/office/officeart/2005/8/layout/vList2"/>
    <dgm:cxn modelId="{EA8BE1B2-FE8C-41A0-802F-FB7E3E27B51F}" type="presParOf" srcId="{CC14D52B-2033-4FFE-B2D6-BC572B100176}" destId="{BCB0D550-DBFB-4E80-881A-B04E1E78DEB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933057C-7E99-4E41-97B6-DF23F7DC2E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C334E04-BBBB-469F-A732-34B95D4695FE}">
      <dgm:prSet/>
      <dgm:spPr/>
      <dgm:t>
        <a:bodyPr/>
        <a:lstStyle/>
        <a:p>
          <a:r>
            <a:rPr lang="uk-UA" b="0" i="0"/>
            <a:t>створення дистрикту «Галичина»</a:t>
          </a:r>
          <a:endParaRPr lang="uk-UA"/>
        </a:p>
      </dgm:t>
    </dgm:pt>
    <dgm:pt modelId="{B77659EB-C035-4B12-AFA6-4E54B65543DC}" type="parTrans" cxnId="{BB2AE321-F0DF-4F15-AEE5-F8155CEC5C01}">
      <dgm:prSet/>
      <dgm:spPr/>
      <dgm:t>
        <a:bodyPr/>
        <a:lstStyle/>
        <a:p>
          <a:endParaRPr lang="uk-UA"/>
        </a:p>
      </dgm:t>
    </dgm:pt>
    <dgm:pt modelId="{D3175365-1B1C-4012-A7ED-B92666FD18A9}" type="sibTrans" cxnId="{BB2AE321-F0DF-4F15-AEE5-F8155CEC5C01}">
      <dgm:prSet/>
      <dgm:spPr/>
      <dgm:t>
        <a:bodyPr/>
        <a:lstStyle/>
        <a:p>
          <a:endParaRPr lang="uk-UA"/>
        </a:p>
      </dgm:t>
    </dgm:pt>
    <dgm:pt modelId="{1EBA23B0-8116-4184-96C1-318A12F3CA23}">
      <dgm:prSet/>
      <dgm:spPr/>
      <dgm:t>
        <a:bodyPr/>
        <a:lstStyle/>
        <a:p>
          <a:r>
            <a:rPr lang="uk-UA" b="0" i="0"/>
            <a:t>агресія Угорщини проти Карпатської України</a:t>
          </a:r>
          <a:endParaRPr lang="uk-UA"/>
        </a:p>
      </dgm:t>
    </dgm:pt>
    <dgm:pt modelId="{9E4066B4-0A47-4170-A36C-A307CC8F016F}" type="parTrans" cxnId="{915AC8AB-BB7C-464B-BBB0-56803C02526F}">
      <dgm:prSet/>
      <dgm:spPr/>
      <dgm:t>
        <a:bodyPr/>
        <a:lstStyle/>
        <a:p>
          <a:endParaRPr lang="uk-UA"/>
        </a:p>
      </dgm:t>
    </dgm:pt>
    <dgm:pt modelId="{2406B6F2-3AA5-4235-BD75-1292B8314A05}" type="sibTrans" cxnId="{915AC8AB-BB7C-464B-BBB0-56803C02526F}">
      <dgm:prSet/>
      <dgm:spPr/>
      <dgm:t>
        <a:bodyPr/>
        <a:lstStyle/>
        <a:p>
          <a:endParaRPr lang="uk-UA"/>
        </a:p>
      </dgm:t>
    </dgm:pt>
    <dgm:pt modelId="{58B54319-5FD0-47CE-B1F7-A78DBA3445B9}">
      <dgm:prSet/>
      <dgm:spPr/>
      <dgm:t>
        <a:bodyPr/>
        <a:lstStyle/>
        <a:p>
          <a:r>
            <a:rPr lang="uk-UA" b="0" i="0"/>
            <a:t>вторгнення Червоної армії на територію Західної України</a:t>
          </a:r>
          <a:endParaRPr lang="uk-UA"/>
        </a:p>
      </dgm:t>
    </dgm:pt>
    <dgm:pt modelId="{09C4C76C-BD45-45FF-B7EC-670F9FE1D29B}" type="parTrans" cxnId="{CC8CAA91-EA11-4666-832F-6EF283BA5DE7}">
      <dgm:prSet/>
      <dgm:spPr/>
      <dgm:t>
        <a:bodyPr/>
        <a:lstStyle/>
        <a:p>
          <a:endParaRPr lang="uk-UA"/>
        </a:p>
      </dgm:t>
    </dgm:pt>
    <dgm:pt modelId="{FB4BBE39-DF42-4185-B072-B7A7BAC22565}" type="sibTrans" cxnId="{CC8CAA91-EA11-4666-832F-6EF283BA5DE7}">
      <dgm:prSet/>
      <dgm:spPr/>
      <dgm:t>
        <a:bodyPr/>
        <a:lstStyle/>
        <a:p>
          <a:endParaRPr lang="uk-UA"/>
        </a:p>
      </dgm:t>
    </dgm:pt>
    <dgm:pt modelId="{6717C028-97B8-46CF-B01D-01A0D0089026}">
      <dgm:prSet/>
      <dgm:spPr/>
      <dgm:t>
        <a:bodyPr/>
        <a:lstStyle/>
        <a:p>
          <a:r>
            <a:rPr lang="uk-UA" b="0" i="0"/>
            <a:t>окупація військами Німеччини та її союзників усієї території України</a:t>
          </a:r>
          <a:endParaRPr lang="uk-UA"/>
        </a:p>
      </dgm:t>
    </dgm:pt>
    <dgm:pt modelId="{C921685F-EA6A-44F0-AEC4-1D4A6EBBF0A1}" type="parTrans" cxnId="{115A5CDA-A26D-47BC-9212-16DEEC2D2B11}">
      <dgm:prSet/>
      <dgm:spPr/>
      <dgm:t>
        <a:bodyPr/>
        <a:lstStyle/>
        <a:p>
          <a:endParaRPr lang="uk-UA"/>
        </a:p>
      </dgm:t>
    </dgm:pt>
    <dgm:pt modelId="{89FDB6D1-263F-4FDF-98ED-E74EA3974398}" type="sibTrans" cxnId="{115A5CDA-A26D-47BC-9212-16DEEC2D2B11}">
      <dgm:prSet/>
      <dgm:spPr/>
      <dgm:t>
        <a:bodyPr/>
        <a:lstStyle/>
        <a:p>
          <a:endParaRPr lang="uk-UA"/>
        </a:p>
      </dgm:t>
    </dgm:pt>
    <dgm:pt modelId="{86FE7AF5-0467-40DE-92B0-F6662A56AFB9}" type="pres">
      <dgm:prSet presAssocID="{3933057C-7E99-4E41-97B6-DF23F7DC2E4A}" presName="linear" presStyleCnt="0">
        <dgm:presLayoutVars>
          <dgm:animLvl val="lvl"/>
          <dgm:resizeHandles val="exact"/>
        </dgm:presLayoutVars>
      </dgm:prSet>
      <dgm:spPr/>
    </dgm:pt>
    <dgm:pt modelId="{F7D72FE2-8756-430C-AF54-2CCBEDCA0F4A}" type="pres">
      <dgm:prSet presAssocID="{0C334E04-BBBB-469F-A732-34B95D4695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1980424-F525-4BD9-B9EA-5099A64CAD51}" type="pres">
      <dgm:prSet presAssocID="{D3175365-1B1C-4012-A7ED-B92666FD18A9}" presName="spacer" presStyleCnt="0"/>
      <dgm:spPr/>
    </dgm:pt>
    <dgm:pt modelId="{E6620D58-89A8-4E47-A378-0F14ADAA1226}" type="pres">
      <dgm:prSet presAssocID="{1EBA23B0-8116-4184-96C1-318A12F3CA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C4B9243-55F0-4DB1-A2B5-CECAEC6A0E92}" type="pres">
      <dgm:prSet presAssocID="{2406B6F2-3AA5-4235-BD75-1292B8314A05}" presName="spacer" presStyleCnt="0"/>
      <dgm:spPr/>
    </dgm:pt>
    <dgm:pt modelId="{B013D729-3EAF-46B2-BD81-38CBDC8255DF}" type="pres">
      <dgm:prSet presAssocID="{58B54319-5FD0-47CE-B1F7-A78DBA3445B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486E66B-47AA-4993-8EA3-4CFAA15E3E82}" type="pres">
      <dgm:prSet presAssocID="{FB4BBE39-DF42-4185-B072-B7A7BAC22565}" presName="spacer" presStyleCnt="0"/>
      <dgm:spPr/>
    </dgm:pt>
    <dgm:pt modelId="{E5318FFC-12E8-40A4-81AE-E91844C85724}" type="pres">
      <dgm:prSet presAssocID="{6717C028-97B8-46CF-B01D-01A0D00890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B2AE321-F0DF-4F15-AEE5-F8155CEC5C01}" srcId="{3933057C-7E99-4E41-97B6-DF23F7DC2E4A}" destId="{0C334E04-BBBB-469F-A732-34B95D4695FE}" srcOrd="0" destOrd="0" parTransId="{B77659EB-C035-4B12-AFA6-4E54B65543DC}" sibTransId="{D3175365-1B1C-4012-A7ED-B92666FD18A9}"/>
    <dgm:cxn modelId="{C4701566-E2ED-42F6-B51C-344443309683}" type="presOf" srcId="{1EBA23B0-8116-4184-96C1-318A12F3CA23}" destId="{E6620D58-89A8-4E47-A378-0F14ADAA1226}" srcOrd="0" destOrd="0" presId="urn:microsoft.com/office/officeart/2005/8/layout/vList2"/>
    <dgm:cxn modelId="{39C71255-08D7-40DE-959C-05C1BAA88392}" type="presOf" srcId="{6717C028-97B8-46CF-B01D-01A0D0089026}" destId="{E5318FFC-12E8-40A4-81AE-E91844C85724}" srcOrd="0" destOrd="0" presId="urn:microsoft.com/office/officeart/2005/8/layout/vList2"/>
    <dgm:cxn modelId="{CC8CAA91-EA11-4666-832F-6EF283BA5DE7}" srcId="{3933057C-7E99-4E41-97B6-DF23F7DC2E4A}" destId="{58B54319-5FD0-47CE-B1F7-A78DBA3445B9}" srcOrd="2" destOrd="0" parTransId="{09C4C76C-BD45-45FF-B7EC-670F9FE1D29B}" sibTransId="{FB4BBE39-DF42-4185-B072-B7A7BAC22565}"/>
    <dgm:cxn modelId="{915AC8AB-BB7C-464B-BBB0-56803C02526F}" srcId="{3933057C-7E99-4E41-97B6-DF23F7DC2E4A}" destId="{1EBA23B0-8116-4184-96C1-318A12F3CA23}" srcOrd="1" destOrd="0" parTransId="{9E4066B4-0A47-4170-A36C-A307CC8F016F}" sibTransId="{2406B6F2-3AA5-4235-BD75-1292B8314A05}"/>
    <dgm:cxn modelId="{50F2DAB0-A494-4403-B04C-86B04EC526B6}" type="presOf" srcId="{0C334E04-BBBB-469F-A732-34B95D4695FE}" destId="{F7D72FE2-8756-430C-AF54-2CCBEDCA0F4A}" srcOrd="0" destOrd="0" presId="urn:microsoft.com/office/officeart/2005/8/layout/vList2"/>
    <dgm:cxn modelId="{236696BE-660B-4315-BD29-4C6609260675}" type="presOf" srcId="{3933057C-7E99-4E41-97B6-DF23F7DC2E4A}" destId="{86FE7AF5-0467-40DE-92B0-F6662A56AFB9}" srcOrd="0" destOrd="0" presId="urn:microsoft.com/office/officeart/2005/8/layout/vList2"/>
    <dgm:cxn modelId="{115A5CDA-A26D-47BC-9212-16DEEC2D2B11}" srcId="{3933057C-7E99-4E41-97B6-DF23F7DC2E4A}" destId="{6717C028-97B8-46CF-B01D-01A0D0089026}" srcOrd="3" destOrd="0" parTransId="{C921685F-EA6A-44F0-AEC4-1D4A6EBBF0A1}" sibTransId="{89FDB6D1-263F-4FDF-98ED-E74EA3974398}"/>
    <dgm:cxn modelId="{6E4A64E9-E586-4D32-AD51-59E64206E5C7}" type="presOf" srcId="{58B54319-5FD0-47CE-B1F7-A78DBA3445B9}" destId="{B013D729-3EAF-46B2-BD81-38CBDC8255DF}" srcOrd="0" destOrd="0" presId="urn:microsoft.com/office/officeart/2005/8/layout/vList2"/>
    <dgm:cxn modelId="{7F15A9A5-CFF8-4DCD-AED1-1C786EDC6901}" type="presParOf" srcId="{86FE7AF5-0467-40DE-92B0-F6662A56AFB9}" destId="{F7D72FE2-8756-430C-AF54-2CCBEDCA0F4A}" srcOrd="0" destOrd="0" presId="urn:microsoft.com/office/officeart/2005/8/layout/vList2"/>
    <dgm:cxn modelId="{F3914F68-5838-4AB2-AAEF-2D788DE6F052}" type="presParOf" srcId="{86FE7AF5-0467-40DE-92B0-F6662A56AFB9}" destId="{E1980424-F525-4BD9-B9EA-5099A64CAD51}" srcOrd="1" destOrd="0" presId="urn:microsoft.com/office/officeart/2005/8/layout/vList2"/>
    <dgm:cxn modelId="{7941437F-A088-476E-AEA2-BDBBDFC09FB1}" type="presParOf" srcId="{86FE7AF5-0467-40DE-92B0-F6662A56AFB9}" destId="{E6620D58-89A8-4E47-A378-0F14ADAA1226}" srcOrd="2" destOrd="0" presId="urn:microsoft.com/office/officeart/2005/8/layout/vList2"/>
    <dgm:cxn modelId="{112933FF-D18D-43D7-A0D5-27B53EC7B786}" type="presParOf" srcId="{86FE7AF5-0467-40DE-92B0-F6662A56AFB9}" destId="{5C4B9243-55F0-4DB1-A2B5-CECAEC6A0E92}" srcOrd="3" destOrd="0" presId="urn:microsoft.com/office/officeart/2005/8/layout/vList2"/>
    <dgm:cxn modelId="{431BDD2D-894C-44D1-8E28-D8993AC4B206}" type="presParOf" srcId="{86FE7AF5-0467-40DE-92B0-F6662A56AFB9}" destId="{B013D729-3EAF-46B2-BD81-38CBDC8255DF}" srcOrd="4" destOrd="0" presId="urn:microsoft.com/office/officeart/2005/8/layout/vList2"/>
    <dgm:cxn modelId="{8042FB75-AE07-4170-9C6C-7C72E82882F2}" type="presParOf" srcId="{86FE7AF5-0467-40DE-92B0-F6662A56AFB9}" destId="{9486E66B-47AA-4993-8EA3-4CFAA15E3E82}" srcOrd="5" destOrd="0" presId="urn:microsoft.com/office/officeart/2005/8/layout/vList2"/>
    <dgm:cxn modelId="{EB109CE2-1A65-4466-9E9D-CED61B17349C}" type="presParOf" srcId="{86FE7AF5-0467-40DE-92B0-F6662A56AFB9}" destId="{E5318FFC-12E8-40A4-81AE-E91844C857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073F22F-F28A-4730-84C9-88282005090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B06FFE8-2E85-486D-87F0-DF3C09A3EAC4}">
      <dgm:prSet/>
      <dgm:spPr/>
      <dgm:t>
        <a:bodyPr/>
        <a:lstStyle/>
        <a:p>
          <a:r>
            <a:rPr lang="uk-UA" b="0" i="0"/>
            <a:t>Політичні репресії.</a:t>
          </a:r>
          <a:endParaRPr lang="uk-UA"/>
        </a:p>
      </dgm:t>
    </dgm:pt>
    <dgm:pt modelId="{DF958F51-5B5E-40A0-9AAC-1DE4D491331A}" type="parTrans" cxnId="{6131FE1A-AC9D-4F7B-AC95-28D918FEDA7B}">
      <dgm:prSet/>
      <dgm:spPr/>
      <dgm:t>
        <a:bodyPr/>
        <a:lstStyle/>
        <a:p>
          <a:endParaRPr lang="uk-UA"/>
        </a:p>
      </dgm:t>
    </dgm:pt>
    <dgm:pt modelId="{B546ABB9-0F33-4BE6-A670-EB114CD6A47D}" type="sibTrans" cxnId="{6131FE1A-AC9D-4F7B-AC95-28D918FEDA7B}">
      <dgm:prSet/>
      <dgm:spPr/>
      <dgm:t>
        <a:bodyPr/>
        <a:lstStyle/>
        <a:p>
          <a:endParaRPr lang="uk-UA"/>
        </a:p>
      </dgm:t>
    </dgm:pt>
    <dgm:pt modelId="{7DBFBFB0-6D8D-4151-A116-068575BB4E31}">
      <dgm:prSet/>
      <dgm:spPr/>
      <dgm:t>
        <a:bodyPr/>
        <a:lstStyle/>
        <a:p>
          <a:r>
            <a:rPr lang="uk-UA" b="0" i="0"/>
            <a:t>Колективізація селянських господарств.</a:t>
          </a:r>
          <a:endParaRPr lang="uk-UA"/>
        </a:p>
      </dgm:t>
    </dgm:pt>
    <dgm:pt modelId="{93F0428C-367E-4C0E-A530-8C05107A079D}" type="parTrans" cxnId="{46DEE53B-6D7F-4D8D-8D4A-965C0D4E3902}">
      <dgm:prSet/>
      <dgm:spPr/>
      <dgm:t>
        <a:bodyPr/>
        <a:lstStyle/>
        <a:p>
          <a:endParaRPr lang="uk-UA"/>
        </a:p>
      </dgm:t>
    </dgm:pt>
    <dgm:pt modelId="{A99B0C39-A2AC-4867-BEB8-98982856281C}" type="sibTrans" cxnId="{46DEE53B-6D7F-4D8D-8D4A-965C0D4E3902}">
      <dgm:prSet/>
      <dgm:spPr/>
      <dgm:t>
        <a:bodyPr/>
        <a:lstStyle/>
        <a:p>
          <a:endParaRPr lang="uk-UA"/>
        </a:p>
      </dgm:t>
    </dgm:pt>
    <dgm:pt modelId="{7540031B-00F6-48FE-9682-F162C91D1945}">
      <dgm:prSet/>
      <dgm:spPr/>
      <dgm:t>
        <a:bodyPr/>
        <a:lstStyle/>
        <a:p>
          <a:r>
            <a:rPr lang="uk-UA" b="0" i="0"/>
            <a:t>Націоналізація закладів торгівлі та промислових підприємств.</a:t>
          </a:r>
          <a:endParaRPr lang="uk-UA"/>
        </a:p>
      </dgm:t>
    </dgm:pt>
    <dgm:pt modelId="{4FED63AE-613E-4CA0-BB63-9C67A8D42296}" type="parTrans" cxnId="{65350A64-F3BF-4F17-92EC-1FABC7410318}">
      <dgm:prSet/>
      <dgm:spPr/>
      <dgm:t>
        <a:bodyPr/>
        <a:lstStyle/>
        <a:p>
          <a:endParaRPr lang="uk-UA"/>
        </a:p>
      </dgm:t>
    </dgm:pt>
    <dgm:pt modelId="{01B0E52A-491D-43EC-8AFD-E506AD03CB50}" type="sibTrans" cxnId="{65350A64-F3BF-4F17-92EC-1FABC7410318}">
      <dgm:prSet/>
      <dgm:spPr/>
      <dgm:t>
        <a:bodyPr/>
        <a:lstStyle/>
        <a:p>
          <a:endParaRPr lang="uk-UA"/>
        </a:p>
      </dgm:t>
    </dgm:pt>
    <dgm:pt modelId="{8A2EB3CA-C5D5-4F24-9393-E009C0FA9A70}" type="pres">
      <dgm:prSet presAssocID="{3073F22F-F28A-4730-84C9-882820050906}" presName="linearFlow" presStyleCnt="0">
        <dgm:presLayoutVars>
          <dgm:dir/>
          <dgm:resizeHandles val="exact"/>
        </dgm:presLayoutVars>
      </dgm:prSet>
      <dgm:spPr/>
    </dgm:pt>
    <dgm:pt modelId="{E5FB8F06-B698-44CA-AEA9-9A9769B453ED}" type="pres">
      <dgm:prSet presAssocID="{5B06FFE8-2E85-486D-87F0-DF3C09A3EAC4}" presName="composite" presStyleCnt="0"/>
      <dgm:spPr/>
    </dgm:pt>
    <dgm:pt modelId="{795B7B07-6B06-4A9C-B71C-E257AE340B54}" type="pres">
      <dgm:prSet presAssocID="{5B06FFE8-2E85-486D-87F0-DF3C09A3EAC4}" presName="imgShp" presStyleLbl="fgImgPlace1" presStyleIdx="0" presStyleCnt="3"/>
      <dgm:spPr/>
    </dgm:pt>
    <dgm:pt modelId="{CF193F51-AB22-411E-A6CB-C21D11219848}" type="pres">
      <dgm:prSet presAssocID="{5B06FFE8-2E85-486D-87F0-DF3C09A3EAC4}" presName="txShp" presStyleLbl="node1" presStyleIdx="0" presStyleCnt="3">
        <dgm:presLayoutVars>
          <dgm:bulletEnabled val="1"/>
        </dgm:presLayoutVars>
      </dgm:prSet>
      <dgm:spPr/>
    </dgm:pt>
    <dgm:pt modelId="{979ECFEE-683A-4C99-9479-C2295C241C11}" type="pres">
      <dgm:prSet presAssocID="{B546ABB9-0F33-4BE6-A670-EB114CD6A47D}" presName="spacing" presStyleCnt="0"/>
      <dgm:spPr/>
    </dgm:pt>
    <dgm:pt modelId="{C47FD533-14AA-4CAA-89FC-00942E263F1B}" type="pres">
      <dgm:prSet presAssocID="{7DBFBFB0-6D8D-4151-A116-068575BB4E31}" presName="composite" presStyleCnt="0"/>
      <dgm:spPr/>
    </dgm:pt>
    <dgm:pt modelId="{D9444E96-2773-4D76-80B5-6C61664096EF}" type="pres">
      <dgm:prSet presAssocID="{7DBFBFB0-6D8D-4151-A116-068575BB4E31}" presName="imgShp" presStyleLbl="fgImgPlace1" presStyleIdx="1" presStyleCnt="3"/>
      <dgm:spPr/>
    </dgm:pt>
    <dgm:pt modelId="{34C58A00-648E-47D0-8F61-B935FB233750}" type="pres">
      <dgm:prSet presAssocID="{7DBFBFB0-6D8D-4151-A116-068575BB4E31}" presName="txShp" presStyleLbl="node1" presStyleIdx="1" presStyleCnt="3">
        <dgm:presLayoutVars>
          <dgm:bulletEnabled val="1"/>
        </dgm:presLayoutVars>
      </dgm:prSet>
      <dgm:spPr/>
    </dgm:pt>
    <dgm:pt modelId="{7E527DB0-53FC-4347-984D-89199650E7D9}" type="pres">
      <dgm:prSet presAssocID="{A99B0C39-A2AC-4867-BEB8-98982856281C}" presName="spacing" presStyleCnt="0"/>
      <dgm:spPr/>
    </dgm:pt>
    <dgm:pt modelId="{A5E4EEE5-D73B-4407-AD66-BB3C52BFA2C8}" type="pres">
      <dgm:prSet presAssocID="{7540031B-00F6-48FE-9682-F162C91D1945}" presName="composite" presStyleCnt="0"/>
      <dgm:spPr/>
    </dgm:pt>
    <dgm:pt modelId="{927A3E54-102A-49DD-B46D-8449E7A14153}" type="pres">
      <dgm:prSet presAssocID="{7540031B-00F6-48FE-9682-F162C91D1945}" presName="imgShp" presStyleLbl="fgImgPlace1" presStyleIdx="2" presStyleCnt="3"/>
      <dgm:spPr/>
    </dgm:pt>
    <dgm:pt modelId="{1D7EB71A-3557-4119-94C3-0DFE9CBA05B2}" type="pres">
      <dgm:prSet presAssocID="{7540031B-00F6-48FE-9682-F162C91D1945}" presName="txShp" presStyleLbl="node1" presStyleIdx="2" presStyleCnt="3">
        <dgm:presLayoutVars>
          <dgm:bulletEnabled val="1"/>
        </dgm:presLayoutVars>
      </dgm:prSet>
      <dgm:spPr/>
    </dgm:pt>
  </dgm:ptLst>
  <dgm:cxnLst>
    <dgm:cxn modelId="{F7945F0E-4238-47B5-AE8F-DEFE265EEA32}" type="presOf" srcId="{5B06FFE8-2E85-486D-87F0-DF3C09A3EAC4}" destId="{CF193F51-AB22-411E-A6CB-C21D11219848}" srcOrd="0" destOrd="0" presId="urn:microsoft.com/office/officeart/2005/8/layout/vList3"/>
    <dgm:cxn modelId="{6131FE1A-AC9D-4F7B-AC95-28D918FEDA7B}" srcId="{3073F22F-F28A-4730-84C9-882820050906}" destId="{5B06FFE8-2E85-486D-87F0-DF3C09A3EAC4}" srcOrd="0" destOrd="0" parTransId="{DF958F51-5B5E-40A0-9AAC-1DE4D491331A}" sibTransId="{B546ABB9-0F33-4BE6-A670-EB114CD6A47D}"/>
    <dgm:cxn modelId="{BE62993A-B4AE-4D27-B31C-58DA2F60A6FB}" type="presOf" srcId="{7540031B-00F6-48FE-9682-F162C91D1945}" destId="{1D7EB71A-3557-4119-94C3-0DFE9CBA05B2}" srcOrd="0" destOrd="0" presId="urn:microsoft.com/office/officeart/2005/8/layout/vList3"/>
    <dgm:cxn modelId="{46DEE53B-6D7F-4D8D-8D4A-965C0D4E3902}" srcId="{3073F22F-F28A-4730-84C9-882820050906}" destId="{7DBFBFB0-6D8D-4151-A116-068575BB4E31}" srcOrd="1" destOrd="0" parTransId="{93F0428C-367E-4C0E-A530-8C05107A079D}" sibTransId="{A99B0C39-A2AC-4867-BEB8-98982856281C}"/>
    <dgm:cxn modelId="{65350A64-F3BF-4F17-92EC-1FABC7410318}" srcId="{3073F22F-F28A-4730-84C9-882820050906}" destId="{7540031B-00F6-48FE-9682-F162C91D1945}" srcOrd="2" destOrd="0" parTransId="{4FED63AE-613E-4CA0-BB63-9C67A8D42296}" sibTransId="{01B0E52A-491D-43EC-8AFD-E506AD03CB50}"/>
    <dgm:cxn modelId="{AEC5116C-61DD-4E14-B30A-A2822B8F5A43}" type="presOf" srcId="{3073F22F-F28A-4730-84C9-882820050906}" destId="{8A2EB3CA-C5D5-4F24-9393-E009C0FA9A70}" srcOrd="0" destOrd="0" presId="urn:microsoft.com/office/officeart/2005/8/layout/vList3"/>
    <dgm:cxn modelId="{BC117AF5-79F8-411D-827F-D1394BB71728}" type="presOf" srcId="{7DBFBFB0-6D8D-4151-A116-068575BB4E31}" destId="{34C58A00-648E-47D0-8F61-B935FB233750}" srcOrd="0" destOrd="0" presId="urn:microsoft.com/office/officeart/2005/8/layout/vList3"/>
    <dgm:cxn modelId="{1F48502D-F437-4144-AE1B-8E98A6743419}" type="presParOf" srcId="{8A2EB3CA-C5D5-4F24-9393-E009C0FA9A70}" destId="{E5FB8F06-B698-44CA-AEA9-9A9769B453ED}" srcOrd="0" destOrd="0" presId="urn:microsoft.com/office/officeart/2005/8/layout/vList3"/>
    <dgm:cxn modelId="{2348A34B-42C3-434B-A3E7-BC437836E1E9}" type="presParOf" srcId="{E5FB8F06-B698-44CA-AEA9-9A9769B453ED}" destId="{795B7B07-6B06-4A9C-B71C-E257AE340B54}" srcOrd="0" destOrd="0" presId="urn:microsoft.com/office/officeart/2005/8/layout/vList3"/>
    <dgm:cxn modelId="{633B39A2-3788-4905-BDC0-F72C5FBEAEF8}" type="presParOf" srcId="{E5FB8F06-B698-44CA-AEA9-9A9769B453ED}" destId="{CF193F51-AB22-411E-A6CB-C21D11219848}" srcOrd="1" destOrd="0" presId="urn:microsoft.com/office/officeart/2005/8/layout/vList3"/>
    <dgm:cxn modelId="{BFDA96D1-274D-4E88-9EDE-CE72CD49C879}" type="presParOf" srcId="{8A2EB3CA-C5D5-4F24-9393-E009C0FA9A70}" destId="{979ECFEE-683A-4C99-9479-C2295C241C11}" srcOrd="1" destOrd="0" presId="urn:microsoft.com/office/officeart/2005/8/layout/vList3"/>
    <dgm:cxn modelId="{D809B1E4-B510-402A-BCC2-96ECFD1BCDE9}" type="presParOf" srcId="{8A2EB3CA-C5D5-4F24-9393-E009C0FA9A70}" destId="{C47FD533-14AA-4CAA-89FC-00942E263F1B}" srcOrd="2" destOrd="0" presId="urn:microsoft.com/office/officeart/2005/8/layout/vList3"/>
    <dgm:cxn modelId="{998238E3-0253-4CAA-8016-8FBFA43163A8}" type="presParOf" srcId="{C47FD533-14AA-4CAA-89FC-00942E263F1B}" destId="{D9444E96-2773-4D76-80B5-6C61664096EF}" srcOrd="0" destOrd="0" presId="urn:microsoft.com/office/officeart/2005/8/layout/vList3"/>
    <dgm:cxn modelId="{88109EC8-1CDC-4A8B-AD07-896DFFFFDCEC}" type="presParOf" srcId="{C47FD533-14AA-4CAA-89FC-00942E263F1B}" destId="{34C58A00-648E-47D0-8F61-B935FB233750}" srcOrd="1" destOrd="0" presId="urn:microsoft.com/office/officeart/2005/8/layout/vList3"/>
    <dgm:cxn modelId="{2335CE07-CDD2-4FE8-AC82-2831DC63B74F}" type="presParOf" srcId="{8A2EB3CA-C5D5-4F24-9393-E009C0FA9A70}" destId="{7E527DB0-53FC-4347-984D-89199650E7D9}" srcOrd="3" destOrd="0" presId="urn:microsoft.com/office/officeart/2005/8/layout/vList3"/>
    <dgm:cxn modelId="{30FB484F-678A-4E4E-89BB-2929E0EAB8CA}" type="presParOf" srcId="{8A2EB3CA-C5D5-4F24-9393-E009C0FA9A70}" destId="{A5E4EEE5-D73B-4407-AD66-BB3C52BFA2C8}" srcOrd="4" destOrd="0" presId="urn:microsoft.com/office/officeart/2005/8/layout/vList3"/>
    <dgm:cxn modelId="{3848F3AE-77D9-4C51-9AC7-5869A42A0CDC}" type="presParOf" srcId="{A5E4EEE5-D73B-4407-AD66-BB3C52BFA2C8}" destId="{927A3E54-102A-49DD-B46D-8449E7A14153}" srcOrd="0" destOrd="0" presId="urn:microsoft.com/office/officeart/2005/8/layout/vList3"/>
    <dgm:cxn modelId="{FA8DD048-1D8E-4BC5-B44C-4D670B94E615}" type="presParOf" srcId="{A5E4EEE5-D73B-4407-AD66-BB3C52BFA2C8}" destId="{1D7EB71A-3557-4119-94C3-0DFE9CBA05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BD933D0D-6D34-4307-9ECF-BD8B6D89165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C2DAF1-B3EF-458C-B753-9AA98D0E0516}">
      <dgm:prSet/>
      <dgm:spPr/>
      <dgm:t>
        <a:bodyPr/>
        <a:lstStyle/>
        <a:p>
          <a:r>
            <a:rPr lang="ru-RU" b="0" i="0"/>
            <a:t>Створення системи соціального забезпечення.</a:t>
          </a:r>
          <a:endParaRPr lang="uk-UA"/>
        </a:p>
      </dgm:t>
    </dgm:pt>
    <dgm:pt modelId="{1E248260-D967-44D9-8096-79DC25EF03BA}" type="parTrans" cxnId="{C01C1547-CBED-4F5B-8870-4351855B79D7}">
      <dgm:prSet/>
      <dgm:spPr/>
      <dgm:t>
        <a:bodyPr/>
        <a:lstStyle/>
        <a:p>
          <a:endParaRPr lang="uk-UA"/>
        </a:p>
      </dgm:t>
    </dgm:pt>
    <dgm:pt modelId="{800CC055-81EC-4812-B4D8-6AABBFDDA016}" type="sibTrans" cxnId="{C01C1547-CBED-4F5B-8870-4351855B79D7}">
      <dgm:prSet/>
      <dgm:spPr/>
      <dgm:t>
        <a:bodyPr/>
        <a:lstStyle/>
        <a:p>
          <a:endParaRPr lang="uk-UA"/>
        </a:p>
      </dgm:t>
    </dgm:pt>
    <dgm:pt modelId="{57712302-B3B1-43B9-A28C-B55BDC7932A8}">
      <dgm:prSet/>
      <dgm:spPr/>
      <dgm:t>
        <a:bodyPr/>
        <a:lstStyle/>
        <a:p>
          <a:r>
            <a:rPr lang="ru-RU" b="0" i="0"/>
            <a:t>Заборона діяльності партій і громадських об’єднань.</a:t>
          </a:r>
          <a:endParaRPr lang="uk-UA"/>
        </a:p>
      </dgm:t>
    </dgm:pt>
    <dgm:pt modelId="{91984CCC-19F9-4168-947C-1429456ED799}" type="parTrans" cxnId="{B5484DDA-B8E5-4B07-A72F-87B5ED9A88CA}">
      <dgm:prSet/>
      <dgm:spPr/>
      <dgm:t>
        <a:bodyPr/>
        <a:lstStyle/>
        <a:p>
          <a:endParaRPr lang="uk-UA"/>
        </a:p>
      </dgm:t>
    </dgm:pt>
    <dgm:pt modelId="{FB8F75B2-E392-42F0-97C1-F0D0C92D3C8E}" type="sibTrans" cxnId="{B5484DDA-B8E5-4B07-A72F-87B5ED9A88CA}">
      <dgm:prSet/>
      <dgm:spPr/>
      <dgm:t>
        <a:bodyPr/>
        <a:lstStyle/>
        <a:p>
          <a:endParaRPr lang="uk-UA"/>
        </a:p>
      </dgm:t>
    </dgm:pt>
    <dgm:pt modelId="{7616DFF4-9A68-401D-9EAB-BA985FF5DE29}">
      <dgm:prSet/>
      <dgm:spPr/>
      <dgm:t>
        <a:bodyPr/>
        <a:lstStyle/>
        <a:p>
          <a:r>
            <a:rPr lang="ru-RU" b="0" i="0"/>
            <a:t>Ліквідація польського та румунського державних апаратів.</a:t>
          </a:r>
          <a:endParaRPr lang="uk-UA"/>
        </a:p>
      </dgm:t>
    </dgm:pt>
    <dgm:pt modelId="{E8CA9AA3-B323-4C0B-92B6-9B55BF736528}" type="parTrans" cxnId="{259803D3-2A2F-4892-A8E1-9BCF5ADEA9AC}">
      <dgm:prSet/>
      <dgm:spPr/>
      <dgm:t>
        <a:bodyPr/>
        <a:lstStyle/>
        <a:p>
          <a:endParaRPr lang="uk-UA"/>
        </a:p>
      </dgm:t>
    </dgm:pt>
    <dgm:pt modelId="{8A1B892F-1F1C-49F8-AA2E-7A5CD9E328B7}" type="sibTrans" cxnId="{259803D3-2A2F-4892-A8E1-9BCF5ADEA9AC}">
      <dgm:prSet/>
      <dgm:spPr/>
      <dgm:t>
        <a:bodyPr/>
        <a:lstStyle/>
        <a:p>
          <a:endParaRPr lang="uk-UA"/>
        </a:p>
      </dgm:t>
    </dgm:pt>
    <dgm:pt modelId="{D4EB9878-ACC7-466D-B23C-2FDACAEBC491}" type="pres">
      <dgm:prSet presAssocID="{BD933D0D-6D34-4307-9ECF-BD8B6D891652}" presName="linearFlow" presStyleCnt="0">
        <dgm:presLayoutVars>
          <dgm:dir/>
          <dgm:resizeHandles val="exact"/>
        </dgm:presLayoutVars>
      </dgm:prSet>
      <dgm:spPr/>
    </dgm:pt>
    <dgm:pt modelId="{DF461694-157C-4726-9398-63D2DAC8970B}" type="pres">
      <dgm:prSet presAssocID="{7CC2DAF1-B3EF-458C-B753-9AA98D0E0516}" presName="composite" presStyleCnt="0"/>
      <dgm:spPr/>
    </dgm:pt>
    <dgm:pt modelId="{84BF0AFD-CB11-48BA-82C7-BDCA3C2E3877}" type="pres">
      <dgm:prSet presAssocID="{7CC2DAF1-B3EF-458C-B753-9AA98D0E0516}" presName="imgShp" presStyleLbl="fgImgPlace1" presStyleIdx="0" presStyleCnt="3"/>
      <dgm:spPr/>
    </dgm:pt>
    <dgm:pt modelId="{EFC3322D-6854-4B6B-B165-C4EFD43F8D5D}" type="pres">
      <dgm:prSet presAssocID="{7CC2DAF1-B3EF-458C-B753-9AA98D0E0516}" presName="txShp" presStyleLbl="node1" presStyleIdx="0" presStyleCnt="3">
        <dgm:presLayoutVars>
          <dgm:bulletEnabled val="1"/>
        </dgm:presLayoutVars>
      </dgm:prSet>
      <dgm:spPr/>
    </dgm:pt>
    <dgm:pt modelId="{C77A44FC-180D-48B2-B96F-4474B6C881EE}" type="pres">
      <dgm:prSet presAssocID="{800CC055-81EC-4812-B4D8-6AABBFDDA016}" presName="spacing" presStyleCnt="0"/>
      <dgm:spPr/>
    </dgm:pt>
    <dgm:pt modelId="{564794CA-9194-4D45-BA7E-DFAE3CD380B2}" type="pres">
      <dgm:prSet presAssocID="{57712302-B3B1-43B9-A28C-B55BDC7932A8}" presName="composite" presStyleCnt="0"/>
      <dgm:spPr/>
    </dgm:pt>
    <dgm:pt modelId="{9CB34903-7C6B-4EC0-83A5-2316A9919DCE}" type="pres">
      <dgm:prSet presAssocID="{57712302-B3B1-43B9-A28C-B55BDC7932A8}" presName="imgShp" presStyleLbl="fgImgPlace1" presStyleIdx="1" presStyleCnt="3"/>
      <dgm:spPr/>
    </dgm:pt>
    <dgm:pt modelId="{1F01C9DD-EA2A-4A3A-B8A2-D5F5DF6A4F8F}" type="pres">
      <dgm:prSet presAssocID="{57712302-B3B1-43B9-A28C-B55BDC7932A8}" presName="txShp" presStyleLbl="node1" presStyleIdx="1" presStyleCnt="3">
        <dgm:presLayoutVars>
          <dgm:bulletEnabled val="1"/>
        </dgm:presLayoutVars>
      </dgm:prSet>
      <dgm:spPr/>
    </dgm:pt>
    <dgm:pt modelId="{26BB7086-C0F4-428C-B1C5-E902033FDDCB}" type="pres">
      <dgm:prSet presAssocID="{FB8F75B2-E392-42F0-97C1-F0D0C92D3C8E}" presName="spacing" presStyleCnt="0"/>
      <dgm:spPr/>
    </dgm:pt>
    <dgm:pt modelId="{E8F395C0-29C3-40C0-B985-1E9C36C69E81}" type="pres">
      <dgm:prSet presAssocID="{7616DFF4-9A68-401D-9EAB-BA985FF5DE29}" presName="composite" presStyleCnt="0"/>
      <dgm:spPr/>
    </dgm:pt>
    <dgm:pt modelId="{9825B829-74D4-4A16-9330-CE499A4F76CB}" type="pres">
      <dgm:prSet presAssocID="{7616DFF4-9A68-401D-9EAB-BA985FF5DE29}" presName="imgShp" presStyleLbl="fgImgPlace1" presStyleIdx="2" presStyleCnt="3"/>
      <dgm:spPr/>
    </dgm:pt>
    <dgm:pt modelId="{0A5C1D03-B6A3-4C7C-BC06-3890466FD6AB}" type="pres">
      <dgm:prSet presAssocID="{7616DFF4-9A68-401D-9EAB-BA985FF5DE29}" presName="txShp" presStyleLbl="node1" presStyleIdx="2" presStyleCnt="3">
        <dgm:presLayoutVars>
          <dgm:bulletEnabled val="1"/>
        </dgm:presLayoutVars>
      </dgm:prSet>
      <dgm:spPr/>
    </dgm:pt>
  </dgm:ptLst>
  <dgm:cxnLst>
    <dgm:cxn modelId="{85914203-8FF5-417E-B437-9510D7989E7F}" type="presOf" srcId="{7616DFF4-9A68-401D-9EAB-BA985FF5DE29}" destId="{0A5C1D03-B6A3-4C7C-BC06-3890466FD6AB}" srcOrd="0" destOrd="0" presId="urn:microsoft.com/office/officeart/2005/8/layout/vList3"/>
    <dgm:cxn modelId="{6877B131-CFC3-4B98-BAF7-725FC8082088}" type="presOf" srcId="{57712302-B3B1-43B9-A28C-B55BDC7932A8}" destId="{1F01C9DD-EA2A-4A3A-B8A2-D5F5DF6A4F8F}" srcOrd="0" destOrd="0" presId="urn:microsoft.com/office/officeart/2005/8/layout/vList3"/>
    <dgm:cxn modelId="{C01C1547-CBED-4F5B-8870-4351855B79D7}" srcId="{BD933D0D-6D34-4307-9ECF-BD8B6D891652}" destId="{7CC2DAF1-B3EF-458C-B753-9AA98D0E0516}" srcOrd="0" destOrd="0" parTransId="{1E248260-D967-44D9-8096-79DC25EF03BA}" sibTransId="{800CC055-81EC-4812-B4D8-6AABBFDDA016}"/>
    <dgm:cxn modelId="{4C216457-81A6-4525-A4A8-65319A1040B5}" type="presOf" srcId="{BD933D0D-6D34-4307-9ECF-BD8B6D891652}" destId="{D4EB9878-ACC7-466D-B23C-2FDACAEBC491}" srcOrd="0" destOrd="0" presId="urn:microsoft.com/office/officeart/2005/8/layout/vList3"/>
    <dgm:cxn modelId="{259803D3-2A2F-4892-A8E1-9BCF5ADEA9AC}" srcId="{BD933D0D-6D34-4307-9ECF-BD8B6D891652}" destId="{7616DFF4-9A68-401D-9EAB-BA985FF5DE29}" srcOrd="2" destOrd="0" parTransId="{E8CA9AA3-B323-4C0B-92B6-9B55BF736528}" sibTransId="{8A1B892F-1F1C-49F8-AA2E-7A5CD9E328B7}"/>
    <dgm:cxn modelId="{B5484DDA-B8E5-4B07-A72F-87B5ED9A88CA}" srcId="{BD933D0D-6D34-4307-9ECF-BD8B6D891652}" destId="{57712302-B3B1-43B9-A28C-B55BDC7932A8}" srcOrd="1" destOrd="0" parTransId="{91984CCC-19F9-4168-947C-1429456ED799}" sibTransId="{FB8F75B2-E392-42F0-97C1-F0D0C92D3C8E}"/>
    <dgm:cxn modelId="{528E04FF-BC39-41D6-B247-50962041EFE1}" type="presOf" srcId="{7CC2DAF1-B3EF-458C-B753-9AA98D0E0516}" destId="{EFC3322D-6854-4B6B-B165-C4EFD43F8D5D}" srcOrd="0" destOrd="0" presId="urn:microsoft.com/office/officeart/2005/8/layout/vList3"/>
    <dgm:cxn modelId="{CB44F1B9-6AE8-43CB-8CDF-3D7495CB66AC}" type="presParOf" srcId="{D4EB9878-ACC7-466D-B23C-2FDACAEBC491}" destId="{DF461694-157C-4726-9398-63D2DAC8970B}" srcOrd="0" destOrd="0" presId="urn:microsoft.com/office/officeart/2005/8/layout/vList3"/>
    <dgm:cxn modelId="{FB3D28E5-3710-4AE8-BC3B-E93FEF523AC6}" type="presParOf" srcId="{DF461694-157C-4726-9398-63D2DAC8970B}" destId="{84BF0AFD-CB11-48BA-82C7-BDCA3C2E3877}" srcOrd="0" destOrd="0" presId="urn:microsoft.com/office/officeart/2005/8/layout/vList3"/>
    <dgm:cxn modelId="{A5F27C59-F2C3-4C6F-9C0C-71179B44232C}" type="presParOf" srcId="{DF461694-157C-4726-9398-63D2DAC8970B}" destId="{EFC3322D-6854-4B6B-B165-C4EFD43F8D5D}" srcOrd="1" destOrd="0" presId="urn:microsoft.com/office/officeart/2005/8/layout/vList3"/>
    <dgm:cxn modelId="{C3C8B106-72E8-4A2F-968F-152BD55294C8}" type="presParOf" srcId="{D4EB9878-ACC7-466D-B23C-2FDACAEBC491}" destId="{C77A44FC-180D-48B2-B96F-4474B6C881EE}" srcOrd="1" destOrd="0" presId="urn:microsoft.com/office/officeart/2005/8/layout/vList3"/>
    <dgm:cxn modelId="{F9B5EA28-8800-422F-A9EF-D17E84C257E5}" type="presParOf" srcId="{D4EB9878-ACC7-466D-B23C-2FDACAEBC491}" destId="{564794CA-9194-4D45-BA7E-DFAE3CD380B2}" srcOrd="2" destOrd="0" presId="urn:microsoft.com/office/officeart/2005/8/layout/vList3"/>
    <dgm:cxn modelId="{C06A14E6-15C5-497E-9581-841216AD0639}" type="presParOf" srcId="{564794CA-9194-4D45-BA7E-DFAE3CD380B2}" destId="{9CB34903-7C6B-4EC0-83A5-2316A9919DCE}" srcOrd="0" destOrd="0" presId="urn:microsoft.com/office/officeart/2005/8/layout/vList3"/>
    <dgm:cxn modelId="{0E2CE655-A0FA-4364-A5A0-74D8BA7E939F}" type="presParOf" srcId="{564794CA-9194-4D45-BA7E-DFAE3CD380B2}" destId="{1F01C9DD-EA2A-4A3A-B8A2-D5F5DF6A4F8F}" srcOrd="1" destOrd="0" presId="urn:microsoft.com/office/officeart/2005/8/layout/vList3"/>
    <dgm:cxn modelId="{89CD7322-28C8-43BF-B9F5-D32C1F58EB2C}" type="presParOf" srcId="{D4EB9878-ACC7-466D-B23C-2FDACAEBC491}" destId="{26BB7086-C0F4-428C-B1C5-E902033FDDCB}" srcOrd="3" destOrd="0" presId="urn:microsoft.com/office/officeart/2005/8/layout/vList3"/>
    <dgm:cxn modelId="{7CFDD0EF-4E7F-4141-9989-ACB0CC828098}" type="presParOf" srcId="{D4EB9878-ACC7-466D-B23C-2FDACAEBC491}" destId="{E8F395C0-29C3-40C0-B985-1E9C36C69E81}" srcOrd="4" destOrd="0" presId="urn:microsoft.com/office/officeart/2005/8/layout/vList3"/>
    <dgm:cxn modelId="{AB00FCA5-EB0A-4C08-8A08-72E83E7702DD}" type="presParOf" srcId="{E8F395C0-29C3-40C0-B985-1E9C36C69E81}" destId="{9825B829-74D4-4A16-9330-CE499A4F76CB}" srcOrd="0" destOrd="0" presId="urn:microsoft.com/office/officeart/2005/8/layout/vList3"/>
    <dgm:cxn modelId="{532EF240-4AA9-4318-BDB9-A01F766B008E}" type="presParOf" srcId="{E8F395C0-29C3-40C0-B985-1E9C36C69E81}" destId="{0A5C1D03-B6A3-4C7C-BC06-3890466FD6A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D12ABBC-7C84-4EDF-8F30-56223A9F8EC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D2CB375-5A18-4DE5-A4D7-CD1E04BBEB1F}">
      <dgm:prSet/>
      <dgm:spPr/>
      <dgm:t>
        <a:bodyPr/>
        <a:lstStyle/>
        <a:p>
          <a:r>
            <a:rPr lang="uk-UA" b="0" i="0"/>
            <a:t>сприяння діяльності православній і греко-католицькій церквам</a:t>
          </a:r>
          <a:endParaRPr lang="uk-UA"/>
        </a:p>
      </dgm:t>
    </dgm:pt>
    <dgm:pt modelId="{DB7B520B-772C-4E85-8541-4F4F49E60C74}" type="parTrans" cxnId="{F89AEA9A-FAB7-4A58-93B4-EABF88ADD752}">
      <dgm:prSet/>
      <dgm:spPr/>
      <dgm:t>
        <a:bodyPr/>
        <a:lstStyle/>
        <a:p>
          <a:endParaRPr lang="uk-UA"/>
        </a:p>
      </dgm:t>
    </dgm:pt>
    <dgm:pt modelId="{37A1D0C5-6030-43C5-A7F4-B87B214733BE}" type="sibTrans" cxnId="{F89AEA9A-FAB7-4A58-93B4-EABF88ADD752}">
      <dgm:prSet/>
      <dgm:spPr/>
      <dgm:t>
        <a:bodyPr/>
        <a:lstStyle/>
        <a:p>
          <a:endParaRPr lang="uk-UA"/>
        </a:p>
      </dgm:t>
    </dgm:pt>
    <dgm:pt modelId="{B65B1BF4-611D-4FA4-A6B5-4D89B7C58BB9}">
      <dgm:prSet/>
      <dgm:spPr/>
      <dgm:t>
        <a:bodyPr/>
        <a:lstStyle/>
        <a:p>
          <a:r>
            <a:rPr lang="uk-UA" b="0" i="0"/>
            <a:t>створення на базі читалень «Просвіти» мережі бібліотек і клубів</a:t>
          </a:r>
          <a:endParaRPr lang="uk-UA"/>
        </a:p>
      </dgm:t>
    </dgm:pt>
    <dgm:pt modelId="{19461325-A739-44A1-9A04-BF3014C49A7E}" type="parTrans" cxnId="{5D5A25A7-3592-4A1A-9AE1-0115E44FE000}">
      <dgm:prSet/>
      <dgm:spPr/>
      <dgm:t>
        <a:bodyPr/>
        <a:lstStyle/>
        <a:p>
          <a:endParaRPr lang="uk-UA"/>
        </a:p>
      </dgm:t>
    </dgm:pt>
    <dgm:pt modelId="{AB597135-3A73-4490-843A-68A04640EAEE}" type="sibTrans" cxnId="{5D5A25A7-3592-4A1A-9AE1-0115E44FE000}">
      <dgm:prSet/>
      <dgm:spPr/>
      <dgm:t>
        <a:bodyPr/>
        <a:lstStyle/>
        <a:p>
          <a:endParaRPr lang="uk-UA"/>
        </a:p>
      </dgm:t>
    </dgm:pt>
    <dgm:pt modelId="{05442BD0-9A85-4B04-A2D4-6F47FF69334E}">
      <dgm:prSet/>
      <dgm:spPr/>
      <dgm:t>
        <a:bodyPr/>
        <a:lstStyle/>
        <a:p>
          <a:r>
            <a:rPr lang="uk-UA" b="0" i="0"/>
            <a:t>урахування місцевих особливостей і традицій у культурній політиці</a:t>
          </a:r>
          <a:endParaRPr lang="uk-UA"/>
        </a:p>
      </dgm:t>
    </dgm:pt>
    <dgm:pt modelId="{ECD19633-D0F7-4D8A-B08C-72B31CBA84CD}" type="parTrans" cxnId="{7B022AF6-7D06-47DE-BBDC-0B98D13D0159}">
      <dgm:prSet/>
      <dgm:spPr/>
      <dgm:t>
        <a:bodyPr/>
        <a:lstStyle/>
        <a:p>
          <a:endParaRPr lang="uk-UA"/>
        </a:p>
      </dgm:t>
    </dgm:pt>
    <dgm:pt modelId="{6E45EC2E-690E-4190-A0F3-6B18FE202C09}" type="sibTrans" cxnId="{7B022AF6-7D06-47DE-BBDC-0B98D13D0159}">
      <dgm:prSet/>
      <dgm:spPr/>
      <dgm:t>
        <a:bodyPr/>
        <a:lstStyle/>
        <a:p>
          <a:endParaRPr lang="uk-UA"/>
        </a:p>
      </dgm:t>
    </dgm:pt>
    <dgm:pt modelId="{951D5B83-9DFF-4E6F-BA90-1E5BCD70936B}">
      <dgm:prSet/>
      <dgm:spPr/>
      <dgm:t>
        <a:bodyPr/>
        <a:lstStyle/>
        <a:p>
          <a:r>
            <a:rPr lang="uk-UA" b="0" i="0"/>
            <a:t>надання фінансової підтримки громадським культурним установам</a:t>
          </a:r>
          <a:endParaRPr lang="uk-UA"/>
        </a:p>
      </dgm:t>
    </dgm:pt>
    <dgm:pt modelId="{8AC249FF-F161-40E8-BF4C-786864231F21}" type="parTrans" cxnId="{7FE69ECF-394B-4FAB-8D16-A47B80388CD7}">
      <dgm:prSet/>
      <dgm:spPr/>
      <dgm:t>
        <a:bodyPr/>
        <a:lstStyle/>
        <a:p>
          <a:endParaRPr lang="uk-UA"/>
        </a:p>
      </dgm:t>
    </dgm:pt>
    <dgm:pt modelId="{86C8D4F7-F9F5-40FB-8082-C5EAAB84A0C7}" type="sibTrans" cxnId="{7FE69ECF-394B-4FAB-8D16-A47B80388CD7}">
      <dgm:prSet/>
      <dgm:spPr/>
      <dgm:t>
        <a:bodyPr/>
        <a:lstStyle/>
        <a:p>
          <a:endParaRPr lang="uk-UA"/>
        </a:p>
      </dgm:t>
    </dgm:pt>
    <dgm:pt modelId="{CCA51962-D5B7-4F02-A111-3E56800A4ED1}" type="pres">
      <dgm:prSet presAssocID="{9D12ABBC-7C84-4EDF-8F30-56223A9F8ECE}" presName="linear" presStyleCnt="0">
        <dgm:presLayoutVars>
          <dgm:animLvl val="lvl"/>
          <dgm:resizeHandles val="exact"/>
        </dgm:presLayoutVars>
      </dgm:prSet>
      <dgm:spPr/>
    </dgm:pt>
    <dgm:pt modelId="{21C9A003-A7D3-4FDD-8AB1-5F4FA5B1F515}" type="pres">
      <dgm:prSet presAssocID="{3D2CB375-5A18-4DE5-A4D7-CD1E04BBEB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4F04ED-A3FD-4179-A164-55D067F5D06F}" type="pres">
      <dgm:prSet presAssocID="{37A1D0C5-6030-43C5-A7F4-B87B214733BE}" presName="spacer" presStyleCnt="0"/>
      <dgm:spPr/>
    </dgm:pt>
    <dgm:pt modelId="{B2542149-CECA-4CC6-B5F0-EAA0942E9D3A}" type="pres">
      <dgm:prSet presAssocID="{B65B1BF4-611D-4FA4-A6B5-4D89B7C58BB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8E36A5-C9FC-4E81-AF2A-DD96E2DFD069}" type="pres">
      <dgm:prSet presAssocID="{AB597135-3A73-4490-843A-68A04640EAEE}" presName="spacer" presStyleCnt="0"/>
      <dgm:spPr/>
    </dgm:pt>
    <dgm:pt modelId="{10BD357F-8038-48B0-BC44-F4D994A197A6}" type="pres">
      <dgm:prSet presAssocID="{05442BD0-9A85-4B04-A2D4-6F47FF6933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D2715F-583C-45FC-A6D1-60A07E022F1E}" type="pres">
      <dgm:prSet presAssocID="{6E45EC2E-690E-4190-A0F3-6B18FE202C09}" presName="spacer" presStyleCnt="0"/>
      <dgm:spPr/>
    </dgm:pt>
    <dgm:pt modelId="{92455B20-112A-4FAA-91F0-668FA394418C}" type="pres">
      <dgm:prSet presAssocID="{951D5B83-9DFF-4E6F-BA90-1E5BCD70936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B7E550F-FC15-4C3D-A6E2-55C83FA0DF86}" type="presOf" srcId="{951D5B83-9DFF-4E6F-BA90-1E5BCD70936B}" destId="{92455B20-112A-4FAA-91F0-668FA394418C}" srcOrd="0" destOrd="0" presId="urn:microsoft.com/office/officeart/2005/8/layout/vList2"/>
    <dgm:cxn modelId="{A19B3827-A371-427C-9970-EF483EBD5917}" type="presOf" srcId="{B65B1BF4-611D-4FA4-A6B5-4D89B7C58BB9}" destId="{B2542149-CECA-4CC6-B5F0-EAA0942E9D3A}" srcOrd="0" destOrd="0" presId="urn:microsoft.com/office/officeart/2005/8/layout/vList2"/>
    <dgm:cxn modelId="{F89AEA9A-FAB7-4A58-93B4-EABF88ADD752}" srcId="{9D12ABBC-7C84-4EDF-8F30-56223A9F8ECE}" destId="{3D2CB375-5A18-4DE5-A4D7-CD1E04BBEB1F}" srcOrd="0" destOrd="0" parTransId="{DB7B520B-772C-4E85-8541-4F4F49E60C74}" sibTransId="{37A1D0C5-6030-43C5-A7F4-B87B214733BE}"/>
    <dgm:cxn modelId="{5D5A25A7-3592-4A1A-9AE1-0115E44FE000}" srcId="{9D12ABBC-7C84-4EDF-8F30-56223A9F8ECE}" destId="{B65B1BF4-611D-4FA4-A6B5-4D89B7C58BB9}" srcOrd="1" destOrd="0" parTransId="{19461325-A739-44A1-9A04-BF3014C49A7E}" sibTransId="{AB597135-3A73-4490-843A-68A04640EAEE}"/>
    <dgm:cxn modelId="{7638B3B0-BB8A-4ADD-B93D-02117670781E}" type="presOf" srcId="{3D2CB375-5A18-4DE5-A4D7-CD1E04BBEB1F}" destId="{21C9A003-A7D3-4FDD-8AB1-5F4FA5B1F515}" srcOrd="0" destOrd="0" presId="urn:microsoft.com/office/officeart/2005/8/layout/vList2"/>
    <dgm:cxn modelId="{7FE69ECF-394B-4FAB-8D16-A47B80388CD7}" srcId="{9D12ABBC-7C84-4EDF-8F30-56223A9F8ECE}" destId="{951D5B83-9DFF-4E6F-BA90-1E5BCD70936B}" srcOrd="3" destOrd="0" parTransId="{8AC249FF-F161-40E8-BF4C-786864231F21}" sibTransId="{86C8D4F7-F9F5-40FB-8082-C5EAAB84A0C7}"/>
    <dgm:cxn modelId="{A161BBEC-BD00-46B4-89FC-413DC5AFF289}" type="presOf" srcId="{05442BD0-9A85-4B04-A2D4-6F47FF69334E}" destId="{10BD357F-8038-48B0-BC44-F4D994A197A6}" srcOrd="0" destOrd="0" presId="urn:microsoft.com/office/officeart/2005/8/layout/vList2"/>
    <dgm:cxn modelId="{7B022AF6-7D06-47DE-BBDC-0B98D13D0159}" srcId="{9D12ABBC-7C84-4EDF-8F30-56223A9F8ECE}" destId="{05442BD0-9A85-4B04-A2D4-6F47FF69334E}" srcOrd="2" destOrd="0" parTransId="{ECD19633-D0F7-4D8A-B08C-72B31CBA84CD}" sibTransId="{6E45EC2E-690E-4190-A0F3-6B18FE202C09}"/>
    <dgm:cxn modelId="{1ED775F7-6DA2-4358-AA48-648CA433BD8A}" type="presOf" srcId="{9D12ABBC-7C84-4EDF-8F30-56223A9F8ECE}" destId="{CCA51962-D5B7-4F02-A111-3E56800A4ED1}" srcOrd="0" destOrd="0" presId="urn:microsoft.com/office/officeart/2005/8/layout/vList2"/>
    <dgm:cxn modelId="{4FCE031C-4EF4-45B8-A916-53654B781E35}" type="presParOf" srcId="{CCA51962-D5B7-4F02-A111-3E56800A4ED1}" destId="{21C9A003-A7D3-4FDD-8AB1-5F4FA5B1F515}" srcOrd="0" destOrd="0" presId="urn:microsoft.com/office/officeart/2005/8/layout/vList2"/>
    <dgm:cxn modelId="{4CEF7351-EA38-4105-8357-5513F3CCBED5}" type="presParOf" srcId="{CCA51962-D5B7-4F02-A111-3E56800A4ED1}" destId="{AF4F04ED-A3FD-4179-A164-55D067F5D06F}" srcOrd="1" destOrd="0" presId="urn:microsoft.com/office/officeart/2005/8/layout/vList2"/>
    <dgm:cxn modelId="{4F3D5D4A-B9A7-4470-8937-FA02490A0A22}" type="presParOf" srcId="{CCA51962-D5B7-4F02-A111-3E56800A4ED1}" destId="{B2542149-CECA-4CC6-B5F0-EAA0942E9D3A}" srcOrd="2" destOrd="0" presId="urn:microsoft.com/office/officeart/2005/8/layout/vList2"/>
    <dgm:cxn modelId="{013ADADB-C8C0-481C-AB78-A8EBF0507137}" type="presParOf" srcId="{CCA51962-D5B7-4F02-A111-3E56800A4ED1}" destId="{108E36A5-C9FC-4E81-AF2A-DD96E2DFD069}" srcOrd="3" destOrd="0" presId="urn:microsoft.com/office/officeart/2005/8/layout/vList2"/>
    <dgm:cxn modelId="{F5D9F69D-FAC7-4A8F-A4B6-FFA5A73247C2}" type="presParOf" srcId="{CCA51962-D5B7-4F02-A111-3E56800A4ED1}" destId="{10BD357F-8038-48B0-BC44-F4D994A197A6}" srcOrd="4" destOrd="0" presId="urn:microsoft.com/office/officeart/2005/8/layout/vList2"/>
    <dgm:cxn modelId="{6F874E46-AB62-4D41-8E64-CF276DDB21B9}" type="presParOf" srcId="{CCA51962-D5B7-4F02-A111-3E56800A4ED1}" destId="{F7D2715F-583C-45FC-A6D1-60A07E022F1E}" srcOrd="5" destOrd="0" presId="urn:microsoft.com/office/officeart/2005/8/layout/vList2"/>
    <dgm:cxn modelId="{968C062D-61A7-4401-A95B-1A6E7667E958}" type="presParOf" srcId="{CCA51962-D5B7-4F02-A111-3E56800A4ED1}" destId="{92455B20-112A-4FAA-91F0-668FA39441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140AD9F0-9E3C-4953-BA22-CDC3FBB763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3855258-C24A-4FBF-9CE3-20584B90A421}">
      <dgm:prSet/>
      <dgm:spPr/>
      <dgm:t>
        <a:bodyPr/>
        <a:lstStyle/>
        <a:p>
          <a:r>
            <a:rPr lang="ru-RU" b="0" i="0"/>
            <a:t>1 вересня 1939 р.</a:t>
          </a:r>
          <a:endParaRPr lang="uk-UA"/>
        </a:p>
      </dgm:t>
    </dgm:pt>
    <dgm:pt modelId="{4137E5B5-17A0-4940-8950-86B6656DF5D4}" type="parTrans" cxnId="{192F619C-E270-48FC-841E-E94013B46DF4}">
      <dgm:prSet/>
      <dgm:spPr/>
      <dgm:t>
        <a:bodyPr/>
        <a:lstStyle/>
        <a:p>
          <a:endParaRPr lang="uk-UA"/>
        </a:p>
      </dgm:t>
    </dgm:pt>
    <dgm:pt modelId="{A96E0C69-04B2-4CED-9420-DF4A4A1998E7}" type="sibTrans" cxnId="{192F619C-E270-48FC-841E-E94013B46DF4}">
      <dgm:prSet/>
      <dgm:spPr/>
      <dgm:t>
        <a:bodyPr/>
        <a:lstStyle/>
        <a:p>
          <a:endParaRPr lang="uk-UA"/>
        </a:p>
      </dgm:t>
    </dgm:pt>
    <dgm:pt modelId="{8B0A68AA-9809-4332-8592-B90A565B442A}">
      <dgm:prSet/>
      <dgm:spPr/>
      <dgm:t>
        <a:bodyPr/>
        <a:lstStyle/>
        <a:p>
          <a:r>
            <a:rPr lang="ru-RU" b="0" i="0"/>
            <a:t>17 вересня 1939 р.</a:t>
          </a:r>
          <a:endParaRPr lang="uk-UA"/>
        </a:p>
      </dgm:t>
    </dgm:pt>
    <dgm:pt modelId="{327107C9-A417-4BFA-90D8-CB5006D0BE44}" type="parTrans" cxnId="{C7EC1266-E384-428E-8B36-5A2ADF44BDDB}">
      <dgm:prSet/>
      <dgm:spPr/>
      <dgm:t>
        <a:bodyPr/>
        <a:lstStyle/>
        <a:p>
          <a:endParaRPr lang="uk-UA"/>
        </a:p>
      </dgm:t>
    </dgm:pt>
    <dgm:pt modelId="{2C7A4522-E819-4BC2-A345-B2E5DDEE0E03}" type="sibTrans" cxnId="{C7EC1266-E384-428E-8B36-5A2ADF44BDDB}">
      <dgm:prSet/>
      <dgm:spPr/>
      <dgm:t>
        <a:bodyPr/>
        <a:lstStyle/>
        <a:p>
          <a:endParaRPr lang="uk-UA"/>
        </a:p>
      </dgm:t>
    </dgm:pt>
    <dgm:pt modelId="{D5E9C81C-E55D-4FD5-A7B3-2C3AD5120BBB}">
      <dgm:prSet/>
      <dgm:spPr/>
      <dgm:t>
        <a:bodyPr/>
        <a:lstStyle/>
        <a:p>
          <a:r>
            <a:rPr lang="ru-RU" b="0" i="0"/>
            <a:t>28 червня 1940 р.</a:t>
          </a:r>
          <a:endParaRPr lang="uk-UA"/>
        </a:p>
      </dgm:t>
    </dgm:pt>
    <dgm:pt modelId="{1999F98C-DD52-4B15-9EAE-2AEB840495DF}" type="parTrans" cxnId="{5F10D65F-58BA-4CD6-9F3D-7A9CABBD17C2}">
      <dgm:prSet/>
      <dgm:spPr/>
      <dgm:t>
        <a:bodyPr/>
        <a:lstStyle/>
        <a:p>
          <a:endParaRPr lang="uk-UA"/>
        </a:p>
      </dgm:t>
    </dgm:pt>
    <dgm:pt modelId="{BCADA123-D184-4FF4-94D9-0D6AFD989404}" type="sibTrans" cxnId="{5F10D65F-58BA-4CD6-9F3D-7A9CABBD17C2}">
      <dgm:prSet/>
      <dgm:spPr/>
      <dgm:t>
        <a:bodyPr/>
        <a:lstStyle/>
        <a:p>
          <a:endParaRPr lang="uk-UA"/>
        </a:p>
      </dgm:t>
    </dgm:pt>
    <dgm:pt modelId="{7E6193E5-BDF5-410E-85A5-E28690CD1D75}">
      <dgm:prSet/>
      <dgm:spPr/>
      <dgm:t>
        <a:bodyPr/>
        <a:lstStyle/>
        <a:p>
          <a:r>
            <a:rPr lang="ru-RU" b="0" i="0"/>
            <a:t>22 червня 1941 р.</a:t>
          </a:r>
          <a:endParaRPr lang="uk-UA"/>
        </a:p>
      </dgm:t>
    </dgm:pt>
    <dgm:pt modelId="{AA8C5377-E16B-40CB-93AD-BD94C4477124}" type="parTrans" cxnId="{C57BEA60-4916-4DBA-9999-013036CAF82B}">
      <dgm:prSet/>
      <dgm:spPr/>
      <dgm:t>
        <a:bodyPr/>
        <a:lstStyle/>
        <a:p>
          <a:endParaRPr lang="uk-UA"/>
        </a:p>
      </dgm:t>
    </dgm:pt>
    <dgm:pt modelId="{714598E0-1D30-4E86-98E7-52B99755F897}" type="sibTrans" cxnId="{C57BEA60-4916-4DBA-9999-013036CAF82B}">
      <dgm:prSet/>
      <dgm:spPr/>
      <dgm:t>
        <a:bodyPr/>
        <a:lstStyle/>
        <a:p>
          <a:endParaRPr lang="uk-UA"/>
        </a:p>
      </dgm:t>
    </dgm:pt>
    <dgm:pt modelId="{5558EEE2-4B5A-4E62-9597-B17848E9B002}" type="pres">
      <dgm:prSet presAssocID="{140AD9F0-9E3C-4953-BA22-CDC3FBB76340}" presName="linear" presStyleCnt="0">
        <dgm:presLayoutVars>
          <dgm:animLvl val="lvl"/>
          <dgm:resizeHandles val="exact"/>
        </dgm:presLayoutVars>
      </dgm:prSet>
      <dgm:spPr/>
    </dgm:pt>
    <dgm:pt modelId="{581C0314-5CDB-4C01-860D-9C9D65E66AAE}" type="pres">
      <dgm:prSet presAssocID="{D3855258-C24A-4FBF-9CE3-20584B90A4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D6BD3C3-8D2A-4B3D-A2F7-D1F5BD3C88EC}" type="pres">
      <dgm:prSet presAssocID="{A96E0C69-04B2-4CED-9420-DF4A4A1998E7}" presName="spacer" presStyleCnt="0"/>
      <dgm:spPr/>
    </dgm:pt>
    <dgm:pt modelId="{6D6BE04A-2FF2-4D5C-8054-49407D5E627A}" type="pres">
      <dgm:prSet presAssocID="{8B0A68AA-9809-4332-8592-B90A565B442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384F3D-718B-4A8F-8403-0B0A8AA05620}" type="pres">
      <dgm:prSet presAssocID="{2C7A4522-E819-4BC2-A345-B2E5DDEE0E03}" presName="spacer" presStyleCnt="0"/>
      <dgm:spPr/>
    </dgm:pt>
    <dgm:pt modelId="{04645A36-333A-490E-B623-B92948142AE9}" type="pres">
      <dgm:prSet presAssocID="{D5E9C81C-E55D-4FD5-A7B3-2C3AD5120B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FF3634A-02D2-4057-A638-C73F225CC577}" type="pres">
      <dgm:prSet presAssocID="{BCADA123-D184-4FF4-94D9-0D6AFD989404}" presName="spacer" presStyleCnt="0"/>
      <dgm:spPr/>
    </dgm:pt>
    <dgm:pt modelId="{6518B3B3-B787-48F9-9C21-24FB808C29E9}" type="pres">
      <dgm:prSet presAssocID="{7E6193E5-BDF5-410E-85A5-E28690CD1D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9B325B-48D4-451C-BF54-41E63BD59B18}" type="presOf" srcId="{7E6193E5-BDF5-410E-85A5-E28690CD1D75}" destId="{6518B3B3-B787-48F9-9C21-24FB808C29E9}" srcOrd="0" destOrd="0" presId="urn:microsoft.com/office/officeart/2005/8/layout/vList2"/>
    <dgm:cxn modelId="{5F10D65F-58BA-4CD6-9F3D-7A9CABBD17C2}" srcId="{140AD9F0-9E3C-4953-BA22-CDC3FBB76340}" destId="{D5E9C81C-E55D-4FD5-A7B3-2C3AD5120BBB}" srcOrd="2" destOrd="0" parTransId="{1999F98C-DD52-4B15-9EAE-2AEB840495DF}" sibTransId="{BCADA123-D184-4FF4-94D9-0D6AFD989404}"/>
    <dgm:cxn modelId="{C57BEA60-4916-4DBA-9999-013036CAF82B}" srcId="{140AD9F0-9E3C-4953-BA22-CDC3FBB76340}" destId="{7E6193E5-BDF5-410E-85A5-E28690CD1D75}" srcOrd="3" destOrd="0" parTransId="{AA8C5377-E16B-40CB-93AD-BD94C4477124}" sibTransId="{714598E0-1D30-4E86-98E7-52B99755F897}"/>
    <dgm:cxn modelId="{C7EC1266-E384-428E-8B36-5A2ADF44BDDB}" srcId="{140AD9F0-9E3C-4953-BA22-CDC3FBB76340}" destId="{8B0A68AA-9809-4332-8592-B90A565B442A}" srcOrd="1" destOrd="0" parTransId="{327107C9-A417-4BFA-90D8-CB5006D0BE44}" sibTransId="{2C7A4522-E819-4BC2-A345-B2E5DDEE0E03}"/>
    <dgm:cxn modelId="{5BD36D75-0EC5-4119-9FAA-929CED2CD370}" type="presOf" srcId="{140AD9F0-9E3C-4953-BA22-CDC3FBB76340}" destId="{5558EEE2-4B5A-4E62-9597-B17848E9B002}" srcOrd="0" destOrd="0" presId="urn:microsoft.com/office/officeart/2005/8/layout/vList2"/>
    <dgm:cxn modelId="{0708055A-506B-4630-9034-6C53EE8A5850}" type="presOf" srcId="{D3855258-C24A-4FBF-9CE3-20584B90A421}" destId="{581C0314-5CDB-4C01-860D-9C9D65E66AAE}" srcOrd="0" destOrd="0" presId="urn:microsoft.com/office/officeart/2005/8/layout/vList2"/>
    <dgm:cxn modelId="{192F619C-E270-48FC-841E-E94013B46DF4}" srcId="{140AD9F0-9E3C-4953-BA22-CDC3FBB76340}" destId="{D3855258-C24A-4FBF-9CE3-20584B90A421}" srcOrd="0" destOrd="0" parTransId="{4137E5B5-17A0-4940-8950-86B6656DF5D4}" sibTransId="{A96E0C69-04B2-4CED-9420-DF4A4A1998E7}"/>
    <dgm:cxn modelId="{DE3915BD-1F83-415A-9D6B-A601C942CAFC}" type="presOf" srcId="{D5E9C81C-E55D-4FD5-A7B3-2C3AD5120BBB}" destId="{04645A36-333A-490E-B623-B92948142AE9}" srcOrd="0" destOrd="0" presId="urn:microsoft.com/office/officeart/2005/8/layout/vList2"/>
    <dgm:cxn modelId="{96EB33EE-0F25-43FC-AD81-08B6A4FFFBE4}" type="presOf" srcId="{8B0A68AA-9809-4332-8592-B90A565B442A}" destId="{6D6BE04A-2FF2-4D5C-8054-49407D5E627A}" srcOrd="0" destOrd="0" presId="urn:microsoft.com/office/officeart/2005/8/layout/vList2"/>
    <dgm:cxn modelId="{A84EC9D8-F1CC-435F-B8B7-25B308C04AEE}" type="presParOf" srcId="{5558EEE2-4B5A-4E62-9597-B17848E9B002}" destId="{581C0314-5CDB-4C01-860D-9C9D65E66AAE}" srcOrd="0" destOrd="0" presId="urn:microsoft.com/office/officeart/2005/8/layout/vList2"/>
    <dgm:cxn modelId="{30DF2978-AF0F-4F93-9FD6-1ACBFFE3BCBE}" type="presParOf" srcId="{5558EEE2-4B5A-4E62-9597-B17848E9B002}" destId="{3D6BD3C3-8D2A-4B3D-A2F7-D1F5BD3C88EC}" srcOrd="1" destOrd="0" presId="urn:microsoft.com/office/officeart/2005/8/layout/vList2"/>
    <dgm:cxn modelId="{12668D82-98DF-4410-BDDD-22A43CC14E66}" type="presParOf" srcId="{5558EEE2-4B5A-4E62-9597-B17848E9B002}" destId="{6D6BE04A-2FF2-4D5C-8054-49407D5E627A}" srcOrd="2" destOrd="0" presId="urn:microsoft.com/office/officeart/2005/8/layout/vList2"/>
    <dgm:cxn modelId="{D366D00A-18CB-4ED9-BC29-9AA566509593}" type="presParOf" srcId="{5558EEE2-4B5A-4E62-9597-B17848E9B002}" destId="{D1384F3D-718B-4A8F-8403-0B0A8AA05620}" srcOrd="3" destOrd="0" presId="urn:microsoft.com/office/officeart/2005/8/layout/vList2"/>
    <dgm:cxn modelId="{A0D9B603-FFA2-4810-AC35-E0A6BE189ABC}" type="presParOf" srcId="{5558EEE2-4B5A-4E62-9597-B17848E9B002}" destId="{04645A36-333A-490E-B623-B92948142AE9}" srcOrd="4" destOrd="0" presId="urn:microsoft.com/office/officeart/2005/8/layout/vList2"/>
    <dgm:cxn modelId="{81BEDDA5-C457-4573-8E99-D476C8AF95C0}" type="presParOf" srcId="{5558EEE2-4B5A-4E62-9597-B17848E9B002}" destId="{BFF3634A-02D2-4057-A638-C73F225CC577}" srcOrd="5" destOrd="0" presId="urn:microsoft.com/office/officeart/2005/8/layout/vList2"/>
    <dgm:cxn modelId="{EB6435F6-89D1-4DF1-822C-1FDBA3A153D9}" type="presParOf" srcId="{5558EEE2-4B5A-4E62-9597-B17848E9B002}" destId="{6518B3B3-B787-48F9-9C21-24FB808C29E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B0819C0E-DE17-4857-999D-6AC6557FB3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16A74A7-35C6-4C76-A29A-E4CD9AC43C14}">
      <dgm:prSet/>
      <dgm:spPr/>
      <dgm:t>
        <a:bodyPr/>
        <a:lstStyle/>
        <a:p>
          <a:r>
            <a:rPr lang="ru-RU" b="0" i="0"/>
            <a:t>«Битва за Дніпро»</a:t>
          </a:r>
          <a:endParaRPr lang="uk-UA"/>
        </a:p>
      </dgm:t>
    </dgm:pt>
    <dgm:pt modelId="{C338F014-0665-4CD9-BD94-637E4443C3A6}" type="parTrans" cxnId="{8F9097EB-C008-44EA-A50F-09052F3CBE49}">
      <dgm:prSet/>
      <dgm:spPr/>
      <dgm:t>
        <a:bodyPr/>
        <a:lstStyle/>
        <a:p>
          <a:endParaRPr lang="uk-UA"/>
        </a:p>
      </dgm:t>
    </dgm:pt>
    <dgm:pt modelId="{203A87FB-44F9-4C4E-836E-D0DB1F527DF4}" type="sibTrans" cxnId="{8F9097EB-C008-44EA-A50F-09052F3CBE49}">
      <dgm:prSet/>
      <dgm:spPr/>
      <dgm:t>
        <a:bodyPr/>
        <a:lstStyle/>
        <a:p>
          <a:endParaRPr lang="uk-UA"/>
        </a:p>
      </dgm:t>
    </dgm:pt>
    <dgm:pt modelId="{3992F39B-C0FB-4527-BB0E-1567C992C272}">
      <dgm:prSet/>
      <dgm:spPr/>
      <dgm:t>
        <a:bodyPr/>
        <a:lstStyle/>
        <a:p>
          <a:r>
            <a:rPr lang="ru-RU" b="0" i="0"/>
            <a:t>Корсунь-Шевченківська операція</a:t>
          </a:r>
          <a:endParaRPr lang="uk-UA"/>
        </a:p>
      </dgm:t>
    </dgm:pt>
    <dgm:pt modelId="{6B61190E-B16D-4E46-91B5-CC43FA5D3261}" type="parTrans" cxnId="{06E0115A-E1C6-4393-9EEF-0FDD118870EA}">
      <dgm:prSet/>
      <dgm:spPr/>
      <dgm:t>
        <a:bodyPr/>
        <a:lstStyle/>
        <a:p>
          <a:endParaRPr lang="uk-UA"/>
        </a:p>
      </dgm:t>
    </dgm:pt>
    <dgm:pt modelId="{0D7F6F72-FBA9-421F-A064-694C30FDE482}" type="sibTrans" cxnId="{06E0115A-E1C6-4393-9EEF-0FDD118870EA}">
      <dgm:prSet/>
      <dgm:spPr/>
      <dgm:t>
        <a:bodyPr/>
        <a:lstStyle/>
        <a:p>
          <a:endParaRPr lang="uk-UA"/>
        </a:p>
      </dgm:t>
    </dgm:pt>
    <dgm:pt modelId="{F728C094-2A50-4C2F-BCEA-6E03F1B0E9E7}">
      <dgm:prSet/>
      <dgm:spPr/>
      <dgm:t>
        <a:bodyPr/>
        <a:lstStyle/>
        <a:p>
          <a:r>
            <a:rPr lang="ru-RU" b="0" i="0"/>
            <a:t>танкова битва в районі міст Ровно–Луцьк–Дубно–Броди</a:t>
          </a:r>
          <a:endParaRPr lang="uk-UA"/>
        </a:p>
      </dgm:t>
    </dgm:pt>
    <dgm:pt modelId="{A7AE3E63-ECBC-4897-9988-1FE8E54D2B10}" type="parTrans" cxnId="{69A6A0EF-DC79-481E-9DD8-4DE5022041A6}">
      <dgm:prSet/>
      <dgm:spPr/>
      <dgm:t>
        <a:bodyPr/>
        <a:lstStyle/>
        <a:p>
          <a:endParaRPr lang="uk-UA"/>
        </a:p>
      </dgm:t>
    </dgm:pt>
    <dgm:pt modelId="{2F2970EE-297E-4530-8D26-349969D67090}" type="sibTrans" cxnId="{69A6A0EF-DC79-481E-9DD8-4DE5022041A6}">
      <dgm:prSet/>
      <dgm:spPr/>
      <dgm:t>
        <a:bodyPr/>
        <a:lstStyle/>
        <a:p>
          <a:endParaRPr lang="uk-UA"/>
        </a:p>
      </dgm:t>
    </dgm:pt>
    <dgm:pt modelId="{F2BC021A-281C-435C-8044-8B8BD36C6A86}">
      <dgm:prSet/>
      <dgm:spPr/>
      <dgm:t>
        <a:bodyPr/>
        <a:lstStyle/>
        <a:p>
          <a:r>
            <a:rPr lang="ru-RU" b="0" i="0"/>
            <a:t>Карпатсько-Ужгородська операція</a:t>
          </a:r>
          <a:endParaRPr lang="uk-UA"/>
        </a:p>
      </dgm:t>
    </dgm:pt>
    <dgm:pt modelId="{0EFA37C6-3613-45CD-8670-E2AC5FF8EBA3}" type="parTrans" cxnId="{19A4596A-D1A3-4F32-B720-3FE0A863EC9E}">
      <dgm:prSet/>
      <dgm:spPr/>
      <dgm:t>
        <a:bodyPr/>
        <a:lstStyle/>
        <a:p>
          <a:endParaRPr lang="uk-UA"/>
        </a:p>
      </dgm:t>
    </dgm:pt>
    <dgm:pt modelId="{E4550114-5A4A-4FC9-A1F9-8FE9B330F9FF}" type="sibTrans" cxnId="{19A4596A-D1A3-4F32-B720-3FE0A863EC9E}">
      <dgm:prSet/>
      <dgm:spPr/>
      <dgm:t>
        <a:bodyPr/>
        <a:lstStyle/>
        <a:p>
          <a:endParaRPr lang="uk-UA"/>
        </a:p>
      </dgm:t>
    </dgm:pt>
    <dgm:pt modelId="{DEBD137D-4D8E-4F7C-8D63-2FA342A98DDA}" type="pres">
      <dgm:prSet presAssocID="{B0819C0E-DE17-4857-999D-6AC6557FB373}" presName="linear" presStyleCnt="0">
        <dgm:presLayoutVars>
          <dgm:animLvl val="lvl"/>
          <dgm:resizeHandles val="exact"/>
        </dgm:presLayoutVars>
      </dgm:prSet>
      <dgm:spPr/>
    </dgm:pt>
    <dgm:pt modelId="{3240C7DC-3F30-4862-A955-CEC52CBE5281}" type="pres">
      <dgm:prSet presAssocID="{016A74A7-35C6-4C76-A29A-E4CD9AC43C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AB3191-C4C5-4E3A-AB18-474ED9CB2500}" type="pres">
      <dgm:prSet presAssocID="{203A87FB-44F9-4C4E-836E-D0DB1F527DF4}" presName="spacer" presStyleCnt="0"/>
      <dgm:spPr/>
    </dgm:pt>
    <dgm:pt modelId="{37297E2E-8155-4AB4-8CBA-3B60A8929468}" type="pres">
      <dgm:prSet presAssocID="{3992F39B-C0FB-4527-BB0E-1567C992C27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D3181B-FC58-4947-A51D-B447710BEAC9}" type="pres">
      <dgm:prSet presAssocID="{0D7F6F72-FBA9-421F-A064-694C30FDE482}" presName="spacer" presStyleCnt="0"/>
      <dgm:spPr/>
    </dgm:pt>
    <dgm:pt modelId="{EB343AA2-A8E2-4590-90E1-2F5234AE443B}" type="pres">
      <dgm:prSet presAssocID="{F728C094-2A50-4C2F-BCEA-6E03F1B0E9E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5B7A7CC-6A13-40E7-80B3-C423F943C3EA}" type="pres">
      <dgm:prSet presAssocID="{2F2970EE-297E-4530-8D26-349969D67090}" presName="spacer" presStyleCnt="0"/>
      <dgm:spPr/>
    </dgm:pt>
    <dgm:pt modelId="{65BF4913-4E2D-4D8F-BBC4-224FC5D8EACE}" type="pres">
      <dgm:prSet presAssocID="{F2BC021A-281C-435C-8044-8B8BD36C6A8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D1A6F28-FE2D-4139-ACC4-7FC8EDB0D536}" type="presOf" srcId="{F728C094-2A50-4C2F-BCEA-6E03F1B0E9E7}" destId="{EB343AA2-A8E2-4590-90E1-2F5234AE443B}" srcOrd="0" destOrd="0" presId="urn:microsoft.com/office/officeart/2005/8/layout/vList2"/>
    <dgm:cxn modelId="{19A4596A-D1A3-4F32-B720-3FE0A863EC9E}" srcId="{B0819C0E-DE17-4857-999D-6AC6557FB373}" destId="{F2BC021A-281C-435C-8044-8B8BD36C6A86}" srcOrd="3" destOrd="0" parTransId="{0EFA37C6-3613-45CD-8670-E2AC5FF8EBA3}" sibTransId="{E4550114-5A4A-4FC9-A1F9-8FE9B330F9FF}"/>
    <dgm:cxn modelId="{62B4EF6F-726A-4FA7-B66A-878FE518BA82}" type="presOf" srcId="{F2BC021A-281C-435C-8044-8B8BD36C6A86}" destId="{65BF4913-4E2D-4D8F-BBC4-224FC5D8EACE}" srcOrd="0" destOrd="0" presId="urn:microsoft.com/office/officeart/2005/8/layout/vList2"/>
    <dgm:cxn modelId="{06E0115A-E1C6-4393-9EEF-0FDD118870EA}" srcId="{B0819C0E-DE17-4857-999D-6AC6557FB373}" destId="{3992F39B-C0FB-4527-BB0E-1567C992C272}" srcOrd="1" destOrd="0" parTransId="{6B61190E-B16D-4E46-91B5-CC43FA5D3261}" sibTransId="{0D7F6F72-FBA9-421F-A064-694C30FDE482}"/>
    <dgm:cxn modelId="{C949A29F-40B7-4C13-A283-D16759B1E871}" type="presOf" srcId="{016A74A7-35C6-4C76-A29A-E4CD9AC43C14}" destId="{3240C7DC-3F30-4862-A955-CEC52CBE5281}" srcOrd="0" destOrd="0" presId="urn:microsoft.com/office/officeart/2005/8/layout/vList2"/>
    <dgm:cxn modelId="{8F9097EB-C008-44EA-A50F-09052F3CBE49}" srcId="{B0819C0E-DE17-4857-999D-6AC6557FB373}" destId="{016A74A7-35C6-4C76-A29A-E4CD9AC43C14}" srcOrd="0" destOrd="0" parTransId="{C338F014-0665-4CD9-BD94-637E4443C3A6}" sibTransId="{203A87FB-44F9-4C4E-836E-D0DB1F527DF4}"/>
    <dgm:cxn modelId="{69A6A0EF-DC79-481E-9DD8-4DE5022041A6}" srcId="{B0819C0E-DE17-4857-999D-6AC6557FB373}" destId="{F728C094-2A50-4C2F-BCEA-6E03F1B0E9E7}" srcOrd="2" destOrd="0" parTransId="{A7AE3E63-ECBC-4897-9988-1FE8E54D2B10}" sibTransId="{2F2970EE-297E-4530-8D26-349969D67090}"/>
    <dgm:cxn modelId="{5653B4FA-921B-4497-9A99-A71190AB5C5E}" type="presOf" srcId="{B0819C0E-DE17-4857-999D-6AC6557FB373}" destId="{DEBD137D-4D8E-4F7C-8D63-2FA342A98DDA}" srcOrd="0" destOrd="0" presId="urn:microsoft.com/office/officeart/2005/8/layout/vList2"/>
    <dgm:cxn modelId="{AA92B5FF-5593-4009-9E13-3D349AD6D746}" type="presOf" srcId="{3992F39B-C0FB-4527-BB0E-1567C992C272}" destId="{37297E2E-8155-4AB4-8CBA-3B60A8929468}" srcOrd="0" destOrd="0" presId="urn:microsoft.com/office/officeart/2005/8/layout/vList2"/>
    <dgm:cxn modelId="{51D1C710-F7DE-49F6-97A0-5A28791134D7}" type="presParOf" srcId="{DEBD137D-4D8E-4F7C-8D63-2FA342A98DDA}" destId="{3240C7DC-3F30-4862-A955-CEC52CBE5281}" srcOrd="0" destOrd="0" presId="urn:microsoft.com/office/officeart/2005/8/layout/vList2"/>
    <dgm:cxn modelId="{CC599D05-EBE4-44C3-8818-E386717A1FD3}" type="presParOf" srcId="{DEBD137D-4D8E-4F7C-8D63-2FA342A98DDA}" destId="{33AB3191-C4C5-4E3A-AB18-474ED9CB2500}" srcOrd="1" destOrd="0" presId="urn:microsoft.com/office/officeart/2005/8/layout/vList2"/>
    <dgm:cxn modelId="{9F7F896D-C256-4D89-9283-F70CFF5BF5F1}" type="presParOf" srcId="{DEBD137D-4D8E-4F7C-8D63-2FA342A98DDA}" destId="{37297E2E-8155-4AB4-8CBA-3B60A8929468}" srcOrd="2" destOrd="0" presId="urn:microsoft.com/office/officeart/2005/8/layout/vList2"/>
    <dgm:cxn modelId="{829BB0B4-C4E3-4BAC-9E75-7D0522CC0E13}" type="presParOf" srcId="{DEBD137D-4D8E-4F7C-8D63-2FA342A98DDA}" destId="{EED3181B-FC58-4947-A51D-B447710BEAC9}" srcOrd="3" destOrd="0" presId="urn:microsoft.com/office/officeart/2005/8/layout/vList2"/>
    <dgm:cxn modelId="{3397E81B-D340-43DE-98E4-383030751F8D}" type="presParOf" srcId="{DEBD137D-4D8E-4F7C-8D63-2FA342A98DDA}" destId="{EB343AA2-A8E2-4590-90E1-2F5234AE443B}" srcOrd="4" destOrd="0" presId="urn:microsoft.com/office/officeart/2005/8/layout/vList2"/>
    <dgm:cxn modelId="{CFFD3F85-5D38-44DB-8FD5-1527575B3E69}" type="presParOf" srcId="{DEBD137D-4D8E-4F7C-8D63-2FA342A98DDA}" destId="{85B7A7CC-6A13-40E7-80B3-C423F943C3EA}" srcOrd="5" destOrd="0" presId="urn:microsoft.com/office/officeart/2005/8/layout/vList2"/>
    <dgm:cxn modelId="{8DF56770-1EEF-4738-818E-8FCE6D38D414}" type="presParOf" srcId="{DEBD137D-4D8E-4F7C-8D63-2FA342A98DDA}" destId="{65BF4913-4E2D-4D8F-BBC4-224FC5D8EAC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CFAF34E-1F3A-4F2E-8DAB-E4D610FA59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BCAECED-7768-4FA5-9F0C-0026E4CF0DD7}">
      <dgm:prSet/>
      <dgm:spPr/>
      <dgm:t>
        <a:bodyPr/>
        <a:lstStyle/>
        <a:p>
          <a:r>
            <a:rPr lang="ru-RU" b="0" i="0"/>
            <a:t>1 вересня 1939 р.</a:t>
          </a:r>
          <a:endParaRPr lang="uk-UA"/>
        </a:p>
      </dgm:t>
    </dgm:pt>
    <dgm:pt modelId="{FEF7D8C3-3A73-45F4-B42F-6162504B81C1}" type="parTrans" cxnId="{F91C4B5D-9F27-4545-BD00-C4DD9B6EB58B}">
      <dgm:prSet/>
      <dgm:spPr/>
      <dgm:t>
        <a:bodyPr/>
        <a:lstStyle/>
        <a:p>
          <a:endParaRPr lang="uk-UA"/>
        </a:p>
      </dgm:t>
    </dgm:pt>
    <dgm:pt modelId="{210551D0-9DC8-4454-B859-97034FD08E5D}" type="sibTrans" cxnId="{F91C4B5D-9F27-4545-BD00-C4DD9B6EB58B}">
      <dgm:prSet/>
      <dgm:spPr/>
      <dgm:t>
        <a:bodyPr/>
        <a:lstStyle/>
        <a:p>
          <a:endParaRPr lang="uk-UA"/>
        </a:p>
      </dgm:t>
    </dgm:pt>
    <dgm:pt modelId="{BB2E1AD6-4425-4873-AE66-66C2AABDFBEC}">
      <dgm:prSet/>
      <dgm:spPr/>
      <dgm:t>
        <a:bodyPr/>
        <a:lstStyle/>
        <a:p>
          <a:r>
            <a:rPr lang="ru-RU" b="0" i="0"/>
            <a:t>23 серпня 1939 р.</a:t>
          </a:r>
          <a:endParaRPr lang="uk-UA"/>
        </a:p>
      </dgm:t>
    </dgm:pt>
    <dgm:pt modelId="{4A0C391A-4BA7-4533-A5DA-6B5F22849ECB}" type="parTrans" cxnId="{B50E7CEE-C0A7-42E3-887C-4CC0A6A715E0}">
      <dgm:prSet/>
      <dgm:spPr/>
      <dgm:t>
        <a:bodyPr/>
        <a:lstStyle/>
        <a:p>
          <a:endParaRPr lang="uk-UA"/>
        </a:p>
      </dgm:t>
    </dgm:pt>
    <dgm:pt modelId="{BEFE2535-0F39-424F-A050-24FF49B32991}" type="sibTrans" cxnId="{B50E7CEE-C0A7-42E3-887C-4CC0A6A715E0}">
      <dgm:prSet/>
      <dgm:spPr/>
      <dgm:t>
        <a:bodyPr/>
        <a:lstStyle/>
        <a:p>
          <a:endParaRPr lang="uk-UA"/>
        </a:p>
      </dgm:t>
    </dgm:pt>
    <dgm:pt modelId="{AACF1A4E-3862-4F59-A092-F669FA024D88}">
      <dgm:prSet/>
      <dgm:spPr/>
      <dgm:t>
        <a:bodyPr/>
        <a:lstStyle/>
        <a:p>
          <a:r>
            <a:rPr lang="ru-RU" b="0" i="0"/>
            <a:t>22 червня 1941 р.</a:t>
          </a:r>
          <a:endParaRPr lang="uk-UA"/>
        </a:p>
      </dgm:t>
    </dgm:pt>
    <dgm:pt modelId="{4855D5E6-90C3-406C-8846-FA70EF9E0699}" type="parTrans" cxnId="{A4D7FF60-1E8C-42DB-8DE2-BB5095ADAC8A}">
      <dgm:prSet/>
      <dgm:spPr/>
      <dgm:t>
        <a:bodyPr/>
        <a:lstStyle/>
        <a:p>
          <a:endParaRPr lang="uk-UA"/>
        </a:p>
      </dgm:t>
    </dgm:pt>
    <dgm:pt modelId="{A7AFB724-67AE-4BA3-8EBB-5FFBD7D4D339}" type="sibTrans" cxnId="{A4D7FF60-1E8C-42DB-8DE2-BB5095ADAC8A}">
      <dgm:prSet/>
      <dgm:spPr/>
      <dgm:t>
        <a:bodyPr/>
        <a:lstStyle/>
        <a:p>
          <a:endParaRPr lang="uk-UA"/>
        </a:p>
      </dgm:t>
    </dgm:pt>
    <dgm:pt modelId="{5097D8E1-74E0-421E-9C75-303904439673}">
      <dgm:prSet/>
      <dgm:spPr/>
      <dgm:t>
        <a:bodyPr/>
        <a:lstStyle/>
        <a:p>
          <a:r>
            <a:rPr lang="ru-RU" b="0" i="0"/>
            <a:t>30 червня 1941 р.</a:t>
          </a:r>
          <a:endParaRPr lang="uk-UA"/>
        </a:p>
      </dgm:t>
    </dgm:pt>
    <dgm:pt modelId="{7C67A760-B0F8-40F5-AF85-001AE8E478BA}" type="parTrans" cxnId="{49E59A5C-DB93-42FB-973A-D1F5C33D06F5}">
      <dgm:prSet/>
      <dgm:spPr/>
      <dgm:t>
        <a:bodyPr/>
        <a:lstStyle/>
        <a:p>
          <a:endParaRPr lang="uk-UA"/>
        </a:p>
      </dgm:t>
    </dgm:pt>
    <dgm:pt modelId="{A836597E-C28A-4FEF-9F58-969DF67C4757}" type="sibTrans" cxnId="{49E59A5C-DB93-42FB-973A-D1F5C33D06F5}">
      <dgm:prSet/>
      <dgm:spPr/>
      <dgm:t>
        <a:bodyPr/>
        <a:lstStyle/>
        <a:p>
          <a:endParaRPr lang="uk-UA"/>
        </a:p>
      </dgm:t>
    </dgm:pt>
    <dgm:pt modelId="{C80A1AD6-AEE1-4B19-B280-3A916746AD38}" type="pres">
      <dgm:prSet presAssocID="{1CFAF34E-1F3A-4F2E-8DAB-E4D610FA599C}" presName="linear" presStyleCnt="0">
        <dgm:presLayoutVars>
          <dgm:animLvl val="lvl"/>
          <dgm:resizeHandles val="exact"/>
        </dgm:presLayoutVars>
      </dgm:prSet>
      <dgm:spPr/>
    </dgm:pt>
    <dgm:pt modelId="{D2A9F77D-B1FF-44E8-9991-13D86E7099E4}" type="pres">
      <dgm:prSet presAssocID="{8BCAECED-7768-4FA5-9F0C-0026E4CF0D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D8BA2BA-777D-48C3-BED2-C9240C650654}" type="pres">
      <dgm:prSet presAssocID="{210551D0-9DC8-4454-B859-97034FD08E5D}" presName="spacer" presStyleCnt="0"/>
      <dgm:spPr/>
    </dgm:pt>
    <dgm:pt modelId="{2DDA112F-28B9-49AE-BC45-BC9F3596D20E}" type="pres">
      <dgm:prSet presAssocID="{BB2E1AD6-4425-4873-AE66-66C2AABDFB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AE420E-25D8-4D56-87E7-DF650D38112E}" type="pres">
      <dgm:prSet presAssocID="{BEFE2535-0F39-424F-A050-24FF49B32991}" presName="spacer" presStyleCnt="0"/>
      <dgm:spPr/>
    </dgm:pt>
    <dgm:pt modelId="{66394F96-DA07-45EE-A8FB-9E5BC623AE62}" type="pres">
      <dgm:prSet presAssocID="{AACF1A4E-3862-4F59-A092-F669FA024D8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631C54-7BD6-4678-9CF2-FFB6B510BB1D}" type="pres">
      <dgm:prSet presAssocID="{A7AFB724-67AE-4BA3-8EBB-5FFBD7D4D339}" presName="spacer" presStyleCnt="0"/>
      <dgm:spPr/>
    </dgm:pt>
    <dgm:pt modelId="{8B290112-9A02-455C-9253-33C944FEEE51}" type="pres">
      <dgm:prSet presAssocID="{5097D8E1-74E0-421E-9C75-30390443967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C6C1536-65AC-4443-8B11-C72A0D223844}" type="presOf" srcId="{1CFAF34E-1F3A-4F2E-8DAB-E4D610FA599C}" destId="{C80A1AD6-AEE1-4B19-B280-3A916746AD38}" srcOrd="0" destOrd="0" presId="urn:microsoft.com/office/officeart/2005/8/layout/vList2"/>
    <dgm:cxn modelId="{49E59A5C-DB93-42FB-973A-D1F5C33D06F5}" srcId="{1CFAF34E-1F3A-4F2E-8DAB-E4D610FA599C}" destId="{5097D8E1-74E0-421E-9C75-303904439673}" srcOrd="3" destOrd="0" parTransId="{7C67A760-B0F8-40F5-AF85-001AE8E478BA}" sibTransId="{A836597E-C28A-4FEF-9F58-969DF67C4757}"/>
    <dgm:cxn modelId="{F91C4B5D-9F27-4545-BD00-C4DD9B6EB58B}" srcId="{1CFAF34E-1F3A-4F2E-8DAB-E4D610FA599C}" destId="{8BCAECED-7768-4FA5-9F0C-0026E4CF0DD7}" srcOrd="0" destOrd="0" parTransId="{FEF7D8C3-3A73-45F4-B42F-6162504B81C1}" sibTransId="{210551D0-9DC8-4454-B859-97034FD08E5D}"/>
    <dgm:cxn modelId="{A4D7FF60-1E8C-42DB-8DE2-BB5095ADAC8A}" srcId="{1CFAF34E-1F3A-4F2E-8DAB-E4D610FA599C}" destId="{AACF1A4E-3862-4F59-A092-F669FA024D88}" srcOrd="2" destOrd="0" parTransId="{4855D5E6-90C3-406C-8846-FA70EF9E0699}" sibTransId="{A7AFB724-67AE-4BA3-8EBB-5FFBD7D4D339}"/>
    <dgm:cxn modelId="{1FF5954B-826F-46B8-BB8C-9A57C99CFA3D}" type="presOf" srcId="{5097D8E1-74E0-421E-9C75-303904439673}" destId="{8B290112-9A02-455C-9253-33C944FEEE51}" srcOrd="0" destOrd="0" presId="urn:microsoft.com/office/officeart/2005/8/layout/vList2"/>
    <dgm:cxn modelId="{46229555-6EAA-42F9-BEA8-37C91CBBD74D}" type="presOf" srcId="{BB2E1AD6-4425-4873-AE66-66C2AABDFBEC}" destId="{2DDA112F-28B9-49AE-BC45-BC9F3596D20E}" srcOrd="0" destOrd="0" presId="urn:microsoft.com/office/officeart/2005/8/layout/vList2"/>
    <dgm:cxn modelId="{5BB58F83-B8A6-4C64-A9DB-A539D964DBD3}" type="presOf" srcId="{AACF1A4E-3862-4F59-A092-F669FA024D88}" destId="{66394F96-DA07-45EE-A8FB-9E5BC623AE62}" srcOrd="0" destOrd="0" presId="urn:microsoft.com/office/officeart/2005/8/layout/vList2"/>
    <dgm:cxn modelId="{73E67998-D5F1-40FC-A4CB-55E1718FC3E4}" type="presOf" srcId="{8BCAECED-7768-4FA5-9F0C-0026E4CF0DD7}" destId="{D2A9F77D-B1FF-44E8-9991-13D86E7099E4}" srcOrd="0" destOrd="0" presId="urn:microsoft.com/office/officeart/2005/8/layout/vList2"/>
    <dgm:cxn modelId="{B50E7CEE-C0A7-42E3-887C-4CC0A6A715E0}" srcId="{1CFAF34E-1F3A-4F2E-8DAB-E4D610FA599C}" destId="{BB2E1AD6-4425-4873-AE66-66C2AABDFBEC}" srcOrd="1" destOrd="0" parTransId="{4A0C391A-4BA7-4533-A5DA-6B5F22849ECB}" sibTransId="{BEFE2535-0F39-424F-A050-24FF49B32991}"/>
    <dgm:cxn modelId="{CB65816E-FFF9-4E17-8E67-C55D23AC34C5}" type="presParOf" srcId="{C80A1AD6-AEE1-4B19-B280-3A916746AD38}" destId="{D2A9F77D-B1FF-44E8-9991-13D86E7099E4}" srcOrd="0" destOrd="0" presId="urn:microsoft.com/office/officeart/2005/8/layout/vList2"/>
    <dgm:cxn modelId="{5CB3B21A-01AB-47E1-BB1C-F39F385B9AC8}" type="presParOf" srcId="{C80A1AD6-AEE1-4B19-B280-3A916746AD38}" destId="{9D8BA2BA-777D-48C3-BED2-C9240C650654}" srcOrd="1" destOrd="0" presId="urn:microsoft.com/office/officeart/2005/8/layout/vList2"/>
    <dgm:cxn modelId="{E95AFE22-9E92-4ACE-B995-73BE28A73277}" type="presParOf" srcId="{C80A1AD6-AEE1-4B19-B280-3A916746AD38}" destId="{2DDA112F-28B9-49AE-BC45-BC9F3596D20E}" srcOrd="2" destOrd="0" presId="urn:microsoft.com/office/officeart/2005/8/layout/vList2"/>
    <dgm:cxn modelId="{9DCBEC58-D852-4047-98EA-AA3AB8DDA9F6}" type="presParOf" srcId="{C80A1AD6-AEE1-4B19-B280-3A916746AD38}" destId="{C3AE420E-25D8-4D56-87E7-DF650D38112E}" srcOrd="3" destOrd="0" presId="urn:microsoft.com/office/officeart/2005/8/layout/vList2"/>
    <dgm:cxn modelId="{77719DC7-36A4-41F4-8067-849E763C13F2}" type="presParOf" srcId="{C80A1AD6-AEE1-4B19-B280-3A916746AD38}" destId="{66394F96-DA07-45EE-A8FB-9E5BC623AE62}" srcOrd="4" destOrd="0" presId="urn:microsoft.com/office/officeart/2005/8/layout/vList2"/>
    <dgm:cxn modelId="{751DD844-D6E4-4A44-AFAC-451854F86244}" type="presParOf" srcId="{C80A1AD6-AEE1-4B19-B280-3A916746AD38}" destId="{A3631C54-7BD6-4678-9CF2-FFB6B510BB1D}" srcOrd="5" destOrd="0" presId="urn:microsoft.com/office/officeart/2005/8/layout/vList2"/>
    <dgm:cxn modelId="{CEF11773-0B6A-4790-AD04-BF4340183AE6}" type="presParOf" srcId="{C80A1AD6-AEE1-4B19-B280-3A916746AD38}" destId="{8B290112-9A02-455C-9253-33C944FEEE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8B00147E-EB5C-4DC8-A1D3-67FA99908F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C29CE4-48D8-4171-BA02-A5B5DC341712}">
      <dgm:prSet/>
      <dgm:spPr/>
      <dgm:t>
        <a:bodyPr/>
        <a:lstStyle/>
        <a:p>
          <a:r>
            <a:rPr lang="uk-UA" b="0" i="0"/>
            <a:t>Луцьк–Рівне–Броди</a:t>
          </a:r>
          <a:endParaRPr lang="uk-UA"/>
        </a:p>
      </dgm:t>
    </dgm:pt>
    <dgm:pt modelId="{1F302648-A829-4D49-BB3B-F946A41F287C}" type="parTrans" cxnId="{43603681-A9F0-49EB-ACDE-E32E724F58CF}">
      <dgm:prSet/>
      <dgm:spPr/>
      <dgm:t>
        <a:bodyPr/>
        <a:lstStyle/>
        <a:p>
          <a:endParaRPr lang="uk-UA"/>
        </a:p>
      </dgm:t>
    </dgm:pt>
    <dgm:pt modelId="{55D7DBEF-83E1-4DA9-BF6C-E9389F6593EE}" type="sibTrans" cxnId="{43603681-A9F0-49EB-ACDE-E32E724F58CF}">
      <dgm:prSet/>
      <dgm:spPr/>
      <dgm:t>
        <a:bodyPr/>
        <a:lstStyle/>
        <a:p>
          <a:endParaRPr lang="uk-UA"/>
        </a:p>
      </dgm:t>
    </dgm:pt>
    <dgm:pt modelId="{5C18C61B-06C2-45F2-A491-84351BDD8B4C}">
      <dgm:prSet/>
      <dgm:spPr/>
      <dgm:t>
        <a:bodyPr/>
        <a:lstStyle/>
        <a:p>
          <a:r>
            <a:rPr lang="uk-UA" b="0" i="0"/>
            <a:t>Вінниця–Житомир–Біла Церква</a:t>
          </a:r>
          <a:endParaRPr lang="uk-UA"/>
        </a:p>
      </dgm:t>
    </dgm:pt>
    <dgm:pt modelId="{74411520-DFF2-4FB7-99C3-3E70ABF04DB8}" type="parTrans" cxnId="{0AB74E93-6E17-433D-8AC5-B67F93357E5A}">
      <dgm:prSet/>
      <dgm:spPr/>
      <dgm:t>
        <a:bodyPr/>
        <a:lstStyle/>
        <a:p>
          <a:endParaRPr lang="uk-UA"/>
        </a:p>
      </dgm:t>
    </dgm:pt>
    <dgm:pt modelId="{0547BECF-A3CE-4815-9061-3B1C10A52090}" type="sibTrans" cxnId="{0AB74E93-6E17-433D-8AC5-B67F93357E5A}">
      <dgm:prSet/>
      <dgm:spPr/>
      <dgm:t>
        <a:bodyPr/>
        <a:lstStyle/>
        <a:p>
          <a:endParaRPr lang="uk-UA"/>
        </a:p>
      </dgm:t>
    </dgm:pt>
    <dgm:pt modelId="{10C4EF88-F42E-4A34-AF14-79B14040245D}">
      <dgm:prSet/>
      <dgm:spPr/>
      <dgm:t>
        <a:bodyPr/>
        <a:lstStyle/>
        <a:p>
          <a:r>
            <a:rPr lang="uk-UA" b="0" i="0"/>
            <a:t>Львів–Перемишль–Чернівці</a:t>
          </a:r>
          <a:endParaRPr lang="uk-UA"/>
        </a:p>
      </dgm:t>
    </dgm:pt>
    <dgm:pt modelId="{81F9C70F-AD26-414A-8F10-92A197A786AC}" type="parTrans" cxnId="{A92C5603-12C7-4BEA-8CC5-14EA921CE161}">
      <dgm:prSet/>
      <dgm:spPr/>
      <dgm:t>
        <a:bodyPr/>
        <a:lstStyle/>
        <a:p>
          <a:endParaRPr lang="uk-UA"/>
        </a:p>
      </dgm:t>
    </dgm:pt>
    <dgm:pt modelId="{DFAB7670-1761-49A2-A3CA-4BD29B276809}" type="sibTrans" cxnId="{A92C5603-12C7-4BEA-8CC5-14EA921CE161}">
      <dgm:prSet/>
      <dgm:spPr/>
      <dgm:t>
        <a:bodyPr/>
        <a:lstStyle/>
        <a:p>
          <a:endParaRPr lang="uk-UA"/>
        </a:p>
      </dgm:t>
    </dgm:pt>
    <dgm:pt modelId="{8CD1D208-82FC-4744-BBD2-C6CE4128621B}">
      <dgm:prSet/>
      <dgm:spPr/>
      <dgm:t>
        <a:bodyPr/>
        <a:lstStyle/>
        <a:p>
          <a:r>
            <a:rPr lang="uk-UA" b="0" i="0"/>
            <a:t>Житомир–Бердичів–Київ</a:t>
          </a:r>
          <a:endParaRPr lang="uk-UA"/>
        </a:p>
      </dgm:t>
    </dgm:pt>
    <dgm:pt modelId="{1BBF7FE4-51CA-4D48-97EF-B7D465654BB4}" type="parTrans" cxnId="{9489A7AE-B9E5-4321-9672-428BA04A0F75}">
      <dgm:prSet/>
      <dgm:spPr/>
      <dgm:t>
        <a:bodyPr/>
        <a:lstStyle/>
        <a:p>
          <a:endParaRPr lang="uk-UA"/>
        </a:p>
      </dgm:t>
    </dgm:pt>
    <dgm:pt modelId="{32A36C7E-3E78-423B-9B8C-C95E9F38D84A}" type="sibTrans" cxnId="{9489A7AE-B9E5-4321-9672-428BA04A0F75}">
      <dgm:prSet/>
      <dgm:spPr/>
      <dgm:t>
        <a:bodyPr/>
        <a:lstStyle/>
        <a:p>
          <a:endParaRPr lang="uk-UA"/>
        </a:p>
      </dgm:t>
    </dgm:pt>
    <dgm:pt modelId="{C77D9700-ED8A-4FCE-B668-388E70994414}" type="pres">
      <dgm:prSet presAssocID="{8B00147E-EB5C-4DC8-A1D3-67FA99908FA7}" presName="linear" presStyleCnt="0">
        <dgm:presLayoutVars>
          <dgm:animLvl val="lvl"/>
          <dgm:resizeHandles val="exact"/>
        </dgm:presLayoutVars>
      </dgm:prSet>
      <dgm:spPr/>
    </dgm:pt>
    <dgm:pt modelId="{1EE93258-D731-4F28-8DFE-3C497440EAB6}" type="pres">
      <dgm:prSet presAssocID="{FDC29CE4-48D8-4171-BA02-A5B5DC3417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081C47E-64C9-46F2-847E-F58BC30A75B7}" type="pres">
      <dgm:prSet presAssocID="{55D7DBEF-83E1-4DA9-BF6C-E9389F6593EE}" presName="spacer" presStyleCnt="0"/>
      <dgm:spPr/>
    </dgm:pt>
    <dgm:pt modelId="{033D0E13-9046-4E65-821A-7515C18ABDF7}" type="pres">
      <dgm:prSet presAssocID="{5C18C61B-06C2-45F2-A491-84351BDD8B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C0AFB7-79AF-467A-B56E-A26FCC0F29F4}" type="pres">
      <dgm:prSet presAssocID="{0547BECF-A3CE-4815-9061-3B1C10A52090}" presName="spacer" presStyleCnt="0"/>
      <dgm:spPr/>
    </dgm:pt>
    <dgm:pt modelId="{82DFE843-3924-4F6B-814D-1A665DACB399}" type="pres">
      <dgm:prSet presAssocID="{10C4EF88-F42E-4A34-AF14-79B14040245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BD463B-3C3A-47E8-9C02-539E964BC10E}" type="pres">
      <dgm:prSet presAssocID="{DFAB7670-1761-49A2-A3CA-4BD29B276809}" presName="spacer" presStyleCnt="0"/>
      <dgm:spPr/>
    </dgm:pt>
    <dgm:pt modelId="{B902E0E0-932B-446F-AF70-CE2F480D9843}" type="pres">
      <dgm:prSet presAssocID="{8CD1D208-82FC-4744-BBD2-C6CE4128621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2C5603-12C7-4BEA-8CC5-14EA921CE161}" srcId="{8B00147E-EB5C-4DC8-A1D3-67FA99908FA7}" destId="{10C4EF88-F42E-4A34-AF14-79B14040245D}" srcOrd="2" destOrd="0" parTransId="{81F9C70F-AD26-414A-8F10-92A197A786AC}" sibTransId="{DFAB7670-1761-49A2-A3CA-4BD29B276809}"/>
    <dgm:cxn modelId="{05D17A23-BC67-4778-9019-9D0834ECD683}" type="presOf" srcId="{10C4EF88-F42E-4A34-AF14-79B14040245D}" destId="{82DFE843-3924-4F6B-814D-1A665DACB399}" srcOrd="0" destOrd="0" presId="urn:microsoft.com/office/officeart/2005/8/layout/vList2"/>
    <dgm:cxn modelId="{6CD54380-586F-4AA7-948C-9AB8AD7BC5FB}" type="presOf" srcId="{8B00147E-EB5C-4DC8-A1D3-67FA99908FA7}" destId="{C77D9700-ED8A-4FCE-B668-388E70994414}" srcOrd="0" destOrd="0" presId="urn:microsoft.com/office/officeart/2005/8/layout/vList2"/>
    <dgm:cxn modelId="{43603681-A9F0-49EB-ACDE-E32E724F58CF}" srcId="{8B00147E-EB5C-4DC8-A1D3-67FA99908FA7}" destId="{FDC29CE4-48D8-4171-BA02-A5B5DC341712}" srcOrd="0" destOrd="0" parTransId="{1F302648-A829-4D49-BB3B-F946A41F287C}" sibTransId="{55D7DBEF-83E1-4DA9-BF6C-E9389F6593EE}"/>
    <dgm:cxn modelId="{0AB74E93-6E17-433D-8AC5-B67F93357E5A}" srcId="{8B00147E-EB5C-4DC8-A1D3-67FA99908FA7}" destId="{5C18C61B-06C2-45F2-A491-84351BDD8B4C}" srcOrd="1" destOrd="0" parTransId="{74411520-DFF2-4FB7-99C3-3E70ABF04DB8}" sibTransId="{0547BECF-A3CE-4815-9061-3B1C10A52090}"/>
    <dgm:cxn modelId="{5567D8A1-EE17-4CA4-8BBC-EB85E42E46A1}" type="presOf" srcId="{FDC29CE4-48D8-4171-BA02-A5B5DC341712}" destId="{1EE93258-D731-4F28-8DFE-3C497440EAB6}" srcOrd="0" destOrd="0" presId="urn:microsoft.com/office/officeart/2005/8/layout/vList2"/>
    <dgm:cxn modelId="{9489A7AE-B9E5-4321-9672-428BA04A0F75}" srcId="{8B00147E-EB5C-4DC8-A1D3-67FA99908FA7}" destId="{8CD1D208-82FC-4744-BBD2-C6CE4128621B}" srcOrd="3" destOrd="0" parTransId="{1BBF7FE4-51CA-4D48-97EF-B7D465654BB4}" sibTransId="{32A36C7E-3E78-423B-9B8C-C95E9F38D84A}"/>
    <dgm:cxn modelId="{4EB3EFD8-2C42-4F42-B656-8BD92F93CE96}" type="presOf" srcId="{5C18C61B-06C2-45F2-A491-84351BDD8B4C}" destId="{033D0E13-9046-4E65-821A-7515C18ABDF7}" srcOrd="0" destOrd="0" presId="urn:microsoft.com/office/officeart/2005/8/layout/vList2"/>
    <dgm:cxn modelId="{121119FC-EB43-4135-BE4B-3A1AF07ECB1D}" type="presOf" srcId="{8CD1D208-82FC-4744-BBD2-C6CE4128621B}" destId="{B902E0E0-932B-446F-AF70-CE2F480D9843}" srcOrd="0" destOrd="0" presId="urn:microsoft.com/office/officeart/2005/8/layout/vList2"/>
    <dgm:cxn modelId="{B15BE74C-2C70-4340-8230-F5FC14308A7E}" type="presParOf" srcId="{C77D9700-ED8A-4FCE-B668-388E70994414}" destId="{1EE93258-D731-4F28-8DFE-3C497440EAB6}" srcOrd="0" destOrd="0" presId="urn:microsoft.com/office/officeart/2005/8/layout/vList2"/>
    <dgm:cxn modelId="{E2E13C23-7740-40B2-83B3-7EC9460F0586}" type="presParOf" srcId="{C77D9700-ED8A-4FCE-B668-388E70994414}" destId="{1081C47E-64C9-46F2-847E-F58BC30A75B7}" srcOrd="1" destOrd="0" presId="urn:microsoft.com/office/officeart/2005/8/layout/vList2"/>
    <dgm:cxn modelId="{533520BA-9E19-41FD-995A-4835EF326135}" type="presParOf" srcId="{C77D9700-ED8A-4FCE-B668-388E70994414}" destId="{033D0E13-9046-4E65-821A-7515C18ABDF7}" srcOrd="2" destOrd="0" presId="urn:microsoft.com/office/officeart/2005/8/layout/vList2"/>
    <dgm:cxn modelId="{92BCE6C1-6ED2-4580-9672-87E6ECFAE0EE}" type="presParOf" srcId="{C77D9700-ED8A-4FCE-B668-388E70994414}" destId="{9CC0AFB7-79AF-467A-B56E-A26FCC0F29F4}" srcOrd="3" destOrd="0" presId="urn:microsoft.com/office/officeart/2005/8/layout/vList2"/>
    <dgm:cxn modelId="{967601E9-9FE0-437C-BACA-2F83285302A5}" type="presParOf" srcId="{C77D9700-ED8A-4FCE-B668-388E70994414}" destId="{82DFE843-3924-4F6B-814D-1A665DACB399}" srcOrd="4" destOrd="0" presId="urn:microsoft.com/office/officeart/2005/8/layout/vList2"/>
    <dgm:cxn modelId="{841A7AEA-D189-46DB-AB04-4AADCE075900}" type="presParOf" srcId="{C77D9700-ED8A-4FCE-B668-388E70994414}" destId="{9EBD463B-3C3A-47E8-9C02-539E964BC10E}" srcOrd="5" destOrd="0" presId="urn:microsoft.com/office/officeart/2005/8/layout/vList2"/>
    <dgm:cxn modelId="{9E3E3DBE-35FC-4882-B72A-1223E2BBF239}" type="presParOf" srcId="{C77D9700-ED8A-4FCE-B668-388E70994414}" destId="{B902E0E0-932B-446F-AF70-CE2F480D984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1E06DBE-125B-4D0D-BCF3-F40EF64CD6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5452EAA-E55E-4A99-B953-19E396950CA3}">
      <dgm:prSet/>
      <dgm:spPr/>
      <dgm:t>
        <a:bodyPr/>
        <a:lstStyle/>
        <a:p>
          <a:r>
            <a:rPr lang="uk-UA" b="0" i="0"/>
            <a:t>червні 1941 р.</a:t>
          </a:r>
          <a:endParaRPr lang="uk-UA"/>
        </a:p>
      </dgm:t>
    </dgm:pt>
    <dgm:pt modelId="{AB8A6015-BB87-4D2D-BFA4-6505661555E4}" type="parTrans" cxnId="{82718F81-BC65-4F43-A4B3-A8758202E38E}">
      <dgm:prSet/>
      <dgm:spPr/>
      <dgm:t>
        <a:bodyPr/>
        <a:lstStyle/>
        <a:p>
          <a:endParaRPr lang="uk-UA"/>
        </a:p>
      </dgm:t>
    </dgm:pt>
    <dgm:pt modelId="{D3B905DF-BA9B-4DF2-A7E5-D74FD939D0D5}" type="sibTrans" cxnId="{82718F81-BC65-4F43-A4B3-A8758202E38E}">
      <dgm:prSet/>
      <dgm:spPr/>
      <dgm:t>
        <a:bodyPr/>
        <a:lstStyle/>
        <a:p>
          <a:endParaRPr lang="uk-UA"/>
        </a:p>
      </dgm:t>
    </dgm:pt>
    <dgm:pt modelId="{DE562C5D-CCB9-403C-B2C4-FF421165F24D}">
      <dgm:prSet/>
      <dgm:spPr/>
      <dgm:t>
        <a:bodyPr/>
        <a:lstStyle/>
        <a:p>
          <a:r>
            <a:rPr lang="uk-UA" b="0" i="0"/>
            <a:t>квітні 1942 р.</a:t>
          </a:r>
          <a:endParaRPr lang="uk-UA"/>
        </a:p>
      </dgm:t>
    </dgm:pt>
    <dgm:pt modelId="{46788C0C-1C2F-44A6-916A-C95D0284DD37}" type="parTrans" cxnId="{0EADC188-3220-4725-BCF0-F6F5B2433F04}">
      <dgm:prSet/>
      <dgm:spPr/>
      <dgm:t>
        <a:bodyPr/>
        <a:lstStyle/>
        <a:p>
          <a:endParaRPr lang="uk-UA"/>
        </a:p>
      </dgm:t>
    </dgm:pt>
    <dgm:pt modelId="{15AC443E-381B-4D85-9D21-31B2E4B65A72}" type="sibTrans" cxnId="{0EADC188-3220-4725-BCF0-F6F5B2433F04}">
      <dgm:prSet/>
      <dgm:spPr/>
      <dgm:t>
        <a:bodyPr/>
        <a:lstStyle/>
        <a:p>
          <a:endParaRPr lang="uk-UA"/>
        </a:p>
      </dgm:t>
    </dgm:pt>
    <dgm:pt modelId="{6EDB5E9B-3CF2-4A11-9E61-198BFEEDB816}">
      <dgm:prSet/>
      <dgm:spPr/>
      <dgm:t>
        <a:bodyPr/>
        <a:lstStyle/>
        <a:p>
          <a:r>
            <a:rPr lang="uk-UA" b="0" i="0"/>
            <a:t>листопаді 1943 р.</a:t>
          </a:r>
          <a:endParaRPr lang="uk-UA"/>
        </a:p>
      </dgm:t>
    </dgm:pt>
    <dgm:pt modelId="{65334B22-41F6-4E70-81A7-72E41D9F7A1D}" type="parTrans" cxnId="{8D770C1F-D815-49F1-9D19-030FA51B2383}">
      <dgm:prSet/>
      <dgm:spPr/>
      <dgm:t>
        <a:bodyPr/>
        <a:lstStyle/>
        <a:p>
          <a:endParaRPr lang="uk-UA"/>
        </a:p>
      </dgm:t>
    </dgm:pt>
    <dgm:pt modelId="{91CEC62C-6C52-431E-8B82-D041923A29A5}" type="sibTrans" cxnId="{8D770C1F-D815-49F1-9D19-030FA51B2383}">
      <dgm:prSet/>
      <dgm:spPr/>
      <dgm:t>
        <a:bodyPr/>
        <a:lstStyle/>
        <a:p>
          <a:endParaRPr lang="uk-UA"/>
        </a:p>
      </dgm:t>
    </dgm:pt>
    <dgm:pt modelId="{29E2E40F-5256-4817-A1EF-3E8C6C031AB6}">
      <dgm:prSet/>
      <dgm:spPr/>
      <dgm:t>
        <a:bodyPr/>
        <a:lstStyle/>
        <a:p>
          <a:r>
            <a:rPr lang="uk-UA" b="0" i="0"/>
            <a:t>жовтні 1944 р.</a:t>
          </a:r>
          <a:endParaRPr lang="uk-UA"/>
        </a:p>
      </dgm:t>
    </dgm:pt>
    <dgm:pt modelId="{8D18DFD8-DDB6-4954-B494-7FFF58FF4440}" type="parTrans" cxnId="{AB49BB57-E28D-4D31-B3C6-F28E943B7CB4}">
      <dgm:prSet/>
      <dgm:spPr/>
      <dgm:t>
        <a:bodyPr/>
        <a:lstStyle/>
        <a:p>
          <a:endParaRPr lang="uk-UA"/>
        </a:p>
      </dgm:t>
    </dgm:pt>
    <dgm:pt modelId="{120FFA8C-39D7-4D2F-A2D7-B8C8AC8DBD2B}" type="sibTrans" cxnId="{AB49BB57-E28D-4D31-B3C6-F28E943B7CB4}">
      <dgm:prSet/>
      <dgm:spPr/>
      <dgm:t>
        <a:bodyPr/>
        <a:lstStyle/>
        <a:p>
          <a:endParaRPr lang="uk-UA"/>
        </a:p>
      </dgm:t>
    </dgm:pt>
    <dgm:pt modelId="{4425405E-77A7-426E-AFE1-F3F36E93B996}" type="pres">
      <dgm:prSet presAssocID="{11E06DBE-125B-4D0D-BCF3-F40EF64CD6AD}" presName="linear" presStyleCnt="0">
        <dgm:presLayoutVars>
          <dgm:animLvl val="lvl"/>
          <dgm:resizeHandles val="exact"/>
        </dgm:presLayoutVars>
      </dgm:prSet>
      <dgm:spPr/>
    </dgm:pt>
    <dgm:pt modelId="{4A581685-39E8-42BC-A26D-A75AD30860C5}" type="pres">
      <dgm:prSet presAssocID="{35452EAA-E55E-4A99-B953-19E396950CA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A778CB-1E4A-40EA-87A8-F15744B92F6D}" type="pres">
      <dgm:prSet presAssocID="{D3B905DF-BA9B-4DF2-A7E5-D74FD939D0D5}" presName="spacer" presStyleCnt="0"/>
      <dgm:spPr/>
    </dgm:pt>
    <dgm:pt modelId="{461D0C9C-14DA-486D-8628-AEE78CE292C2}" type="pres">
      <dgm:prSet presAssocID="{DE562C5D-CCB9-403C-B2C4-FF421165F24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1A36E9-95EA-46D5-802B-2DE78FE9F403}" type="pres">
      <dgm:prSet presAssocID="{15AC443E-381B-4D85-9D21-31B2E4B65A72}" presName="spacer" presStyleCnt="0"/>
      <dgm:spPr/>
    </dgm:pt>
    <dgm:pt modelId="{ADADC1C0-14CF-4B9E-A3A9-4C727634BBE6}" type="pres">
      <dgm:prSet presAssocID="{6EDB5E9B-3CF2-4A11-9E61-198BFEEDB81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59E61C-C27D-460F-B38F-541A84D0A7D8}" type="pres">
      <dgm:prSet presAssocID="{91CEC62C-6C52-431E-8B82-D041923A29A5}" presName="spacer" presStyleCnt="0"/>
      <dgm:spPr/>
    </dgm:pt>
    <dgm:pt modelId="{174051FF-DB8A-4B07-8982-743567A10BBF}" type="pres">
      <dgm:prSet presAssocID="{29E2E40F-5256-4817-A1EF-3E8C6C031AB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770C1F-D815-49F1-9D19-030FA51B2383}" srcId="{11E06DBE-125B-4D0D-BCF3-F40EF64CD6AD}" destId="{6EDB5E9B-3CF2-4A11-9E61-198BFEEDB816}" srcOrd="2" destOrd="0" parTransId="{65334B22-41F6-4E70-81A7-72E41D9F7A1D}" sibTransId="{91CEC62C-6C52-431E-8B82-D041923A29A5}"/>
    <dgm:cxn modelId="{3250B75D-5D12-425F-B36D-6F700A3A73CF}" type="presOf" srcId="{35452EAA-E55E-4A99-B953-19E396950CA3}" destId="{4A581685-39E8-42BC-A26D-A75AD30860C5}" srcOrd="0" destOrd="0" presId="urn:microsoft.com/office/officeart/2005/8/layout/vList2"/>
    <dgm:cxn modelId="{3FCF286F-3282-435B-A646-2C1B42BBA10F}" type="presOf" srcId="{11E06DBE-125B-4D0D-BCF3-F40EF64CD6AD}" destId="{4425405E-77A7-426E-AFE1-F3F36E93B996}" srcOrd="0" destOrd="0" presId="urn:microsoft.com/office/officeart/2005/8/layout/vList2"/>
    <dgm:cxn modelId="{AB49BB57-E28D-4D31-B3C6-F28E943B7CB4}" srcId="{11E06DBE-125B-4D0D-BCF3-F40EF64CD6AD}" destId="{29E2E40F-5256-4817-A1EF-3E8C6C031AB6}" srcOrd="3" destOrd="0" parTransId="{8D18DFD8-DDB6-4954-B494-7FFF58FF4440}" sibTransId="{120FFA8C-39D7-4D2F-A2D7-B8C8AC8DBD2B}"/>
    <dgm:cxn modelId="{82718F81-BC65-4F43-A4B3-A8758202E38E}" srcId="{11E06DBE-125B-4D0D-BCF3-F40EF64CD6AD}" destId="{35452EAA-E55E-4A99-B953-19E396950CA3}" srcOrd="0" destOrd="0" parTransId="{AB8A6015-BB87-4D2D-BFA4-6505661555E4}" sibTransId="{D3B905DF-BA9B-4DF2-A7E5-D74FD939D0D5}"/>
    <dgm:cxn modelId="{0EADC188-3220-4725-BCF0-F6F5B2433F04}" srcId="{11E06DBE-125B-4D0D-BCF3-F40EF64CD6AD}" destId="{DE562C5D-CCB9-403C-B2C4-FF421165F24D}" srcOrd="1" destOrd="0" parTransId="{46788C0C-1C2F-44A6-916A-C95D0284DD37}" sibTransId="{15AC443E-381B-4D85-9D21-31B2E4B65A72}"/>
    <dgm:cxn modelId="{FB7B4B95-E721-4A73-8AEB-F2F9D0844D11}" type="presOf" srcId="{6EDB5E9B-3CF2-4A11-9E61-198BFEEDB816}" destId="{ADADC1C0-14CF-4B9E-A3A9-4C727634BBE6}" srcOrd="0" destOrd="0" presId="urn:microsoft.com/office/officeart/2005/8/layout/vList2"/>
    <dgm:cxn modelId="{973550A9-63CF-4E32-9BEB-63C10CF81AC2}" type="presOf" srcId="{DE562C5D-CCB9-403C-B2C4-FF421165F24D}" destId="{461D0C9C-14DA-486D-8628-AEE78CE292C2}" srcOrd="0" destOrd="0" presId="urn:microsoft.com/office/officeart/2005/8/layout/vList2"/>
    <dgm:cxn modelId="{FF9416C0-8501-4F25-A9BB-3AF2FAF833BA}" type="presOf" srcId="{29E2E40F-5256-4817-A1EF-3E8C6C031AB6}" destId="{174051FF-DB8A-4B07-8982-743567A10BBF}" srcOrd="0" destOrd="0" presId="urn:microsoft.com/office/officeart/2005/8/layout/vList2"/>
    <dgm:cxn modelId="{40CBD9EE-F382-46AD-A93A-BE61F8D99074}" type="presParOf" srcId="{4425405E-77A7-426E-AFE1-F3F36E93B996}" destId="{4A581685-39E8-42BC-A26D-A75AD30860C5}" srcOrd="0" destOrd="0" presId="urn:microsoft.com/office/officeart/2005/8/layout/vList2"/>
    <dgm:cxn modelId="{44A51D41-C7AC-48AF-A3DE-4441CC58728C}" type="presParOf" srcId="{4425405E-77A7-426E-AFE1-F3F36E93B996}" destId="{94A778CB-1E4A-40EA-87A8-F15744B92F6D}" srcOrd="1" destOrd="0" presId="urn:microsoft.com/office/officeart/2005/8/layout/vList2"/>
    <dgm:cxn modelId="{90F3A3F5-6029-4818-81A7-8F97788D8982}" type="presParOf" srcId="{4425405E-77A7-426E-AFE1-F3F36E93B996}" destId="{461D0C9C-14DA-486D-8628-AEE78CE292C2}" srcOrd="2" destOrd="0" presId="urn:microsoft.com/office/officeart/2005/8/layout/vList2"/>
    <dgm:cxn modelId="{95B10A51-DFDD-43B0-8822-83C605549892}" type="presParOf" srcId="{4425405E-77A7-426E-AFE1-F3F36E93B996}" destId="{D11A36E9-95EA-46D5-802B-2DE78FE9F403}" srcOrd="3" destOrd="0" presId="urn:microsoft.com/office/officeart/2005/8/layout/vList2"/>
    <dgm:cxn modelId="{5AD12648-66BE-4D32-A31B-58C6BB0B17CF}" type="presParOf" srcId="{4425405E-77A7-426E-AFE1-F3F36E93B996}" destId="{ADADC1C0-14CF-4B9E-A3A9-4C727634BBE6}" srcOrd="4" destOrd="0" presId="urn:microsoft.com/office/officeart/2005/8/layout/vList2"/>
    <dgm:cxn modelId="{1C634BE0-3897-4A6C-B8E6-CFA041BA814D}" type="presParOf" srcId="{4425405E-77A7-426E-AFE1-F3F36E93B996}" destId="{3659E61C-C27D-460F-B38F-541A84D0A7D8}" srcOrd="5" destOrd="0" presId="urn:microsoft.com/office/officeart/2005/8/layout/vList2"/>
    <dgm:cxn modelId="{A3BC785B-2F4F-4884-8EA1-2B3B2DA0F1AF}" type="presParOf" srcId="{4425405E-77A7-426E-AFE1-F3F36E93B996}" destId="{174051FF-DB8A-4B07-8982-743567A10BB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E21EABF1-4F10-40F3-BCDF-1AA7055B7D2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DA81D51-A602-4DF7-ADEF-0A10D0FA38F5}">
      <dgm:prSet/>
      <dgm:spPr/>
      <dgm:t>
        <a:bodyPr/>
        <a:lstStyle/>
        <a:p>
          <a:r>
            <a:rPr lang="uk-UA" b="0" i="0"/>
            <a:t>угорської</a:t>
          </a:r>
          <a:endParaRPr lang="uk-UA"/>
        </a:p>
      </dgm:t>
    </dgm:pt>
    <dgm:pt modelId="{0AC2C373-638A-4AD9-953E-02F7CBCEEEDA}" type="parTrans" cxnId="{917FDE82-EFD9-4196-BA18-0F2D94EBB808}">
      <dgm:prSet/>
      <dgm:spPr/>
      <dgm:t>
        <a:bodyPr/>
        <a:lstStyle/>
        <a:p>
          <a:endParaRPr lang="uk-UA"/>
        </a:p>
      </dgm:t>
    </dgm:pt>
    <dgm:pt modelId="{665CD3C7-7543-4F12-8FCC-BD594097B7BE}" type="sibTrans" cxnId="{917FDE82-EFD9-4196-BA18-0F2D94EBB808}">
      <dgm:prSet/>
      <dgm:spPr/>
      <dgm:t>
        <a:bodyPr/>
        <a:lstStyle/>
        <a:p>
          <a:endParaRPr lang="uk-UA"/>
        </a:p>
      </dgm:t>
    </dgm:pt>
    <dgm:pt modelId="{617BC249-7571-46FC-B324-005125E709A8}">
      <dgm:prSet/>
      <dgm:spPr/>
      <dgm:t>
        <a:bodyPr/>
        <a:lstStyle/>
        <a:p>
          <a:r>
            <a:rPr lang="uk-UA" b="0" i="0"/>
            <a:t>польської</a:t>
          </a:r>
          <a:endParaRPr lang="uk-UA"/>
        </a:p>
      </dgm:t>
    </dgm:pt>
    <dgm:pt modelId="{0F981FA7-2D29-4453-9E70-632B03FA2EB8}" type="parTrans" cxnId="{A4E40CBE-3BDD-4BB8-85B6-6DC16F62DF6B}">
      <dgm:prSet/>
      <dgm:spPr/>
      <dgm:t>
        <a:bodyPr/>
        <a:lstStyle/>
        <a:p>
          <a:endParaRPr lang="uk-UA"/>
        </a:p>
      </dgm:t>
    </dgm:pt>
    <dgm:pt modelId="{FC07DB32-1F47-4CAC-AB85-E010DB1ED3B2}" type="sibTrans" cxnId="{A4E40CBE-3BDD-4BB8-85B6-6DC16F62DF6B}">
      <dgm:prSet/>
      <dgm:spPr/>
      <dgm:t>
        <a:bodyPr/>
        <a:lstStyle/>
        <a:p>
          <a:endParaRPr lang="uk-UA"/>
        </a:p>
      </dgm:t>
    </dgm:pt>
    <dgm:pt modelId="{E8907210-CC82-4F83-9E83-0A031C8BD3C1}">
      <dgm:prSet/>
      <dgm:spPr/>
      <dgm:t>
        <a:bodyPr/>
        <a:lstStyle/>
        <a:p>
          <a:r>
            <a:rPr lang="uk-UA" b="0" i="0"/>
            <a:t>нацистської</a:t>
          </a:r>
          <a:endParaRPr lang="uk-UA"/>
        </a:p>
      </dgm:t>
    </dgm:pt>
    <dgm:pt modelId="{643DF639-DFA4-483F-88AE-67C3FD49B5E9}" type="parTrans" cxnId="{98A1A06D-CC95-4CDB-9534-728D27E99154}">
      <dgm:prSet/>
      <dgm:spPr/>
      <dgm:t>
        <a:bodyPr/>
        <a:lstStyle/>
        <a:p>
          <a:endParaRPr lang="uk-UA"/>
        </a:p>
      </dgm:t>
    </dgm:pt>
    <dgm:pt modelId="{5B8699F9-B445-4042-BA18-2C6E437BDC2D}" type="sibTrans" cxnId="{98A1A06D-CC95-4CDB-9534-728D27E99154}">
      <dgm:prSet/>
      <dgm:spPr/>
      <dgm:t>
        <a:bodyPr/>
        <a:lstStyle/>
        <a:p>
          <a:endParaRPr lang="uk-UA"/>
        </a:p>
      </dgm:t>
    </dgm:pt>
    <dgm:pt modelId="{B6887E6C-66C8-40B7-B8F0-D2FE5633924C}">
      <dgm:prSet/>
      <dgm:spPr/>
      <dgm:t>
        <a:bodyPr/>
        <a:lstStyle/>
        <a:p>
          <a:r>
            <a:rPr lang="uk-UA" b="0" i="0"/>
            <a:t>радянської</a:t>
          </a:r>
          <a:endParaRPr lang="uk-UA"/>
        </a:p>
      </dgm:t>
    </dgm:pt>
    <dgm:pt modelId="{BFAC6548-F741-437E-9D8C-71FFC78437F5}" type="parTrans" cxnId="{04EE9B95-7FC1-47C8-B488-FAA6C9C73EDF}">
      <dgm:prSet/>
      <dgm:spPr/>
      <dgm:t>
        <a:bodyPr/>
        <a:lstStyle/>
        <a:p>
          <a:endParaRPr lang="uk-UA"/>
        </a:p>
      </dgm:t>
    </dgm:pt>
    <dgm:pt modelId="{2FAA679C-3BE5-41DD-A624-1B75423A6A00}" type="sibTrans" cxnId="{04EE9B95-7FC1-47C8-B488-FAA6C9C73EDF}">
      <dgm:prSet/>
      <dgm:spPr/>
      <dgm:t>
        <a:bodyPr/>
        <a:lstStyle/>
        <a:p>
          <a:endParaRPr lang="uk-UA"/>
        </a:p>
      </dgm:t>
    </dgm:pt>
    <dgm:pt modelId="{AF6F0971-B4B4-45D2-AB09-98997EB25777}" type="pres">
      <dgm:prSet presAssocID="{E21EABF1-4F10-40F3-BCDF-1AA7055B7D27}" presName="linear" presStyleCnt="0">
        <dgm:presLayoutVars>
          <dgm:animLvl val="lvl"/>
          <dgm:resizeHandles val="exact"/>
        </dgm:presLayoutVars>
      </dgm:prSet>
      <dgm:spPr/>
    </dgm:pt>
    <dgm:pt modelId="{0DF122F2-B116-4C2B-B91A-2CBF4CA50D7A}" type="pres">
      <dgm:prSet presAssocID="{4DA81D51-A602-4DF7-ADEF-0A10D0FA38F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21B21F8-500E-4A51-8382-FD2D4538A94C}" type="pres">
      <dgm:prSet presAssocID="{665CD3C7-7543-4F12-8FCC-BD594097B7BE}" presName="spacer" presStyleCnt="0"/>
      <dgm:spPr/>
    </dgm:pt>
    <dgm:pt modelId="{5A09F491-AFB3-475E-B1B5-E0A12848A557}" type="pres">
      <dgm:prSet presAssocID="{617BC249-7571-46FC-B324-005125E709A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CA76DFD-7068-44B4-A166-D00F1085E60E}" type="pres">
      <dgm:prSet presAssocID="{FC07DB32-1F47-4CAC-AB85-E010DB1ED3B2}" presName="spacer" presStyleCnt="0"/>
      <dgm:spPr/>
    </dgm:pt>
    <dgm:pt modelId="{2917C548-C28C-41BF-AE80-2E6400D57734}" type="pres">
      <dgm:prSet presAssocID="{E8907210-CC82-4F83-9E83-0A031C8BD3C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49B4F62-8D8B-47FF-A6FC-DA8E4E074905}" type="pres">
      <dgm:prSet presAssocID="{5B8699F9-B445-4042-BA18-2C6E437BDC2D}" presName="spacer" presStyleCnt="0"/>
      <dgm:spPr/>
    </dgm:pt>
    <dgm:pt modelId="{81C33305-86BA-467A-9636-E5087579D3EC}" type="pres">
      <dgm:prSet presAssocID="{B6887E6C-66C8-40B7-B8F0-D2FE5633924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E00E45C-62FB-4C1A-A0D7-191C06135DE3}" type="presOf" srcId="{B6887E6C-66C8-40B7-B8F0-D2FE5633924C}" destId="{81C33305-86BA-467A-9636-E5087579D3EC}" srcOrd="0" destOrd="0" presId="urn:microsoft.com/office/officeart/2005/8/layout/vList2"/>
    <dgm:cxn modelId="{98A1A06D-CC95-4CDB-9534-728D27E99154}" srcId="{E21EABF1-4F10-40F3-BCDF-1AA7055B7D27}" destId="{E8907210-CC82-4F83-9E83-0A031C8BD3C1}" srcOrd="2" destOrd="0" parTransId="{643DF639-DFA4-483F-88AE-67C3FD49B5E9}" sibTransId="{5B8699F9-B445-4042-BA18-2C6E437BDC2D}"/>
    <dgm:cxn modelId="{917FDE82-EFD9-4196-BA18-0F2D94EBB808}" srcId="{E21EABF1-4F10-40F3-BCDF-1AA7055B7D27}" destId="{4DA81D51-A602-4DF7-ADEF-0A10D0FA38F5}" srcOrd="0" destOrd="0" parTransId="{0AC2C373-638A-4AD9-953E-02F7CBCEEEDA}" sibTransId="{665CD3C7-7543-4F12-8FCC-BD594097B7BE}"/>
    <dgm:cxn modelId="{85BACD8A-A7BB-4089-9CF2-30D75157BE22}" type="presOf" srcId="{617BC249-7571-46FC-B324-005125E709A8}" destId="{5A09F491-AFB3-475E-B1B5-E0A12848A557}" srcOrd="0" destOrd="0" presId="urn:microsoft.com/office/officeart/2005/8/layout/vList2"/>
    <dgm:cxn modelId="{04EE9B95-7FC1-47C8-B488-FAA6C9C73EDF}" srcId="{E21EABF1-4F10-40F3-BCDF-1AA7055B7D27}" destId="{B6887E6C-66C8-40B7-B8F0-D2FE5633924C}" srcOrd="3" destOrd="0" parTransId="{BFAC6548-F741-437E-9D8C-71FFC78437F5}" sibTransId="{2FAA679C-3BE5-41DD-A624-1B75423A6A00}"/>
    <dgm:cxn modelId="{9D892BA1-B14B-4321-A28F-D28AA154340D}" type="presOf" srcId="{E8907210-CC82-4F83-9E83-0A031C8BD3C1}" destId="{2917C548-C28C-41BF-AE80-2E6400D57734}" srcOrd="0" destOrd="0" presId="urn:microsoft.com/office/officeart/2005/8/layout/vList2"/>
    <dgm:cxn modelId="{188A1DB7-D24F-4FCC-A8C5-668055156391}" type="presOf" srcId="{4DA81D51-A602-4DF7-ADEF-0A10D0FA38F5}" destId="{0DF122F2-B116-4C2B-B91A-2CBF4CA50D7A}" srcOrd="0" destOrd="0" presId="urn:microsoft.com/office/officeart/2005/8/layout/vList2"/>
    <dgm:cxn modelId="{A4E40CBE-3BDD-4BB8-85B6-6DC16F62DF6B}" srcId="{E21EABF1-4F10-40F3-BCDF-1AA7055B7D27}" destId="{617BC249-7571-46FC-B324-005125E709A8}" srcOrd="1" destOrd="0" parTransId="{0F981FA7-2D29-4453-9E70-632B03FA2EB8}" sibTransId="{FC07DB32-1F47-4CAC-AB85-E010DB1ED3B2}"/>
    <dgm:cxn modelId="{ACB068FE-8EF4-401C-B849-2B4ADFAEE4FE}" type="presOf" srcId="{E21EABF1-4F10-40F3-BCDF-1AA7055B7D27}" destId="{AF6F0971-B4B4-45D2-AB09-98997EB25777}" srcOrd="0" destOrd="0" presId="urn:microsoft.com/office/officeart/2005/8/layout/vList2"/>
    <dgm:cxn modelId="{5AEA65E3-2550-40C9-BB8E-9050EDA00DD9}" type="presParOf" srcId="{AF6F0971-B4B4-45D2-AB09-98997EB25777}" destId="{0DF122F2-B116-4C2B-B91A-2CBF4CA50D7A}" srcOrd="0" destOrd="0" presId="urn:microsoft.com/office/officeart/2005/8/layout/vList2"/>
    <dgm:cxn modelId="{E0C7B58B-9A02-40B5-96C0-0030FDA27F4B}" type="presParOf" srcId="{AF6F0971-B4B4-45D2-AB09-98997EB25777}" destId="{D21B21F8-500E-4A51-8382-FD2D4538A94C}" srcOrd="1" destOrd="0" presId="urn:microsoft.com/office/officeart/2005/8/layout/vList2"/>
    <dgm:cxn modelId="{36E5D8D1-4368-4B3D-9452-4056EFF32D84}" type="presParOf" srcId="{AF6F0971-B4B4-45D2-AB09-98997EB25777}" destId="{5A09F491-AFB3-475E-B1B5-E0A12848A557}" srcOrd="2" destOrd="0" presId="urn:microsoft.com/office/officeart/2005/8/layout/vList2"/>
    <dgm:cxn modelId="{E0677384-2FD1-47A8-AA43-189D13F7C54A}" type="presParOf" srcId="{AF6F0971-B4B4-45D2-AB09-98997EB25777}" destId="{7CA76DFD-7068-44B4-A166-D00F1085E60E}" srcOrd="3" destOrd="0" presId="urn:microsoft.com/office/officeart/2005/8/layout/vList2"/>
    <dgm:cxn modelId="{E7FF5584-C42D-4EF1-AA4D-E91DD15E892C}" type="presParOf" srcId="{AF6F0971-B4B4-45D2-AB09-98997EB25777}" destId="{2917C548-C28C-41BF-AE80-2E6400D57734}" srcOrd="4" destOrd="0" presId="urn:microsoft.com/office/officeart/2005/8/layout/vList2"/>
    <dgm:cxn modelId="{21785901-5C1E-4E8B-9412-49CF31149302}" type="presParOf" srcId="{AF6F0971-B4B4-45D2-AB09-98997EB25777}" destId="{549B4F62-8D8B-47FF-A6FC-DA8E4E074905}" srcOrd="5" destOrd="0" presId="urn:microsoft.com/office/officeart/2005/8/layout/vList2"/>
    <dgm:cxn modelId="{FA5E2994-754A-4BCE-8914-E25DDA144B3B}" type="presParOf" srcId="{AF6F0971-B4B4-45D2-AB09-98997EB25777}" destId="{81C33305-86BA-467A-9636-E5087579D3E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55C232C-C158-4BB6-9A2C-B9D881BE8B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4C32F1-857D-4451-8FC7-3F26EF84D535}">
      <dgm:prSet/>
      <dgm:spPr/>
      <dgm:t>
        <a:bodyPr/>
        <a:lstStyle/>
        <a:p>
          <a:r>
            <a:rPr lang="ru-RU" b="0" i="0"/>
            <a:t>акції пацифікації.</a:t>
          </a:r>
          <a:endParaRPr lang="uk-UA"/>
        </a:p>
      </dgm:t>
    </dgm:pt>
    <dgm:pt modelId="{1FBDEAEF-F4FD-4C62-9D41-6BEBB7F1F40E}" type="parTrans" cxnId="{A071D52E-D9F7-49E0-9C42-96C7CC07B7AF}">
      <dgm:prSet/>
      <dgm:spPr/>
      <dgm:t>
        <a:bodyPr/>
        <a:lstStyle/>
        <a:p>
          <a:endParaRPr lang="uk-UA"/>
        </a:p>
      </dgm:t>
    </dgm:pt>
    <dgm:pt modelId="{65043281-C5C3-4BB7-BA01-BABE9794998E}" type="sibTrans" cxnId="{A071D52E-D9F7-49E0-9C42-96C7CC07B7AF}">
      <dgm:prSet/>
      <dgm:spPr/>
      <dgm:t>
        <a:bodyPr/>
        <a:lstStyle/>
        <a:p>
          <a:endParaRPr lang="uk-UA"/>
        </a:p>
      </dgm:t>
    </dgm:pt>
    <dgm:pt modelId="{C66D201F-3AD9-470D-A459-13E5EE2977C6}">
      <dgm:prSet/>
      <dgm:spPr/>
      <dgm:t>
        <a:bodyPr/>
        <a:lstStyle/>
        <a:p>
          <a:r>
            <a:rPr lang="ru-RU" b="0" i="0"/>
            <a:t>політики «осадництва».</a:t>
          </a:r>
          <a:endParaRPr lang="uk-UA"/>
        </a:p>
      </dgm:t>
    </dgm:pt>
    <dgm:pt modelId="{AE51118E-123D-4332-B155-A7FDA9EC1A28}" type="parTrans" cxnId="{D837452C-624D-4230-9804-C8DCA5D9E0AC}">
      <dgm:prSet/>
      <dgm:spPr/>
      <dgm:t>
        <a:bodyPr/>
        <a:lstStyle/>
        <a:p>
          <a:endParaRPr lang="uk-UA"/>
        </a:p>
      </dgm:t>
    </dgm:pt>
    <dgm:pt modelId="{E3B8C2EB-6D97-40EE-8CE0-526730C306D2}" type="sibTrans" cxnId="{D837452C-624D-4230-9804-C8DCA5D9E0AC}">
      <dgm:prSet/>
      <dgm:spPr/>
      <dgm:t>
        <a:bodyPr/>
        <a:lstStyle/>
        <a:p>
          <a:endParaRPr lang="uk-UA"/>
        </a:p>
      </dgm:t>
    </dgm:pt>
    <dgm:pt modelId="{3F23F27F-9398-452A-AC07-0C0CE9E682B2}">
      <dgm:prSet/>
      <dgm:spPr/>
      <dgm:t>
        <a:bodyPr/>
        <a:lstStyle/>
        <a:p>
          <a:r>
            <a:rPr lang="ru-RU" b="0" i="0"/>
            <a:t>режиму «нового порядку».</a:t>
          </a:r>
          <a:endParaRPr lang="uk-UA"/>
        </a:p>
      </dgm:t>
    </dgm:pt>
    <dgm:pt modelId="{883605AD-F27C-4024-AC6D-26067B60D3FA}" type="parTrans" cxnId="{DE800975-217C-4B1D-903D-8D26AA58678A}">
      <dgm:prSet/>
      <dgm:spPr/>
      <dgm:t>
        <a:bodyPr/>
        <a:lstStyle/>
        <a:p>
          <a:endParaRPr lang="uk-UA"/>
        </a:p>
      </dgm:t>
    </dgm:pt>
    <dgm:pt modelId="{58356735-6243-43F5-B96F-86C864E2F229}" type="sibTrans" cxnId="{DE800975-217C-4B1D-903D-8D26AA58678A}">
      <dgm:prSet/>
      <dgm:spPr/>
      <dgm:t>
        <a:bodyPr/>
        <a:lstStyle/>
        <a:p>
          <a:endParaRPr lang="uk-UA"/>
        </a:p>
      </dgm:t>
    </dgm:pt>
    <dgm:pt modelId="{36EC7C6C-7DD1-4874-A3A3-202B3B3B0BEE}">
      <dgm:prSet/>
      <dgm:spPr/>
      <dgm:t>
        <a:bodyPr/>
        <a:lstStyle/>
        <a:p>
          <a:r>
            <a:rPr lang="ru-RU" b="0" i="0"/>
            <a:t>політики «радянізації».</a:t>
          </a:r>
          <a:endParaRPr lang="uk-UA"/>
        </a:p>
      </dgm:t>
    </dgm:pt>
    <dgm:pt modelId="{27C80A6E-5A80-4E55-BEC4-1E20A9A11C15}" type="parTrans" cxnId="{D9BFB69E-469A-4085-88BA-7B6D70DBDE8A}">
      <dgm:prSet/>
      <dgm:spPr/>
      <dgm:t>
        <a:bodyPr/>
        <a:lstStyle/>
        <a:p>
          <a:endParaRPr lang="uk-UA"/>
        </a:p>
      </dgm:t>
    </dgm:pt>
    <dgm:pt modelId="{4F1F9254-C89C-4731-8AE9-CB0E0E7093B7}" type="sibTrans" cxnId="{D9BFB69E-469A-4085-88BA-7B6D70DBDE8A}">
      <dgm:prSet/>
      <dgm:spPr/>
      <dgm:t>
        <a:bodyPr/>
        <a:lstStyle/>
        <a:p>
          <a:endParaRPr lang="uk-UA"/>
        </a:p>
      </dgm:t>
    </dgm:pt>
    <dgm:pt modelId="{70D16EC8-7FF9-4D7F-9ECA-C0B813E461B9}" type="pres">
      <dgm:prSet presAssocID="{155C232C-C158-4BB6-9A2C-B9D881BE8B81}" presName="linear" presStyleCnt="0">
        <dgm:presLayoutVars>
          <dgm:animLvl val="lvl"/>
          <dgm:resizeHandles val="exact"/>
        </dgm:presLayoutVars>
      </dgm:prSet>
      <dgm:spPr/>
    </dgm:pt>
    <dgm:pt modelId="{AA8E3A02-7290-4DD3-ACB8-002E671103F4}" type="pres">
      <dgm:prSet presAssocID="{7E4C32F1-857D-4451-8FC7-3F26EF84D5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2B623E4-EFA0-49E2-8EF9-E1A506AB7940}" type="pres">
      <dgm:prSet presAssocID="{65043281-C5C3-4BB7-BA01-BABE9794998E}" presName="spacer" presStyleCnt="0"/>
      <dgm:spPr/>
    </dgm:pt>
    <dgm:pt modelId="{3DD9F67A-B783-4FC8-AFB8-9034D92FCA86}" type="pres">
      <dgm:prSet presAssocID="{C66D201F-3AD9-470D-A459-13E5EE2977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41454A0-5BFE-4886-85BA-F5E077AA5BD3}" type="pres">
      <dgm:prSet presAssocID="{E3B8C2EB-6D97-40EE-8CE0-526730C306D2}" presName="spacer" presStyleCnt="0"/>
      <dgm:spPr/>
    </dgm:pt>
    <dgm:pt modelId="{28DE453D-6278-48CF-B3EA-FA9285033A7B}" type="pres">
      <dgm:prSet presAssocID="{3F23F27F-9398-452A-AC07-0C0CE9E682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3244DF1-1674-45CF-AC33-9506C2D8D68B}" type="pres">
      <dgm:prSet presAssocID="{58356735-6243-43F5-B96F-86C864E2F229}" presName="spacer" presStyleCnt="0"/>
      <dgm:spPr/>
    </dgm:pt>
    <dgm:pt modelId="{5084B5DD-A16F-49B1-BEB3-A462824A71A2}" type="pres">
      <dgm:prSet presAssocID="{36EC7C6C-7DD1-4874-A3A3-202B3B3B0B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837452C-624D-4230-9804-C8DCA5D9E0AC}" srcId="{155C232C-C158-4BB6-9A2C-B9D881BE8B81}" destId="{C66D201F-3AD9-470D-A459-13E5EE2977C6}" srcOrd="1" destOrd="0" parTransId="{AE51118E-123D-4332-B155-A7FDA9EC1A28}" sibTransId="{E3B8C2EB-6D97-40EE-8CE0-526730C306D2}"/>
    <dgm:cxn modelId="{A071D52E-D9F7-49E0-9C42-96C7CC07B7AF}" srcId="{155C232C-C158-4BB6-9A2C-B9D881BE8B81}" destId="{7E4C32F1-857D-4451-8FC7-3F26EF84D535}" srcOrd="0" destOrd="0" parTransId="{1FBDEAEF-F4FD-4C62-9D41-6BEBB7F1F40E}" sibTransId="{65043281-C5C3-4BB7-BA01-BABE9794998E}"/>
    <dgm:cxn modelId="{FC7DAA3C-B372-49A0-9982-5C8D47DF6E6B}" type="presOf" srcId="{C66D201F-3AD9-470D-A459-13E5EE2977C6}" destId="{3DD9F67A-B783-4FC8-AFB8-9034D92FCA86}" srcOrd="0" destOrd="0" presId="urn:microsoft.com/office/officeart/2005/8/layout/vList2"/>
    <dgm:cxn modelId="{B9FEC15B-90F7-4749-8D33-306859B1A3EF}" type="presOf" srcId="{7E4C32F1-857D-4451-8FC7-3F26EF84D535}" destId="{AA8E3A02-7290-4DD3-ACB8-002E671103F4}" srcOrd="0" destOrd="0" presId="urn:microsoft.com/office/officeart/2005/8/layout/vList2"/>
    <dgm:cxn modelId="{4EE36752-8E40-4055-94F6-B0D7014907D6}" type="presOf" srcId="{155C232C-C158-4BB6-9A2C-B9D881BE8B81}" destId="{70D16EC8-7FF9-4D7F-9ECA-C0B813E461B9}" srcOrd="0" destOrd="0" presId="urn:microsoft.com/office/officeart/2005/8/layout/vList2"/>
    <dgm:cxn modelId="{DE800975-217C-4B1D-903D-8D26AA58678A}" srcId="{155C232C-C158-4BB6-9A2C-B9D881BE8B81}" destId="{3F23F27F-9398-452A-AC07-0C0CE9E682B2}" srcOrd="2" destOrd="0" parTransId="{883605AD-F27C-4024-AC6D-26067B60D3FA}" sibTransId="{58356735-6243-43F5-B96F-86C864E2F229}"/>
    <dgm:cxn modelId="{0E41657A-E76A-43FA-9254-6EAA19E24B3A}" type="presOf" srcId="{3F23F27F-9398-452A-AC07-0C0CE9E682B2}" destId="{28DE453D-6278-48CF-B3EA-FA9285033A7B}" srcOrd="0" destOrd="0" presId="urn:microsoft.com/office/officeart/2005/8/layout/vList2"/>
    <dgm:cxn modelId="{D9BFB69E-469A-4085-88BA-7B6D70DBDE8A}" srcId="{155C232C-C158-4BB6-9A2C-B9D881BE8B81}" destId="{36EC7C6C-7DD1-4874-A3A3-202B3B3B0BEE}" srcOrd="3" destOrd="0" parTransId="{27C80A6E-5A80-4E55-BEC4-1E20A9A11C15}" sibTransId="{4F1F9254-C89C-4731-8AE9-CB0E0E7093B7}"/>
    <dgm:cxn modelId="{4E865AB1-EEBD-47F1-B5FF-2B22DB31CFA1}" type="presOf" srcId="{36EC7C6C-7DD1-4874-A3A3-202B3B3B0BEE}" destId="{5084B5DD-A16F-49B1-BEB3-A462824A71A2}" srcOrd="0" destOrd="0" presId="urn:microsoft.com/office/officeart/2005/8/layout/vList2"/>
    <dgm:cxn modelId="{5086E43F-A08A-4604-B415-57587B8D280C}" type="presParOf" srcId="{70D16EC8-7FF9-4D7F-9ECA-C0B813E461B9}" destId="{AA8E3A02-7290-4DD3-ACB8-002E671103F4}" srcOrd="0" destOrd="0" presId="urn:microsoft.com/office/officeart/2005/8/layout/vList2"/>
    <dgm:cxn modelId="{A5A01800-2C3C-4D5B-83FE-DAD26C1581BF}" type="presParOf" srcId="{70D16EC8-7FF9-4D7F-9ECA-C0B813E461B9}" destId="{82B623E4-EFA0-49E2-8EF9-E1A506AB7940}" srcOrd="1" destOrd="0" presId="urn:microsoft.com/office/officeart/2005/8/layout/vList2"/>
    <dgm:cxn modelId="{A5B6338E-3282-4F6E-993F-0AD6DE136284}" type="presParOf" srcId="{70D16EC8-7FF9-4D7F-9ECA-C0B813E461B9}" destId="{3DD9F67A-B783-4FC8-AFB8-9034D92FCA86}" srcOrd="2" destOrd="0" presId="urn:microsoft.com/office/officeart/2005/8/layout/vList2"/>
    <dgm:cxn modelId="{9B579F94-9C24-4C09-895B-DEC5A8A6CC7C}" type="presParOf" srcId="{70D16EC8-7FF9-4D7F-9ECA-C0B813E461B9}" destId="{B41454A0-5BFE-4886-85BA-F5E077AA5BD3}" srcOrd="3" destOrd="0" presId="urn:microsoft.com/office/officeart/2005/8/layout/vList2"/>
    <dgm:cxn modelId="{A786C281-CC85-4463-8A0A-54A4DEB83507}" type="presParOf" srcId="{70D16EC8-7FF9-4D7F-9ECA-C0B813E461B9}" destId="{28DE453D-6278-48CF-B3EA-FA9285033A7B}" srcOrd="4" destOrd="0" presId="urn:microsoft.com/office/officeart/2005/8/layout/vList2"/>
    <dgm:cxn modelId="{B4A1FF15-507B-48DB-AB3A-1E6724A3E535}" type="presParOf" srcId="{70D16EC8-7FF9-4D7F-9ECA-C0B813E461B9}" destId="{73244DF1-1674-45CF-AC33-9506C2D8D68B}" srcOrd="5" destOrd="0" presId="urn:microsoft.com/office/officeart/2005/8/layout/vList2"/>
    <dgm:cxn modelId="{4067C755-00A3-4192-9231-19A0CA7CE196}" type="presParOf" srcId="{70D16EC8-7FF9-4D7F-9ECA-C0B813E461B9}" destId="{5084B5DD-A16F-49B1-BEB3-A462824A71A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BC4EA1ED-37E1-4B38-9696-53C203E06E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5CD9365-8D33-4963-911F-24A564BF21B4}">
      <dgm:prSet/>
      <dgm:spPr/>
      <dgm:t>
        <a:bodyPr/>
        <a:lstStyle/>
        <a:p>
          <a:r>
            <a:rPr lang="uk-UA" b="0" i="0"/>
            <a:t>Акт про відновлення Української держави.</a:t>
          </a:r>
          <a:endParaRPr lang="uk-UA"/>
        </a:p>
      </dgm:t>
    </dgm:pt>
    <dgm:pt modelId="{FA554F4C-44D3-4BD7-88C6-3AF2A2DFC1A6}" type="parTrans" cxnId="{C70B1EAB-7E53-4D04-ADF8-93792E2E4876}">
      <dgm:prSet/>
      <dgm:spPr/>
      <dgm:t>
        <a:bodyPr/>
        <a:lstStyle/>
        <a:p>
          <a:endParaRPr lang="uk-UA"/>
        </a:p>
      </dgm:t>
    </dgm:pt>
    <dgm:pt modelId="{F9E6477A-7C75-41CE-BC36-EA97CFE930C7}" type="sibTrans" cxnId="{C70B1EAB-7E53-4D04-ADF8-93792E2E4876}">
      <dgm:prSet/>
      <dgm:spPr/>
      <dgm:t>
        <a:bodyPr/>
        <a:lstStyle/>
        <a:p>
          <a:endParaRPr lang="uk-UA"/>
        </a:p>
      </dgm:t>
    </dgm:pt>
    <dgm:pt modelId="{2A7CFCEB-92C8-41B2-BC46-F6A1E17CE606}">
      <dgm:prSet/>
      <dgm:spPr/>
      <dgm:t>
        <a:bodyPr/>
        <a:lstStyle/>
        <a:p>
          <a:r>
            <a:rPr lang="uk-UA" b="0" i="0"/>
            <a:t>Маніфест про возз’єднання Закарпаття з Українською РСР.</a:t>
          </a:r>
          <a:endParaRPr lang="uk-UA"/>
        </a:p>
      </dgm:t>
    </dgm:pt>
    <dgm:pt modelId="{B3EF6561-88FB-4B2D-BCE5-A9C66CFD8B86}" type="parTrans" cxnId="{C3FD1652-C0EC-4991-8D97-77C665D248D0}">
      <dgm:prSet/>
      <dgm:spPr/>
      <dgm:t>
        <a:bodyPr/>
        <a:lstStyle/>
        <a:p>
          <a:endParaRPr lang="uk-UA"/>
        </a:p>
      </dgm:t>
    </dgm:pt>
    <dgm:pt modelId="{6922857D-93B1-4DB0-8083-C7862363F940}" type="sibTrans" cxnId="{C3FD1652-C0EC-4991-8D97-77C665D248D0}">
      <dgm:prSet/>
      <dgm:spPr/>
      <dgm:t>
        <a:bodyPr/>
        <a:lstStyle/>
        <a:p>
          <a:endParaRPr lang="uk-UA"/>
        </a:p>
      </dgm:t>
    </dgm:pt>
    <dgm:pt modelId="{1E42DB90-7E2A-48FE-92FC-5759C842A918}">
      <dgm:prSet/>
      <dgm:spPr/>
      <dgm:t>
        <a:bodyPr/>
        <a:lstStyle/>
        <a:p>
          <a:r>
            <a:rPr lang="uk-UA" b="0" i="0"/>
            <a:t>Наказ про створення Українського штабу партизанського руху.</a:t>
          </a:r>
          <a:endParaRPr lang="uk-UA"/>
        </a:p>
      </dgm:t>
    </dgm:pt>
    <dgm:pt modelId="{2F557756-8153-4593-99ED-7647C9239EC5}" type="parTrans" cxnId="{711123F3-2A1D-47A7-93E4-9358BFA3C175}">
      <dgm:prSet/>
      <dgm:spPr/>
      <dgm:t>
        <a:bodyPr/>
        <a:lstStyle/>
        <a:p>
          <a:endParaRPr lang="uk-UA"/>
        </a:p>
      </dgm:t>
    </dgm:pt>
    <dgm:pt modelId="{90D1890D-2A90-4B43-879F-F6F4E6DEFC68}" type="sibTrans" cxnId="{711123F3-2A1D-47A7-93E4-9358BFA3C175}">
      <dgm:prSet/>
      <dgm:spPr/>
      <dgm:t>
        <a:bodyPr/>
        <a:lstStyle/>
        <a:p>
          <a:endParaRPr lang="uk-UA"/>
        </a:p>
      </dgm:t>
    </dgm:pt>
    <dgm:pt modelId="{28E3BBB5-81B1-4550-BA94-D1800AF7F7D5}">
      <dgm:prSet/>
      <dgm:spPr/>
      <dgm:t>
        <a:bodyPr/>
        <a:lstStyle/>
        <a:p>
          <a:r>
            <a:rPr lang="uk-UA" b="0" i="0"/>
            <a:t>Декларацію про організацію Української головної визвольної ради.</a:t>
          </a:r>
          <a:endParaRPr lang="uk-UA"/>
        </a:p>
      </dgm:t>
    </dgm:pt>
    <dgm:pt modelId="{82885EF1-E0A1-498B-BE68-74B2D011650D}" type="parTrans" cxnId="{FDC06766-E59A-484F-81D0-D3BBD69A364A}">
      <dgm:prSet/>
      <dgm:spPr/>
      <dgm:t>
        <a:bodyPr/>
        <a:lstStyle/>
        <a:p>
          <a:endParaRPr lang="uk-UA"/>
        </a:p>
      </dgm:t>
    </dgm:pt>
    <dgm:pt modelId="{14B976CE-581C-4276-9A53-33AC94A39B75}" type="sibTrans" cxnId="{FDC06766-E59A-484F-81D0-D3BBD69A364A}">
      <dgm:prSet/>
      <dgm:spPr/>
      <dgm:t>
        <a:bodyPr/>
        <a:lstStyle/>
        <a:p>
          <a:endParaRPr lang="uk-UA"/>
        </a:p>
      </dgm:t>
    </dgm:pt>
    <dgm:pt modelId="{02721449-EC45-49DC-AC01-5969A880866E}" type="pres">
      <dgm:prSet presAssocID="{BC4EA1ED-37E1-4B38-9696-53C203E06EC3}" presName="linear" presStyleCnt="0">
        <dgm:presLayoutVars>
          <dgm:animLvl val="lvl"/>
          <dgm:resizeHandles val="exact"/>
        </dgm:presLayoutVars>
      </dgm:prSet>
      <dgm:spPr/>
    </dgm:pt>
    <dgm:pt modelId="{73FB2390-879F-422D-9962-828A84EC9D9D}" type="pres">
      <dgm:prSet presAssocID="{15CD9365-8D33-4963-911F-24A564BF21B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419EAF-AF9F-450C-B3BC-2810C07AF2BE}" type="pres">
      <dgm:prSet presAssocID="{F9E6477A-7C75-41CE-BC36-EA97CFE930C7}" presName="spacer" presStyleCnt="0"/>
      <dgm:spPr/>
    </dgm:pt>
    <dgm:pt modelId="{2A2E70A4-EEC3-4AE9-9A4B-CFA73F3CB376}" type="pres">
      <dgm:prSet presAssocID="{2A7CFCEB-92C8-41B2-BC46-F6A1E17CE60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809284C-EA89-4EC9-B91F-89A7C45FD1A0}" type="pres">
      <dgm:prSet presAssocID="{6922857D-93B1-4DB0-8083-C7862363F940}" presName="spacer" presStyleCnt="0"/>
      <dgm:spPr/>
    </dgm:pt>
    <dgm:pt modelId="{0C37C88C-B7EE-473B-8EF2-1AB31849DEAF}" type="pres">
      <dgm:prSet presAssocID="{1E42DB90-7E2A-48FE-92FC-5759C842A91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DC8FBE5-F412-4A27-A06B-65BECB571F18}" type="pres">
      <dgm:prSet presAssocID="{90D1890D-2A90-4B43-879F-F6F4E6DEFC68}" presName="spacer" presStyleCnt="0"/>
      <dgm:spPr/>
    </dgm:pt>
    <dgm:pt modelId="{26A3F7EE-0212-4804-84DF-02AED32D4A2E}" type="pres">
      <dgm:prSet presAssocID="{28E3BBB5-81B1-4550-BA94-D1800AF7F7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1C19F15-62BB-474F-8C82-9575B4E92EC7}" type="presOf" srcId="{15CD9365-8D33-4963-911F-24A564BF21B4}" destId="{73FB2390-879F-422D-9962-828A84EC9D9D}" srcOrd="0" destOrd="0" presId="urn:microsoft.com/office/officeart/2005/8/layout/vList2"/>
    <dgm:cxn modelId="{A933601E-5488-485B-A5AC-41DC9E208E1C}" type="presOf" srcId="{2A7CFCEB-92C8-41B2-BC46-F6A1E17CE606}" destId="{2A2E70A4-EEC3-4AE9-9A4B-CFA73F3CB376}" srcOrd="0" destOrd="0" presId="urn:microsoft.com/office/officeart/2005/8/layout/vList2"/>
    <dgm:cxn modelId="{FDC06766-E59A-484F-81D0-D3BBD69A364A}" srcId="{BC4EA1ED-37E1-4B38-9696-53C203E06EC3}" destId="{28E3BBB5-81B1-4550-BA94-D1800AF7F7D5}" srcOrd="3" destOrd="0" parTransId="{82885EF1-E0A1-498B-BE68-74B2D011650D}" sibTransId="{14B976CE-581C-4276-9A53-33AC94A39B75}"/>
    <dgm:cxn modelId="{1BCA466D-2EFC-4E9E-BFDE-79A949B5B459}" type="presOf" srcId="{1E42DB90-7E2A-48FE-92FC-5759C842A918}" destId="{0C37C88C-B7EE-473B-8EF2-1AB31849DEAF}" srcOrd="0" destOrd="0" presId="urn:microsoft.com/office/officeart/2005/8/layout/vList2"/>
    <dgm:cxn modelId="{C3FD1652-C0EC-4991-8D97-77C665D248D0}" srcId="{BC4EA1ED-37E1-4B38-9696-53C203E06EC3}" destId="{2A7CFCEB-92C8-41B2-BC46-F6A1E17CE606}" srcOrd="1" destOrd="0" parTransId="{B3EF6561-88FB-4B2D-BCE5-A9C66CFD8B86}" sibTransId="{6922857D-93B1-4DB0-8083-C7862363F940}"/>
    <dgm:cxn modelId="{5FF2AE7A-6566-470F-ABA6-A8D6B781DC21}" type="presOf" srcId="{BC4EA1ED-37E1-4B38-9696-53C203E06EC3}" destId="{02721449-EC45-49DC-AC01-5969A880866E}" srcOrd="0" destOrd="0" presId="urn:microsoft.com/office/officeart/2005/8/layout/vList2"/>
    <dgm:cxn modelId="{C70B1EAB-7E53-4D04-ADF8-93792E2E4876}" srcId="{BC4EA1ED-37E1-4B38-9696-53C203E06EC3}" destId="{15CD9365-8D33-4963-911F-24A564BF21B4}" srcOrd="0" destOrd="0" parTransId="{FA554F4C-44D3-4BD7-88C6-3AF2A2DFC1A6}" sibTransId="{F9E6477A-7C75-41CE-BC36-EA97CFE930C7}"/>
    <dgm:cxn modelId="{532CE4F0-0563-42B5-9108-C5F76F285F3F}" type="presOf" srcId="{28E3BBB5-81B1-4550-BA94-D1800AF7F7D5}" destId="{26A3F7EE-0212-4804-84DF-02AED32D4A2E}" srcOrd="0" destOrd="0" presId="urn:microsoft.com/office/officeart/2005/8/layout/vList2"/>
    <dgm:cxn modelId="{711123F3-2A1D-47A7-93E4-9358BFA3C175}" srcId="{BC4EA1ED-37E1-4B38-9696-53C203E06EC3}" destId="{1E42DB90-7E2A-48FE-92FC-5759C842A918}" srcOrd="2" destOrd="0" parTransId="{2F557756-8153-4593-99ED-7647C9239EC5}" sibTransId="{90D1890D-2A90-4B43-879F-F6F4E6DEFC68}"/>
    <dgm:cxn modelId="{B3257705-E111-4245-942D-FC27936FE608}" type="presParOf" srcId="{02721449-EC45-49DC-AC01-5969A880866E}" destId="{73FB2390-879F-422D-9962-828A84EC9D9D}" srcOrd="0" destOrd="0" presId="urn:microsoft.com/office/officeart/2005/8/layout/vList2"/>
    <dgm:cxn modelId="{A690B96A-D5F9-4C4D-95C8-CF24D30DDBBE}" type="presParOf" srcId="{02721449-EC45-49DC-AC01-5969A880866E}" destId="{0B419EAF-AF9F-450C-B3BC-2810C07AF2BE}" srcOrd="1" destOrd="0" presId="urn:microsoft.com/office/officeart/2005/8/layout/vList2"/>
    <dgm:cxn modelId="{A4F4179F-D6FF-4267-AF28-8F413757ADC2}" type="presParOf" srcId="{02721449-EC45-49DC-AC01-5969A880866E}" destId="{2A2E70A4-EEC3-4AE9-9A4B-CFA73F3CB376}" srcOrd="2" destOrd="0" presId="urn:microsoft.com/office/officeart/2005/8/layout/vList2"/>
    <dgm:cxn modelId="{2734E9C6-27AC-4E51-B613-7F6C70DB28FC}" type="presParOf" srcId="{02721449-EC45-49DC-AC01-5969A880866E}" destId="{8809284C-EA89-4EC9-B91F-89A7C45FD1A0}" srcOrd="3" destOrd="0" presId="urn:microsoft.com/office/officeart/2005/8/layout/vList2"/>
    <dgm:cxn modelId="{507EAE75-207C-4FB9-A91C-E4924BB11ED2}" type="presParOf" srcId="{02721449-EC45-49DC-AC01-5969A880866E}" destId="{0C37C88C-B7EE-473B-8EF2-1AB31849DEAF}" srcOrd="4" destOrd="0" presId="urn:microsoft.com/office/officeart/2005/8/layout/vList2"/>
    <dgm:cxn modelId="{0427B4CA-32D4-4723-BA00-2F4FE1C36651}" type="presParOf" srcId="{02721449-EC45-49DC-AC01-5969A880866E}" destId="{4DC8FBE5-F412-4A27-A06B-65BECB571F18}" srcOrd="5" destOrd="0" presId="urn:microsoft.com/office/officeart/2005/8/layout/vList2"/>
    <dgm:cxn modelId="{F3DA1CA4-A1C5-4D99-B3D2-0525F6237586}" type="presParOf" srcId="{02721449-EC45-49DC-AC01-5969A880866E}" destId="{26A3F7EE-0212-4804-84DF-02AED32D4A2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69A4A4D1-1591-4EE8-8804-7EB9155932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A3FDEDF-59B6-458D-BC5B-ACBDA9747E4D}">
      <dgm:prSet/>
      <dgm:spPr/>
      <dgm:t>
        <a:bodyPr/>
        <a:lstStyle/>
        <a:p>
          <a:r>
            <a:rPr lang="uk-UA" b="0" i="0"/>
            <a:t>евакуацію людей і матеріальних цінностей з республіки у східні райони СРСР.</a:t>
          </a:r>
          <a:endParaRPr lang="uk-UA"/>
        </a:p>
      </dgm:t>
    </dgm:pt>
    <dgm:pt modelId="{935218B6-8E80-4EA0-AC1C-70A5A7CAD9A8}" type="parTrans" cxnId="{822D6E5F-A45D-4996-B5C4-F90C0E08B4D6}">
      <dgm:prSet/>
      <dgm:spPr/>
      <dgm:t>
        <a:bodyPr/>
        <a:lstStyle/>
        <a:p>
          <a:endParaRPr lang="uk-UA"/>
        </a:p>
      </dgm:t>
    </dgm:pt>
    <dgm:pt modelId="{2B2B1E00-B63F-4D89-8912-252358164774}" type="sibTrans" cxnId="{822D6E5F-A45D-4996-B5C4-F90C0E08B4D6}">
      <dgm:prSet/>
      <dgm:spPr/>
      <dgm:t>
        <a:bodyPr/>
        <a:lstStyle/>
        <a:p>
          <a:endParaRPr lang="uk-UA"/>
        </a:p>
      </dgm:t>
    </dgm:pt>
    <dgm:pt modelId="{B0222CBE-25ED-4026-9983-6E17B644A8E9}">
      <dgm:prSet/>
      <dgm:spPr/>
      <dgm:t>
        <a:bodyPr/>
        <a:lstStyle/>
        <a:p>
          <a:r>
            <a:rPr lang="uk-UA" b="0" i="0"/>
            <a:t>початок процесу радянізації західних областей УРСР.</a:t>
          </a:r>
          <a:endParaRPr lang="uk-UA"/>
        </a:p>
      </dgm:t>
    </dgm:pt>
    <dgm:pt modelId="{61F40667-DF17-42A0-95A9-58391C2BF658}" type="parTrans" cxnId="{7FFC67B2-CA90-45DC-AA82-37FAAF95F036}">
      <dgm:prSet/>
      <dgm:spPr/>
      <dgm:t>
        <a:bodyPr/>
        <a:lstStyle/>
        <a:p>
          <a:endParaRPr lang="uk-UA"/>
        </a:p>
      </dgm:t>
    </dgm:pt>
    <dgm:pt modelId="{6B0D6464-4B56-485A-96A3-6C30D3087400}" type="sibTrans" cxnId="{7FFC67B2-CA90-45DC-AA82-37FAAF95F036}">
      <dgm:prSet/>
      <dgm:spPr/>
      <dgm:t>
        <a:bodyPr/>
        <a:lstStyle/>
        <a:p>
          <a:endParaRPr lang="uk-UA"/>
        </a:p>
      </dgm:t>
    </dgm:pt>
    <dgm:pt modelId="{99A3ADB8-3299-47A8-AC87-4EAAC25A7B08}">
      <dgm:prSet/>
      <dgm:spPr/>
      <dgm:t>
        <a:bodyPr/>
        <a:lstStyle/>
        <a:p>
          <a:r>
            <a:rPr lang="uk-UA" b="0" i="0"/>
            <a:t>окупацію військами Німеччини та її союзників усієї території УРСР.</a:t>
          </a:r>
          <a:endParaRPr lang="uk-UA"/>
        </a:p>
      </dgm:t>
    </dgm:pt>
    <dgm:pt modelId="{4F43D3F0-7348-47AA-9D0B-9C32CFD7FCEE}" type="parTrans" cxnId="{192D47F4-0767-4170-B1BF-43505577F765}">
      <dgm:prSet/>
      <dgm:spPr/>
      <dgm:t>
        <a:bodyPr/>
        <a:lstStyle/>
        <a:p>
          <a:endParaRPr lang="uk-UA"/>
        </a:p>
      </dgm:t>
    </dgm:pt>
    <dgm:pt modelId="{E7BE096A-C708-48B6-98EC-65DCF4F34FDD}" type="sibTrans" cxnId="{192D47F4-0767-4170-B1BF-43505577F765}">
      <dgm:prSet/>
      <dgm:spPr/>
      <dgm:t>
        <a:bodyPr/>
        <a:lstStyle/>
        <a:p>
          <a:endParaRPr lang="uk-UA"/>
        </a:p>
      </dgm:t>
    </dgm:pt>
    <dgm:pt modelId="{F54663F6-B003-40EA-AF29-EF75AFB66C4E}">
      <dgm:prSet/>
      <dgm:spPr/>
      <dgm:t>
        <a:bodyPr/>
        <a:lstStyle/>
        <a:p>
          <a:r>
            <a:rPr lang="uk-UA" b="0" i="0"/>
            <a:t>депортацію кримських татар, болгар і вірмен до Сибіру та Середньої Азії.</a:t>
          </a:r>
          <a:endParaRPr lang="uk-UA"/>
        </a:p>
      </dgm:t>
    </dgm:pt>
    <dgm:pt modelId="{AD73163E-4019-4472-A9B6-5BB462752B40}" type="parTrans" cxnId="{8810BFD0-86F7-423D-906B-C994EF124229}">
      <dgm:prSet/>
      <dgm:spPr/>
      <dgm:t>
        <a:bodyPr/>
        <a:lstStyle/>
        <a:p>
          <a:endParaRPr lang="uk-UA"/>
        </a:p>
      </dgm:t>
    </dgm:pt>
    <dgm:pt modelId="{90CDF244-2BBB-4701-B42A-C609E7A26183}" type="sibTrans" cxnId="{8810BFD0-86F7-423D-906B-C994EF124229}">
      <dgm:prSet/>
      <dgm:spPr/>
      <dgm:t>
        <a:bodyPr/>
        <a:lstStyle/>
        <a:p>
          <a:endParaRPr lang="uk-UA"/>
        </a:p>
      </dgm:t>
    </dgm:pt>
    <dgm:pt modelId="{53FFD17C-9D2B-413B-B2C9-CAF85280CDA1}" type="pres">
      <dgm:prSet presAssocID="{69A4A4D1-1591-4EE8-8804-7EB915593264}" presName="linear" presStyleCnt="0">
        <dgm:presLayoutVars>
          <dgm:animLvl val="lvl"/>
          <dgm:resizeHandles val="exact"/>
        </dgm:presLayoutVars>
      </dgm:prSet>
      <dgm:spPr/>
    </dgm:pt>
    <dgm:pt modelId="{1F9B4AC1-9919-4D5B-B925-6B8609AEF81B}" type="pres">
      <dgm:prSet presAssocID="{3A3FDEDF-59B6-458D-BC5B-ACBDA9747E4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BD61CAB-B8C5-4F82-B227-6A1202202E3F}" type="pres">
      <dgm:prSet presAssocID="{2B2B1E00-B63F-4D89-8912-252358164774}" presName="spacer" presStyleCnt="0"/>
      <dgm:spPr/>
    </dgm:pt>
    <dgm:pt modelId="{EA7D7576-D6AA-43A1-86CB-08A7B7694E5B}" type="pres">
      <dgm:prSet presAssocID="{B0222CBE-25ED-4026-9983-6E17B644A8E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F5CC20-C923-4AB4-A1D5-50910B3AFA53}" type="pres">
      <dgm:prSet presAssocID="{6B0D6464-4B56-485A-96A3-6C30D3087400}" presName="spacer" presStyleCnt="0"/>
      <dgm:spPr/>
    </dgm:pt>
    <dgm:pt modelId="{82B2654B-11B0-47CE-939B-99140623A0E8}" type="pres">
      <dgm:prSet presAssocID="{99A3ADB8-3299-47A8-AC87-4EAAC25A7B0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B46D9AC-1359-454B-8CD7-FABCC3FF9E62}" type="pres">
      <dgm:prSet presAssocID="{E7BE096A-C708-48B6-98EC-65DCF4F34FDD}" presName="spacer" presStyleCnt="0"/>
      <dgm:spPr/>
    </dgm:pt>
    <dgm:pt modelId="{2C04A3D7-9018-4549-9394-786E5AF182D1}" type="pres">
      <dgm:prSet presAssocID="{F54663F6-B003-40EA-AF29-EF75AFB66C4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41F117-DD24-4289-AF34-2E35E8444C4E}" type="presOf" srcId="{3A3FDEDF-59B6-458D-BC5B-ACBDA9747E4D}" destId="{1F9B4AC1-9919-4D5B-B925-6B8609AEF81B}" srcOrd="0" destOrd="0" presId="urn:microsoft.com/office/officeart/2005/8/layout/vList2"/>
    <dgm:cxn modelId="{822D6E5F-A45D-4996-B5C4-F90C0E08B4D6}" srcId="{69A4A4D1-1591-4EE8-8804-7EB915593264}" destId="{3A3FDEDF-59B6-458D-BC5B-ACBDA9747E4D}" srcOrd="0" destOrd="0" parTransId="{935218B6-8E80-4EA0-AC1C-70A5A7CAD9A8}" sibTransId="{2B2B1E00-B63F-4D89-8912-252358164774}"/>
    <dgm:cxn modelId="{AF106987-A103-42D7-8B55-D9B581A0EF2B}" type="presOf" srcId="{B0222CBE-25ED-4026-9983-6E17B644A8E9}" destId="{EA7D7576-D6AA-43A1-86CB-08A7B7694E5B}" srcOrd="0" destOrd="0" presId="urn:microsoft.com/office/officeart/2005/8/layout/vList2"/>
    <dgm:cxn modelId="{D5B9019C-5D41-4372-8508-3755F52BDA1B}" type="presOf" srcId="{69A4A4D1-1591-4EE8-8804-7EB915593264}" destId="{53FFD17C-9D2B-413B-B2C9-CAF85280CDA1}" srcOrd="0" destOrd="0" presId="urn:microsoft.com/office/officeart/2005/8/layout/vList2"/>
    <dgm:cxn modelId="{7FFC67B2-CA90-45DC-AA82-37FAAF95F036}" srcId="{69A4A4D1-1591-4EE8-8804-7EB915593264}" destId="{B0222CBE-25ED-4026-9983-6E17B644A8E9}" srcOrd="1" destOrd="0" parTransId="{61F40667-DF17-42A0-95A9-58391C2BF658}" sibTransId="{6B0D6464-4B56-485A-96A3-6C30D3087400}"/>
    <dgm:cxn modelId="{8810BFD0-86F7-423D-906B-C994EF124229}" srcId="{69A4A4D1-1591-4EE8-8804-7EB915593264}" destId="{F54663F6-B003-40EA-AF29-EF75AFB66C4E}" srcOrd="3" destOrd="0" parTransId="{AD73163E-4019-4472-A9B6-5BB462752B40}" sibTransId="{90CDF244-2BBB-4701-B42A-C609E7A26183}"/>
    <dgm:cxn modelId="{731259D8-52EC-4AB8-9FA0-309BEE066F4D}" type="presOf" srcId="{99A3ADB8-3299-47A8-AC87-4EAAC25A7B08}" destId="{82B2654B-11B0-47CE-939B-99140623A0E8}" srcOrd="0" destOrd="0" presId="urn:microsoft.com/office/officeart/2005/8/layout/vList2"/>
    <dgm:cxn modelId="{155175F2-42E2-40AE-9EB4-5B3AECF384D3}" type="presOf" srcId="{F54663F6-B003-40EA-AF29-EF75AFB66C4E}" destId="{2C04A3D7-9018-4549-9394-786E5AF182D1}" srcOrd="0" destOrd="0" presId="urn:microsoft.com/office/officeart/2005/8/layout/vList2"/>
    <dgm:cxn modelId="{192D47F4-0767-4170-B1BF-43505577F765}" srcId="{69A4A4D1-1591-4EE8-8804-7EB915593264}" destId="{99A3ADB8-3299-47A8-AC87-4EAAC25A7B08}" srcOrd="2" destOrd="0" parTransId="{4F43D3F0-7348-47AA-9D0B-9C32CFD7FCEE}" sibTransId="{E7BE096A-C708-48B6-98EC-65DCF4F34FDD}"/>
    <dgm:cxn modelId="{41BE8168-EC26-4910-B92B-2BD8D772BA89}" type="presParOf" srcId="{53FFD17C-9D2B-413B-B2C9-CAF85280CDA1}" destId="{1F9B4AC1-9919-4D5B-B925-6B8609AEF81B}" srcOrd="0" destOrd="0" presId="urn:microsoft.com/office/officeart/2005/8/layout/vList2"/>
    <dgm:cxn modelId="{61CB3281-7E5A-45C7-84B8-D0DC082C2DF1}" type="presParOf" srcId="{53FFD17C-9D2B-413B-B2C9-CAF85280CDA1}" destId="{8BD61CAB-B8C5-4F82-B227-6A1202202E3F}" srcOrd="1" destOrd="0" presId="urn:microsoft.com/office/officeart/2005/8/layout/vList2"/>
    <dgm:cxn modelId="{22E512CA-1478-42C2-BAB9-D8CD4BC2ED24}" type="presParOf" srcId="{53FFD17C-9D2B-413B-B2C9-CAF85280CDA1}" destId="{EA7D7576-D6AA-43A1-86CB-08A7B7694E5B}" srcOrd="2" destOrd="0" presId="urn:microsoft.com/office/officeart/2005/8/layout/vList2"/>
    <dgm:cxn modelId="{3926FA6A-E7B6-4492-B8B5-58C484EB78C2}" type="presParOf" srcId="{53FFD17C-9D2B-413B-B2C9-CAF85280CDA1}" destId="{52F5CC20-C923-4AB4-A1D5-50910B3AFA53}" srcOrd="3" destOrd="0" presId="urn:microsoft.com/office/officeart/2005/8/layout/vList2"/>
    <dgm:cxn modelId="{4D426164-CC8E-40E4-9B7A-09E9484A9FCE}" type="presParOf" srcId="{53FFD17C-9D2B-413B-B2C9-CAF85280CDA1}" destId="{82B2654B-11B0-47CE-939B-99140623A0E8}" srcOrd="4" destOrd="0" presId="urn:microsoft.com/office/officeart/2005/8/layout/vList2"/>
    <dgm:cxn modelId="{6621BBC4-3641-4AA9-92A5-220FB1E824CD}" type="presParOf" srcId="{53FFD17C-9D2B-413B-B2C9-CAF85280CDA1}" destId="{CB46D9AC-1359-454B-8CD7-FABCC3FF9E62}" srcOrd="5" destOrd="0" presId="urn:microsoft.com/office/officeart/2005/8/layout/vList2"/>
    <dgm:cxn modelId="{8F38747D-4714-4E91-925A-7E2D510E78AD}" type="presParOf" srcId="{53FFD17C-9D2B-413B-B2C9-CAF85280CDA1}" destId="{2C04A3D7-9018-4549-9394-786E5AF182D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9304C24C-95CC-4383-AF99-4F6FD0F2DD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5AA340-4844-485C-946C-F0528E990C73}">
      <dgm:prSet/>
      <dgm:spPr/>
      <dgm:t>
        <a:bodyPr/>
        <a:lstStyle/>
        <a:p>
          <a:r>
            <a:rPr lang="ru-RU" b="0" i="0"/>
            <a:t>розширення кордонів УРСР</a:t>
          </a:r>
          <a:endParaRPr lang="uk-UA"/>
        </a:p>
      </dgm:t>
    </dgm:pt>
    <dgm:pt modelId="{F9C12FA7-1E67-4C8F-999A-C8C7BD4EA569}" type="parTrans" cxnId="{175F2A68-6BB5-40EB-93DA-6DA422311DEC}">
      <dgm:prSet/>
      <dgm:spPr/>
      <dgm:t>
        <a:bodyPr/>
        <a:lstStyle/>
        <a:p>
          <a:endParaRPr lang="uk-UA"/>
        </a:p>
      </dgm:t>
    </dgm:pt>
    <dgm:pt modelId="{6AB481BD-45EE-42F9-B3F7-892154A1E50B}" type="sibTrans" cxnId="{175F2A68-6BB5-40EB-93DA-6DA422311DEC}">
      <dgm:prSet/>
      <dgm:spPr/>
      <dgm:t>
        <a:bodyPr/>
        <a:lstStyle/>
        <a:p>
          <a:endParaRPr lang="uk-UA"/>
        </a:p>
      </dgm:t>
    </dgm:pt>
    <dgm:pt modelId="{9EBFD858-8250-4064-932F-0760C0047AFB}">
      <dgm:prSet/>
      <dgm:spPr/>
      <dgm:t>
        <a:bodyPr/>
        <a:lstStyle/>
        <a:p>
          <a:r>
            <a:rPr lang="ru-RU" b="0" i="0"/>
            <a:t>придушення українського руху Опору</a:t>
          </a:r>
          <a:endParaRPr lang="uk-UA"/>
        </a:p>
      </dgm:t>
    </dgm:pt>
    <dgm:pt modelId="{8227F3B9-2883-4C62-90F5-3EA1ADF479AD}" type="parTrans" cxnId="{25A2D7EB-4B4A-4C5D-AC53-C55E98E3ABA3}">
      <dgm:prSet/>
      <dgm:spPr/>
      <dgm:t>
        <a:bodyPr/>
        <a:lstStyle/>
        <a:p>
          <a:endParaRPr lang="uk-UA"/>
        </a:p>
      </dgm:t>
    </dgm:pt>
    <dgm:pt modelId="{DB3EB889-A42B-4F12-8156-49F9D1265469}" type="sibTrans" cxnId="{25A2D7EB-4B4A-4C5D-AC53-C55E98E3ABA3}">
      <dgm:prSet/>
      <dgm:spPr/>
      <dgm:t>
        <a:bodyPr/>
        <a:lstStyle/>
        <a:p>
          <a:endParaRPr lang="uk-UA"/>
        </a:p>
      </dgm:t>
    </dgm:pt>
    <dgm:pt modelId="{E846F91D-69DA-49A2-A99D-18CD8F58E9AD}">
      <dgm:prSet/>
      <dgm:spPr/>
      <dgm:t>
        <a:bodyPr/>
        <a:lstStyle/>
        <a:p>
          <a:r>
            <a:rPr lang="ru-RU" b="0" i="0"/>
            <a:t>утворення незалежної Української Держави</a:t>
          </a:r>
          <a:endParaRPr lang="uk-UA"/>
        </a:p>
      </dgm:t>
    </dgm:pt>
    <dgm:pt modelId="{930109C9-7E1B-4609-8FAC-D9EDD5149F8B}" type="parTrans" cxnId="{254B2F66-28B0-491C-9408-66F09E3AD02C}">
      <dgm:prSet/>
      <dgm:spPr/>
      <dgm:t>
        <a:bodyPr/>
        <a:lstStyle/>
        <a:p>
          <a:endParaRPr lang="uk-UA"/>
        </a:p>
      </dgm:t>
    </dgm:pt>
    <dgm:pt modelId="{9D89F7F6-C792-4506-BC01-4294DBA785C7}" type="sibTrans" cxnId="{254B2F66-28B0-491C-9408-66F09E3AD02C}">
      <dgm:prSet/>
      <dgm:spPr/>
      <dgm:t>
        <a:bodyPr/>
        <a:lstStyle/>
        <a:p>
          <a:endParaRPr lang="uk-UA"/>
        </a:p>
      </dgm:t>
    </dgm:pt>
    <dgm:pt modelId="{84956EEF-73BB-4D92-B762-D4D7769EB440}">
      <dgm:prSet/>
      <dgm:spPr/>
      <dgm:t>
        <a:bodyPr/>
        <a:lstStyle/>
        <a:p>
          <a:r>
            <a:rPr lang="ru-RU" b="0" i="0"/>
            <a:t>установлення окупаційного режиму на території УРСР</a:t>
          </a:r>
          <a:endParaRPr lang="uk-UA"/>
        </a:p>
      </dgm:t>
    </dgm:pt>
    <dgm:pt modelId="{6154F0C4-81AF-44D5-A025-97E794181A65}" type="parTrans" cxnId="{3418F645-9612-4EC6-B0EC-376D2C830724}">
      <dgm:prSet/>
      <dgm:spPr/>
      <dgm:t>
        <a:bodyPr/>
        <a:lstStyle/>
        <a:p>
          <a:endParaRPr lang="uk-UA"/>
        </a:p>
      </dgm:t>
    </dgm:pt>
    <dgm:pt modelId="{7EF7D0F7-3E0E-416E-BCE6-F46CA2B30796}" type="sibTrans" cxnId="{3418F645-9612-4EC6-B0EC-376D2C830724}">
      <dgm:prSet/>
      <dgm:spPr/>
      <dgm:t>
        <a:bodyPr/>
        <a:lstStyle/>
        <a:p>
          <a:endParaRPr lang="uk-UA"/>
        </a:p>
      </dgm:t>
    </dgm:pt>
    <dgm:pt modelId="{5008F057-B54B-4F65-9701-D8BCDBBB4F44}" type="pres">
      <dgm:prSet presAssocID="{9304C24C-95CC-4383-AF99-4F6FD0F2DDFA}" presName="linear" presStyleCnt="0">
        <dgm:presLayoutVars>
          <dgm:animLvl val="lvl"/>
          <dgm:resizeHandles val="exact"/>
        </dgm:presLayoutVars>
      </dgm:prSet>
      <dgm:spPr/>
    </dgm:pt>
    <dgm:pt modelId="{63742EC3-8D1A-4DF1-A54D-1AB49F790E53}" type="pres">
      <dgm:prSet presAssocID="{9E5AA340-4844-485C-946C-F0528E990C7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244124A-5538-401F-B7DC-A2950A9720CB}" type="pres">
      <dgm:prSet presAssocID="{6AB481BD-45EE-42F9-B3F7-892154A1E50B}" presName="spacer" presStyleCnt="0"/>
      <dgm:spPr/>
    </dgm:pt>
    <dgm:pt modelId="{0E39147C-A058-4A59-89D7-A3DE032D78DD}" type="pres">
      <dgm:prSet presAssocID="{9EBFD858-8250-4064-932F-0760C0047AF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52D728-3273-4A76-B94C-D3D3443734F3}" type="pres">
      <dgm:prSet presAssocID="{DB3EB889-A42B-4F12-8156-49F9D1265469}" presName="spacer" presStyleCnt="0"/>
      <dgm:spPr/>
    </dgm:pt>
    <dgm:pt modelId="{18C6F116-AFA1-4125-9F60-C69A248CED13}" type="pres">
      <dgm:prSet presAssocID="{E846F91D-69DA-49A2-A99D-18CD8F58E9A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62AC9D-DDB8-478E-A7A2-4D4A11E8A633}" type="pres">
      <dgm:prSet presAssocID="{9D89F7F6-C792-4506-BC01-4294DBA785C7}" presName="spacer" presStyleCnt="0"/>
      <dgm:spPr/>
    </dgm:pt>
    <dgm:pt modelId="{EBAF75E2-1B27-4D5B-BEAC-4EE0AEDC0B9D}" type="pres">
      <dgm:prSet presAssocID="{84956EEF-73BB-4D92-B762-D4D7769EB4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418F645-9612-4EC6-B0EC-376D2C830724}" srcId="{9304C24C-95CC-4383-AF99-4F6FD0F2DDFA}" destId="{84956EEF-73BB-4D92-B762-D4D7769EB440}" srcOrd="3" destOrd="0" parTransId="{6154F0C4-81AF-44D5-A025-97E794181A65}" sibTransId="{7EF7D0F7-3E0E-416E-BCE6-F46CA2B30796}"/>
    <dgm:cxn modelId="{254B2F66-28B0-491C-9408-66F09E3AD02C}" srcId="{9304C24C-95CC-4383-AF99-4F6FD0F2DDFA}" destId="{E846F91D-69DA-49A2-A99D-18CD8F58E9AD}" srcOrd="2" destOrd="0" parTransId="{930109C9-7E1B-4609-8FAC-D9EDD5149F8B}" sibTransId="{9D89F7F6-C792-4506-BC01-4294DBA785C7}"/>
    <dgm:cxn modelId="{175F2A68-6BB5-40EB-93DA-6DA422311DEC}" srcId="{9304C24C-95CC-4383-AF99-4F6FD0F2DDFA}" destId="{9E5AA340-4844-485C-946C-F0528E990C73}" srcOrd="0" destOrd="0" parTransId="{F9C12FA7-1E67-4C8F-999A-C8C7BD4EA569}" sibTransId="{6AB481BD-45EE-42F9-B3F7-892154A1E50B}"/>
    <dgm:cxn modelId="{32E6BA81-0590-4DA1-8D30-85AEB44486BD}" type="presOf" srcId="{9E5AA340-4844-485C-946C-F0528E990C73}" destId="{63742EC3-8D1A-4DF1-A54D-1AB49F790E53}" srcOrd="0" destOrd="0" presId="urn:microsoft.com/office/officeart/2005/8/layout/vList2"/>
    <dgm:cxn modelId="{AEE9A79B-D624-4554-ACBB-3A8C64429F4A}" type="presOf" srcId="{9304C24C-95CC-4383-AF99-4F6FD0F2DDFA}" destId="{5008F057-B54B-4F65-9701-D8BCDBBB4F44}" srcOrd="0" destOrd="0" presId="urn:microsoft.com/office/officeart/2005/8/layout/vList2"/>
    <dgm:cxn modelId="{1AB0FEA3-BAAF-49AF-9342-FF8DA1DB95F2}" type="presOf" srcId="{E846F91D-69DA-49A2-A99D-18CD8F58E9AD}" destId="{18C6F116-AFA1-4125-9F60-C69A248CED13}" srcOrd="0" destOrd="0" presId="urn:microsoft.com/office/officeart/2005/8/layout/vList2"/>
    <dgm:cxn modelId="{86174BCD-4525-41F5-8766-3D4B7E2A5882}" type="presOf" srcId="{84956EEF-73BB-4D92-B762-D4D7769EB440}" destId="{EBAF75E2-1B27-4D5B-BEAC-4EE0AEDC0B9D}" srcOrd="0" destOrd="0" presId="urn:microsoft.com/office/officeart/2005/8/layout/vList2"/>
    <dgm:cxn modelId="{E5A633D1-6358-4500-A3FF-B18004A0047A}" type="presOf" srcId="{9EBFD858-8250-4064-932F-0760C0047AFB}" destId="{0E39147C-A058-4A59-89D7-A3DE032D78DD}" srcOrd="0" destOrd="0" presId="urn:microsoft.com/office/officeart/2005/8/layout/vList2"/>
    <dgm:cxn modelId="{25A2D7EB-4B4A-4C5D-AC53-C55E98E3ABA3}" srcId="{9304C24C-95CC-4383-AF99-4F6FD0F2DDFA}" destId="{9EBFD858-8250-4064-932F-0760C0047AFB}" srcOrd="1" destOrd="0" parTransId="{8227F3B9-2883-4C62-90F5-3EA1ADF479AD}" sibTransId="{DB3EB889-A42B-4F12-8156-49F9D1265469}"/>
    <dgm:cxn modelId="{B03C72F4-7D62-4273-A0EA-61EF9064BDC3}" type="presParOf" srcId="{5008F057-B54B-4F65-9701-D8BCDBBB4F44}" destId="{63742EC3-8D1A-4DF1-A54D-1AB49F790E53}" srcOrd="0" destOrd="0" presId="urn:microsoft.com/office/officeart/2005/8/layout/vList2"/>
    <dgm:cxn modelId="{D5DDC57B-8B0A-47C7-9E3B-E56B5973FAA5}" type="presParOf" srcId="{5008F057-B54B-4F65-9701-D8BCDBBB4F44}" destId="{8244124A-5538-401F-B7DC-A2950A9720CB}" srcOrd="1" destOrd="0" presId="urn:microsoft.com/office/officeart/2005/8/layout/vList2"/>
    <dgm:cxn modelId="{217420B1-4542-471F-B5DE-FB81C957CC88}" type="presParOf" srcId="{5008F057-B54B-4F65-9701-D8BCDBBB4F44}" destId="{0E39147C-A058-4A59-89D7-A3DE032D78DD}" srcOrd="2" destOrd="0" presId="urn:microsoft.com/office/officeart/2005/8/layout/vList2"/>
    <dgm:cxn modelId="{5CB0A3C8-821E-4CA1-A6CD-3BE525F368EA}" type="presParOf" srcId="{5008F057-B54B-4F65-9701-D8BCDBBB4F44}" destId="{E552D728-3273-4A76-B94C-D3D3443734F3}" srcOrd="3" destOrd="0" presId="urn:microsoft.com/office/officeart/2005/8/layout/vList2"/>
    <dgm:cxn modelId="{B3267038-3C59-4744-A716-E3E90DF43EC4}" type="presParOf" srcId="{5008F057-B54B-4F65-9701-D8BCDBBB4F44}" destId="{18C6F116-AFA1-4125-9F60-C69A248CED13}" srcOrd="4" destOrd="0" presId="urn:microsoft.com/office/officeart/2005/8/layout/vList2"/>
    <dgm:cxn modelId="{CDBF2257-D5BB-4A62-8A44-ECA63D432482}" type="presParOf" srcId="{5008F057-B54B-4F65-9701-D8BCDBBB4F44}" destId="{9E62AC9D-DDB8-478E-A7A2-4D4A11E8A633}" srcOrd="5" destOrd="0" presId="urn:microsoft.com/office/officeart/2005/8/layout/vList2"/>
    <dgm:cxn modelId="{6DBFAC2B-E6D0-4BFF-80E4-ACEC72C3661D}" type="presParOf" srcId="{5008F057-B54B-4F65-9701-D8BCDBBB4F44}" destId="{EBAF75E2-1B27-4D5B-BEAC-4EE0AEDC0B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FBDEE3A-107C-4433-978D-7DD5B3519A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A5D1234-96AB-4438-AEE7-22FD45CE34ED}">
      <dgm:prSet/>
      <dgm:spPr/>
      <dgm:t>
        <a:bodyPr/>
        <a:lstStyle/>
        <a:p>
          <a:r>
            <a:rPr lang="ru-RU" b="0" i="0"/>
            <a:t>1939–1940 рр.</a:t>
          </a:r>
          <a:endParaRPr lang="uk-UA"/>
        </a:p>
      </dgm:t>
    </dgm:pt>
    <dgm:pt modelId="{83D74E3A-246C-4EB3-826D-DDDB542541A1}" type="parTrans" cxnId="{1CB3ABBF-0751-4538-8013-72ABE8153AD8}">
      <dgm:prSet/>
      <dgm:spPr/>
      <dgm:t>
        <a:bodyPr/>
        <a:lstStyle/>
        <a:p>
          <a:endParaRPr lang="uk-UA"/>
        </a:p>
      </dgm:t>
    </dgm:pt>
    <dgm:pt modelId="{9484CAAA-17EC-4489-A8CA-1C3E14A73181}" type="sibTrans" cxnId="{1CB3ABBF-0751-4538-8013-72ABE8153AD8}">
      <dgm:prSet/>
      <dgm:spPr/>
      <dgm:t>
        <a:bodyPr/>
        <a:lstStyle/>
        <a:p>
          <a:endParaRPr lang="uk-UA"/>
        </a:p>
      </dgm:t>
    </dgm:pt>
    <dgm:pt modelId="{36809E7B-DF7B-45FB-9F3A-AA588BB60074}">
      <dgm:prSet/>
      <dgm:spPr/>
      <dgm:t>
        <a:bodyPr/>
        <a:lstStyle/>
        <a:p>
          <a:r>
            <a:rPr lang="ru-RU" b="0" i="0"/>
            <a:t>1941–1942 рр.</a:t>
          </a:r>
          <a:endParaRPr lang="uk-UA"/>
        </a:p>
      </dgm:t>
    </dgm:pt>
    <dgm:pt modelId="{97F9B583-6ABC-47C0-B424-BC4DECE90C16}" type="parTrans" cxnId="{013B6FB9-5824-4E9A-82CF-B05803AB1548}">
      <dgm:prSet/>
      <dgm:spPr/>
      <dgm:t>
        <a:bodyPr/>
        <a:lstStyle/>
        <a:p>
          <a:endParaRPr lang="uk-UA"/>
        </a:p>
      </dgm:t>
    </dgm:pt>
    <dgm:pt modelId="{AA4FEC5E-EAA3-4768-988B-1B794CF49053}" type="sibTrans" cxnId="{013B6FB9-5824-4E9A-82CF-B05803AB1548}">
      <dgm:prSet/>
      <dgm:spPr/>
      <dgm:t>
        <a:bodyPr/>
        <a:lstStyle/>
        <a:p>
          <a:endParaRPr lang="uk-UA"/>
        </a:p>
      </dgm:t>
    </dgm:pt>
    <dgm:pt modelId="{7AAC9E90-8762-4857-BB10-7EEF39B96627}">
      <dgm:prSet/>
      <dgm:spPr/>
      <dgm:t>
        <a:bodyPr/>
        <a:lstStyle/>
        <a:p>
          <a:r>
            <a:rPr lang="ru-RU" b="0" i="0"/>
            <a:t>1943–1944 рр.</a:t>
          </a:r>
          <a:endParaRPr lang="uk-UA"/>
        </a:p>
      </dgm:t>
    </dgm:pt>
    <dgm:pt modelId="{DBE8C119-DE54-49AB-80DA-2E0D222A49E3}" type="parTrans" cxnId="{7EFBBB69-F5BE-4663-9243-0998402A5C8D}">
      <dgm:prSet/>
      <dgm:spPr/>
      <dgm:t>
        <a:bodyPr/>
        <a:lstStyle/>
        <a:p>
          <a:endParaRPr lang="uk-UA"/>
        </a:p>
      </dgm:t>
    </dgm:pt>
    <dgm:pt modelId="{3E7799C7-AC37-42AA-A367-68EFEE5290DE}" type="sibTrans" cxnId="{7EFBBB69-F5BE-4663-9243-0998402A5C8D}">
      <dgm:prSet/>
      <dgm:spPr/>
      <dgm:t>
        <a:bodyPr/>
        <a:lstStyle/>
        <a:p>
          <a:endParaRPr lang="uk-UA"/>
        </a:p>
      </dgm:t>
    </dgm:pt>
    <dgm:pt modelId="{B7DDB1DE-0C8E-409A-9EDD-C5F8F20DDCC9}">
      <dgm:prSet/>
      <dgm:spPr/>
      <dgm:t>
        <a:bodyPr/>
        <a:lstStyle/>
        <a:p>
          <a:r>
            <a:rPr lang="ru-RU" b="0" i="0"/>
            <a:t>1946–1947 рр.</a:t>
          </a:r>
          <a:endParaRPr lang="uk-UA"/>
        </a:p>
      </dgm:t>
    </dgm:pt>
    <dgm:pt modelId="{2BA287AD-5964-41D0-8DEB-354C01946DB7}" type="parTrans" cxnId="{C42457E8-D784-43EA-B8A8-703E48D2CC2C}">
      <dgm:prSet/>
      <dgm:spPr/>
      <dgm:t>
        <a:bodyPr/>
        <a:lstStyle/>
        <a:p>
          <a:endParaRPr lang="uk-UA"/>
        </a:p>
      </dgm:t>
    </dgm:pt>
    <dgm:pt modelId="{A5C43A51-E36E-41DC-9D61-0ECE69206B3D}" type="sibTrans" cxnId="{C42457E8-D784-43EA-B8A8-703E48D2CC2C}">
      <dgm:prSet/>
      <dgm:spPr/>
      <dgm:t>
        <a:bodyPr/>
        <a:lstStyle/>
        <a:p>
          <a:endParaRPr lang="uk-UA"/>
        </a:p>
      </dgm:t>
    </dgm:pt>
    <dgm:pt modelId="{3BEB297E-40CA-42A0-A22F-76010FBE73C4}" type="pres">
      <dgm:prSet presAssocID="{9FBDEE3A-107C-4433-978D-7DD5B3519AC0}" presName="linear" presStyleCnt="0">
        <dgm:presLayoutVars>
          <dgm:animLvl val="lvl"/>
          <dgm:resizeHandles val="exact"/>
        </dgm:presLayoutVars>
      </dgm:prSet>
      <dgm:spPr/>
    </dgm:pt>
    <dgm:pt modelId="{25BA602C-E5AA-4985-8742-A80633A8BF93}" type="pres">
      <dgm:prSet presAssocID="{5A5D1234-96AB-4438-AEE7-22FD45CE34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E75A975-8BC3-4425-B898-3D14F527DBDA}" type="pres">
      <dgm:prSet presAssocID="{9484CAAA-17EC-4489-A8CA-1C3E14A73181}" presName="spacer" presStyleCnt="0"/>
      <dgm:spPr/>
    </dgm:pt>
    <dgm:pt modelId="{42378291-29D3-4C68-A00D-A975896E2CA6}" type="pres">
      <dgm:prSet presAssocID="{36809E7B-DF7B-45FB-9F3A-AA588BB600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18860E0-E5B3-4B95-B1AF-0DA639006847}" type="pres">
      <dgm:prSet presAssocID="{AA4FEC5E-EAA3-4768-988B-1B794CF49053}" presName="spacer" presStyleCnt="0"/>
      <dgm:spPr/>
    </dgm:pt>
    <dgm:pt modelId="{B62CFD1F-FCA7-4614-A0FA-F9B53B1FA02A}" type="pres">
      <dgm:prSet presAssocID="{7AAC9E90-8762-4857-BB10-7EEF39B9662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9436FC-9F80-41B1-B7D5-7AFACBAEA105}" type="pres">
      <dgm:prSet presAssocID="{3E7799C7-AC37-42AA-A367-68EFEE5290DE}" presName="spacer" presStyleCnt="0"/>
      <dgm:spPr/>
    </dgm:pt>
    <dgm:pt modelId="{04AA5249-D6EA-4D05-9018-FBCD35BBA0EE}" type="pres">
      <dgm:prSet presAssocID="{B7DDB1DE-0C8E-409A-9EDD-C5F8F20DDC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CC73844-B733-49C0-8BC3-26554CFE38B0}" type="presOf" srcId="{7AAC9E90-8762-4857-BB10-7EEF39B96627}" destId="{B62CFD1F-FCA7-4614-A0FA-F9B53B1FA02A}" srcOrd="0" destOrd="0" presId="urn:microsoft.com/office/officeart/2005/8/layout/vList2"/>
    <dgm:cxn modelId="{7EFBBB69-F5BE-4663-9243-0998402A5C8D}" srcId="{9FBDEE3A-107C-4433-978D-7DD5B3519AC0}" destId="{7AAC9E90-8762-4857-BB10-7EEF39B96627}" srcOrd="2" destOrd="0" parTransId="{DBE8C119-DE54-49AB-80DA-2E0D222A49E3}" sibTransId="{3E7799C7-AC37-42AA-A367-68EFEE5290DE}"/>
    <dgm:cxn modelId="{63AF7E87-2766-4DDF-8061-8622FE1E71DF}" type="presOf" srcId="{36809E7B-DF7B-45FB-9F3A-AA588BB60074}" destId="{42378291-29D3-4C68-A00D-A975896E2CA6}" srcOrd="0" destOrd="0" presId="urn:microsoft.com/office/officeart/2005/8/layout/vList2"/>
    <dgm:cxn modelId="{013B6FB9-5824-4E9A-82CF-B05803AB1548}" srcId="{9FBDEE3A-107C-4433-978D-7DD5B3519AC0}" destId="{36809E7B-DF7B-45FB-9F3A-AA588BB60074}" srcOrd="1" destOrd="0" parTransId="{97F9B583-6ABC-47C0-B424-BC4DECE90C16}" sibTransId="{AA4FEC5E-EAA3-4768-988B-1B794CF49053}"/>
    <dgm:cxn modelId="{1CB3ABBF-0751-4538-8013-72ABE8153AD8}" srcId="{9FBDEE3A-107C-4433-978D-7DD5B3519AC0}" destId="{5A5D1234-96AB-4438-AEE7-22FD45CE34ED}" srcOrd="0" destOrd="0" parTransId="{83D74E3A-246C-4EB3-826D-DDDB542541A1}" sibTransId="{9484CAAA-17EC-4489-A8CA-1C3E14A73181}"/>
    <dgm:cxn modelId="{C26BC9C6-71DC-4FA3-BBA8-3FAB28B2A142}" type="presOf" srcId="{5A5D1234-96AB-4438-AEE7-22FD45CE34ED}" destId="{25BA602C-E5AA-4985-8742-A80633A8BF93}" srcOrd="0" destOrd="0" presId="urn:microsoft.com/office/officeart/2005/8/layout/vList2"/>
    <dgm:cxn modelId="{5A626DD5-CC5C-425C-8EC9-096C29478B69}" type="presOf" srcId="{9FBDEE3A-107C-4433-978D-7DD5B3519AC0}" destId="{3BEB297E-40CA-42A0-A22F-76010FBE73C4}" srcOrd="0" destOrd="0" presId="urn:microsoft.com/office/officeart/2005/8/layout/vList2"/>
    <dgm:cxn modelId="{C42457E8-D784-43EA-B8A8-703E48D2CC2C}" srcId="{9FBDEE3A-107C-4433-978D-7DD5B3519AC0}" destId="{B7DDB1DE-0C8E-409A-9EDD-C5F8F20DDCC9}" srcOrd="3" destOrd="0" parTransId="{2BA287AD-5964-41D0-8DEB-354C01946DB7}" sibTransId="{A5C43A51-E36E-41DC-9D61-0ECE69206B3D}"/>
    <dgm:cxn modelId="{A0B6ADEA-6B1B-44F7-85CA-1C113A778738}" type="presOf" srcId="{B7DDB1DE-0C8E-409A-9EDD-C5F8F20DDCC9}" destId="{04AA5249-D6EA-4D05-9018-FBCD35BBA0EE}" srcOrd="0" destOrd="0" presId="urn:microsoft.com/office/officeart/2005/8/layout/vList2"/>
    <dgm:cxn modelId="{EB457F3F-EB3F-421B-8827-D46F592A7D5F}" type="presParOf" srcId="{3BEB297E-40CA-42A0-A22F-76010FBE73C4}" destId="{25BA602C-E5AA-4985-8742-A80633A8BF93}" srcOrd="0" destOrd="0" presId="urn:microsoft.com/office/officeart/2005/8/layout/vList2"/>
    <dgm:cxn modelId="{6A48C029-1EBD-4884-BECA-AD72F78A2BD6}" type="presParOf" srcId="{3BEB297E-40CA-42A0-A22F-76010FBE73C4}" destId="{1E75A975-8BC3-4425-B898-3D14F527DBDA}" srcOrd="1" destOrd="0" presId="urn:microsoft.com/office/officeart/2005/8/layout/vList2"/>
    <dgm:cxn modelId="{4322C9B6-39F3-4285-96C4-5EE60559B428}" type="presParOf" srcId="{3BEB297E-40CA-42A0-A22F-76010FBE73C4}" destId="{42378291-29D3-4C68-A00D-A975896E2CA6}" srcOrd="2" destOrd="0" presId="urn:microsoft.com/office/officeart/2005/8/layout/vList2"/>
    <dgm:cxn modelId="{CA0495DA-2DE1-470D-B4B7-F92BA5AEFDDE}" type="presParOf" srcId="{3BEB297E-40CA-42A0-A22F-76010FBE73C4}" destId="{518860E0-E5B3-4B95-B1AF-0DA639006847}" srcOrd="3" destOrd="0" presId="urn:microsoft.com/office/officeart/2005/8/layout/vList2"/>
    <dgm:cxn modelId="{2FAC63E2-3A94-49D5-B9FF-D4FAA826E2FD}" type="presParOf" srcId="{3BEB297E-40CA-42A0-A22F-76010FBE73C4}" destId="{B62CFD1F-FCA7-4614-A0FA-F9B53B1FA02A}" srcOrd="4" destOrd="0" presId="urn:microsoft.com/office/officeart/2005/8/layout/vList2"/>
    <dgm:cxn modelId="{E8B87B96-F112-4299-9F62-62643CD6C949}" type="presParOf" srcId="{3BEB297E-40CA-42A0-A22F-76010FBE73C4}" destId="{BA9436FC-9F80-41B1-B7D5-7AFACBAEA105}" srcOrd="5" destOrd="0" presId="urn:microsoft.com/office/officeart/2005/8/layout/vList2"/>
    <dgm:cxn modelId="{3A3DBE88-BD36-4214-9ED8-3314237509B8}" type="presParOf" srcId="{3BEB297E-40CA-42A0-A22F-76010FBE73C4}" destId="{04AA5249-D6EA-4D05-9018-FBCD35BBA0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AD33995B-8279-4A5E-A25B-B6B6C33BAD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EFC938F-C887-4697-B049-7319FC61304F}">
      <dgm:prSet/>
      <dgm:spPr/>
      <dgm:t>
        <a:bodyPr/>
        <a:lstStyle/>
        <a:p>
          <a:r>
            <a:rPr lang="uk-UA" b="0" i="0"/>
            <a:t>повної окупації УРСР військами Німеччини та її союзників.</a:t>
          </a:r>
          <a:endParaRPr lang="uk-UA"/>
        </a:p>
      </dgm:t>
    </dgm:pt>
    <dgm:pt modelId="{04A42E77-A1DB-4B11-AC87-1A2E363469C0}" type="parTrans" cxnId="{E61E4452-F56A-4B70-A727-18C82D6E6409}">
      <dgm:prSet/>
      <dgm:spPr/>
      <dgm:t>
        <a:bodyPr/>
        <a:lstStyle/>
        <a:p>
          <a:endParaRPr lang="uk-UA"/>
        </a:p>
      </dgm:t>
    </dgm:pt>
    <dgm:pt modelId="{3163A8B9-0862-41AE-B4CA-E75FD9FB2F7A}" type="sibTrans" cxnId="{E61E4452-F56A-4B70-A727-18C82D6E6409}">
      <dgm:prSet/>
      <dgm:spPr/>
      <dgm:t>
        <a:bodyPr/>
        <a:lstStyle/>
        <a:p>
          <a:endParaRPr lang="uk-UA"/>
        </a:p>
      </dgm:t>
    </dgm:pt>
    <dgm:pt modelId="{6B663D60-A9C1-4E76-840B-F9145F6E4F12}">
      <dgm:prSet/>
      <dgm:spPr/>
      <dgm:t>
        <a:bodyPr/>
        <a:lstStyle/>
        <a:p>
          <a:r>
            <a:rPr lang="uk-UA" b="0" i="0"/>
            <a:t>зриву планів «блискавичної війни» Німеччини проти СРСР.</a:t>
          </a:r>
          <a:endParaRPr lang="uk-UA"/>
        </a:p>
      </dgm:t>
    </dgm:pt>
    <dgm:pt modelId="{74DCCBA1-41C4-4A11-9A12-11B8A99469F8}" type="parTrans" cxnId="{2030E6D2-BC0C-4E7E-8B55-E080FDAF514F}">
      <dgm:prSet/>
      <dgm:spPr/>
      <dgm:t>
        <a:bodyPr/>
        <a:lstStyle/>
        <a:p>
          <a:endParaRPr lang="uk-UA"/>
        </a:p>
      </dgm:t>
    </dgm:pt>
    <dgm:pt modelId="{CADD41B2-054E-479E-B31A-3E9E784BEDA9}" type="sibTrans" cxnId="{2030E6D2-BC0C-4E7E-8B55-E080FDAF514F}">
      <dgm:prSet/>
      <dgm:spPr/>
      <dgm:t>
        <a:bodyPr/>
        <a:lstStyle/>
        <a:p>
          <a:endParaRPr lang="uk-UA"/>
        </a:p>
      </dgm:t>
    </dgm:pt>
    <dgm:pt modelId="{C363C42F-6136-49F8-A431-ECBF0E12CAD1}">
      <dgm:prSet/>
      <dgm:spPr/>
      <dgm:t>
        <a:bodyPr/>
        <a:lstStyle/>
        <a:p>
          <a:r>
            <a:rPr lang="uk-UA" b="0" i="0"/>
            <a:t>створення українських збройних формувань у складі Червоної армії.</a:t>
          </a:r>
          <a:endParaRPr lang="uk-UA"/>
        </a:p>
      </dgm:t>
    </dgm:pt>
    <dgm:pt modelId="{7A49378C-C501-408A-85EF-D8C80189E5D6}" type="parTrans" cxnId="{7361BE83-E2A7-4D37-B744-D335679C5F5B}">
      <dgm:prSet/>
      <dgm:spPr/>
      <dgm:t>
        <a:bodyPr/>
        <a:lstStyle/>
        <a:p>
          <a:endParaRPr lang="uk-UA"/>
        </a:p>
      </dgm:t>
    </dgm:pt>
    <dgm:pt modelId="{2FB9BCD3-E8F8-4AEC-B77E-C1B91B41D619}" type="sibTrans" cxnId="{7361BE83-E2A7-4D37-B744-D335679C5F5B}">
      <dgm:prSet/>
      <dgm:spPr/>
      <dgm:t>
        <a:bodyPr/>
        <a:lstStyle/>
        <a:p>
          <a:endParaRPr lang="uk-UA"/>
        </a:p>
      </dgm:t>
    </dgm:pt>
    <dgm:pt modelId="{C83F995C-5DEA-4D86-9BA4-A2F076D598F1}">
      <dgm:prSet/>
      <dgm:spPr/>
      <dgm:t>
        <a:bodyPr/>
        <a:lstStyle/>
        <a:p>
          <a:r>
            <a:rPr lang="uk-UA" b="0" i="0"/>
            <a:t>утворення маріонеткової Української держави.</a:t>
          </a:r>
          <a:endParaRPr lang="uk-UA"/>
        </a:p>
      </dgm:t>
    </dgm:pt>
    <dgm:pt modelId="{C8EBC7A1-3AD0-4D64-82E0-0B7E657B6CE1}" type="parTrans" cxnId="{ED490195-6E80-448B-906D-DCE1693A75DD}">
      <dgm:prSet/>
      <dgm:spPr/>
      <dgm:t>
        <a:bodyPr/>
        <a:lstStyle/>
        <a:p>
          <a:endParaRPr lang="uk-UA"/>
        </a:p>
      </dgm:t>
    </dgm:pt>
    <dgm:pt modelId="{A23EEC68-A49A-4AD4-B241-0390037BC0BB}" type="sibTrans" cxnId="{ED490195-6E80-448B-906D-DCE1693A75DD}">
      <dgm:prSet/>
      <dgm:spPr/>
      <dgm:t>
        <a:bodyPr/>
        <a:lstStyle/>
        <a:p>
          <a:endParaRPr lang="uk-UA"/>
        </a:p>
      </dgm:t>
    </dgm:pt>
    <dgm:pt modelId="{0B3E6578-9ACF-44C2-BFD1-8805C5523A47}" type="pres">
      <dgm:prSet presAssocID="{AD33995B-8279-4A5E-A25B-B6B6C33BADF3}" presName="linear" presStyleCnt="0">
        <dgm:presLayoutVars>
          <dgm:animLvl val="lvl"/>
          <dgm:resizeHandles val="exact"/>
        </dgm:presLayoutVars>
      </dgm:prSet>
      <dgm:spPr/>
    </dgm:pt>
    <dgm:pt modelId="{E2E1089C-2561-4E7F-AC16-513331804FA5}" type="pres">
      <dgm:prSet presAssocID="{3EFC938F-C887-4697-B049-7319FC6130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83E5D03-32BA-40BF-9AD9-5A968300D909}" type="pres">
      <dgm:prSet presAssocID="{3163A8B9-0862-41AE-B4CA-E75FD9FB2F7A}" presName="spacer" presStyleCnt="0"/>
      <dgm:spPr/>
    </dgm:pt>
    <dgm:pt modelId="{A4DFC16F-FEB3-4763-A7A9-1772FD56B6A4}" type="pres">
      <dgm:prSet presAssocID="{6B663D60-A9C1-4E76-840B-F9145F6E4F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A871EFC-CFE3-4D5C-9872-6E9E6101F0CA}" type="pres">
      <dgm:prSet presAssocID="{CADD41B2-054E-479E-B31A-3E9E784BEDA9}" presName="spacer" presStyleCnt="0"/>
      <dgm:spPr/>
    </dgm:pt>
    <dgm:pt modelId="{03F8F1D4-E60B-4943-AC26-6937F8FDDD90}" type="pres">
      <dgm:prSet presAssocID="{C363C42F-6136-49F8-A431-ECBF0E12CA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A2995E-3218-44C5-AA76-F547A6C8B759}" type="pres">
      <dgm:prSet presAssocID="{2FB9BCD3-E8F8-4AEC-B77E-C1B91B41D619}" presName="spacer" presStyleCnt="0"/>
      <dgm:spPr/>
    </dgm:pt>
    <dgm:pt modelId="{14D466F9-0A81-4561-A8C8-69FEDF19B02F}" type="pres">
      <dgm:prSet presAssocID="{C83F995C-5DEA-4D86-9BA4-A2F076D598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BF4A52F-E656-44DD-9408-61702F3E8E19}" type="presOf" srcId="{AD33995B-8279-4A5E-A25B-B6B6C33BADF3}" destId="{0B3E6578-9ACF-44C2-BFD1-8805C5523A47}" srcOrd="0" destOrd="0" presId="urn:microsoft.com/office/officeart/2005/8/layout/vList2"/>
    <dgm:cxn modelId="{5C1EAA36-902A-4EE3-8329-1BC1EF6B6692}" type="presOf" srcId="{6B663D60-A9C1-4E76-840B-F9145F6E4F12}" destId="{A4DFC16F-FEB3-4763-A7A9-1772FD56B6A4}" srcOrd="0" destOrd="0" presId="urn:microsoft.com/office/officeart/2005/8/layout/vList2"/>
    <dgm:cxn modelId="{1371A342-1504-4DC1-AED1-D8740AEC3C89}" type="presOf" srcId="{3EFC938F-C887-4697-B049-7319FC61304F}" destId="{E2E1089C-2561-4E7F-AC16-513331804FA5}" srcOrd="0" destOrd="0" presId="urn:microsoft.com/office/officeart/2005/8/layout/vList2"/>
    <dgm:cxn modelId="{19DEAD70-FD2D-4C6D-89A5-F67D2F1039A3}" type="presOf" srcId="{C363C42F-6136-49F8-A431-ECBF0E12CAD1}" destId="{03F8F1D4-E60B-4943-AC26-6937F8FDDD90}" srcOrd="0" destOrd="0" presId="urn:microsoft.com/office/officeart/2005/8/layout/vList2"/>
    <dgm:cxn modelId="{E61E4452-F56A-4B70-A727-18C82D6E6409}" srcId="{AD33995B-8279-4A5E-A25B-B6B6C33BADF3}" destId="{3EFC938F-C887-4697-B049-7319FC61304F}" srcOrd="0" destOrd="0" parTransId="{04A42E77-A1DB-4B11-AC87-1A2E363469C0}" sibTransId="{3163A8B9-0862-41AE-B4CA-E75FD9FB2F7A}"/>
    <dgm:cxn modelId="{EEADB97F-963B-4BEC-A952-ADB217B0BFAC}" type="presOf" srcId="{C83F995C-5DEA-4D86-9BA4-A2F076D598F1}" destId="{14D466F9-0A81-4561-A8C8-69FEDF19B02F}" srcOrd="0" destOrd="0" presId="urn:microsoft.com/office/officeart/2005/8/layout/vList2"/>
    <dgm:cxn modelId="{7361BE83-E2A7-4D37-B744-D335679C5F5B}" srcId="{AD33995B-8279-4A5E-A25B-B6B6C33BADF3}" destId="{C363C42F-6136-49F8-A431-ECBF0E12CAD1}" srcOrd="2" destOrd="0" parTransId="{7A49378C-C501-408A-85EF-D8C80189E5D6}" sibTransId="{2FB9BCD3-E8F8-4AEC-B77E-C1B91B41D619}"/>
    <dgm:cxn modelId="{ED490195-6E80-448B-906D-DCE1693A75DD}" srcId="{AD33995B-8279-4A5E-A25B-B6B6C33BADF3}" destId="{C83F995C-5DEA-4D86-9BA4-A2F076D598F1}" srcOrd="3" destOrd="0" parTransId="{C8EBC7A1-3AD0-4D64-82E0-0B7E657B6CE1}" sibTransId="{A23EEC68-A49A-4AD4-B241-0390037BC0BB}"/>
    <dgm:cxn modelId="{2030E6D2-BC0C-4E7E-8B55-E080FDAF514F}" srcId="{AD33995B-8279-4A5E-A25B-B6B6C33BADF3}" destId="{6B663D60-A9C1-4E76-840B-F9145F6E4F12}" srcOrd="1" destOrd="0" parTransId="{74DCCBA1-41C4-4A11-9A12-11B8A99469F8}" sibTransId="{CADD41B2-054E-479E-B31A-3E9E784BEDA9}"/>
    <dgm:cxn modelId="{8C80E761-3782-4DF6-A034-1D3EEF6D43D9}" type="presParOf" srcId="{0B3E6578-9ACF-44C2-BFD1-8805C5523A47}" destId="{E2E1089C-2561-4E7F-AC16-513331804FA5}" srcOrd="0" destOrd="0" presId="urn:microsoft.com/office/officeart/2005/8/layout/vList2"/>
    <dgm:cxn modelId="{C0D85B9A-27D5-4CA1-904A-9CA656189D53}" type="presParOf" srcId="{0B3E6578-9ACF-44C2-BFD1-8805C5523A47}" destId="{A83E5D03-32BA-40BF-9AD9-5A968300D909}" srcOrd="1" destOrd="0" presId="urn:microsoft.com/office/officeart/2005/8/layout/vList2"/>
    <dgm:cxn modelId="{53B82B6E-B435-4993-A2FC-8249E043385A}" type="presParOf" srcId="{0B3E6578-9ACF-44C2-BFD1-8805C5523A47}" destId="{A4DFC16F-FEB3-4763-A7A9-1772FD56B6A4}" srcOrd="2" destOrd="0" presId="urn:microsoft.com/office/officeart/2005/8/layout/vList2"/>
    <dgm:cxn modelId="{286F0842-FD20-4868-B40E-9AA31BA78064}" type="presParOf" srcId="{0B3E6578-9ACF-44C2-BFD1-8805C5523A47}" destId="{EA871EFC-CFE3-4D5C-9872-6E9E6101F0CA}" srcOrd="3" destOrd="0" presId="urn:microsoft.com/office/officeart/2005/8/layout/vList2"/>
    <dgm:cxn modelId="{93D60B06-37DF-4FE9-B80E-2C0FC5926C96}" type="presParOf" srcId="{0B3E6578-9ACF-44C2-BFD1-8805C5523A47}" destId="{03F8F1D4-E60B-4943-AC26-6937F8FDDD90}" srcOrd="4" destOrd="0" presId="urn:microsoft.com/office/officeart/2005/8/layout/vList2"/>
    <dgm:cxn modelId="{0C6A65F8-B2C7-4A76-BA07-2AC444E71649}" type="presParOf" srcId="{0B3E6578-9ACF-44C2-BFD1-8805C5523A47}" destId="{C1A2995E-3218-44C5-AA76-F547A6C8B759}" srcOrd="5" destOrd="0" presId="urn:microsoft.com/office/officeart/2005/8/layout/vList2"/>
    <dgm:cxn modelId="{1BA80454-2E20-44E3-8339-43A44C8F6F2C}" type="presParOf" srcId="{0B3E6578-9ACF-44C2-BFD1-8805C5523A47}" destId="{14D466F9-0A81-4561-A8C8-69FEDF19B02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1CDD5E7D-5CAF-46D7-9FDA-441FD792AA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427342C-2F52-408A-88DD-08B325EBB8C0}">
      <dgm:prSet/>
      <dgm:spPr/>
      <dgm:t>
        <a:bodyPr/>
        <a:lstStyle/>
        <a:p>
          <a:r>
            <a:rPr lang="uk-UA" b="0" i="0"/>
            <a:t>Італії</a:t>
          </a:r>
          <a:endParaRPr lang="uk-UA"/>
        </a:p>
      </dgm:t>
    </dgm:pt>
    <dgm:pt modelId="{89076841-F922-4F2C-BA0F-2632BC9E88B7}" type="parTrans" cxnId="{CE43CA97-B1A3-494E-912B-BA8E5E68F5BD}">
      <dgm:prSet/>
      <dgm:spPr/>
      <dgm:t>
        <a:bodyPr/>
        <a:lstStyle/>
        <a:p>
          <a:endParaRPr lang="uk-UA"/>
        </a:p>
      </dgm:t>
    </dgm:pt>
    <dgm:pt modelId="{D5B17427-7357-40D0-93D4-10DE70B0836B}" type="sibTrans" cxnId="{CE43CA97-B1A3-494E-912B-BA8E5E68F5BD}">
      <dgm:prSet/>
      <dgm:spPr/>
      <dgm:t>
        <a:bodyPr/>
        <a:lstStyle/>
        <a:p>
          <a:endParaRPr lang="uk-UA"/>
        </a:p>
      </dgm:t>
    </dgm:pt>
    <dgm:pt modelId="{2F4856A0-77F1-4D68-B811-5416FC4E2213}">
      <dgm:prSet/>
      <dgm:spPr/>
      <dgm:t>
        <a:bodyPr/>
        <a:lstStyle/>
        <a:p>
          <a:r>
            <a:rPr lang="uk-UA" b="0" i="0"/>
            <a:t>Угорщині</a:t>
          </a:r>
          <a:endParaRPr lang="uk-UA"/>
        </a:p>
      </dgm:t>
    </dgm:pt>
    <dgm:pt modelId="{9E0CD755-039B-419A-9E35-66ABA1EDCE65}" type="parTrans" cxnId="{B163DB88-6DEF-4E8F-822C-C7B7EB5F5EE5}">
      <dgm:prSet/>
      <dgm:spPr/>
      <dgm:t>
        <a:bodyPr/>
        <a:lstStyle/>
        <a:p>
          <a:endParaRPr lang="uk-UA"/>
        </a:p>
      </dgm:t>
    </dgm:pt>
    <dgm:pt modelId="{12F6AD60-AFD2-421F-983F-BA7D37B168EB}" type="sibTrans" cxnId="{B163DB88-6DEF-4E8F-822C-C7B7EB5F5EE5}">
      <dgm:prSet/>
      <dgm:spPr/>
      <dgm:t>
        <a:bodyPr/>
        <a:lstStyle/>
        <a:p>
          <a:endParaRPr lang="uk-UA"/>
        </a:p>
      </dgm:t>
    </dgm:pt>
    <dgm:pt modelId="{5ADC0CAC-34A4-43F8-8838-49C69CA51032}">
      <dgm:prSet/>
      <dgm:spPr/>
      <dgm:t>
        <a:bodyPr/>
        <a:lstStyle/>
        <a:p>
          <a:r>
            <a:rPr lang="uk-UA" b="0" i="0"/>
            <a:t>Румунії</a:t>
          </a:r>
          <a:endParaRPr lang="uk-UA"/>
        </a:p>
      </dgm:t>
    </dgm:pt>
    <dgm:pt modelId="{F5BBF657-BC1E-467E-AC9B-0C3AB0F183F0}" type="parTrans" cxnId="{4CB0118E-E679-4FA7-B5F6-F1AD13654591}">
      <dgm:prSet/>
      <dgm:spPr/>
      <dgm:t>
        <a:bodyPr/>
        <a:lstStyle/>
        <a:p>
          <a:endParaRPr lang="uk-UA"/>
        </a:p>
      </dgm:t>
    </dgm:pt>
    <dgm:pt modelId="{9BE01C67-C0B6-4BC1-9435-C2BB15A5E7D4}" type="sibTrans" cxnId="{4CB0118E-E679-4FA7-B5F6-F1AD13654591}">
      <dgm:prSet/>
      <dgm:spPr/>
      <dgm:t>
        <a:bodyPr/>
        <a:lstStyle/>
        <a:p>
          <a:endParaRPr lang="uk-UA"/>
        </a:p>
      </dgm:t>
    </dgm:pt>
    <dgm:pt modelId="{769C9C1D-ADE9-464C-9F54-0FCB0E965D91}">
      <dgm:prSet/>
      <dgm:spPr/>
      <dgm:t>
        <a:bodyPr/>
        <a:lstStyle/>
        <a:p>
          <a:r>
            <a:rPr lang="uk-UA" b="0" i="0"/>
            <a:t>Словаччині</a:t>
          </a:r>
          <a:endParaRPr lang="uk-UA"/>
        </a:p>
      </dgm:t>
    </dgm:pt>
    <dgm:pt modelId="{D1764F52-B828-47D6-8886-66CD4A93F611}" type="parTrans" cxnId="{778D9F0A-25B9-4544-94FE-8732C00C3990}">
      <dgm:prSet/>
      <dgm:spPr/>
      <dgm:t>
        <a:bodyPr/>
        <a:lstStyle/>
        <a:p>
          <a:endParaRPr lang="uk-UA"/>
        </a:p>
      </dgm:t>
    </dgm:pt>
    <dgm:pt modelId="{1FD9608D-B6AA-43EC-96AF-2687A8A6A683}" type="sibTrans" cxnId="{778D9F0A-25B9-4544-94FE-8732C00C3990}">
      <dgm:prSet/>
      <dgm:spPr/>
      <dgm:t>
        <a:bodyPr/>
        <a:lstStyle/>
        <a:p>
          <a:endParaRPr lang="uk-UA"/>
        </a:p>
      </dgm:t>
    </dgm:pt>
    <dgm:pt modelId="{71C1FBD8-DE65-4F68-A32D-7039BE7D9B2A}" type="pres">
      <dgm:prSet presAssocID="{1CDD5E7D-5CAF-46D7-9FDA-441FD792AA69}" presName="linear" presStyleCnt="0">
        <dgm:presLayoutVars>
          <dgm:animLvl val="lvl"/>
          <dgm:resizeHandles val="exact"/>
        </dgm:presLayoutVars>
      </dgm:prSet>
      <dgm:spPr/>
    </dgm:pt>
    <dgm:pt modelId="{99D4DAE0-588D-4789-BC40-822C27D0ADA4}" type="pres">
      <dgm:prSet presAssocID="{1427342C-2F52-408A-88DD-08B325EBB8C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352A16-CE98-4EFE-9167-23859F4C216D}" type="pres">
      <dgm:prSet presAssocID="{D5B17427-7357-40D0-93D4-10DE70B0836B}" presName="spacer" presStyleCnt="0"/>
      <dgm:spPr/>
    </dgm:pt>
    <dgm:pt modelId="{B78C38F0-7F45-482C-98E9-B337D41F5430}" type="pres">
      <dgm:prSet presAssocID="{2F4856A0-77F1-4D68-B811-5416FC4E22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65526D-C65B-4F3A-A50D-E83000DE66C4}" type="pres">
      <dgm:prSet presAssocID="{12F6AD60-AFD2-421F-983F-BA7D37B168EB}" presName="spacer" presStyleCnt="0"/>
      <dgm:spPr/>
    </dgm:pt>
    <dgm:pt modelId="{BCA67C9B-F701-41C0-AE2C-854B50AF6D9A}" type="pres">
      <dgm:prSet presAssocID="{5ADC0CAC-34A4-43F8-8838-49C69CA510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C6C73B-4F06-4D3B-B53E-3A7AAB8BC2C5}" type="pres">
      <dgm:prSet presAssocID="{9BE01C67-C0B6-4BC1-9435-C2BB15A5E7D4}" presName="spacer" presStyleCnt="0"/>
      <dgm:spPr/>
    </dgm:pt>
    <dgm:pt modelId="{F570BDEE-6BA3-4420-A555-B0C1C8A7D2B5}" type="pres">
      <dgm:prSet presAssocID="{769C9C1D-ADE9-464C-9F54-0FCB0E965D9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F15F04-0013-43BC-881D-1F08B4FAE0DA}" type="presOf" srcId="{769C9C1D-ADE9-464C-9F54-0FCB0E965D91}" destId="{F570BDEE-6BA3-4420-A555-B0C1C8A7D2B5}" srcOrd="0" destOrd="0" presId="urn:microsoft.com/office/officeart/2005/8/layout/vList2"/>
    <dgm:cxn modelId="{778D9F0A-25B9-4544-94FE-8732C00C3990}" srcId="{1CDD5E7D-5CAF-46D7-9FDA-441FD792AA69}" destId="{769C9C1D-ADE9-464C-9F54-0FCB0E965D91}" srcOrd="3" destOrd="0" parTransId="{D1764F52-B828-47D6-8886-66CD4A93F611}" sibTransId="{1FD9608D-B6AA-43EC-96AF-2687A8A6A683}"/>
    <dgm:cxn modelId="{5D951534-9094-483C-A83E-52B016316CB6}" type="presOf" srcId="{5ADC0CAC-34A4-43F8-8838-49C69CA51032}" destId="{BCA67C9B-F701-41C0-AE2C-854B50AF6D9A}" srcOrd="0" destOrd="0" presId="urn:microsoft.com/office/officeart/2005/8/layout/vList2"/>
    <dgm:cxn modelId="{654E3359-A0CD-4F1B-814A-85D6C4DFA692}" type="presOf" srcId="{1427342C-2F52-408A-88DD-08B325EBB8C0}" destId="{99D4DAE0-588D-4789-BC40-822C27D0ADA4}" srcOrd="0" destOrd="0" presId="urn:microsoft.com/office/officeart/2005/8/layout/vList2"/>
    <dgm:cxn modelId="{B163DB88-6DEF-4E8F-822C-C7B7EB5F5EE5}" srcId="{1CDD5E7D-5CAF-46D7-9FDA-441FD792AA69}" destId="{2F4856A0-77F1-4D68-B811-5416FC4E2213}" srcOrd="1" destOrd="0" parTransId="{9E0CD755-039B-419A-9E35-66ABA1EDCE65}" sibTransId="{12F6AD60-AFD2-421F-983F-BA7D37B168EB}"/>
    <dgm:cxn modelId="{4CB0118E-E679-4FA7-B5F6-F1AD13654591}" srcId="{1CDD5E7D-5CAF-46D7-9FDA-441FD792AA69}" destId="{5ADC0CAC-34A4-43F8-8838-49C69CA51032}" srcOrd="2" destOrd="0" parTransId="{F5BBF657-BC1E-467E-AC9B-0C3AB0F183F0}" sibTransId="{9BE01C67-C0B6-4BC1-9435-C2BB15A5E7D4}"/>
    <dgm:cxn modelId="{CE43CA97-B1A3-494E-912B-BA8E5E68F5BD}" srcId="{1CDD5E7D-5CAF-46D7-9FDA-441FD792AA69}" destId="{1427342C-2F52-408A-88DD-08B325EBB8C0}" srcOrd="0" destOrd="0" parTransId="{89076841-F922-4F2C-BA0F-2632BC9E88B7}" sibTransId="{D5B17427-7357-40D0-93D4-10DE70B0836B}"/>
    <dgm:cxn modelId="{BE4DFFA7-F77C-4155-B010-C5C243D46318}" type="presOf" srcId="{1CDD5E7D-5CAF-46D7-9FDA-441FD792AA69}" destId="{71C1FBD8-DE65-4F68-A32D-7039BE7D9B2A}" srcOrd="0" destOrd="0" presId="urn:microsoft.com/office/officeart/2005/8/layout/vList2"/>
    <dgm:cxn modelId="{5BB043E5-63A1-4449-8DA3-61A7A49E0A83}" type="presOf" srcId="{2F4856A0-77F1-4D68-B811-5416FC4E2213}" destId="{B78C38F0-7F45-482C-98E9-B337D41F5430}" srcOrd="0" destOrd="0" presId="urn:microsoft.com/office/officeart/2005/8/layout/vList2"/>
    <dgm:cxn modelId="{544E7BC5-38B4-4C7E-AEAF-4606F88EBB77}" type="presParOf" srcId="{71C1FBD8-DE65-4F68-A32D-7039BE7D9B2A}" destId="{99D4DAE0-588D-4789-BC40-822C27D0ADA4}" srcOrd="0" destOrd="0" presId="urn:microsoft.com/office/officeart/2005/8/layout/vList2"/>
    <dgm:cxn modelId="{9AE0F29F-817D-4E8A-9715-7AF765A1C108}" type="presParOf" srcId="{71C1FBD8-DE65-4F68-A32D-7039BE7D9B2A}" destId="{68352A16-CE98-4EFE-9167-23859F4C216D}" srcOrd="1" destOrd="0" presId="urn:microsoft.com/office/officeart/2005/8/layout/vList2"/>
    <dgm:cxn modelId="{D73378D3-D958-4317-8D8A-F80DE5321503}" type="presParOf" srcId="{71C1FBD8-DE65-4F68-A32D-7039BE7D9B2A}" destId="{B78C38F0-7F45-482C-98E9-B337D41F5430}" srcOrd="2" destOrd="0" presId="urn:microsoft.com/office/officeart/2005/8/layout/vList2"/>
    <dgm:cxn modelId="{6D00C490-A296-4BDB-BB18-F6BBAE2832B3}" type="presParOf" srcId="{71C1FBD8-DE65-4F68-A32D-7039BE7D9B2A}" destId="{A565526D-C65B-4F3A-A50D-E83000DE66C4}" srcOrd="3" destOrd="0" presId="urn:microsoft.com/office/officeart/2005/8/layout/vList2"/>
    <dgm:cxn modelId="{4016D8CD-C122-494F-9D51-406F4A022C6B}" type="presParOf" srcId="{71C1FBD8-DE65-4F68-A32D-7039BE7D9B2A}" destId="{BCA67C9B-F701-41C0-AE2C-854B50AF6D9A}" srcOrd="4" destOrd="0" presId="urn:microsoft.com/office/officeart/2005/8/layout/vList2"/>
    <dgm:cxn modelId="{2B369E40-2B2E-414E-A102-7F47FD4D9335}" type="presParOf" srcId="{71C1FBD8-DE65-4F68-A32D-7039BE7D9B2A}" destId="{01C6C73B-4F06-4D3B-B53E-3A7AAB8BC2C5}" srcOrd="5" destOrd="0" presId="urn:microsoft.com/office/officeart/2005/8/layout/vList2"/>
    <dgm:cxn modelId="{28352443-5724-4651-8937-F019D494A051}" type="presParOf" srcId="{71C1FBD8-DE65-4F68-A32D-7039BE7D9B2A}" destId="{F570BDEE-6BA3-4420-A555-B0C1C8A7D2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D873A180-8497-4BEE-BB5C-CB76F6299C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D62F57D-D0FE-4107-B670-3FE10B4812C5}">
      <dgm:prSet/>
      <dgm:spPr/>
      <dgm:t>
        <a:bodyPr/>
        <a:lstStyle/>
        <a:p>
          <a:r>
            <a:rPr lang="ru-RU" b="0" i="0"/>
            <a:t>Танкова битва в районі Рівне – Дубно – Луцьк – Броди.</a:t>
          </a:r>
          <a:endParaRPr lang="uk-UA"/>
        </a:p>
      </dgm:t>
    </dgm:pt>
    <dgm:pt modelId="{2B48089B-C26F-42AE-A558-7BDCAB1C6B7F}" type="parTrans" cxnId="{A2F619F4-00A9-45C4-8E1E-C752C2F4893C}">
      <dgm:prSet/>
      <dgm:spPr/>
      <dgm:t>
        <a:bodyPr/>
        <a:lstStyle/>
        <a:p>
          <a:endParaRPr lang="uk-UA"/>
        </a:p>
      </dgm:t>
    </dgm:pt>
    <dgm:pt modelId="{C79D1436-1056-4A15-9C5D-6812AE37D41D}" type="sibTrans" cxnId="{A2F619F4-00A9-45C4-8E1E-C752C2F4893C}">
      <dgm:prSet/>
      <dgm:spPr/>
      <dgm:t>
        <a:bodyPr/>
        <a:lstStyle/>
        <a:p>
          <a:endParaRPr lang="uk-UA"/>
        </a:p>
      </dgm:t>
    </dgm:pt>
    <dgm:pt modelId="{562F7EBE-BFDE-4B2F-B279-845739C896D9}">
      <dgm:prSet/>
      <dgm:spPr/>
      <dgm:t>
        <a:bodyPr/>
        <a:lstStyle/>
        <a:p>
          <a:r>
            <a:rPr lang="ru-RU" b="0" i="0"/>
            <a:t>Кримська наступальна операція.</a:t>
          </a:r>
          <a:endParaRPr lang="uk-UA"/>
        </a:p>
      </dgm:t>
    </dgm:pt>
    <dgm:pt modelId="{FF348F92-26E1-4280-AAD9-5DB14A5AC845}" type="parTrans" cxnId="{4A03BFDC-CDBF-4FD5-A486-7AE99D5BA641}">
      <dgm:prSet/>
      <dgm:spPr/>
      <dgm:t>
        <a:bodyPr/>
        <a:lstStyle/>
        <a:p>
          <a:endParaRPr lang="uk-UA"/>
        </a:p>
      </dgm:t>
    </dgm:pt>
    <dgm:pt modelId="{B8CCF21A-5C2C-4279-B77F-3304BD6195C1}" type="sibTrans" cxnId="{4A03BFDC-CDBF-4FD5-A486-7AE99D5BA641}">
      <dgm:prSet/>
      <dgm:spPr/>
      <dgm:t>
        <a:bodyPr/>
        <a:lstStyle/>
        <a:p>
          <a:endParaRPr lang="uk-UA"/>
        </a:p>
      </dgm:t>
    </dgm:pt>
    <dgm:pt modelId="{7CEFC4C2-CAFD-4EB8-B4D7-E47CE805EFC7}">
      <dgm:prSet/>
      <dgm:spPr/>
      <dgm:t>
        <a:bodyPr/>
        <a:lstStyle/>
        <a:p>
          <a:r>
            <a:rPr lang="ru-RU" b="0" i="0"/>
            <a:t>Проголошення у Львові Акта відновлення Української держави.</a:t>
          </a:r>
          <a:endParaRPr lang="uk-UA"/>
        </a:p>
      </dgm:t>
    </dgm:pt>
    <dgm:pt modelId="{1F18F707-4A3D-4DB1-BECE-45253310EF40}" type="parTrans" cxnId="{8591650E-DEC5-4BE3-A038-035B90ABECC0}">
      <dgm:prSet/>
      <dgm:spPr/>
      <dgm:t>
        <a:bodyPr/>
        <a:lstStyle/>
        <a:p>
          <a:endParaRPr lang="uk-UA"/>
        </a:p>
      </dgm:t>
    </dgm:pt>
    <dgm:pt modelId="{A116D10F-E1EE-4514-AB96-9C8EC68B639A}" type="sibTrans" cxnId="{8591650E-DEC5-4BE3-A038-035B90ABECC0}">
      <dgm:prSet/>
      <dgm:spPr/>
      <dgm:t>
        <a:bodyPr/>
        <a:lstStyle/>
        <a:p>
          <a:endParaRPr lang="uk-UA"/>
        </a:p>
      </dgm:t>
    </dgm:pt>
    <dgm:pt modelId="{57D93600-8C0A-4987-9B5C-783A9575C425}" type="pres">
      <dgm:prSet presAssocID="{D873A180-8497-4BEE-BB5C-CB76F6299C88}" presName="linear" presStyleCnt="0">
        <dgm:presLayoutVars>
          <dgm:animLvl val="lvl"/>
          <dgm:resizeHandles val="exact"/>
        </dgm:presLayoutVars>
      </dgm:prSet>
      <dgm:spPr/>
    </dgm:pt>
    <dgm:pt modelId="{AF168E90-A728-47A1-92C8-644533DD993E}" type="pres">
      <dgm:prSet presAssocID="{4D62F57D-D0FE-4107-B670-3FE10B4812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57D4BF0-78BF-4B5A-8695-2A9FCCCC7FBD}" type="pres">
      <dgm:prSet presAssocID="{C79D1436-1056-4A15-9C5D-6812AE37D41D}" presName="spacer" presStyleCnt="0"/>
      <dgm:spPr/>
    </dgm:pt>
    <dgm:pt modelId="{93A89B6F-5C7E-42F5-8EB7-B26F2CB75615}" type="pres">
      <dgm:prSet presAssocID="{562F7EBE-BFDE-4B2F-B279-845739C896D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93FAB3-A440-4992-A664-B6C5F122407C}" type="pres">
      <dgm:prSet presAssocID="{B8CCF21A-5C2C-4279-B77F-3304BD6195C1}" presName="spacer" presStyleCnt="0"/>
      <dgm:spPr/>
    </dgm:pt>
    <dgm:pt modelId="{F2527E75-ED9B-42D7-BF10-69AAFC28D5BC}" type="pres">
      <dgm:prSet presAssocID="{7CEFC4C2-CAFD-4EB8-B4D7-E47CE805EFC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591650E-DEC5-4BE3-A038-035B90ABECC0}" srcId="{D873A180-8497-4BEE-BB5C-CB76F6299C88}" destId="{7CEFC4C2-CAFD-4EB8-B4D7-E47CE805EFC7}" srcOrd="2" destOrd="0" parTransId="{1F18F707-4A3D-4DB1-BECE-45253310EF40}" sibTransId="{A116D10F-E1EE-4514-AB96-9C8EC68B639A}"/>
    <dgm:cxn modelId="{BE839D2D-2396-49B4-88E3-9F682DE49B92}" type="presOf" srcId="{7CEFC4C2-CAFD-4EB8-B4D7-E47CE805EFC7}" destId="{F2527E75-ED9B-42D7-BF10-69AAFC28D5BC}" srcOrd="0" destOrd="0" presId="urn:microsoft.com/office/officeart/2005/8/layout/vList2"/>
    <dgm:cxn modelId="{E46D7B4D-1FAC-4923-AB89-2775BA6E5479}" type="presOf" srcId="{562F7EBE-BFDE-4B2F-B279-845739C896D9}" destId="{93A89B6F-5C7E-42F5-8EB7-B26F2CB75615}" srcOrd="0" destOrd="0" presId="urn:microsoft.com/office/officeart/2005/8/layout/vList2"/>
    <dgm:cxn modelId="{63AF6F51-C41D-4FB4-BD37-8E6AE0FF2BD2}" type="presOf" srcId="{4D62F57D-D0FE-4107-B670-3FE10B4812C5}" destId="{AF168E90-A728-47A1-92C8-644533DD993E}" srcOrd="0" destOrd="0" presId="urn:microsoft.com/office/officeart/2005/8/layout/vList2"/>
    <dgm:cxn modelId="{B66559BF-8334-457B-8467-20A73EFFB4F3}" type="presOf" srcId="{D873A180-8497-4BEE-BB5C-CB76F6299C88}" destId="{57D93600-8C0A-4987-9B5C-783A9575C425}" srcOrd="0" destOrd="0" presId="urn:microsoft.com/office/officeart/2005/8/layout/vList2"/>
    <dgm:cxn modelId="{4A03BFDC-CDBF-4FD5-A486-7AE99D5BA641}" srcId="{D873A180-8497-4BEE-BB5C-CB76F6299C88}" destId="{562F7EBE-BFDE-4B2F-B279-845739C896D9}" srcOrd="1" destOrd="0" parTransId="{FF348F92-26E1-4280-AAD9-5DB14A5AC845}" sibTransId="{B8CCF21A-5C2C-4279-B77F-3304BD6195C1}"/>
    <dgm:cxn modelId="{A2F619F4-00A9-45C4-8E1E-C752C2F4893C}" srcId="{D873A180-8497-4BEE-BB5C-CB76F6299C88}" destId="{4D62F57D-D0FE-4107-B670-3FE10B4812C5}" srcOrd="0" destOrd="0" parTransId="{2B48089B-C26F-42AE-A558-7BDCAB1C6B7F}" sibTransId="{C79D1436-1056-4A15-9C5D-6812AE37D41D}"/>
    <dgm:cxn modelId="{5E115A6C-2099-42F6-9223-3CB2A68C2F58}" type="presParOf" srcId="{57D93600-8C0A-4987-9B5C-783A9575C425}" destId="{AF168E90-A728-47A1-92C8-644533DD993E}" srcOrd="0" destOrd="0" presId="urn:microsoft.com/office/officeart/2005/8/layout/vList2"/>
    <dgm:cxn modelId="{A485C0A3-8A3D-4393-933D-D09904E0FF8A}" type="presParOf" srcId="{57D93600-8C0A-4987-9B5C-783A9575C425}" destId="{957D4BF0-78BF-4B5A-8695-2A9FCCCC7FBD}" srcOrd="1" destOrd="0" presId="urn:microsoft.com/office/officeart/2005/8/layout/vList2"/>
    <dgm:cxn modelId="{33A9612F-0D27-4FD9-BAEF-37161162CB9B}" type="presParOf" srcId="{57D93600-8C0A-4987-9B5C-783A9575C425}" destId="{93A89B6F-5C7E-42F5-8EB7-B26F2CB75615}" srcOrd="2" destOrd="0" presId="urn:microsoft.com/office/officeart/2005/8/layout/vList2"/>
    <dgm:cxn modelId="{E6496534-9214-4C22-BA4C-AF3E212CA38F}" type="presParOf" srcId="{57D93600-8C0A-4987-9B5C-783A9575C425}" destId="{1E93FAB3-A440-4992-A664-B6C5F122407C}" srcOrd="3" destOrd="0" presId="urn:microsoft.com/office/officeart/2005/8/layout/vList2"/>
    <dgm:cxn modelId="{1DA406FF-13DD-4F5F-B29E-4EEA73E48239}" type="presParOf" srcId="{57D93600-8C0A-4987-9B5C-783A9575C425}" destId="{F2527E75-ED9B-42D7-BF10-69AAFC28D5B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D4E75E15-E564-4FEA-AB23-3586B554B3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AFC0127-7DE4-48BB-B994-09DD6394F70C}">
      <dgm:prSet/>
      <dgm:spPr/>
      <dgm:t>
        <a:bodyPr/>
        <a:lstStyle/>
        <a:p>
          <a:r>
            <a:rPr lang="ru-RU" b="0" i="0" dirty="0" err="1"/>
            <a:t>Депортація</a:t>
          </a:r>
          <a:r>
            <a:rPr lang="ru-RU" b="0" i="0" dirty="0"/>
            <a:t> </a:t>
          </a:r>
          <a:r>
            <a:rPr lang="ru-RU" b="0" i="0" dirty="0" err="1"/>
            <a:t>кримських</a:t>
          </a:r>
          <a:r>
            <a:rPr lang="ru-RU" b="0" i="0" dirty="0"/>
            <a:t> татар до </a:t>
          </a:r>
          <a:r>
            <a:rPr lang="ru-RU" b="0" i="0" dirty="0" err="1"/>
            <a:t>Середньої</a:t>
          </a:r>
          <a:r>
            <a:rPr lang="ru-RU" b="0" i="0" dirty="0"/>
            <a:t> </a:t>
          </a:r>
          <a:r>
            <a:rPr lang="ru-RU" b="0" i="0" dirty="0" err="1"/>
            <a:t>Азії</a:t>
          </a:r>
          <a:r>
            <a:rPr lang="ru-RU" b="0" i="0" dirty="0"/>
            <a:t>.</a:t>
          </a:r>
          <a:endParaRPr lang="uk-UA" dirty="0"/>
        </a:p>
      </dgm:t>
    </dgm:pt>
    <dgm:pt modelId="{EDB4D472-27D2-49A5-889D-B22B8107EE6F}" type="parTrans" cxnId="{57128B0B-A616-4964-B858-7E7C91CC7DF5}">
      <dgm:prSet/>
      <dgm:spPr/>
      <dgm:t>
        <a:bodyPr/>
        <a:lstStyle/>
        <a:p>
          <a:endParaRPr lang="uk-UA"/>
        </a:p>
      </dgm:t>
    </dgm:pt>
    <dgm:pt modelId="{704E1B3D-AA1E-46ED-89FE-EAD58A4DB561}" type="sibTrans" cxnId="{57128B0B-A616-4964-B858-7E7C91CC7DF5}">
      <dgm:prSet/>
      <dgm:spPr/>
      <dgm:t>
        <a:bodyPr/>
        <a:lstStyle/>
        <a:p>
          <a:endParaRPr lang="uk-UA"/>
        </a:p>
      </dgm:t>
    </dgm:pt>
    <dgm:pt modelId="{E41B40A1-5482-414F-8CD0-227A2C13B069}">
      <dgm:prSet/>
      <dgm:spPr/>
      <dgm:t>
        <a:bodyPr/>
        <a:lstStyle/>
        <a:p>
          <a:r>
            <a:rPr lang="ru-RU" b="0" i="0" dirty="0" err="1"/>
            <a:t>Утворення</a:t>
          </a:r>
          <a:r>
            <a:rPr lang="ru-RU" b="0" i="0" dirty="0"/>
            <a:t> </a:t>
          </a:r>
          <a:r>
            <a:rPr lang="ru-RU" b="0" i="0" dirty="0" err="1"/>
            <a:t>Українського</a:t>
          </a:r>
          <a:r>
            <a:rPr lang="ru-RU" b="0" i="0" dirty="0"/>
            <a:t> штабу </a:t>
          </a:r>
          <a:r>
            <a:rPr lang="ru-RU" b="0" i="0" dirty="0" err="1"/>
            <a:t>партизанського</a:t>
          </a:r>
          <a:r>
            <a:rPr lang="ru-RU" b="0" i="0" dirty="0"/>
            <a:t> руху.</a:t>
          </a:r>
          <a:endParaRPr lang="uk-UA" dirty="0"/>
        </a:p>
      </dgm:t>
    </dgm:pt>
    <dgm:pt modelId="{9D7EC244-59B0-4F27-B03D-7D78A3736972}" type="parTrans" cxnId="{6A9284F0-36D5-473B-B894-7EA49790C121}">
      <dgm:prSet/>
      <dgm:spPr/>
      <dgm:t>
        <a:bodyPr/>
        <a:lstStyle/>
        <a:p>
          <a:endParaRPr lang="uk-UA"/>
        </a:p>
      </dgm:t>
    </dgm:pt>
    <dgm:pt modelId="{E60A3FFA-149E-42A0-B338-C349CBC7D9B2}" type="sibTrans" cxnId="{6A9284F0-36D5-473B-B894-7EA49790C121}">
      <dgm:prSet/>
      <dgm:spPr/>
      <dgm:t>
        <a:bodyPr/>
        <a:lstStyle/>
        <a:p>
          <a:endParaRPr lang="uk-UA"/>
        </a:p>
      </dgm:t>
    </dgm:pt>
    <dgm:pt modelId="{1CE9CF94-AE1B-4D4D-A5E7-6A9A9128F511}">
      <dgm:prSet/>
      <dgm:spPr/>
      <dgm:t>
        <a:bodyPr/>
        <a:lstStyle/>
        <a:p>
          <a:r>
            <a:rPr lang="ru-RU" b="0" i="0" dirty="0"/>
            <a:t>«Битва за </a:t>
          </a:r>
          <a:r>
            <a:rPr lang="ru-RU" b="0" i="0" dirty="0" err="1"/>
            <a:t>Дніпро</a:t>
          </a:r>
          <a:r>
            <a:rPr lang="ru-RU" b="0" i="0" dirty="0"/>
            <a:t>».</a:t>
          </a:r>
          <a:endParaRPr lang="uk-UA" dirty="0"/>
        </a:p>
      </dgm:t>
    </dgm:pt>
    <dgm:pt modelId="{414D71CA-74BE-4BA0-BD85-008ED9ED3030}" type="parTrans" cxnId="{DC27921E-6770-4F9C-9725-CD7005B1ACE4}">
      <dgm:prSet/>
      <dgm:spPr/>
      <dgm:t>
        <a:bodyPr/>
        <a:lstStyle/>
        <a:p>
          <a:endParaRPr lang="uk-UA"/>
        </a:p>
      </dgm:t>
    </dgm:pt>
    <dgm:pt modelId="{419EBD9B-E48A-438B-B520-F34AA2510B92}" type="sibTrans" cxnId="{DC27921E-6770-4F9C-9725-CD7005B1ACE4}">
      <dgm:prSet/>
      <dgm:spPr/>
      <dgm:t>
        <a:bodyPr/>
        <a:lstStyle/>
        <a:p>
          <a:endParaRPr lang="uk-UA"/>
        </a:p>
      </dgm:t>
    </dgm:pt>
    <dgm:pt modelId="{87A2C03E-553C-4707-AEA4-271045C7716D}" type="pres">
      <dgm:prSet presAssocID="{D4E75E15-E564-4FEA-AB23-3586B554B3CA}" presName="linear" presStyleCnt="0">
        <dgm:presLayoutVars>
          <dgm:animLvl val="lvl"/>
          <dgm:resizeHandles val="exact"/>
        </dgm:presLayoutVars>
      </dgm:prSet>
      <dgm:spPr/>
    </dgm:pt>
    <dgm:pt modelId="{2E9C5C97-99CB-4183-A3ED-E14594A07F2E}" type="pres">
      <dgm:prSet presAssocID="{0AFC0127-7DE4-48BB-B994-09DD6394F7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E47AF9-4E50-4C23-9FC3-4A2F68D8FCD2}" type="pres">
      <dgm:prSet presAssocID="{704E1B3D-AA1E-46ED-89FE-EAD58A4DB561}" presName="spacer" presStyleCnt="0"/>
      <dgm:spPr/>
    </dgm:pt>
    <dgm:pt modelId="{9BCEC856-64EC-42EF-8DD5-81EDED56AE5C}" type="pres">
      <dgm:prSet presAssocID="{E41B40A1-5482-414F-8CD0-227A2C13B0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CA42926-D19F-4A32-B999-A9B5B4B55E3C}" type="pres">
      <dgm:prSet presAssocID="{E60A3FFA-149E-42A0-B338-C349CBC7D9B2}" presName="spacer" presStyleCnt="0"/>
      <dgm:spPr/>
    </dgm:pt>
    <dgm:pt modelId="{1AB5073B-BB99-4905-84B4-BC8669A1CE48}" type="pres">
      <dgm:prSet presAssocID="{1CE9CF94-AE1B-4D4D-A5E7-6A9A9128F51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7128B0B-A616-4964-B858-7E7C91CC7DF5}" srcId="{D4E75E15-E564-4FEA-AB23-3586B554B3CA}" destId="{0AFC0127-7DE4-48BB-B994-09DD6394F70C}" srcOrd="0" destOrd="0" parTransId="{EDB4D472-27D2-49A5-889D-B22B8107EE6F}" sibTransId="{704E1B3D-AA1E-46ED-89FE-EAD58A4DB561}"/>
    <dgm:cxn modelId="{DC27921E-6770-4F9C-9725-CD7005B1ACE4}" srcId="{D4E75E15-E564-4FEA-AB23-3586B554B3CA}" destId="{1CE9CF94-AE1B-4D4D-A5E7-6A9A9128F511}" srcOrd="2" destOrd="0" parTransId="{414D71CA-74BE-4BA0-BD85-008ED9ED3030}" sibTransId="{419EBD9B-E48A-438B-B520-F34AA2510B92}"/>
    <dgm:cxn modelId="{BE0BE46A-8B21-48F1-B969-5A7D1C70023D}" type="presOf" srcId="{1CE9CF94-AE1B-4D4D-A5E7-6A9A9128F511}" destId="{1AB5073B-BB99-4905-84B4-BC8669A1CE48}" srcOrd="0" destOrd="0" presId="urn:microsoft.com/office/officeart/2005/8/layout/vList2"/>
    <dgm:cxn modelId="{2AE7C86F-C9E7-4FC0-BA98-46455B364CAD}" type="presOf" srcId="{D4E75E15-E564-4FEA-AB23-3586B554B3CA}" destId="{87A2C03E-553C-4707-AEA4-271045C7716D}" srcOrd="0" destOrd="0" presId="urn:microsoft.com/office/officeart/2005/8/layout/vList2"/>
    <dgm:cxn modelId="{12870F87-5B74-4F7A-ABDA-C8194FBCB728}" type="presOf" srcId="{0AFC0127-7DE4-48BB-B994-09DD6394F70C}" destId="{2E9C5C97-99CB-4183-A3ED-E14594A07F2E}" srcOrd="0" destOrd="0" presId="urn:microsoft.com/office/officeart/2005/8/layout/vList2"/>
    <dgm:cxn modelId="{6A9284F0-36D5-473B-B894-7EA49790C121}" srcId="{D4E75E15-E564-4FEA-AB23-3586B554B3CA}" destId="{E41B40A1-5482-414F-8CD0-227A2C13B069}" srcOrd="1" destOrd="0" parTransId="{9D7EC244-59B0-4F27-B03D-7D78A3736972}" sibTransId="{E60A3FFA-149E-42A0-B338-C349CBC7D9B2}"/>
    <dgm:cxn modelId="{B61C5AFE-538C-4D8E-87DA-45BEF90CA103}" type="presOf" srcId="{E41B40A1-5482-414F-8CD0-227A2C13B069}" destId="{9BCEC856-64EC-42EF-8DD5-81EDED56AE5C}" srcOrd="0" destOrd="0" presId="urn:microsoft.com/office/officeart/2005/8/layout/vList2"/>
    <dgm:cxn modelId="{A2A1C104-8E77-422B-8FB2-45ADFFBDB9A9}" type="presParOf" srcId="{87A2C03E-553C-4707-AEA4-271045C7716D}" destId="{2E9C5C97-99CB-4183-A3ED-E14594A07F2E}" srcOrd="0" destOrd="0" presId="urn:microsoft.com/office/officeart/2005/8/layout/vList2"/>
    <dgm:cxn modelId="{907CECA3-DB7B-4CAF-A2C6-59844E40FEBD}" type="presParOf" srcId="{87A2C03E-553C-4707-AEA4-271045C7716D}" destId="{C9E47AF9-4E50-4C23-9FC3-4A2F68D8FCD2}" srcOrd="1" destOrd="0" presId="urn:microsoft.com/office/officeart/2005/8/layout/vList2"/>
    <dgm:cxn modelId="{0536C4AF-1377-445B-9A4E-CF37E9526296}" type="presParOf" srcId="{87A2C03E-553C-4707-AEA4-271045C7716D}" destId="{9BCEC856-64EC-42EF-8DD5-81EDED56AE5C}" srcOrd="2" destOrd="0" presId="urn:microsoft.com/office/officeart/2005/8/layout/vList2"/>
    <dgm:cxn modelId="{FF0E10D5-57CC-4D88-A648-1CAC2AB29837}" type="presParOf" srcId="{87A2C03E-553C-4707-AEA4-271045C7716D}" destId="{3CA42926-D19F-4A32-B999-A9B5B4B55E3C}" srcOrd="3" destOrd="0" presId="urn:microsoft.com/office/officeart/2005/8/layout/vList2"/>
    <dgm:cxn modelId="{B2EB839E-081F-4296-8401-027C62418C03}" type="presParOf" srcId="{87A2C03E-553C-4707-AEA4-271045C7716D}" destId="{1AB5073B-BB99-4905-84B4-BC8669A1CE4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45AAEA42-9A1B-4CC0-B894-013A17A05F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72047C-FD74-434A-A7AB-D4E51BF04AC0}">
      <dgm:prSet/>
      <dgm:spPr/>
      <dgm:t>
        <a:bodyPr/>
        <a:lstStyle/>
        <a:p>
          <a:r>
            <a:rPr lang="ru-RU" b="0" i="1"/>
            <a:t>«Нема більше Севастополя з його акаціями і каштанами, чистенькими вулицями, парками, невеличкими світлими будинками. Він зруйнований...»</a:t>
          </a:r>
          <a:endParaRPr lang="uk-UA"/>
        </a:p>
      </dgm:t>
    </dgm:pt>
    <dgm:pt modelId="{AC84B8A4-3E79-47DC-AC81-274EBF2C7970}" type="parTrans" cxnId="{80441B7F-2936-4E33-850B-EB7DCAD3D78C}">
      <dgm:prSet/>
      <dgm:spPr/>
      <dgm:t>
        <a:bodyPr/>
        <a:lstStyle/>
        <a:p>
          <a:endParaRPr lang="uk-UA"/>
        </a:p>
      </dgm:t>
    </dgm:pt>
    <dgm:pt modelId="{6FBB7D5E-28DA-40D8-BDEA-957463987348}" type="sibTrans" cxnId="{80441B7F-2936-4E33-850B-EB7DCAD3D78C}">
      <dgm:prSet/>
      <dgm:spPr/>
      <dgm:t>
        <a:bodyPr/>
        <a:lstStyle/>
        <a:p>
          <a:endParaRPr lang="uk-UA"/>
        </a:p>
      </dgm:t>
    </dgm:pt>
    <dgm:pt modelId="{E4EBC77B-C89E-46A3-A2F4-9ED307FDB65B}">
      <dgm:prSet/>
      <dgm:spPr/>
      <dgm:t>
        <a:bodyPr/>
        <a:lstStyle/>
        <a:p>
          <a:r>
            <a:rPr lang="ru-RU" b="0" i="1"/>
            <a:t>«На смертний бій… піднялася вся Україна…, почалася наша велика священна Вітчизняна війна…»</a:t>
          </a:r>
          <a:endParaRPr lang="uk-UA"/>
        </a:p>
      </dgm:t>
    </dgm:pt>
    <dgm:pt modelId="{03C05D98-F011-4CC2-8043-9164061D530B}" type="parTrans" cxnId="{390767C1-E4E6-47A1-8DB7-FCD19526E113}">
      <dgm:prSet/>
      <dgm:spPr/>
      <dgm:t>
        <a:bodyPr/>
        <a:lstStyle/>
        <a:p>
          <a:endParaRPr lang="uk-UA"/>
        </a:p>
      </dgm:t>
    </dgm:pt>
    <dgm:pt modelId="{7BC4C0B4-97E5-406D-8163-1086B339D5C2}" type="sibTrans" cxnId="{390767C1-E4E6-47A1-8DB7-FCD19526E113}">
      <dgm:prSet/>
      <dgm:spPr/>
      <dgm:t>
        <a:bodyPr/>
        <a:lstStyle/>
        <a:p>
          <a:endParaRPr lang="uk-UA"/>
        </a:p>
      </dgm:t>
    </dgm:pt>
    <dgm:pt modelId="{DC83828F-0791-410A-AA57-C5A1589E76E1}" type="pres">
      <dgm:prSet presAssocID="{45AAEA42-9A1B-4CC0-B894-013A17A05F57}" presName="linear" presStyleCnt="0">
        <dgm:presLayoutVars>
          <dgm:animLvl val="lvl"/>
          <dgm:resizeHandles val="exact"/>
        </dgm:presLayoutVars>
      </dgm:prSet>
      <dgm:spPr/>
    </dgm:pt>
    <dgm:pt modelId="{C6A410E8-1605-4F98-886F-B1E7D0320C7E}" type="pres">
      <dgm:prSet presAssocID="{9B72047C-FD74-434A-A7AB-D4E51BF04A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D39EF1-570E-4A08-AB0F-7195F128A411}" type="pres">
      <dgm:prSet presAssocID="{6FBB7D5E-28DA-40D8-BDEA-957463987348}" presName="spacer" presStyleCnt="0"/>
      <dgm:spPr/>
    </dgm:pt>
    <dgm:pt modelId="{B1DD8740-3BD5-44BD-AB98-79C3594769EE}" type="pres">
      <dgm:prSet presAssocID="{E4EBC77B-C89E-46A3-A2F4-9ED307FDB65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55A932A-B445-425E-AAEF-581778BBCC1D}" type="presOf" srcId="{E4EBC77B-C89E-46A3-A2F4-9ED307FDB65B}" destId="{B1DD8740-3BD5-44BD-AB98-79C3594769EE}" srcOrd="0" destOrd="0" presId="urn:microsoft.com/office/officeart/2005/8/layout/vList2"/>
    <dgm:cxn modelId="{003F2575-92F5-436F-81AC-33FE826B9FCF}" type="presOf" srcId="{45AAEA42-9A1B-4CC0-B894-013A17A05F57}" destId="{DC83828F-0791-410A-AA57-C5A1589E76E1}" srcOrd="0" destOrd="0" presId="urn:microsoft.com/office/officeart/2005/8/layout/vList2"/>
    <dgm:cxn modelId="{DB515576-02CD-4EC6-B6EE-77D66DA7CBCA}" type="presOf" srcId="{9B72047C-FD74-434A-A7AB-D4E51BF04AC0}" destId="{C6A410E8-1605-4F98-886F-B1E7D0320C7E}" srcOrd="0" destOrd="0" presId="urn:microsoft.com/office/officeart/2005/8/layout/vList2"/>
    <dgm:cxn modelId="{80441B7F-2936-4E33-850B-EB7DCAD3D78C}" srcId="{45AAEA42-9A1B-4CC0-B894-013A17A05F57}" destId="{9B72047C-FD74-434A-A7AB-D4E51BF04AC0}" srcOrd="0" destOrd="0" parTransId="{AC84B8A4-3E79-47DC-AC81-274EBF2C7970}" sibTransId="{6FBB7D5E-28DA-40D8-BDEA-957463987348}"/>
    <dgm:cxn modelId="{390767C1-E4E6-47A1-8DB7-FCD19526E113}" srcId="{45AAEA42-9A1B-4CC0-B894-013A17A05F57}" destId="{E4EBC77B-C89E-46A3-A2F4-9ED307FDB65B}" srcOrd="1" destOrd="0" parTransId="{03C05D98-F011-4CC2-8043-9164061D530B}" sibTransId="{7BC4C0B4-97E5-406D-8163-1086B339D5C2}"/>
    <dgm:cxn modelId="{0608F5CB-588A-4178-B3CB-48A32FD6564A}" type="presParOf" srcId="{DC83828F-0791-410A-AA57-C5A1589E76E1}" destId="{C6A410E8-1605-4F98-886F-B1E7D0320C7E}" srcOrd="0" destOrd="0" presId="urn:microsoft.com/office/officeart/2005/8/layout/vList2"/>
    <dgm:cxn modelId="{A6B06E32-74AF-4A20-83D4-682901936ED0}" type="presParOf" srcId="{DC83828F-0791-410A-AA57-C5A1589E76E1}" destId="{05D39EF1-570E-4A08-AB0F-7195F128A411}" srcOrd="1" destOrd="0" presId="urn:microsoft.com/office/officeart/2005/8/layout/vList2"/>
    <dgm:cxn modelId="{7B83EFDA-7ED2-43D5-86F5-AD9036EEBD00}" type="presParOf" srcId="{DC83828F-0791-410A-AA57-C5A1589E76E1}" destId="{B1DD8740-3BD5-44BD-AB98-79C3594769E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E42928D5-D3E1-4D0E-8658-68E311974C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3785AF-AAA4-422E-9DF2-0F9CF47A24A4}">
      <dgm:prSet/>
      <dgm:spPr/>
      <dgm:t>
        <a:bodyPr/>
        <a:lstStyle/>
        <a:p>
          <a:r>
            <a:rPr lang="ru-RU" b="0" i="1"/>
            <a:t>«У багатьох селах Галичини, куди вступала більшовицька армія, якась частина населення нерідко зустрічала їх квітами...»</a:t>
          </a:r>
          <a:endParaRPr lang="uk-UA"/>
        </a:p>
      </dgm:t>
    </dgm:pt>
    <dgm:pt modelId="{67C77F2D-2D2A-48D0-BA55-7C1BA09C7CF5}" type="parTrans" cxnId="{48414FC0-BF1F-4CDF-8DD1-0284979E7BF0}">
      <dgm:prSet/>
      <dgm:spPr/>
      <dgm:t>
        <a:bodyPr/>
        <a:lstStyle/>
        <a:p>
          <a:endParaRPr lang="uk-UA"/>
        </a:p>
      </dgm:t>
    </dgm:pt>
    <dgm:pt modelId="{06B84BB1-DB83-4593-A602-B781934C5A3C}" type="sibTrans" cxnId="{48414FC0-BF1F-4CDF-8DD1-0284979E7BF0}">
      <dgm:prSet/>
      <dgm:spPr/>
      <dgm:t>
        <a:bodyPr/>
        <a:lstStyle/>
        <a:p>
          <a:endParaRPr lang="uk-UA"/>
        </a:p>
      </dgm:t>
    </dgm:pt>
    <dgm:pt modelId="{BE398B49-0402-4E8C-917D-DD5BB726E602}">
      <dgm:prSet/>
      <dgm:spPr/>
      <dgm:t>
        <a:bodyPr/>
        <a:lstStyle/>
        <a:p>
          <a:r>
            <a:rPr lang="ru-RU" b="0" i="1"/>
            <a:t>«До останнього дня наше радіо запевняло: «Київ був, є і буде радянським. Ворог не пройде!..» І раптом наші війська відходять...»</a:t>
          </a:r>
          <a:endParaRPr lang="uk-UA"/>
        </a:p>
      </dgm:t>
    </dgm:pt>
    <dgm:pt modelId="{B60BBCE5-11AD-45B6-8CD0-F50640B6D85B}" type="parTrans" cxnId="{BEC7E2B5-A443-435F-BEAF-7EDF37226B10}">
      <dgm:prSet/>
      <dgm:spPr/>
      <dgm:t>
        <a:bodyPr/>
        <a:lstStyle/>
        <a:p>
          <a:endParaRPr lang="uk-UA"/>
        </a:p>
      </dgm:t>
    </dgm:pt>
    <dgm:pt modelId="{8F09AEC8-ECBC-41BC-834B-3011E9C440B2}" type="sibTrans" cxnId="{BEC7E2B5-A443-435F-BEAF-7EDF37226B10}">
      <dgm:prSet/>
      <dgm:spPr/>
      <dgm:t>
        <a:bodyPr/>
        <a:lstStyle/>
        <a:p>
          <a:endParaRPr lang="uk-UA"/>
        </a:p>
      </dgm:t>
    </dgm:pt>
    <dgm:pt modelId="{F7FE7331-EE80-42AE-8264-912D5BA2AAB0}" type="pres">
      <dgm:prSet presAssocID="{E42928D5-D3E1-4D0E-8658-68E311974CCF}" presName="linear" presStyleCnt="0">
        <dgm:presLayoutVars>
          <dgm:animLvl val="lvl"/>
          <dgm:resizeHandles val="exact"/>
        </dgm:presLayoutVars>
      </dgm:prSet>
      <dgm:spPr/>
    </dgm:pt>
    <dgm:pt modelId="{7338B0BA-F4E5-40C3-B14B-98FD4B46C5F4}" type="pres">
      <dgm:prSet presAssocID="{D13785AF-AAA4-422E-9DF2-0F9CF47A24A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750D097-A960-47A4-A9AA-507921270D25}" type="pres">
      <dgm:prSet presAssocID="{06B84BB1-DB83-4593-A602-B781934C5A3C}" presName="spacer" presStyleCnt="0"/>
      <dgm:spPr/>
    </dgm:pt>
    <dgm:pt modelId="{EAF51441-FBDC-43AA-B2F9-48FC317E6F82}" type="pres">
      <dgm:prSet presAssocID="{BE398B49-0402-4E8C-917D-DD5BB726E60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2A3CAAC-C06B-4B46-B7A5-986C470267AD}" type="presOf" srcId="{BE398B49-0402-4E8C-917D-DD5BB726E602}" destId="{EAF51441-FBDC-43AA-B2F9-48FC317E6F82}" srcOrd="0" destOrd="0" presId="urn:microsoft.com/office/officeart/2005/8/layout/vList2"/>
    <dgm:cxn modelId="{BEC7E2B5-A443-435F-BEAF-7EDF37226B10}" srcId="{E42928D5-D3E1-4D0E-8658-68E311974CCF}" destId="{BE398B49-0402-4E8C-917D-DD5BB726E602}" srcOrd="1" destOrd="0" parTransId="{B60BBCE5-11AD-45B6-8CD0-F50640B6D85B}" sibTransId="{8F09AEC8-ECBC-41BC-834B-3011E9C440B2}"/>
    <dgm:cxn modelId="{56CB20BA-BB03-476F-AAE3-36A2E624B204}" type="presOf" srcId="{E42928D5-D3E1-4D0E-8658-68E311974CCF}" destId="{F7FE7331-EE80-42AE-8264-912D5BA2AAB0}" srcOrd="0" destOrd="0" presId="urn:microsoft.com/office/officeart/2005/8/layout/vList2"/>
    <dgm:cxn modelId="{48414FC0-BF1F-4CDF-8DD1-0284979E7BF0}" srcId="{E42928D5-D3E1-4D0E-8658-68E311974CCF}" destId="{D13785AF-AAA4-422E-9DF2-0F9CF47A24A4}" srcOrd="0" destOrd="0" parTransId="{67C77F2D-2D2A-48D0-BA55-7C1BA09C7CF5}" sibTransId="{06B84BB1-DB83-4593-A602-B781934C5A3C}"/>
    <dgm:cxn modelId="{98AC3EE5-2849-48AD-8ED8-26FA9808D3D0}" type="presOf" srcId="{D13785AF-AAA4-422E-9DF2-0F9CF47A24A4}" destId="{7338B0BA-F4E5-40C3-B14B-98FD4B46C5F4}" srcOrd="0" destOrd="0" presId="urn:microsoft.com/office/officeart/2005/8/layout/vList2"/>
    <dgm:cxn modelId="{EF27ACAB-2A22-45DC-BF70-6357C930F280}" type="presParOf" srcId="{F7FE7331-EE80-42AE-8264-912D5BA2AAB0}" destId="{7338B0BA-F4E5-40C3-B14B-98FD4B46C5F4}" srcOrd="0" destOrd="0" presId="urn:microsoft.com/office/officeart/2005/8/layout/vList2"/>
    <dgm:cxn modelId="{F502403D-6C7A-4CDB-BE3A-0EA0FF1E4B08}" type="presParOf" srcId="{F7FE7331-EE80-42AE-8264-912D5BA2AAB0}" destId="{0750D097-A960-47A4-A9AA-507921270D25}" srcOrd="1" destOrd="0" presId="urn:microsoft.com/office/officeart/2005/8/layout/vList2"/>
    <dgm:cxn modelId="{D46D12D8-A1F6-4EE6-B970-06D4E74B96F7}" type="presParOf" srcId="{F7FE7331-EE80-42AE-8264-912D5BA2AAB0}" destId="{EAF51441-FBDC-43AA-B2F9-48FC317E6F8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A1A89657-2C85-43CE-932D-882B0CA72B4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C716FD1-71B3-4A8D-BE5C-B9BEF34EC38C}">
      <dgm:prSet/>
      <dgm:spPr/>
      <dgm:t>
        <a:bodyPr/>
        <a:lstStyle/>
        <a:p>
          <a:r>
            <a:rPr lang="uk-UA" b="0" i="0"/>
            <a:t>утворення Червоною армією плацдармів на правому березі Дніпра</a:t>
          </a:r>
          <a:endParaRPr lang="uk-UA"/>
        </a:p>
      </dgm:t>
    </dgm:pt>
    <dgm:pt modelId="{5DC79C04-F693-4DA8-9B70-D34B33EBC298}" type="parTrans" cxnId="{4076D212-4DD4-4953-937A-D77C8B4BA735}">
      <dgm:prSet/>
      <dgm:spPr/>
      <dgm:t>
        <a:bodyPr/>
        <a:lstStyle/>
        <a:p>
          <a:endParaRPr lang="uk-UA"/>
        </a:p>
      </dgm:t>
    </dgm:pt>
    <dgm:pt modelId="{076FB401-514C-429B-83D0-15FF2A357AEA}" type="sibTrans" cxnId="{4076D212-4DD4-4953-937A-D77C8B4BA735}">
      <dgm:prSet/>
      <dgm:spPr/>
      <dgm:t>
        <a:bodyPr/>
        <a:lstStyle/>
        <a:p>
          <a:endParaRPr lang="uk-UA"/>
        </a:p>
      </dgm:t>
    </dgm:pt>
    <dgm:pt modelId="{8C05D86D-8899-4EDE-BF05-75AAC8552B3A}">
      <dgm:prSet/>
      <dgm:spPr/>
      <dgm:t>
        <a:bodyPr/>
        <a:lstStyle/>
        <a:p>
          <a:r>
            <a:rPr lang="uk-UA" b="0" i="0"/>
            <a:t>вигнання німецьких окупантів із Донбасу</a:t>
          </a:r>
          <a:endParaRPr lang="uk-UA"/>
        </a:p>
      </dgm:t>
    </dgm:pt>
    <dgm:pt modelId="{FA0E9817-9376-4FB6-9FBF-0BCAFFF04F36}" type="parTrans" cxnId="{70B9E61E-1403-48AE-B002-0900812CF4D9}">
      <dgm:prSet/>
      <dgm:spPr/>
      <dgm:t>
        <a:bodyPr/>
        <a:lstStyle/>
        <a:p>
          <a:endParaRPr lang="uk-UA"/>
        </a:p>
      </dgm:t>
    </dgm:pt>
    <dgm:pt modelId="{D39C7C4D-F2D9-4925-81E1-2F4BEEAA0B89}" type="sibTrans" cxnId="{70B9E61E-1403-48AE-B002-0900812CF4D9}">
      <dgm:prSet/>
      <dgm:spPr/>
      <dgm:t>
        <a:bodyPr/>
        <a:lstStyle/>
        <a:p>
          <a:endParaRPr lang="uk-UA"/>
        </a:p>
      </dgm:t>
    </dgm:pt>
    <dgm:pt modelId="{C7717AFD-683A-4EE6-A3F6-C6ED55572194}">
      <dgm:prSet/>
      <dgm:spPr/>
      <dgm:t>
        <a:bodyPr/>
        <a:lstStyle/>
        <a:p>
          <a:r>
            <a:rPr lang="uk-UA" b="0" i="0"/>
            <a:t>депортація кримських татар та інших народів Криму</a:t>
          </a:r>
          <a:endParaRPr lang="uk-UA"/>
        </a:p>
      </dgm:t>
    </dgm:pt>
    <dgm:pt modelId="{6E52864A-A6ED-46C4-B9CD-0D6A17F7D323}" type="parTrans" cxnId="{86864805-8833-4B40-A997-31D7248D1557}">
      <dgm:prSet/>
      <dgm:spPr/>
      <dgm:t>
        <a:bodyPr/>
        <a:lstStyle/>
        <a:p>
          <a:endParaRPr lang="uk-UA"/>
        </a:p>
      </dgm:t>
    </dgm:pt>
    <dgm:pt modelId="{F536278E-4F6A-49BD-A012-AE854EA01430}" type="sibTrans" cxnId="{86864805-8833-4B40-A997-31D7248D1557}">
      <dgm:prSet/>
      <dgm:spPr/>
      <dgm:t>
        <a:bodyPr/>
        <a:lstStyle/>
        <a:p>
          <a:endParaRPr lang="uk-UA"/>
        </a:p>
      </dgm:t>
    </dgm:pt>
    <dgm:pt modelId="{59F85A14-6291-42DE-99C6-957D9D31A5CF}">
      <dgm:prSet/>
      <dgm:spPr/>
      <dgm:t>
        <a:bodyPr/>
        <a:lstStyle/>
        <a:p>
          <a:r>
            <a:rPr lang="uk-UA" b="0" i="0"/>
            <a:t>проголошення Акта відновлення Української держави</a:t>
          </a:r>
          <a:endParaRPr lang="uk-UA"/>
        </a:p>
      </dgm:t>
    </dgm:pt>
    <dgm:pt modelId="{96A9489E-87A9-4C50-9923-42FC2F7D0EA9}" type="parTrans" cxnId="{FEE775D8-AEC4-4935-92C8-000E98960D6B}">
      <dgm:prSet/>
      <dgm:spPr/>
      <dgm:t>
        <a:bodyPr/>
        <a:lstStyle/>
        <a:p>
          <a:endParaRPr lang="uk-UA"/>
        </a:p>
      </dgm:t>
    </dgm:pt>
    <dgm:pt modelId="{37496012-A51B-402C-8BA7-0880C3E141AB}" type="sibTrans" cxnId="{FEE775D8-AEC4-4935-92C8-000E98960D6B}">
      <dgm:prSet/>
      <dgm:spPr/>
      <dgm:t>
        <a:bodyPr/>
        <a:lstStyle/>
        <a:p>
          <a:endParaRPr lang="uk-UA"/>
        </a:p>
      </dgm:t>
    </dgm:pt>
    <dgm:pt modelId="{E9319F88-ABD6-4E7C-9F01-94E94A8E52BE}">
      <dgm:prSet/>
      <dgm:spPr/>
      <dgm:t>
        <a:bodyPr/>
        <a:lstStyle/>
        <a:p>
          <a:r>
            <a:rPr lang="uk-UA" b="0" i="0"/>
            <a:t>створення Української повстанської армії (УПА)</a:t>
          </a:r>
          <a:endParaRPr lang="uk-UA"/>
        </a:p>
      </dgm:t>
    </dgm:pt>
    <dgm:pt modelId="{742225D3-6A2F-4A8F-9097-66EC8C27A931}" type="parTrans" cxnId="{8AD421E8-3A5C-455A-AF50-527D7EF318F5}">
      <dgm:prSet/>
      <dgm:spPr/>
      <dgm:t>
        <a:bodyPr/>
        <a:lstStyle/>
        <a:p>
          <a:endParaRPr lang="uk-UA"/>
        </a:p>
      </dgm:t>
    </dgm:pt>
    <dgm:pt modelId="{E8B3BAFE-AE61-43C9-B071-F8A80722EABF}" type="sibTrans" cxnId="{8AD421E8-3A5C-455A-AF50-527D7EF318F5}">
      <dgm:prSet/>
      <dgm:spPr/>
      <dgm:t>
        <a:bodyPr/>
        <a:lstStyle/>
        <a:p>
          <a:endParaRPr lang="uk-UA"/>
        </a:p>
      </dgm:t>
    </dgm:pt>
    <dgm:pt modelId="{C8E47688-798E-40B9-AFC5-713C05C2695A}">
      <dgm:prSet/>
      <dgm:spPr/>
      <dgm:t>
        <a:bodyPr/>
        <a:lstStyle/>
        <a:p>
          <a:r>
            <a:rPr lang="uk-UA" b="0" i="0"/>
            <a:t>початок діяльності похідних груп ОУН</a:t>
          </a:r>
          <a:endParaRPr lang="uk-UA"/>
        </a:p>
      </dgm:t>
    </dgm:pt>
    <dgm:pt modelId="{A6A939E8-1FEB-4378-9437-1D6A064A425B}" type="parTrans" cxnId="{7A8300B9-824F-4428-87F6-D69999126108}">
      <dgm:prSet/>
      <dgm:spPr/>
      <dgm:t>
        <a:bodyPr/>
        <a:lstStyle/>
        <a:p>
          <a:endParaRPr lang="uk-UA"/>
        </a:p>
      </dgm:t>
    </dgm:pt>
    <dgm:pt modelId="{D3F4C979-69A4-454E-969A-EA0431377221}" type="sibTrans" cxnId="{7A8300B9-824F-4428-87F6-D69999126108}">
      <dgm:prSet/>
      <dgm:spPr/>
      <dgm:t>
        <a:bodyPr/>
        <a:lstStyle/>
        <a:p>
          <a:endParaRPr lang="uk-UA"/>
        </a:p>
      </dgm:t>
    </dgm:pt>
    <dgm:pt modelId="{A07E81D9-DA53-406C-B59F-867AC0C266B2}">
      <dgm:prSet/>
      <dgm:spPr/>
      <dgm:t>
        <a:bodyPr/>
        <a:lstStyle/>
        <a:p>
          <a:r>
            <a:rPr lang="uk-UA" b="0" i="0"/>
            <a:t>поява в лавах Червоної армії піхотних підрозділів, укомплектованих «чорносвитниками»</a:t>
          </a:r>
          <a:endParaRPr lang="uk-UA"/>
        </a:p>
      </dgm:t>
    </dgm:pt>
    <dgm:pt modelId="{1942526A-7F89-4A9A-89B6-D8F511E8F93F}" type="parTrans" cxnId="{A849800E-775F-4623-8C5C-676EC2C03F68}">
      <dgm:prSet/>
      <dgm:spPr/>
      <dgm:t>
        <a:bodyPr/>
        <a:lstStyle/>
        <a:p>
          <a:endParaRPr lang="uk-UA"/>
        </a:p>
      </dgm:t>
    </dgm:pt>
    <dgm:pt modelId="{BDB06C6B-54EB-42CD-B6D9-70F91281E110}" type="sibTrans" cxnId="{A849800E-775F-4623-8C5C-676EC2C03F68}">
      <dgm:prSet/>
      <dgm:spPr/>
      <dgm:t>
        <a:bodyPr/>
        <a:lstStyle/>
        <a:p>
          <a:endParaRPr lang="uk-UA"/>
        </a:p>
      </dgm:t>
    </dgm:pt>
    <dgm:pt modelId="{76E7EC01-53E4-4C06-A659-92B9897A3E1B}" type="pres">
      <dgm:prSet presAssocID="{A1A89657-2C85-43CE-932D-882B0CA72B41}" presName="vert0" presStyleCnt="0">
        <dgm:presLayoutVars>
          <dgm:dir/>
          <dgm:animOne val="branch"/>
          <dgm:animLvl val="lvl"/>
        </dgm:presLayoutVars>
      </dgm:prSet>
      <dgm:spPr/>
    </dgm:pt>
    <dgm:pt modelId="{DA8A9C31-CE94-41A1-815D-4C3AE282E70A}" type="pres">
      <dgm:prSet presAssocID="{8C716FD1-71B3-4A8D-BE5C-B9BEF34EC38C}" presName="thickLine" presStyleLbl="alignNode1" presStyleIdx="0" presStyleCnt="7"/>
      <dgm:spPr/>
    </dgm:pt>
    <dgm:pt modelId="{7A55BBBE-3053-4DF3-83D4-35889F9D1A79}" type="pres">
      <dgm:prSet presAssocID="{8C716FD1-71B3-4A8D-BE5C-B9BEF34EC38C}" presName="horz1" presStyleCnt="0"/>
      <dgm:spPr/>
    </dgm:pt>
    <dgm:pt modelId="{5BD22303-0804-49AB-8480-073BEC2E2E6A}" type="pres">
      <dgm:prSet presAssocID="{8C716FD1-71B3-4A8D-BE5C-B9BEF34EC38C}" presName="tx1" presStyleLbl="revTx" presStyleIdx="0" presStyleCnt="7"/>
      <dgm:spPr/>
    </dgm:pt>
    <dgm:pt modelId="{F60CE794-E9A9-48B3-B4AE-F0B75F86ADB1}" type="pres">
      <dgm:prSet presAssocID="{8C716FD1-71B3-4A8D-BE5C-B9BEF34EC38C}" presName="vert1" presStyleCnt="0"/>
      <dgm:spPr/>
    </dgm:pt>
    <dgm:pt modelId="{6B495EF1-0F0D-4567-A5D2-9E75F71E042F}" type="pres">
      <dgm:prSet presAssocID="{8C05D86D-8899-4EDE-BF05-75AAC8552B3A}" presName="thickLine" presStyleLbl="alignNode1" presStyleIdx="1" presStyleCnt="7"/>
      <dgm:spPr/>
    </dgm:pt>
    <dgm:pt modelId="{8E3C8C67-F08A-4675-A6BC-692E6DC0155F}" type="pres">
      <dgm:prSet presAssocID="{8C05D86D-8899-4EDE-BF05-75AAC8552B3A}" presName="horz1" presStyleCnt="0"/>
      <dgm:spPr/>
    </dgm:pt>
    <dgm:pt modelId="{E18E1333-FA49-4239-8656-052011F96B06}" type="pres">
      <dgm:prSet presAssocID="{8C05D86D-8899-4EDE-BF05-75AAC8552B3A}" presName="tx1" presStyleLbl="revTx" presStyleIdx="1" presStyleCnt="7"/>
      <dgm:spPr/>
    </dgm:pt>
    <dgm:pt modelId="{6BF103EC-F53A-483E-85C0-6E7D06160B38}" type="pres">
      <dgm:prSet presAssocID="{8C05D86D-8899-4EDE-BF05-75AAC8552B3A}" presName="vert1" presStyleCnt="0"/>
      <dgm:spPr/>
    </dgm:pt>
    <dgm:pt modelId="{5055466E-8E8F-498C-888F-32A03B5F2EBE}" type="pres">
      <dgm:prSet presAssocID="{C7717AFD-683A-4EE6-A3F6-C6ED55572194}" presName="thickLine" presStyleLbl="alignNode1" presStyleIdx="2" presStyleCnt="7"/>
      <dgm:spPr/>
    </dgm:pt>
    <dgm:pt modelId="{E74C2059-27D7-414E-8D3C-62C5D6E29DC9}" type="pres">
      <dgm:prSet presAssocID="{C7717AFD-683A-4EE6-A3F6-C6ED55572194}" presName="horz1" presStyleCnt="0"/>
      <dgm:spPr/>
    </dgm:pt>
    <dgm:pt modelId="{480BEAC8-7F14-4F03-BCD5-5392D24FC5FE}" type="pres">
      <dgm:prSet presAssocID="{C7717AFD-683A-4EE6-A3F6-C6ED55572194}" presName="tx1" presStyleLbl="revTx" presStyleIdx="2" presStyleCnt="7"/>
      <dgm:spPr/>
    </dgm:pt>
    <dgm:pt modelId="{606C0F9D-6472-4802-982E-41446D84594C}" type="pres">
      <dgm:prSet presAssocID="{C7717AFD-683A-4EE6-A3F6-C6ED55572194}" presName="vert1" presStyleCnt="0"/>
      <dgm:spPr/>
    </dgm:pt>
    <dgm:pt modelId="{115A928C-6B87-4860-A684-0AD2D1ABB15D}" type="pres">
      <dgm:prSet presAssocID="{59F85A14-6291-42DE-99C6-957D9D31A5CF}" presName="thickLine" presStyleLbl="alignNode1" presStyleIdx="3" presStyleCnt="7"/>
      <dgm:spPr/>
    </dgm:pt>
    <dgm:pt modelId="{0207D793-6080-4F35-A59A-1F3C3D9358A7}" type="pres">
      <dgm:prSet presAssocID="{59F85A14-6291-42DE-99C6-957D9D31A5CF}" presName="horz1" presStyleCnt="0"/>
      <dgm:spPr/>
    </dgm:pt>
    <dgm:pt modelId="{13F54CFC-FB56-47CA-A205-DA97CB70AC7D}" type="pres">
      <dgm:prSet presAssocID="{59F85A14-6291-42DE-99C6-957D9D31A5CF}" presName="tx1" presStyleLbl="revTx" presStyleIdx="3" presStyleCnt="7"/>
      <dgm:spPr/>
    </dgm:pt>
    <dgm:pt modelId="{79F1141E-E20B-4AC4-9D4C-9954B4DF0310}" type="pres">
      <dgm:prSet presAssocID="{59F85A14-6291-42DE-99C6-957D9D31A5CF}" presName="vert1" presStyleCnt="0"/>
      <dgm:spPr/>
    </dgm:pt>
    <dgm:pt modelId="{05AEF541-1923-4C8F-AE3C-CFD658F947ED}" type="pres">
      <dgm:prSet presAssocID="{E9319F88-ABD6-4E7C-9F01-94E94A8E52BE}" presName="thickLine" presStyleLbl="alignNode1" presStyleIdx="4" presStyleCnt="7"/>
      <dgm:spPr/>
    </dgm:pt>
    <dgm:pt modelId="{0ABEE4B8-63F2-438E-9A74-71FFCD2E6997}" type="pres">
      <dgm:prSet presAssocID="{E9319F88-ABD6-4E7C-9F01-94E94A8E52BE}" presName="horz1" presStyleCnt="0"/>
      <dgm:spPr/>
    </dgm:pt>
    <dgm:pt modelId="{D76C88EF-7FB6-4302-B3EB-B6C13AB318BD}" type="pres">
      <dgm:prSet presAssocID="{E9319F88-ABD6-4E7C-9F01-94E94A8E52BE}" presName="tx1" presStyleLbl="revTx" presStyleIdx="4" presStyleCnt="7"/>
      <dgm:spPr/>
    </dgm:pt>
    <dgm:pt modelId="{A5C1644B-E3CF-4FD2-8009-44AD8160CC4A}" type="pres">
      <dgm:prSet presAssocID="{E9319F88-ABD6-4E7C-9F01-94E94A8E52BE}" presName="vert1" presStyleCnt="0"/>
      <dgm:spPr/>
    </dgm:pt>
    <dgm:pt modelId="{15758685-6145-4329-88F2-EDD89E8D6F44}" type="pres">
      <dgm:prSet presAssocID="{C8E47688-798E-40B9-AFC5-713C05C2695A}" presName="thickLine" presStyleLbl="alignNode1" presStyleIdx="5" presStyleCnt="7"/>
      <dgm:spPr/>
    </dgm:pt>
    <dgm:pt modelId="{407345D0-41EF-49BA-A8E5-58B6A8444BDC}" type="pres">
      <dgm:prSet presAssocID="{C8E47688-798E-40B9-AFC5-713C05C2695A}" presName="horz1" presStyleCnt="0"/>
      <dgm:spPr/>
    </dgm:pt>
    <dgm:pt modelId="{77FE4162-B91A-4C86-9FFC-D5C7B4517DC4}" type="pres">
      <dgm:prSet presAssocID="{C8E47688-798E-40B9-AFC5-713C05C2695A}" presName="tx1" presStyleLbl="revTx" presStyleIdx="5" presStyleCnt="7"/>
      <dgm:spPr/>
    </dgm:pt>
    <dgm:pt modelId="{4BFE20F5-C578-4676-8821-8A9B1286AC4D}" type="pres">
      <dgm:prSet presAssocID="{C8E47688-798E-40B9-AFC5-713C05C2695A}" presName="vert1" presStyleCnt="0"/>
      <dgm:spPr/>
    </dgm:pt>
    <dgm:pt modelId="{3A7D7AC9-ED43-4762-9547-96E2692D4EE0}" type="pres">
      <dgm:prSet presAssocID="{A07E81D9-DA53-406C-B59F-867AC0C266B2}" presName="thickLine" presStyleLbl="alignNode1" presStyleIdx="6" presStyleCnt="7"/>
      <dgm:spPr/>
    </dgm:pt>
    <dgm:pt modelId="{2CA69CCC-74E0-4B0E-A671-8841012FF520}" type="pres">
      <dgm:prSet presAssocID="{A07E81D9-DA53-406C-B59F-867AC0C266B2}" presName="horz1" presStyleCnt="0"/>
      <dgm:spPr/>
    </dgm:pt>
    <dgm:pt modelId="{5052A857-61B7-4A45-A778-3A92EC14572B}" type="pres">
      <dgm:prSet presAssocID="{A07E81D9-DA53-406C-B59F-867AC0C266B2}" presName="tx1" presStyleLbl="revTx" presStyleIdx="6" presStyleCnt="7"/>
      <dgm:spPr/>
    </dgm:pt>
    <dgm:pt modelId="{3B816EE5-87F9-479A-AFDA-88D1ED4D2EC3}" type="pres">
      <dgm:prSet presAssocID="{A07E81D9-DA53-406C-B59F-867AC0C266B2}" presName="vert1" presStyleCnt="0"/>
      <dgm:spPr/>
    </dgm:pt>
  </dgm:ptLst>
  <dgm:cxnLst>
    <dgm:cxn modelId="{86864805-8833-4B40-A997-31D7248D1557}" srcId="{A1A89657-2C85-43CE-932D-882B0CA72B41}" destId="{C7717AFD-683A-4EE6-A3F6-C6ED55572194}" srcOrd="2" destOrd="0" parTransId="{6E52864A-A6ED-46C4-B9CD-0D6A17F7D323}" sibTransId="{F536278E-4F6A-49BD-A012-AE854EA01430}"/>
    <dgm:cxn modelId="{A849800E-775F-4623-8C5C-676EC2C03F68}" srcId="{A1A89657-2C85-43CE-932D-882B0CA72B41}" destId="{A07E81D9-DA53-406C-B59F-867AC0C266B2}" srcOrd="6" destOrd="0" parTransId="{1942526A-7F89-4A9A-89B6-D8F511E8F93F}" sibTransId="{BDB06C6B-54EB-42CD-B6D9-70F91281E110}"/>
    <dgm:cxn modelId="{4076D212-4DD4-4953-937A-D77C8B4BA735}" srcId="{A1A89657-2C85-43CE-932D-882B0CA72B41}" destId="{8C716FD1-71B3-4A8D-BE5C-B9BEF34EC38C}" srcOrd="0" destOrd="0" parTransId="{5DC79C04-F693-4DA8-9B70-D34B33EBC298}" sibTransId="{076FB401-514C-429B-83D0-15FF2A357AEA}"/>
    <dgm:cxn modelId="{70B9E61E-1403-48AE-B002-0900812CF4D9}" srcId="{A1A89657-2C85-43CE-932D-882B0CA72B41}" destId="{8C05D86D-8899-4EDE-BF05-75AAC8552B3A}" srcOrd="1" destOrd="0" parTransId="{FA0E9817-9376-4FB6-9FBF-0BCAFFF04F36}" sibTransId="{D39C7C4D-F2D9-4925-81E1-2F4BEEAA0B89}"/>
    <dgm:cxn modelId="{36E6492E-9BDF-498E-B67F-A219FDDAE812}" type="presOf" srcId="{C8E47688-798E-40B9-AFC5-713C05C2695A}" destId="{77FE4162-B91A-4C86-9FFC-D5C7B4517DC4}" srcOrd="0" destOrd="0" presId="urn:microsoft.com/office/officeart/2008/layout/LinedList"/>
    <dgm:cxn modelId="{0E293632-C30C-418D-A9D9-74662F4D3BF3}" type="presOf" srcId="{8C716FD1-71B3-4A8D-BE5C-B9BEF34EC38C}" destId="{5BD22303-0804-49AB-8480-073BEC2E2E6A}" srcOrd="0" destOrd="0" presId="urn:microsoft.com/office/officeart/2008/layout/LinedList"/>
    <dgm:cxn modelId="{0A974E35-B811-4710-8395-8CCF4566B2B2}" type="presOf" srcId="{8C05D86D-8899-4EDE-BF05-75AAC8552B3A}" destId="{E18E1333-FA49-4239-8656-052011F96B06}" srcOrd="0" destOrd="0" presId="urn:microsoft.com/office/officeart/2008/layout/LinedList"/>
    <dgm:cxn modelId="{58F3639D-A7DA-4BC8-8BB5-DEEB5DF91F79}" type="presOf" srcId="{E9319F88-ABD6-4E7C-9F01-94E94A8E52BE}" destId="{D76C88EF-7FB6-4302-B3EB-B6C13AB318BD}" srcOrd="0" destOrd="0" presId="urn:microsoft.com/office/officeart/2008/layout/LinedList"/>
    <dgm:cxn modelId="{FC8B349F-8318-440F-A4AC-0FAD56A40538}" type="presOf" srcId="{A1A89657-2C85-43CE-932D-882B0CA72B41}" destId="{76E7EC01-53E4-4C06-A659-92B9897A3E1B}" srcOrd="0" destOrd="0" presId="urn:microsoft.com/office/officeart/2008/layout/LinedList"/>
    <dgm:cxn modelId="{592C2EB5-4064-4B78-A4CB-4B7579205EC5}" type="presOf" srcId="{A07E81D9-DA53-406C-B59F-867AC0C266B2}" destId="{5052A857-61B7-4A45-A778-3A92EC14572B}" srcOrd="0" destOrd="0" presId="urn:microsoft.com/office/officeart/2008/layout/LinedList"/>
    <dgm:cxn modelId="{7A8300B9-824F-4428-87F6-D69999126108}" srcId="{A1A89657-2C85-43CE-932D-882B0CA72B41}" destId="{C8E47688-798E-40B9-AFC5-713C05C2695A}" srcOrd="5" destOrd="0" parTransId="{A6A939E8-1FEB-4378-9437-1D6A064A425B}" sibTransId="{D3F4C979-69A4-454E-969A-EA0431377221}"/>
    <dgm:cxn modelId="{3431C6BA-99D7-43BB-A8CD-D3BC72AB6197}" type="presOf" srcId="{C7717AFD-683A-4EE6-A3F6-C6ED55572194}" destId="{480BEAC8-7F14-4F03-BCD5-5392D24FC5FE}" srcOrd="0" destOrd="0" presId="urn:microsoft.com/office/officeart/2008/layout/LinedList"/>
    <dgm:cxn modelId="{BE530AD4-DA27-4741-9164-F631376701F8}" type="presOf" srcId="{59F85A14-6291-42DE-99C6-957D9D31A5CF}" destId="{13F54CFC-FB56-47CA-A205-DA97CB70AC7D}" srcOrd="0" destOrd="0" presId="urn:microsoft.com/office/officeart/2008/layout/LinedList"/>
    <dgm:cxn modelId="{FEE775D8-AEC4-4935-92C8-000E98960D6B}" srcId="{A1A89657-2C85-43CE-932D-882B0CA72B41}" destId="{59F85A14-6291-42DE-99C6-957D9D31A5CF}" srcOrd="3" destOrd="0" parTransId="{96A9489E-87A9-4C50-9923-42FC2F7D0EA9}" sibTransId="{37496012-A51B-402C-8BA7-0880C3E141AB}"/>
    <dgm:cxn modelId="{8AD421E8-3A5C-455A-AF50-527D7EF318F5}" srcId="{A1A89657-2C85-43CE-932D-882B0CA72B41}" destId="{E9319F88-ABD6-4E7C-9F01-94E94A8E52BE}" srcOrd="4" destOrd="0" parTransId="{742225D3-6A2F-4A8F-9097-66EC8C27A931}" sibTransId="{E8B3BAFE-AE61-43C9-B071-F8A80722EABF}"/>
    <dgm:cxn modelId="{AB5239D8-5D1D-47FD-972B-1FD175D94B60}" type="presParOf" srcId="{76E7EC01-53E4-4C06-A659-92B9897A3E1B}" destId="{DA8A9C31-CE94-41A1-815D-4C3AE282E70A}" srcOrd="0" destOrd="0" presId="urn:microsoft.com/office/officeart/2008/layout/LinedList"/>
    <dgm:cxn modelId="{22912186-B31C-40BB-AD1D-EB514B9BB048}" type="presParOf" srcId="{76E7EC01-53E4-4C06-A659-92B9897A3E1B}" destId="{7A55BBBE-3053-4DF3-83D4-35889F9D1A79}" srcOrd="1" destOrd="0" presId="urn:microsoft.com/office/officeart/2008/layout/LinedList"/>
    <dgm:cxn modelId="{70042959-0073-4C13-A64A-267289F64DDC}" type="presParOf" srcId="{7A55BBBE-3053-4DF3-83D4-35889F9D1A79}" destId="{5BD22303-0804-49AB-8480-073BEC2E2E6A}" srcOrd="0" destOrd="0" presId="urn:microsoft.com/office/officeart/2008/layout/LinedList"/>
    <dgm:cxn modelId="{13A49C68-825A-42D7-B940-0D17C4CBC514}" type="presParOf" srcId="{7A55BBBE-3053-4DF3-83D4-35889F9D1A79}" destId="{F60CE794-E9A9-48B3-B4AE-F0B75F86ADB1}" srcOrd="1" destOrd="0" presId="urn:microsoft.com/office/officeart/2008/layout/LinedList"/>
    <dgm:cxn modelId="{00CCCC8C-59D2-4E65-A282-858E54A38049}" type="presParOf" srcId="{76E7EC01-53E4-4C06-A659-92B9897A3E1B}" destId="{6B495EF1-0F0D-4567-A5D2-9E75F71E042F}" srcOrd="2" destOrd="0" presId="urn:microsoft.com/office/officeart/2008/layout/LinedList"/>
    <dgm:cxn modelId="{2ABB3FAF-647A-4764-BD6E-FCAC65C277AE}" type="presParOf" srcId="{76E7EC01-53E4-4C06-A659-92B9897A3E1B}" destId="{8E3C8C67-F08A-4675-A6BC-692E6DC0155F}" srcOrd="3" destOrd="0" presId="urn:microsoft.com/office/officeart/2008/layout/LinedList"/>
    <dgm:cxn modelId="{75693B09-4180-4A6B-A87F-01F7F0D39617}" type="presParOf" srcId="{8E3C8C67-F08A-4675-A6BC-692E6DC0155F}" destId="{E18E1333-FA49-4239-8656-052011F96B06}" srcOrd="0" destOrd="0" presId="urn:microsoft.com/office/officeart/2008/layout/LinedList"/>
    <dgm:cxn modelId="{AD980067-D7FD-429C-ACFE-1E03BDFB15B7}" type="presParOf" srcId="{8E3C8C67-F08A-4675-A6BC-692E6DC0155F}" destId="{6BF103EC-F53A-483E-85C0-6E7D06160B38}" srcOrd="1" destOrd="0" presId="urn:microsoft.com/office/officeart/2008/layout/LinedList"/>
    <dgm:cxn modelId="{0CBADA28-D114-4C38-AB54-71E56BCEF5F8}" type="presParOf" srcId="{76E7EC01-53E4-4C06-A659-92B9897A3E1B}" destId="{5055466E-8E8F-498C-888F-32A03B5F2EBE}" srcOrd="4" destOrd="0" presId="urn:microsoft.com/office/officeart/2008/layout/LinedList"/>
    <dgm:cxn modelId="{F5FB595F-AD99-4204-803B-1A6D815DB236}" type="presParOf" srcId="{76E7EC01-53E4-4C06-A659-92B9897A3E1B}" destId="{E74C2059-27D7-414E-8D3C-62C5D6E29DC9}" srcOrd="5" destOrd="0" presId="urn:microsoft.com/office/officeart/2008/layout/LinedList"/>
    <dgm:cxn modelId="{EFA488E1-C632-49F5-AEF4-FA95711CDCE6}" type="presParOf" srcId="{E74C2059-27D7-414E-8D3C-62C5D6E29DC9}" destId="{480BEAC8-7F14-4F03-BCD5-5392D24FC5FE}" srcOrd="0" destOrd="0" presId="urn:microsoft.com/office/officeart/2008/layout/LinedList"/>
    <dgm:cxn modelId="{0452EBB4-5A88-418B-B328-50A99D7D7179}" type="presParOf" srcId="{E74C2059-27D7-414E-8D3C-62C5D6E29DC9}" destId="{606C0F9D-6472-4802-982E-41446D84594C}" srcOrd="1" destOrd="0" presId="urn:microsoft.com/office/officeart/2008/layout/LinedList"/>
    <dgm:cxn modelId="{9D027983-0525-40EC-AA82-DF6185DADE3D}" type="presParOf" srcId="{76E7EC01-53E4-4C06-A659-92B9897A3E1B}" destId="{115A928C-6B87-4860-A684-0AD2D1ABB15D}" srcOrd="6" destOrd="0" presId="urn:microsoft.com/office/officeart/2008/layout/LinedList"/>
    <dgm:cxn modelId="{80401C24-B95E-43F0-B800-4D7107635EB1}" type="presParOf" srcId="{76E7EC01-53E4-4C06-A659-92B9897A3E1B}" destId="{0207D793-6080-4F35-A59A-1F3C3D9358A7}" srcOrd="7" destOrd="0" presId="urn:microsoft.com/office/officeart/2008/layout/LinedList"/>
    <dgm:cxn modelId="{1D911EEA-D867-4857-9FDB-C17225668581}" type="presParOf" srcId="{0207D793-6080-4F35-A59A-1F3C3D9358A7}" destId="{13F54CFC-FB56-47CA-A205-DA97CB70AC7D}" srcOrd="0" destOrd="0" presId="urn:microsoft.com/office/officeart/2008/layout/LinedList"/>
    <dgm:cxn modelId="{0016929A-DA81-4948-A939-D236B24C225F}" type="presParOf" srcId="{0207D793-6080-4F35-A59A-1F3C3D9358A7}" destId="{79F1141E-E20B-4AC4-9D4C-9954B4DF0310}" srcOrd="1" destOrd="0" presId="urn:microsoft.com/office/officeart/2008/layout/LinedList"/>
    <dgm:cxn modelId="{6D16FA5B-FB13-45FD-B7BB-68034EAD59B4}" type="presParOf" srcId="{76E7EC01-53E4-4C06-A659-92B9897A3E1B}" destId="{05AEF541-1923-4C8F-AE3C-CFD658F947ED}" srcOrd="8" destOrd="0" presId="urn:microsoft.com/office/officeart/2008/layout/LinedList"/>
    <dgm:cxn modelId="{B5CDD0A0-63C2-4D49-A138-BC85B8D45A68}" type="presParOf" srcId="{76E7EC01-53E4-4C06-A659-92B9897A3E1B}" destId="{0ABEE4B8-63F2-438E-9A74-71FFCD2E6997}" srcOrd="9" destOrd="0" presId="urn:microsoft.com/office/officeart/2008/layout/LinedList"/>
    <dgm:cxn modelId="{AEF039FE-BC6E-435B-9F50-73D6013621BD}" type="presParOf" srcId="{0ABEE4B8-63F2-438E-9A74-71FFCD2E6997}" destId="{D76C88EF-7FB6-4302-B3EB-B6C13AB318BD}" srcOrd="0" destOrd="0" presId="urn:microsoft.com/office/officeart/2008/layout/LinedList"/>
    <dgm:cxn modelId="{18537DE7-5D9F-4477-BBC7-227F7619B015}" type="presParOf" srcId="{0ABEE4B8-63F2-438E-9A74-71FFCD2E6997}" destId="{A5C1644B-E3CF-4FD2-8009-44AD8160CC4A}" srcOrd="1" destOrd="0" presId="urn:microsoft.com/office/officeart/2008/layout/LinedList"/>
    <dgm:cxn modelId="{895DA5DA-417C-4537-8302-4BD88FEB36FD}" type="presParOf" srcId="{76E7EC01-53E4-4C06-A659-92B9897A3E1B}" destId="{15758685-6145-4329-88F2-EDD89E8D6F44}" srcOrd="10" destOrd="0" presId="urn:microsoft.com/office/officeart/2008/layout/LinedList"/>
    <dgm:cxn modelId="{3634AC57-052B-4763-85AA-D1AB2DAAB153}" type="presParOf" srcId="{76E7EC01-53E4-4C06-A659-92B9897A3E1B}" destId="{407345D0-41EF-49BA-A8E5-58B6A8444BDC}" srcOrd="11" destOrd="0" presId="urn:microsoft.com/office/officeart/2008/layout/LinedList"/>
    <dgm:cxn modelId="{80DC4492-AE49-44DC-9AE4-9150C9C76A95}" type="presParOf" srcId="{407345D0-41EF-49BA-A8E5-58B6A8444BDC}" destId="{77FE4162-B91A-4C86-9FFC-D5C7B4517DC4}" srcOrd="0" destOrd="0" presId="urn:microsoft.com/office/officeart/2008/layout/LinedList"/>
    <dgm:cxn modelId="{A20A2BE4-1564-490F-8FE2-CBC2F4678145}" type="presParOf" srcId="{407345D0-41EF-49BA-A8E5-58B6A8444BDC}" destId="{4BFE20F5-C578-4676-8821-8A9B1286AC4D}" srcOrd="1" destOrd="0" presId="urn:microsoft.com/office/officeart/2008/layout/LinedList"/>
    <dgm:cxn modelId="{75AA2F2E-07CE-4D7A-BE09-B80274E39092}" type="presParOf" srcId="{76E7EC01-53E4-4C06-A659-92B9897A3E1B}" destId="{3A7D7AC9-ED43-4762-9547-96E2692D4EE0}" srcOrd="12" destOrd="0" presId="urn:microsoft.com/office/officeart/2008/layout/LinedList"/>
    <dgm:cxn modelId="{A83E2926-19AB-40EF-9136-D3AFAA33EE4B}" type="presParOf" srcId="{76E7EC01-53E4-4C06-A659-92B9897A3E1B}" destId="{2CA69CCC-74E0-4B0E-A671-8841012FF520}" srcOrd="13" destOrd="0" presId="urn:microsoft.com/office/officeart/2008/layout/LinedList"/>
    <dgm:cxn modelId="{1C1874FB-3D1D-4698-9F8D-02FC9BFC1F9C}" type="presParOf" srcId="{2CA69CCC-74E0-4B0E-A671-8841012FF520}" destId="{5052A857-61B7-4A45-A778-3A92EC14572B}" srcOrd="0" destOrd="0" presId="urn:microsoft.com/office/officeart/2008/layout/LinedList"/>
    <dgm:cxn modelId="{FCD93751-F56F-4AD0-8260-302B9D22F8E3}" type="presParOf" srcId="{2CA69CCC-74E0-4B0E-A671-8841012FF520}" destId="{3B816EE5-87F9-479A-AFDA-88D1ED4D2EC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4E0C7C72-0116-4B16-8AD6-DD0B1A7563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2CA99B0-D0F4-4D0A-8CC0-E9F8AAA7CA99}">
      <dgm:prSet/>
      <dgm:spPr/>
      <dgm:t>
        <a:bodyPr/>
        <a:lstStyle/>
        <a:p>
          <a:r>
            <a:rPr lang="ru-RU" b="0" i="0"/>
            <a:t>Закарпаття</a:t>
          </a:r>
          <a:endParaRPr lang="uk-UA"/>
        </a:p>
      </dgm:t>
    </dgm:pt>
    <dgm:pt modelId="{3821A70E-F277-4C34-89CB-C278E217A85D}" type="parTrans" cxnId="{F6C365BC-933B-4516-AFBC-F4D1442179AF}">
      <dgm:prSet/>
      <dgm:spPr/>
      <dgm:t>
        <a:bodyPr/>
        <a:lstStyle/>
        <a:p>
          <a:endParaRPr lang="uk-UA"/>
        </a:p>
      </dgm:t>
    </dgm:pt>
    <dgm:pt modelId="{7DCE1D71-9D0C-479C-BD46-681412496575}" type="sibTrans" cxnId="{F6C365BC-933B-4516-AFBC-F4D1442179AF}">
      <dgm:prSet/>
      <dgm:spPr/>
      <dgm:t>
        <a:bodyPr/>
        <a:lstStyle/>
        <a:p>
          <a:endParaRPr lang="uk-UA"/>
        </a:p>
      </dgm:t>
    </dgm:pt>
    <dgm:pt modelId="{A9A4EC72-CD9A-4CB4-8EF1-653C6E8A049D}">
      <dgm:prSet/>
      <dgm:spPr/>
      <dgm:t>
        <a:bodyPr/>
        <a:lstStyle/>
        <a:p>
          <a:r>
            <a:rPr lang="ru-RU" b="0" i="0"/>
            <a:t>Східна Галичина</a:t>
          </a:r>
          <a:endParaRPr lang="uk-UA"/>
        </a:p>
      </dgm:t>
    </dgm:pt>
    <dgm:pt modelId="{47A1C1EF-A92E-41BA-A1C9-70ECDC216ADF}" type="parTrans" cxnId="{571317B0-D685-418F-8089-18EDA287A20B}">
      <dgm:prSet/>
      <dgm:spPr/>
      <dgm:t>
        <a:bodyPr/>
        <a:lstStyle/>
        <a:p>
          <a:endParaRPr lang="uk-UA"/>
        </a:p>
      </dgm:t>
    </dgm:pt>
    <dgm:pt modelId="{04B9462E-5222-4693-B87C-A857456BC375}" type="sibTrans" cxnId="{571317B0-D685-418F-8089-18EDA287A20B}">
      <dgm:prSet/>
      <dgm:spPr/>
      <dgm:t>
        <a:bodyPr/>
        <a:lstStyle/>
        <a:p>
          <a:endParaRPr lang="uk-UA"/>
        </a:p>
      </dgm:t>
    </dgm:pt>
    <dgm:pt modelId="{10A202D6-D6CA-489F-8463-82B7582B5629}">
      <dgm:prSet/>
      <dgm:spPr/>
      <dgm:t>
        <a:bodyPr/>
        <a:lstStyle/>
        <a:p>
          <a:r>
            <a:rPr lang="ru-RU" b="0" i="0"/>
            <a:t>Крим</a:t>
          </a:r>
          <a:endParaRPr lang="uk-UA"/>
        </a:p>
      </dgm:t>
    </dgm:pt>
    <dgm:pt modelId="{DBC70465-48F2-4DF8-A0C3-705A3744511C}" type="parTrans" cxnId="{2D5C030B-F468-445A-B54D-AF61BFDEDF0C}">
      <dgm:prSet/>
      <dgm:spPr/>
      <dgm:t>
        <a:bodyPr/>
        <a:lstStyle/>
        <a:p>
          <a:endParaRPr lang="uk-UA"/>
        </a:p>
      </dgm:t>
    </dgm:pt>
    <dgm:pt modelId="{9A6B12ED-AE16-4FA8-9C07-F63FD1F509FB}" type="sibTrans" cxnId="{2D5C030B-F468-445A-B54D-AF61BFDEDF0C}">
      <dgm:prSet/>
      <dgm:spPr/>
      <dgm:t>
        <a:bodyPr/>
        <a:lstStyle/>
        <a:p>
          <a:endParaRPr lang="uk-UA"/>
        </a:p>
      </dgm:t>
    </dgm:pt>
    <dgm:pt modelId="{0244BBB1-76B3-48F2-BC44-DBB98E589B5A}">
      <dgm:prSet/>
      <dgm:spPr/>
      <dgm:t>
        <a:bodyPr/>
        <a:lstStyle/>
        <a:p>
          <a:r>
            <a:rPr lang="ru-RU" b="0" i="0"/>
            <a:t>Північна Буковина</a:t>
          </a:r>
          <a:endParaRPr lang="uk-UA"/>
        </a:p>
      </dgm:t>
    </dgm:pt>
    <dgm:pt modelId="{9CD1C092-4BA1-483A-83AE-9E840E115AEA}" type="parTrans" cxnId="{78ED4D99-3FFD-4C85-A999-631D6FF24C1D}">
      <dgm:prSet/>
      <dgm:spPr/>
      <dgm:t>
        <a:bodyPr/>
        <a:lstStyle/>
        <a:p>
          <a:endParaRPr lang="uk-UA"/>
        </a:p>
      </dgm:t>
    </dgm:pt>
    <dgm:pt modelId="{6679BBAD-B11C-4A21-A263-CABCDEE6DD34}" type="sibTrans" cxnId="{78ED4D99-3FFD-4C85-A999-631D6FF24C1D}">
      <dgm:prSet/>
      <dgm:spPr/>
      <dgm:t>
        <a:bodyPr/>
        <a:lstStyle/>
        <a:p>
          <a:endParaRPr lang="uk-UA"/>
        </a:p>
      </dgm:t>
    </dgm:pt>
    <dgm:pt modelId="{59643CDB-D480-4A2E-BCFA-ED326EC22976}" type="pres">
      <dgm:prSet presAssocID="{4E0C7C72-0116-4B16-8AD6-DD0B1A7563AE}" presName="linear" presStyleCnt="0">
        <dgm:presLayoutVars>
          <dgm:animLvl val="lvl"/>
          <dgm:resizeHandles val="exact"/>
        </dgm:presLayoutVars>
      </dgm:prSet>
      <dgm:spPr/>
    </dgm:pt>
    <dgm:pt modelId="{D2DDC33E-049D-4902-965D-0BD21EC38037}" type="pres">
      <dgm:prSet presAssocID="{A2CA99B0-D0F4-4D0A-8CC0-E9F8AAA7CA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436BC9-E350-456B-B42F-8F0D03C23825}" type="pres">
      <dgm:prSet presAssocID="{7DCE1D71-9D0C-479C-BD46-681412496575}" presName="spacer" presStyleCnt="0"/>
      <dgm:spPr/>
    </dgm:pt>
    <dgm:pt modelId="{FBCA43FC-5B6A-4D49-91E2-5614AEC28855}" type="pres">
      <dgm:prSet presAssocID="{A9A4EC72-CD9A-4CB4-8EF1-653C6E8A049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D821F9-DBDC-48B4-A4CC-131F59BC047A}" type="pres">
      <dgm:prSet presAssocID="{04B9462E-5222-4693-B87C-A857456BC375}" presName="spacer" presStyleCnt="0"/>
      <dgm:spPr/>
    </dgm:pt>
    <dgm:pt modelId="{C00343FD-10DE-4280-B496-4EA63418057F}" type="pres">
      <dgm:prSet presAssocID="{10A202D6-D6CA-489F-8463-82B7582B56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085208-61C0-4789-9A33-523630BE96B1}" type="pres">
      <dgm:prSet presAssocID="{9A6B12ED-AE16-4FA8-9C07-F63FD1F509FB}" presName="spacer" presStyleCnt="0"/>
      <dgm:spPr/>
    </dgm:pt>
    <dgm:pt modelId="{D8C459D6-164F-40D7-B59D-8E3D07191555}" type="pres">
      <dgm:prSet presAssocID="{0244BBB1-76B3-48F2-BC44-DBB98E589B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D5C030B-F468-445A-B54D-AF61BFDEDF0C}" srcId="{4E0C7C72-0116-4B16-8AD6-DD0B1A7563AE}" destId="{10A202D6-D6CA-489F-8463-82B7582B5629}" srcOrd="2" destOrd="0" parTransId="{DBC70465-48F2-4DF8-A0C3-705A3744511C}" sibTransId="{9A6B12ED-AE16-4FA8-9C07-F63FD1F509FB}"/>
    <dgm:cxn modelId="{A4C72232-BB1E-4F16-9397-4CB388BB3AB6}" type="presOf" srcId="{A2CA99B0-D0F4-4D0A-8CC0-E9F8AAA7CA99}" destId="{D2DDC33E-049D-4902-965D-0BD21EC38037}" srcOrd="0" destOrd="0" presId="urn:microsoft.com/office/officeart/2005/8/layout/vList2"/>
    <dgm:cxn modelId="{11CE4B60-E262-43B0-A51C-E72B23C9584E}" type="presOf" srcId="{A9A4EC72-CD9A-4CB4-8EF1-653C6E8A049D}" destId="{FBCA43FC-5B6A-4D49-91E2-5614AEC28855}" srcOrd="0" destOrd="0" presId="urn:microsoft.com/office/officeart/2005/8/layout/vList2"/>
    <dgm:cxn modelId="{D6B3EB64-DE00-4B9C-8DEB-FF21B0FC7A07}" type="presOf" srcId="{4E0C7C72-0116-4B16-8AD6-DD0B1A7563AE}" destId="{59643CDB-D480-4A2E-BCFA-ED326EC22976}" srcOrd="0" destOrd="0" presId="urn:microsoft.com/office/officeart/2005/8/layout/vList2"/>
    <dgm:cxn modelId="{78ED4D99-3FFD-4C85-A999-631D6FF24C1D}" srcId="{4E0C7C72-0116-4B16-8AD6-DD0B1A7563AE}" destId="{0244BBB1-76B3-48F2-BC44-DBB98E589B5A}" srcOrd="3" destOrd="0" parTransId="{9CD1C092-4BA1-483A-83AE-9E840E115AEA}" sibTransId="{6679BBAD-B11C-4A21-A263-CABCDEE6DD34}"/>
    <dgm:cxn modelId="{DFA1C7A5-E5B1-4387-9A3D-95494EB2510B}" type="presOf" srcId="{10A202D6-D6CA-489F-8463-82B7582B5629}" destId="{C00343FD-10DE-4280-B496-4EA63418057F}" srcOrd="0" destOrd="0" presId="urn:microsoft.com/office/officeart/2005/8/layout/vList2"/>
    <dgm:cxn modelId="{571317B0-D685-418F-8089-18EDA287A20B}" srcId="{4E0C7C72-0116-4B16-8AD6-DD0B1A7563AE}" destId="{A9A4EC72-CD9A-4CB4-8EF1-653C6E8A049D}" srcOrd="1" destOrd="0" parTransId="{47A1C1EF-A92E-41BA-A1C9-70ECDC216ADF}" sibTransId="{04B9462E-5222-4693-B87C-A857456BC375}"/>
    <dgm:cxn modelId="{F6C365BC-933B-4516-AFBC-F4D1442179AF}" srcId="{4E0C7C72-0116-4B16-8AD6-DD0B1A7563AE}" destId="{A2CA99B0-D0F4-4D0A-8CC0-E9F8AAA7CA99}" srcOrd="0" destOrd="0" parTransId="{3821A70E-F277-4C34-89CB-C278E217A85D}" sibTransId="{7DCE1D71-9D0C-479C-BD46-681412496575}"/>
    <dgm:cxn modelId="{368300F0-6EC9-4677-BBD0-18FA6B4BAEFF}" type="presOf" srcId="{0244BBB1-76B3-48F2-BC44-DBB98E589B5A}" destId="{D8C459D6-164F-40D7-B59D-8E3D07191555}" srcOrd="0" destOrd="0" presId="urn:microsoft.com/office/officeart/2005/8/layout/vList2"/>
    <dgm:cxn modelId="{34C33AEF-C1FC-4C85-957E-3D6C5D610269}" type="presParOf" srcId="{59643CDB-D480-4A2E-BCFA-ED326EC22976}" destId="{D2DDC33E-049D-4902-965D-0BD21EC38037}" srcOrd="0" destOrd="0" presId="urn:microsoft.com/office/officeart/2005/8/layout/vList2"/>
    <dgm:cxn modelId="{818FFEFC-18FE-4C5D-ADBE-F9C2F328CFC7}" type="presParOf" srcId="{59643CDB-D480-4A2E-BCFA-ED326EC22976}" destId="{13436BC9-E350-456B-B42F-8F0D03C23825}" srcOrd="1" destOrd="0" presId="urn:microsoft.com/office/officeart/2005/8/layout/vList2"/>
    <dgm:cxn modelId="{069211F9-911D-48EF-8E71-3F127C5F1767}" type="presParOf" srcId="{59643CDB-D480-4A2E-BCFA-ED326EC22976}" destId="{FBCA43FC-5B6A-4D49-91E2-5614AEC28855}" srcOrd="2" destOrd="0" presId="urn:microsoft.com/office/officeart/2005/8/layout/vList2"/>
    <dgm:cxn modelId="{B65DC721-15E7-4EDA-B554-B78012C43111}" type="presParOf" srcId="{59643CDB-D480-4A2E-BCFA-ED326EC22976}" destId="{C5D821F9-DBDC-48B4-A4CC-131F59BC047A}" srcOrd="3" destOrd="0" presId="urn:microsoft.com/office/officeart/2005/8/layout/vList2"/>
    <dgm:cxn modelId="{8998DEE8-BA66-46A1-ABC2-69EBB1ECD3C0}" type="presParOf" srcId="{59643CDB-D480-4A2E-BCFA-ED326EC22976}" destId="{C00343FD-10DE-4280-B496-4EA63418057F}" srcOrd="4" destOrd="0" presId="urn:microsoft.com/office/officeart/2005/8/layout/vList2"/>
    <dgm:cxn modelId="{09194402-93F3-445E-8507-15E0066B5C70}" type="presParOf" srcId="{59643CDB-D480-4A2E-BCFA-ED326EC22976}" destId="{F7085208-61C0-4789-9A33-523630BE96B1}" srcOrd="5" destOrd="0" presId="urn:microsoft.com/office/officeart/2005/8/layout/vList2"/>
    <dgm:cxn modelId="{BCF68C7D-6840-4768-B461-F54454FC7288}" type="presParOf" srcId="{59643CDB-D480-4A2E-BCFA-ED326EC22976}" destId="{D8C459D6-164F-40D7-B59D-8E3D0719155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E04D0-F459-479A-B185-7C9E65716B57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«Барбаросса»</a:t>
          </a:r>
          <a:endParaRPr lang="uk-UA" sz="3900" kern="1200"/>
        </a:p>
      </dsp:txBody>
      <dsp:txXfrm>
        <a:off x="44549" y="80244"/>
        <a:ext cx="4975567" cy="823502"/>
      </dsp:txXfrm>
    </dsp:sp>
    <dsp:sp modelId="{C52A7686-E23A-4A83-A70F-82284FA352E0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«Ост»</a:t>
          </a:r>
          <a:endParaRPr lang="uk-UA" sz="3900" kern="1200"/>
        </a:p>
      </dsp:txBody>
      <dsp:txXfrm>
        <a:off x="44549" y="1105164"/>
        <a:ext cx="4975567" cy="823502"/>
      </dsp:txXfrm>
    </dsp:sp>
    <dsp:sp modelId="{C87B6867-D446-45E4-9946-9E14281064E0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«Цитадель»</a:t>
          </a:r>
          <a:endParaRPr lang="uk-UA" sz="3900" kern="1200"/>
        </a:p>
      </dsp:txBody>
      <dsp:txXfrm>
        <a:off x="44549" y="2130084"/>
        <a:ext cx="4975567" cy="823502"/>
      </dsp:txXfrm>
    </dsp:sp>
    <dsp:sp modelId="{DDB5E00C-79A5-4C76-A34A-FC6985EFDE6F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«Вісла»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7E8AB-BB02-4903-96F9-1D297BDFB794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Галичини</a:t>
          </a:r>
          <a:endParaRPr lang="uk-UA" sz="3900" kern="1200"/>
        </a:p>
      </dsp:txBody>
      <dsp:txXfrm>
        <a:off x="44549" y="80244"/>
        <a:ext cx="4975567" cy="823502"/>
      </dsp:txXfrm>
    </dsp:sp>
    <dsp:sp modelId="{AFA05C24-F1C1-43B7-AFDF-E5B5A712813B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Волині</a:t>
          </a:r>
          <a:endParaRPr lang="uk-UA" sz="3900" kern="1200"/>
        </a:p>
      </dsp:txBody>
      <dsp:txXfrm>
        <a:off x="44549" y="1105164"/>
        <a:ext cx="4975567" cy="823502"/>
      </dsp:txXfrm>
    </dsp:sp>
    <dsp:sp modelId="{1024DAAF-FCDF-4CD1-8506-27A653C478DD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Закарпаття</a:t>
          </a:r>
          <a:endParaRPr lang="uk-UA" sz="3900" kern="1200"/>
        </a:p>
      </dsp:txBody>
      <dsp:txXfrm>
        <a:off x="44549" y="2130084"/>
        <a:ext cx="4975567" cy="823502"/>
      </dsp:txXfrm>
    </dsp:sp>
    <dsp:sp modelId="{9B4ACAEA-262B-4179-A2BE-AF1C439C0E8C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Буковини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95845-93A8-4D15-B8BB-ED91917AF77C}">
      <dsp:nvSpPr>
        <dsp:cNvPr id="0" name=""/>
        <dsp:cNvSpPr/>
      </dsp:nvSpPr>
      <dsp:spPr>
        <a:xfrm>
          <a:off x="0" y="643195"/>
          <a:ext cx="5064665" cy="656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очільниками Організації українських націоналістів.</a:t>
          </a:r>
          <a:endParaRPr lang="uk-UA" sz="1700" kern="1200"/>
        </a:p>
      </dsp:txBody>
      <dsp:txXfrm>
        <a:off x="32041" y="675236"/>
        <a:ext cx="5000583" cy="592288"/>
      </dsp:txXfrm>
    </dsp:sp>
    <dsp:sp modelId="{E5D967F1-89CE-404C-BAA7-4BB1014FDE41}">
      <dsp:nvSpPr>
        <dsp:cNvPr id="0" name=""/>
        <dsp:cNvSpPr/>
      </dsp:nvSpPr>
      <dsp:spPr>
        <a:xfrm>
          <a:off x="0" y="1348525"/>
          <a:ext cx="5064665" cy="656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керівниками руху Опору в роки Другої світової війни.</a:t>
          </a:r>
          <a:endParaRPr lang="uk-UA" sz="1700" kern="1200"/>
        </a:p>
      </dsp:txBody>
      <dsp:txXfrm>
        <a:off x="32041" y="1380566"/>
        <a:ext cx="5000583" cy="592288"/>
      </dsp:txXfrm>
    </dsp:sp>
    <dsp:sp modelId="{408250CE-407A-46AE-9298-7370CF73FA54}">
      <dsp:nvSpPr>
        <dsp:cNvPr id="0" name=""/>
        <dsp:cNvSpPr/>
      </dsp:nvSpPr>
      <dsp:spPr>
        <a:xfrm>
          <a:off x="0" y="2053855"/>
          <a:ext cx="5064665" cy="656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керівниками перших загонів Української повстанської армії.</a:t>
          </a:r>
          <a:endParaRPr lang="uk-UA" sz="1700" kern="1200"/>
        </a:p>
      </dsp:txBody>
      <dsp:txXfrm>
        <a:off x="32041" y="2085896"/>
        <a:ext cx="5000583" cy="592288"/>
      </dsp:txXfrm>
    </dsp:sp>
    <dsp:sp modelId="{45A4CA4D-0BCA-4E2F-9E91-1BD8B0B09EE0}">
      <dsp:nvSpPr>
        <dsp:cNvPr id="0" name=""/>
        <dsp:cNvSpPr/>
      </dsp:nvSpPr>
      <dsp:spPr>
        <a:xfrm>
          <a:off x="0" y="2759185"/>
          <a:ext cx="5064665" cy="6563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жертвами терористичних актів, організованих радянськими органами держбезпеки</a:t>
          </a:r>
          <a:endParaRPr lang="uk-UA" sz="1700" kern="1200"/>
        </a:p>
      </dsp:txBody>
      <dsp:txXfrm>
        <a:off x="32041" y="2791226"/>
        <a:ext cx="5000583" cy="5922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EEBFF-F98F-4EE5-8F49-E11CDB9CCC85}">
      <dsp:nvSpPr>
        <dsp:cNvPr id="0" name=""/>
        <dsp:cNvSpPr/>
      </dsp:nvSpPr>
      <dsp:spPr>
        <a:xfrm>
          <a:off x="0" y="109894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Ухвалення Декларації про возз’єднання Західної України з УРСР у складі СРСР.</a:t>
          </a:r>
          <a:endParaRPr lang="uk-UA" sz="1700" kern="1200"/>
        </a:p>
      </dsp:txBody>
      <dsp:txXfrm>
        <a:off x="45058" y="154952"/>
        <a:ext cx="4974549" cy="832904"/>
      </dsp:txXfrm>
    </dsp:sp>
    <dsp:sp modelId="{E6D13A8B-9B55-43FA-B33B-910767DAEE4E}">
      <dsp:nvSpPr>
        <dsp:cNvPr id="0" name=""/>
        <dsp:cNvSpPr/>
      </dsp:nvSpPr>
      <dsp:spPr>
        <a:xfrm>
          <a:off x="0" y="1081875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Надання Закарпаттю автономного статусу у складі Чехо-Словацької Республіки.</a:t>
          </a:r>
          <a:endParaRPr lang="uk-UA" sz="1700" kern="1200"/>
        </a:p>
      </dsp:txBody>
      <dsp:txXfrm>
        <a:off x="45058" y="1126933"/>
        <a:ext cx="4974549" cy="832904"/>
      </dsp:txXfrm>
    </dsp:sp>
    <dsp:sp modelId="{9B5B933B-1B12-40A9-89AB-32979928DFBD}">
      <dsp:nvSpPr>
        <dsp:cNvPr id="0" name=""/>
        <dsp:cNvSpPr/>
      </dsp:nvSpPr>
      <dsp:spPr>
        <a:xfrm>
          <a:off x="0" y="2053855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Підписання Московського договору між СРСР і Німеччиною про ненапад (пакт «Молотова–Ріббентропа»).</a:t>
          </a:r>
          <a:endParaRPr lang="uk-UA" sz="1700" kern="1200"/>
        </a:p>
      </dsp:txBody>
      <dsp:txXfrm>
        <a:off x="45058" y="2098913"/>
        <a:ext cx="4974549" cy="832904"/>
      </dsp:txXfrm>
    </dsp:sp>
    <dsp:sp modelId="{90D113FC-EB05-4A16-9250-182932A28F98}">
      <dsp:nvSpPr>
        <dsp:cNvPr id="0" name=""/>
        <dsp:cNvSpPr/>
      </dsp:nvSpPr>
      <dsp:spPr>
        <a:xfrm>
          <a:off x="0" y="3025835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Укладення Мюнхенської угоди між Німеччиною та Великобританією, Францією, Італією.</a:t>
          </a:r>
          <a:endParaRPr lang="uk-UA" sz="1700" kern="1200"/>
        </a:p>
      </dsp:txBody>
      <dsp:txXfrm>
        <a:off x="45058" y="3070893"/>
        <a:ext cx="4974549" cy="8329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602E8-0392-4981-821D-334116A250F2}">
      <dsp:nvSpPr>
        <dsp:cNvPr id="0" name=""/>
        <dsp:cNvSpPr/>
      </dsp:nvSpPr>
      <dsp:spPr>
        <a:xfrm>
          <a:off x="0" y="109894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початку Другої світової війни та Великої Вітчизняної війни.</a:t>
          </a:r>
          <a:endParaRPr lang="uk-UA" sz="1700" kern="1200"/>
        </a:p>
      </dsp:txBody>
      <dsp:txXfrm>
        <a:off x="45058" y="154952"/>
        <a:ext cx="4974549" cy="832904"/>
      </dsp:txXfrm>
    </dsp:sp>
    <dsp:sp modelId="{F7FF1AE6-E6F2-4A22-A8B0-A60ACF4B0041}">
      <dsp:nvSpPr>
        <dsp:cNvPr id="0" name=""/>
        <dsp:cNvSpPr/>
      </dsp:nvSpPr>
      <dsp:spPr>
        <a:xfrm>
          <a:off x="0" y="1081875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укладення Мюнхенської угоди та пакту «Молотова-Ріббентропа».</a:t>
          </a:r>
          <a:endParaRPr lang="uk-UA" sz="1700" kern="1200"/>
        </a:p>
      </dsp:txBody>
      <dsp:txXfrm>
        <a:off x="45058" y="1126933"/>
        <a:ext cx="4974549" cy="832904"/>
      </dsp:txXfrm>
    </dsp:sp>
    <dsp:sp modelId="{7987312C-924A-4CC0-9F5C-D7E5777DF607}">
      <dsp:nvSpPr>
        <dsp:cNvPr id="0" name=""/>
        <dsp:cNvSpPr/>
      </dsp:nvSpPr>
      <dsp:spPr>
        <a:xfrm>
          <a:off x="0" y="2053855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включення Західної України, Бессарабії та Північної Буковини до складу У</a:t>
          </a:r>
          <a:r>
            <a:rPr lang="en-US" sz="1700" b="0" i="0" kern="1200"/>
            <a:t>PCP.</a:t>
          </a:r>
          <a:endParaRPr lang="uk-UA" sz="1700" kern="1200"/>
        </a:p>
      </dsp:txBody>
      <dsp:txXfrm>
        <a:off x="45058" y="2098913"/>
        <a:ext cx="4974549" cy="832904"/>
      </dsp:txXfrm>
    </dsp:sp>
    <dsp:sp modelId="{77C5E989-A434-487E-8F5A-AD392591DE3B}">
      <dsp:nvSpPr>
        <dsp:cNvPr id="0" name=""/>
        <dsp:cNvSpPr/>
      </dsp:nvSpPr>
      <dsp:spPr>
        <a:xfrm>
          <a:off x="0" y="3025835"/>
          <a:ext cx="5064665" cy="923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проголошення незалежності Карпатської України та Акта про відновлення Української держави</a:t>
          </a:r>
          <a:endParaRPr lang="uk-UA" sz="1700" kern="1200"/>
        </a:p>
      </dsp:txBody>
      <dsp:txXfrm>
        <a:off x="45058" y="3070893"/>
        <a:ext cx="4974549" cy="8329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A2BD86-E9B0-4CCD-9E7E-4C506D10B0C2}">
      <dsp:nvSpPr>
        <dsp:cNvPr id="0" name=""/>
        <dsp:cNvSpPr/>
      </dsp:nvSpPr>
      <dsp:spPr>
        <a:xfrm>
          <a:off x="0" y="0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D71C6-6727-4BDA-9494-899FC82189D8}">
      <dsp:nvSpPr>
        <dsp:cNvPr id="0" name=""/>
        <dsp:cNvSpPr/>
      </dsp:nvSpPr>
      <dsp:spPr>
        <a:xfrm>
          <a:off x="0" y="0"/>
          <a:ext cx="5064665" cy="10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Франції на Німеччину.</a:t>
          </a:r>
          <a:endParaRPr lang="uk-UA" sz="2900" kern="1200"/>
        </a:p>
      </dsp:txBody>
      <dsp:txXfrm>
        <a:off x="0" y="0"/>
        <a:ext cx="5064665" cy="1014687"/>
      </dsp:txXfrm>
    </dsp:sp>
    <dsp:sp modelId="{CA9B7CF5-C005-4556-B624-6C4AA407EC00}">
      <dsp:nvSpPr>
        <dsp:cNvPr id="0" name=""/>
        <dsp:cNvSpPr/>
      </dsp:nvSpPr>
      <dsp:spPr>
        <a:xfrm>
          <a:off x="0" y="1014687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530247-BC6C-4C06-B074-AEDDAD5A9591}">
      <dsp:nvSpPr>
        <dsp:cNvPr id="0" name=""/>
        <dsp:cNvSpPr/>
      </dsp:nvSpPr>
      <dsp:spPr>
        <a:xfrm>
          <a:off x="0" y="1014687"/>
          <a:ext cx="5064665" cy="10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Німеччини на Радянський Союз.</a:t>
          </a:r>
          <a:endParaRPr lang="uk-UA" sz="2900" kern="1200"/>
        </a:p>
      </dsp:txBody>
      <dsp:txXfrm>
        <a:off x="0" y="1014687"/>
        <a:ext cx="5064665" cy="1014687"/>
      </dsp:txXfrm>
    </dsp:sp>
    <dsp:sp modelId="{32C5B44C-FE63-44F8-AAC1-894005E96E86}">
      <dsp:nvSpPr>
        <dsp:cNvPr id="0" name=""/>
        <dsp:cNvSpPr/>
      </dsp:nvSpPr>
      <dsp:spPr>
        <a:xfrm>
          <a:off x="0" y="2029375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460A1-DE5F-4E62-9AF7-C82FB36780FA}">
      <dsp:nvSpPr>
        <dsp:cNvPr id="0" name=""/>
        <dsp:cNvSpPr/>
      </dsp:nvSpPr>
      <dsp:spPr>
        <a:xfrm>
          <a:off x="0" y="2029375"/>
          <a:ext cx="5064665" cy="10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Радянського Союзу на Фінляндію.</a:t>
          </a:r>
          <a:endParaRPr lang="uk-UA" sz="2900" kern="1200"/>
        </a:p>
      </dsp:txBody>
      <dsp:txXfrm>
        <a:off x="0" y="2029375"/>
        <a:ext cx="5064665" cy="1014687"/>
      </dsp:txXfrm>
    </dsp:sp>
    <dsp:sp modelId="{9870A369-E391-48DF-853C-ED9CBBC03BCC}">
      <dsp:nvSpPr>
        <dsp:cNvPr id="0" name=""/>
        <dsp:cNvSpPr/>
      </dsp:nvSpPr>
      <dsp:spPr>
        <a:xfrm>
          <a:off x="0" y="3044063"/>
          <a:ext cx="50646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2BF13E-AE85-4465-B27A-AF5C36DCD3EC}">
      <dsp:nvSpPr>
        <dsp:cNvPr id="0" name=""/>
        <dsp:cNvSpPr/>
      </dsp:nvSpPr>
      <dsp:spPr>
        <a:xfrm>
          <a:off x="0" y="3044063"/>
          <a:ext cx="5064665" cy="101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Німеччини на Польщу.</a:t>
          </a:r>
          <a:endParaRPr lang="uk-UA" sz="2900" kern="1200"/>
        </a:p>
      </dsp:txBody>
      <dsp:txXfrm>
        <a:off x="0" y="3044063"/>
        <a:ext cx="5064665" cy="10146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60446-AF0D-4873-83AF-61DD8BD52E41}">
      <dsp:nvSpPr>
        <dsp:cNvPr id="0" name=""/>
        <dsp:cNvSpPr/>
      </dsp:nvSpPr>
      <dsp:spPr>
        <a:xfrm>
          <a:off x="0" y="14095"/>
          <a:ext cx="5064665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Підписання Московського договору між СРСР і Німеччиною про ненапад (Пакт «Молотова — Ріббентропа»).</a:t>
          </a:r>
          <a:endParaRPr lang="uk-UA" sz="1800" kern="1200"/>
        </a:p>
      </dsp:txBody>
      <dsp:txXfrm>
        <a:off x="47291" y="61386"/>
        <a:ext cx="4970083" cy="874177"/>
      </dsp:txXfrm>
    </dsp:sp>
    <dsp:sp modelId="{DEF43CD1-E990-4780-AF4D-073C86AF9EDC}">
      <dsp:nvSpPr>
        <dsp:cNvPr id="0" name=""/>
        <dsp:cNvSpPr/>
      </dsp:nvSpPr>
      <dsp:spPr>
        <a:xfrm>
          <a:off x="0" y="1034695"/>
          <a:ext cx="5064665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Підписання РСФРР та УСРР Ризького мирного договору з Польською Республікою.</a:t>
          </a:r>
          <a:endParaRPr lang="uk-UA" sz="1800" kern="1200"/>
        </a:p>
      </dsp:txBody>
      <dsp:txXfrm>
        <a:off x="47291" y="1081986"/>
        <a:ext cx="4970083" cy="874177"/>
      </dsp:txXfrm>
    </dsp:sp>
    <dsp:sp modelId="{9C0802D3-7CE1-4D77-961E-0AD400C46363}">
      <dsp:nvSpPr>
        <dsp:cNvPr id="0" name=""/>
        <dsp:cNvSpPr/>
      </dsp:nvSpPr>
      <dsp:spPr>
        <a:xfrm>
          <a:off x="0" y="2055295"/>
          <a:ext cx="5064665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Підписання Брест-Литовського договору між УНР, Німеччиною та її союзниками.</a:t>
          </a:r>
          <a:endParaRPr lang="uk-UA" sz="1800" kern="1200"/>
        </a:p>
      </dsp:txBody>
      <dsp:txXfrm>
        <a:off x="47291" y="2102586"/>
        <a:ext cx="4970083" cy="874177"/>
      </dsp:txXfrm>
    </dsp:sp>
    <dsp:sp modelId="{895351D6-8D77-40FA-9E68-6F9EE4AF9CFD}">
      <dsp:nvSpPr>
        <dsp:cNvPr id="0" name=""/>
        <dsp:cNvSpPr/>
      </dsp:nvSpPr>
      <dsp:spPr>
        <a:xfrm>
          <a:off x="0" y="3075895"/>
          <a:ext cx="5064665" cy="968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Укладення Мюнхенської угоди між Німеччиною та Великою Британією, Францією, Італією.</a:t>
          </a:r>
          <a:endParaRPr lang="uk-UA" sz="1800" kern="1200"/>
        </a:p>
      </dsp:txBody>
      <dsp:txXfrm>
        <a:off x="47291" y="3123186"/>
        <a:ext cx="4970083" cy="87417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FE876F-D85F-46E1-BA8C-DFCE8DD07F47}">
      <dsp:nvSpPr>
        <dsp:cNvPr id="0" name=""/>
        <dsp:cNvSpPr/>
      </dsp:nvSpPr>
      <dsp:spPr>
        <a:xfrm>
          <a:off x="502957" y="0"/>
          <a:ext cx="4058751" cy="405875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E4A66C-FAFB-4A9A-881A-7D89B97BCBE1}">
      <dsp:nvSpPr>
        <dsp:cNvPr id="0" name=""/>
        <dsp:cNvSpPr/>
      </dsp:nvSpPr>
      <dsp:spPr>
        <a:xfrm>
          <a:off x="888538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23 серпня 1939 р.</a:t>
          </a:r>
          <a:endParaRPr lang="uk-UA" sz="2600" kern="1200"/>
        </a:p>
      </dsp:txBody>
      <dsp:txXfrm>
        <a:off x="965809" y="462852"/>
        <a:ext cx="1428370" cy="1428370"/>
      </dsp:txXfrm>
    </dsp:sp>
    <dsp:sp modelId="{61454773-B722-4EBB-9756-E4D63FF3E9D1}">
      <dsp:nvSpPr>
        <dsp:cNvPr id="0" name=""/>
        <dsp:cNvSpPr/>
      </dsp:nvSpPr>
      <dsp:spPr>
        <a:xfrm>
          <a:off x="2593213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1 вересня 1939 р.</a:t>
          </a:r>
          <a:endParaRPr lang="uk-UA" sz="2600" kern="1200"/>
        </a:p>
      </dsp:txBody>
      <dsp:txXfrm>
        <a:off x="2670484" y="462852"/>
        <a:ext cx="1428370" cy="1428370"/>
      </dsp:txXfrm>
    </dsp:sp>
    <dsp:sp modelId="{7F940A78-13C5-4540-95B3-93470201FCA6}">
      <dsp:nvSpPr>
        <dsp:cNvPr id="0" name=""/>
        <dsp:cNvSpPr/>
      </dsp:nvSpPr>
      <dsp:spPr>
        <a:xfrm>
          <a:off x="888538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17 вересня 1939 р.</a:t>
          </a:r>
          <a:endParaRPr lang="uk-UA" sz="2600" kern="1200"/>
        </a:p>
      </dsp:txBody>
      <dsp:txXfrm>
        <a:off x="965809" y="2167527"/>
        <a:ext cx="1428370" cy="1428370"/>
      </dsp:txXfrm>
    </dsp:sp>
    <dsp:sp modelId="{1ADD16B8-41F5-4C49-9A72-F87C12EE7F6C}">
      <dsp:nvSpPr>
        <dsp:cNvPr id="0" name=""/>
        <dsp:cNvSpPr/>
      </dsp:nvSpPr>
      <dsp:spPr>
        <a:xfrm>
          <a:off x="2593213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22 червня 1941 р.</a:t>
          </a:r>
          <a:endParaRPr lang="uk-UA" sz="2600" kern="1200"/>
        </a:p>
      </dsp:txBody>
      <dsp:txXfrm>
        <a:off x="2670484" y="2167527"/>
        <a:ext cx="1428370" cy="14283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53BF9-77CD-40E7-B608-C560B6F1B271}">
      <dsp:nvSpPr>
        <dsp:cNvPr id="0" name=""/>
        <dsp:cNvSpPr/>
      </dsp:nvSpPr>
      <dsp:spPr>
        <a:xfrm>
          <a:off x="0" y="3985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укладення Німеччиною та Японією Антикомінтернівського пакту.</a:t>
          </a:r>
          <a:endParaRPr lang="uk-UA" sz="2000" kern="1200"/>
        </a:p>
      </dsp:txBody>
      <dsp:txXfrm>
        <a:off x="37696" y="436271"/>
        <a:ext cx="4989273" cy="696808"/>
      </dsp:txXfrm>
    </dsp:sp>
    <dsp:sp modelId="{CCD9CE01-9228-403C-B31F-3541EDD1CD3A}">
      <dsp:nvSpPr>
        <dsp:cNvPr id="0" name=""/>
        <dsp:cNvSpPr/>
      </dsp:nvSpPr>
      <dsp:spPr>
        <a:xfrm>
          <a:off x="0" y="12283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підписання Німеччиною та Радянським Союзом договору про ненапад.</a:t>
          </a:r>
          <a:endParaRPr lang="uk-UA" sz="2000" kern="1200"/>
        </a:p>
      </dsp:txBody>
      <dsp:txXfrm>
        <a:off x="37696" y="1266071"/>
        <a:ext cx="4989273" cy="696808"/>
      </dsp:txXfrm>
    </dsp:sp>
    <dsp:sp modelId="{B4CF8E2C-AB6B-4540-A627-7BD324221E94}">
      <dsp:nvSpPr>
        <dsp:cNvPr id="0" name=""/>
        <dsp:cNvSpPr/>
      </dsp:nvSpPr>
      <dsp:spPr>
        <a:xfrm>
          <a:off x="0" y="20581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підписання Німеччиною та Італією Мюнхенської угоди.</a:t>
          </a:r>
          <a:endParaRPr lang="uk-UA" sz="2000" kern="1200"/>
        </a:p>
      </dsp:txBody>
      <dsp:txXfrm>
        <a:off x="37696" y="2095871"/>
        <a:ext cx="4989273" cy="696808"/>
      </dsp:txXfrm>
    </dsp:sp>
    <dsp:sp modelId="{6F452F57-9A37-4C55-A059-6713C44528FC}">
      <dsp:nvSpPr>
        <dsp:cNvPr id="0" name=""/>
        <dsp:cNvSpPr/>
      </dsp:nvSpPr>
      <dsp:spPr>
        <a:xfrm>
          <a:off x="0" y="2887975"/>
          <a:ext cx="50646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здійснення Німеччиною «аншлюсу» Австрії.</a:t>
          </a:r>
          <a:endParaRPr lang="uk-UA" sz="2000" kern="1200"/>
        </a:p>
      </dsp:txBody>
      <dsp:txXfrm>
        <a:off x="37696" y="2925671"/>
        <a:ext cx="4989273" cy="69680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1FCC4-1D43-4B90-904F-02110772F1D4}">
      <dsp:nvSpPr>
        <dsp:cNvPr id="0" name=""/>
        <dsp:cNvSpPr/>
      </dsp:nvSpPr>
      <dsp:spPr>
        <a:xfrm>
          <a:off x="0" y="235495"/>
          <a:ext cx="5064665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установлення на західноукраїнських землях «нового порядку».</a:t>
          </a:r>
          <a:endParaRPr lang="uk-UA" sz="2200" kern="1200"/>
        </a:p>
      </dsp:txBody>
      <dsp:txXfrm>
        <a:off x="41465" y="276960"/>
        <a:ext cx="4981735" cy="766490"/>
      </dsp:txXfrm>
    </dsp:sp>
    <dsp:sp modelId="{ABAE97EB-65D4-4A18-93F7-623DBA22E814}">
      <dsp:nvSpPr>
        <dsp:cNvPr id="0" name=""/>
        <dsp:cNvSpPr/>
      </dsp:nvSpPr>
      <dsp:spPr>
        <a:xfrm>
          <a:off x="0" y="1148275"/>
          <a:ext cx="5064665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розмежування «сфер інтересів» між СРСР та Німеччиною.</a:t>
          </a:r>
          <a:endParaRPr lang="uk-UA" sz="2200" kern="1200"/>
        </a:p>
      </dsp:txBody>
      <dsp:txXfrm>
        <a:off x="41465" y="1189740"/>
        <a:ext cx="4981735" cy="766490"/>
      </dsp:txXfrm>
    </dsp:sp>
    <dsp:sp modelId="{A32E3D4B-A96B-4B30-9472-CC2069830790}">
      <dsp:nvSpPr>
        <dsp:cNvPr id="0" name=""/>
        <dsp:cNvSpPr/>
      </dsp:nvSpPr>
      <dsp:spPr>
        <a:xfrm>
          <a:off x="0" y="2061055"/>
          <a:ext cx="5064665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капітуляцію Польщі у війні з нацистською Німеччиною.</a:t>
          </a:r>
          <a:endParaRPr lang="uk-UA" sz="2200" kern="1200"/>
        </a:p>
      </dsp:txBody>
      <dsp:txXfrm>
        <a:off x="41465" y="2102520"/>
        <a:ext cx="4981735" cy="766490"/>
      </dsp:txXfrm>
    </dsp:sp>
    <dsp:sp modelId="{7121227A-3560-416F-87F5-5B699955459F}">
      <dsp:nvSpPr>
        <dsp:cNvPr id="0" name=""/>
        <dsp:cNvSpPr/>
      </dsp:nvSpPr>
      <dsp:spPr>
        <a:xfrm>
          <a:off x="0" y="2973835"/>
          <a:ext cx="5064665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схвалення Гітлером воєнного плану «Барбаросса».</a:t>
          </a:r>
          <a:endParaRPr lang="uk-UA" sz="2200" kern="1200"/>
        </a:p>
      </dsp:txBody>
      <dsp:txXfrm>
        <a:off x="41465" y="3015300"/>
        <a:ext cx="4981735" cy="76649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5E0813-7CCA-4D8F-8A7C-CFC202026B44}">
      <dsp:nvSpPr>
        <dsp:cNvPr id="0" name=""/>
        <dsp:cNvSpPr/>
      </dsp:nvSpPr>
      <dsp:spPr>
        <a:xfrm>
          <a:off x="0" y="561655"/>
          <a:ext cx="5064665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Версальський договір між Німеччиною та США, країнами Антанти, Японією</a:t>
          </a:r>
          <a:endParaRPr lang="uk-UA" sz="1800" kern="1200"/>
        </a:p>
      </dsp:txBody>
      <dsp:txXfrm>
        <a:off x="33926" y="595581"/>
        <a:ext cx="4996813" cy="627128"/>
      </dsp:txXfrm>
    </dsp:sp>
    <dsp:sp modelId="{5CBC2084-9A02-422C-A28E-5DBECB54B876}">
      <dsp:nvSpPr>
        <dsp:cNvPr id="0" name=""/>
        <dsp:cNvSpPr/>
      </dsp:nvSpPr>
      <dsp:spPr>
        <a:xfrm>
          <a:off x="0" y="1308475"/>
          <a:ext cx="5064665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Московський договір між СРСР і Німеччиною (пакт «Молотова–Ріббентропа»)</a:t>
          </a:r>
          <a:endParaRPr lang="uk-UA" sz="1800" kern="1200"/>
        </a:p>
      </dsp:txBody>
      <dsp:txXfrm>
        <a:off x="33926" y="1342401"/>
        <a:ext cx="4996813" cy="627128"/>
      </dsp:txXfrm>
    </dsp:sp>
    <dsp:sp modelId="{2327505E-BFE1-4FB1-AAC4-BDE5C41F8CE2}">
      <dsp:nvSpPr>
        <dsp:cNvPr id="0" name=""/>
        <dsp:cNvSpPr/>
      </dsp:nvSpPr>
      <dsp:spPr>
        <a:xfrm>
          <a:off x="0" y="2055295"/>
          <a:ext cx="5064665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Брест-Литовський договір між УНР, Німеччиною та її союзниками</a:t>
          </a:r>
          <a:endParaRPr lang="uk-UA" sz="1800" kern="1200"/>
        </a:p>
      </dsp:txBody>
      <dsp:txXfrm>
        <a:off x="33926" y="2089221"/>
        <a:ext cx="4996813" cy="627128"/>
      </dsp:txXfrm>
    </dsp:sp>
    <dsp:sp modelId="{EFCAEE76-64D9-4348-8654-D4A95F40ADC8}">
      <dsp:nvSpPr>
        <dsp:cNvPr id="0" name=""/>
        <dsp:cNvSpPr/>
      </dsp:nvSpPr>
      <dsp:spPr>
        <a:xfrm>
          <a:off x="0" y="2802115"/>
          <a:ext cx="5064665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Рапалльський договір між РСФРР і Німеччиною</a:t>
          </a:r>
          <a:endParaRPr lang="uk-UA" sz="1800" kern="1200"/>
        </a:p>
      </dsp:txBody>
      <dsp:txXfrm>
        <a:off x="33926" y="2836041"/>
        <a:ext cx="4996813" cy="62712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69513-3F7A-4658-AD53-F2F95013127A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 вересня 1939 р.</a:t>
          </a:r>
          <a:endParaRPr lang="uk-UA" sz="3900" kern="1200"/>
        </a:p>
      </dsp:txBody>
      <dsp:txXfrm>
        <a:off x="44549" y="80244"/>
        <a:ext cx="4975567" cy="823502"/>
      </dsp:txXfrm>
    </dsp:sp>
    <dsp:sp modelId="{7CF7B009-1672-48F4-9BB4-FCED598086D1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17 вересня 1939 р.</a:t>
          </a:r>
          <a:endParaRPr lang="uk-UA" sz="3900" kern="1200"/>
        </a:p>
      </dsp:txBody>
      <dsp:txXfrm>
        <a:off x="44549" y="1105164"/>
        <a:ext cx="4975567" cy="823502"/>
      </dsp:txXfrm>
    </dsp:sp>
    <dsp:sp modelId="{8E3E4A3E-456A-4173-BB82-4815853A02E2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28 червня 1940 р.</a:t>
          </a:r>
          <a:endParaRPr lang="uk-UA" sz="3900" kern="1200"/>
        </a:p>
      </dsp:txBody>
      <dsp:txXfrm>
        <a:off x="44549" y="2130084"/>
        <a:ext cx="4975567" cy="823502"/>
      </dsp:txXfrm>
    </dsp:sp>
    <dsp:sp modelId="{B5AC0AEE-8A7C-4280-B282-1F8BC6A82FB8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22 червня 1941 р.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E5364-9262-47AF-8A97-26552C6C5BB6}">
      <dsp:nvSpPr>
        <dsp:cNvPr id="0" name=""/>
        <dsp:cNvSpPr/>
      </dsp:nvSpPr>
      <dsp:spPr>
        <a:xfrm>
          <a:off x="502957" y="0"/>
          <a:ext cx="4058751" cy="4058751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A17BA-7C13-4149-B82E-BB67CB4E25D8}">
      <dsp:nvSpPr>
        <dsp:cNvPr id="0" name=""/>
        <dsp:cNvSpPr/>
      </dsp:nvSpPr>
      <dsp:spPr>
        <a:xfrm>
          <a:off x="888538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1938 р.</a:t>
          </a:r>
          <a:endParaRPr lang="uk-UA" sz="4100" kern="1200"/>
        </a:p>
      </dsp:txBody>
      <dsp:txXfrm>
        <a:off x="965809" y="462852"/>
        <a:ext cx="1428370" cy="1428370"/>
      </dsp:txXfrm>
    </dsp:sp>
    <dsp:sp modelId="{04931F26-BFE3-4143-8FA0-1B7880D44458}">
      <dsp:nvSpPr>
        <dsp:cNvPr id="0" name=""/>
        <dsp:cNvSpPr/>
      </dsp:nvSpPr>
      <dsp:spPr>
        <a:xfrm>
          <a:off x="2593213" y="385581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1939 р.</a:t>
          </a:r>
          <a:endParaRPr lang="uk-UA" sz="4100" kern="1200"/>
        </a:p>
      </dsp:txBody>
      <dsp:txXfrm>
        <a:off x="2670484" y="462852"/>
        <a:ext cx="1428370" cy="1428370"/>
      </dsp:txXfrm>
    </dsp:sp>
    <dsp:sp modelId="{B5A3C84C-61AC-4FB4-A2AF-DAE2D604CD0B}">
      <dsp:nvSpPr>
        <dsp:cNvPr id="0" name=""/>
        <dsp:cNvSpPr/>
      </dsp:nvSpPr>
      <dsp:spPr>
        <a:xfrm>
          <a:off x="888538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1940 р.</a:t>
          </a:r>
          <a:endParaRPr lang="uk-UA" sz="4100" kern="1200"/>
        </a:p>
      </dsp:txBody>
      <dsp:txXfrm>
        <a:off x="965809" y="2167527"/>
        <a:ext cx="1428370" cy="1428370"/>
      </dsp:txXfrm>
    </dsp:sp>
    <dsp:sp modelId="{F4C34911-0B54-4325-B4C4-B90A9E1EBDCB}">
      <dsp:nvSpPr>
        <dsp:cNvPr id="0" name=""/>
        <dsp:cNvSpPr/>
      </dsp:nvSpPr>
      <dsp:spPr>
        <a:xfrm>
          <a:off x="2593213" y="2090256"/>
          <a:ext cx="1582912" cy="15829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1941 р.</a:t>
          </a:r>
          <a:endParaRPr lang="uk-UA" sz="4100" kern="1200"/>
        </a:p>
      </dsp:txBody>
      <dsp:txXfrm>
        <a:off x="2670484" y="2167527"/>
        <a:ext cx="1428370" cy="142837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B5B71-5C4D-430D-9DBE-7F9087983A30}">
      <dsp:nvSpPr>
        <dsp:cNvPr id="0" name=""/>
        <dsp:cNvSpPr/>
      </dsp:nvSpPr>
      <dsp:spPr>
        <a:xfrm>
          <a:off x="0" y="7241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нападу нацистської Німеччини на СРСР.</a:t>
          </a:r>
          <a:endParaRPr lang="uk-UA" sz="2400" kern="1200"/>
        </a:p>
      </dsp:txBody>
      <dsp:txXfrm>
        <a:off x="45235" y="117650"/>
        <a:ext cx="4974195" cy="836169"/>
      </dsp:txXfrm>
    </dsp:sp>
    <dsp:sp modelId="{E825B797-0C37-4CE4-9881-CD60FC0CAEBE}">
      <dsp:nvSpPr>
        <dsp:cNvPr id="0" name=""/>
        <dsp:cNvSpPr/>
      </dsp:nvSpPr>
      <dsp:spPr>
        <a:xfrm>
          <a:off x="0" y="106817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укладення «пакту Молотова – Ріббентропа».</a:t>
          </a:r>
          <a:endParaRPr lang="uk-UA" sz="2400" kern="1200"/>
        </a:p>
      </dsp:txBody>
      <dsp:txXfrm>
        <a:off x="45235" y="1113410"/>
        <a:ext cx="4974195" cy="836169"/>
      </dsp:txXfrm>
    </dsp:sp>
    <dsp:sp modelId="{7A291FBE-2BAC-4D41-A581-30A1D40015A5}">
      <dsp:nvSpPr>
        <dsp:cNvPr id="0" name=""/>
        <dsp:cNvSpPr/>
      </dsp:nvSpPr>
      <dsp:spPr>
        <a:xfrm>
          <a:off x="0" y="206393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проголошення незалежності Карпатської України.</a:t>
          </a:r>
          <a:endParaRPr lang="uk-UA" sz="2400" kern="1200"/>
        </a:p>
      </dsp:txBody>
      <dsp:txXfrm>
        <a:off x="45235" y="2109170"/>
        <a:ext cx="4974195" cy="836169"/>
      </dsp:txXfrm>
    </dsp:sp>
    <dsp:sp modelId="{12F054DA-88A1-4D04-9772-6E3B7D521E14}">
      <dsp:nvSpPr>
        <dsp:cNvPr id="0" name=""/>
        <dsp:cNvSpPr/>
      </dsp:nvSpPr>
      <dsp:spPr>
        <a:xfrm>
          <a:off x="0" y="305969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оприлюднення Акта відновлення Української Держави.</a:t>
          </a:r>
          <a:endParaRPr lang="uk-UA" sz="2400" kern="1200"/>
        </a:p>
      </dsp:txBody>
      <dsp:txXfrm>
        <a:off x="45235" y="3104930"/>
        <a:ext cx="4974195" cy="83616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FE022-4128-4B1D-ADD1-082341D4FEE6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Польщі</a:t>
          </a:r>
          <a:endParaRPr lang="uk-UA" sz="3900" kern="1200"/>
        </a:p>
      </dsp:txBody>
      <dsp:txXfrm>
        <a:off x="44549" y="80244"/>
        <a:ext cx="4975567" cy="823502"/>
      </dsp:txXfrm>
    </dsp:sp>
    <dsp:sp modelId="{97024891-6A9F-4D7A-951C-479BA26948A7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Румунії</a:t>
          </a:r>
          <a:endParaRPr lang="uk-UA" sz="3900" kern="1200"/>
        </a:p>
      </dsp:txBody>
      <dsp:txXfrm>
        <a:off x="44549" y="1105164"/>
        <a:ext cx="4975567" cy="823502"/>
      </dsp:txXfrm>
    </dsp:sp>
    <dsp:sp modelId="{3B9DFA82-B747-4D6D-8C13-B3E12DA6AA01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Угорщини</a:t>
          </a:r>
          <a:endParaRPr lang="uk-UA" sz="3900" kern="1200"/>
        </a:p>
      </dsp:txBody>
      <dsp:txXfrm>
        <a:off x="44549" y="2130084"/>
        <a:ext cx="4975567" cy="823502"/>
      </dsp:txXfrm>
    </dsp:sp>
    <dsp:sp modelId="{A7C7443A-4080-42CA-BC17-42306D34E4CD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Чехословаччини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4909D-6596-4F51-85B4-B0157C115D96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вересні 1939 р.</a:t>
          </a:r>
          <a:endParaRPr lang="uk-UA" sz="3900" kern="1200"/>
        </a:p>
      </dsp:txBody>
      <dsp:txXfrm>
        <a:off x="44549" y="80244"/>
        <a:ext cx="4975567" cy="823502"/>
      </dsp:txXfrm>
    </dsp:sp>
    <dsp:sp modelId="{BFEDD0A2-2531-4379-937F-4F3112618319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червні 1941 р.</a:t>
          </a:r>
          <a:endParaRPr lang="uk-UA" sz="3900" kern="1200"/>
        </a:p>
      </dsp:txBody>
      <dsp:txXfrm>
        <a:off x="44549" y="1105164"/>
        <a:ext cx="4975567" cy="823502"/>
      </dsp:txXfrm>
    </dsp:sp>
    <dsp:sp modelId="{03A37FD0-C8DA-4A70-8F5C-20A7921590B1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листопаді 1943 р.</a:t>
          </a:r>
          <a:endParaRPr lang="uk-UA" sz="3900" kern="1200"/>
        </a:p>
      </dsp:txBody>
      <dsp:txXfrm>
        <a:off x="44549" y="2130084"/>
        <a:ext cx="4975567" cy="823502"/>
      </dsp:txXfrm>
    </dsp:sp>
    <dsp:sp modelId="{2EDB8DA4-50E1-44B9-90CD-6B70462BA5D5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липні 1944 р.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A70F1-1C18-4653-B883-9E52726C83DB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23 серпня 1939 р.</a:t>
          </a:r>
          <a:endParaRPr lang="uk-UA" sz="3900" kern="1200"/>
        </a:p>
      </dsp:txBody>
      <dsp:txXfrm>
        <a:off x="44549" y="80244"/>
        <a:ext cx="4975567" cy="823502"/>
      </dsp:txXfrm>
    </dsp:sp>
    <dsp:sp modelId="{9ECD6A30-B14D-495E-A9F3-7874A611D3E2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17 вересня 1939 р.</a:t>
          </a:r>
          <a:endParaRPr lang="uk-UA" sz="3900" kern="1200"/>
        </a:p>
      </dsp:txBody>
      <dsp:txXfrm>
        <a:off x="44549" y="1105164"/>
        <a:ext cx="4975567" cy="823502"/>
      </dsp:txXfrm>
    </dsp:sp>
    <dsp:sp modelId="{43349127-5157-4096-B10E-4F69D1584755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28 вересня 1939 р.</a:t>
          </a:r>
          <a:endParaRPr lang="uk-UA" sz="3900" kern="1200"/>
        </a:p>
      </dsp:txBody>
      <dsp:txXfrm>
        <a:off x="44549" y="2130084"/>
        <a:ext cx="4975567" cy="823502"/>
      </dsp:txXfrm>
    </dsp:sp>
    <dsp:sp modelId="{D2207611-CE48-420B-8433-9F0A6C3FF155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28 червня 1940 р.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91B45-EDE1-4EED-AA3B-2C67B86B4854}">
      <dsp:nvSpPr>
        <dsp:cNvPr id="0" name=""/>
        <dsp:cNvSpPr/>
      </dsp:nvSpPr>
      <dsp:spPr>
        <a:xfrm>
          <a:off x="0" y="7241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Північної й Південної Бессарабії та Північної Буковини.</a:t>
          </a:r>
          <a:endParaRPr lang="uk-UA" sz="2400" kern="1200"/>
        </a:p>
      </dsp:txBody>
      <dsp:txXfrm>
        <a:off x="45235" y="117650"/>
        <a:ext cx="4974195" cy="836169"/>
      </dsp:txXfrm>
    </dsp:sp>
    <dsp:sp modelId="{E91822B0-440D-448C-95A6-AFAB05C809BC}">
      <dsp:nvSpPr>
        <dsp:cNvPr id="0" name=""/>
        <dsp:cNvSpPr/>
      </dsp:nvSpPr>
      <dsp:spPr>
        <a:xfrm>
          <a:off x="0" y="106817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Східної Галичини та Західної Волині.</a:t>
          </a:r>
          <a:endParaRPr lang="uk-UA" sz="2400" kern="1200"/>
        </a:p>
      </dsp:txBody>
      <dsp:txXfrm>
        <a:off x="45235" y="1113410"/>
        <a:ext cx="4974195" cy="836169"/>
      </dsp:txXfrm>
    </dsp:sp>
    <dsp:sp modelId="{967723BC-8D26-498F-825C-D190C578B93C}">
      <dsp:nvSpPr>
        <dsp:cNvPr id="0" name=""/>
        <dsp:cNvSpPr/>
      </dsp:nvSpPr>
      <dsp:spPr>
        <a:xfrm>
          <a:off x="0" y="206393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Закарпаття та Лемківщини.</a:t>
          </a:r>
          <a:endParaRPr lang="uk-UA" sz="2400" kern="1200"/>
        </a:p>
      </dsp:txBody>
      <dsp:txXfrm>
        <a:off x="45235" y="2109170"/>
        <a:ext cx="4974195" cy="836169"/>
      </dsp:txXfrm>
    </dsp:sp>
    <dsp:sp modelId="{E38BED38-2A83-49F8-8D77-29C0C2AAF5FA}">
      <dsp:nvSpPr>
        <dsp:cNvPr id="0" name=""/>
        <dsp:cNvSpPr/>
      </dsp:nvSpPr>
      <dsp:spPr>
        <a:xfrm>
          <a:off x="0" y="3059695"/>
          <a:ext cx="5064665" cy="926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Посяння та Підляшшя.</a:t>
          </a:r>
          <a:endParaRPr lang="uk-UA" sz="2400" kern="1200"/>
        </a:p>
      </dsp:txBody>
      <dsp:txXfrm>
        <a:off x="45235" y="3104930"/>
        <a:ext cx="4974195" cy="83616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77539-1BF7-4A1F-90AF-C42912B2D7A3}">
      <dsp:nvSpPr>
        <dsp:cNvPr id="0" name=""/>
        <dsp:cNvSpPr/>
      </dsp:nvSpPr>
      <dsp:spPr>
        <a:xfrm>
          <a:off x="0" y="317035"/>
          <a:ext cx="5064665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лояльне ставлення влади до священиків греко-католицької церкви</a:t>
          </a:r>
          <a:endParaRPr lang="uk-UA" sz="2100" kern="1200"/>
        </a:p>
      </dsp:txBody>
      <dsp:txXfrm>
        <a:off x="39580" y="356615"/>
        <a:ext cx="4985505" cy="731649"/>
      </dsp:txXfrm>
    </dsp:sp>
    <dsp:sp modelId="{7844621F-8593-4341-9E5D-BAA4D645522E}">
      <dsp:nvSpPr>
        <dsp:cNvPr id="0" name=""/>
        <dsp:cNvSpPr/>
      </dsp:nvSpPr>
      <dsp:spPr>
        <a:xfrm>
          <a:off x="0" y="1188325"/>
          <a:ext cx="5064665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націоналізація промисловості, торгівлі, земель великих власників</a:t>
          </a:r>
          <a:endParaRPr lang="uk-UA" sz="2100" kern="1200"/>
        </a:p>
      </dsp:txBody>
      <dsp:txXfrm>
        <a:off x="39580" y="1227905"/>
        <a:ext cx="4985505" cy="731649"/>
      </dsp:txXfrm>
    </dsp:sp>
    <dsp:sp modelId="{D8C41B61-74C6-49B3-950A-DB16E7DC653E}">
      <dsp:nvSpPr>
        <dsp:cNvPr id="0" name=""/>
        <dsp:cNvSpPr/>
      </dsp:nvSpPr>
      <dsp:spPr>
        <a:xfrm>
          <a:off x="0" y="2059615"/>
          <a:ext cx="5064665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залучення «буржуазних спеціалістів» до процесу індустріалізації</a:t>
          </a:r>
          <a:endParaRPr lang="uk-UA" sz="2100" kern="1200"/>
        </a:p>
      </dsp:txBody>
      <dsp:txXfrm>
        <a:off x="39580" y="2099195"/>
        <a:ext cx="4985505" cy="731649"/>
      </dsp:txXfrm>
    </dsp:sp>
    <dsp:sp modelId="{DB7831EE-2198-4556-A1E5-A1A8FDE2E3F7}">
      <dsp:nvSpPr>
        <dsp:cNvPr id="0" name=""/>
        <dsp:cNvSpPr/>
      </dsp:nvSpPr>
      <dsp:spPr>
        <a:xfrm>
          <a:off x="0" y="2930905"/>
          <a:ext cx="5064665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налагодження співробітництва влади з українськими партіями</a:t>
          </a:r>
          <a:endParaRPr lang="uk-UA" sz="2100" kern="1200"/>
        </a:p>
      </dsp:txBody>
      <dsp:txXfrm>
        <a:off x="39580" y="2970485"/>
        <a:ext cx="4985505" cy="73164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3BCF02-FB21-4B26-A336-77E16EFDA7A5}">
      <dsp:nvSpPr>
        <dsp:cNvPr id="0" name=""/>
        <dsp:cNvSpPr/>
      </dsp:nvSpPr>
      <dsp:spPr>
        <a:xfrm>
          <a:off x="0" y="126055"/>
          <a:ext cx="506466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більшість українських земель увійшла до складу СРСР, Закарпаття залишилося у складі Угорщини.</a:t>
          </a:r>
          <a:endParaRPr lang="uk-UA" sz="1700" kern="1200"/>
        </a:p>
      </dsp:txBody>
      <dsp:txXfrm>
        <a:off x="44664" y="170719"/>
        <a:ext cx="4975337" cy="825612"/>
      </dsp:txXfrm>
    </dsp:sp>
    <dsp:sp modelId="{152EFC91-7B54-4952-80CF-F27FB81694B3}">
      <dsp:nvSpPr>
        <dsp:cNvPr id="0" name=""/>
        <dsp:cNvSpPr/>
      </dsp:nvSpPr>
      <dsp:spPr>
        <a:xfrm>
          <a:off x="0" y="1089955"/>
          <a:ext cx="506466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вперше в новітній історії всі українські землі було об’єднано в одній державі — Українській РСР.</a:t>
          </a:r>
          <a:endParaRPr lang="uk-UA" sz="1700" kern="1200"/>
        </a:p>
      </dsp:txBody>
      <dsp:txXfrm>
        <a:off x="44664" y="1134619"/>
        <a:ext cx="4975337" cy="825612"/>
      </dsp:txXfrm>
    </dsp:sp>
    <dsp:sp modelId="{BC1E46D4-D443-4672-970B-889B264BD7F6}">
      <dsp:nvSpPr>
        <dsp:cNvPr id="0" name=""/>
        <dsp:cNvSpPr/>
      </dsp:nvSpPr>
      <dsp:spPr>
        <a:xfrm>
          <a:off x="0" y="2053855"/>
          <a:ext cx="506466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більшість українських земель увійшла до складу СРСР, лише Північна Буковина залишилася у складі Румунії.</a:t>
          </a:r>
          <a:endParaRPr lang="uk-UA" sz="1700" kern="1200"/>
        </a:p>
      </dsp:txBody>
      <dsp:txXfrm>
        <a:off x="44664" y="2098519"/>
        <a:ext cx="4975337" cy="825612"/>
      </dsp:txXfrm>
    </dsp:sp>
    <dsp:sp modelId="{040F699E-CF6A-4B59-9875-C30E80BE2418}">
      <dsp:nvSpPr>
        <dsp:cNvPr id="0" name=""/>
        <dsp:cNvSpPr/>
      </dsp:nvSpPr>
      <dsp:spPr>
        <a:xfrm>
          <a:off x="0" y="3017755"/>
          <a:ext cx="5064665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поряд із Українською РСР створено нові республіки — Закарпатську Україну та Галицьку Соціалістичну Радянську Республіку.</a:t>
          </a:r>
          <a:endParaRPr lang="uk-UA" sz="1700" kern="1200"/>
        </a:p>
      </dsp:txBody>
      <dsp:txXfrm>
        <a:off x="44664" y="3062419"/>
        <a:ext cx="4975337" cy="82561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7305D-154E-4B7C-9EC4-167C16E1CAA9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Румунії.</a:t>
          </a:r>
          <a:endParaRPr lang="uk-UA" sz="3900" kern="1200"/>
        </a:p>
      </dsp:txBody>
      <dsp:txXfrm>
        <a:off x="44549" y="80244"/>
        <a:ext cx="4975567" cy="823502"/>
      </dsp:txXfrm>
    </dsp:sp>
    <dsp:sp modelId="{7F58C97C-60FB-4C26-812E-37E5A3C3F095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Чехо-Словаччині.</a:t>
          </a:r>
          <a:endParaRPr lang="uk-UA" sz="3900" kern="1200"/>
        </a:p>
      </dsp:txBody>
      <dsp:txXfrm>
        <a:off x="44549" y="1105164"/>
        <a:ext cx="4975567" cy="823502"/>
      </dsp:txXfrm>
    </dsp:sp>
    <dsp:sp modelId="{67320AE4-E1BA-4E41-8736-37948D71D751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Польщі.</a:t>
          </a:r>
          <a:endParaRPr lang="uk-UA" sz="3900" kern="1200"/>
        </a:p>
      </dsp:txBody>
      <dsp:txXfrm>
        <a:off x="44549" y="2130084"/>
        <a:ext cx="4975567" cy="823502"/>
      </dsp:txXfrm>
    </dsp:sp>
    <dsp:sp modelId="{BCB0D550-DBFB-4E80-881A-B04E1E78DEBC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Угорщині.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72FE2-8756-430C-AF54-2CCBEDCA0F4A}">
      <dsp:nvSpPr>
        <dsp:cNvPr id="0" name=""/>
        <dsp:cNvSpPr/>
      </dsp:nvSpPr>
      <dsp:spPr>
        <a:xfrm>
          <a:off x="0" y="147227"/>
          <a:ext cx="5064665" cy="891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створення дистрикту «Галичина»</a:t>
          </a:r>
          <a:endParaRPr lang="uk-UA" sz="2300" kern="1200"/>
        </a:p>
      </dsp:txBody>
      <dsp:txXfrm>
        <a:off x="43514" y="190741"/>
        <a:ext cx="4977637" cy="804365"/>
      </dsp:txXfrm>
    </dsp:sp>
    <dsp:sp modelId="{E6620D58-89A8-4E47-A378-0F14ADAA1226}">
      <dsp:nvSpPr>
        <dsp:cNvPr id="0" name=""/>
        <dsp:cNvSpPr/>
      </dsp:nvSpPr>
      <dsp:spPr>
        <a:xfrm>
          <a:off x="0" y="1104861"/>
          <a:ext cx="5064665" cy="891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агресія Угорщини проти Карпатської України</a:t>
          </a:r>
          <a:endParaRPr lang="uk-UA" sz="2300" kern="1200"/>
        </a:p>
      </dsp:txBody>
      <dsp:txXfrm>
        <a:off x="43514" y="1148375"/>
        <a:ext cx="4977637" cy="804365"/>
      </dsp:txXfrm>
    </dsp:sp>
    <dsp:sp modelId="{B013D729-3EAF-46B2-BD81-38CBDC8255DF}">
      <dsp:nvSpPr>
        <dsp:cNvPr id="0" name=""/>
        <dsp:cNvSpPr/>
      </dsp:nvSpPr>
      <dsp:spPr>
        <a:xfrm>
          <a:off x="0" y="2062495"/>
          <a:ext cx="5064665" cy="891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вторгнення Червоної армії на територію Західної України</a:t>
          </a:r>
          <a:endParaRPr lang="uk-UA" sz="2300" kern="1200"/>
        </a:p>
      </dsp:txBody>
      <dsp:txXfrm>
        <a:off x="43514" y="2106009"/>
        <a:ext cx="4977637" cy="804365"/>
      </dsp:txXfrm>
    </dsp:sp>
    <dsp:sp modelId="{E5318FFC-12E8-40A4-81AE-E91844C85724}">
      <dsp:nvSpPr>
        <dsp:cNvPr id="0" name=""/>
        <dsp:cNvSpPr/>
      </dsp:nvSpPr>
      <dsp:spPr>
        <a:xfrm>
          <a:off x="0" y="3020129"/>
          <a:ext cx="5064665" cy="891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окупація військами Німеччини та її союзників усієї території України</a:t>
          </a:r>
          <a:endParaRPr lang="uk-UA" sz="2300" kern="1200"/>
        </a:p>
      </dsp:txBody>
      <dsp:txXfrm>
        <a:off x="43514" y="3063643"/>
        <a:ext cx="4977637" cy="80436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93F51-AB22-411E-A6CB-C21D11219848}">
      <dsp:nvSpPr>
        <dsp:cNvPr id="0" name=""/>
        <dsp:cNvSpPr/>
      </dsp:nvSpPr>
      <dsp:spPr>
        <a:xfrm rot="10800000">
          <a:off x="1129487" y="1704"/>
          <a:ext cx="3365230" cy="112741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160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Політичні репресії.</a:t>
          </a:r>
          <a:endParaRPr lang="uk-UA" sz="1800" kern="1200"/>
        </a:p>
      </dsp:txBody>
      <dsp:txXfrm rot="10800000">
        <a:off x="1411341" y="1704"/>
        <a:ext cx="3083376" cy="1127418"/>
      </dsp:txXfrm>
    </dsp:sp>
    <dsp:sp modelId="{795B7B07-6B06-4A9C-B71C-E257AE340B54}">
      <dsp:nvSpPr>
        <dsp:cNvPr id="0" name=""/>
        <dsp:cNvSpPr/>
      </dsp:nvSpPr>
      <dsp:spPr>
        <a:xfrm>
          <a:off x="565778" y="1704"/>
          <a:ext cx="1127418" cy="112741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C58A00-648E-47D0-8F61-B935FB233750}">
      <dsp:nvSpPr>
        <dsp:cNvPr id="0" name=""/>
        <dsp:cNvSpPr/>
      </dsp:nvSpPr>
      <dsp:spPr>
        <a:xfrm rot="10800000">
          <a:off x="1129487" y="1465665"/>
          <a:ext cx="3365230" cy="112741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160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Колективізація селянських господарств.</a:t>
          </a:r>
          <a:endParaRPr lang="uk-UA" sz="1800" kern="1200"/>
        </a:p>
      </dsp:txBody>
      <dsp:txXfrm rot="10800000">
        <a:off x="1411341" y="1465665"/>
        <a:ext cx="3083376" cy="1127418"/>
      </dsp:txXfrm>
    </dsp:sp>
    <dsp:sp modelId="{D9444E96-2773-4D76-80B5-6C61664096EF}">
      <dsp:nvSpPr>
        <dsp:cNvPr id="0" name=""/>
        <dsp:cNvSpPr/>
      </dsp:nvSpPr>
      <dsp:spPr>
        <a:xfrm>
          <a:off x="565778" y="1465665"/>
          <a:ext cx="1127418" cy="112741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EB71A-3557-4119-94C3-0DFE9CBA05B2}">
      <dsp:nvSpPr>
        <dsp:cNvPr id="0" name=""/>
        <dsp:cNvSpPr/>
      </dsp:nvSpPr>
      <dsp:spPr>
        <a:xfrm rot="10800000">
          <a:off x="1129487" y="2929627"/>
          <a:ext cx="3365230" cy="112741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160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Націоналізація закладів торгівлі та промислових підприємств.</a:t>
          </a:r>
          <a:endParaRPr lang="uk-UA" sz="1800" kern="1200"/>
        </a:p>
      </dsp:txBody>
      <dsp:txXfrm rot="10800000">
        <a:off x="1411341" y="2929627"/>
        <a:ext cx="3083376" cy="1127418"/>
      </dsp:txXfrm>
    </dsp:sp>
    <dsp:sp modelId="{927A3E54-102A-49DD-B46D-8449E7A14153}">
      <dsp:nvSpPr>
        <dsp:cNvPr id="0" name=""/>
        <dsp:cNvSpPr/>
      </dsp:nvSpPr>
      <dsp:spPr>
        <a:xfrm>
          <a:off x="565778" y="2929627"/>
          <a:ext cx="1127418" cy="112741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C3322D-6854-4B6B-B165-C4EFD43F8D5D}">
      <dsp:nvSpPr>
        <dsp:cNvPr id="0" name=""/>
        <dsp:cNvSpPr/>
      </dsp:nvSpPr>
      <dsp:spPr>
        <a:xfrm rot="10800000">
          <a:off x="1130418" y="34"/>
          <a:ext cx="3368002" cy="11283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570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Створення системи соціального забезпечення.</a:t>
          </a:r>
          <a:endParaRPr lang="uk-UA" sz="1900" kern="1200"/>
        </a:p>
      </dsp:txBody>
      <dsp:txXfrm rot="10800000">
        <a:off x="1412505" y="34"/>
        <a:ext cx="3085915" cy="1128347"/>
      </dsp:txXfrm>
    </dsp:sp>
    <dsp:sp modelId="{84BF0AFD-CB11-48BA-82C7-BDCA3C2E3877}">
      <dsp:nvSpPr>
        <dsp:cNvPr id="0" name=""/>
        <dsp:cNvSpPr/>
      </dsp:nvSpPr>
      <dsp:spPr>
        <a:xfrm>
          <a:off x="566244" y="34"/>
          <a:ext cx="1128347" cy="112834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1C9DD-EA2A-4A3A-B8A2-D5F5DF6A4F8F}">
      <dsp:nvSpPr>
        <dsp:cNvPr id="0" name=""/>
        <dsp:cNvSpPr/>
      </dsp:nvSpPr>
      <dsp:spPr>
        <a:xfrm rot="10800000">
          <a:off x="1130418" y="1465201"/>
          <a:ext cx="3368002" cy="11283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570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Заборона діяльності партій і громадських об’єднань.</a:t>
          </a:r>
          <a:endParaRPr lang="uk-UA" sz="1900" kern="1200"/>
        </a:p>
      </dsp:txBody>
      <dsp:txXfrm rot="10800000">
        <a:off x="1412505" y="1465201"/>
        <a:ext cx="3085915" cy="1128347"/>
      </dsp:txXfrm>
    </dsp:sp>
    <dsp:sp modelId="{9CB34903-7C6B-4EC0-83A5-2316A9919DCE}">
      <dsp:nvSpPr>
        <dsp:cNvPr id="0" name=""/>
        <dsp:cNvSpPr/>
      </dsp:nvSpPr>
      <dsp:spPr>
        <a:xfrm>
          <a:off x="566244" y="1465201"/>
          <a:ext cx="1128347" cy="112834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1D03-B6A3-4C7C-BC06-3890466FD6AB}">
      <dsp:nvSpPr>
        <dsp:cNvPr id="0" name=""/>
        <dsp:cNvSpPr/>
      </dsp:nvSpPr>
      <dsp:spPr>
        <a:xfrm rot="10800000">
          <a:off x="1130418" y="2930369"/>
          <a:ext cx="3368002" cy="11283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570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Ліквідація польського та румунського державних апаратів.</a:t>
          </a:r>
          <a:endParaRPr lang="uk-UA" sz="1900" kern="1200"/>
        </a:p>
      </dsp:txBody>
      <dsp:txXfrm rot="10800000">
        <a:off x="1412505" y="2930369"/>
        <a:ext cx="3085915" cy="1128347"/>
      </dsp:txXfrm>
    </dsp:sp>
    <dsp:sp modelId="{9825B829-74D4-4A16-9330-CE499A4F76CB}">
      <dsp:nvSpPr>
        <dsp:cNvPr id="0" name=""/>
        <dsp:cNvSpPr/>
      </dsp:nvSpPr>
      <dsp:spPr>
        <a:xfrm>
          <a:off x="566244" y="2930369"/>
          <a:ext cx="1128347" cy="112834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C9A003-A7D3-4FDD-8AB1-5F4FA5B1F515}">
      <dsp:nvSpPr>
        <dsp:cNvPr id="0" name=""/>
        <dsp:cNvSpPr/>
      </dsp:nvSpPr>
      <dsp:spPr>
        <a:xfrm>
          <a:off x="0" y="235495"/>
          <a:ext cx="5064665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сприяння діяльності православній і греко-католицькій церквам</a:t>
          </a:r>
          <a:endParaRPr lang="uk-UA" sz="2200" kern="1200"/>
        </a:p>
      </dsp:txBody>
      <dsp:txXfrm>
        <a:off x="41465" y="276960"/>
        <a:ext cx="4981735" cy="766490"/>
      </dsp:txXfrm>
    </dsp:sp>
    <dsp:sp modelId="{B2542149-CECA-4CC6-B5F0-EAA0942E9D3A}">
      <dsp:nvSpPr>
        <dsp:cNvPr id="0" name=""/>
        <dsp:cNvSpPr/>
      </dsp:nvSpPr>
      <dsp:spPr>
        <a:xfrm>
          <a:off x="0" y="1148275"/>
          <a:ext cx="5064665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створення на базі читалень «Просвіти» мережі бібліотек і клубів</a:t>
          </a:r>
          <a:endParaRPr lang="uk-UA" sz="2200" kern="1200"/>
        </a:p>
      </dsp:txBody>
      <dsp:txXfrm>
        <a:off x="41465" y="1189740"/>
        <a:ext cx="4981735" cy="766490"/>
      </dsp:txXfrm>
    </dsp:sp>
    <dsp:sp modelId="{10BD357F-8038-48B0-BC44-F4D994A197A6}">
      <dsp:nvSpPr>
        <dsp:cNvPr id="0" name=""/>
        <dsp:cNvSpPr/>
      </dsp:nvSpPr>
      <dsp:spPr>
        <a:xfrm>
          <a:off x="0" y="2061055"/>
          <a:ext cx="5064665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урахування місцевих особливостей і традицій у культурній політиці</a:t>
          </a:r>
          <a:endParaRPr lang="uk-UA" sz="2200" kern="1200"/>
        </a:p>
      </dsp:txBody>
      <dsp:txXfrm>
        <a:off x="41465" y="2102520"/>
        <a:ext cx="4981735" cy="766490"/>
      </dsp:txXfrm>
    </dsp:sp>
    <dsp:sp modelId="{92455B20-112A-4FAA-91F0-668FA394418C}">
      <dsp:nvSpPr>
        <dsp:cNvPr id="0" name=""/>
        <dsp:cNvSpPr/>
      </dsp:nvSpPr>
      <dsp:spPr>
        <a:xfrm>
          <a:off x="0" y="2973835"/>
          <a:ext cx="5064665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надання фінансової підтримки громадським культурним установам</a:t>
          </a:r>
          <a:endParaRPr lang="uk-UA" sz="2200" kern="1200"/>
        </a:p>
      </dsp:txBody>
      <dsp:txXfrm>
        <a:off x="41465" y="3015300"/>
        <a:ext cx="4981735" cy="76649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C0314-5CDB-4C01-860D-9C9D65E66AAE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 вересня 1939 р.</a:t>
          </a:r>
          <a:endParaRPr lang="uk-UA" sz="3900" kern="1200"/>
        </a:p>
      </dsp:txBody>
      <dsp:txXfrm>
        <a:off x="44549" y="80244"/>
        <a:ext cx="4975567" cy="823502"/>
      </dsp:txXfrm>
    </dsp:sp>
    <dsp:sp modelId="{6D6BE04A-2FF2-4D5C-8054-49407D5E627A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17 вересня 1939 р.</a:t>
          </a:r>
          <a:endParaRPr lang="uk-UA" sz="3900" kern="1200"/>
        </a:p>
      </dsp:txBody>
      <dsp:txXfrm>
        <a:off x="44549" y="1105164"/>
        <a:ext cx="4975567" cy="823502"/>
      </dsp:txXfrm>
    </dsp:sp>
    <dsp:sp modelId="{04645A36-333A-490E-B623-B92948142AE9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28 червня 1940 р.</a:t>
          </a:r>
          <a:endParaRPr lang="uk-UA" sz="3900" kern="1200"/>
        </a:p>
      </dsp:txBody>
      <dsp:txXfrm>
        <a:off x="44549" y="2130084"/>
        <a:ext cx="4975567" cy="823502"/>
      </dsp:txXfrm>
    </dsp:sp>
    <dsp:sp modelId="{6518B3B3-B787-48F9-9C21-24FB808C29E9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22 червня 1941 р.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0C7DC-3F30-4862-A955-CEC52CBE5281}">
      <dsp:nvSpPr>
        <dsp:cNvPr id="0" name=""/>
        <dsp:cNvSpPr/>
      </dsp:nvSpPr>
      <dsp:spPr>
        <a:xfrm>
          <a:off x="0" y="6539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«Битва за Дніпро»</a:t>
          </a:r>
          <a:endParaRPr lang="uk-UA" sz="2400" kern="1200"/>
        </a:p>
      </dsp:txBody>
      <dsp:txXfrm>
        <a:off x="45406" y="110801"/>
        <a:ext cx="4973853" cy="839338"/>
      </dsp:txXfrm>
    </dsp:sp>
    <dsp:sp modelId="{37297E2E-8155-4AB4-8CBA-3B60A8929468}">
      <dsp:nvSpPr>
        <dsp:cNvPr id="0" name=""/>
        <dsp:cNvSpPr/>
      </dsp:nvSpPr>
      <dsp:spPr>
        <a:xfrm>
          <a:off x="0" y="106466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Корсунь-Шевченківська операція</a:t>
          </a:r>
          <a:endParaRPr lang="uk-UA" sz="2400" kern="1200"/>
        </a:p>
      </dsp:txBody>
      <dsp:txXfrm>
        <a:off x="45406" y="1110071"/>
        <a:ext cx="4973853" cy="839338"/>
      </dsp:txXfrm>
    </dsp:sp>
    <dsp:sp modelId="{EB343AA2-A8E2-4590-90E1-2F5234AE443B}">
      <dsp:nvSpPr>
        <dsp:cNvPr id="0" name=""/>
        <dsp:cNvSpPr/>
      </dsp:nvSpPr>
      <dsp:spPr>
        <a:xfrm>
          <a:off x="0" y="206393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танкова битва в районі міст Ровно–Луцьк–Дубно–Броди</a:t>
          </a:r>
          <a:endParaRPr lang="uk-UA" sz="2400" kern="1200"/>
        </a:p>
      </dsp:txBody>
      <dsp:txXfrm>
        <a:off x="45406" y="2109341"/>
        <a:ext cx="4973853" cy="839338"/>
      </dsp:txXfrm>
    </dsp:sp>
    <dsp:sp modelId="{65BF4913-4E2D-4D8F-BBC4-224FC5D8EACE}">
      <dsp:nvSpPr>
        <dsp:cNvPr id="0" name=""/>
        <dsp:cNvSpPr/>
      </dsp:nvSpPr>
      <dsp:spPr>
        <a:xfrm>
          <a:off x="0" y="306320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Карпатсько-Ужгородська операція</a:t>
          </a:r>
          <a:endParaRPr lang="uk-UA" sz="2400" kern="1200"/>
        </a:p>
      </dsp:txBody>
      <dsp:txXfrm>
        <a:off x="45406" y="3108611"/>
        <a:ext cx="4973853" cy="839338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A9F77D-B1FF-44E8-9991-13D86E7099E4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 вересня 1939 р.</a:t>
          </a:r>
          <a:endParaRPr lang="uk-UA" sz="3900" kern="1200"/>
        </a:p>
      </dsp:txBody>
      <dsp:txXfrm>
        <a:off x="44549" y="80244"/>
        <a:ext cx="4975567" cy="823502"/>
      </dsp:txXfrm>
    </dsp:sp>
    <dsp:sp modelId="{2DDA112F-28B9-49AE-BC45-BC9F3596D20E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23 серпня 1939 р.</a:t>
          </a:r>
          <a:endParaRPr lang="uk-UA" sz="3900" kern="1200"/>
        </a:p>
      </dsp:txBody>
      <dsp:txXfrm>
        <a:off x="44549" y="1105164"/>
        <a:ext cx="4975567" cy="823502"/>
      </dsp:txXfrm>
    </dsp:sp>
    <dsp:sp modelId="{66394F96-DA07-45EE-A8FB-9E5BC623AE62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22 червня 1941 р.</a:t>
          </a:r>
          <a:endParaRPr lang="uk-UA" sz="3900" kern="1200"/>
        </a:p>
      </dsp:txBody>
      <dsp:txXfrm>
        <a:off x="44549" y="2130084"/>
        <a:ext cx="4975567" cy="823502"/>
      </dsp:txXfrm>
    </dsp:sp>
    <dsp:sp modelId="{8B290112-9A02-455C-9253-33C944FEEE51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30 червня 1941 р.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93258-D731-4F28-8DFE-3C497440EAB6}">
      <dsp:nvSpPr>
        <dsp:cNvPr id="0" name=""/>
        <dsp:cNvSpPr/>
      </dsp:nvSpPr>
      <dsp:spPr>
        <a:xfrm>
          <a:off x="0" y="751375"/>
          <a:ext cx="5064665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Луцьк–Рівне–Броди</a:t>
          </a:r>
          <a:endParaRPr lang="uk-UA" sz="2500" kern="1200"/>
        </a:p>
      </dsp:txBody>
      <dsp:txXfrm>
        <a:off x="28557" y="779932"/>
        <a:ext cx="5007551" cy="527886"/>
      </dsp:txXfrm>
    </dsp:sp>
    <dsp:sp modelId="{033D0E13-9046-4E65-821A-7515C18ABDF7}">
      <dsp:nvSpPr>
        <dsp:cNvPr id="0" name=""/>
        <dsp:cNvSpPr/>
      </dsp:nvSpPr>
      <dsp:spPr>
        <a:xfrm>
          <a:off x="0" y="1408375"/>
          <a:ext cx="5064665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Вінниця–Житомир–Біла Церква</a:t>
          </a:r>
          <a:endParaRPr lang="uk-UA" sz="2500" kern="1200"/>
        </a:p>
      </dsp:txBody>
      <dsp:txXfrm>
        <a:off x="28557" y="1436932"/>
        <a:ext cx="5007551" cy="527886"/>
      </dsp:txXfrm>
    </dsp:sp>
    <dsp:sp modelId="{82DFE843-3924-4F6B-814D-1A665DACB399}">
      <dsp:nvSpPr>
        <dsp:cNvPr id="0" name=""/>
        <dsp:cNvSpPr/>
      </dsp:nvSpPr>
      <dsp:spPr>
        <a:xfrm>
          <a:off x="0" y="2065375"/>
          <a:ext cx="5064665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Львів–Перемишль–Чернівці</a:t>
          </a:r>
          <a:endParaRPr lang="uk-UA" sz="2500" kern="1200"/>
        </a:p>
      </dsp:txBody>
      <dsp:txXfrm>
        <a:off x="28557" y="2093932"/>
        <a:ext cx="5007551" cy="527886"/>
      </dsp:txXfrm>
    </dsp:sp>
    <dsp:sp modelId="{B902E0E0-932B-446F-AF70-CE2F480D9843}">
      <dsp:nvSpPr>
        <dsp:cNvPr id="0" name=""/>
        <dsp:cNvSpPr/>
      </dsp:nvSpPr>
      <dsp:spPr>
        <a:xfrm>
          <a:off x="0" y="2722375"/>
          <a:ext cx="5064665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Житомир–Бердичів–Київ</a:t>
          </a:r>
          <a:endParaRPr lang="uk-UA" sz="2500" kern="1200"/>
        </a:p>
      </dsp:txBody>
      <dsp:txXfrm>
        <a:off x="28557" y="2750932"/>
        <a:ext cx="5007551" cy="52788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581685-39E8-42BC-A26D-A75AD30860C5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червні 1941 р.</a:t>
          </a:r>
          <a:endParaRPr lang="uk-UA" sz="3900" kern="1200"/>
        </a:p>
      </dsp:txBody>
      <dsp:txXfrm>
        <a:off x="44549" y="80244"/>
        <a:ext cx="4975567" cy="823502"/>
      </dsp:txXfrm>
    </dsp:sp>
    <dsp:sp modelId="{461D0C9C-14DA-486D-8628-AEE78CE292C2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квітні 1942 р.</a:t>
          </a:r>
          <a:endParaRPr lang="uk-UA" sz="3900" kern="1200"/>
        </a:p>
      </dsp:txBody>
      <dsp:txXfrm>
        <a:off x="44549" y="1105164"/>
        <a:ext cx="4975567" cy="823502"/>
      </dsp:txXfrm>
    </dsp:sp>
    <dsp:sp modelId="{ADADC1C0-14CF-4B9E-A3A9-4C727634BBE6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листопаді 1943 р.</a:t>
          </a:r>
          <a:endParaRPr lang="uk-UA" sz="3900" kern="1200"/>
        </a:p>
      </dsp:txBody>
      <dsp:txXfrm>
        <a:off x="44549" y="2130084"/>
        <a:ext cx="4975567" cy="823502"/>
      </dsp:txXfrm>
    </dsp:sp>
    <dsp:sp modelId="{174051FF-DB8A-4B07-8982-743567A10BBF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жовтні 1944 р.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F122F2-B116-4C2B-B91A-2CBF4CA50D7A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угорської</a:t>
          </a:r>
          <a:endParaRPr lang="uk-UA" sz="3900" kern="1200"/>
        </a:p>
      </dsp:txBody>
      <dsp:txXfrm>
        <a:off x="44549" y="80244"/>
        <a:ext cx="4975567" cy="823502"/>
      </dsp:txXfrm>
    </dsp:sp>
    <dsp:sp modelId="{5A09F491-AFB3-475E-B1B5-E0A12848A557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польської</a:t>
          </a:r>
          <a:endParaRPr lang="uk-UA" sz="3900" kern="1200"/>
        </a:p>
      </dsp:txBody>
      <dsp:txXfrm>
        <a:off x="44549" y="1105164"/>
        <a:ext cx="4975567" cy="823502"/>
      </dsp:txXfrm>
    </dsp:sp>
    <dsp:sp modelId="{2917C548-C28C-41BF-AE80-2E6400D57734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нацистської</a:t>
          </a:r>
          <a:endParaRPr lang="uk-UA" sz="3900" kern="1200"/>
        </a:p>
      </dsp:txBody>
      <dsp:txXfrm>
        <a:off x="44549" y="2130084"/>
        <a:ext cx="4975567" cy="823502"/>
      </dsp:txXfrm>
    </dsp:sp>
    <dsp:sp modelId="{81C33305-86BA-467A-9636-E5087579D3EC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радянської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E3A02-7290-4DD3-ACB8-002E671103F4}">
      <dsp:nvSpPr>
        <dsp:cNvPr id="0" name=""/>
        <dsp:cNvSpPr/>
      </dsp:nvSpPr>
      <dsp:spPr>
        <a:xfrm>
          <a:off x="0" y="495775"/>
          <a:ext cx="5064665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акції пацифікації.</a:t>
          </a:r>
          <a:endParaRPr lang="uk-UA" sz="3000" kern="1200"/>
        </a:p>
      </dsp:txBody>
      <dsp:txXfrm>
        <a:off x="34269" y="530044"/>
        <a:ext cx="4996127" cy="633462"/>
      </dsp:txXfrm>
    </dsp:sp>
    <dsp:sp modelId="{3DD9F67A-B783-4FC8-AFB8-9034D92FCA86}">
      <dsp:nvSpPr>
        <dsp:cNvPr id="0" name=""/>
        <dsp:cNvSpPr/>
      </dsp:nvSpPr>
      <dsp:spPr>
        <a:xfrm>
          <a:off x="0" y="1284175"/>
          <a:ext cx="5064665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політики «осадництва».</a:t>
          </a:r>
          <a:endParaRPr lang="uk-UA" sz="3000" kern="1200"/>
        </a:p>
      </dsp:txBody>
      <dsp:txXfrm>
        <a:off x="34269" y="1318444"/>
        <a:ext cx="4996127" cy="633462"/>
      </dsp:txXfrm>
    </dsp:sp>
    <dsp:sp modelId="{28DE453D-6278-48CF-B3EA-FA9285033A7B}">
      <dsp:nvSpPr>
        <dsp:cNvPr id="0" name=""/>
        <dsp:cNvSpPr/>
      </dsp:nvSpPr>
      <dsp:spPr>
        <a:xfrm>
          <a:off x="0" y="2072575"/>
          <a:ext cx="5064665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режиму «нового порядку».</a:t>
          </a:r>
          <a:endParaRPr lang="uk-UA" sz="3000" kern="1200"/>
        </a:p>
      </dsp:txBody>
      <dsp:txXfrm>
        <a:off x="34269" y="2106844"/>
        <a:ext cx="4996127" cy="633462"/>
      </dsp:txXfrm>
    </dsp:sp>
    <dsp:sp modelId="{5084B5DD-A16F-49B1-BEB3-A462824A71A2}">
      <dsp:nvSpPr>
        <dsp:cNvPr id="0" name=""/>
        <dsp:cNvSpPr/>
      </dsp:nvSpPr>
      <dsp:spPr>
        <a:xfrm>
          <a:off x="0" y="2860975"/>
          <a:ext cx="5064665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політики «радянізації».</a:t>
          </a:r>
          <a:endParaRPr lang="uk-UA" sz="3000" kern="1200"/>
        </a:p>
      </dsp:txBody>
      <dsp:txXfrm>
        <a:off x="34269" y="2895244"/>
        <a:ext cx="4996127" cy="63346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B2390-879F-422D-9962-828A84EC9D9D}">
      <dsp:nvSpPr>
        <dsp:cNvPr id="0" name=""/>
        <dsp:cNvSpPr/>
      </dsp:nvSpPr>
      <dsp:spPr>
        <a:xfrm>
          <a:off x="0" y="317035"/>
          <a:ext cx="5064665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Акт про відновлення Української держави.</a:t>
          </a:r>
          <a:endParaRPr lang="uk-UA" sz="2100" kern="1200"/>
        </a:p>
      </dsp:txBody>
      <dsp:txXfrm>
        <a:off x="39580" y="356615"/>
        <a:ext cx="4985505" cy="731649"/>
      </dsp:txXfrm>
    </dsp:sp>
    <dsp:sp modelId="{2A2E70A4-EEC3-4AE9-9A4B-CFA73F3CB376}">
      <dsp:nvSpPr>
        <dsp:cNvPr id="0" name=""/>
        <dsp:cNvSpPr/>
      </dsp:nvSpPr>
      <dsp:spPr>
        <a:xfrm>
          <a:off x="0" y="1188325"/>
          <a:ext cx="5064665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Маніфест про возз’єднання Закарпаття з Українською РСР.</a:t>
          </a:r>
          <a:endParaRPr lang="uk-UA" sz="2100" kern="1200"/>
        </a:p>
      </dsp:txBody>
      <dsp:txXfrm>
        <a:off x="39580" y="1227905"/>
        <a:ext cx="4985505" cy="731649"/>
      </dsp:txXfrm>
    </dsp:sp>
    <dsp:sp modelId="{0C37C88C-B7EE-473B-8EF2-1AB31849DEAF}">
      <dsp:nvSpPr>
        <dsp:cNvPr id="0" name=""/>
        <dsp:cNvSpPr/>
      </dsp:nvSpPr>
      <dsp:spPr>
        <a:xfrm>
          <a:off x="0" y="2059615"/>
          <a:ext cx="5064665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Наказ про створення Українського штабу партизанського руху.</a:t>
          </a:r>
          <a:endParaRPr lang="uk-UA" sz="2100" kern="1200"/>
        </a:p>
      </dsp:txBody>
      <dsp:txXfrm>
        <a:off x="39580" y="2099195"/>
        <a:ext cx="4985505" cy="731649"/>
      </dsp:txXfrm>
    </dsp:sp>
    <dsp:sp modelId="{26A3F7EE-0212-4804-84DF-02AED32D4A2E}">
      <dsp:nvSpPr>
        <dsp:cNvPr id="0" name=""/>
        <dsp:cNvSpPr/>
      </dsp:nvSpPr>
      <dsp:spPr>
        <a:xfrm>
          <a:off x="0" y="2930905"/>
          <a:ext cx="5064665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Декларацію про організацію Української головної визвольної ради.</a:t>
          </a:r>
          <a:endParaRPr lang="uk-UA" sz="2100" kern="1200"/>
        </a:p>
      </dsp:txBody>
      <dsp:txXfrm>
        <a:off x="39580" y="2970485"/>
        <a:ext cx="4985505" cy="731649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B4AC1-9919-4D5B-B925-6B8609AEF81B}">
      <dsp:nvSpPr>
        <dsp:cNvPr id="0" name=""/>
        <dsp:cNvSpPr/>
      </dsp:nvSpPr>
      <dsp:spPr>
        <a:xfrm>
          <a:off x="0" y="480115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евакуацію людей і матеріальних цінностей з республіки у східні райони СРСР.</a:t>
          </a:r>
          <a:endParaRPr lang="uk-UA" sz="1900" kern="1200"/>
        </a:p>
      </dsp:txBody>
      <dsp:txXfrm>
        <a:off x="35811" y="515926"/>
        <a:ext cx="4993043" cy="661968"/>
      </dsp:txXfrm>
    </dsp:sp>
    <dsp:sp modelId="{EA7D7576-D6AA-43A1-86CB-08A7B7694E5B}">
      <dsp:nvSpPr>
        <dsp:cNvPr id="0" name=""/>
        <dsp:cNvSpPr/>
      </dsp:nvSpPr>
      <dsp:spPr>
        <a:xfrm>
          <a:off x="0" y="1268425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початок процесу радянізації західних областей УРСР.</a:t>
          </a:r>
          <a:endParaRPr lang="uk-UA" sz="1900" kern="1200"/>
        </a:p>
      </dsp:txBody>
      <dsp:txXfrm>
        <a:off x="35811" y="1304236"/>
        <a:ext cx="4993043" cy="661968"/>
      </dsp:txXfrm>
    </dsp:sp>
    <dsp:sp modelId="{82B2654B-11B0-47CE-939B-99140623A0E8}">
      <dsp:nvSpPr>
        <dsp:cNvPr id="0" name=""/>
        <dsp:cNvSpPr/>
      </dsp:nvSpPr>
      <dsp:spPr>
        <a:xfrm>
          <a:off x="0" y="2056735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окупацію військами Німеччини та її союзників усієї території УРСР.</a:t>
          </a:r>
          <a:endParaRPr lang="uk-UA" sz="1900" kern="1200"/>
        </a:p>
      </dsp:txBody>
      <dsp:txXfrm>
        <a:off x="35811" y="2092546"/>
        <a:ext cx="4993043" cy="661968"/>
      </dsp:txXfrm>
    </dsp:sp>
    <dsp:sp modelId="{2C04A3D7-9018-4549-9394-786E5AF182D1}">
      <dsp:nvSpPr>
        <dsp:cNvPr id="0" name=""/>
        <dsp:cNvSpPr/>
      </dsp:nvSpPr>
      <dsp:spPr>
        <a:xfrm>
          <a:off x="0" y="2845045"/>
          <a:ext cx="5064665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депортацію кримських татар, болгар і вірмен до Сибіру та Середньої Азії.</a:t>
          </a:r>
          <a:endParaRPr lang="uk-UA" sz="1900" kern="1200"/>
        </a:p>
      </dsp:txBody>
      <dsp:txXfrm>
        <a:off x="35811" y="2880856"/>
        <a:ext cx="4993043" cy="66196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42EC3-8D1A-4DF1-A54D-1AB49F790E53}">
      <dsp:nvSpPr>
        <dsp:cNvPr id="0" name=""/>
        <dsp:cNvSpPr/>
      </dsp:nvSpPr>
      <dsp:spPr>
        <a:xfrm>
          <a:off x="0" y="6539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розширення кордонів УРСР</a:t>
          </a:r>
          <a:endParaRPr lang="uk-UA" sz="2400" kern="1200"/>
        </a:p>
      </dsp:txBody>
      <dsp:txXfrm>
        <a:off x="45406" y="110801"/>
        <a:ext cx="4973853" cy="839338"/>
      </dsp:txXfrm>
    </dsp:sp>
    <dsp:sp modelId="{0E39147C-A058-4A59-89D7-A3DE032D78DD}">
      <dsp:nvSpPr>
        <dsp:cNvPr id="0" name=""/>
        <dsp:cNvSpPr/>
      </dsp:nvSpPr>
      <dsp:spPr>
        <a:xfrm>
          <a:off x="0" y="106466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придушення українського руху Опору</a:t>
          </a:r>
          <a:endParaRPr lang="uk-UA" sz="2400" kern="1200"/>
        </a:p>
      </dsp:txBody>
      <dsp:txXfrm>
        <a:off x="45406" y="1110071"/>
        <a:ext cx="4973853" cy="839338"/>
      </dsp:txXfrm>
    </dsp:sp>
    <dsp:sp modelId="{18C6F116-AFA1-4125-9F60-C69A248CED13}">
      <dsp:nvSpPr>
        <dsp:cNvPr id="0" name=""/>
        <dsp:cNvSpPr/>
      </dsp:nvSpPr>
      <dsp:spPr>
        <a:xfrm>
          <a:off x="0" y="206393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утворення незалежної Української Держави</a:t>
          </a:r>
          <a:endParaRPr lang="uk-UA" sz="2400" kern="1200"/>
        </a:p>
      </dsp:txBody>
      <dsp:txXfrm>
        <a:off x="45406" y="2109341"/>
        <a:ext cx="4973853" cy="839338"/>
      </dsp:txXfrm>
    </dsp:sp>
    <dsp:sp modelId="{EBAF75E2-1B27-4D5B-BEAC-4EE0AEDC0B9D}">
      <dsp:nvSpPr>
        <dsp:cNvPr id="0" name=""/>
        <dsp:cNvSpPr/>
      </dsp:nvSpPr>
      <dsp:spPr>
        <a:xfrm>
          <a:off x="0" y="3063205"/>
          <a:ext cx="5064665" cy="9301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установлення окупаційного режиму на території УРСР</a:t>
          </a:r>
          <a:endParaRPr lang="uk-UA" sz="2400" kern="1200"/>
        </a:p>
      </dsp:txBody>
      <dsp:txXfrm>
        <a:off x="45406" y="3108611"/>
        <a:ext cx="4973853" cy="839338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BA602C-E5AA-4985-8742-A80633A8BF93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1939–1940 рр.</a:t>
          </a:r>
          <a:endParaRPr lang="uk-UA" sz="3900" kern="1200"/>
        </a:p>
      </dsp:txBody>
      <dsp:txXfrm>
        <a:off x="44549" y="80244"/>
        <a:ext cx="4975567" cy="823502"/>
      </dsp:txXfrm>
    </dsp:sp>
    <dsp:sp modelId="{42378291-29D3-4C68-A00D-A975896E2CA6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1941–1942 рр.</a:t>
          </a:r>
          <a:endParaRPr lang="uk-UA" sz="3900" kern="1200"/>
        </a:p>
      </dsp:txBody>
      <dsp:txXfrm>
        <a:off x="44549" y="1105164"/>
        <a:ext cx="4975567" cy="823502"/>
      </dsp:txXfrm>
    </dsp:sp>
    <dsp:sp modelId="{B62CFD1F-FCA7-4614-A0FA-F9B53B1FA02A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1943–1944 рр.</a:t>
          </a:r>
          <a:endParaRPr lang="uk-UA" sz="3900" kern="1200"/>
        </a:p>
      </dsp:txBody>
      <dsp:txXfrm>
        <a:off x="44549" y="2130084"/>
        <a:ext cx="4975567" cy="823502"/>
      </dsp:txXfrm>
    </dsp:sp>
    <dsp:sp modelId="{04AA5249-D6EA-4D05-9018-FBCD35BBA0EE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1946–1947 рр.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1089C-2561-4E7F-AC16-513331804FA5}">
      <dsp:nvSpPr>
        <dsp:cNvPr id="0" name=""/>
        <dsp:cNvSpPr/>
      </dsp:nvSpPr>
      <dsp:spPr>
        <a:xfrm>
          <a:off x="0" y="153955"/>
          <a:ext cx="5064665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повної окупації УРСР військами Німеччини та її союзників.</a:t>
          </a:r>
          <a:endParaRPr lang="uk-UA" sz="2300" kern="1200"/>
        </a:p>
      </dsp:txBody>
      <dsp:txXfrm>
        <a:off x="43350" y="197305"/>
        <a:ext cx="4977965" cy="801330"/>
      </dsp:txXfrm>
    </dsp:sp>
    <dsp:sp modelId="{A4DFC16F-FEB3-4763-A7A9-1772FD56B6A4}">
      <dsp:nvSpPr>
        <dsp:cNvPr id="0" name=""/>
        <dsp:cNvSpPr/>
      </dsp:nvSpPr>
      <dsp:spPr>
        <a:xfrm>
          <a:off x="0" y="1108225"/>
          <a:ext cx="5064665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зриву планів «блискавичної війни» Німеччини проти СРСР.</a:t>
          </a:r>
          <a:endParaRPr lang="uk-UA" sz="2300" kern="1200"/>
        </a:p>
      </dsp:txBody>
      <dsp:txXfrm>
        <a:off x="43350" y="1151575"/>
        <a:ext cx="4977965" cy="801330"/>
      </dsp:txXfrm>
    </dsp:sp>
    <dsp:sp modelId="{03F8F1D4-E60B-4943-AC26-6937F8FDDD90}">
      <dsp:nvSpPr>
        <dsp:cNvPr id="0" name=""/>
        <dsp:cNvSpPr/>
      </dsp:nvSpPr>
      <dsp:spPr>
        <a:xfrm>
          <a:off x="0" y="2062495"/>
          <a:ext cx="5064665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створення українських збройних формувань у складі Червоної армії.</a:t>
          </a:r>
          <a:endParaRPr lang="uk-UA" sz="2300" kern="1200"/>
        </a:p>
      </dsp:txBody>
      <dsp:txXfrm>
        <a:off x="43350" y="2105845"/>
        <a:ext cx="4977965" cy="801330"/>
      </dsp:txXfrm>
    </dsp:sp>
    <dsp:sp modelId="{14D466F9-0A81-4561-A8C8-69FEDF19B02F}">
      <dsp:nvSpPr>
        <dsp:cNvPr id="0" name=""/>
        <dsp:cNvSpPr/>
      </dsp:nvSpPr>
      <dsp:spPr>
        <a:xfrm>
          <a:off x="0" y="3016765"/>
          <a:ext cx="5064665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утворення маріонеткової Української держави.</a:t>
          </a:r>
          <a:endParaRPr lang="uk-UA" sz="2300" kern="1200"/>
        </a:p>
      </dsp:txBody>
      <dsp:txXfrm>
        <a:off x="43350" y="3060115"/>
        <a:ext cx="4977965" cy="801330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4DAE0-588D-4789-BC40-822C27D0ADA4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Італії</a:t>
          </a:r>
          <a:endParaRPr lang="uk-UA" sz="3900" kern="1200"/>
        </a:p>
      </dsp:txBody>
      <dsp:txXfrm>
        <a:off x="44549" y="80244"/>
        <a:ext cx="4975567" cy="823502"/>
      </dsp:txXfrm>
    </dsp:sp>
    <dsp:sp modelId="{B78C38F0-7F45-482C-98E9-B337D41F5430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Угорщині</a:t>
          </a:r>
          <a:endParaRPr lang="uk-UA" sz="3900" kern="1200"/>
        </a:p>
      </dsp:txBody>
      <dsp:txXfrm>
        <a:off x="44549" y="1105164"/>
        <a:ext cx="4975567" cy="823502"/>
      </dsp:txXfrm>
    </dsp:sp>
    <dsp:sp modelId="{BCA67C9B-F701-41C0-AE2C-854B50AF6D9A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Румунії</a:t>
          </a:r>
          <a:endParaRPr lang="uk-UA" sz="3900" kern="1200"/>
        </a:p>
      </dsp:txBody>
      <dsp:txXfrm>
        <a:off x="44549" y="2130084"/>
        <a:ext cx="4975567" cy="823502"/>
      </dsp:txXfrm>
    </dsp:sp>
    <dsp:sp modelId="{F570BDEE-6BA3-4420-A555-B0C1C8A7D2B5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900" b="0" i="0" kern="1200"/>
            <a:t>Словаччині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68E90-A728-47A1-92C8-644533DD993E}">
      <dsp:nvSpPr>
        <dsp:cNvPr id="0" name=""/>
        <dsp:cNvSpPr/>
      </dsp:nvSpPr>
      <dsp:spPr>
        <a:xfrm>
          <a:off x="0" y="5623"/>
          <a:ext cx="5060497" cy="13030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Танкова битва в районі Рівне – Дубно – Луцьк – Броди.</a:t>
          </a:r>
          <a:endParaRPr lang="uk-UA" sz="2400" kern="1200"/>
        </a:p>
      </dsp:txBody>
      <dsp:txXfrm>
        <a:off x="63611" y="69234"/>
        <a:ext cx="4933275" cy="1175865"/>
      </dsp:txXfrm>
    </dsp:sp>
    <dsp:sp modelId="{93A89B6F-5C7E-42F5-8EB7-B26F2CB75615}">
      <dsp:nvSpPr>
        <dsp:cNvPr id="0" name=""/>
        <dsp:cNvSpPr/>
      </dsp:nvSpPr>
      <dsp:spPr>
        <a:xfrm>
          <a:off x="0" y="1377831"/>
          <a:ext cx="5060497" cy="13030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Кримська наступальна операція.</a:t>
          </a:r>
          <a:endParaRPr lang="uk-UA" sz="2400" kern="1200"/>
        </a:p>
      </dsp:txBody>
      <dsp:txXfrm>
        <a:off x="63611" y="1441442"/>
        <a:ext cx="4933275" cy="1175865"/>
      </dsp:txXfrm>
    </dsp:sp>
    <dsp:sp modelId="{F2527E75-ED9B-42D7-BF10-69AAFC28D5BC}">
      <dsp:nvSpPr>
        <dsp:cNvPr id="0" name=""/>
        <dsp:cNvSpPr/>
      </dsp:nvSpPr>
      <dsp:spPr>
        <a:xfrm>
          <a:off x="0" y="2750038"/>
          <a:ext cx="5060497" cy="13030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Проголошення у Львові Акта відновлення Української держави.</a:t>
          </a:r>
          <a:endParaRPr lang="uk-UA" sz="2400" kern="1200"/>
        </a:p>
      </dsp:txBody>
      <dsp:txXfrm>
        <a:off x="63611" y="2813649"/>
        <a:ext cx="4933275" cy="1175865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9C5C97-99CB-4183-A3ED-E14594A07F2E}">
      <dsp:nvSpPr>
        <dsp:cNvPr id="0" name=""/>
        <dsp:cNvSpPr/>
      </dsp:nvSpPr>
      <dsp:spPr>
        <a:xfrm>
          <a:off x="0" y="327115"/>
          <a:ext cx="5064665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Депортація</a:t>
          </a:r>
          <a:r>
            <a:rPr lang="ru-RU" sz="2800" b="0" i="0" kern="1200" dirty="0"/>
            <a:t> </a:t>
          </a:r>
          <a:r>
            <a:rPr lang="ru-RU" sz="2800" b="0" i="0" kern="1200" dirty="0" err="1"/>
            <a:t>кримських</a:t>
          </a:r>
          <a:r>
            <a:rPr lang="ru-RU" sz="2800" b="0" i="0" kern="1200" dirty="0"/>
            <a:t> татар до </a:t>
          </a:r>
          <a:r>
            <a:rPr lang="ru-RU" sz="2800" b="0" i="0" kern="1200" dirty="0" err="1"/>
            <a:t>Середньої</a:t>
          </a:r>
          <a:r>
            <a:rPr lang="ru-RU" sz="2800" b="0" i="0" kern="1200" dirty="0"/>
            <a:t> </a:t>
          </a:r>
          <a:r>
            <a:rPr lang="ru-RU" sz="2800" b="0" i="0" kern="1200" dirty="0" err="1"/>
            <a:t>Азії</a:t>
          </a:r>
          <a:r>
            <a:rPr lang="ru-RU" sz="2800" b="0" i="0" kern="1200" dirty="0"/>
            <a:t>.</a:t>
          </a:r>
          <a:endParaRPr lang="uk-UA" sz="2800" kern="1200" dirty="0"/>
        </a:p>
      </dsp:txBody>
      <dsp:txXfrm>
        <a:off x="52774" y="379889"/>
        <a:ext cx="4959117" cy="975532"/>
      </dsp:txXfrm>
    </dsp:sp>
    <dsp:sp modelId="{9BCEC856-64EC-42EF-8DD5-81EDED56AE5C}">
      <dsp:nvSpPr>
        <dsp:cNvPr id="0" name=""/>
        <dsp:cNvSpPr/>
      </dsp:nvSpPr>
      <dsp:spPr>
        <a:xfrm>
          <a:off x="0" y="1488835"/>
          <a:ext cx="5064665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Утворення</a:t>
          </a:r>
          <a:r>
            <a:rPr lang="ru-RU" sz="2800" b="0" i="0" kern="1200" dirty="0"/>
            <a:t> </a:t>
          </a:r>
          <a:r>
            <a:rPr lang="ru-RU" sz="2800" b="0" i="0" kern="1200" dirty="0" err="1"/>
            <a:t>Українського</a:t>
          </a:r>
          <a:r>
            <a:rPr lang="ru-RU" sz="2800" b="0" i="0" kern="1200" dirty="0"/>
            <a:t> штабу </a:t>
          </a:r>
          <a:r>
            <a:rPr lang="ru-RU" sz="2800" b="0" i="0" kern="1200" dirty="0" err="1"/>
            <a:t>партизанського</a:t>
          </a:r>
          <a:r>
            <a:rPr lang="ru-RU" sz="2800" b="0" i="0" kern="1200" dirty="0"/>
            <a:t> руху.</a:t>
          </a:r>
          <a:endParaRPr lang="uk-UA" sz="2800" kern="1200" dirty="0"/>
        </a:p>
      </dsp:txBody>
      <dsp:txXfrm>
        <a:off x="52774" y="1541609"/>
        <a:ext cx="4959117" cy="975532"/>
      </dsp:txXfrm>
    </dsp:sp>
    <dsp:sp modelId="{1AB5073B-BB99-4905-84B4-BC8669A1CE48}">
      <dsp:nvSpPr>
        <dsp:cNvPr id="0" name=""/>
        <dsp:cNvSpPr/>
      </dsp:nvSpPr>
      <dsp:spPr>
        <a:xfrm>
          <a:off x="0" y="2650555"/>
          <a:ext cx="5064665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«Битва за </a:t>
          </a:r>
          <a:r>
            <a:rPr lang="ru-RU" sz="2800" b="0" i="0" kern="1200" dirty="0" err="1"/>
            <a:t>Дніпро</a:t>
          </a:r>
          <a:r>
            <a:rPr lang="ru-RU" sz="2800" b="0" i="0" kern="1200" dirty="0"/>
            <a:t>».</a:t>
          </a:r>
          <a:endParaRPr lang="uk-UA" sz="2800" kern="1200" dirty="0"/>
        </a:p>
      </dsp:txBody>
      <dsp:txXfrm>
        <a:off x="52774" y="2703329"/>
        <a:ext cx="4959117" cy="975532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410E8-1605-4F98-886F-B1E7D0320C7E}">
      <dsp:nvSpPr>
        <dsp:cNvPr id="0" name=""/>
        <dsp:cNvSpPr/>
      </dsp:nvSpPr>
      <dsp:spPr>
        <a:xfrm>
          <a:off x="0" y="4914"/>
          <a:ext cx="5060497" cy="1991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1" kern="1200"/>
            <a:t>«Нема більше Севастополя з його акаціями і каштанами, чистенькими вулицями, парками, невеличкими світлими будинками. Він зруйнований...»</a:t>
          </a:r>
          <a:endParaRPr lang="uk-UA" sz="2300" kern="1200"/>
        </a:p>
      </dsp:txBody>
      <dsp:txXfrm>
        <a:off x="97209" y="102123"/>
        <a:ext cx="4866079" cy="1796922"/>
      </dsp:txXfrm>
    </dsp:sp>
    <dsp:sp modelId="{B1DD8740-3BD5-44BD-AB98-79C3594769EE}">
      <dsp:nvSpPr>
        <dsp:cNvPr id="0" name=""/>
        <dsp:cNvSpPr/>
      </dsp:nvSpPr>
      <dsp:spPr>
        <a:xfrm>
          <a:off x="0" y="2062495"/>
          <a:ext cx="5060497" cy="1991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1" kern="1200"/>
            <a:t>«На смертний бій… піднялася вся Україна…, почалася наша велика священна Вітчизняна війна…»</a:t>
          </a:r>
          <a:endParaRPr lang="uk-UA" sz="2300" kern="1200"/>
        </a:p>
      </dsp:txBody>
      <dsp:txXfrm>
        <a:off x="97209" y="2159704"/>
        <a:ext cx="4866079" cy="1796922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38B0BA-F4E5-40C3-B14B-98FD4B46C5F4}">
      <dsp:nvSpPr>
        <dsp:cNvPr id="0" name=""/>
        <dsp:cNvSpPr/>
      </dsp:nvSpPr>
      <dsp:spPr>
        <a:xfrm>
          <a:off x="0" y="310015"/>
          <a:ext cx="5064665" cy="168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1" kern="1200"/>
            <a:t>«У багатьох селах Галичини, куди вступала більшовицька армія, якась частина населення нерідко зустрічала їх квітами...»</a:t>
          </a:r>
          <a:endParaRPr lang="uk-UA" sz="2400" kern="1200"/>
        </a:p>
      </dsp:txBody>
      <dsp:txXfrm>
        <a:off x="82245" y="392260"/>
        <a:ext cx="4900175" cy="1520310"/>
      </dsp:txXfrm>
    </dsp:sp>
    <dsp:sp modelId="{EAF51441-FBDC-43AA-B2F9-48FC317E6F82}">
      <dsp:nvSpPr>
        <dsp:cNvPr id="0" name=""/>
        <dsp:cNvSpPr/>
      </dsp:nvSpPr>
      <dsp:spPr>
        <a:xfrm>
          <a:off x="0" y="2063935"/>
          <a:ext cx="5064665" cy="168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1" kern="1200"/>
            <a:t>«До останнього дня наше радіо запевняло: «Київ був, є і буде радянським. Ворог не пройде!..» І раптом наші війська відходять...»</a:t>
          </a:r>
          <a:endParaRPr lang="uk-UA" sz="2400" kern="1200"/>
        </a:p>
      </dsp:txBody>
      <dsp:txXfrm>
        <a:off x="82245" y="2146180"/>
        <a:ext cx="4900175" cy="1520310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A9C31-CE94-41A1-815D-4C3AE282E70A}">
      <dsp:nvSpPr>
        <dsp:cNvPr id="0" name=""/>
        <dsp:cNvSpPr/>
      </dsp:nvSpPr>
      <dsp:spPr>
        <a:xfrm>
          <a:off x="0" y="495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22303-0804-49AB-8480-073BEC2E2E6A}">
      <dsp:nvSpPr>
        <dsp:cNvPr id="0" name=""/>
        <dsp:cNvSpPr/>
      </dsp:nvSpPr>
      <dsp:spPr>
        <a:xfrm>
          <a:off x="0" y="495"/>
          <a:ext cx="5060497" cy="579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утворення Червоною армією плацдармів на правому березі Дніпра</a:t>
          </a:r>
          <a:endParaRPr lang="uk-UA" sz="1600" kern="1200"/>
        </a:p>
      </dsp:txBody>
      <dsp:txXfrm>
        <a:off x="0" y="495"/>
        <a:ext cx="5060497" cy="579679"/>
      </dsp:txXfrm>
    </dsp:sp>
    <dsp:sp modelId="{6B495EF1-0F0D-4567-A5D2-9E75F71E042F}">
      <dsp:nvSpPr>
        <dsp:cNvPr id="0" name=""/>
        <dsp:cNvSpPr/>
      </dsp:nvSpPr>
      <dsp:spPr>
        <a:xfrm>
          <a:off x="0" y="580175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E1333-FA49-4239-8656-052011F96B06}">
      <dsp:nvSpPr>
        <dsp:cNvPr id="0" name=""/>
        <dsp:cNvSpPr/>
      </dsp:nvSpPr>
      <dsp:spPr>
        <a:xfrm>
          <a:off x="0" y="580175"/>
          <a:ext cx="5060497" cy="579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вигнання німецьких окупантів із Донбасу</a:t>
          </a:r>
          <a:endParaRPr lang="uk-UA" sz="1600" kern="1200"/>
        </a:p>
      </dsp:txBody>
      <dsp:txXfrm>
        <a:off x="0" y="580175"/>
        <a:ext cx="5060497" cy="579679"/>
      </dsp:txXfrm>
    </dsp:sp>
    <dsp:sp modelId="{5055466E-8E8F-498C-888F-32A03B5F2EBE}">
      <dsp:nvSpPr>
        <dsp:cNvPr id="0" name=""/>
        <dsp:cNvSpPr/>
      </dsp:nvSpPr>
      <dsp:spPr>
        <a:xfrm>
          <a:off x="0" y="1159855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BEAC8-7F14-4F03-BCD5-5392D24FC5FE}">
      <dsp:nvSpPr>
        <dsp:cNvPr id="0" name=""/>
        <dsp:cNvSpPr/>
      </dsp:nvSpPr>
      <dsp:spPr>
        <a:xfrm>
          <a:off x="0" y="1159855"/>
          <a:ext cx="5060497" cy="579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депортація кримських татар та інших народів Криму</a:t>
          </a:r>
          <a:endParaRPr lang="uk-UA" sz="1600" kern="1200"/>
        </a:p>
      </dsp:txBody>
      <dsp:txXfrm>
        <a:off x="0" y="1159855"/>
        <a:ext cx="5060497" cy="579679"/>
      </dsp:txXfrm>
    </dsp:sp>
    <dsp:sp modelId="{115A928C-6B87-4860-A684-0AD2D1ABB15D}">
      <dsp:nvSpPr>
        <dsp:cNvPr id="0" name=""/>
        <dsp:cNvSpPr/>
      </dsp:nvSpPr>
      <dsp:spPr>
        <a:xfrm>
          <a:off x="0" y="1739535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54CFC-FB56-47CA-A205-DA97CB70AC7D}">
      <dsp:nvSpPr>
        <dsp:cNvPr id="0" name=""/>
        <dsp:cNvSpPr/>
      </dsp:nvSpPr>
      <dsp:spPr>
        <a:xfrm>
          <a:off x="0" y="1739535"/>
          <a:ext cx="5060497" cy="579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проголошення Акта відновлення Української держави</a:t>
          </a:r>
          <a:endParaRPr lang="uk-UA" sz="1600" kern="1200"/>
        </a:p>
      </dsp:txBody>
      <dsp:txXfrm>
        <a:off x="0" y="1739535"/>
        <a:ext cx="5060497" cy="579679"/>
      </dsp:txXfrm>
    </dsp:sp>
    <dsp:sp modelId="{05AEF541-1923-4C8F-AE3C-CFD658F947ED}">
      <dsp:nvSpPr>
        <dsp:cNvPr id="0" name=""/>
        <dsp:cNvSpPr/>
      </dsp:nvSpPr>
      <dsp:spPr>
        <a:xfrm>
          <a:off x="0" y="2319214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C88EF-7FB6-4302-B3EB-B6C13AB318BD}">
      <dsp:nvSpPr>
        <dsp:cNvPr id="0" name=""/>
        <dsp:cNvSpPr/>
      </dsp:nvSpPr>
      <dsp:spPr>
        <a:xfrm>
          <a:off x="0" y="2319214"/>
          <a:ext cx="5060497" cy="579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створення Української повстанської армії (УПА)</a:t>
          </a:r>
          <a:endParaRPr lang="uk-UA" sz="1600" kern="1200"/>
        </a:p>
      </dsp:txBody>
      <dsp:txXfrm>
        <a:off x="0" y="2319214"/>
        <a:ext cx="5060497" cy="579679"/>
      </dsp:txXfrm>
    </dsp:sp>
    <dsp:sp modelId="{15758685-6145-4329-88F2-EDD89E8D6F44}">
      <dsp:nvSpPr>
        <dsp:cNvPr id="0" name=""/>
        <dsp:cNvSpPr/>
      </dsp:nvSpPr>
      <dsp:spPr>
        <a:xfrm>
          <a:off x="0" y="2898894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E4162-B91A-4C86-9FFC-D5C7B4517DC4}">
      <dsp:nvSpPr>
        <dsp:cNvPr id="0" name=""/>
        <dsp:cNvSpPr/>
      </dsp:nvSpPr>
      <dsp:spPr>
        <a:xfrm>
          <a:off x="0" y="2898894"/>
          <a:ext cx="5060497" cy="579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початок діяльності похідних груп ОУН</a:t>
          </a:r>
          <a:endParaRPr lang="uk-UA" sz="1600" kern="1200"/>
        </a:p>
      </dsp:txBody>
      <dsp:txXfrm>
        <a:off x="0" y="2898894"/>
        <a:ext cx="5060497" cy="579679"/>
      </dsp:txXfrm>
    </dsp:sp>
    <dsp:sp modelId="{3A7D7AC9-ED43-4762-9547-96E2692D4EE0}">
      <dsp:nvSpPr>
        <dsp:cNvPr id="0" name=""/>
        <dsp:cNvSpPr/>
      </dsp:nvSpPr>
      <dsp:spPr>
        <a:xfrm>
          <a:off x="0" y="3478574"/>
          <a:ext cx="5060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2A857-61B7-4A45-A778-3A92EC14572B}">
      <dsp:nvSpPr>
        <dsp:cNvPr id="0" name=""/>
        <dsp:cNvSpPr/>
      </dsp:nvSpPr>
      <dsp:spPr>
        <a:xfrm>
          <a:off x="0" y="3478574"/>
          <a:ext cx="5060497" cy="579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поява в лавах Червоної армії піхотних підрозділів, укомплектованих «чорносвитниками»</a:t>
          </a:r>
          <a:endParaRPr lang="uk-UA" sz="1600" kern="1200"/>
        </a:p>
      </dsp:txBody>
      <dsp:txXfrm>
        <a:off x="0" y="3478574"/>
        <a:ext cx="5060497" cy="579679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DC33E-049D-4902-965D-0BD21EC38037}">
      <dsp:nvSpPr>
        <dsp:cNvPr id="0" name=""/>
        <dsp:cNvSpPr/>
      </dsp:nvSpPr>
      <dsp:spPr>
        <a:xfrm>
          <a:off x="0" y="3569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Закарпаття</a:t>
          </a:r>
          <a:endParaRPr lang="uk-UA" sz="3900" kern="1200"/>
        </a:p>
      </dsp:txBody>
      <dsp:txXfrm>
        <a:off x="44549" y="80244"/>
        <a:ext cx="4975567" cy="823502"/>
      </dsp:txXfrm>
    </dsp:sp>
    <dsp:sp modelId="{FBCA43FC-5B6A-4D49-91E2-5614AEC28855}">
      <dsp:nvSpPr>
        <dsp:cNvPr id="0" name=""/>
        <dsp:cNvSpPr/>
      </dsp:nvSpPr>
      <dsp:spPr>
        <a:xfrm>
          <a:off x="0" y="106061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Східна Галичина</a:t>
          </a:r>
          <a:endParaRPr lang="uk-UA" sz="3900" kern="1200"/>
        </a:p>
      </dsp:txBody>
      <dsp:txXfrm>
        <a:off x="44549" y="1105164"/>
        <a:ext cx="4975567" cy="823502"/>
      </dsp:txXfrm>
    </dsp:sp>
    <dsp:sp modelId="{C00343FD-10DE-4280-B496-4EA63418057F}">
      <dsp:nvSpPr>
        <dsp:cNvPr id="0" name=""/>
        <dsp:cNvSpPr/>
      </dsp:nvSpPr>
      <dsp:spPr>
        <a:xfrm>
          <a:off x="0" y="208553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Крим</a:t>
          </a:r>
          <a:endParaRPr lang="uk-UA" sz="3900" kern="1200"/>
        </a:p>
      </dsp:txBody>
      <dsp:txXfrm>
        <a:off x="44549" y="2130084"/>
        <a:ext cx="4975567" cy="823502"/>
      </dsp:txXfrm>
    </dsp:sp>
    <dsp:sp modelId="{D8C459D6-164F-40D7-B59D-8E3D07191555}">
      <dsp:nvSpPr>
        <dsp:cNvPr id="0" name=""/>
        <dsp:cNvSpPr/>
      </dsp:nvSpPr>
      <dsp:spPr>
        <a:xfrm>
          <a:off x="0" y="3110455"/>
          <a:ext cx="5064665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Північна Буковина</a:t>
          </a:r>
          <a:endParaRPr lang="uk-UA" sz="3900" kern="1200"/>
        </a:p>
      </dsp:txBody>
      <dsp:txXfrm>
        <a:off x="44549" y="3155004"/>
        <a:ext cx="4975567" cy="8235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798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287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1276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57737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613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037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9136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3584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345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351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863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1089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48655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71109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1793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3526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9003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53CA6FC-E515-4A6D-BF27-20C386BFF14A}" type="datetimeFigureOut">
              <a:rPr lang="uk-UA" smtClean="0"/>
              <a:t>01.03.2025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2F7392C-4A20-4731-81C9-58F5BDCA294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89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22.jpe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23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28.jpe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4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7" Type="http://schemas.openxmlformats.org/officeDocument/2006/relationships/image" Target="../media/image29.jpeg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30.pn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0.xml"/><Relationship Id="rId3" Type="http://schemas.openxmlformats.org/officeDocument/2006/relationships/diagramLayout" Target="../diagrams/layout39.xml"/><Relationship Id="rId7" Type="http://schemas.openxmlformats.org/officeDocument/2006/relationships/diagramData" Target="../diagrams/data40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11" Type="http://schemas.microsoft.com/office/2007/relationships/diagramDrawing" Target="../diagrams/drawing40.xml"/><Relationship Id="rId5" Type="http://schemas.openxmlformats.org/officeDocument/2006/relationships/diagramColors" Target="../diagrams/colors39.xml"/><Relationship Id="rId10" Type="http://schemas.openxmlformats.org/officeDocument/2006/relationships/diagramColors" Target="../diagrams/colors40.xml"/><Relationship Id="rId4" Type="http://schemas.openxmlformats.org/officeDocument/2006/relationships/diagramQuickStyle" Target="../diagrams/quickStyle39.xml"/><Relationship Id="rId9" Type="http://schemas.openxmlformats.org/officeDocument/2006/relationships/diagramQuickStyle" Target="../diagrams/quickStyle40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2.xml"/><Relationship Id="rId3" Type="http://schemas.openxmlformats.org/officeDocument/2006/relationships/diagramLayout" Target="../diagrams/layout41.xml"/><Relationship Id="rId7" Type="http://schemas.openxmlformats.org/officeDocument/2006/relationships/diagramData" Target="../diagrams/data42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11" Type="http://schemas.microsoft.com/office/2007/relationships/diagramDrawing" Target="../diagrams/drawing42.xml"/><Relationship Id="rId5" Type="http://schemas.openxmlformats.org/officeDocument/2006/relationships/diagramColors" Target="../diagrams/colors41.xml"/><Relationship Id="rId10" Type="http://schemas.openxmlformats.org/officeDocument/2006/relationships/diagramColors" Target="../diagrams/colors42.xml"/><Relationship Id="rId4" Type="http://schemas.openxmlformats.org/officeDocument/2006/relationships/diagramQuickStyle" Target="../diagrams/quickStyle41.xml"/><Relationship Id="rId9" Type="http://schemas.openxmlformats.org/officeDocument/2006/relationships/diagramQuickStyle" Target="../diagrams/quickStyle4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7" Type="http://schemas.openxmlformats.org/officeDocument/2006/relationships/image" Target="../media/image31.png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04764-28BC-83F4-2FC8-5B46957B24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Початок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(1939–1941)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8E8032C-B473-DC13-B976-55AC6E8469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880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F2B1CCD-9B0F-3C3D-0CE5-09ED4BA5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 початком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6A2C500-9EF4-A368-1A2D-CD1814500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0615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324ED-7709-B493-C651-85D78266B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агітаційних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F4407C-5371-7A03-603E-A5FBD14315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7" y="1798465"/>
            <a:ext cx="2870283" cy="390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7C78403-B37A-2D59-9695-C7B10F4E8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958" y="1797474"/>
            <a:ext cx="2825781" cy="384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3A97189-6970-762F-62D1-86B12702A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848" y="1878197"/>
            <a:ext cx="2870282" cy="3827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0BD675F-178B-7CE1-CC8C-8FCE01463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7869" y="1876440"/>
            <a:ext cx="2870282" cy="3815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74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F214C-F2F2-B7D0-4989-7C6D93F9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пропагандистських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6498C0F-CF80-F877-54D1-FCA851B126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70" y="2741613"/>
            <a:ext cx="2661191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AA0644B-CF6A-0FC5-B912-6A3E93D05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771" y="1905000"/>
            <a:ext cx="3257550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E4414C4-3C07-3B0A-CB9D-1969D583C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631" y="3085306"/>
            <a:ext cx="2447925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1AAFEF7-ECD3-C0B1-2240-DE1E45B8B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236" y="1771650"/>
            <a:ext cx="287655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383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79040-F8BF-1041-A0DD-3082D4E2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СРСР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39A54C80-3016-31F5-B67E-195D8C726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949" y="2189163"/>
            <a:ext cx="3855639" cy="4059237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113CE0-ACA6-FBA9-331C-AD3F8E820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524" y="1788552"/>
            <a:ext cx="6116043" cy="506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28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A96E5A-24A6-C6E7-FA5A-7990C0424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 репресії</a:t>
            </a:r>
          </a:p>
        </p:txBody>
      </p:sp>
      <p:pic>
        <p:nvPicPr>
          <p:cNvPr id="13" name="Місце для вмісту 12">
            <a:extLst>
              <a:ext uri="{FF2B5EF4-FFF2-40B4-BE49-F238E27FC236}">
                <a16:creationId xmlns:a16="http://schemas.microsoft.com/office/drawing/2014/main" id="{B68656EE-DB0F-0B6D-6EBC-9A5A25F683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5332"/>
            <a:ext cx="3959352" cy="6802647"/>
          </a:xfrm>
        </p:spPr>
      </p:pic>
      <p:pic>
        <p:nvPicPr>
          <p:cNvPr id="11" name="Місце для вмісту 10">
            <a:extLst>
              <a:ext uri="{FF2B5EF4-FFF2-40B4-BE49-F238E27FC236}">
                <a16:creationId xmlns:a16="http://schemas.microsoft.com/office/drawing/2014/main" id="{A5A9C588-E949-634E-61B3-87CC50DF0E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02363" y="2054951"/>
            <a:ext cx="5065712" cy="3413260"/>
          </a:xfrm>
        </p:spPr>
      </p:pic>
    </p:spTree>
    <p:extLst>
      <p:ext uri="{BB962C8B-B14F-4D97-AF65-F5344CB8AC3E}">
        <p14:creationId xmlns:p14="http://schemas.microsoft.com/office/powerpoint/2010/main" val="367194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797AA-695B-3D68-66F3-CB4DF6F61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Західноукраїнські землі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CFF8A736-D0D0-92D8-A711-7AF1F08C2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9303" y="1869619"/>
            <a:ext cx="7910777" cy="4231924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46E30C-D82E-8301-8AD6-8D8A9DE52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2467"/>
            <a:ext cx="4042516" cy="354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8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62B7A-C380-A32D-7B72-4BC6F740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послідовність</a:t>
            </a:r>
            <a:r>
              <a:rPr lang="ru-RU" sz="3200" dirty="0"/>
              <a:t> </a:t>
            </a:r>
            <a:r>
              <a:rPr lang="ru-RU" sz="3200" dirty="0" err="1"/>
              <a:t>виходу</a:t>
            </a:r>
            <a:r>
              <a:rPr lang="ru-RU" sz="3200" dirty="0"/>
              <a:t> </a:t>
            </a:r>
            <a:r>
              <a:rPr lang="ru-RU" sz="3200" dirty="0" err="1"/>
              <a:t>друком</a:t>
            </a:r>
            <a:r>
              <a:rPr lang="ru-RU" sz="3200" dirty="0"/>
              <a:t> газет, </a:t>
            </a:r>
            <a:r>
              <a:rPr lang="ru-RU" sz="3200" dirty="0" err="1"/>
              <a:t>фрагменти</a:t>
            </a:r>
            <a:r>
              <a:rPr lang="ru-RU" sz="3200" dirty="0"/>
              <a:t> </a:t>
            </a:r>
            <a:r>
              <a:rPr lang="ru-RU" sz="3200" dirty="0" err="1"/>
              <a:t>перших</a:t>
            </a:r>
            <a:r>
              <a:rPr lang="ru-RU" sz="3200" dirty="0"/>
              <a:t> </a:t>
            </a:r>
            <a:r>
              <a:rPr lang="ru-RU" sz="3200" dirty="0" err="1"/>
              <a:t>шпальт</a:t>
            </a:r>
            <a:r>
              <a:rPr lang="ru-RU" sz="3200" dirty="0"/>
              <a:t> </a:t>
            </a:r>
            <a:r>
              <a:rPr lang="ru-RU" sz="3200" dirty="0" err="1"/>
              <a:t>яких</a:t>
            </a:r>
            <a:r>
              <a:rPr lang="ru-RU" sz="3200" dirty="0"/>
              <a:t> </a:t>
            </a:r>
            <a:r>
              <a:rPr lang="ru-RU" sz="3200" dirty="0" err="1"/>
              <a:t>зображено</a:t>
            </a:r>
            <a:r>
              <a:rPr lang="ru-RU" sz="3200" dirty="0"/>
              <a:t> на фото.</a:t>
            </a:r>
            <a:endParaRPr lang="uk-UA" sz="3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DA23EB9-98B0-E465-CF37-71FD789AEC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3" t="510" r="-2623" b="69831"/>
          <a:stretch/>
        </p:blipFill>
        <p:spPr bwMode="auto">
          <a:xfrm>
            <a:off x="707577" y="1982471"/>
            <a:ext cx="5383099" cy="247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85A7153-52FC-E7B2-FBF6-FC5633ADE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2" t="30322" r="212" b="48790"/>
          <a:stretch/>
        </p:blipFill>
        <p:spPr bwMode="auto">
          <a:xfrm>
            <a:off x="707578" y="4863638"/>
            <a:ext cx="5383098" cy="1745674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FCD4211-DAB5-AD60-63CD-1D532A8357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57" b="27855"/>
          <a:stretch/>
        </p:blipFill>
        <p:spPr bwMode="auto">
          <a:xfrm>
            <a:off x="6490942" y="1994362"/>
            <a:ext cx="5383098" cy="1745674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CF7481D-BCC1-C3A0-947E-A8D52F50D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934" b="6178"/>
          <a:stretch/>
        </p:blipFill>
        <p:spPr bwMode="auto">
          <a:xfrm>
            <a:off x="6490942" y="4863638"/>
            <a:ext cx="5383098" cy="1745674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669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80C319E-0C14-B110-8F71-A1266DA9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Сили на міжнародній арені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0B7BB01-AAEA-F4F9-56E5-D6EFDD328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7836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FEC16E6-0F38-40E5-7937-4D329050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У </a:t>
            </a:r>
            <a:r>
              <a:rPr lang="ru-RU" sz="3200" dirty="0" err="1"/>
              <a:t>якому</a:t>
            </a:r>
            <a:r>
              <a:rPr lang="ru-RU" sz="3200" dirty="0"/>
              <a:t> </a:t>
            </a:r>
            <a:r>
              <a:rPr lang="ru-RU" sz="3200" dirty="0" err="1"/>
              <a:t>стратегічному</a:t>
            </a:r>
            <a:r>
              <a:rPr lang="ru-RU" sz="3200" dirty="0"/>
              <a:t> </a:t>
            </a:r>
            <a:r>
              <a:rPr lang="ru-RU" sz="3200" dirty="0" err="1"/>
              <a:t>плані</a:t>
            </a:r>
            <a:r>
              <a:rPr lang="ru-RU" sz="3200" dirty="0"/>
              <a:t> </a:t>
            </a:r>
            <a:r>
              <a:rPr lang="ru-RU" sz="3200" dirty="0" err="1"/>
              <a:t>було</a:t>
            </a:r>
            <a:r>
              <a:rPr lang="ru-RU" sz="3200" dirty="0"/>
              <a:t> </a:t>
            </a:r>
            <a:r>
              <a:rPr lang="ru-RU" sz="3200" dirty="0" err="1"/>
              <a:t>конкретизовано</a:t>
            </a:r>
            <a:r>
              <a:rPr lang="ru-RU" sz="3200" dirty="0"/>
              <a:t> </a:t>
            </a:r>
            <a:r>
              <a:rPr lang="ru-RU" sz="3200" dirty="0" err="1"/>
              <a:t>такі</a:t>
            </a:r>
            <a:r>
              <a:rPr lang="ru-RU" sz="3200" dirty="0"/>
              <a:t> заяви </a:t>
            </a:r>
            <a:r>
              <a:rPr lang="ru-RU" sz="3200" dirty="0" err="1"/>
              <a:t>нацистського</a:t>
            </a:r>
            <a:r>
              <a:rPr lang="ru-RU" sz="3200" dirty="0"/>
              <a:t> </a:t>
            </a:r>
            <a:r>
              <a:rPr lang="ru-RU" sz="3200" dirty="0" err="1"/>
              <a:t>лідера</a:t>
            </a:r>
            <a:r>
              <a:rPr lang="ru-RU" sz="3200" dirty="0"/>
              <a:t>?</a:t>
            </a:r>
            <a:endParaRPr lang="uk-UA" sz="3200" dirty="0"/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26F2B0B1-D81D-7F2C-ED7E-4B51AAABFF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стосується</a:t>
            </a:r>
            <a:r>
              <a:rPr lang="ru-RU" i="1" dirty="0"/>
              <a:t> </a:t>
            </a:r>
            <a:r>
              <a:rPr lang="ru-RU" i="1" dirty="0" err="1"/>
              <a:t>війни</a:t>
            </a:r>
            <a:r>
              <a:rPr lang="ru-RU" i="1" dirty="0"/>
              <a:t> на </a:t>
            </a:r>
            <a:r>
              <a:rPr lang="ru-RU" i="1" dirty="0" err="1"/>
              <a:t>Сході</a:t>
            </a:r>
            <a:r>
              <a:rPr lang="ru-RU" i="1" dirty="0"/>
              <a:t>, то, </a:t>
            </a:r>
            <a:r>
              <a:rPr lang="ru-RU" i="1" dirty="0" err="1"/>
              <a:t>звичайно</a:t>
            </a:r>
            <a:r>
              <a:rPr lang="ru-RU" i="1" dirty="0"/>
              <a:t>, вона буде </a:t>
            </a:r>
            <a:r>
              <a:rPr lang="ru-RU" i="1" dirty="0" err="1"/>
              <a:t>сувора</a:t>
            </a:r>
            <a:r>
              <a:rPr lang="ru-RU" i="1" dirty="0"/>
              <a:t>. Але </a:t>
            </a:r>
            <a:r>
              <a:rPr lang="ru-RU" i="1" dirty="0" err="1"/>
              <a:t>ні</a:t>
            </a:r>
            <a:r>
              <a:rPr lang="ru-RU" i="1" dirty="0"/>
              <a:t> на </a:t>
            </a:r>
            <a:r>
              <a:rPr lang="ru-RU" i="1" dirty="0" err="1"/>
              <a:t>мить</a:t>
            </a:r>
            <a:r>
              <a:rPr lang="ru-RU" i="1" dirty="0"/>
              <a:t> не </a:t>
            </a:r>
            <a:r>
              <a:rPr lang="ru-RU" i="1" dirty="0" err="1"/>
              <a:t>сумніваюсь</a:t>
            </a:r>
            <a:r>
              <a:rPr lang="ru-RU" i="1" dirty="0"/>
              <a:t> в </a:t>
            </a:r>
            <a:r>
              <a:rPr lang="ru-RU" i="1" dirty="0" err="1"/>
              <a:t>успіху</a:t>
            </a:r>
            <a:r>
              <a:rPr lang="ru-RU" i="1" dirty="0"/>
              <a:t>. </a:t>
            </a:r>
            <a:r>
              <a:rPr lang="ru-RU" i="1" dirty="0" err="1"/>
              <a:t>Передусім</a:t>
            </a:r>
            <a:r>
              <a:rPr lang="ru-RU" i="1" dirty="0"/>
              <a:t> я </a:t>
            </a:r>
            <a:r>
              <a:rPr lang="ru-RU" i="1" dirty="0" err="1"/>
              <a:t>сподіваюсь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ми </a:t>
            </a:r>
            <a:r>
              <a:rPr lang="ru-RU" i="1" dirty="0" err="1"/>
              <a:t>зможемо</a:t>
            </a:r>
            <a:r>
              <a:rPr lang="ru-RU" i="1" dirty="0"/>
              <a:t> </a:t>
            </a:r>
            <a:r>
              <a:rPr lang="ru-RU" i="1" dirty="0" err="1"/>
              <a:t>надовго</a:t>
            </a:r>
            <a:r>
              <a:rPr lang="ru-RU" i="1" dirty="0"/>
              <a:t> </a:t>
            </a:r>
            <a:r>
              <a:rPr lang="ru-RU" i="1" dirty="0" err="1"/>
              <a:t>забезпечити</a:t>
            </a:r>
            <a:r>
              <a:rPr lang="ru-RU" i="1" dirty="0"/>
              <a:t> </a:t>
            </a:r>
            <a:r>
              <a:rPr lang="ru-RU" i="1" dirty="0" err="1"/>
              <a:t>собі</a:t>
            </a:r>
            <a:r>
              <a:rPr lang="ru-RU" i="1" dirty="0"/>
              <a:t> базу </a:t>
            </a:r>
            <a:r>
              <a:rPr lang="ru-RU" i="1" dirty="0" err="1"/>
              <a:t>продовольства</a:t>
            </a:r>
            <a:r>
              <a:rPr lang="ru-RU" i="1" dirty="0"/>
              <a:t> в </a:t>
            </a:r>
            <a:r>
              <a:rPr lang="ru-RU" i="1" dirty="0" err="1"/>
              <a:t>Україні</a:t>
            </a:r>
            <a:r>
              <a:rPr lang="ru-RU" i="1" dirty="0"/>
              <a:t>. Вона </a:t>
            </a:r>
            <a:r>
              <a:rPr lang="ru-RU" i="1" dirty="0" err="1"/>
              <a:t>постачатиме</a:t>
            </a:r>
            <a:r>
              <a:rPr lang="ru-RU" i="1" dirty="0"/>
              <a:t> </a:t>
            </a:r>
            <a:r>
              <a:rPr lang="ru-RU" i="1" dirty="0" err="1"/>
              <a:t>ресурси</a:t>
            </a:r>
            <a:r>
              <a:rPr lang="ru-RU" i="1" dirty="0"/>
              <a:t>, </a:t>
            </a:r>
            <a:r>
              <a:rPr lang="ru-RU" i="1" dirty="0" err="1"/>
              <a:t>які</a:t>
            </a:r>
            <a:r>
              <a:rPr lang="ru-RU" i="1" dirty="0"/>
              <a:t> нам </a:t>
            </a:r>
            <a:r>
              <a:rPr lang="ru-RU" i="1" dirty="0" err="1"/>
              <a:t>будуть</a:t>
            </a:r>
            <a:r>
              <a:rPr lang="ru-RU" i="1" dirty="0"/>
              <a:t> </a:t>
            </a:r>
            <a:r>
              <a:rPr lang="ru-RU" i="1" dirty="0" err="1"/>
              <a:t>потрібні</a:t>
            </a:r>
            <a:r>
              <a:rPr lang="ru-RU" i="1" dirty="0"/>
              <a:t>...»</a:t>
            </a:r>
            <a:endParaRPr lang="uk-UA" i="1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6C7669F6-6E0A-8723-6A8B-800DA6E9A87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4436650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1752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65B56-07E5-52B6-188F-7B7DD8C9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Назву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історико-географічного</a:t>
            </a:r>
            <a:r>
              <a:rPr lang="ru-RU" dirty="0"/>
              <a:t> </a:t>
            </a:r>
            <a:r>
              <a:rPr lang="ru-RU" dirty="0" err="1"/>
              <a:t>регіону</a:t>
            </a:r>
            <a:r>
              <a:rPr lang="ru-RU" dirty="0"/>
              <a:t> пропущено у </a:t>
            </a:r>
            <a:r>
              <a:rPr lang="ru-RU" dirty="0" err="1"/>
              <a:t>витягу</a:t>
            </a:r>
            <a:r>
              <a:rPr lang="ru-RU" dirty="0"/>
              <a:t> з документа?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D87B994-1FB1-4926-5783-E02742C685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«Уряд СРСР вважає, що повернення Бессарабії органічно пов’язане з питанням передання Радянському Союзові тієї частини ___, переважаюча більшість населення якої пов’язана з Радянською Україною спільністю історичної долі, мовою і національним складом».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A52D741-BB09-737B-3D6D-DCEC93DCBA0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61916992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563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A3936-1430-4069-664A-604540C19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Усі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на фото </a:t>
            </a:r>
            <a:r>
              <a:rPr lang="ru-RU" dirty="0" err="1"/>
              <a:t>політичні</a:t>
            </a:r>
            <a:r>
              <a:rPr lang="ru-RU" dirty="0"/>
              <a:t> </a:t>
            </a:r>
            <a:r>
              <a:rPr lang="ru-RU" dirty="0" err="1"/>
              <a:t>діячі</a:t>
            </a:r>
            <a:r>
              <a:rPr lang="ru-RU" dirty="0"/>
              <a:t> були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E8DB51-D132-153C-AEE9-8BA1A56B65C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89134647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6BA75615-59C3-A719-9D39-9DD019000BF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651094"/>
            <a:ext cx="5059363" cy="2220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706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ED656-0E70-801C-A0C5-86046FC32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державно-</a:t>
            </a:r>
            <a:r>
              <a:rPr lang="ru-RU" dirty="0" err="1"/>
              <a:t>політичного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XX ст.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FDDBBB9-3A01-90AB-EFC7-0B92D3E360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9B9E077-9FA6-98A7-3B1F-328F426B6F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16709178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6549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12FDC-4BFD-0AF0-6E48-6C43AE54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Події початку ДСВ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60F84EF-9778-4240-BD5D-FDC1070FE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141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7BF08-0576-9B06-804C-44F820BD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 1 вересня 1939 р., 22 червня 1941 р.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дати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377BC79-7F3D-0019-6CD7-A8FB016339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1482D18-D992-0792-D70C-3C2392E30AC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2173430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5752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D5040-9202-C8B1-A3F1-02BDF7ABB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Друга </a:t>
            </a:r>
            <a:r>
              <a:rPr lang="ru-RU" dirty="0" err="1"/>
              <a:t>світова</a:t>
            </a:r>
            <a:r>
              <a:rPr lang="ru-RU" dirty="0"/>
              <a:t> </a:t>
            </a:r>
            <a:r>
              <a:rPr lang="ru-RU" dirty="0" err="1"/>
              <a:t>війна</a:t>
            </a:r>
            <a:r>
              <a:rPr lang="ru-RU" dirty="0"/>
              <a:t> </a:t>
            </a:r>
            <a:r>
              <a:rPr lang="ru-RU" dirty="0" err="1"/>
              <a:t>розпочалася</a:t>
            </a:r>
            <a:r>
              <a:rPr lang="ru-RU" dirty="0"/>
              <a:t> </a:t>
            </a:r>
            <a:r>
              <a:rPr lang="ru-RU" dirty="0" err="1"/>
              <a:t>нападом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3ED02BA-FD28-23EF-44F1-9B41039F26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742F4D-F1F4-BD6F-15F3-EB4126B3C3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75692131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179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20211-49DA-24CD-4981-0BED2DDA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міжнародних</a:t>
            </a:r>
            <a:r>
              <a:rPr lang="ru-RU" dirty="0"/>
              <a:t> </a:t>
            </a:r>
            <a:r>
              <a:rPr lang="ru-RU" dirty="0" err="1"/>
              <a:t>договорів</a:t>
            </a:r>
            <a:r>
              <a:rPr lang="ru-RU" dirty="0"/>
              <a:t> (</a:t>
            </a:r>
            <a:r>
              <a:rPr lang="ru-RU" dirty="0" err="1"/>
              <a:t>угод</a:t>
            </a:r>
            <a:r>
              <a:rPr lang="ru-RU" dirty="0"/>
              <a:t>).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CA40D4F-7B0D-C94A-D01A-305CFE6A4A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A5DD2C3-3F6C-7B15-7F22-2DB5321B026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8504041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237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E0536-CB76-127E-DD1B-DA9F99F0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Коли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підписано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документ?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DBBD360-A6DB-4330-67F4-9C04328DD6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«…При підписанні договору між Німеччиною та Союзом Радянських Соціалістичних Республік… уповноважені обох сторін обговорили у суворо конфіденційному порядку питання про розмежування сфер обопільних інтересів у Центрально-Східній Європі…»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C7B43DA-C246-62B0-6EE9-0FF645C13C9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398820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5712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7DDC76C-F6DB-39A3-BD0C-D41325108E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6C8E216-6D10-5A7B-43CA-38ED723AF8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2635527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9D22B8A-E2A7-3C1C-EEF2-65AF352BB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53675" cy="969963"/>
          </a:xfrm>
        </p:spPr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Письменник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Генріх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Манн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занотував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своєму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щоденнику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дізнавшись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про</a:t>
            </a:r>
            <a:endParaRPr lang="uk-U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332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D553AD-1E06-2629-F4C9-451483A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Передумовою</a:t>
            </a:r>
            <a:r>
              <a:rPr lang="ru-RU" dirty="0"/>
              <a:t> </a:t>
            </a:r>
            <a:r>
              <a:rPr lang="ru-RU" dirty="0" err="1"/>
              <a:t>вступу</a:t>
            </a:r>
            <a:r>
              <a:rPr lang="ru-RU" dirty="0"/>
              <a:t> </a:t>
            </a:r>
            <a:r>
              <a:rPr lang="ru-RU" dirty="0" err="1"/>
              <a:t>військ</a:t>
            </a:r>
            <a:r>
              <a:rPr lang="ru-RU" dirty="0"/>
              <a:t> </a:t>
            </a:r>
            <a:r>
              <a:rPr lang="ru-RU" dirty="0" err="1"/>
              <a:t>Червоної</a:t>
            </a:r>
            <a:r>
              <a:rPr lang="ru-RU" dirty="0"/>
              <a:t> </a:t>
            </a:r>
            <a:r>
              <a:rPr lang="ru-RU" dirty="0" err="1"/>
              <a:t>армії</a:t>
            </a:r>
            <a:r>
              <a:rPr lang="ru-RU" dirty="0"/>
              <a:t> на </a:t>
            </a:r>
            <a:r>
              <a:rPr lang="ru-RU" dirty="0" err="1"/>
              <a:t>територію</a:t>
            </a:r>
            <a:r>
              <a:rPr lang="ru-RU" dirty="0"/>
              <a:t> </a:t>
            </a:r>
            <a:r>
              <a:rPr lang="ru-RU" dirty="0" err="1"/>
              <a:t>Західної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історики</a:t>
            </a:r>
            <a:r>
              <a:rPr lang="ru-RU" dirty="0"/>
              <a:t> </a:t>
            </a:r>
            <a:r>
              <a:rPr lang="ru-RU" dirty="0" err="1"/>
              <a:t>вважають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D1D2392-1161-1C71-C2FB-566E57525F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853972-1053-8BF3-6F68-8534880FF83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4364030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1439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9724CD-BDE4-1F52-BAFB-138DECF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Наслідком</a:t>
            </a:r>
            <a:r>
              <a:rPr lang="ru-RU" dirty="0"/>
              <a:t> </a:t>
            </a:r>
            <a:r>
              <a:rPr lang="ru-RU" dirty="0" err="1"/>
              <a:t>підписання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договору стали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описані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63FA9E9-3BCA-0AFF-8C8A-B59537808E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«Німецьке населення одностайно вітає рішення радянського уряду взяти під захист братнє радянському народові білоруське та українське населення Польщі, залишене напризволяще польським урядом...»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636CCE-459A-3B94-56DB-F4857614850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0752216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852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AE8D4-11A0-F338-341C-4BAAFA19C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Реалізація</a:t>
            </a:r>
            <a:r>
              <a:rPr lang="ru-RU" dirty="0"/>
              <a:t> </a:t>
            </a:r>
            <a:r>
              <a:rPr lang="ru-RU" dirty="0" err="1"/>
              <a:t>Радянським</a:t>
            </a:r>
            <a:r>
              <a:rPr lang="ru-RU" dirty="0"/>
              <a:t> Союзом умов «пакта Молотова–</a:t>
            </a:r>
            <a:r>
              <a:rPr lang="ru-RU" dirty="0" err="1"/>
              <a:t>Ріббентропа</a:t>
            </a:r>
            <a:r>
              <a:rPr lang="ru-RU" dirty="0"/>
              <a:t>» </a:t>
            </a:r>
            <a:r>
              <a:rPr lang="ru-RU" dirty="0" err="1"/>
              <a:t>розпочалася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A2BFE28-6CF0-2442-469F-0C37C74D52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74522EA-1515-3A4D-4FBB-522F69EE7D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997067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4485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2AA0A-21EB-3471-6F9F-BFAB7768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до складу УРСР </a:t>
            </a:r>
            <a:r>
              <a:rPr lang="ru-RU" dirty="0" err="1"/>
              <a:t>увійшли</a:t>
            </a:r>
            <a:r>
              <a:rPr lang="ru-RU" dirty="0"/>
              <a:t> </a:t>
            </a:r>
            <a:r>
              <a:rPr lang="ru-RU" dirty="0" err="1"/>
              <a:t>території</a:t>
            </a:r>
            <a:r>
              <a:rPr lang="ru-RU" dirty="0"/>
              <a:t>, </a:t>
            </a:r>
            <a:r>
              <a:rPr lang="ru-RU" dirty="0" err="1"/>
              <a:t>заштриховані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C0B0A03-0320-EC43-D1ED-C8340CB58EA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3038530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F014469D-BB2D-4BC0-B615-7A555F1EB23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93" y="1667334"/>
            <a:ext cx="5743516" cy="405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482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71CC2-F8D5-25FE-81CF-4C900EE3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відображені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, стали </a:t>
            </a:r>
            <a:r>
              <a:rPr lang="ru-RU" dirty="0" err="1"/>
              <a:t>наслідком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338B643-EE8C-54CD-614F-A5407FDA8DD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993361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BF498427-1C6B-C466-8501-1C5438E4736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947" y="1813447"/>
            <a:ext cx="3534268" cy="389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697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3A612-DD51-F644-6172-A3FC8291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послідовність</a:t>
            </a:r>
            <a:r>
              <a:rPr lang="ru-RU" sz="3200" dirty="0"/>
              <a:t> </a:t>
            </a:r>
            <a:r>
              <a:rPr lang="ru-RU" sz="3200" dirty="0" err="1"/>
              <a:t>виходу</a:t>
            </a:r>
            <a:r>
              <a:rPr lang="ru-RU" sz="3200" dirty="0"/>
              <a:t> </a:t>
            </a:r>
            <a:r>
              <a:rPr lang="ru-RU" sz="3200" dirty="0" err="1"/>
              <a:t>друком</a:t>
            </a:r>
            <a:r>
              <a:rPr lang="ru-RU" sz="3200" dirty="0"/>
              <a:t> </a:t>
            </a:r>
            <a:r>
              <a:rPr lang="ru-RU" sz="3200" dirty="0" err="1"/>
              <a:t>часописів</a:t>
            </a:r>
            <a:r>
              <a:rPr lang="ru-RU" sz="3200" dirty="0"/>
              <a:t>, </a:t>
            </a:r>
            <a:r>
              <a:rPr lang="ru-RU" sz="3200" dirty="0" err="1"/>
              <a:t>фрагменти</a:t>
            </a:r>
            <a:r>
              <a:rPr lang="ru-RU" sz="3200" dirty="0"/>
              <a:t> </a:t>
            </a:r>
            <a:r>
              <a:rPr lang="ru-RU" sz="3200" dirty="0" err="1"/>
              <a:t>перших</a:t>
            </a:r>
            <a:r>
              <a:rPr lang="ru-RU" sz="3200" dirty="0"/>
              <a:t> </a:t>
            </a:r>
            <a:r>
              <a:rPr lang="ru-RU" sz="3200" dirty="0" err="1"/>
              <a:t>шпальт</a:t>
            </a:r>
            <a:r>
              <a:rPr lang="ru-RU" sz="3200" dirty="0"/>
              <a:t> </a:t>
            </a:r>
            <a:r>
              <a:rPr lang="ru-RU" sz="3200" dirty="0" err="1"/>
              <a:t>яких</a:t>
            </a:r>
            <a:r>
              <a:rPr lang="ru-RU" sz="3200" dirty="0"/>
              <a:t> </a:t>
            </a:r>
            <a:r>
              <a:rPr lang="ru-RU" sz="3200" dirty="0" err="1"/>
              <a:t>зображено</a:t>
            </a:r>
            <a:r>
              <a:rPr lang="ru-RU" sz="3200" dirty="0"/>
              <a:t> на фото.</a:t>
            </a:r>
            <a:endParaRPr lang="uk-UA" sz="32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0695862-CBA6-92AD-6B30-496BF678075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9" y="1737706"/>
            <a:ext cx="5059363" cy="198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3C94BA7-946D-87CC-5A78-0DD975399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9" y="3912425"/>
            <a:ext cx="5075314" cy="192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819558C4-1074-8D5C-7779-23D4258224D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585" y="1757394"/>
            <a:ext cx="5923505" cy="197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9A13604F-4780-146A-364B-4734D76E3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097" y="3912424"/>
            <a:ext cx="5923505" cy="2694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581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00FE5-E350-57A9-C27B-3F38DAD93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Виправданню агресії СРСР проти якої країни відповідає зміст зображеного плаката?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36042FB-48D1-F478-D8AB-8DA936C7A29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68136779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2C368548-6E36-6A69-82B2-E4840188AD8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01803"/>
            <a:ext cx="5059363" cy="351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id="{F4DDBBDC-2CF1-3833-8E3A-BD508AAABE01}"/>
              </a:ext>
            </a:extLst>
          </p:cNvPr>
          <p:cNvSpPr txBox="1">
            <a:spLocks/>
          </p:cNvSpPr>
          <p:nvPr/>
        </p:nvSpPr>
        <p:spPr>
          <a:xfrm>
            <a:off x="685271" y="5521359"/>
            <a:ext cx="5410729" cy="12469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i="1"/>
              <a:t>Напис на плакаті: «Червона армія з честю і славою виконає своє велике визвольне завдання! Хай живе Червона армія!»</a:t>
            </a:r>
            <a:endParaRPr lang="uk-UA" i="1" dirty="0"/>
          </a:p>
        </p:txBody>
      </p:sp>
    </p:spTree>
    <p:extLst>
      <p:ext uri="{BB962C8B-B14F-4D97-AF65-F5344CB8AC3E}">
        <p14:creationId xmlns:p14="http://schemas.microsoft.com/office/powerpoint/2010/main" val="4082922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3D976-75C2-1228-9B81-AA4626DD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Листівку</a:t>
            </a:r>
            <a:r>
              <a:rPr lang="ru-RU" dirty="0"/>
              <a:t> такого </a:t>
            </a:r>
            <a:r>
              <a:rPr lang="ru-RU" dirty="0" err="1"/>
              <a:t>змісту</a:t>
            </a:r>
            <a:r>
              <a:rPr lang="ru-RU" dirty="0"/>
              <a:t> </a:t>
            </a:r>
            <a:r>
              <a:rPr lang="ru-RU" dirty="0" err="1"/>
              <a:t>німецькі</a:t>
            </a:r>
            <a:r>
              <a:rPr lang="ru-RU" dirty="0"/>
              <a:t> </a:t>
            </a:r>
            <a:r>
              <a:rPr lang="ru-RU" dirty="0" err="1"/>
              <a:t>агітатори</a:t>
            </a:r>
            <a:r>
              <a:rPr lang="ru-RU" dirty="0"/>
              <a:t> </a:t>
            </a:r>
            <a:r>
              <a:rPr lang="ru-RU" dirty="0" err="1"/>
              <a:t>розповсюджували</a:t>
            </a:r>
            <a:r>
              <a:rPr lang="ru-RU" dirty="0"/>
              <a:t> </a:t>
            </a:r>
            <a:r>
              <a:rPr lang="ru-RU" dirty="0" err="1"/>
              <a:t>серед</a:t>
            </a:r>
            <a:r>
              <a:rPr lang="ru-RU" dirty="0"/>
              <a:t> </a:t>
            </a:r>
            <a:r>
              <a:rPr lang="ru-RU" dirty="0" err="1"/>
              <a:t>мешканців</a:t>
            </a:r>
            <a:r>
              <a:rPr lang="ru-RU" dirty="0"/>
              <a:t> </a:t>
            </a:r>
            <a:r>
              <a:rPr lang="ru-RU" dirty="0" err="1"/>
              <a:t>міста</a:t>
            </a:r>
            <a:r>
              <a:rPr lang="ru-RU" dirty="0"/>
              <a:t> у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C798B0-E280-B04D-07CF-A13E22546D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«Радянські війська в якості союзника Німеччини перейшли кордон і подають німецькому війську руку. Львів повністю оточений. Опір марний!»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958306D-DDEF-58D7-C51D-A653EAC3FF3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72646189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2795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8788A-A1CB-06FB-516D-E45EE54F2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Коли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укладено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документ?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6146F1C-939D-92AB-C57B-400C4EE935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«Уряд СРСР та Німецький Уряд після розпаду колишньої Польської держави розглядають ...як своє завдання відновити мир... на цій території... З цією метою вони дійшли згоди в наступному: …Уряд СРСР та Німецький Уряд встановлює в якості кордону... на території колишньої Польської держави лінію, яка нанесена на додану до цього карту та більш докладно буде описана в додатковому протоколі».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25ADA52-72AE-DA30-CE8E-8A7E2C6BD6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0747265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1403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8E977-78FD-8623-739B-73406061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2 </a:t>
            </a:r>
            <a:r>
              <a:rPr lang="ru-RU" dirty="0" err="1"/>
              <a:t>серпня</a:t>
            </a:r>
            <a:r>
              <a:rPr lang="ru-RU" dirty="0"/>
              <a:t> 1940 р. - </a:t>
            </a:r>
            <a:r>
              <a:rPr lang="ru-RU" dirty="0" err="1"/>
              <a:t>це</a:t>
            </a:r>
            <a:r>
              <a:rPr lang="ru-RU" dirty="0"/>
              <a:t> дата </a:t>
            </a:r>
            <a:r>
              <a:rPr lang="ru-RU" dirty="0" err="1"/>
              <a:t>включення</a:t>
            </a:r>
            <a:r>
              <a:rPr lang="ru-RU" dirty="0"/>
              <a:t> до складу </a:t>
            </a:r>
            <a:r>
              <a:rPr lang="ru-RU" dirty="0" err="1"/>
              <a:t>Української</a:t>
            </a:r>
            <a:r>
              <a:rPr lang="ru-RU" dirty="0"/>
              <a:t> РСР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9FBC558-4A93-BA6F-3C66-950F6FFD3C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9E410C4-6B61-3071-6A67-38517D4B148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24275932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5795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2BF54D-F74D-AE66-2429-1914CCCC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Що</a:t>
            </a:r>
            <a:r>
              <a:rPr lang="ru-RU" sz="3200" dirty="0"/>
              <a:t> є </a:t>
            </a:r>
            <a:r>
              <a:rPr lang="ru-RU" sz="3200" dirty="0" err="1"/>
              <a:t>вагомим</a:t>
            </a:r>
            <a:r>
              <a:rPr lang="ru-RU" sz="3200" dirty="0"/>
              <a:t> прикладом </a:t>
            </a:r>
            <a:r>
              <a:rPr lang="ru-RU" sz="3200" dirty="0" err="1"/>
              <a:t>політики</a:t>
            </a:r>
            <a:r>
              <a:rPr lang="ru-RU" sz="3200" dirty="0"/>
              <a:t> </a:t>
            </a:r>
            <a:r>
              <a:rPr lang="ru-RU" sz="3200" dirty="0" err="1"/>
              <a:t>радянізації</a:t>
            </a:r>
            <a:r>
              <a:rPr lang="ru-RU" sz="3200" dirty="0"/>
              <a:t> </a:t>
            </a:r>
            <a:r>
              <a:rPr lang="ru-RU" sz="3200" dirty="0" err="1"/>
              <a:t>західних</a:t>
            </a:r>
            <a:r>
              <a:rPr lang="ru-RU" sz="3200" dirty="0"/>
              <a:t> областей </a:t>
            </a:r>
            <a:r>
              <a:rPr lang="ru-RU" sz="3200" dirty="0" err="1"/>
              <a:t>Української</a:t>
            </a:r>
            <a:r>
              <a:rPr lang="ru-RU" sz="3200" dirty="0"/>
              <a:t> РСР у 1939–1941 </a:t>
            </a:r>
            <a:r>
              <a:rPr lang="ru-RU" sz="3200" dirty="0" err="1"/>
              <a:t>рр</a:t>
            </a:r>
            <a:r>
              <a:rPr lang="ru-RU" sz="3200" dirty="0"/>
              <a:t>.?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3B39BF9-186A-0B3E-27E2-BD43B9B60F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BC349D7-E4D3-2488-615A-E434816361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8764987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464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27E2A56-8886-B3C1-5B2A-4D07B5DD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Проміжні підсумки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AE2659EC-FEFE-6F33-A4F2-EB53B494A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560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2087A-FB5A-D42C-7CEC-1A49B99CD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Унаслідок</a:t>
            </a:r>
            <a:r>
              <a:rPr lang="ru-RU" dirty="0"/>
              <a:t> </a:t>
            </a:r>
            <a:r>
              <a:rPr lang="ru-RU" dirty="0" err="1"/>
              <a:t>територіальних</a:t>
            </a:r>
            <a:r>
              <a:rPr lang="ru-RU" dirty="0"/>
              <a:t> </a:t>
            </a:r>
            <a:r>
              <a:rPr lang="ru-RU" dirty="0" err="1"/>
              <a:t>змін</a:t>
            </a:r>
            <a:r>
              <a:rPr lang="ru-RU" dirty="0"/>
              <a:t> у </a:t>
            </a:r>
            <a:r>
              <a:rPr lang="ru-RU" dirty="0" err="1"/>
              <a:t>Східніи</a:t>
            </a:r>
            <a:r>
              <a:rPr lang="ru-RU" dirty="0"/>
              <a:t>̆ </a:t>
            </a:r>
            <a:r>
              <a:rPr lang="ru-RU" dirty="0" err="1"/>
              <a:t>Європі</a:t>
            </a:r>
            <a:r>
              <a:rPr lang="ru-RU" dirty="0"/>
              <a:t> </a:t>
            </a:r>
            <a:r>
              <a:rPr lang="ru-RU" dirty="0" err="1"/>
              <a:t>впродовж</a:t>
            </a:r>
            <a:r>
              <a:rPr lang="ru-RU" dirty="0"/>
              <a:t> 1939 — 1940 </a:t>
            </a:r>
            <a:r>
              <a:rPr lang="ru-RU" dirty="0" err="1"/>
              <a:t>рр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F5C3F72-6A84-E820-CF72-928F602184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9E242C0-CF03-1E86-67F7-05B7294B18F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6645092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70606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2389C-AAD3-F4AD-74D3-7181ACB7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Вимогу</a:t>
            </a:r>
            <a:r>
              <a:rPr lang="ru-RU" sz="2800" dirty="0"/>
              <a:t> </a:t>
            </a:r>
            <a:r>
              <a:rPr lang="ru-RU" sz="2800" dirty="0" err="1"/>
              <a:t>щодо</a:t>
            </a:r>
            <a:r>
              <a:rPr lang="ru-RU" sz="2800" dirty="0"/>
              <a:t> </a:t>
            </a:r>
            <a:r>
              <a:rPr lang="ru-RU" sz="2800" dirty="0" err="1"/>
              <a:t>передання</a:t>
            </a:r>
            <a:r>
              <a:rPr lang="ru-RU" sz="2800" dirty="0"/>
              <a:t> </a:t>
            </a:r>
            <a:r>
              <a:rPr lang="ru-RU" sz="2800" dirty="0" err="1"/>
              <a:t>Бессарабії</a:t>
            </a:r>
            <a:r>
              <a:rPr lang="ru-RU" sz="2800" dirty="0"/>
              <a:t> та </a:t>
            </a:r>
            <a:r>
              <a:rPr lang="ru-RU" sz="2800" dirty="0" err="1"/>
              <a:t>Північної</a:t>
            </a:r>
            <a:r>
              <a:rPr lang="ru-RU" sz="2800" dirty="0"/>
              <a:t> </a:t>
            </a:r>
            <a:r>
              <a:rPr lang="ru-RU" sz="2800" dirty="0" err="1"/>
              <a:t>Буковини</a:t>
            </a:r>
            <a:r>
              <a:rPr lang="ru-RU" sz="2800" dirty="0"/>
              <a:t> до складу СРСР у 1940 р. </a:t>
            </a:r>
            <a:r>
              <a:rPr lang="ru-RU" sz="2800" dirty="0" err="1"/>
              <a:t>радянський</a:t>
            </a:r>
            <a:r>
              <a:rPr lang="ru-RU" sz="2800" dirty="0"/>
              <a:t> уряд </a:t>
            </a:r>
            <a:r>
              <a:rPr lang="ru-RU" sz="2800" dirty="0" err="1"/>
              <a:t>пред’явив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22C246A-F111-0B25-1B46-D8A50A0CA5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5B233E0-EC79-4E20-681C-B8F66E63946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6310774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4590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C2AAB-C70B-5FD6-9E7A-8415E893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проявом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r>
              <a:rPr lang="ru-RU" dirty="0"/>
              <a:t> «пакту Молотова–</a:t>
            </a:r>
            <a:r>
              <a:rPr lang="ru-RU" dirty="0" err="1"/>
              <a:t>Ріббентропа</a:t>
            </a:r>
            <a:r>
              <a:rPr lang="ru-RU" dirty="0"/>
              <a:t>»?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4D85E5-FEA0-5891-70A5-A1AB80983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76B3F84-6475-ECBB-9BFC-12BE88A0DF4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3852997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0181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0666F-2AA9-3189-9FE6-E68DEBF4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Які</a:t>
            </a:r>
            <a:r>
              <a:rPr lang="ru-RU" sz="3200" dirty="0"/>
              <a:t> заходи </a:t>
            </a:r>
            <a:r>
              <a:rPr lang="ru-RU" sz="3200" dirty="0" err="1"/>
              <a:t>радянізації</a:t>
            </a:r>
            <a:r>
              <a:rPr lang="ru-RU" sz="3200" dirty="0"/>
              <a:t> </a:t>
            </a:r>
            <a:r>
              <a:rPr lang="ru-RU" sz="3200" dirty="0" err="1"/>
              <a:t>західноукраїнських</a:t>
            </a:r>
            <a:r>
              <a:rPr lang="ru-RU" sz="3200" dirty="0"/>
              <a:t> земель у 1939 — 1941 </a:t>
            </a:r>
            <a:r>
              <a:rPr lang="ru-RU" sz="3200" dirty="0" err="1"/>
              <a:t>рр</a:t>
            </a:r>
            <a:r>
              <a:rPr lang="ru-RU" sz="3200" dirty="0"/>
              <a:t>. були позитивно </a:t>
            </a:r>
            <a:r>
              <a:rPr lang="ru-RU" sz="3200" dirty="0" err="1"/>
              <a:t>сприйняті</a:t>
            </a:r>
            <a:r>
              <a:rPr lang="ru-RU" sz="3200" dirty="0"/>
              <a:t> </a:t>
            </a:r>
            <a:r>
              <a:rPr lang="ru-RU" sz="3200" dirty="0" err="1"/>
              <a:t>українським</a:t>
            </a:r>
            <a:r>
              <a:rPr lang="ru-RU" sz="3200" dirty="0"/>
              <a:t> </a:t>
            </a:r>
            <a:r>
              <a:rPr lang="ru-RU" sz="3200" dirty="0" err="1"/>
              <a:t>населенням</a:t>
            </a:r>
            <a:r>
              <a:rPr lang="ru-RU" sz="3200" dirty="0"/>
              <a:t>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554AD4-2EF7-A9A0-CA5E-228F0891148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10024617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617D359-B4B2-4485-DA52-D085DB8544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8545493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96116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8FB79-8612-44F6-7CB0-8232E650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err="1"/>
              <a:t>Що</a:t>
            </a:r>
            <a:r>
              <a:rPr lang="ru-RU" sz="2800" dirty="0"/>
              <a:t> </a:t>
            </a:r>
            <a:r>
              <a:rPr lang="ru-RU" sz="2800" dirty="0" err="1"/>
              <a:t>було</a:t>
            </a:r>
            <a:r>
              <a:rPr lang="ru-RU" sz="2800" dirty="0"/>
              <a:t> </a:t>
            </a:r>
            <a:r>
              <a:rPr lang="ru-RU" sz="2800" dirty="0" err="1"/>
              <a:t>характерним</a:t>
            </a:r>
            <a:r>
              <a:rPr lang="ru-RU" sz="2800" dirty="0"/>
              <a:t> для </a:t>
            </a:r>
            <a:r>
              <a:rPr lang="ru-RU" sz="2800" dirty="0" err="1"/>
              <a:t>політики</a:t>
            </a:r>
            <a:r>
              <a:rPr lang="ru-RU" sz="2800" dirty="0"/>
              <a:t> «</a:t>
            </a:r>
            <a:r>
              <a:rPr lang="ru-RU" sz="2800" dirty="0" err="1"/>
              <a:t>радянізації</a:t>
            </a:r>
            <a:r>
              <a:rPr lang="ru-RU" sz="2800" dirty="0"/>
              <a:t>» в </a:t>
            </a:r>
            <a:r>
              <a:rPr lang="ru-RU" sz="2800" dirty="0" err="1"/>
              <a:t>галузі</a:t>
            </a:r>
            <a:r>
              <a:rPr lang="ru-RU" sz="2800" dirty="0"/>
              <a:t> </a:t>
            </a:r>
            <a:r>
              <a:rPr lang="ru-RU" sz="2800" dirty="0" err="1"/>
              <a:t>культури</a:t>
            </a:r>
            <a:r>
              <a:rPr lang="ru-RU" sz="2800" dirty="0"/>
              <a:t> на </a:t>
            </a:r>
            <a:r>
              <a:rPr lang="ru-RU" sz="2800" dirty="0" err="1"/>
              <a:t>західноукраїнських</a:t>
            </a:r>
            <a:r>
              <a:rPr lang="ru-RU" sz="2800" dirty="0"/>
              <a:t> землях у 1939–1941 </a:t>
            </a:r>
            <a:r>
              <a:rPr lang="ru-RU" sz="2800" dirty="0" err="1"/>
              <a:t>рр</a:t>
            </a:r>
            <a:r>
              <a:rPr lang="ru-RU" sz="2800" dirty="0"/>
              <a:t>.?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D3A9E6C-A907-14E5-0FBE-C000B6B3A9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47C257D-A854-43CE-22F2-546DEE2BF2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88929298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5995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B5CB2-63E5-0BA5-D5CE-A2E431A8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Велика </a:t>
            </a:r>
            <a:r>
              <a:rPr lang="ru-RU" dirty="0" err="1"/>
              <a:t>Вітчизняна</a:t>
            </a:r>
            <a:r>
              <a:rPr lang="ru-RU" dirty="0"/>
              <a:t> </a:t>
            </a:r>
            <a:r>
              <a:rPr lang="ru-RU" dirty="0" err="1"/>
              <a:t>війна</a:t>
            </a:r>
            <a:r>
              <a:rPr lang="ru-RU" dirty="0"/>
              <a:t> </a:t>
            </a:r>
            <a:r>
              <a:rPr lang="ru-RU" dirty="0" err="1"/>
              <a:t>Радянського</a:t>
            </a:r>
            <a:r>
              <a:rPr lang="ru-RU" dirty="0"/>
              <a:t> Союзу </a:t>
            </a:r>
            <a:r>
              <a:rPr lang="ru-RU" dirty="0" err="1"/>
              <a:t>розпочалася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760AAC2-1AAF-F3C2-5711-F4ADF10421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256C86F-CC2E-17FE-8C09-6762500C54A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67361049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05135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4ECE3-CF7F-675E-CCE0-6755AB1B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відбулась</a:t>
            </a:r>
            <a:r>
              <a:rPr lang="ru-RU" dirty="0"/>
              <a:t> на початку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6E899AF-58C7-4EB3-A7C0-7AF7617E39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BCE79FB-9731-E6BD-0AD1-2633F927C57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18187317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13234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5A21D-71B8-A7AA-B3D9-B54A4C6D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Територія радянської України стала ареною збройної боротьби між СРСР і Німеччиною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11E6255-4580-A262-69E2-DEC5DE0B53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72240F2-136D-DDD1-03DC-66164A88F4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22385415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91442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EF1D9-7B77-B3E5-0EC8-53E742AF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Укажіть</a:t>
            </a:r>
            <a:r>
              <a:rPr lang="ru-RU" sz="3200" dirty="0"/>
              <a:t> </a:t>
            </a:r>
            <a:r>
              <a:rPr lang="ru-RU" sz="3200" dirty="0" err="1"/>
              <a:t>міста</a:t>
            </a:r>
            <a:r>
              <a:rPr lang="ru-RU" sz="3200" dirty="0"/>
              <a:t>, в </a:t>
            </a:r>
            <a:r>
              <a:rPr lang="ru-RU" sz="3200" dirty="0" err="1"/>
              <a:t>районі</a:t>
            </a:r>
            <a:r>
              <a:rPr lang="ru-RU" sz="3200" dirty="0"/>
              <a:t> </a:t>
            </a:r>
            <a:r>
              <a:rPr lang="ru-RU" sz="3200" dirty="0" err="1"/>
              <a:t>яких</a:t>
            </a:r>
            <a:r>
              <a:rPr lang="ru-RU" sz="3200" dirty="0"/>
              <a:t> </a:t>
            </a:r>
            <a:r>
              <a:rPr lang="ru-RU" sz="3200" dirty="0" err="1"/>
              <a:t>відбулася</a:t>
            </a:r>
            <a:r>
              <a:rPr lang="ru-RU" sz="3200" dirty="0"/>
              <a:t> </a:t>
            </a:r>
            <a:r>
              <a:rPr lang="ru-RU" sz="3200" dirty="0" err="1"/>
              <a:t>найбільша</a:t>
            </a:r>
            <a:r>
              <a:rPr lang="ru-RU" sz="3200" dirty="0"/>
              <a:t> </a:t>
            </a:r>
            <a:r>
              <a:rPr lang="ru-RU" sz="3200" dirty="0" err="1"/>
              <a:t>танкова</a:t>
            </a:r>
            <a:r>
              <a:rPr lang="ru-RU" sz="3200" dirty="0"/>
              <a:t> битва початкового </a:t>
            </a:r>
            <a:r>
              <a:rPr lang="ru-RU" sz="3200" dirty="0" err="1"/>
              <a:t>періоду</a:t>
            </a:r>
            <a:r>
              <a:rPr lang="ru-RU" sz="3200" dirty="0"/>
              <a:t> </a:t>
            </a:r>
            <a:r>
              <a:rPr lang="ru-RU" sz="3200" dirty="0" err="1"/>
              <a:t>Великої</a:t>
            </a:r>
            <a:r>
              <a:rPr lang="ru-RU" sz="3200" dirty="0"/>
              <a:t> </a:t>
            </a:r>
            <a:r>
              <a:rPr lang="ru-RU" sz="3200" dirty="0" err="1"/>
              <a:t>Вітчизняної</a:t>
            </a:r>
            <a:r>
              <a:rPr lang="ru-RU" sz="3200" dirty="0"/>
              <a:t> </a:t>
            </a:r>
            <a:r>
              <a:rPr lang="ru-RU" sz="3200" dirty="0" err="1"/>
              <a:t>війни</a:t>
            </a:r>
            <a:r>
              <a:rPr lang="ru-RU" sz="3200" dirty="0"/>
              <a:t>.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65E48FC-0C0C-97A9-54AF-51A4CA88DD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CE7BAD-B6AE-4155-BE1D-54A9407C38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10732800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00574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ADCB5-F7CF-7DC8-BDB0-55066A50D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011" y="393469"/>
            <a:ext cx="10353762" cy="970450"/>
          </a:xfrm>
        </p:spPr>
        <p:txBody>
          <a:bodyPr>
            <a:noAutofit/>
          </a:bodyPr>
          <a:lstStyle/>
          <a:p>
            <a:r>
              <a:rPr lang="uk-UA" sz="3200" dirty="0"/>
              <a:t>Одна з найбільших танкових битв Другої світової війни в районі міст Рівно–Дубно–Броди–Луцьк відбулася 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1B082D2-C208-72C4-C21B-FC2DCDECB6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5C3586E-8D45-F580-7AEA-C2360C21882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90887299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31695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FFAB0-5A0B-46D5-C110-63FD33C1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дії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влади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F0CFD76-437C-BDE7-017F-8FDA96E02A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«Підготовча робота до евакуації та сама евакуація в’язниць розпочалася з 22 червня цього року. У чотирьох в’язницях утримувалося 5424 в’язні. У перший же день </a:t>
            </a:r>
            <a:r>
              <a:rPr lang="uk-UA" i="1" dirty="0" err="1"/>
              <a:t>уторгнення</a:t>
            </a:r>
            <a:r>
              <a:rPr lang="uk-UA" i="1" dirty="0"/>
              <a:t> німців у СРСР у в’язницях було виконано </a:t>
            </a:r>
            <a:r>
              <a:rPr lang="uk-UA" i="1" dirty="0" err="1"/>
              <a:t>вироки</a:t>
            </a:r>
            <a:r>
              <a:rPr lang="uk-UA" i="1" dirty="0"/>
              <a:t> щодо 108 в’язнів…»?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48BF2DA-00F4-8D95-DBC0-6861C1E7F0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8249941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172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59B60-8FC1-2D6B-2681-49B25F35D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В’язні</a:t>
            </a:r>
            <a:r>
              <a:rPr lang="ru-RU" dirty="0"/>
              <a:t>, про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, </a:t>
            </a:r>
            <a:r>
              <a:rPr lang="ru-RU" dirty="0" err="1"/>
              <a:t>потрапляли</a:t>
            </a:r>
            <a:r>
              <a:rPr lang="ru-RU" dirty="0"/>
              <a:t> до тюрем 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проведення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A26D3B3-6021-5109-01DB-CD7B526340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«Підготовча робота до евакуації та сама евакуація в’язниць у західних областях України розпочалася з 22 червня цього року. У чотирьох тюрмах утримували 5424 в’язні. У перший же день </a:t>
            </a:r>
            <a:r>
              <a:rPr lang="uk-UA" i="1" dirty="0" err="1"/>
              <a:t>уторгнення</a:t>
            </a:r>
            <a:r>
              <a:rPr lang="uk-UA" i="1" dirty="0"/>
              <a:t> німців в СРСР у тюрмах було виконано </a:t>
            </a:r>
            <a:r>
              <a:rPr lang="uk-UA" i="1" dirty="0" err="1"/>
              <a:t>вироки</a:t>
            </a:r>
            <a:r>
              <a:rPr lang="uk-UA" i="1" dirty="0"/>
              <a:t> щодо 108 в’язнів…»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F442BCD-12B9-735A-1DDC-D26E5A27C35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19263641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5619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EB075-91C5-A9CD-CA2B-282EAD04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30 червня 1941 р.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проголошено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D3CBCDF-8D89-A979-E821-73B0AC8DBD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5C8DF83-8289-BD20-234C-1E5D04FC33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50225501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8608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ACA36-E281-4221-4AA7-9CE14813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Поразки</a:t>
            </a:r>
            <a:r>
              <a:rPr lang="ru-RU" dirty="0"/>
              <a:t> </a:t>
            </a:r>
            <a:r>
              <a:rPr lang="ru-RU" dirty="0" err="1"/>
              <a:t>Червоної</a:t>
            </a:r>
            <a:r>
              <a:rPr lang="ru-RU" dirty="0"/>
              <a:t> </a:t>
            </a:r>
            <a:r>
              <a:rPr lang="ru-RU" dirty="0" err="1"/>
              <a:t>армії</a:t>
            </a:r>
            <a:r>
              <a:rPr lang="ru-RU" dirty="0"/>
              <a:t> </a:t>
            </a:r>
            <a:r>
              <a:rPr lang="ru-RU" dirty="0" err="1"/>
              <a:t>влітку</a:t>
            </a:r>
            <a:r>
              <a:rPr lang="ru-RU" dirty="0"/>
              <a:t>–</a:t>
            </a:r>
            <a:r>
              <a:rPr lang="ru-RU" dirty="0" err="1"/>
              <a:t>восени</a:t>
            </a:r>
            <a:r>
              <a:rPr lang="ru-RU" dirty="0"/>
              <a:t> 1941 р. на </a:t>
            </a:r>
            <a:r>
              <a:rPr lang="ru-RU" dirty="0" err="1"/>
              <a:t>території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спричинили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A8E5338-EF95-69E8-3385-64CC773444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1ABF854-BAE5-F59E-DBAC-07CE52908CE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11411972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52466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D8CE4-1B95-639B-3369-7FAB906C2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наслідком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3188EC-1F38-CE5F-55E0-E8D9E2DE5BE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37964114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24346C78-1FD7-AE3A-3872-BE228AF2B5E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95092"/>
            <a:ext cx="5059363" cy="353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1423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97BDF-546A-ECFD-D367-10405A3B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Перебіг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років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CCE5111-85EB-4AB1-778A-DF35947726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37048676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D439BFD6-8557-06E3-F7C6-1970F9C3B9F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81082"/>
            <a:ext cx="5059363" cy="316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3340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62972-6321-2FC0-1312-2E59846F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Бойові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 на </a:t>
            </a:r>
            <a:r>
              <a:rPr lang="ru-RU" dirty="0" err="1"/>
              <a:t>території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1941 р. </a:t>
            </a:r>
            <a:r>
              <a:rPr lang="ru-RU" dirty="0" err="1"/>
              <a:t>призвели</a:t>
            </a:r>
            <a:r>
              <a:rPr lang="ru-RU" dirty="0"/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43B0B1-90FA-8241-EA3D-044DD2FC85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13AF85B-71D1-C4E5-EC88-DC3294EBA2A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06711231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28038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AF3F9-2832-F4FE-CB54-7ED9276F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800" dirty="0"/>
              <a:t>Якій країні, союзниці Німеччини в Другій світовій війні, в управління було передано частину території України, загарбаної в 1941 р.?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2DE0FFD-C9DA-DB13-03C7-E2F3F21CBE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8C56A1B-D7E7-C7ED-441D-8568865701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05335502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76123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7EC14-FC42-C1C5-3894-6035BCAD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Які події Великої Вітчизняної війни відбувались упродовж 1941 – 1942 рр.?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9749283-722F-B51C-8BF5-3E995363567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91064497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5CC172E-9688-09C8-F1F9-8ED696AEADE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96230869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28756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9ABA8-4644-94EF-4A33-B92635CDB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в роки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B865BF4-0236-7FAD-82C3-C8F0FE6F5B6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46804850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EC86C2F-64C2-093E-1BD7-2EAB54D356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11948860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02149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94C48-EAB8-80CB-B419-FA3FB58F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результатом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картосхемі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52E7F9C-95EE-8E19-AF8C-74C44B73ADA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02833839"/>
              </p:ext>
            </p:extLst>
          </p:nvPr>
        </p:nvGraphicFramePr>
        <p:xfrm>
          <a:off x="913795" y="1732449"/>
          <a:ext cx="5060497" cy="405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16DD1AFC-AE4C-514C-78D7-89E32D8C5D8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401" y="1731963"/>
            <a:ext cx="2513636" cy="405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410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2C879-EFA2-B2F4-050C-6A9286E8C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Установіть</a:t>
            </a:r>
            <a:r>
              <a:rPr lang="ru-RU" sz="2800" dirty="0"/>
              <a:t> </a:t>
            </a:r>
            <a:r>
              <a:rPr lang="ru-RU" sz="2800" dirty="0" err="1"/>
              <a:t>послідовність</a:t>
            </a:r>
            <a:r>
              <a:rPr lang="ru-RU" sz="2800" dirty="0"/>
              <a:t> </a:t>
            </a:r>
            <a:r>
              <a:rPr lang="ru-RU" sz="2800" dirty="0" err="1"/>
              <a:t>включення</a:t>
            </a:r>
            <a:r>
              <a:rPr lang="ru-RU" sz="2800" dirty="0"/>
              <a:t> до складу </a:t>
            </a:r>
            <a:r>
              <a:rPr lang="ru-RU" sz="2800" dirty="0" err="1"/>
              <a:t>Української</a:t>
            </a:r>
            <a:r>
              <a:rPr lang="ru-RU" sz="2800" dirty="0"/>
              <a:t> РСР </a:t>
            </a:r>
            <a:r>
              <a:rPr lang="ru-RU" sz="2800" dirty="0" err="1"/>
              <a:t>вказаних</a:t>
            </a:r>
            <a:r>
              <a:rPr lang="ru-RU" sz="2800" dirty="0"/>
              <a:t> </a:t>
            </a:r>
            <a:r>
              <a:rPr lang="ru-RU" sz="2800" dirty="0" err="1"/>
              <a:t>історико-географічних</a:t>
            </a:r>
            <a:r>
              <a:rPr lang="ru-RU" sz="2800" dirty="0"/>
              <a:t> </a:t>
            </a:r>
            <a:r>
              <a:rPr lang="ru-RU" sz="2800" dirty="0" err="1"/>
              <a:t>регіонів</a:t>
            </a:r>
            <a:r>
              <a:rPr lang="ru-RU" sz="2800" dirty="0"/>
              <a:t>.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0C5D4E-3E65-0063-7570-FDF1ACDF8C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F5406C2-46FF-0079-FF47-CA395F1452D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76766535"/>
              </p:ext>
            </p:extLst>
          </p:nvPr>
        </p:nvGraphicFramePr>
        <p:xfrm>
          <a:off x="6202892" y="1732449"/>
          <a:ext cx="5064665" cy="4058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753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ь">
  <a:themeElements>
    <a:clrScheme name="Сланець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E8B826"/>
      </a:accent1>
      <a:accent2>
        <a:srgbClr val="E2CA72"/>
      </a:accent2>
      <a:accent3>
        <a:srgbClr val="BD723B"/>
      </a:accent3>
      <a:accent4>
        <a:srgbClr val="AE9376"/>
      </a:accent4>
      <a:accent5>
        <a:srgbClr val="A77F41"/>
      </a:accent5>
      <a:accent6>
        <a:srgbClr val="A1AE79"/>
      </a:accent6>
      <a:hlink>
        <a:srgbClr val="F1D06A"/>
      </a:hlink>
      <a:folHlink>
        <a:srgbClr val="EDDCA8"/>
      </a:folHlink>
    </a:clrScheme>
    <a:fontScheme name="Сланець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ь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D5CBAF11-69B7-47EA-BC01-41F77058C2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Сланець</Template>
  <TotalTime>213</TotalTime>
  <Words>1959</Words>
  <Application>Microsoft Office PowerPoint</Application>
  <PresentationFormat>Широкий екран</PresentationFormat>
  <Paragraphs>233</Paragraphs>
  <Slides>53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53</vt:i4>
      </vt:variant>
    </vt:vector>
  </HeadingPairs>
  <TitlesOfParts>
    <vt:vector size="58" baseType="lpstr">
      <vt:lpstr>Arial</vt:lpstr>
      <vt:lpstr>Calisto MT</vt:lpstr>
      <vt:lpstr>Century Gothic</vt:lpstr>
      <vt:lpstr>Wingdings 2</vt:lpstr>
      <vt:lpstr>Сланець</vt:lpstr>
      <vt:lpstr>Початок Другої світової війни (1939–1941)</vt:lpstr>
      <vt:lpstr>Перед початком</vt:lpstr>
      <vt:lpstr>Установіть послідовність створення радянських агітаційних плакатів.</vt:lpstr>
      <vt:lpstr>Установіть послідовність створення радянських пропагандистських плакатів.</vt:lpstr>
      <vt:lpstr>СРСР</vt:lpstr>
      <vt:lpstr>Про репресії</vt:lpstr>
      <vt:lpstr>Західноукраїнські землі</vt:lpstr>
      <vt:lpstr>Установіть послідовність виходу друком газет, фрагменти перших шпальт яких зображено на фото.</vt:lpstr>
      <vt:lpstr>Сили на міжнародній арені</vt:lpstr>
      <vt:lpstr>У якому стратегічному плані було конкретизовано такі заяви нацистського лідера?</vt:lpstr>
      <vt:lpstr>Назву якого історико-географічного регіону пропущено у витягу з документа?</vt:lpstr>
      <vt:lpstr>Усі зображені на фото політичні діячі були</vt:lpstr>
      <vt:lpstr>Установіть послідовність подій державно-політичного життя першої половини XX ст.</vt:lpstr>
      <vt:lpstr>Події початку ДСВ</vt:lpstr>
      <vt:lpstr> 1 вересня 1939 р., 22 червня 1941 р. — це дати</vt:lpstr>
      <vt:lpstr>Друга світова війна розпочалася нападом</vt:lpstr>
      <vt:lpstr>Установіть послідовність укладення міжнародних договорів (угод).</vt:lpstr>
      <vt:lpstr>Коли було підписано цитований нижче документ?</vt:lpstr>
      <vt:lpstr>Письменник Генріх Манн занотував у своєму щоденнику дізнавшись про</vt:lpstr>
      <vt:lpstr>Передумовою вступу військ Червоної армії на територію Західної України історики вважають</vt:lpstr>
      <vt:lpstr>Наслідком підписання якого договору стали події, описані в уривку з історичного джерела?</vt:lpstr>
      <vt:lpstr>Реалізація Радянським Союзом умов «пакта Молотова–Ріббентропа» розпочалася</vt:lpstr>
      <vt:lpstr>У якому році до складу УРСР увійшли території, заштриховані на картосхемі?</vt:lpstr>
      <vt:lpstr>Події, відображені на картосхемі, стали наслідком</vt:lpstr>
      <vt:lpstr>Установіть послідовність виходу друком часописів, фрагменти перших шпальт яких зображено на фото.</vt:lpstr>
      <vt:lpstr>Виправданню агресії СРСР проти якої країни відповідає зміст зображеного плаката?</vt:lpstr>
      <vt:lpstr>Листівку такого змісту німецькі агітатори розповсюджували серед мешканців міста у</vt:lpstr>
      <vt:lpstr>Коли було укладено цей документ?</vt:lpstr>
      <vt:lpstr>2 серпня 1940 р. - це дата включення до складу Української РСР</vt:lpstr>
      <vt:lpstr>Що є вагомим прикладом політики радянізації західних областей Української РСР у 1939–1941 рр.?</vt:lpstr>
      <vt:lpstr>Проміжні підсумки</vt:lpstr>
      <vt:lpstr>Унаслідок територіальних змін у Східній Європі впродовж 1939 — 1940 рр.</vt:lpstr>
      <vt:lpstr>Вимогу щодо передання Бессарабії та Північної Буковини до складу СРСР у 1940 р. радянський уряд пред’явив</vt:lpstr>
      <vt:lpstr>Що стало проявом реалізації «пакту Молотова–Ріббентропа»?</vt:lpstr>
      <vt:lpstr>Які заходи радянізації західноукраїнських земель у 1939 — 1941 рр. були позитивно сприйняті українським населенням?</vt:lpstr>
      <vt:lpstr>Що було характерним для політики «радянізації» в галузі культури на західноукраїнських землях у 1939–1941 рр.?</vt:lpstr>
      <vt:lpstr>Велика Вітчизняна війна Радянського Союзу розпочалася</vt:lpstr>
      <vt:lpstr>Яка подія відбулась на початку Великої Вітчизняної війни?</vt:lpstr>
      <vt:lpstr>Територія радянської України стала ареною збройної боротьби між СРСР і Німеччиною</vt:lpstr>
      <vt:lpstr>Укажіть міста, в районі яких відбулася найбільша танкова битва початкового періоду Великої Вітчизняної війни.</vt:lpstr>
      <vt:lpstr>Одна з найбільших танкових битв Другої світової війни в районі міст Рівно–Дубно–Броди–Луцьк відбулася в</vt:lpstr>
      <vt:lpstr>Про дії якої влади йдеться в уривку з історичного джерела:</vt:lpstr>
      <vt:lpstr>В’язні, про яких ідеться в уривку джерела, потрапляли до тюрем у результаті проведення</vt:lpstr>
      <vt:lpstr>30 червня 1941 р. було проголошено</vt:lpstr>
      <vt:lpstr>Поразки Червоної армії влітку–восени 1941 р. на території України спричинили</vt:lpstr>
      <vt:lpstr>Що стало наслідком подій, відображених на картосхемі?</vt:lpstr>
      <vt:lpstr>Перебіг подій яких років відображено на картосхемі?</vt:lpstr>
      <vt:lpstr>Бойові дії на території України в 1941 р. призвели до</vt:lpstr>
      <vt:lpstr>Якій країні, союзниці Німеччини в Другій світовій війні, в управління було передано частину території України, загарбаної в 1941 р.?</vt:lpstr>
      <vt:lpstr>Які події Великої Вітчизняної війни відбувались упродовж 1941 – 1942 рр.?</vt:lpstr>
      <vt:lpstr>Установіть послідовність подій в Україні в роки Другої світової війни.</vt:lpstr>
      <vt:lpstr>Що стало результатом подій Другої світової війни, відображених на картосхемі?</vt:lpstr>
      <vt:lpstr>Установіть послідовність включення до складу Української РСР вказаних історико-географічних регіонів.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8</cp:revision>
  <dcterms:created xsi:type="dcterms:W3CDTF">2025-02-25T12:25:17Z</dcterms:created>
  <dcterms:modified xsi:type="dcterms:W3CDTF">2025-03-01T18:39:32Z</dcterms:modified>
</cp:coreProperties>
</file>