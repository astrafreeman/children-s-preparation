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notesSlides/notesSlide1.xml" ContentType="application/vnd.openxmlformats-officedocument.presentationml.notesSlide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53"/>
  </p:notesMasterIdLst>
  <p:sldIdLst>
    <p:sldId id="256" r:id="rId2"/>
    <p:sldId id="288" r:id="rId3"/>
    <p:sldId id="297" r:id="rId4"/>
    <p:sldId id="300" r:id="rId5"/>
    <p:sldId id="257" r:id="rId6"/>
    <p:sldId id="277" r:id="rId7"/>
    <p:sldId id="290" r:id="rId8"/>
    <p:sldId id="258" r:id="rId9"/>
    <p:sldId id="266" r:id="rId10"/>
    <p:sldId id="279" r:id="rId11"/>
    <p:sldId id="273" r:id="rId12"/>
    <p:sldId id="302" r:id="rId13"/>
    <p:sldId id="280" r:id="rId14"/>
    <p:sldId id="292" r:id="rId15"/>
    <p:sldId id="264" r:id="rId16"/>
    <p:sldId id="299" r:id="rId17"/>
    <p:sldId id="270" r:id="rId18"/>
    <p:sldId id="260" r:id="rId19"/>
    <p:sldId id="278" r:id="rId20"/>
    <p:sldId id="286" r:id="rId21"/>
    <p:sldId id="267" r:id="rId22"/>
    <p:sldId id="282" r:id="rId23"/>
    <p:sldId id="268" r:id="rId24"/>
    <p:sldId id="291" r:id="rId25"/>
    <p:sldId id="271" r:id="rId26"/>
    <p:sldId id="285" r:id="rId27"/>
    <p:sldId id="301" r:id="rId28"/>
    <p:sldId id="263" r:id="rId29"/>
    <p:sldId id="275" r:id="rId30"/>
    <p:sldId id="289" r:id="rId31"/>
    <p:sldId id="281" r:id="rId32"/>
    <p:sldId id="276" r:id="rId33"/>
    <p:sldId id="284" r:id="rId34"/>
    <p:sldId id="294" r:id="rId35"/>
    <p:sldId id="295" r:id="rId36"/>
    <p:sldId id="296" r:id="rId37"/>
    <p:sldId id="265" r:id="rId38"/>
    <p:sldId id="293" r:id="rId39"/>
    <p:sldId id="269" r:id="rId40"/>
    <p:sldId id="262" r:id="rId41"/>
    <p:sldId id="272" r:id="rId42"/>
    <p:sldId id="261" r:id="rId43"/>
    <p:sldId id="305" r:id="rId44"/>
    <p:sldId id="259" r:id="rId45"/>
    <p:sldId id="283" r:id="rId46"/>
    <p:sldId id="287" r:id="rId47"/>
    <p:sldId id="298" r:id="rId48"/>
    <p:sldId id="274" r:id="rId49"/>
    <p:sldId id="303" r:id="rId50"/>
    <p:sldId id="304" r:id="rId51"/>
    <p:sldId id="306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озділ за замовчуванням" id="{BF744A09-F7B1-4315-B502-73B11F061D6F}">
          <p14:sldIdLst>
            <p14:sldId id="256"/>
            <p14:sldId id="288"/>
            <p14:sldId id="297"/>
            <p14:sldId id="300"/>
          </p14:sldIdLst>
        </p14:section>
        <p14:section name="Господарство" id="{6E5B7A8F-481B-48AB-BB1B-46300698FF57}">
          <p14:sldIdLst>
            <p14:sldId id="257"/>
            <p14:sldId id="277"/>
            <p14:sldId id="290"/>
            <p14:sldId id="258"/>
            <p14:sldId id="266"/>
            <p14:sldId id="279"/>
            <p14:sldId id="273"/>
            <p14:sldId id="302"/>
            <p14:sldId id="280"/>
            <p14:sldId id="292"/>
            <p14:sldId id="264"/>
            <p14:sldId id="299"/>
            <p14:sldId id="270"/>
          </p14:sldIdLst>
        </p14:section>
        <p14:section name="Політика" id="{152EBD4C-629D-4CBB-8AD0-A9446CE6B920}">
          <p14:sldIdLst>
            <p14:sldId id="260"/>
            <p14:sldId id="278"/>
            <p14:sldId id="286"/>
            <p14:sldId id="267"/>
            <p14:sldId id="282"/>
            <p14:sldId id="268"/>
            <p14:sldId id="291"/>
            <p14:sldId id="271"/>
            <p14:sldId id="285"/>
            <p14:sldId id="301"/>
            <p14:sldId id="263"/>
            <p14:sldId id="275"/>
            <p14:sldId id="289"/>
            <p14:sldId id="281"/>
            <p14:sldId id="276"/>
            <p14:sldId id="284"/>
            <p14:sldId id="294"/>
            <p14:sldId id="295"/>
            <p14:sldId id="296"/>
            <p14:sldId id="265"/>
            <p14:sldId id="293"/>
            <p14:sldId id="269"/>
            <p14:sldId id="262"/>
            <p14:sldId id="272"/>
            <p14:sldId id="261"/>
            <p14:sldId id="305"/>
            <p14:sldId id="259"/>
            <p14:sldId id="283"/>
            <p14:sldId id="287"/>
            <p14:sldId id="298"/>
            <p14:sldId id="274"/>
            <p14:sldId id="303"/>
            <p14:sldId id="304"/>
            <p14:sldId id="30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78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A75D65-0186-4243-BB0F-5113B7C6B6D4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3B455B9-B782-4DCC-93CC-F9FB12AB88AF}">
      <dgm:prSet/>
      <dgm:spPr/>
      <dgm:t>
        <a:bodyPr/>
        <a:lstStyle/>
        <a:p>
          <a:r>
            <a:rPr lang="uk-UA" b="0" i="0"/>
            <a:t>Плакат створено після завершення бойових дій у Європі в роки Другої світової війни.</a:t>
          </a:r>
          <a:endParaRPr lang="uk-UA"/>
        </a:p>
      </dgm:t>
    </dgm:pt>
    <dgm:pt modelId="{D12DB995-A305-42AF-AEE4-8CD797965C5C}" type="parTrans" cxnId="{1C7CDD4B-157D-449D-A5CC-076CBFEC99A8}">
      <dgm:prSet/>
      <dgm:spPr/>
      <dgm:t>
        <a:bodyPr/>
        <a:lstStyle/>
        <a:p>
          <a:endParaRPr lang="uk-UA"/>
        </a:p>
      </dgm:t>
    </dgm:pt>
    <dgm:pt modelId="{ACCFFEEB-E5E6-4574-837B-FD05C6DEFB9F}" type="sibTrans" cxnId="{1C7CDD4B-157D-449D-A5CC-076CBFEC99A8}">
      <dgm:prSet/>
      <dgm:spPr/>
      <dgm:t>
        <a:bodyPr/>
        <a:lstStyle/>
        <a:p>
          <a:endParaRPr lang="uk-UA"/>
        </a:p>
      </dgm:t>
    </dgm:pt>
    <dgm:pt modelId="{D9F28906-3720-4A70-A6E9-B738FBFC34B9}">
      <dgm:prSet/>
      <dgm:spPr/>
      <dgm:t>
        <a:bodyPr/>
        <a:lstStyle/>
        <a:p>
          <a:r>
            <a:rPr lang="uk-UA" b="0" i="0"/>
            <a:t>Плакат відображає процес депортації кримських татар.</a:t>
          </a:r>
          <a:endParaRPr lang="uk-UA"/>
        </a:p>
      </dgm:t>
    </dgm:pt>
    <dgm:pt modelId="{12FEA4F7-D578-43E9-B977-189DE9D12FD2}" type="parTrans" cxnId="{B4E09EEB-7F64-4F10-9C1B-2D870E264770}">
      <dgm:prSet/>
      <dgm:spPr/>
      <dgm:t>
        <a:bodyPr/>
        <a:lstStyle/>
        <a:p>
          <a:endParaRPr lang="uk-UA"/>
        </a:p>
      </dgm:t>
    </dgm:pt>
    <dgm:pt modelId="{6236AAA1-762A-41B4-A40F-09950E2BADC7}" type="sibTrans" cxnId="{B4E09EEB-7F64-4F10-9C1B-2D870E264770}">
      <dgm:prSet/>
      <dgm:spPr/>
      <dgm:t>
        <a:bodyPr/>
        <a:lstStyle/>
        <a:p>
          <a:endParaRPr lang="uk-UA"/>
        </a:p>
      </dgm:t>
    </dgm:pt>
    <dgm:pt modelId="{5A16DBE6-709F-480C-8B8D-92D2AC9083E3}">
      <dgm:prSet/>
      <dgm:spPr/>
      <dgm:t>
        <a:bodyPr/>
        <a:lstStyle/>
        <a:p>
          <a:r>
            <a:rPr lang="uk-UA" b="0" i="0"/>
            <a:t>Плакат присвячено подіям «радянізації» Західної України.</a:t>
          </a:r>
          <a:endParaRPr lang="uk-UA"/>
        </a:p>
      </dgm:t>
    </dgm:pt>
    <dgm:pt modelId="{8841FC25-355B-476B-8CCA-7426B14A347C}" type="parTrans" cxnId="{8B044EAE-6209-47FF-8A59-2E5F9C120734}">
      <dgm:prSet/>
      <dgm:spPr/>
      <dgm:t>
        <a:bodyPr/>
        <a:lstStyle/>
        <a:p>
          <a:endParaRPr lang="uk-UA"/>
        </a:p>
      </dgm:t>
    </dgm:pt>
    <dgm:pt modelId="{A8FA96F0-D0B0-4B9A-8C1F-E8FF5CFB8DE6}" type="sibTrans" cxnId="{8B044EAE-6209-47FF-8A59-2E5F9C120734}">
      <dgm:prSet/>
      <dgm:spPr/>
      <dgm:t>
        <a:bodyPr/>
        <a:lstStyle/>
        <a:p>
          <a:endParaRPr lang="uk-UA"/>
        </a:p>
      </dgm:t>
    </dgm:pt>
    <dgm:pt modelId="{DBBA96FA-37F8-49E5-ACB2-D0CB658147B1}">
      <dgm:prSet/>
      <dgm:spPr/>
      <dgm:t>
        <a:bodyPr/>
        <a:lstStyle/>
        <a:p>
          <a:r>
            <a:rPr lang="uk-UA" b="0" i="0"/>
            <a:t>Плакат створено в стилі «соціалістичного реалізму»</a:t>
          </a:r>
          <a:endParaRPr lang="uk-UA"/>
        </a:p>
      </dgm:t>
    </dgm:pt>
    <dgm:pt modelId="{1176643F-55C5-47CC-95F7-C71063A73AD4}" type="parTrans" cxnId="{F60359B0-B536-4685-AA81-8C6D05ACC440}">
      <dgm:prSet/>
      <dgm:spPr/>
      <dgm:t>
        <a:bodyPr/>
        <a:lstStyle/>
        <a:p>
          <a:endParaRPr lang="uk-UA"/>
        </a:p>
      </dgm:t>
    </dgm:pt>
    <dgm:pt modelId="{F74B7DE9-8910-4C3F-8225-AF76853C77C1}" type="sibTrans" cxnId="{F60359B0-B536-4685-AA81-8C6D05ACC440}">
      <dgm:prSet/>
      <dgm:spPr/>
      <dgm:t>
        <a:bodyPr/>
        <a:lstStyle/>
        <a:p>
          <a:endParaRPr lang="uk-UA"/>
        </a:p>
      </dgm:t>
    </dgm:pt>
    <dgm:pt modelId="{5DFAACA1-08AB-4FB7-A144-27CA1677893C}">
      <dgm:prSet/>
      <dgm:spPr/>
      <dgm:t>
        <a:bodyPr/>
        <a:lstStyle/>
        <a:p>
          <a:r>
            <a:rPr lang="uk-UA" b="0" i="0"/>
            <a:t>Плакат присвячено жертвам нацистського «нового порядку»</a:t>
          </a:r>
          <a:endParaRPr lang="uk-UA"/>
        </a:p>
      </dgm:t>
    </dgm:pt>
    <dgm:pt modelId="{D291BEBB-3475-4EBF-B0C4-2EC2C9D0332F}" type="parTrans" cxnId="{119AD592-0D26-40D1-996B-5BC75930F122}">
      <dgm:prSet/>
      <dgm:spPr/>
      <dgm:t>
        <a:bodyPr/>
        <a:lstStyle/>
        <a:p>
          <a:endParaRPr lang="uk-UA"/>
        </a:p>
      </dgm:t>
    </dgm:pt>
    <dgm:pt modelId="{3B12DF37-DC52-497F-9334-55F22416732B}" type="sibTrans" cxnId="{119AD592-0D26-40D1-996B-5BC75930F122}">
      <dgm:prSet/>
      <dgm:spPr/>
      <dgm:t>
        <a:bodyPr/>
        <a:lstStyle/>
        <a:p>
          <a:endParaRPr lang="uk-UA"/>
        </a:p>
      </dgm:t>
    </dgm:pt>
    <dgm:pt modelId="{23508D28-2803-45B0-AE68-3BB39C9A1DC7}">
      <dgm:prSet/>
      <dgm:spPr/>
      <dgm:t>
        <a:bodyPr/>
        <a:lstStyle/>
        <a:p>
          <a:r>
            <a:rPr lang="uk-UA" b="0" i="0"/>
            <a:t>Плакат має викривальний, сатиричний характер.</a:t>
          </a:r>
          <a:endParaRPr lang="uk-UA"/>
        </a:p>
      </dgm:t>
    </dgm:pt>
    <dgm:pt modelId="{6E4FDDC5-E536-42F5-81CA-2FC1B4D00281}" type="parTrans" cxnId="{B6A3C2B1-C65F-40A8-9DD1-31B6747703A5}">
      <dgm:prSet/>
      <dgm:spPr/>
      <dgm:t>
        <a:bodyPr/>
        <a:lstStyle/>
        <a:p>
          <a:endParaRPr lang="uk-UA"/>
        </a:p>
      </dgm:t>
    </dgm:pt>
    <dgm:pt modelId="{36B5BA5C-6C40-4956-B995-48246B1CC12F}" type="sibTrans" cxnId="{B6A3C2B1-C65F-40A8-9DD1-31B6747703A5}">
      <dgm:prSet/>
      <dgm:spPr/>
      <dgm:t>
        <a:bodyPr/>
        <a:lstStyle/>
        <a:p>
          <a:endParaRPr lang="uk-UA"/>
        </a:p>
      </dgm:t>
    </dgm:pt>
    <dgm:pt modelId="{74B32E9E-9F44-4BE9-B6C9-02234B2B6DA9}">
      <dgm:prSet/>
      <dgm:spPr/>
      <dgm:t>
        <a:bodyPr/>
        <a:lstStyle/>
        <a:p>
          <a:r>
            <a:rPr lang="uk-UA" b="0" i="0"/>
            <a:t>Відображені на плакаті події пов'язані з реалізацією операції «Вісла»</a:t>
          </a:r>
          <a:endParaRPr lang="uk-UA"/>
        </a:p>
      </dgm:t>
    </dgm:pt>
    <dgm:pt modelId="{3A50D407-3235-4253-9A34-CC4B5FEBB5D7}" type="parTrans" cxnId="{186F3AE3-8EC0-41DA-AD3E-808D481C8AFE}">
      <dgm:prSet/>
      <dgm:spPr/>
      <dgm:t>
        <a:bodyPr/>
        <a:lstStyle/>
        <a:p>
          <a:endParaRPr lang="uk-UA"/>
        </a:p>
      </dgm:t>
    </dgm:pt>
    <dgm:pt modelId="{8DB2B14B-ED74-488B-B105-7C58004DDEA0}" type="sibTrans" cxnId="{186F3AE3-8EC0-41DA-AD3E-808D481C8AFE}">
      <dgm:prSet/>
      <dgm:spPr/>
      <dgm:t>
        <a:bodyPr/>
        <a:lstStyle/>
        <a:p>
          <a:endParaRPr lang="uk-UA"/>
        </a:p>
      </dgm:t>
    </dgm:pt>
    <dgm:pt modelId="{057C7626-B469-4938-94AC-AD576677BF83}" type="pres">
      <dgm:prSet presAssocID="{B8A75D65-0186-4243-BB0F-5113B7C6B6D4}" presName="vert0" presStyleCnt="0">
        <dgm:presLayoutVars>
          <dgm:dir/>
          <dgm:animOne val="branch"/>
          <dgm:animLvl val="lvl"/>
        </dgm:presLayoutVars>
      </dgm:prSet>
      <dgm:spPr/>
    </dgm:pt>
    <dgm:pt modelId="{35A568BC-F7D1-4D4F-BFD5-727D1BBEA774}" type="pres">
      <dgm:prSet presAssocID="{D3B455B9-B782-4DCC-93CC-F9FB12AB88AF}" presName="thickLine" presStyleLbl="alignNode1" presStyleIdx="0" presStyleCnt="7"/>
      <dgm:spPr/>
    </dgm:pt>
    <dgm:pt modelId="{3BE81B39-FDB7-42E7-9B39-FFE9C264DF8D}" type="pres">
      <dgm:prSet presAssocID="{D3B455B9-B782-4DCC-93CC-F9FB12AB88AF}" presName="horz1" presStyleCnt="0"/>
      <dgm:spPr/>
    </dgm:pt>
    <dgm:pt modelId="{2FDF049F-1961-4886-9A11-82134A475BC7}" type="pres">
      <dgm:prSet presAssocID="{D3B455B9-B782-4DCC-93CC-F9FB12AB88AF}" presName="tx1" presStyleLbl="revTx" presStyleIdx="0" presStyleCnt="7"/>
      <dgm:spPr/>
    </dgm:pt>
    <dgm:pt modelId="{FD048D4B-F65A-482F-A089-85F425A7398B}" type="pres">
      <dgm:prSet presAssocID="{D3B455B9-B782-4DCC-93CC-F9FB12AB88AF}" presName="vert1" presStyleCnt="0"/>
      <dgm:spPr/>
    </dgm:pt>
    <dgm:pt modelId="{31E14470-EB4D-41D3-B352-ED38E7042874}" type="pres">
      <dgm:prSet presAssocID="{D9F28906-3720-4A70-A6E9-B738FBFC34B9}" presName="thickLine" presStyleLbl="alignNode1" presStyleIdx="1" presStyleCnt="7"/>
      <dgm:spPr/>
    </dgm:pt>
    <dgm:pt modelId="{D5487DDF-16D7-4A6A-AEC0-D398072417DD}" type="pres">
      <dgm:prSet presAssocID="{D9F28906-3720-4A70-A6E9-B738FBFC34B9}" presName="horz1" presStyleCnt="0"/>
      <dgm:spPr/>
    </dgm:pt>
    <dgm:pt modelId="{742829F4-3736-4A27-B6E9-35AB44525534}" type="pres">
      <dgm:prSet presAssocID="{D9F28906-3720-4A70-A6E9-B738FBFC34B9}" presName="tx1" presStyleLbl="revTx" presStyleIdx="1" presStyleCnt="7"/>
      <dgm:spPr/>
    </dgm:pt>
    <dgm:pt modelId="{8D4CCF3C-C39F-4E23-B0DD-2A5987232051}" type="pres">
      <dgm:prSet presAssocID="{D9F28906-3720-4A70-A6E9-B738FBFC34B9}" presName="vert1" presStyleCnt="0"/>
      <dgm:spPr/>
    </dgm:pt>
    <dgm:pt modelId="{C15FE678-4113-4E66-8DA9-40789C05D419}" type="pres">
      <dgm:prSet presAssocID="{5A16DBE6-709F-480C-8B8D-92D2AC9083E3}" presName="thickLine" presStyleLbl="alignNode1" presStyleIdx="2" presStyleCnt="7"/>
      <dgm:spPr/>
    </dgm:pt>
    <dgm:pt modelId="{6099358D-192F-4EAD-972C-100D361CE295}" type="pres">
      <dgm:prSet presAssocID="{5A16DBE6-709F-480C-8B8D-92D2AC9083E3}" presName="horz1" presStyleCnt="0"/>
      <dgm:spPr/>
    </dgm:pt>
    <dgm:pt modelId="{12FF9E61-4C91-4963-B198-A68C712D1AFF}" type="pres">
      <dgm:prSet presAssocID="{5A16DBE6-709F-480C-8B8D-92D2AC9083E3}" presName="tx1" presStyleLbl="revTx" presStyleIdx="2" presStyleCnt="7"/>
      <dgm:spPr/>
    </dgm:pt>
    <dgm:pt modelId="{F496F34C-7C1D-42D5-B7BB-71081A83249C}" type="pres">
      <dgm:prSet presAssocID="{5A16DBE6-709F-480C-8B8D-92D2AC9083E3}" presName="vert1" presStyleCnt="0"/>
      <dgm:spPr/>
    </dgm:pt>
    <dgm:pt modelId="{CCCCC041-0D10-41EA-937A-9D907507A956}" type="pres">
      <dgm:prSet presAssocID="{DBBA96FA-37F8-49E5-ACB2-D0CB658147B1}" presName="thickLine" presStyleLbl="alignNode1" presStyleIdx="3" presStyleCnt="7"/>
      <dgm:spPr/>
    </dgm:pt>
    <dgm:pt modelId="{C879774D-DED1-4A5E-A2C4-CCC9A7E3917D}" type="pres">
      <dgm:prSet presAssocID="{DBBA96FA-37F8-49E5-ACB2-D0CB658147B1}" presName="horz1" presStyleCnt="0"/>
      <dgm:spPr/>
    </dgm:pt>
    <dgm:pt modelId="{85E555F5-C608-450A-A440-310A446FC574}" type="pres">
      <dgm:prSet presAssocID="{DBBA96FA-37F8-49E5-ACB2-D0CB658147B1}" presName="tx1" presStyleLbl="revTx" presStyleIdx="3" presStyleCnt="7"/>
      <dgm:spPr/>
    </dgm:pt>
    <dgm:pt modelId="{269F2DBD-A098-447C-A6EC-C168A0182FFD}" type="pres">
      <dgm:prSet presAssocID="{DBBA96FA-37F8-49E5-ACB2-D0CB658147B1}" presName="vert1" presStyleCnt="0"/>
      <dgm:spPr/>
    </dgm:pt>
    <dgm:pt modelId="{A2A2084D-78F4-4A57-9A3E-85682F7EBB34}" type="pres">
      <dgm:prSet presAssocID="{5DFAACA1-08AB-4FB7-A144-27CA1677893C}" presName="thickLine" presStyleLbl="alignNode1" presStyleIdx="4" presStyleCnt="7"/>
      <dgm:spPr/>
    </dgm:pt>
    <dgm:pt modelId="{DEB5C80A-0C0D-47B6-B58D-5A5EF95B673F}" type="pres">
      <dgm:prSet presAssocID="{5DFAACA1-08AB-4FB7-A144-27CA1677893C}" presName="horz1" presStyleCnt="0"/>
      <dgm:spPr/>
    </dgm:pt>
    <dgm:pt modelId="{6E41DCD7-78C0-4CE9-BB99-8F525185B8B9}" type="pres">
      <dgm:prSet presAssocID="{5DFAACA1-08AB-4FB7-A144-27CA1677893C}" presName="tx1" presStyleLbl="revTx" presStyleIdx="4" presStyleCnt="7"/>
      <dgm:spPr/>
    </dgm:pt>
    <dgm:pt modelId="{ECD6611F-A5FD-4829-ABF4-9804583C6382}" type="pres">
      <dgm:prSet presAssocID="{5DFAACA1-08AB-4FB7-A144-27CA1677893C}" presName="vert1" presStyleCnt="0"/>
      <dgm:spPr/>
    </dgm:pt>
    <dgm:pt modelId="{9E4E036E-A29C-44AB-BA82-8424C180B7A7}" type="pres">
      <dgm:prSet presAssocID="{23508D28-2803-45B0-AE68-3BB39C9A1DC7}" presName="thickLine" presStyleLbl="alignNode1" presStyleIdx="5" presStyleCnt="7"/>
      <dgm:spPr/>
    </dgm:pt>
    <dgm:pt modelId="{7CA1DD97-9A44-4627-BBA8-C70BD344631E}" type="pres">
      <dgm:prSet presAssocID="{23508D28-2803-45B0-AE68-3BB39C9A1DC7}" presName="horz1" presStyleCnt="0"/>
      <dgm:spPr/>
    </dgm:pt>
    <dgm:pt modelId="{EF25C85E-1EF9-46DB-A661-64DA84B52E0A}" type="pres">
      <dgm:prSet presAssocID="{23508D28-2803-45B0-AE68-3BB39C9A1DC7}" presName="tx1" presStyleLbl="revTx" presStyleIdx="5" presStyleCnt="7"/>
      <dgm:spPr/>
    </dgm:pt>
    <dgm:pt modelId="{7C50E7C6-0CF4-4005-AF91-1C29E3904307}" type="pres">
      <dgm:prSet presAssocID="{23508D28-2803-45B0-AE68-3BB39C9A1DC7}" presName="vert1" presStyleCnt="0"/>
      <dgm:spPr/>
    </dgm:pt>
    <dgm:pt modelId="{47D444B4-C811-42BB-ABA8-E5CB397F2813}" type="pres">
      <dgm:prSet presAssocID="{74B32E9E-9F44-4BE9-B6C9-02234B2B6DA9}" presName="thickLine" presStyleLbl="alignNode1" presStyleIdx="6" presStyleCnt="7"/>
      <dgm:spPr/>
    </dgm:pt>
    <dgm:pt modelId="{A7367389-F2AA-4E16-865D-B12FB7889D48}" type="pres">
      <dgm:prSet presAssocID="{74B32E9E-9F44-4BE9-B6C9-02234B2B6DA9}" presName="horz1" presStyleCnt="0"/>
      <dgm:spPr/>
    </dgm:pt>
    <dgm:pt modelId="{F4EBD05D-986D-4C4F-9E12-11B3B0873D41}" type="pres">
      <dgm:prSet presAssocID="{74B32E9E-9F44-4BE9-B6C9-02234B2B6DA9}" presName="tx1" presStyleLbl="revTx" presStyleIdx="6" presStyleCnt="7"/>
      <dgm:spPr/>
    </dgm:pt>
    <dgm:pt modelId="{EE2C692F-1A4A-45A5-86D2-9F9819518D1C}" type="pres">
      <dgm:prSet presAssocID="{74B32E9E-9F44-4BE9-B6C9-02234B2B6DA9}" presName="vert1" presStyleCnt="0"/>
      <dgm:spPr/>
    </dgm:pt>
  </dgm:ptLst>
  <dgm:cxnLst>
    <dgm:cxn modelId="{EF979000-2950-4A41-B670-43A7D1007ED4}" type="presOf" srcId="{D3B455B9-B782-4DCC-93CC-F9FB12AB88AF}" destId="{2FDF049F-1961-4886-9A11-82134A475BC7}" srcOrd="0" destOrd="0" presId="urn:microsoft.com/office/officeart/2008/layout/LinedList"/>
    <dgm:cxn modelId="{76E34F11-D3A5-4C9F-BDA7-CBC3F25839A0}" type="presOf" srcId="{B8A75D65-0186-4243-BB0F-5113B7C6B6D4}" destId="{057C7626-B469-4938-94AC-AD576677BF83}" srcOrd="0" destOrd="0" presId="urn:microsoft.com/office/officeart/2008/layout/LinedList"/>
    <dgm:cxn modelId="{14DAEA3E-9C48-4A18-827E-3A08CF863B55}" type="presOf" srcId="{74B32E9E-9F44-4BE9-B6C9-02234B2B6DA9}" destId="{F4EBD05D-986D-4C4F-9E12-11B3B0873D41}" srcOrd="0" destOrd="0" presId="urn:microsoft.com/office/officeart/2008/layout/LinedList"/>
    <dgm:cxn modelId="{FBC6973F-92DA-4CB2-B88F-6CF169654016}" type="presOf" srcId="{5A16DBE6-709F-480C-8B8D-92D2AC9083E3}" destId="{12FF9E61-4C91-4963-B198-A68C712D1AFF}" srcOrd="0" destOrd="0" presId="urn:microsoft.com/office/officeart/2008/layout/LinedList"/>
    <dgm:cxn modelId="{1C7CDD4B-157D-449D-A5CC-076CBFEC99A8}" srcId="{B8A75D65-0186-4243-BB0F-5113B7C6B6D4}" destId="{D3B455B9-B782-4DCC-93CC-F9FB12AB88AF}" srcOrd="0" destOrd="0" parTransId="{D12DB995-A305-42AF-AEE4-8CD797965C5C}" sibTransId="{ACCFFEEB-E5E6-4574-837B-FD05C6DEFB9F}"/>
    <dgm:cxn modelId="{119AD592-0D26-40D1-996B-5BC75930F122}" srcId="{B8A75D65-0186-4243-BB0F-5113B7C6B6D4}" destId="{5DFAACA1-08AB-4FB7-A144-27CA1677893C}" srcOrd="4" destOrd="0" parTransId="{D291BEBB-3475-4EBF-B0C4-2EC2C9D0332F}" sibTransId="{3B12DF37-DC52-497F-9334-55F22416732B}"/>
    <dgm:cxn modelId="{8BA80B9A-BDD8-44D4-B36D-7808CECE4857}" type="presOf" srcId="{23508D28-2803-45B0-AE68-3BB39C9A1DC7}" destId="{EF25C85E-1EF9-46DB-A661-64DA84B52E0A}" srcOrd="0" destOrd="0" presId="urn:microsoft.com/office/officeart/2008/layout/LinedList"/>
    <dgm:cxn modelId="{5D38C79A-53FD-4677-906A-71C003ED4CBE}" type="presOf" srcId="{D9F28906-3720-4A70-A6E9-B738FBFC34B9}" destId="{742829F4-3736-4A27-B6E9-35AB44525534}" srcOrd="0" destOrd="0" presId="urn:microsoft.com/office/officeart/2008/layout/LinedList"/>
    <dgm:cxn modelId="{8B044EAE-6209-47FF-8A59-2E5F9C120734}" srcId="{B8A75D65-0186-4243-BB0F-5113B7C6B6D4}" destId="{5A16DBE6-709F-480C-8B8D-92D2AC9083E3}" srcOrd="2" destOrd="0" parTransId="{8841FC25-355B-476B-8CCA-7426B14A347C}" sibTransId="{A8FA96F0-D0B0-4B9A-8C1F-E8FF5CFB8DE6}"/>
    <dgm:cxn modelId="{F60359B0-B536-4685-AA81-8C6D05ACC440}" srcId="{B8A75D65-0186-4243-BB0F-5113B7C6B6D4}" destId="{DBBA96FA-37F8-49E5-ACB2-D0CB658147B1}" srcOrd="3" destOrd="0" parTransId="{1176643F-55C5-47CC-95F7-C71063A73AD4}" sibTransId="{F74B7DE9-8910-4C3F-8225-AF76853C77C1}"/>
    <dgm:cxn modelId="{B6A3C2B1-C65F-40A8-9DD1-31B6747703A5}" srcId="{B8A75D65-0186-4243-BB0F-5113B7C6B6D4}" destId="{23508D28-2803-45B0-AE68-3BB39C9A1DC7}" srcOrd="5" destOrd="0" parTransId="{6E4FDDC5-E536-42F5-81CA-2FC1B4D00281}" sibTransId="{36B5BA5C-6C40-4956-B995-48246B1CC12F}"/>
    <dgm:cxn modelId="{D2201CB4-049F-4E6C-A6DB-060652E3E955}" type="presOf" srcId="{DBBA96FA-37F8-49E5-ACB2-D0CB658147B1}" destId="{85E555F5-C608-450A-A440-310A446FC574}" srcOrd="0" destOrd="0" presId="urn:microsoft.com/office/officeart/2008/layout/LinedList"/>
    <dgm:cxn modelId="{186F3AE3-8EC0-41DA-AD3E-808D481C8AFE}" srcId="{B8A75D65-0186-4243-BB0F-5113B7C6B6D4}" destId="{74B32E9E-9F44-4BE9-B6C9-02234B2B6DA9}" srcOrd="6" destOrd="0" parTransId="{3A50D407-3235-4253-9A34-CC4B5FEBB5D7}" sibTransId="{8DB2B14B-ED74-488B-B105-7C58004DDEA0}"/>
    <dgm:cxn modelId="{93D8A3E9-F5D9-43ED-AA8F-07359DC59359}" type="presOf" srcId="{5DFAACA1-08AB-4FB7-A144-27CA1677893C}" destId="{6E41DCD7-78C0-4CE9-BB99-8F525185B8B9}" srcOrd="0" destOrd="0" presId="urn:microsoft.com/office/officeart/2008/layout/LinedList"/>
    <dgm:cxn modelId="{B4E09EEB-7F64-4F10-9C1B-2D870E264770}" srcId="{B8A75D65-0186-4243-BB0F-5113B7C6B6D4}" destId="{D9F28906-3720-4A70-A6E9-B738FBFC34B9}" srcOrd="1" destOrd="0" parTransId="{12FEA4F7-D578-43E9-B977-189DE9D12FD2}" sibTransId="{6236AAA1-762A-41B4-A40F-09950E2BADC7}"/>
    <dgm:cxn modelId="{73092072-2B57-4B1B-900A-3A16EB91787C}" type="presParOf" srcId="{057C7626-B469-4938-94AC-AD576677BF83}" destId="{35A568BC-F7D1-4D4F-BFD5-727D1BBEA774}" srcOrd="0" destOrd="0" presId="urn:microsoft.com/office/officeart/2008/layout/LinedList"/>
    <dgm:cxn modelId="{6B6648F2-299B-4358-979D-5A480AE0AB96}" type="presParOf" srcId="{057C7626-B469-4938-94AC-AD576677BF83}" destId="{3BE81B39-FDB7-42E7-9B39-FFE9C264DF8D}" srcOrd="1" destOrd="0" presId="urn:microsoft.com/office/officeart/2008/layout/LinedList"/>
    <dgm:cxn modelId="{C00D9CF0-C5BA-41BA-BEF7-B6F28FB20E1C}" type="presParOf" srcId="{3BE81B39-FDB7-42E7-9B39-FFE9C264DF8D}" destId="{2FDF049F-1961-4886-9A11-82134A475BC7}" srcOrd="0" destOrd="0" presId="urn:microsoft.com/office/officeart/2008/layout/LinedList"/>
    <dgm:cxn modelId="{11904F1A-C4B9-436D-B6F9-CB594634BA40}" type="presParOf" srcId="{3BE81B39-FDB7-42E7-9B39-FFE9C264DF8D}" destId="{FD048D4B-F65A-482F-A089-85F425A7398B}" srcOrd="1" destOrd="0" presId="urn:microsoft.com/office/officeart/2008/layout/LinedList"/>
    <dgm:cxn modelId="{102F4019-B0E6-4317-9A78-FFB93D868554}" type="presParOf" srcId="{057C7626-B469-4938-94AC-AD576677BF83}" destId="{31E14470-EB4D-41D3-B352-ED38E7042874}" srcOrd="2" destOrd="0" presId="urn:microsoft.com/office/officeart/2008/layout/LinedList"/>
    <dgm:cxn modelId="{E2476CAD-6FF2-40BC-BD85-FC9C5E63985E}" type="presParOf" srcId="{057C7626-B469-4938-94AC-AD576677BF83}" destId="{D5487DDF-16D7-4A6A-AEC0-D398072417DD}" srcOrd="3" destOrd="0" presId="urn:microsoft.com/office/officeart/2008/layout/LinedList"/>
    <dgm:cxn modelId="{FD9038A7-599E-48DA-BAE1-833D81BA6D98}" type="presParOf" srcId="{D5487DDF-16D7-4A6A-AEC0-D398072417DD}" destId="{742829F4-3736-4A27-B6E9-35AB44525534}" srcOrd="0" destOrd="0" presId="urn:microsoft.com/office/officeart/2008/layout/LinedList"/>
    <dgm:cxn modelId="{C32EC49B-FD46-4223-82C1-74668334467A}" type="presParOf" srcId="{D5487DDF-16D7-4A6A-AEC0-D398072417DD}" destId="{8D4CCF3C-C39F-4E23-B0DD-2A5987232051}" srcOrd="1" destOrd="0" presId="urn:microsoft.com/office/officeart/2008/layout/LinedList"/>
    <dgm:cxn modelId="{3CFFE152-9395-425F-9C97-034D5EAF9B36}" type="presParOf" srcId="{057C7626-B469-4938-94AC-AD576677BF83}" destId="{C15FE678-4113-4E66-8DA9-40789C05D419}" srcOrd="4" destOrd="0" presId="urn:microsoft.com/office/officeart/2008/layout/LinedList"/>
    <dgm:cxn modelId="{4BE2D73E-6B8C-4399-8D51-23E347644294}" type="presParOf" srcId="{057C7626-B469-4938-94AC-AD576677BF83}" destId="{6099358D-192F-4EAD-972C-100D361CE295}" srcOrd="5" destOrd="0" presId="urn:microsoft.com/office/officeart/2008/layout/LinedList"/>
    <dgm:cxn modelId="{04E09ABD-F7EB-4248-A0AA-E1D6962A516B}" type="presParOf" srcId="{6099358D-192F-4EAD-972C-100D361CE295}" destId="{12FF9E61-4C91-4963-B198-A68C712D1AFF}" srcOrd="0" destOrd="0" presId="urn:microsoft.com/office/officeart/2008/layout/LinedList"/>
    <dgm:cxn modelId="{3686679E-3B4A-42A2-8FD5-2CC70FEC0F22}" type="presParOf" srcId="{6099358D-192F-4EAD-972C-100D361CE295}" destId="{F496F34C-7C1D-42D5-B7BB-71081A83249C}" srcOrd="1" destOrd="0" presId="urn:microsoft.com/office/officeart/2008/layout/LinedList"/>
    <dgm:cxn modelId="{53CF272C-3858-4B5A-9546-DD2D0B1DD0D5}" type="presParOf" srcId="{057C7626-B469-4938-94AC-AD576677BF83}" destId="{CCCCC041-0D10-41EA-937A-9D907507A956}" srcOrd="6" destOrd="0" presId="urn:microsoft.com/office/officeart/2008/layout/LinedList"/>
    <dgm:cxn modelId="{A8F583DF-B8E5-405C-84E4-B62FF8B0426F}" type="presParOf" srcId="{057C7626-B469-4938-94AC-AD576677BF83}" destId="{C879774D-DED1-4A5E-A2C4-CCC9A7E3917D}" srcOrd="7" destOrd="0" presId="urn:microsoft.com/office/officeart/2008/layout/LinedList"/>
    <dgm:cxn modelId="{F9F2C8C3-D004-42A1-BDBF-8E7246055B44}" type="presParOf" srcId="{C879774D-DED1-4A5E-A2C4-CCC9A7E3917D}" destId="{85E555F5-C608-450A-A440-310A446FC574}" srcOrd="0" destOrd="0" presId="urn:microsoft.com/office/officeart/2008/layout/LinedList"/>
    <dgm:cxn modelId="{4065D25F-BA75-4C5C-91DA-F9B177115639}" type="presParOf" srcId="{C879774D-DED1-4A5E-A2C4-CCC9A7E3917D}" destId="{269F2DBD-A098-447C-A6EC-C168A0182FFD}" srcOrd="1" destOrd="0" presId="urn:microsoft.com/office/officeart/2008/layout/LinedList"/>
    <dgm:cxn modelId="{8D4C1A06-7A66-4AFA-8C34-C38477AD4F22}" type="presParOf" srcId="{057C7626-B469-4938-94AC-AD576677BF83}" destId="{A2A2084D-78F4-4A57-9A3E-85682F7EBB34}" srcOrd="8" destOrd="0" presId="urn:microsoft.com/office/officeart/2008/layout/LinedList"/>
    <dgm:cxn modelId="{4BA853D8-DC77-4F8E-B96D-F1D2BC4196E8}" type="presParOf" srcId="{057C7626-B469-4938-94AC-AD576677BF83}" destId="{DEB5C80A-0C0D-47B6-B58D-5A5EF95B673F}" srcOrd="9" destOrd="0" presId="urn:microsoft.com/office/officeart/2008/layout/LinedList"/>
    <dgm:cxn modelId="{80EF2979-46AD-49E3-A56E-5471189430BB}" type="presParOf" srcId="{DEB5C80A-0C0D-47B6-B58D-5A5EF95B673F}" destId="{6E41DCD7-78C0-4CE9-BB99-8F525185B8B9}" srcOrd="0" destOrd="0" presId="urn:microsoft.com/office/officeart/2008/layout/LinedList"/>
    <dgm:cxn modelId="{6F66CB74-9158-442F-86BF-987A44A2243D}" type="presParOf" srcId="{DEB5C80A-0C0D-47B6-B58D-5A5EF95B673F}" destId="{ECD6611F-A5FD-4829-ABF4-9804583C6382}" srcOrd="1" destOrd="0" presId="urn:microsoft.com/office/officeart/2008/layout/LinedList"/>
    <dgm:cxn modelId="{E948BA93-929B-46FC-885B-28D699A1FCF0}" type="presParOf" srcId="{057C7626-B469-4938-94AC-AD576677BF83}" destId="{9E4E036E-A29C-44AB-BA82-8424C180B7A7}" srcOrd="10" destOrd="0" presId="urn:microsoft.com/office/officeart/2008/layout/LinedList"/>
    <dgm:cxn modelId="{7BAF2632-3F76-4B8E-BCAB-51E4674B0707}" type="presParOf" srcId="{057C7626-B469-4938-94AC-AD576677BF83}" destId="{7CA1DD97-9A44-4627-BBA8-C70BD344631E}" srcOrd="11" destOrd="0" presId="urn:microsoft.com/office/officeart/2008/layout/LinedList"/>
    <dgm:cxn modelId="{B661BC1C-F220-4A42-8B49-34D18BA20617}" type="presParOf" srcId="{7CA1DD97-9A44-4627-BBA8-C70BD344631E}" destId="{EF25C85E-1EF9-46DB-A661-64DA84B52E0A}" srcOrd="0" destOrd="0" presId="urn:microsoft.com/office/officeart/2008/layout/LinedList"/>
    <dgm:cxn modelId="{9506F89D-ACAA-4D3D-A773-B07201B6CC41}" type="presParOf" srcId="{7CA1DD97-9A44-4627-BBA8-C70BD344631E}" destId="{7C50E7C6-0CF4-4005-AF91-1C29E3904307}" srcOrd="1" destOrd="0" presId="urn:microsoft.com/office/officeart/2008/layout/LinedList"/>
    <dgm:cxn modelId="{093B6F12-566C-48AE-A681-865E105B5791}" type="presParOf" srcId="{057C7626-B469-4938-94AC-AD576677BF83}" destId="{47D444B4-C811-42BB-ABA8-E5CB397F2813}" srcOrd="12" destOrd="0" presId="urn:microsoft.com/office/officeart/2008/layout/LinedList"/>
    <dgm:cxn modelId="{7737F22F-DBCD-404C-8B73-80BB0D952B65}" type="presParOf" srcId="{057C7626-B469-4938-94AC-AD576677BF83}" destId="{A7367389-F2AA-4E16-865D-B12FB7889D48}" srcOrd="13" destOrd="0" presId="urn:microsoft.com/office/officeart/2008/layout/LinedList"/>
    <dgm:cxn modelId="{1320C143-8A85-4608-BB03-A0D4E22DD961}" type="presParOf" srcId="{A7367389-F2AA-4E16-865D-B12FB7889D48}" destId="{F4EBD05D-986D-4C4F-9E12-11B3B0873D41}" srcOrd="0" destOrd="0" presId="urn:microsoft.com/office/officeart/2008/layout/LinedList"/>
    <dgm:cxn modelId="{AF345162-880A-41B3-98F7-F59CBAA27385}" type="presParOf" srcId="{A7367389-F2AA-4E16-865D-B12FB7889D48}" destId="{EE2C692F-1A4A-45A5-86D2-9F9819518D1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AEA847F-1747-41F4-A395-769FDA322C9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28AE8D2-6EAC-4052-B3A4-6FB924574480}">
      <dgm:prSet/>
      <dgm:spPr/>
      <dgm:t>
        <a:bodyPr/>
        <a:lstStyle/>
        <a:p>
          <a:r>
            <a:rPr lang="ru-RU" b="0" i="0"/>
            <a:t>Першочергова відбудова важкої промисловості та енергетики.</a:t>
          </a:r>
          <a:endParaRPr lang="uk-UA"/>
        </a:p>
      </dgm:t>
    </dgm:pt>
    <dgm:pt modelId="{74AC3958-4540-4EC7-A8CD-473FF1B0F77F}" type="parTrans" cxnId="{0532775E-C46E-4EAE-95C5-65B142739043}">
      <dgm:prSet/>
      <dgm:spPr/>
      <dgm:t>
        <a:bodyPr/>
        <a:lstStyle/>
        <a:p>
          <a:endParaRPr lang="uk-UA"/>
        </a:p>
      </dgm:t>
    </dgm:pt>
    <dgm:pt modelId="{C58127C1-C2B4-44C2-91E7-9CAAA794264F}" type="sibTrans" cxnId="{0532775E-C46E-4EAE-95C5-65B142739043}">
      <dgm:prSet/>
      <dgm:spPr/>
      <dgm:t>
        <a:bodyPr/>
        <a:lstStyle/>
        <a:p>
          <a:endParaRPr lang="uk-UA"/>
        </a:p>
      </dgm:t>
    </dgm:pt>
    <dgm:pt modelId="{8F9144C5-2C59-4BB0-A7B7-F386B507F3B1}">
      <dgm:prSet/>
      <dgm:spPr/>
      <dgm:t>
        <a:bodyPr/>
        <a:lstStyle/>
        <a:p>
          <a:r>
            <a:rPr lang="ru-RU" b="0" i="0"/>
            <a:t>Спрямування основної частини капіталовкладень у соціальну сферу.</a:t>
          </a:r>
          <a:endParaRPr lang="uk-UA"/>
        </a:p>
      </dgm:t>
    </dgm:pt>
    <dgm:pt modelId="{800DC991-CC2A-417F-86C2-B10B2DDA9B74}" type="parTrans" cxnId="{C205B191-FC26-4471-920F-D505C1FBF22E}">
      <dgm:prSet/>
      <dgm:spPr/>
      <dgm:t>
        <a:bodyPr/>
        <a:lstStyle/>
        <a:p>
          <a:endParaRPr lang="uk-UA"/>
        </a:p>
      </dgm:t>
    </dgm:pt>
    <dgm:pt modelId="{46B1BB36-8E1B-455D-BD61-7C341FF73564}" type="sibTrans" cxnId="{C205B191-FC26-4471-920F-D505C1FBF22E}">
      <dgm:prSet/>
      <dgm:spPr/>
      <dgm:t>
        <a:bodyPr/>
        <a:lstStyle/>
        <a:p>
          <a:endParaRPr lang="uk-UA"/>
        </a:p>
      </dgm:t>
    </dgm:pt>
    <dgm:pt modelId="{AD35A480-AACA-4855-A073-5C061A7DA2E0}">
      <dgm:prSet/>
      <dgm:spPr/>
      <dgm:t>
        <a:bodyPr/>
        <a:lstStyle/>
        <a:p>
          <a:r>
            <a:rPr lang="ru-RU" b="0" i="0"/>
            <a:t>Пріоритетний розвиток сільського господарства як джерела фінансування промисловості.</a:t>
          </a:r>
          <a:endParaRPr lang="uk-UA"/>
        </a:p>
      </dgm:t>
    </dgm:pt>
    <dgm:pt modelId="{5D3DCC02-06F1-45E6-A0C8-2FCE0F5BF96C}" type="parTrans" cxnId="{98093245-4461-495F-8923-30C424B5D60E}">
      <dgm:prSet/>
      <dgm:spPr/>
      <dgm:t>
        <a:bodyPr/>
        <a:lstStyle/>
        <a:p>
          <a:endParaRPr lang="uk-UA"/>
        </a:p>
      </dgm:t>
    </dgm:pt>
    <dgm:pt modelId="{4D5E1D1B-9643-4930-B203-3E4800EB3FC6}" type="sibTrans" cxnId="{98093245-4461-495F-8923-30C424B5D60E}">
      <dgm:prSet/>
      <dgm:spPr/>
      <dgm:t>
        <a:bodyPr/>
        <a:lstStyle/>
        <a:p>
          <a:endParaRPr lang="uk-UA"/>
        </a:p>
      </dgm:t>
    </dgm:pt>
    <dgm:pt modelId="{FBDACA33-001F-4DDF-BC81-589FB16FDECC}" type="pres">
      <dgm:prSet presAssocID="{2AEA847F-1747-41F4-A395-769FDA322C97}" presName="linear" presStyleCnt="0">
        <dgm:presLayoutVars>
          <dgm:animLvl val="lvl"/>
          <dgm:resizeHandles val="exact"/>
        </dgm:presLayoutVars>
      </dgm:prSet>
      <dgm:spPr/>
    </dgm:pt>
    <dgm:pt modelId="{FE2849E0-9763-4659-9C27-BF59C998293B}" type="pres">
      <dgm:prSet presAssocID="{028AE8D2-6EAC-4052-B3A4-6FB92457448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EEC37C8-3903-4656-8F4E-9576B0F7CC3F}" type="pres">
      <dgm:prSet presAssocID="{C58127C1-C2B4-44C2-91E7-9CAAA794264F}" presName="spacer" presStyleCnt="0"/>
      <dgm:spPr/>
    </dgm:pt>
    <dgm:pt modelId="{EB4BC99F-3A9F-4402-8E92-DAEDD0AB601C}" type="pres">
      <dgm:prSet presAssocID="{8F9144C5-2C59-4BB0-A7B7-F386B507F3B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F967579-82B2-406D-B35B-33AF3E65F154}" type="pres">
      <dgm:prSet presAssocID="{46B1BB36-8E1B-455D-BD61-7C341FF73564}" presName="spacer" presStyleCnt="0"/>
      <dgm:spPr/>
    </dgm:pt>
    <dgm:pt modelId="{F6102A67-EEE3-4B3A-B5F8-49159DD0D5BE}" type="pres">
      <dgm:prSet presAssocID="{AD35A480-AACA-4855-A073-5C061A7DA2E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6E4EC36-FB2E-4077-9A6E-067CC9F57E95}" type="presOf" srcId="{028AE8D2-6EAC-4052-B3A4-6FB924574480}" destId="{FE2849E0-9763-4659-9C27-BF59C998293B}" srcOrd="0" destOrd="0" presId="urn:microsoft.com/office/officeart/2005/8/layout/vList2"/>
    <dgm:cxn modelId="{563C705E-726B-4476-BCB6-5D98EF61A0D0}" type="presOf" srcId="{2AEA847F-1747-41F4-A395-769FDA322C97}" destId="{FBDACA33-001F-4DDF-BC81-589FB16FDECC}" srcOrd="0" destOrd="0" presId="urn:microsoft.com/office/officeart/2005/8/layout/vList2"/>
    <dgm:cxn modelId="{0532775E-C46E-4EAE-95C5-65B142739043}" srcId="{2AEA847F-1747-41F4-A395-769FDA322C97}" destId="{028AE8D2-6EAC-4052-B3A4-6FB924574480}" srcOrd="0" destOrd="0" parTransId="{74AC3958-4540-4EC7-A8CD-473FF1B0F77F}" sibTransId="{C58127C1-C2B4-44C2-91E7-9CAAA794264F}"/>
    <dgm:cxn modelId="{98093245-4461-495F-8923-30C424B5D60E}" srcId="{2AEA847F-1747-41F4-A395-769FDA322C97}" destId="{AD35A480-AACA-4855-A073-5C061A7DA2E0}" srcOrd="2" destOrd="0" parTransId="{5D3DCC02-06F1-45E6-A0C8-2FCE0F5BF96C}" sibTransId="{4D5E1D1B-9643-4930-B203-3E4800EB3FC6}"/>
    <dgm:cxn modelId="{7FF8177A-0282-4FC5-9B2E-44D9B78906BC}" type="presOf" srcId="{AD35A480-AACA-4855-A073-5C061A7DA2E0}" destId="{F6102A67-EEE3-4B3A-B5F8-49159DD0D5BE}" srcOrd="0" destOrd="0" presId="urn:microsoft.com/office/officeart/2005/8/layout/vList2"/>
    <dgm:cxn modelId="{C205B191-FC26-4471-920F-D505C1FBF22E}" srcId="{2AEA847F-1747-41F4-A395-769FDA322C97}" destId="{8F9144C5-2C59-4BB0-A7B7-F386B507F3B1}" srcOrd="1" destOrd="0" parTransId="{800DC991-CC2A-417F-86C2-B10B2DDA9B74}" sibTransId="{46B1BB36-8E1B-455D-BD61-7C341FF73564}"/>
    <dgm:cxn modelId="{95E71BF9-FF8E-4D1D-A39D-AFDDE088E40D}" type="presOf" srcId="{8F9144C5-2C59-4BB0-A7B7-F386B507F3B1}" destId="{EB4BC99F-3A9F-4402-8E92-DAEDD0AB601C}" srcOrd="0" destOrd="0" presId="urn:microsoft.com/office/officeart/2005/8/layout/vList2"/>
    <dgm:cxn modelId="{1DC289E7-6586-4FF7-A4A7-E6D7F6E04B50}" type="presParOf" srcId="{FBDACA33-001F-4DDF-BC81-589FB16FDECC}" destId="{FE2849E0-9763-4659-9C27-BF59C998293B}" srcOrd="0" destOrd="0" presId="urn:microsoft.com/office/officeart/2005/8/layout/vList2"/>
    <dgm:cxn modelId="{F222EB18-B48B-4386-A63A-89DD291D92AD}" type="presParOf" srcId="{FBDACA33-001F-4DDF-BC81-589FB16FDECC}" destId="{EEEC37C8-3903-4656-8F4E-9576B0F7CC3F}" srcOrd="1" destOrd="0" presId="urn:microsoft.com/office/officeart/2005/8/layout/vList2"/>
    <dgm:cxn modelId="{CC9FF6B7-8413-47DA-8BA6-9275C4B670CA}" type="presParOf" srcId="{FBDACA33-001F-4DDF-BC81-589FB16FDECC}" destId="{EB4BC99F-3A9F-4402-8E92-DAEDD0AB601C}" srcOrd="2" destOrd="0" presId="urn:microsoft.com/office/officeart/2005/8/layout/vList2"/>
    <dgm:cxn modelId="{967D3564-D497-45FC-818A-875991ED7D00}" type="presParOf" srcId="{FBDACA33-001F-4DDF-BC81-589FB16FDECC}" destId="{1F967579-82B2-406D-B35B-33AF3E65F154}" srcOrd="3" destOrd="0" presId="urn:microsoft.com/office/officeart/2005/8/layout/vList2"/>
    <dgm:cxn modelId="{8D01E51A-799A-49BF-9E6A-1E2F5BB03AA0}" type="presParOf" srcId="{FBDACA33-001F-4DDF-BC81-589FB16FDECC}" destId="{F6102A67-EEE3-4B3A-B5F8-49159DD0D5B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AED5DDB-D4F7-4DF7-AFBE-25F125B1D0A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3C326B6-2979-4F92-A7D6-36B6728B9959}">
      <dgm:prSet/>
      <dgm:spPr/>
      <dgm:t>
        <a:bodyPr/>
        <a:lstStyle/>
        <a:p>
          <a:r>
            <a:rPr lang="uk-UA" b="0" i="0"/>
            <a:t>Опора лише на власні сили та ресурси Радянського Союзу.</a:t>
          </a:r>
          <a:endParaRPr lang="uk-UA"/>
        </a:p>
      </dgm:t>
    </dgm:pt>
    <dgm:pt modelId="{108879B5-4734-47C8-A677-9EDEAF22F77E}" type="parTrans" cxnId="{12CF4F8E-5FCA-4BCC-9522-43C14A311872}">
      <dgm:prSet/>
      <dgm:spPr/>
      <dgm:t>
        <a:bodyPr/>
        <a:lstStyle/>
        <a:p>
          <a:endParaRPr lang="uk-UA"/>
        </a:p>
      </dgm:t>
    </dgm:pt>
    <dgm:pt modelId="{30E6F633-DAFA-42DC-A02D-5F324D4F56EA}" type="sibTrans" cxnId="{12CF4F8E-5FCA-4BCC-9522-43C14A311872}">
      <dgm:prSet/>
      <dgm:spPr/>
      <dgm:t>
        <a:bodyPr/>
        <a:lstStyle/>
        <a:p>
          <a:endParaRPr lang="uk-UA"/>
        </a:p>
      </dgm:t>
    </dgm:pt>
    <dgm:pt modelId="{5E21E5F7-5E61-46F7-9F5C-182B884ED8E7}">
      <dgm:prSet/>
      <dgm:spPr/>
      <dgm:t>
        <a:bodyPr/>
        <a:lstStyle/>
        <a:p>
          <a:r>
            <a:rPr lang="uk-UA" b="0" i="0"/>
            <a:t>Відсутність достатньої кількості кваліфікованої робочої сили.</a:t>
          </a:r>
          <a:endParaRPr lang="uk-UA"/>
        </a:p>
      </dgm:t>
    </dgm:pt>
    <dgm:pt modelId="{FAACEB2A-3CB3-4C01-ACC1-193415C4A46C}" type="parTrans" cxnId="{3A6CE6FD-9509-42B6-A042-063FF4D4DD9F}">
      <dgm:prSet/>
      <dgm:spPr/>
      <dgm:t>
        <a:bodyPr/>
        <a:lstStyle/>
        <a:p>
          <a:endParaRPr lang="uk-UA"/>
        </a:p>
      </dgm:t>
    </dgm:pt>
    <dgm:pt modelId="{F98440AA-01D0-4C67-956D-A1FC43215708}" type="sibTrans" cxnId="{3A6CE6FD-9509-42B6-A042-063FF4D4DD9F}">
      <dgm:prSet/>
      <dgm:spPr/>
      <dgm:t>
        <a:bodyPr/>
        <a:lstStyle/>
        <a:p>
          <a:endParaRPr lang="uk-UA"/>
        </a:p>
      </dgm:t>
    </dgm:pt>
    <dgm:pt modelId="{BBC2912A-A99D-45CB-BDD3-29E28172A346}">
      <dgm:prSet/>
      <dgm:spPr/>
      <dgm:t>
        <a:bodyPr/>
        <a:lstStyle/>
        <a:p>
          <a:r>
            <a:rPr lang="uk-UA" b="0" i="0"/>
            <a:t>Використання фінансової та технічної допомоги США за «планом Маршалла».</a:t>
          </a:r>
          <a:endParaRPr lang="uk-UA"/>
        </a:p>
      </dgm:t>
    </dgm:pt>
    <dgm:pt modelId="{EB2E7BE4-596B-45A3-8011-45762185836F}" type="parTrans" cxnId="{A49BB22A-B0F8-474B-A0E0-5934C4374804}">
      <dgm:prSet/>
      <dgm:spPr/>
      <dgm:t>
        <a:bodyPr/>
        <a:lstStyle/>
        <a:p>
          <a:endParaRPr lang="uk-UA"/>
        </a:p>
      </dgm:t>
    </dgm:pt>
    <dgm:pt modelId="{DF13B3AE-5AA5-41B8-995C-5253534C102F}" type="sibTrans" cxnId="{A49BB22A-B0F8-474B-A0E0-5934C4374804}">
      <dgm:prSet/>
      <dgm:spPr/>
      <dgm:t>
        <a:bodyPr/>
        <a:lstStyle/>
        <a:p>
          <a:endParaRPr lang="uk-UA"/>
        </a:p>
      </dgm:t>
    </dgm:pt>
    <dgm:pt modelId="{1F499655-BE93-40C6-ABEF-DAE9DEB3E49D}" type="pres">
      <dgm:prSet presAssocID="{CAED5DDB-D4F7-4DF7-AFBE-25F125B1D0A1}" presName="linear" presStyleCnt="0">
        <dgm:presLayoutVars>
          <dgm:animLvl val="lvl"/>
          <dgm:resizeHandles val="exact"/>
        </dgm:presLayoutVars>
      </dgm:prSet>
      <dgm:spPr/>
    </dgm:pt>
    <dgm:pt modelId="{8468F0E4-0BF7-4E52-91ED-25733EDEEF63}" type="pres">
      <dgm:prSet presAssocID="{D3C326B6-2979-4F92-A7D6-36B6728B995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4B14ED3-BE54-4B6A-8151-8A202254F942}" type="pres">
      <dgm:prSet presAssocID="{30E6F633-DAFA-42DC-A02D-5F324D4F56EA}" presName="spacer" presStyleCnt="0"/>
      <dgm:spPr/>
    </dgm:pt>
    <dgm:pt modelId="{2E61D2D5-37B1-497E-BA86-EFA370E824AE}" type="pres">
      <dgm:prSet presAssocID="{5E21E5F7-5E61-46F7-9F5C-182B884ED8E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B0EA26F-6040-427D-BB62-ECA12C61890E}" type="pres">
      <dgm:prSet presAssocID="{F98440AA-01D0-4C67-956D-A1FC43215708}" presName="spacer" presStyleCnt="0"/>
      <dgm:spPr/>
    </dgm:pt>
    <dgm:pt modelId="{E725C536-B466-4423-B0FD-898E3351A421}" type="pres">
      <dgm:prSet presAssocID="{BBC2912A-A99D-45CB-BDD3-29E28172A34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0DF6D22-028F-4ECD-8E6B-A9FC85258E63}" type="presOf" srcId="{BBC2912A-A99D-45CB-BDD3-29E28172A346}" destId="{E725C536-B466-4423-B0FD-898E3351A421}" srcOrd="0" destOrd="0" presId="urn:microsoft.com/office/officeart/2005/8/layout/vList2"/>
    <dgm:cxn modelId="{A49BB22A-B0F8-474B-A0E0-5934C4374804}" srcId="{CAED5DDB-D4F7-4DF7-AFBE-25F125B1D0A1}" destId="{BBC2912A-A99D-45CB-BDD3-29E28172A346}" srcOrd="2" destOrd="0" parTransId="{EB2E7BE4-596B-45A3-8011-45762185836F}" sibTransId="{DF13B3AE-5AA5-41B8-995C-5253534C102F}"/>
    <dgm:cxn modelId="{CAA90B31-F885-406C-993B-AF4504B31CB9}" type="presOf" srcId="{D3C326B6-2979-4F92-A7D6-36B6728B9959}" destId="{8468F0E4-0BF7-4E52-91ED-25733EDEEF63}" srcOrd="0" destOrd="0" presId="urn:microsoft.com/office/officeart/2005/8/layout/vList2"/>
    <dgm:cxn modelId="{4C77294C-0AAD-436E-BCA5-44C9A03FB5DB}" type="presOf" srcId="{CAED5DDB-D4F7-4DF7-AFBE-25F125B1D0A1}" destId="{1F499655-BE93-40C6-ABEF-DAE9DEB3E49D}" srcOrd="0" destOrd="0" presId="urn:microsoft.com/office/officeart/2005/8/layout/vList2"/>
    <dgm:cxn modelId="{12CF4F8E-5FCA-4BCC-9522-43C14A311872}" srcId="{CAED5DDB-D4F7-4DF7-AFBE-25F125B1D0A1}" destId="{D3C326B6-2979-4F92-A7D6-36B6728B9959}" srcOrd="0" destOrd="0" parTransId="{108879B5-4734-47C8-A677-9EDEAF22F77E}" sibTransId="{30E6F633-DAFA-42DC-A02D-5F324D4F56EA}"/>
    <dgm:cxn modelId="{E0861FDA-3627-4D0C-8F5E-BCEAB74AE2A3}" type="presOf" srcId="{5E21E5F7-5E61-46F7-9F5C-182B884ED8E7}" destId="{2E61D2D5-37B1-497E-BA86-EFA370E824AE}" srcOrd="0" destOrd="0" presId="urn:microsoft.com/office/officeart/2005/8/layout/vList2"/>
    <dgm:cxn modelId="{3A6CE6FD-9509-42B6-A042-063FF4D4DD9F}" srcId="{CAED5DDB-D4F7-4DF7-AFBE-25F125B1D0A1}" destId="{5E21E5F7-5E61-46F7-9F5C-182B884ED8E7}" srcOrd="1" destOrd="0" parTransId="{FAACEB2A-3CB3-4C01-ACC1-193415C4A46C}" sibTransId="{F98440AA-01D0-4C67-956D-A1FC43215708}"/>
    <dgm:cxn modelId="{DD07F2B2-C33C-4046-A215-EC82B9640BE9}" type="presParOf" srcId="{1F499655-BE93-40C6-ABEF-DAE9DEB3E49D}" destId="{8468F0E4-0BF7-4E52-91ED-25733EDEEF63}" srcOrd="0" destOrd="0" presId="urn:microsoft.com/office/officeart/2005/8/layout/vList2"/>
    <dgm:cxn modelId="{E3E6EC12-4982-45D4-AA5A-00885D5D7A4E}" type="presParOf" srcId="{1F499655-BE93-40C6-ABEF-DAE9DEB3E49D}" destId="{74B14ED3-BE54-4B6A-8151-8A202254F942}" srcOrd="1" destOrd="0" presId="urn:microsoft.com/office/officeart/2005/8/layout/vList2"/>
    <dgm:cxn modelId="{ADB51440-0792-4AB6-BE52-F8A91C1014B9}" type="presParOf" srcId="{1F499655-BE93-40C6-ABEF-DAE9DEB3E49D}" destId="{2E61D2D5-37B1-497E-BA86-EFA370E824AE}" srcOrd="2" destOrd="0" presId="urn:microsoft.com/office/officeart/2005/8/layout/vList2"/>
    <dgm:cxn modelId="{90E5F8C2-1128-4366-B9DE-462A3122046A}" type="presParOf" srcId="{1F499655-BE93-40C6-ABEF-DAE9DEB3E49D}" destId="{FB0EA26F-6040-427D-BB62-ECA12C61890E}" srcOrd="3" destOrd="0" presId="urn:microsoft.com/office/officeart/2005/8/layout/vList2"/>
    <dgm:cxn modelId="{F5F70418-7B23-4572-BEA9-50EE62585074}" type="presParOf" srcId="{1F499655-BE93-40C6-ABEF-DAE9DEB3E49D}" destId="{E725C536-B466-4423-B0FD-898E3351A42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44CF983-DBB0-4E9C-B639-F1DDF3375F9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643E567-E1B1-46EB-B4E8-12F7239368FC}">
      <dgm:prSet/>
      <dgm:spPr/>
      <dgm:t>
        <a:bodyPr/>
        <a:lstStyle/>
        <a:p>
          <a:r>
            <a:rPr lang="ru-RU" b="0" i="0"/>
            <a:t>розвиток базових галузей промисловості за рахунок ресурсів сільського господарства</a:t>
          </a:r>
          <a:endParaRPr lang="uk-UA"/>
        </a:p>
      </dgm:t>
    </dgm:pt>
    <dgm:pt modelId="{9362416D-131B-4425-B980-6D26B60600DB}" type="parTrans" cxnId="{A60E6A34-0DC4-4497-ADDD-E671966E1328}">
      <dgm:prSet/>
      <dgm:spPr/>
      <dgm:t>
        <a:bodyPr/>
        <a:lstStyle/>
        <a:p>
          <a:endParaRPr lang="uk-UA"/>
        </a:p>
      </dgm:t>
    </dgm:pt>
    <dgm:pt modelId="{B99B0FE4-5B98-4BEC-9D3A-97DA6F48D413}" type="sibTrans" cxnId="{A60E6A34-0DC4-4497-ADDD-E671966E1328}">
      <dgm:prSet/>
      <dgm:spPr/>
      <dgm:t>
        <a:bodyPr/>
        <a:lstStyle/>
        <a:p>
          <a:endParaRPr lang="uk-UA"/>
        </a:p>
      </dgm:t>
    </dgm:pt>
    <dgm:pt modelId="{C693184C-6A07-4E2C-9D75-EC7835C7F88B}">
      <dgm:prSet/>
      <dgm:spPr/>
      <dgm:t>
        <a:bodyPr/>
        <a:lstStyle/>
        <a:p>
          <a:r>
            <a:rPr lang="ru-RU" b="0" i="0" dirty="0" err="1"/>
            <a:t>співіснування</a:t>
          </a:r>
          <a:r>
            <a:rPr lang="ru-RU" b="0" i="0" dirty="0"/>
            <a:t> державного, кооперативного та приватного </a:t>
          </a:r>
          <a:r>
            <a:rPr lang="ru-RU" b="0" i="0" dirty="0" err="1"/>
            <a:t>секторів</a:t>
          </a:r>
          <a:r>
            <a:rPr lang="ru-RU" b="0" i="0" dirty="0"/>
            <a:t> народного </a:t>
          </a:r>
          <a:r>
            <a:rPr lang="ru-RU" b="0" i="0" dirty="0" err="1"/>
            <a:t>господарства</a:t>
          </a:r>
          <a:endParaRPr lang="uk-UA" dirty="0"/>
        </a:p>
      </dgm:t>
    </dgm:pt>
    <dgm:pt modelId="{AC714EB4-69BE-4495-B8FE-DD9C63D06812}" type="parTrans" cxnId="{AD907BB9-1BA9-4607-8007-D021D25EEF50}">
      <dgm:prSet/>
      <dgm:spPr/>
      <dgm:t>
        <a:bodyPr/>
        <a:lstStyle/>
        <a:p>
          <a:endParaRPr lang="uk-UA"/>
        </a:p>
      </dgm:t>
    </dgm:pt>
    <dgm:pt modelId="{4D5E5BDE-1992-4435-99DC-0EC4AE1F01CE}" type="sibTrans" cxnId="{AD907BB9-1BA9-4607-8007-D021D25EEF50}">
      <dgm:prSet/>
      <dgm:spPr/>
      <dgm:t>
        <a:bodyPr/>
        <a:lstStyle/>
        <a:p>
          <a:endParaRPr lang="uk-UA"/>
        </a:p>
      </dgm:t>
    </dgm:pt>
    <dgm:pt modelId="{1A5236F6-59F1-48BE-B212-7E607A9C9645}">
      <dgm:prSet/>
      <dgm:spPr/>
      <dgm:t>
        <a:bodyPr/>
        <a:lstStyle/>
        <a:p>
          <a:r>
            <a:rPr lang="ru-RU" b="0" i="0"/>
            <a:t>спрямування основних капіталовкладень у легку промисловість і соціальну сферу</a:t>
          </a:r>
          <a:endParaRPr lang="uk-UA"/>
        </a:p>
      </dgm:t>
    </dgm:pt>
    <dgm:pt modelId="{B10C867E-1A4C-4155-BF08-57422C704715}" type="parTrans" cxnId="{CC5B1DD6-7549-46FE-A733-6B491914B4F5}">
      <dgm:prSet/>
      <dgm:spPr/>
      <dgm:t>
        <a:bodyPr/>
        <a:lstStyle/>
        <a:p>
          <a:endParaRPr lang="uk-UA"/>
        </a:p>
      </dgm:t>
    </dgm:pt>
    <dgm:pt modelId="{5A60A298-C76F-4CF8-8835-B9EE8E9DECD2}" type="sibTrans" cxnId="{CC5B1DD6-7549-46FE-A733-6B491914B4F5}">
      <dgm:prSet/>
      <dgm:spPr/>
      <dgm:t>
        <a:bodyPr/>
        <a:lstStyle/>
        <a:p>
          <a:endParaRPr lang="uk-UA"/>
        </a:p>
      </dgm:t>
    </dgm:pt>
    <dgm:pt modelId="{D34FF47C-1AD4-4673-87EE-38986B1E0DA3}">
      <dgm:prSet/>
      <dgm:spPr/>
      <dgm:t>
        <a:bodyPr/>
        <a:lstStyle/>
        <a:p>
          <a:r>
            <a:rPr lang="ru-RU" b="0" i="0"/>
            <a:t>скорочення обсягів державних дотацій підприємствам воєнно-промислового комплексу</a:t>
          </a:r>
          <a:endParaRPr lang="uk-UA"/>
        </a:p>
      </dgm:t>
    </dgm:pt>
    <dgm:pt modelId="{4D28247D-51B1-4603-9B02-DBE20F3B3622}" type="parTrans" cxnId="{A64D96E6-5C60-4F3D-9B3C-E57051AF6E0A}">
      <dgm:prSet/>
      <dgm:spPr/>
      <dgm:t>
        <a:bodyPr/>
        <a:lstStyle/>
        <a:p>
          <a:endParaRPr lang="uk-UA"/>
        </a:p>
      </dgm:t>
    </dgm:pt>
    <dgm:pt modelId="{C3B09F9A-D772-4D4B-8F82-48D357AB78AC}" type="sibTrans" cxnId="{A64D96E6-5C60-4F3D-9B3C-E57051AF6E0A}">
      <dgm:prSet/>
      <dgm:spPr/>
      <dgm:t>
        <a:bodyPr/>
        <a:lstStyle/>
        <a:p>
          <a:endParaRPr lang="uk-UA"/>
        </a:p>
      </dgm:t>
    </dgm:pt>
    <dgm:pt modelId="{8E57EC7F-D65F-4306-BD65-60B6FA8A31E1}" type="pres">
      <dgm:prSet presAssocID="{E44CF983-DBB0-4E9C-B639-F1DDF3375F98}" presName="vert0" presStyleCnt="0">
        <dgm:presLayoutVars>
          <dgm:dir/>
          <dgm:animOne val="branch"/>
          <dgm:animLvl val="lvl"/>
        </dgm:presLayoutVars>
      </dgm:prSet>
      <dgm:spPr/>
    </dgm:pt>
    <dgm:pt modelId="{36C13F00-860D-40FC-8E9B-1211693F4CA9}" type="pres">
      <dgm:prSet presAssocID="{7643E567-E1B1-46EB-B4E8-12F7239368FC}" presName="thickLine" presStyleLbl="alignNode1" presStyleIdx="0" presStyleCnt="4"/>
      <dgm:spPr/>
    </dgm:pt>
    <dgm:pt modelId="{C0F1FC02-7109-4E9A-9A33-FE22E5BE6344}" type="pres">
      <dgm:prSet presAssocID="{7643E567-E1B1-46EB-B4E8-12F7239368FC}" presName="horz1" presStyleCnt="0"/>
      <dgm:spPr/>
    </dgm:pt>
    <dgm:pt modelId="{9596DD30-5823-451F-A680-2C49AB8637D6}" type="pres">
      <dgm:prSet presAssocID="{7643E567-E1B1-46EB-B4E8-12F7239368FC}" presName="tx1" presStyleLbl="revTx" presStyleIdx="0" presStyleCnt="4"/>
      <dgm:spPr/>
    </dgm:pt>
    <dgm:pt modelId="{9CA1DE4A-D8C7-4961-882C-AF41808C97BC}" type="pres">
      <dgm:prSet presAssocID="{7643E567-E1B1-46EB-B4E8-12F7239368FC}" presName="vert1" presStyleCnt="0"/>
      <dgm:spPr/>
    </dgm:pt>
    <dgm:pt modelId="{2BBA6768-30B0-4C63-B3F6-4F9616311236}" type="pres">
      <dgm:prSet presAssocID="{C693184C-6A07-4E2C-9D75-EC7835C7F88B}" presName="thickLine" presStyleLbl="alignNode1" presStyleIdx="1" presStyleCnt="4"/>
      <dgm:spPr/>
    </dgm:pt>
    <dgm:pt modelId="{5AB2A917-8044-4E57-B009-9539FE52798D}" type="pres">
      <dgm:prSet presAssocID="{C693184C-6A07-4E2C-9D75-EC7835C7F88B}" presName="horz1" presStyleCnt="0"/>
      <dgm:spPr/>
    </dgm:pt>
    <dgm:pt modelId="{BB1C0F96-B44E-449A-A6BD-B89F0BD0F818}" type="pres">
      <dgm:prSet presAssocID="{C693184C-6A07-4E2C-9D75-EC7835C7F88B}" presName="tx1" presStyleLbl="revTx" presStyleIdx="1" presStyleCnt="4"/>
      <dgm:spPr/>
    </dgm:pt>
    <dgm:pt modelId="{134760EF-48FE-476B-9575-454500DF3756}" type="pres">
      <dgm:prSet presAssocID="{C693184C-6A07-4E2C-9D75-EC7835C7F88B}" presName="vert1" presStyleCnt="0"/>
      <dgm:spPr/>
    </dgm:pt>
    <dgm:pt modelId="{5E635FC6-4CF5-470F-A38D-A547C2D8B500}" type="pres">
      <dgm:prSet presAssocID="{1A5236F6-59F1-48BE-B212-7E607A9C9645}" presName="thickLine" presStyleLbl="alignNode1" presStyleIdx="2" presStyleCnt="4"/>
      <dgm:spPr/>
    </dgm:pt>
    <dgm:pt modelId="{01435829-419A-4816-BCE0-E7F876E98BEC}" type="pres">
      <dgm:prSet presAssocID="{1A5236F6-59F1-48BE-B212-7E607A9C9645}" presName="horz1" presStyleCnt="0"/>
      <dgm:spPr/>
    </dgm:pt>
    <dgm:pt modelId="{DD4D7C10-BD22-45E5-9925-6EA5B548A3F6}" type="pres">
      <dgm:prSet presAssocID="{1A5236F6-59F1-48BE-B212-7E607A9C9645}" presName="tx1" presStyleLbl="revTx" presStyleIdx="2" presStyleCnt="4"/>
      <dgm:spPr/>
    </dgm:pt>
    <dgm:pt modelId="{0B92F64A-F786-4F0B-ADC7-89ECB381876C}" type="pres">
      <dgm:prSet presAssocID="{1A5236F6-59F1-48BE-B212-7E607A9C9645}" presName="vert1" presStyleCnt="0"/>
      <dgm:spPr/>
    </dgm:pt>
    <dgm:pt modelId="{4B1A6C87-4D0C-404B-9DA7-1A66D6606586}" type="pres">
      <dgm:prSet presAssocID="{D34FF47C-1AD4-4673-87EE-38986B1E0DA3}" presName="thickLine" presStyleLbl="alignNode1" presStyleIdx="3" presStyleCnt="4"/>
      <dgm:spPr/>
    </dgm:pt>
    <dgm:pt modelId="{D6454E8F-8A4F-47EC-A2A8-D133CD0160B7}" type="pres">
      <dgm:prSet presAssocID="{D34FF47C-1AD4-4673-87EE-38986B1E0DA3}" presName="horz1" presStyleCnt="0"/>
      <dgm:spPr/>
    </dgm:pt>
    <dgm:pt modelId="{4B410D8F-157A-477F-A013-852C1FAE0E68}" type="pres">
      <dgm:prSet presAssocID="{D34FF47C-1AD4-4673-87EE-38986B1E0DA3}" presName="tx1" presStyleLbl="revTx" presStyleIdx="3" presStyleCnt="4"/>
      <dgm:spPr/>
    </dgm:pt>
    <dgm:pt modelId="{77203857-3809-48C8-A1EF-E38F2D7E4BA4}" type="pres">
      <dgm:prSet presAssocID="{D34FF47C-1AD4-4673-87EE-38986B1E0DA3}" presName="vert1" presStyleCnt="0"/>
      <dgm:spPr/>
    </dgm:pt>
  </dgm:ptLst>
  <dgm:cxnLst>
    <dgm:cxn modelId="{A60E6A34-0DC4-4497-ADDD-E671966E1328}" srcId="{E44CF983-DBB0-4E9C-B639-F1DDF3375F98}" destId="{7643E567-E1B1-46EB-B4E8-12F7239368FC}" srcOrd="0" destOrd="0" parTransId="{9362416D-131B-4425-B980-6D26B60600DB}" sibTransId="{B99B0FE4-5B98-4BEC-9D3A-97DA6F48D413}"/>
    <dgm:cxn modelId="{30BB5C69-0442-4428-9E96-C2862124C96A}" type="presOf" srcId="{C693184C-6A07-4E2C-9D75-EC7835C7F88B}" destId="{BB1C0F96-B44E-449A-A6BD-B89F0BD0F818}" srcOrd="0" destOrd="0" presId="urn:microsoft.com/office/officeart/2008/layout/LinedList"/>
    <dgm:cxn modelId="{73D23980-1CB5-424E-AA5D-7BE754195E4A}" type="presOf" srcId="{7643E567-E1B1-46EB-B4E8-12F7239368FC}" destId="{9596DD30-5823-451F-A680-2C49AB8637D6}" srcOrd="0" destOrd="0" presId="urn:microsoft.com/office/officeart/2008/layout/LinedList"/>
    <dgm:cxn modelId="{D9F6628D-9DA1-463A-91F1-0E522DB6A3B0}" type="presOf" srcId="{1A5236F6-59F1-48BE-B212-7E607A9C9645}" destId="{DD4D7C10-BD22-45E5-9925-6EA5B548A3F6}" srcOrd="0" destOrd="0" presId="urn:microsoft.com/office/officeart/2008/layout/LinedList"/>
    <dgm:cxn modelId="{EF8BECA4-F51C-4892-9812-36AFC87638F0}" type="presOf" srcId="{E44CF983-DBB0-4E9C-B639-F1DDF3375F98}" destId="{8E57EC7F-D65F-4306-BD65-60B6FA8A31E1}" srcOrd="0" destOrd="0" presId="urn:microsoft.com/office/officeart/2008/layout/LinedList"/>
    <dgm:cxn modelId="{AD907BB9-1BA9-4607-8007-D021D25EEF50}" srcId="{E44CF983-DBB0-4E9C-B639-F1DDF3375F98}" destId="{C693184C-6A07-4E2C-9D75-EC7835C7F88B}" srcOrd="1" destOrd="0" parTransId="{AC714EB4-69BE-4495-B8FE-DD9C63D06812}" sibTransId="{4D5E5BDE-1992-4435-99DC-0EC4AE1F01CE}"/>
    <dgm:cxn modelId="{CC5B1DD6-7549-46FE-A733-6B491914B4F5}" srcId="{E44CF983-DBB0-4E9C-B639-F1DDF3375F98}" destId="{1A5236F6-59F1-48BE-B212-7E607A9C9645}" srcOrd="2" destOrd="0" parTransId="{B10C867E-1A4C-4155-BF08-57422C704715}" sibTransId="{5A60A298-C76F-4CF8-8835-B9EE8E9DECD2}"/>
    <dgm:cxn modelId="{A64D96E6-5C60-4F3D-9B3C-E57051AF6E0A}" srcId="{E44CF983-DBB0-4E9C-B639-F1DDF3375F98}" destId="{D34FF47C-1AD4-4673-87EE-38986B1E0DA3}" srcOrd="3" destOrd="0" parTransId="{4D28247D-51B1-4603-9B02-DBE20F3B3622}" sibTransId="{C3B09F9A-D772-4D4B-8F82-48D357AB78AC}"/>
    <dgm:cxn modelId="{750D87FF-E65E-4A35-AB33-24012C81422B}" type="presOf" srcId="{D34FF47C-1AD4-4673-87EE-38986B1E0DA3}" destId="{4B410D8F-157A-477F-A013-852C1FAE0E68}" srcOrd="0" destOrd="0" presId="urn:microsoft.com/office/officeart/2008/layout/LinedList"/>
    <dgm:cxn modelId="{43099616-FEAA-4E6B-8025-BAFF6D909591}" type="presParOf" srcId="{8E57EC7F-D65F-4306-BD65-60B6FA8A31E1}" destId="{36C13F00-860D-40FC-8E9B-1211693F4CA9}" srcOrd="0" destOrd="0" presId="urn:microsoft.com/office/officeart/2008/layout/LinedList"/>
    <dgm:cxn modelId="{65377D38-D123-4690-9F86-DF22CCC0D20F}" type="presParOf" srcId="{8E57EC7F-D65F-4306-BD65-60B6FA8A31E1}" destId="{C0F1FC02-7109-4E9A-9A33-FE22E5BE6344}" srcOrd="1" destOrd="0" presId="urn:microsoft.com/office/officeart/2008/layout/LinedList"/>
    <dgm:cxn modelId="{E9A20AE3-4D22-487B-90F6-D0B2FC170631}" type="presParOf" srcId="{C0F1FC02-7109-4E9A-9A33-FE22E5BE6344}" destId="{9596DD30-5823-451F-A680-2C49AB8637D6}" srcOrd="0" destOrd="0" presId="urn:microsoft.com/office/officeart/2008/layout/LinedList"/>
    <dgm:cxn modelId="{A3DBC691-79B8-4D52-B416-A0DADBE8337B}" type="presParOf" srcId="{C0F1FC02-7109-4E9A-9A33-FE22E5BE6344}" destId="{9CA1DE4A-D8C7-4961-882C-AF41808C97BC}" srcOrd="1" destOrd="0" presId="urn:microsoft.com/office/officeart/2008/layout/LinedList"/>
    <dgm:cxn modelId="{51846464-FE71-40A2-8DC3-27ECF957E126}" type="presParOf" srcId="{8E57EC7F-D65F-4306-BD65-60B6FA8A31E1}" destId="{2BBA6768-30B0-4C63-B3F6-4F9616311236}" srcOrd="2" destOrd="0" presId="urn:microsoft.com/office/officeart/2008/layout/LinedList"/>
    <dgm:cxn modelId="{FD33B5DC-F729-4479-9864-B599B08BA1B6}" type="presParOf" srcId="{8E57EC7F-D65F-4306-BD65-60B6FA8A31E1}" destId="{5AB2A917-8044-4E57-B009-9539FE52798D}" srcOrd="3" destOrd="0" presId="urn:microsoft.com/office/officeart/2008/layout/LinedList"/>
    <dgm:cxn modelId="{F2239837-23DD-4244-9F0E-54357E770159}" type="presParOf" srcId="{5AB2A917-8044-4E57-B009-9539FE52798D}" destId="{BB1C0F96-B44E-449A-A6BD-B89F0BD0F818}" srcOrd="0" destOrd="0" presId="urn:microsoft.com/office/officeart/2008/layout/LinedList"/>
    <dgm:cxn modelId="{C82AE7B7-4CB6-4DC2-B67E-1D423514D02E}" type="presParOf" srcId="{5AB2A917-8044-4E57-B009-9539FE52798D}" destId="{134760EF-48FE-476B-9575-454500DF3756}" srcOrd="1" destOrd="0" presId="urn:microsoft.com/office/officeart/2008/layout/LinedList"/>
    <dgm:cxn modelId="{AB609955-0955-4C64-AEA2-212792F90464}" type="presParOf" srcId="{8E57EC7F-D65F-4306-BD65-60B6FA8A31E1}" destId="{5E635FC6-4CF5-470F-A38D-A547C2D8B500}" srcOrd="4" destOrd="0" presId="urn:microsoft.com/office/officeart/2008/layout/LinedList"/>
    <dgm:cxn modelId="{E92B3A6A-4F08-4E01-8DCC-C53D733F6235}" type="presParOf" srcId="{8E57EC7F-D65F-4306-BD65-60B6FA8A31E1}" destId="{01435829-419A-4816-BCE0-E7F876E98BEC}" srcOrd="5" destOrd="0" presId="urn:microsoft.com/office/officeart/2008/layout/LinedList"/>
    <dgm:cxn modelId="{A4780614-6868-4BC5-A440-4A6FFB42B111}" type="presParOf" srcId="{01435829-419A-4816-BCE0-E7F876E98BEC}" destId="{DD4D7C10-BD22-45E5-9925-6EA5B548A3F6}" srcOrd="0" destOrd="0" presId="urn:microsoft.com/office/officeart/2008/layout/LinedList"/>
    <dgm:cxn modelId="{25D45D1E-F642-4FE3-9CC0-B5793EC33DAB}" type="presParOf" srcId="{01435829-419A-4816-BCE0-E7F876E98BEC}" destId="{0B92F64A-F786-4F0B-ADC7-89ECB381876C}" srcOrd="1" destOrd="0" presId="urn:microsoft.com/office/officeart/2008/layout/LinedList"/>
    <dgm:cxn modelId="{BF7A4116-B178-48FB-BF51-A784D7AC1151}" type="presParOf" srcId="{8E57EC7F-D65F-4306-BD65-60B6FA8A31E1}" destId="{4B1A6C87-4D0C-404B-9DA7-1A66D6606586}" srcOrd="6" destOrd="0" presId="urn:microsoft.com/office/officeart/2008/layout/LinedList"/>
    <dgm:cxn modelId="{FD1D4FA9-0C64-40E0-AAAC-78FA1A401797}" type="presParOf" srcId="{8E57EC7F-D65F-4306-BD65-60B6FA8A31E1}" destId="{D6454E8F-8A4F-47EC-A2A8-D133CD0160B7}" srcOrd="7" destOrd="0" presId="urn:microsoft.com/office/officeart/2008/layout/LinedList"/>
    <dgm:cxn modelId="{8C4780D6-FCF4-4080-BFBB-34246F43E04C}" type="presParOf" srcId="{D6454E8F-8A4F-47EC-A2A8-D133CD0160B7}" destId="{4B410D8F-157A-477F-A013-852C1FAE0E68}" srcOrd="0" destOrd="0" presId="urn:microsoft.com/office/officeart/2008/layout/LinedList"/>
    <dgm:cxn modelId="{979ABA0D-0264-4B49-834E-951590EA63C8}" type="presParOf" srcId="{D6454E8F-8A4F-47EC-A2A8-D133CD0160B7}" destId="{77203857-3809-48C8-A1EF-E38F2D7E4BA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5A12179-8217-4EEC-AEA9-891C292853E4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2B15E87-EC52-4F31-9E21-5B91EC1A2617}">
      <dgm:prSet/>
      <dgm:spPr/>
      <dgm:t>
        <a:bodyPr/>
        <a:lstStyle/>
        <a:p>
          <a:r>
            <a:rPr lang="uk-UA" b="0" i="0"/>
            <a:t>широкомасштабне залучення висококваліфікованих європейських спеціалістів</a:t>
          </a:r>
          <a:endParaRPr lang="uk-UA"/>
        </a:p>
      </dgm:t>
    </dgm:pt>
    <dgm:pt modelId="{F81EE57F-3F3F-495D-8316-2104DFC1A9A0}" type="parTrans" cxnId="{9499E0B2-9558-4C47-B196-009FC118FAB4}">
      <dgm:prSet/>
      <dgm:spPr/>
      <dgm:t>
        <a:bodyPr/>
        <a:lstStyle/>
        <a:p>
          <a:endParaRPr lang="uk-UA"/>
        </a:p>
      </dgm:t>
    </dgm:pt>
    <dgm:pt modelId="{EB89089B-F4CA-4469-BA86-6257CC3D2B21}" type="sibTrans" cxnId="{9499E0B2-9558-4C47-B196-009FC118FAB4}">
      <dgm:prSet/>
      <dgm:spPr/>
      <dgm:t>
        <a:bodyPr/>
        <a:lstStyle/>
        <a:p>
          <a:endParaRPr lang="uk-UA"/>
        </a:p>
      </dgm:t>
    </dgm:pt>
    <dgm:pt modelId="{7198C675-7625-4F63-9CF7-CB3955A2A92B}">
      <dgm:prSet/>
      <dgm:spPr/>
      <dgm:t>
        <a:bodyPr/>
        <a:lstStyle/>
        <a:p>
          <a:r>
            <a:rPr lang="uk-UA" b="0" i="0"/>
            <a:t>першочергова відбудова галузей важкої промисловості, транспорту, енергетики</a:t>
          </a:r>
          <a:endParaRPr lang="uk-UA"/>
        </a:p>
      </dgm:t>
    </dgm:pt>
    <dgm:pt modelId="{B931F48C-57B1-4879-A871-7E1C1A3A1D01}" type="parTrans" cxnId="{3FF6C1F9-3116-4BC8-9D70-A1F66B656CAA}">
      <dgm:prSet/>
      <dgm:spPr/>
      <dgm:t>
        <a:bodyPr/>
        <a:lstStyle/>
        <a:p>
          <a:endParaRPr lang="uk-UA"/>
        </a:p>
      </dgm:t>
    </dgm:pt>
    <dgm:pt modelId="{F32CAA87-D7AE-4C37-B69B-F33D19FEB59B}" type="sibTrans" cxnId="{3FF6C1F9-3116-4BC8-9D70-A1F66B656CAA}">
      <dgm:prSet/>
      <dgm:spPr/>
      <dgm:t>
        <a:bodyPr/>
        <a:lstStyle/>
        <a:p>
          <a:endParaRPr lang="uk-UA"/>
        </a:p>
      </dgm:t>
    </dgm:pt>
    <dgm:pt modelId="{49D0B169-06D5-4DA0-B14A-CF722CFC41FF}">
      <dgm:prSet/>
      <dgm:spPr/>
      <dgm:t>
        <a:bodyPr/>
        <a:lstStyle/>
        <a:p>
          <a:r>
            <a:rPr lang="uk-UA" b="0" i="0"/>
            <a:t>використання західної фінансової та технічної допомоги за «планом Маршалла»</a:t>
          </a:r>
          <a:endParaRPr lang="uk-UA"/>
        </a:p>
      </dgm:t>
    </dgm:pt>
    <dgm:pt modelId="{6629FFBE-F6B5-4097-A7EE-022FB65F4D9E}" type="parTrans" cxnId="{35DFA513-FBBA-4611-AF16-93DB16990E7C}">
      <dgm:prSet/>
      <dgm:spPr/>
      <dgm:t>
        <a:bodyPr/>
        <a:lstStyle/>
        <a:p>
          <a:endParaRPr lang="uk-UA"/>
        </a:p>
      </dgm:t>
    </dgm:pt>
    <dgm:pt modelId="{90DA18E7-A8F5-4334-8B39-8B39775D00F9}" type="sibTrans" cxnId="{35DFA513-FBBA-4611-AF16-93DB16990E7C}">
      <dgm:prSet/>
      <dgm:spPr/>
      <dgm:t>
        <a:bodyPr/>
        <a:lstStyle/>
        <a:p>
          <a:endParaRPr lang="uk-UA"/>
        </a:p>
      </dgm:t>
    </dgm:pt>
    <dgm:pt modelId="{F22E9BB6-2410-4DB3-954C-4A616AF5F360}">
      <dgm:prSet/>
      <dgm:spPr/>
      <dgm:t>
        <a:bodyPr/>
        <a:lstStyle/>
        <a:p>
          <a:r>
            <a:rPr lang="uk-UA" b="0" i="0"/>
            <a:t>спрямування основних капіталовкладень у сільське господарство, соціальну сферу</a:t>
          </a:r>
          <a:endParaRPr lang="uk-UA"/>
        </a:p>
      </dgm:t>
    </dgm:pt>
    <dgm:pt modelId="{1C66DD98-6FC3-4DED-9D19-545C8CECF2C7}" type="parTrans" cxnId="{13EE2E1B-47A7-42E7-A8D1-EADDC71F2275}">
      <dgm:prSet/>
      <dgm:spPr/>
      <dgm:t>
        <a:bodyPr/>
        <a:lstStyle/>
        <a:p>
          <a:endParaRPr lang="uk-UA"/>
        </a:p>
      </dgm:t>
    </dgm:pt>
    <dgm:pt modelId="{9D919008-40B8-4A00-94E4-0AD277CC8F79}" type="sibTrans" cxnId="{13EE2E1B-47A7-42E7-A8D1-EADDC71F2275}">
      <dgm:prSet/>
      <dgm:spPr/>
      <dgm:t>
        <a:bodyPr/>
        <a:lstStyle/>
        <a:p>
          <a:endParaRPr lang="uk-UA"/>
        </a:p>
      </dgm:t>
    </dgm:pt>
    <dgm:pt modelId="{B36BDE1D-439C-44D3-8395-B8E1E7BC58E2}" type="pres">
      <dgm:prSet presAssocID="{E5A12179-8217-4EEC-AEA9-891C292853E4}" presName="vert0" presStyleCnt="0">
        <dgm:presLayoutVars>
          <dgm:dir/>
          <dgm:animOne val="branch"/>
          <dgm:animLvl val="lvl"/>
        </dgm:presLayoutVars>
      </dgm:prSet>
      <dgm:spPr/>
    </dgm:pt>
    <dgm:pt modelId="{18F0FA93-634F-4D8C-A415-930AE98AB66B}" type="pres">
      <dgm:prSet presAssocID="{E2B15E87-EC52-4F31-9E21-5B91EC1A2617}" presName="thickLine" presStyleLbl="alignNode1" presStyleIdx="0" presStyleCnt="4"/>
      <dgm:spPr/>
    </dgm:pt>
    <dgm:pt modelId="{900631E2-FBF1-457B-A668-A016FC579A8F}" type="pres">
      <dgm:prSet presAssocID="{E2B15E87-EC52-4F31-9E21-5B91EC1A2617}" presName="horz1" presStyleCnt="0"/>
      <dgm:spPr/>
    </dgm:pt>
    <dgm:pt modelId="{E411CCAB-EC1A-426F-9C13-5392A73903F0}" type="pres">
      <dgm:prSet presAssocID="{E2B15E87-EC52-4F31-9E21-5B91EC1A2617}" presName="tx1" presStyleLbl="revTx" presStyleIdx="0" presStyleCnt="4"/>
      <dgm:spPr/>
    </dgm:pt>
    <dgm:pt modelId="{6640DEAA-DEA3-46AA-A296-B9777818220E}" type="pres">
      <dgm:prSet presAssocID="{E2B15E87-EC52-4F31-9E21-5B91EC1A2617}" presName="vert1" presStyleCnt="0"/>
      <dgm:spPr/>
    </dgm:pt>
    <dgm:pt modelId="{1FAF4ECE-05DD-4043-83DF-BD5EDA66DE22}" type="pres">
      <dgm:prSet presAssocID="{7198C675-7625-4F63-9CF7-CB3955A2A92B}" presName="thickLine" presStyleLbl="alignNode1" presStyleIdx="1" presStyleCnt="4"/>
      <dgm:spPr/>
    </dgm:pt>
    <dgm:pt modelId="{94409397-1865-4FC2-B2EA-36BA961D8C7A}" type="pres">
      <dgm:prSet presAssocID="{7198C675-7625-4F63-9CF7-CB3955A2A92B}" presName="horz1" presStyleCnt="0"/>
      <dgm:spPr/>
    </dgm:pt>
    <dgm:pt modelId="{FB314060-7FF9-438F-8FD6-28EFC5E7DCE3}" type="pres">
      <dgm:prSet presAssocID="{7198C675-7625-4F63-9CF7-CB3955A2A92B}" presName="tx1" presStyleLbl="revTx" presStyleIdx="1" presStyleCnt="4"/>
      <dgm:spPr/>
    </dgm:pt>
    <dgm:pt modelId="{7DC92FE0-64FA-4C95-9E8F-EBE2B5EB43E6}" type="pres">
      <dgm:prSet presAssocID="{7198C675-7625-4F63-9CF7-CB3955A2A92B}" presName="vert1" presStyleCnt="0"/>
      <dgm:spPr/>
    </dgm:pt>
    <dgm:pt modelId="{93D1CB3A-6C52-44C5-A61C-3010D43071F3}" type="pres">
      <dgm:prSet presAssocID="{49D0B169-06D5-4DA0-B14A-CF722CFC41FF}" presName="thickLine" presStyleLbl="alignNode1" presStyleIdx="2" presStyleCnt="4"/>
      <dgm:spPr/>
    </dgm:pt>
    <dgm:pt modelId="{2855FB17-4E7D-40B6-8B0E-969FADB54C94}" type="pres">
      <dgm:prSet presAssocID="{49D0B169-06D5-4DA0-B14A-CF722CFC41FF}" presName="horz1" presStyleCnt="0"/>
      <dgm:spPr/>
    </dgm:pt>
    <dgm:pt modelId="{84369CF0-A319-4FC8-805A-994C652FB721}" type="pres">
      <dgm:prSet presAssocID="{49D0B169-06D5-4DA0-B14A-CF722CFC41FF}" presName="tx1" presStyleLbl="revTx" presStyleIdx="2" presStyleCnt="4"/>
      <dgm:spPr/>
    </dgm:pt>
    <dgm:pt modelId="{2D1879BA-626C-4A5B-9D0E-D179B9C5C604}" type="pres">
      <dgm:prSet presAssocID="{49D0B169-06D5-4DA0-B14A-CF722CFC41FF}" presName="vert1" presStyleCnt="0"/>
      <dgm:spPr/>
    </dgm:pt>
    <dgm:pt modelId="{7079BF67-859F-453C-A597-FAC9DA9DBEFC}" type="pres">
      <dgm:prSet presAssocID="{F22E9BB6-2410-4DB3-954C-4A616AF5F360}" presName="thickLine" presStyleLbl="alignNode1" presStyleIdx="3" presStyleCnt="4"/>
      <dgm:spPr/>
    </dgm:pt>
    <dgm:pt modelId="{F343E7EB-FAC4-4DBB-B0B6-B78A59399B53}" type="pres">
      <dgm:prSet presAssocID="{F22E9BB6-2410-4DB3-954C-4A616AF5F360}" presName="horz1" presStyleCnt="0"/>
      <dgm:spPr/>
    </dgm:pt>
    <dgm:pt modelId="{F9BBEABE-FB34-4A34-A25C-C99072D652F3}" type="pres">
      <dgm:prSet presAssocID="{F22E9BB6-2410-4DB3-954C-4A616AF5F360}" presName="tx1" presStyleLbl="revTx" presStyleIdx="3" presStyleCnt="4"/>
      <dgm:spPr/>
    </dgm:pt>
    <dgm:pt modelId="{1B4B8AE2-5F02-45B3-A623-704644712F22}" type="pres">
      <dgm:prSet presAssocID="{F22E9BB6-2410-4DB3-954C-4A616AF5F360}" presName="vert1" presStyleCnt="0"/>
      <dgm:spPr/>
    </dgm:pt>
  </dgm:ptLst>
  <dgm:cxnLst>
    <dgm:cxn modelId="{35DFA513-FBBA-4611-AF16-93DB16990E7C}" srcId="{E5A12179-8217-4EEC-AEA9-891C292853E4}" destId="{49D0B169-06D5-4DA0-B14A-CF722CFC41FF}" srcOrd="2" destOrd="0" parTransId="{6629FFBE-F6B5-4097-A7EE-022FB65F4D9E}" sibTransId="{90DA18E7-A8F5-4334-8B39-8B39775D00F9}"/>
    <dgm:cxn modelId="{13EE2E1B-47A7-42E7-A8D1-EADDC71F2275}" srcId="{E5A12179-8217-4EEC-AEA9-891C292853E4}" destId="{F22E9BB6-2410-4DB3-954C-4A616AF5F360}" srcOrd="3" destOrd="0" parTransId="{1C66DD98-6FC3-4DED-9D19-545C8CECF2C7}" sibTransId="{9D919008-40B8-4A00-94E4-0AD277CC8F79}"/>
    <dgm:cxn modelId="{F86A2B1C-B2E6-4D80-AE5E-8DFF5DFD4713}" type="presOf" srcId="{E5A12179-8217-4EEC-AEA9-891C292853E4}" destId="{B36BDE1D-439C-44D3-8395-B8E1E7BC58E2}" srcOrd="0" destOrd="0" presId="urn:microsoft.com/office/officeart/2008/layout/LinedList"/>
    <dgm:cxn modelId="{DDDA4939-C1E2-4265-9C88-02C81058417C}" type="presOf" srcId="{F22E9BB6-2410-4DB3-954C-4A616AF5F360}" destId="{F9BBEABE-FB34-4A34-A25C-C99072D652F3}" srcOrd="0" destOrd="0" presId="urn:microsoft.com/office/officeart/2008/layout/LinedList"/>
    <dgm:cxn modelId="{7A568F62-2F0D-4BAE-98E4-C976C7F999AB}" type="presOf" srcId="{49D0B169-06D5-4DA0-B14A-CF722CFC41FF}" destId="{84369CF0-A319-4FC8-805A-994C652FB721}" srcOrd="0" destOrd="0" presId="urn:microsoft.com/office/officeart/2008/layout/LinedList"/>
    <dgm:cxn modelId="{01C4EBA3-2962-4BC0-9E5E-6E517B9363D2}" type="presOf" srcId="{7198C675-7625-4F63-9CF7-CB3955A2A92B}" destId="{FB314060-7FF9-438F-8FD6-28EFC5E7DCE3}" srcOrd="0" destOrd="0" presId="urn:microsoft.com/office/officeart/2008/layout/LinedList"/>
    <dgm:cxn modelId="{9499E0B2-9558-4C47-B196-009FC118FAB4}" srcId="{E5A12179-8217-4EEC-AEA9-891C292853E4}" destId="{E2B15E87-EC52-4F31-9E21-5B91EC1A2617}" srcOrd="0" destOrd="0" parTransId="{F81EE57F-3F3F-495D-8316-2104DFC1A9A0}" sibTransId="{EB89089B-F4CA-4469-BA86-6257CC3D2B21}"/>
    <dgm:cxn modelId="{F5E298DC-D022-4417-B69A-D4B3D6014CDF}" type="presOf" srcId="{E2B15E87-EC52-4F31-9E21-5B91EC1A2617}" destId="{E411CCAB-EC1A-426F-9C13-5392A73903F0}" srcOrd="0" destOrd="0" presId="urn:microsoft.com/office/officeart/2008/layout/LinedList"/>
    <dgm:cxn modelId="{3FF6C1F9-3116-4BC8-9D70-A1F66B656CAA}" srcId="{E5A12179-8217-4EEC-AEA9-891C292853E4}" destId="{7198C675-7625-4F63-9CF7-CB3955A2A92B}" srcOrd="1" destOrd="0" parTransId="{B931F48C-57B1-4879-A871-7E1C1A3A1D01}" sibTransId="{F32CAA87-D7AE-4C37-B69B-F33D19FEB59B}"/>
    <dgm:cxn modelId="{95D745EF-A720-4278-B5A2-EA328607BAE9}" type="presParOf" srcId="{B36BDE1D-439C-44D3-8395-B8E1E7BC58E2}" destId="{18F0FA93-634F-4D8C-A415-930AE98AB66B}" srcOrd="0" destOrd="0" presId="urn:microsoft.com/office/officeart/2008/layout/LinedList"/>
    <dgm:cxn modelId="{990F0C07-FAE8-4B50-B546-8DDF80EA4926}" type="presParOf" srcId="{B36BDE1D-439C-44D3-8395-B8E1E7BC58E2}" destId="{900631E2-FBF1-457B-A668-A016FC579A8F}" srcOrd="1" destOrd="0" presId="urn:microsoft.com/office/officeart/2008/layout/LinedList"/>
    <dgm:cxn modelId="{3588829F-2715-4E36-A117-5674A4DCEC66}" type="presParOf" srcId="{900631E2-FBF1-457B-A668-A016FC579A8F}" destId="{E411CCAB-EC1A-426F-9C13-5392A73903F0}" srcOrd="0" destOrd="0" presId="urn:microsoft.com/office/officeart/2008/layout/LinedList"/>
    <dgm:cxn modelId="{5BB4BCD2-8563-479C-A93D-0EBE3B7F7D76}" type="presParOf" srcId="{900631E2-FBF1-457B-A668-A016FC579A8F}" destId="{6640DEAA-DEA3-46AA-A296-B9777818220E}" srcOrd="1" destOrd="0" presId="urn:microsoft.com/office/officeart/2008/layout/LinedList"/>
    <dgm:cxn modelId="{BD8BC414-EA85-4C30-81A2-2F61CDED2149}" type="presParOf" srcId="{B36BDE1D-439C-44D3-8395-B8E1E7BC58E2}" destId="{1FAF4ECE-05DD-4043-83DF-BD5EDA66DE22}" srcOrd="2" destOrd="0" presId="urn:microsoft.com/office/officeart/2008/layout/LinedList"/>
    <dgm:cxn modelId="{1D4DD901-BEC7-4192-8B23-3BCF336F9D8F}" type="presParOf" srcId="{B36BDE1D-439C-44D3-8395-B8E1E7BC58E2}" destId="{94409397-1865-4FC2-B2EA-36BA961D8C7A}" srcOrd="3" destOrd="0" presId="urn:microsoft.com/office/officeart/2008/layout/LinedList"/>
    <dgm:cxn modelId="{6DF817C6-AC5D-4A01-B20F-A709DC734546}" type="presParOf" srcId="{94409397-1865-4FC2-B2EA-36BA961D8C7A}" destId="{FB314060-7FF9-438F-8FD6-28EFC5E7DCE3}" srcOrd="0" destOrd="0" presId="urn:microsoft.com/office/officeart/2008/layout/LinedList"/>
    <dgm:cxn modelId="{24D76B58-02BE-4E84-BA67-EED3C45F8D26}" type="presParOf" srcId="{94409397-1865-4FC2-B2EA-36BA961D8C7A}" destId="{7DC92FE0-64FA-4C95-9E8F-EBE2B5EB43E6}" srcOrd="1" destOrd="0" presId="urn:microsoft.com/office/officeart/2008/layout/LinedList"/>
    <dgm:cxn modelId="{E01417AF-DB52-4ADD-8ABE-0D777FED34D3}" type="presParOf" srcId="{B36BDE1D-439C-44D3-8395-B8E1E7BC58E2}" destId="{93D1CB3A-6C52-44C5-A61C-3010D43071F3}" srcOrd="4" destOrd="0" presId="urn:microsoft.com/office/officeart/2008/layout/LinedList"/>
    <dgm:cxn modelId="{95F57AE4-E85A-4885-97D4-1E27140F30FF}" type="presParOf" srcId="{B36BDE1D-439C-44D3-8395-B8E1E7BC58E2}" destId="{2855FB17-4E7D-40B6-8B0E-969FADB54C94}" srcOrd="5" destOrd="0" presId="urn:microsoft.com/office/officeart/2008/layout/LinedList"/>
    <dgm:cxn modelId="{8466EB09-B3AD-4571-B74B-EC88A41178F0}" type="presParOf" srcId="{2855FB17-4E7D-40B6-8B0E-969FADB54C94}" destId="{84369CF0-A319-4FC8-805A-994C652FB721}" srcOrd="0" destOrd="0" presId="urn:microsoft.com/office/officeart/2008/layout/LinedList"/>
    <dgm:cxn modelId="{9B73FD29-FDDE-4831-9FB7-360AAABCB1EB}" type="presParOf" srcId="{2855FB17-4E7D-40B6-8B0E-969FADB54C94}" destId="{2D1879BA-626C-4A5B-9D0E-D179B9C5C604}" srcOrd="1" destOrd="0" presId="urn:microsoft.com/office/officeart/2008/layout/LinedList"/>
    <dgm:cxn modelId="{1C6361FE-3F89-41FC-AA3E-9B02298B3DBC}" type="presParOf" srcId="{B36BDE1D-439C-44D3-8395-B8E1E7BC58E2}" destId="{7079BF67-859F-453C-A597-FAC9DA9DBEFC}" srcOrd="6" destOrd="0" presId="urn:microsoft.com/office/officeart/2008/layout/LinedList"/>
    <dgm:cxn modelId="{0E56292D-15E2-462D-85C8-713310708343}" type="presParOf" srcId="{B36BDE1D-439C-44D3-8395-B8E1E7BC58E2}" destId="{F343E7EB-FAC4-4DBB-B0B6-B78A59399B53}" srcOrd="7" destOrd="0" presId="urn:microsoft.com/office/officeart/2008/layout/LinedList"/>
    <dgm:cxn modelId="{270D2C25-A97E-4727-9B12-8E4209CF92C2}" type="presParOf" srcId="{F343E7EB-FAC4-4DBB-B0B6-B78A59399B53}" destId="{F9BBEABE-FB34-4A34-A25C-C99072D652F3}" srcOrd="0" destOrd="0" presId="urn:microsoft.com/office/officeart/2008/layout/LinedList"/>
    <dgm:cxn modelId="{19075D2F-51D9-49C5-A88B-358A7FE05984}" type="presParOf" srcId="{F343E7EB-FAC4-4DBB-B0B6-B78A59399B53}" destId="{1B4B8AE2-5F02-45B3-A623-704644712F2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2F6F80A-4129-46B9-AFDA-DE1FC34DEA4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0DA6027-68ED-48F6-B13C-69F19F8A280D}">
      <dgm:prSet/>
      <dgm:spPr/>
      <dgm:t>
        <a:bodyPr/>
        <a:lstStyle/>
        <a:p>
          <a:r>
            <a:rPr lang="uk-UA" b="0" i="0"/>
            <a:t>Надання переваги розвитку галузям промисловості групи «Б».</a:t>
          </a:r>
          <a:endParaRPr lang="uk-UA"/>
        </a:p>
      </dgm:t>
    </dgm:pt>
    <dgm:pt modelId="{000AD705-725E-4A44-B445-9ACF30F1BD9D}" type="parTrans" cxnId="{401C37CC-0C21-4E7C-8AF4-D240613DCBED}">
      <dgm:prSet/>
      <dgm:spPr/>
      <dgm:t>
        <a:bodyPr/>
        <a:lstStyle/>
        <a:p>
          <a:endParaRPr lang="uk-UA"/>
        </a:p>
      </dgm:t>
    </dgm:pt>
    <dgm:pt modelId="{5C290A01-BE5F-45C7-BA55-A3011613BB4B}" type="sibTrans" cxnId="{401C37CC-0C21-4E7C-8AF4-D240613DCBED}">
      <dgm:prSet/>
      <dgm:spPr/>
      <dgm:t>
        <a:bodyPr/>
        <a:lstStyle/>
        <a:p>
          <a:endParaRPr lang="uk-UA"/>
        </a:p>
      </dgm:t>
    </dgm:pt>
    <dgm:pt modelId="{5B190580-6310-4469-BCEF-994C753A370F}">
      <dgm:prSet/>
      <dgm:spPr/>
      <dgm:t>
        <a:bodyPr/>
        <a:lstStyle/>
        <a:p>
          <a:r>
            <a:rPr lang="uk-UA" b="0" i="0"/>
            <a:t>Висока врожайність зернових культур за останні двадцять років.</a:t>
          </a:r>
          <a:endParaRPr lang="uk-UA"/>
        </a:p>
      </dgm:t>
    </dgm:pt>
    <dgm:pt modelId="{AC319FC3-694E-4E62-A65F-AF00B7FD7467}" type="parTrans" cxnId="{1D0E46DF-588C-48AE-B431-606291BFEA26}">
      <dgm:prSet/>
      <dgm:spPr/>
      <dgm:t>
        <a:bodyPr/>
        <a:lstStyle/>
        <a:p>
          <a:endParaRPr lang="uk-UA"/>
        </a:p>
      </dgm:t>
    </dgm:pt>
    <dgm:pt modelId="{FB4812C4-144E-4D4F-B4F6-8E004F36F327}" type="sibTrans" cxnId="{1D0E46DF-588C-48AE-B431-606291BFEA26}">
      <dgm:prSet/>
      <dgm:spPr/>
      <dgm:t>
        <a:bodyPr/>
        <a:lstStyle/>
        <a:p>
          <a:endParaRPr lang="uk-UA"/>
        </a:p>
      </dgm:t>
    </dgm:pt>
    <dgm:pt modelId="{31929861-AABD-4CE3-A2BF-710969C29113}">
      <dgm:prSet/>
      <dgm:spPr/>
      <dgm:t>
        <a:bodyPr/>
        <a:lstStyle/>
        <a:p>
          <a:r>
            <a:rPr lang="uk-UA" b="0" i="0"/>
            <a:t>Здійснювалася на основі чіткого виконання п’ятирічного плану.</a:t>
          </a:r>
          <a:endParaRPr lang="uk-UA"/>
        </a:p>
      </dgm:t>
    </dgm:pt>
    <dgm:pt modelId="{EFB8A620-9549-46EA-B803-DF60309BFF26}" type="parTrans" cxnId="{0B046C39-50F6-496B-841B-0E8A29A1A92B}">
      <dgm:prSet/>
      <dgm:spPr/>
      <dgm:t>
        <a:bodyPr/>
        <a:lstStyle/>
        <a:p>
          <a:endParaRPr lang="uk-UA"/>
        </a:p>
      </dgm:t>
    </dgm:pt>
    <dgm:pt modelId="{F642D08E-D80C-4F0D-BB8C-26B2526EE88D}" type="sibTrans" cxnId="{0B046C39-50F6-496B-841B-0E8A29A1A92B}">
      <dgm:prSet/>
      <dgm:spPr/>
      <dgm:t>
        <a:bodyPr/>
        <a:lstStyle/>
        <a:p>
          <a:endParaRPr lang="uk-UA"/>
        </a:p>
      </dgm:t>
    </dgm:pt>
    <dgm:pt modelId="{03521225-03D7-41D9-AFAF-05CAF6D8CA11}">
      <dgm:prSet/>
      <dgm:spPr/>
      <dgm:t>
        <a:bodyPr/>
        <a:lstStyle/>
        <a:p>
          <a:r>
            <a:rPr lang="uk-UA" b="0" i="0"/>
            <a:t>Отримання фінансової допомоги за «планом Маршалла».</a:t>
          </a:r>
          <a:endParaRPr lang="uk-UA"/>
        </a:p>
      </dgm:t>
    </dgm:pt>
    <dgm:pt modelId="{CFD3156B-EC44-4BA8-B61B-459346472FA0}" type="parTrans" cxnId="{C78544C2-7797-49F6-A709-3B10C7CEA8B7}">
      <dgm:prSet/>
      <dgm:spPr/>
      <dgm:t>
        <a:bodyPr/>
        <a:lstStyle/>
        <a:p>
          <a:endParaRPr lang="uk-UA"/>
        </a:p>
      </dgm:t>
    </dgm:pt>
    <dgm:pt modelId="{90ABEED0-6FAF-4651-B695-3C1B8B6C2E16}" type="sibTrans" cxnId="{C78544C2-7797-49F6-A709-3B10C7CEA8B7}">
      <dgm:prSet/>
      <dgm:spPr/>
      <dgm:t>
        <a:bodyPr/>
        <a:lstStyle/>
        <a:p>
          <a:endParaRPr lang="uk-UA"/>
        </a:p>
      </dgm:t>
    </dgm:pt>
    <dgm:pt modelId="{BA5982C4-91CD-492D-90AF-DF036AA073C7}" type="pres">
      <dgm:prSet presAssocID="{E2F6F80A-4129-46B9-AFDA-DE1FC34DEA43}" presName="linear" presStyleCnt="0">
        <dgm:presLayoutVars>
          <dgm:animLvl val="lvl"/>
          <dgm:resizeHandles val="exact"/>
        </dgm:presLayoutVars>
      </dgm:prSet>
      <dgm:spPr/>
    </dgm:pt>
    <dgm:pt modelId="{826A8649-0843-4516-9681-241905255581}" type="pres">
      <dgm:prSet presAssocID="{90DA6027-68ED-48F6-B13C-69F19F8A280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7CE84A9-AB4F-400F-BA52-8240F2284D89}" type="pres">
      <dgm:prSet presAssocID="{5C290A01-BE5F-45C7-BA55-A3011613BB4B}" presName="spacer" presStyleCnt="0"/>
      <dgm:spPr/>
    </dgm:pt>
    <dgm:pt modelId="{BBA8D8AE-00FD-4089-9162-E483D66961B5}" type="pres">
      <dgm:prSet presAssocID="{5B190580-6310-4469-BCEF-994C753A370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6CA536A-F557-46A9-9A98-7D263E7C2864}" type="pres">
      <dgm:prSet presAssocID="{FB4812C4-144E-4D4F-B4F6-8E004F36F327}" presName="spacer" presStyleCnt="0"/>
      <dgm:spPr/>
    </dgm:pt>
    <dgm:pt modelId="{FE7A1B01-1A3E-41B7-AF4B-9F3A56AC648C}" type="pres">
      <dgm:prSet presAssocID="{31929861-AABD-4CE3-A2BF-710969C2911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DFFA40D-7A75-40D4-BB68-9B1743A05B6F}" type="pres">
      <dgm:prSet presAssocID="{F642D08E-D80C-4F0D-BB8C-26B2526EE88D}" presName="spacer" presStyleCnt="0"/>
      <dgm:spPr/>
    </dgm:pt>
    <dgm:pt modelId="{2B4FF080-71C7-4362-81E6-1FD3D5132E31}" type="pres">
      <dgm:prSet presAssocID="{03521225-03D7-41D9-AFAF-05CAF6D8CA1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1CEA708-2D84-4BDC-84E1-58DA794A0BE6}" type="presOf" srcId="{90DA6027-68ED-48F6-B13C-69F19F8A280D}" destId="{826A8649-0843-4516-9681-241905255581}" srcOrd="0" destOrd="0" presId="urn:microsoft.com/office/officeart/2005/8/layout/vList2"/>
    <dgm:cxn modelId="{0B046C39-50F6-496B-841B-0E8A29A1A92B}" srcId="{E2F6F80A-4129-46B9-AFDA-DE1FC34DEA43}" destId="{31929861-AABD-4CE3-A2BF-710969C29113}" srcOrd="2" destOrd="0" parTransId="{EFB8A620-9549-46EA-B803-DF60309BFF26}" sibTransId="{F642D08E-D80C-4F0D-BB8C-26B2526EE88D}"/>
    <dgm:cxn modelId="{56C10947-50EF-48E2-ACB0-9AE4973C5387}" type="presOf" srcId="{E2F6F80A-4129-46B9-AFDA-DE1FC34DEA43}" destId="{BA5982C4-91CD-492D-90AF-DF036AA073C7}" srcOrd="0" destOrd="0" presId="urn:microsoft.com/office/officeart/2005/8/layout/vList2"/>
    <dgm:cxn modelId="{4B6324A9-B50D-49E6-9FA6-DD61734CF8FE}" type="presOf" srcId="{31929861-AABD-4CE3-A2BF-710969C29113}" destId="{FE7A1B01-1A3E-41B7-AF4B-9F3A56AC648C}" srcOrd="0" destOrd="0" presId="urn:microsoft.com/office/officeart/2005/8/layout/vList2"/>
    <dgm:cxn modelId="{C78544C2-7797-49F6-A709-3B10C7CEA8B7}" srcId="{E2F6F80A-4129-46B9-AFDA-DE1FC34DEA43}" destId="{03521225-03D7-41D9-AFAF-05CAF6D8CA11}" srcOrd="3" destOrd="0" parTransId="{CFD3156B-EC44-4BA8-B61B-459346472FA0}" sibTransId="{90ABEED0-6FAF-4651-B695-3C1B8B6C2E16}"/>
    <dgm:cxn modelId="{401C37CC-0C21-4E7C-8AF4-D240613DCBED}" srcId="{E2F6F80A-4129-46B9-AFDA-DE1FC34DEA43}" destId="{90DA6027-68ED-48F6-B13C-69F19F8A280D}" srcOrd="0" destOrd="0" parTransId="{000AD705-725E-4A44-B445-9ACF30F1BD9D}" sibTransId="{5C290A01-BE5F-45C7-BA55-A3011613BB4B}"/>
    <dgm:cxn modelId="{9BFBE7CF-F28F-44A3-82A5-3B06D5E5BB16}" type="presOf" srcId="{5B190580-6310-4469-BCEF-994C753A370F}" destId="{BBA8D8AE-00FD-4089-9162-E483D66961B5}" srcOrd="0" destOrd="0" presId="urn:microsoft.com/office/officeart/2005/8/layout/vList2"/>
    <dgm:cxn modelId="{1D0E46DF-588C-48AE-B431-606291BFEA26}" srcId="{E2F6F80A-4129-46B9-AFDA-DE1FC34DEA43}" destId="{5B190580-6310-4469-BCEF-994C753A370F}" srcOrd="1" destOrd="0" parTransId="{AC319FC3-694E-4E62-A65F-AF00B7FD7467}" sibTransId="{FB4812C4-144E-4D4F-B4F6-8E004F36F327}"/>
    <dgm:cxn modelId="{E0DFE3E3-BA44-4FC8-A543-6796894A664D}" type="presOf" srcId="{03521225-03D7-41D9-AFAF-05CAF6D8CA11}" destId="{2B4FF080-71C7-4362-81E6-1FD3D5132E31}" srcOrd="0" destOrd="0" presId="urn:microsoft.com/office/officeart/2005/8/layout/vList2"/>
    <dgm:cxn modelId="{553975F1-900D-4087-86C4-083D42A1C69F}" type="presParOf" srcId="{BA5982C4-91CD-492D-90AF-DF036AA073C7}" destId="{826A8649-0843-4516-9681-241905255581}" srcOrd="0" destOrd="0" presId="urn:microsoft.com/office/officeart/2005/8/layout/vList2"/>
    <dgm:cxn modelId="{59082EF2-318F-46D4-9451-46FE9A47594B}" type="presParOf" srcId="{BA5982C4-91CD-492D-90AF-DF036AA073C7}" destId="{97CE84A9-AB4F-400F-BA52-8240F2284D89}" srcOrd="1" destOrd="0" presId="urn:microsoft.com/office/officeart/2005/8/layout/vList2"/>
    <dgm:cxn modelId="{943D9880-532E-47C1-B55A-1E635F4A2CD0}" type="presParOf" srcId="{BA5982C4-91CD-492D-90AF-DF036AA073C7}" destId="{BBA8D8AE-00FD-4089-9162-E483D66961B5}" srcOrd="2" destOrd="0" presId="urn:microsoft.com/office/officeart/2005/8/layout/vList2"/>
    <dgm:cxn modelId="{462C2D08-9847-4161-87B9-F94B96240CC9}" type="presParOf" srcId="{BA5982C4-91CD-492D-90AF-DF036AA073C7}" destId="{86CA536A-F557-46A9-9A98-7D263E7C2864}" srcOrd="3" destOrd="0" presId="urn:microsoft.com/office/officeart/2005/8/layout/vList2"/>
    <dgm:cxn modelId="{357FEDB1-FB06-4ED5-A69C-CB2389A75AD3}" type="presParOf" srcId="{BA5982C4-91CD-492D-90AF-DF036AA073C7}" destId="{FE7A1B01-1A3E-41B7-AF4B-9F3A56AC648C}" srcOrd="4" destOrd="0" presId="urn:microsoft.com/office/officeart/2005/8/layout/vList2"/>
    <dgm:cxn modelId="{4287A9C3-03D0-4EAF-8DE4-C706B8C65FC5}" type="presParOf" srcId="{BA5982C4-91CD-492D-90AF-DF036AA073C7}" destId="{EDFFA40D-7A75-40D4-BB68-9B1743A05B6F}" srcOrd="5" destOrd="0" presId="urn:microsoft.com/office/officeart/2005/8/layout/vList2"/>
    <dgm:cxn modelId="{499CC0F7-F480-4109-B08F-C199BB2B16C3}" type="presParOf" srcId="{BA5982C4-91CD-492D-90AF-DF036AA073C7}" destId="{2B4FF080-71C7-4362-81E6-1FD3D5132E3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0BD0FB1-915E-4CC8-B070-D8678BE97E4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D73A802-CE70-4AC5-B47B-EF203F4FE8CB}">
      <dgm:prSet/>
      <dgm:spPr/>
      <dgm:t>
        <a:bodyPr/>
        <a:lstStyle/>
        <a:p>
          <a:r>
            <a:rPr lang="uk-UA" b="0" i="0"/>
            <a:t>продемонструвати Заходу готовність до співпраці за «планом Маршалла»</a:t>
          </a:r>
          <a:endParaRPr lang="uk-UA"/>
        </a:p>
      </dgm:t>
    </dgm:pt>
    <dgm:pt modelId="{C70F7754-F59D-4340-8198-9C03BB6EF9EE}" type="parTrans" cxnId="{8788AF24-0567-47A0-A1AA-5969383E0EF0}">
      <dgm:prSet/>
      <dgm:spPr/>
      <dgm:t>
        <a:bodyPr/>
        <a:lstStyle/>
        <a:p>
          <a:endParaRPr lang="uk-UA"/>
        </a:p>
      </dgm:t>
    </dgm:pt>
    <dgm:pt modelId="{A9DB11AB-EE4F-42E2-A55F-194C2AC4770A}" type="sibTrans" cxnId="{8788AF24-0567-47A0-A1AA-5969383E0EF0}">
      <dgm:prSet/>
      <dgm:spPr/>
      <dgm:t>
        <a:bodyPr/>
        <a:lstStyle/>
        <a:p>
          <a:endParaRPr lang="uk-UA"/>
        </a:p>
      </dgm:t>
    </dgm:pt>
    <dgm:pt modelId="{73630810-A40B-487A-92C7-35CC7297F2D8}">
      <dgm:prSet/>
      <dgm:spPr/>
      <dgm:t>
        <a:bodyPr/>
        <a:lstStyle/>
        <a:p>
          <a:r>
            <a:rPr lang="uk-UA" b="0" i="0" dirty="0"/>
            <a:t>мобілізувати суспільство на здійснення відбудови народного господарства</a:t>
          </a:r>
          <a:endParaRPr lang="uk-UA" dirty="0"/>
        </a:p>
      </dgm:t>
    </dgm:pt>
    <dgm:pt modelId="{19A8C717-5A9E-44D3-8742-DD248792C17A}" type="parTrans" cxnId="{C17BBE17-34B0-4719-83A4-9F45BA196532}">
      <dgm:prSet/>
      <dgm:spPr/>
      <dgm:t>
        <a:bodyPr/>
        <a:lstStyle/>
        <a:p>
          <a:endParaRPr lang="uk-UA"/>
        </a:p>
      </dgm:t>
    </dgm:pt>
    <dgm:pt modelId="{9B2886ED-08E1-4084-B315-36981F4E4FEB}" type="sibTrans" cxnId="{C17BBE17-34B0-4719-83A4-9F45BA196532}">
      <dgm:prSet/>
      <dgm:spPr/>
      <dgm:t>
        <a:bodyPr/>
        <a:lstStyle/>
        <a:p>
          <a:endParaRPr lang="uk-UA"/>
        </a:p>
      </dgm:t>
    </dgm:pt>
    <dgm:pt modelId="{1EC958F0-1150-4D53-A187-486DEB736F66}">
      <dgm:prSet/>
      <dgm:spPr/>
      <dgm:t>
        <a:bodyPr/>
        <a:lstStyle/>
        <a:p>
          <a:r>
            <a:rPr lang="uk-UA" b="0" i="0"/>
            <a:t>закликати солдатів і робітників вступати до створюваних Трудових армій</a:t>
          </a:r>
          <a:endParaRPr lang="uk-UA"/>
        </a:p>
      </dgm:t>
    </dgm:pt>
    <dgm:pt modelId="{DB3D2733-02BE-4616-9BC7-35B969D669B0}" type="parTrans" cxnId="{FF02F5E6-056B-4C88-9B90-61F0F98618D6}">
      <dgm:prSet/>
      <dgm:spPr/>
      <dgm:t>
        <a:bodyPr/>
        <a:lstStyle/>
        <a:p>
          <a:endParaRPr lang="uk-UA"/>
        </a:p>
      </dgm:t>
    </dgm:pt>
    <dgm:pt modelId="{DED761AB-1D50-4360-8D31-32092E4AE69A}" type="sibTrans" cxnId="{FF02F5E6-056B-4C88-9B90-61F0F98618D6}">
      <dgm:prSet/>
      <dgm:spPr/>
      <dgm:t>
        <a:bodyPr/>
        <a:lstStyle/>
        <a:p>
          <a:endParaRPr lang="uk-UA"/>
        </a:p>
      </dgm:t>
    </dgm:pt>
    <dgm:pt modelId="{F65E7BDC-345B-4F6A-B4A0-BA321A787046}">
      <dgm:prSet/>
      <dgm:spPr/>
      <dgm:t>
        <a:bodyPr/>
        <a:lstStyle/>
        <a:p>
          <a:r>
            <a:rPr lang="uk-UA" b="0" i="0"/>
            <a:t>переконати народ у необхідності здійснення форсованої індустріалізації</a:t>
          </a:r>
          <a:endParaRPr lang="uk-UA"/>
        </a:p>
      </dgm:t>
    </dgm:pt>
    <dgm:pt modelId="{8B3220A2-138E-44CC-9F1F-8FF7F65D724B}" type="parTrans" cxnId="{593DB78B-DC94-4006-AE2B-695A39AD4E90}">
      <dgm:prSet/>
      <dgm:spPr/>
      <dgm:t>
        <a:bodyPr/>
        <a:lstStyle/>
        <a:p>
          <a:endParaRPr lang="uk-UA"/>
        </a:p>
      </dgm:t>
    </dgm:pt>
    <dgm:pt modelId="{A46C3BAE-9A93-4B54-849E-62D08DDBE969}" type="sibTrans" cxnId="{593DB78B-DC94-4006-AE2B-695A39AD4E90}">
      <dgm:prSet/>
      <dgm:spPr/>
      <dgm:t>
        <a:bodyPr/>
        <a:lstStyle/>
        <a:p>
          <a:endParaRPr lang="uk-UA"/>
        </a:p>
      </dgm:t>
    </dgm:pt>
    <dgm:pt modelId="{8282C652-CD1C-41D1-9599-10A093D93314}" type="pres">
      <dgm:prSet presAssocID="{00BD0FB1-915E-4CC8-B070-D8678BE97E4C}" presName="linear" presStyleCnt="0">
        <dgm:presLayoutVars>
          <dgm:animLvl val="lvl"/>
          <dgm:resizeHandles val="exact"/>
        </dgm:presLayoutVars>
      </dgm:prSet>
      <dgm:spPr/>
    </dgm:pt>
    <dgm:pt modelId="{5BC70947-EC60-4AD4-9815-EF0B9F589AE9}" type="pres">
      <dgm:prSet presAssocID="{ED73A802-CE70-4AC5-B47B-EF203F4FE8C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9654FFC-2EF5-4A70-B203-5587C1216990}" type="pres">
      <dgm:prSet presAssocID="{A9DB11AB-EE4F-42E2-A55F-194C2AC4770A}" presName="spacer" presStyleCnt="0"/>
      <dgm:spPr/>
    </dgm:pt>
    <dgm:pt modelId="{472ABDEA-8EE5-4A37-84CB-403BF091D3E8}" type="pres">
      <dgm:prSet presAssocID="{73630810-A40B-487A-92C7-35CC7297F2D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BA87C98-435F-45BB-8A4B-8A6BCCA4406B}" type="pres">
      <dgm:prSet presAssocID="{9B2886ED-08E1-4084-B315-36981F4E4FEB}" presName="spacer" presStyleCnt="0"/>
      <dgm:spPr/>
    </dgm:pt>
    <dgm:pt modelId="{BB46EAF5-597C-45AC-86A6-66DDB9DDD634}" type="pres">
      <dgm:prSet presAssocID="{1EC958F0-1150-4D53-A187-486DEB736F6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5D69DF7-8A0B-452B-B7F7-FA4D88635919}" type="pres">
      <dgm:prSet presAssocID="{DED761AB-1D50-4360-8D31-32092E4AE69A}" presName="spacer" presStyleCnt="0"/>
      <dgm:spPr/>
    </dgm:pt>
    <dgm:pt modelId="{D738DF2B-32DC-4B2F-A6E4-7D78147B3E52}" type="pres">
      <dgm:prSet presAssocID="{F65E7BDC-345B-4F6A-B4A0-BA321A78704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17BBE17-34B0-4719-83A4-9F45BA196532}" srcId="{00BD0FB1-915E-4CC8-B070-D8678BE97E4C}" destId="{73630810-A40B-487A-92C7-35CC7297F2D8}" srcOrd="1" destOrd="0" parTransId="{19A8C717-5A9E-44D3-8742-DD248792C17A}" sibTransId="{9B2886ED-08E1-4084-B315-36981F4E4FEB}"/>
    <dgm:cxn modelId="{8788AF24-0567-47A0-A1AA-5969383E0EF0}" srcId="{00BD0FB1-915E-4CC8-B070-D8678BE97E4C}" destId="{ED73A802-CE70-4AC5-B47B-EF203F4FE8CB}" srcOrd="0" destOrd="0" parTransId="{C70F7754-F59D-4340-8198-9C03BB6EF9EE}" sibTransId="{A9DB11AB-EE4F-42E2-A55F-194C2AC4770A}"/>
    <dgm:cxn modelId="{9AE0C030-8DF3-4A7D-88C1-4011DDFB1BF5}" type="presOf" srcId="{ED73A802-CE70-4AC5-B47B-EF203F4FE8CB}" destId="{5BC70947-EC60-4AD4-9815-EF0B9F589AE9}" srcOrd="0" destOrd="0" presId="urn:microsoft.com/office/officeart/2005/8/layout/vList2"/>
    <dgm:cxn modelId="{DF6F7136-0345-410F-852D-F1ADC7B2F378}" type="presOf" srcId="{F65E7BDC-345B-4F6A-B4A0-BA321A787046}" destId="{D738DF2B-32DC-4B2F-A6E4-7D78147B3E52}" srcOrd="0" destOrd="0" presId="urn:microsoft.com/office/officeart/2005/8/layout/vList2"/>
    <dgm:cxn modelId="{0604CC45-5617-4016-8D8D-6AABF5232D6D}" type="presOf" srcId="{00BD0FB1-915E-4CC8-B070-D8678BE97E4C}" destId="{8282C652-CD1C-41D1-9599-10A093D93314}" srcOrd="0" destOrd="0" presId="urn:microsoft.com/office/officeart/2005/8/layout/vList2"/>
    <dgm:cxn modelId="{A229AA6F-9043-4B7F-BD84-75F7931CE08B}" type="presOf" srcId="{1EC958F0-1150-4D53-A187-486DEB736F66}" destId="{BB46EAF5-597C-45AC-86A6-66DDB9DDD634}" srcOrd="0" destOrd="0" presId="urn:microsoft.com/office/officeart/2005/8/layout/vList2"/>
    <dgm:cxn modelId="{593DB78B-DC94-4006-AE2B-695A39AD4E90}" srcId="{00BD0FB1-915E-4CC8-B070-D8678BE97E4C}" destId="{F65E7BDC-345B-4F6A-B4A0-BA321A787046}" srcOrd="3" destOrd="0" parTransId="{8B3220A2-138E-44CC-9F1F-8FF7F65D724B}" sibTransId="{A46C3BAE-9A93-4B54-849E-62D08DDBE969}"/>
    <dgm:cxn modelId="{14484ACF-6EF2-4AE1-A55D-E770D099A9C3}" type="presOf" srcId="{73630810-A40B-487A-92C7-35CC7297F2D8}" destId="{472ABDEA-8EE5-4A37-84CB-403BF091D3E8}" srcOrd="0" destOrd="0" presId="urn:microsoft.com/office/officeart/2005/8/layout/vList2"/>
    <dgm:cxn modelId="{FF02F5E6-056B-4C88-9B90-61F0F98618D6}" srcId="{00BD0FB1-915E-4CC8-B070-D8678BE97E4C}" destId="{1EC958F0-1150-4D53-A187-486DEB736F66}" srcOrd="2" destOrd="0" parTransId="{DB3D2733-02BE-4616-9BC7-35B969D669B0}" sibTransId="{DED761AB-1D50-4360-8D31-32092E4AE69A}"/>
    <dgm:cxn modelId="{B9006472-3F47-46D0-8C4F-7045D61B0E9B}" type="presParOf" srcId="{8282C652-CD1C-41D1-9599-10A093D93314}" destId="{5BC70947-EC60-4AD4-9815-EF0B9F589AE9}" srcOrd="0" destOrd="0" presId="urn:microsoft.com/office/officeart/2005/8/layout/vList2"/>
    <dgm:cxn modelId="{857F257C-FF39-499C-85FD-A421669E37E0}" type="presParOf" srcId="{8282C652-CD1C-41D1-9599-10A093D93314}" destId="{A9654FFC-2EF5-4A70-B203-5587C1216990}" srcOrd="1" destOrd="0" presId="urn:microsoft.com/office/officeart/2005/8/layout/vList2"/>
    <dgm:cxn modelId="{2F0E4AF8-CF92-46C2-A414-D2225FE05B16}" type="presParOf" srcId="{8282C652-CD1C-41D1-9599-10A093D93314}" destId="{472ABDEA-8EE5-4A37-84CB-403BF091D3E8}" srcOrd="2" destOrd="0" presId="urn:microsoft.com/office/officeart/2005/8/layout/vList2"/>
    <dgm:cxn modelId="{ECA1DC41-AD67-45A1-83BB-01BCA6E8F82E}" type="presParOf" srcId="{8282C652-CD1C-41D1-9599-10A093D93314}" destId="{DBA87C98-435F-45BB-8A4B-8A6BCCA4406B}" srcOrd="3" destOrd="0" presId="urn:microsoft.com/office/officeart/2005/8/layout/vList2"/>
    <dgm:cxn modelId="{3FCFEF98-556C-4A92-89EA-8066F3BC3566}" type="presParOf" srcId="{8282C652-CD1C-41D1-9599-10A093D93314}" destId="{BB46EAF5-597C-45AC-86A6-66DDB9DDD634}" srcOrd="4" destOrd="0" presId="urn:microsoft.com/office/officeart/2005/8/layout/vList2"/>
    <dgm:cxn modelId="{0C0F4D72-D655-4EA5-B3AF-4D1A9A763152}" type="presParOf" srcId="{8282C652-CD1C-41D1-9599-10A093D93314}" destId="{15D69DF7-8A0B-452B-B7F7-FA4D88635919}" srcOrd="5" destOrd="0" presId="urn:microsoft.com/office/officeart/2005/8/layout/vList2"/>
    <dgm:cxn modelId="{95A55DEC-20EF-4791-85D3-B54A00E2AF14}" type="presParOf" srcId="{8282C652-CD1C-41D1-9599-10A093D93314}" destId="{D738DF2B-32DC-4B2F-A6E4-7D78147B3E5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6DC7649-D12D-4582-A93F-4B743B20CCD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6FD97EF-EDDD-437A-8E86-8F69B7DD5911}">
      <dgm:prSet/>
      <dgm:spPr/>
      <dgm:t>
        <a:bodyPr/>
        <a:lstStyle/>
        <a:p>
          <a:r>
            <a:rPr lang="uk-UA" b="0" i="0"/>
            <a:t>отриманням фінансової допомоги за «планом Маршалла».</a:t>
          </a:r>
          <a:endParaRPr lang="uk-UA"/>
        </a:p>
      </dgm:t>
    </dgm:pt>
    <dgm:pt modelId="{783EB563-B8CE-492F-A91E-0FFB577CC377}" type="parTrans" cxnId="{448BF3B7-901B-45FA-9A15-45A121E04FED}">
      <dgm:prSet/>
      <dgm:spPr/>
      <dgm:t>
        <a:bodyPr/>
        <a:lstStyle/>
        <a:p>
          <a:endParaRPr lang="uk-UA"/>
        </a:p>
      </dgm:t>
    </dgm:pt>
    <dgm:pt modelId="{605D2FE8-54D5-4619-99EE-AEB329A30F23}" type="sibTrans" cxnId="{448BF3B7-901B-45FA-9A15-45A121E04FED}">
      <dgm:prSet/>
      <dgm:spPr/>
      <dgm:t>
        <a:bodyPr/>
        <a:lstStyle/>
        <a:p>
          <a:endParaRPr lang="uk-UA"/>
        </a:p>
      </dgm:t>
    </dgm:pt>
    <dgm:pt modelId="{252B1418-0D0C-422C-8AD4-521F502AB152}">
      <dgm:prSet/>
      <dgm:spPr/>
      <dgm:t>
        <a:bodyPr/>
        <a:lstStyle/>
        <a:p>
          <a:r>
            <a:rPr lang="uk-UA" b="0" i="0"/>
            <a:t>використанням здебільшого власних ресурсів і репарацій.</a:t>
          </a:r>
          <a:endParaRPr lang="uk-UA"/>
        </a:p>
      </dgm:t>
    </dgm:pt>
    <dgm:pt modelId="{700718FD-5F0F-4CC1-BC52-AC557A21B692}" type="parTrans" cxnId="{1AE3A3D6-6C26-4D08-951D-243B5165BD60}">
      <dgm:prSet/>
      <dgm:spPr/>
      <dgm:t>
        <a:bodyPr/>
        <a:lstStyle/>
        <a:p>
          <a:endParaRPr lang="uk-UA"/>
        </a:p>
      </dgm:t>
    </dgm:pt>
    <dgm:pt modelId="{3838086B-1375-4C88-BF05-E9235125623F}" type="sibTrans" cxnId="{1AE3A3D6-6C26-4D08-951D-243B5165BD60}">
      <dgm:prSet/>
      <dgm:spPr/>
      <dgm:t>
        <a:bodyPr/>
        <a:lstStyle/>
        <a:p>
          <a:endParaRPr lang="uk-UA"/>
        </a:p>
      </dgm:t>
    </dgm:pt>
    <dgm:pt modelId="{6AAA9C38-A92E-4661-B077-A30FDC41E67F}">
      <dgm:prSet/>
      <dgm:spPr/>
      <dgm:t>
        <a:bodyPr/>
        <a:lstStyle/>
        <a:p>
          <a:r>
            <a:rPr lang="uk-UA" b="0" i="0"/>
            <a:t>впровадженням здобутків науково- технічної революції.</a:t>
          </a:r>
          <a:endParaRPr lang="uk-UA"/>
        </a:p>
      </dgm:t>
    </dgm:pt>
    <dgm:pt modelId="{18230102-ADCD-40BC-A8FD-89EBC24EC8F7}" type="parTrans" cxnId="{EBDCA627-D3FA-4F41-B795-02970EA53CA4}">
      <dgm:prSet/>
      <dgm:spPr/>
      <dgm:t>
        <a:bodyPr/>
        <a:lstStyle/>
        <a:p>
          <a:endParaRPr lang="uk-UA"/>
        </a:p>
      </dgm:t>
    </dgm:pt>
    <dgm:pt modelId="{3583AD7E-3BD9-4574-83A0-571B00589D2B}" type="sibTrans" cxnId="{EBDCA627-D3FA-4F41-B795-02970EA53CA4}">
      <dgm:prSet/>
      <dgm:spPr/>
      <dgm:t>
        <a:bodyPr/>
        <a:lstStyle/>
        <a:p>
          <a:endParaRPr lang="uk-UA"/>
        </a:p>
      </dgm:t>
    </dgm:pt>
    <dgm:pt modelId="{80825042-5F09-4AFD-8633-01AD26B9A015}">
      <dgm:prSet/>
      <dgm:spPr/>
      <dgm:t>
        <a:bodyPr/>
        <a:lstStyle/>
        <a:p>
          <a:r>
            <a:rPr lang="uk-UA" b="0" i="0"/>
            <a:t>відновленням механізмів ринкового регулювання економіки.</a:t>
          </a:r>
          <a:endParaRPr lang="uk-UA"/>
        </a:p>
      </dgm:t>
    </dgm:pt>
    <dgm:pt modelId="{0ACD6A60-FB45-4583-927F-77ABA3599F97}" type="parTrans" cxnId="{C8A69E25-7666-4BC0-8BF6-EFBEEA0681AB}">
      <dgm:prSet/>
      <dgm:spPr/>
      <dgm:t>
        <a:bodyPr/>
        <a:lstStyle/>
        <a:p>
          <a:endParaRPr lang="uk-UA"/>
        </a:p>
      </dgm:t>
    </dgm:pt>
    <dgm:pt modelId="{3C903B8A-73EF-4F2F-9FEA-E1A78DEEA936}" type="sibTrans" cxnId="{C8A69E25-7666-4BC0-8BF6-EFBEEA0681AB}">
      <dgm:prSet/>
      <dgm:spPr/>
      <dgm:t>
        <a:bodyPr/>
        <a:lstStyle/>
        <a:p>
          <a:endParaRPr lang="uk-UA"/>
        </a:p>
      </dgm:t>
    </dgm:pt>
    <dgm:pt modelId="{E0FCEA9C-2496-4059-A964-7F1AA26D7A9D}" type="pres">
      <dgm:prSet presAssocID="{F6DC7649-D12D-4582-A93F-4B743B20CCD4}" presName="linear" presStyleCnt="0">
        <dgm:presLayoutVars>
          <dgm:animLvl val="lvl"/>
          <dgm:resizeHandles val="exact"/>
        </dgm:presLayoutVars>
      </dgm:prSet>
      <dgm:spPr/>
    </dgm:pt>
    <dgm:pt modelId="{C2F14B03-CB04-44CF-808E-FFB151F2C3BB}" type="pres">
      <dgm:prSet presAssocID="{66FD97EF-EDDD-437A-8E86-8F69B7DD591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520C5D1-01E2-490F-ABAA-5FB8490B7330}" type="pres">
      <dgm:prSet presAssocID="{605D2FE8-54D5-4619-99EE-AEB329A30F23}" presName="spacer" presStyleCnt="0"/>
      <dgm:spPr/>
    </dgm:pt>
    <dgm:pt modelId="{A4DD6D4D-195F-4E0C-852F-F1114A21B9FF}" type="pres">
      <dgm:prSet presAssocID="{252B1418-0D0C-422C-8AD4-521F502AB15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5CF95B7-6467-43F9-A4C5-4CA9E794A71B}" type="pres">
      <dgm:prSet presAssocID="{3838086B-1375-4C88-BF05-E9235125623F}" presName="spacer" presStyleCnt="0"/>
      <dgm:spPr/>
    </dgm:pt>
    <dgm:pt modelId="{D6DE91C6-FB57-4B95-8237-66E081FBCA84}" type="pres">
      <dgm:prSet presAssocID="{6AAA9C38-A92E-4661-B077-A30FDC41E67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13FF096-CDC7-4019-BA04-0E4D9BD6D793}" type="pres">
      <dgm:prSet presAssocID="{3583AD7E-3BD9-4574-83A0-571B00589D2B}" presName="spacer" presStyleCnt="0"/>
      <dgm:spPr/>
    </dgm:pt>
    <dgm:pt modelId="{4838A546-EA63-4614-8BF0-3D509FCAD47D}" type="pres">
      <dgm:prSet presAssocID="{80825042-5F09-4AFD-8633-01AD26B9A01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0D6F722-0484-4FD8-8C55-CFA7FA280F72}" type="presOf" srcId="{F6DC7649-D12D-4582-A93F-4B743B20CCD4}" destId="{E0FCEA9C-2496-4059-A964-7F1AA26D7A9D}" srcOrd="0" destOrd="0" presId="urn:microsoft.com/office/officeart/2005/8/layout/vList2"/>
    <dgm:cxn modelId="{C8A69E25-7666-4BC0-8BF6-EFBEEA0681AB}" srcId="{F6DC7649-D12D-4582-A93F-4B743B20CCD4}" destId="{80825042-5F09-4AFD-8633-01AD26B9A015}" srcOrd="3" destOrd="0" parTransId="{0ACD6A60-FB45-4583-927F-77ABA3599F97}" sibTransId="{3C903B8A-73EF-4F2F-9FEA-E1A78DEEA936}"/>
    <dgm:cxn modelId="{EBDCA627-D3FA-4F41-B795-02970EA53CA4}" srcId="{F6DC7649-D12D-4582-A93F-4B743B20CCD4}" destId="{6AAA9C38-A92E-4661-B077-A30FDC41E67F}" srcOrd="2" destOrd="0" parTransId="{18230102-ADCD-40BC-A8FD-89EBC24EC8F7}" sibTransId="{3583AD7E-3BD9-4574-83A0-571B00589D2B}"/>
    <dgm:cxn modelId="{0E5AF259-BCD6-4229-9911-A883A5DA6586}" type="presOf" srcId="{66FD97EF-EDDD-437A-8E86-8F69B7DD5911}" destId="{C2F14B03-CB04-44CF-808E-FFB151F2C3BB}" srcOrd="0" destOrd="0" presId="urn:microsoft.com/office/officeart/2005/8/layout/vList2"/>
    <dgm:cxn modelId="{448BF3B7-901B-45FA-9A15-45A121E04FED}" srcId="{F6DC7649-D12D-4582-A93F-4B743B20CCD4}" destId="{66FD97EF-EDDD-437A-8E86-8F69B7DD5911}" srcOrd="0" destOrd="0" parTransId="{783EB563-B8CE-492F-A91E-0FFB577CC377}" sibTransId="{605D2FE8-54D5-4619-99EE-AEB329A30F23}"/>
    <dgm:cxn modelId="{EACA8EBD-FD93-4B07-8CE8-0CB07BA8318E}" type="presOf" srcId="{80825042-5F09-4AFD-8633-01AD26B9A015}" destId="{4838A546-EA63-4614-8BF0-3D509FCAD47D}" srcOrd="0" destOrd="0" presId="urn:microsoft.com/office/officeart/2005/8/layout/vList2"/>
    <dgm:cxn modelId="{16AFB5BF-D684-4AB2-8B8B-9F17BD5FD6A8}" type="presOf" srcId="{6AAA9C38-A92E-4661-B077-A30FDC41E67F}" destId="{D6DE91C6-FB57-4B95-8237-66E081FBCA84}" srcOrd="0" destOrd="0" presId="urn:microsoft.com/office/officeart/2005/8/layout/vList2"/>
    <dgm:cxn modelId="{1866C1D3-10E3-4133-9C22-389C0130B4BD}" type="presOf" srcId="{252B1418-0D0C-422C-8AD4-521F502AB152}" destId="{A4DD6D4D-195F-4E0C-852F-F1114A21B9FF}" srcOrd="0" destOrd="0" presId="urn:microsoft.com/office/officeart/2005/8/layout/vList2"/>
    <dgm:cxn modelId="{1AE3A3D6-6C26-4D08-951D-243B5165BD60}" srcId="{F6DC7649-D12D-4582-A93F-4B743B20CCD4}" destId="{252B1418-0D0C-422C-8AD4-521F502AB152}" srcOrd="1" destOrd="0" parTransId="{700718FD-5F0F-4CC1-BC52-AC557A21B692}" sibTransId="{3838086B-1375-4C88-BF05-E9235125623F}"/>
    <dgm:cxn modelId="{755B01C1-4808-4B88-A4C9-1E22167D8ED5}" type="presParOf" srcId="{E0FCEA9C-2496-4059-A964-7F1AA26D7A9D}" destId="{C2F14B03-CB04-44CF-808E-FFB151F2C3BB}" srcOrd="0" destOrd="0" presId="urn:microsoft.com/office/officeart/2005/8/layout/vList2"/>
    <dgm:cxn modelId="{B7505880-C8B9-49B8-8025-A72C558CE2F3}" type="presParOf" srcId="{E0FCEA9C-2496-4059-A964-7F1AA26D7A9D}" destId="{F520C5D1-01E2-490F-ABAA-5FB8490B7330}" srcOrd="1" destOrd="0" presId="urn:microsoft.com/office/officeart/2005/8/layout/vList2"/>
    <dgm:cxn modelId="{8F01A378-E7E6-4184-A320-38306783B7D1}" type="presParOf" srcId="{E0FCEA9C-2496-4059-A964-7F1AA26D7A9D}" destId="{A4DD6D4D-195F-4E0C-852F-F1114A21B9FF}" srcOrd="2" destOrd="0" presId="urn:microsoft.com/office/officeart/2005/8/layout/vList2"/>
    <dgm:cxn modelId="{C227548A-BFAF-40F6-AFC4-7A6ECCDCB942}" type="presParOf" srcId="{E0FCEA9C-2496-4059-A964-7F1AA26D7A9D}" destId="{B5CF95B7-6467-43F9-A4C5-4CA9E794A71B}" srcOrd="3" destOrd="0" presId="urn:microsoft.com/office/officeart/2005/8/layout/vList2"/>
    <dgm:cxn modelId="{4064EA1F-A289-4B30-8FD3-DA5B7DE17BCF}" type="presParOf" srcId="{E0FCEA9C-2496-4059-A964-7F1AA26D7A9D}" destId="{D6DE91C6-FB57-4B95-8237-66E081FBCA84}" srcOrd="4" destOrd="0" presId="urn:microsoft.com/office/officeart/2005/8/layout/vList2"/>
    <dgm:cxn modelId="{027C52B4-3D67-40C0-BE3D-0302683094E4}" type="presParOf" srcId="{E0FCEA9C-2496-4059-A964-7F1AA26D7A9D}" destId="{213FF096-CDC7-4019-BA04-0E4D9BD6D793}" srcOrd="5" destOrd="0" presId="urn:microsoft.com/office/officeart/2005/8/layout/vList2"/>
    <dgm:cxn modelId="{FB22EF17-40C0-48A9-B029-33C9E939CAD3}" type="presParOf" srcId="{E0FCEA9C-2496-4059-A964-7F1AA26D7A9D}" destId="{4838A546-EA63-4614-8BF0-3D509FCAD47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1B24DDE-DC45-4FE7-9CAC-84F3B46F61A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43F7D00-15B1-4D83-A420-0DC664F3B688}">
      <dgm:prSet/>
      <dgm:spPr/>
      <dgm:t>
        <a:bodyPr/>
        <a:lstStyle/>
        <a:p>
          <a:r>
            <a:rPr lang="ru-RU" b="0" i="0"/>
            <a:t>легка промисловість</a:t>
          </a:r>
          <a:endParaRPr lang="uk-UA"/>
        </a:p>
      </dgm:t>
    </dgm:pt>
    <dgm:pt modelId="{6D5FF906-9836-4664-92A4-E5165CA8B687}" type="parTrans" cxnId="{8BB2B6B0-F8DC-462A-8EB8-8662E040E744}">
      <dgm:prSet/>
      <dgm:spPr/>
      <dgm:t>
        <a:bodyPr/>
        <a:lstStyle/>
        <a:p>
          <a:endParaRPr lang="uk-UA"/>
        </a:p>
      </dgm:t>
    </dgm:pt>
    <dgm:pt modelId="{74F3C70E-7DAE-4844-8F7F-E006854273B6}" type="sibTrans" cxnId="{8BB2B6B0-F8DC-462A-8EB8-8662E040E744}">
      <dgm:prSet/>
      <dgm:spPr/>
      <dgm:t>
        <a:bodyPr/>
        <a:lstStyle/>
        <a:p>
          <a:endParaRPr lang="uk-UA"/>
        </a:p>
      </dgm:t>
    </dgm:pt>
    <dgm:pt modelId="{2DA7F152-718C-496A-852F-30B64FCFD501}">
      <dgm:prSet/>
      <dgm:spPr/>
      <dgm:t>
        <a:bodyPr/>
        <a:lstStyle/>
        <a:p>
          <a:r>
            <a:rPr lang="ru-RU" b="0" i="0"/>
            <a:t>важка промисловість</a:t>
          </a:r>
          <a:endParaRPr lang="uk-UA"/>
        </a:p>
      </dgm:t>
    </dgm:pt>
    <dgm:pt modelId="{AC2E0986-AD4B-49DC-A308-FEF77FE4668A}" type="parTrans" cxnId="{414CD555-DE94-42F2-B4FE-2352B2A09DE2}">
      <dgm:prSet/>
      <dgm:spPr/>
      <dgm:t>
        <a:bodyPr/>
        <a:lstStyle/>
        <a:p>
          <a:endParaRPr lang="uk-UA"/>
        </a:p>
      </dgm:t>
    </dgm:pt>
    <dgm:pt modelId="{81E10BF6-95DE-4ADA-BECF-74657C868A13}" type="sibTrans" cxnId="{414CD555-DE94-42F2-B4FE-2352B2A09DE2}">
      <dgm:prSet/>
      <dgm:spPr/>
      <dgm:t>
        <a:bodyPr/>
        <a:lstStyle/>
        <a:p>
          <a:endParaRPr lang="uk-UA"/>
        </a:p>
      </dgm:t>
    </dgm:pt>
    <dgm:pt modelId="{7BF30890-722D-4148-AE1E-90AFFF9B0B50}">
      <dgm:prSet/>
      <dgm:spPr/>
      <dgm:t>
        <a:bodyPr/>
        <a:lstStyle/>
        <a:p>
          <a:r>
            <a:rPr lang="ru-RU" b="0" i="0"/>
            <a:t>сільське господарство</a:t>
          </a:r>
          <a:endParaRPr lang="uk-UA"/>
        </a:p>
      </dgm:t>
    </dgm:pt>
    <dgm:pt modelId="{2F52233F-3690-4B49-B8B7-579468461407}" type="parTrans" cxnId="{D4AC0230-AE3F-449C-B41D-DD4EEC011533}">
      <dgm:prSet/>
      <dgm:spPr/>
      <dgm:t>
        <a:bodyPr/>
        <a:lstStyle/>
        <a:p>
          <a:endParaRPr lang="uk-UA"/>
        </a:p>
      </dgm:t>
    </dgm:pt>
    <dgm:pt modelId="{51240C47-5DB2-4A80-BFA1-3A7DF038DB25}" type="sibTrans" cxnId="{D4AC0230-AE3F-449C-B41D-DD4EEC011533}">
      <dgm:prSet/>
      <dgm:spPr/>
      <dgm:t>
        <a:bodyPr/>
        <a:lstStyle/>
        <a:p>
          <a:endParaRPr lang="uk-UA"/>
        </a:p>
      </dgm:t>
    </dgm:pt>
    <dgm:pt modelId="{DCD36ED7-DFB1-4F0B-80CC-827C14578AD1}">
      <dgm:prSet/>
      <dgm:spPr/>
      <dgm:t>
        <a:bodyPr/>
        <a:lstStyle/>
        <a:p>
          <a:r>
            <a:rPr lang="ru-RU" b="0" i="0"/>
            <a:t>харчова промисловість</a:t>
          </a:r>
          <a:endParaRPr lang="uk-UA"/>
        </a:p>
      </dgm:t>
    </dgm:pt>
    <dgm:pt modelId="{EB73C968-6D6E-4ED1-A1CA-AFB11709B435}" type="parTrans" cxnId="{CA300CBB-8479-4C6C-A0EA-648BD36BF252}">
      <dgm:prSet/>
      <dgm:spPr/>
      <dgm:t>
        <a:bodyPr/>
        <a:lstStyle/>
        <a:p>
          <a:endParaRPr lang="uk-UA"/>
        </a:p>
      </dgm:t>
    </dgm:pt>
    <dgm:pt modelId="{DFF94DCA-B1C8-4574-92B4-00D9375907F6}" type="sibTrans" cxnId="{CA300CBB-8479-4C6C-A0EA-648BD36BF252}">
      <dgm:prSet/>
      <dgm:spPr/>
      <dgm:t>
        <a:bodyPr/>
        <a:lstStyle/>
        <a:p>
          <a:endParaRPr lang="uk-UA"/>
        </a:p>
      </dgm:t>
    </dgm:pt>
    <dgm:pt modelId="{A5F737BF-A2EC-4C38-99C2-0737348AA206}" type="pres">
      <dgm:prSet presAssocID="{11B24DDE-DC45-4FE7-9CAC-84F3B46F61A0}" presName="linear" presStyleCnt="0">
        <dgm:presLayoutVars>
          <dgm:animLvl val="lvl"/>
          <dgm:resizeHandles val="exact"/>
        </dgm:presLayoutVars>
      </dgm:prSet>
      <dgm:spPr/>
    </dgm:pt>
    <dgm:pt modelId="{E0292C42-76BC-4AC2-9515-E7EFC6D9BE62}" type="pres">
      <dgm:prSet presAssocID="{A43F7D00-15B1-4D83-A420-0DC664F3B68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0AF6D4B-BC4D-426A-96D5-C44D13AE7F28}" type="pres">
      <dgm:prSet presAssocID="{74F3C70E-7DAE-4844-8F7F-E006854273B6}" presName="spacer" presStyleCnt="0"/>
      <dgm:spPr/>
    </dgm:pt>
    <dgm:pt modelId="{7BFBE60E-87AA-4612-A917-DE9A304E8BC7}" type="pres">
      <dgm:prSet presAssocID="{2DA7F152-718C-496A-852F-30B64FCFD50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71739B0-A335-431E-BA91-F3003EA3FC91}" type="pres">
      <dgm:prSet presAssocID="{81E10BF6-95DE-4ADA-BECF-74657C868A13}" presName="spacer" presStyleCnt="0"/>
      <dgm:spPr/>
    </dgm:pt>
    <dgm:pt modelId="{1D607B90-B373-408F-AA39-DC69CE1BF2E3}" type="pres">
      <dgm:prSet presAssocID="{7BF30890-722D-4148-AE1E-90AFFF9B0B5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BBF5226-7958-479F-AEC6-263DB9B25C87}" type="pres">
      <dgm:prSet presAssocID="{51240C47-5DB2-4A80-BFA1-3A7DF038DB25}" presName="spacer" presStyleCnt="0"/>
      <dgm:spPr/>
    </dgm:pt>
    <dgm:pt modelId="{D6B5FC97-8680-46B3-86AB-1185F2B0008D}" type="pres">
      <dgm:prSet presAssocID="{DCD36ED7-DFB1-4F0B-80CC-827C14578AD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4AC0230-AE3F-449C-B41D-DD4EEC011533}" srcId="{11B24DDE-DC45-4FE7-9CAC-84F3B46F61A0}" destId="{7BF30890-722D-4148-AE1E-90AFFF9B0B50}" srcOrd="2" destOrd="0" parTransId="{2F52233F-3690-4B49-B8B7-579468461407}" sibTransId="{51240C47-5DB2-4A80-BFA1-3A7DF038DB25}"/>
    <dgm:cxn modelId="{E40AF770-3326-4952-942F-9BE233B006A1}" type="presOf" srcId="{11B24DDE-DC45-4FE7-9CAC-84F3B46F61A0}" destId="{A5F737BF-A2EC-4C38-99C2-0737348AA206}" srcOrd="0" destOrd="0" presId="urn:microsoft.com/office/officeart/2005/8/layout/vList2"/>
    <dgm:cxn modelId="{414CD555-DE94-42F2-B4FE-2352B2A09DE2}" srcId="{11B24DDE-DC45-4FE7-9CAC-84F3B46F61A0}" destId="{2DA7F152-718C-496A-852F-30B64FCFD501}" srcOrd="1" destOrd="0" parTransId="{AC2E0986-AD4B-49DC-A308-FEF77FE4668A}" sibTransId="{81E10BF6-95DE-4ADA-BECF-74657C868A13}"/>
    <dgm:cxn modelId="{A5127A7F-30AC-4898-8E01-5501961984DA}" type="presOf" srcId="{A43F7D00-15B1-4D83-A420-0DC664F3B688}" destId="{E0292C42-76BC-4AC2-9515-E7EFC6D9BE62}" srcOrd="0" destOrd="0" presId="urn:microsoft.com/office/officeart/2005/8/layout/vList2"/>
    <dgm:cxn modelId="{0E4B1984-9166-4348-9693-9560ECFA4173}" type="presOf" srcId="{2DA7F152-718C-496A-852F-30B64FCFD501}" destId="{7BFBE60E-87AA-4612-A917-DE9A304E8BC7}" srcOrd="0" destOrd="0" presId="urn:microsoft.com/office/officeart/2005/8/layout/vList2"/>
    <dgm:cxn modelId="{B6960BA1-7075-48BB-9DAF-0BBA61A28B54}" type="presOf" srcId="{7BF30890-722D-4148-AE1E-90AFFF9B0B50}" destId="{1D607B90-B373-408F-AA39-DC69CE1BF2E3}" srcOrd="0" destOrd="0" presId="urn:microsoft.com/office/officeart/2005/8/layout/vList2"/>
    <dgm:cxn modelId="{8BB2B6B0-F8DC-462A-8EB8-8662E040E744}" srcId="{11B24DDE-DC45-4FE7-9CAC-84F3B46F61A0}" destId="{A43F7D00-15B1-4D83-A420-0DC664F3B688}" srcOrd="0" destOrd="0" parTransId="{6D5FF906-9836-4664-92A4-E5165CA8B687}" sibTransId="{74F3C70E-7DAE-4844-8F7F-E006854273B6}"/>
    <dgm:cxn modelId="{CA300CBB-8479-4C6C-A0EA-648BD36BF252}" srcId="{11B24DDE-DC45-4FE7-9CAC-84F3B46F61A0}" destId="{DCD36ED7-DFB1-4F0B-80CC-827C14578AD1}" srcOrd="3" destOrd="0" parTransId="{EB73C968-6D6E-4ED1-A1CA-AFB11709B435}" sibTransId="{DFF94DCA-B1C8-4574-92B4-00D9375907F6}"/>
    <dgm:cxn modelId="{9C6E34E0-75D5-43A9-A506-26AF94F55B1C}" type="presOf" srcId="{DCD36ED7-DFB1-4F0B-80CC-827C14578AD1}" destId="{D6B5FC97-8680-46B3-86AB-1185F2B0008D}" srcOrd="0" destOrd="0" presId="urn:microsoft.com/office/officeart/2005/8/layout/vList2"/>
    <dgm:cxn modelId="{59104091-0B1C-4F90-8C4E-A88AC28365C0}" type="presParOf" srcId="{A5F737BF-A2EC-4C38-99C2-0737348AA206}" destId="{E0292C42-76BC-4AC2-9515-E7EFC6D9BE62}" srcOrd="0" destOrd="0" presId="urn:microsoft.com/office/officeart/2005/8/layout/vList2"/>
    <dgm:cxn modelId="{2D1D4CEF-E17A-4D87-9D11-F1532A4226F9}" type="presParOf" srcId="{A5F737BF-A2EC-4C38-99C2-0737348AA206}" destId="{B0AF6D4B-BC4D-426A-96D5-C44D13AE7F28}" srcOrd="1" destOrd="0" presId="urn:microsoft.com/office/officeart/2005/8/layout/vList2"/>
    <dgm:cxn modelId="{8FFC2090-42EA-4973-8FBE-6681AF3BB031}" type="presParOf" srcId="{A5F737BF-A2EC-4C38-99C2-0737348AA206}" destId="{7BFBE60E-87AA-4612-A917-DE9A304E8BC7}" srcOrd="2" destOrd="0" presId="urn:microsoft.com/office/officeart/2005/8/layout/vList2"/>
    <dgm:cxn modelId="{C85E28D5-BD3F-4485-B58D-67F8DC05F097}" type="presParOf" srcId="{A5F737BF-A2EC-4C38-99C2-0737348AA206}" destId="{A71739B0-A335-431E-BA91-F3003EA3FC91}" srcOrd="3" destOrd="0" presId="urn:microsoft.com/office/officeart/2005/8/layout/vList2"/>
    <dgm:cxn modelId="{DFB615C5-4C23-48A9-87B0-09B7E53B4BC0}" type="presParOf" srcId="{A5F737BF-A2EC-4C38-99C2-0737348AA206}" destId="{1D607B90-B373-408F-AA39-DC69CE1BF2E3}" srcOrd="4" destOrd="0" presId="urn:microsoft.com/office/officeart/2005/8/layout/vList2"/>
    <dgm:cxn modelId="{24A41CE9-3495-4338-9563-4285F5116FE0}" type="presParOf" srcId="{A5F737BF-A2EC-4C38-99C2-0737348AA206}" destId="{5BBF5226-7958-479F-AEC6-263DB9B25C87}" srcOrd="5" destOrd="0" presId="urn:microsoft.com/office/officeart/2005/8/layout/vList2"/>
    <dgm:cxn modelId="{B2CE0201-7D0B-47AC-A7E5-27F794FAF4E6}" type="presParOf" srcId="{A5F737BF-A2EC-4C38-99C2-0737348AA206}" destId="{D6B5FC97-8680-46B3-86AB-1185F2B0008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9971153-C297-4E0D-B891-295D9772D77B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31E0C2D-51D0-4806-A8FC-EF62E060F4E1}">
      <dgm:prSet/>
      <dgm:spPr/>
      <dgm:t>
        <a:bodyPr/>
        <a:lstStyle/>
        <a:p>
          <a:r>
            <a:rPr lang="ru-RU" b="0" i="0"/>
            <a:t>легка промисловість</a:t>
          </a:r>
          <a:endParaRPr lang="uk-UA"/>
        </a:p>
      </dgm:t>
    </dgm:pt>
    <dgm:pt modelId="{53C61AAA-AB1C-4427-9FD4-318F46195D19}" type="parTrans" cxnId="{E8CDAC80-62F9-40A9-83E8-447960B252C9}">
      <dgm:prSet/>
      <dgm:spPr/>
      <dgm:t>
        <a:bodyPr/>
        <a:lstStyle/>
        <a:p>
          <a:endParaRPr lang="uk-UA"/>
        </a:p>
      </dgm:t>
    </dgm:pt>
    <dgm:pt modelId="{D47BA36E-9719-494F-A2EE-5FCC3F23CE31}" type="sibTrans" cxnId="{E8CDAC80-62F9-40A9-83E8-447960B252C9}">
      <dgm:prSet/>
      <dgm:spPr/>
      <dgm:t>
        <a:bodyPr/>
        <a:lstStyle/>
        <a:p>
          <a:endParaRPr lang="uk-UA"/>
        </a:p>
      </dgm:t>
    </dgm:pt>
    <dgm:pt modelId="{38EC5935-AE98-41AD-80AA-3DE8972A6D36}">
      <dgm:prSet/>
      <dgm:spPr/>
      <dgm:t>
        <a:bodyPr/>
        <a:lstStyle/>
        <a:p>
          <a:r>
            <a:rPr lang="ru-RU" b="0" i="0"/>
            <a:t>харчова промисловість</a:t>
          </a:r>
          <a:endParaRPr lang="uk-UA"/>
        </a:p>
      </dgm:t>
    </dgm:pt>
    <dgm:pt modelId="{D504D84A-13B5-4EAA-8E89-7B1D86331137}" type="parTrans" cxnId="{663088D2-A529-4AB0-8A3A-CE0902360BF4}">
      <dgm:prSet/>
      <dgm:spPr/>
      <dgm:t>
        <a:bodyPr/>
        <a:lstStyle/>
        <a:p>
          <a:endParaRPr lang="uk-UA"/>
        </a:p>
      </dgm:t>
    </dgm:pt>
    <dgm:pt modelId="{CDA1A30D-415E-4AE1-A155-649AF855A0DE}" type="sibTrans" cxnId="{663088D2-A529-4AB0-8A3A-CE0902360BF4}">
      <dgm:prSet/>
      <dgm:spPr/>
      <dgm:t>
        <a:bodyPr/>
        <a:lstStyle/>
        <a:p>
          <a:endParaRPr lang="uk-UA"/>
        </a:p>
      </dgm:t>
    </dgm:pt>
    <dgm:pt modelId="{D749408E-DED7-4D36-9D31-78CCFB175A92}">
      <dgm:prSet/>
      <dgm:spPr/>
      <dgm:t>
        <a:bodyPr/>
        <a:lstStyle/>
        <a:p>
          <a:r>
            <a:rPr lang="ru-RU" b="0" i="0"/>
            <a:t>сільське господарство</a:t>
          </a:r>
          <a:endParaRPr lang="uk-UA"/>
        </a:p>
      </dgm:t>
    </dgm:pt>
    <dgm:pt modelId="{0313CBFD-B486-4F64-B5BE-B08894D939DB}" type="parTrans" cxnId="{F26C411B-A1CB-42B2-B998-E2A8A43BD4D8}">
      <dgm:prSet/>
      <dgm:spPr/>
      <dgm:t>
        <a:bodyPr/>
        <a:lstStyle/>
        <a:p>
          <a:endParaRPr lang="uk-UA"/>
        </a:p>
      </dgm:t>
    </dgm:pt>
    <dgm:pt modelId="{268792D6-CB54-4BE4-B762-B199E6013350}" type="sibTrans" cxnId="{F26C411B-A1CB-42B2-B998-E2A8A43BD4D8}">
      <dgm:prSet/>
      <dgm:spPr/>
      <dgm:t>
        <a:bodyPr/>
        <a:lstStyle/>
        <a:p>
          <a:endParaRPr lang="uk-UA"/>
        </a:p>
      </dgm:t>
    </dgm:pt>
    <dgm:pt modelId="{7514C9A1-187C-4C86-B8D2-22F180FEE39A}">
      <dgm:prSet/>
      <dgm:spPr/>
      <dgm:t>
        <a:bodyPr/>
        <a:lstStyle/>
        <a:p>
          <a:r>
            <a:rPr lang="ru-RU" b="0" i="0"/>
            <a:t>важка промисловість</a:t>
          </a:r>
          <a:endParaRPr lang="uk-UA"/>
        </a:p>
      </dgm:t>
    </dgm:pt>
    <dgm:pt modelId="{DBFBD3D6-7890-480D-9A72-64250DB63D62}" type="parTrans" cxnId="{6E62589A-C8F4-448E-9B7A-58232E50FB83}">
      <dgm:prSet/>
      <dgm:spPr/>
      <dgm:t>
        <a:bodyPr/>
        <a:lstStyle/>
        <a:p>
          <a:endParaRPr lang="uk-UA"/>
        </a:p>
      </dgm:t>
    </dgm:pt>
    <dgm:pt modelId="{ED3012FB-0999-42FF-80B3-6EAE16AF2A58}" type="sibTrans" cxnId="{6E62589A-C8F4-448E-9B7A-58232E50FB83}">
      <dgm:prSet/>
      <dgm:spPr/>
      <dgm:t>
        <a:bodyPr/>
        <a:lstStyle/>
        <a:p>
          <a:endParaRPr lang="uk-UA"/>
        </a:p>
      </dgm:t>
    </dgm:pt>
    <dgm:pt modelId="{EA8DB9B7-2F42-4724-A4BB-1F9936BDCD0A}" type="pres">
      <dgm:prSet presAssocID="{99971153-C297-4E0D-B891-295D9772D77B}" presName="linearFlow" presStyleCnt="0">
        <dgm:presLayoutVars>
          <dgm:dir/>
          <dgm:resizeHandles val="exact"/>
        </dgm:presLayoutVars>
      </dgm:prSet>
      <dgm:spPr/>
    </dgm:pt>
    <dgm:pt modelId="{9672965F-58CC-4448-ADE1-B1792886A52F}" type="pres">
      <dgm:prSet presAssocID="{231E0C2D-51D0-4806-A8FC-EF62E060F4E1}" presName="composite" presStyleCnt="0"/>
      <dgm:spPr/>
    </dgm:pt>
    <dgm:pt modelId="{CFEDBDA7-C1AD-4DB2-A0A8-CE5FFB0887EE}" type="pres">
      <dgm:prSet presAssocID="{231E0C2D-51D0-4806-A8FC-EF62E060F4E1}" presName="imgShp" presStyleLbl="fgImgPlace1" presStyleIdx="0" presStyleCnt="4"/>
      <dgm:spPr/>
    </dgm:pt>
    <dgm:pt modelId="{CDA9B4AE-95B3-45E7-BFD7-650831F59AA1}" type="pres">
      <dgm:prSet presAssocID="{231E0C2D-51D0-4806-A8FC-EF62E060F4E1}" presName="txShp" presStyleLbl="node1" presStyleIdx="0" presStyleCnt="4">
        <dgm:presLayoutVars>
          <dgm:bulletEnabled val="1"/>
        </dgm:presLayoutVars>
      </dgm:prSet>
      <dgm:spPr/>
    </dgm:pt>
    <dgm:pt modelId="{DD1FD3FC-2368-43BC-A952-50982C6DE10A}" type="pres">
      <dgm:prSet presAssocID="{D47BA36E-9719-494F-A2EE-5FCC3F23CE31}" presName="spacing" presStyleCnt="0"/>
      <dgm:spPr/>
    </dgm:pt>
    <dgm:pt modelId="{C43BA5EB-E6FB-497F-9A5D-95F28BADFADA}" type="pres">
      <dgm:prSet presAssocID="{38EC5935-AE98-41AD-80AA-3DE8972A6D36}" presName="composite" presStyleCnt="0"/>
      <dgm:spPr/>
    </dgm:pt>
    <dgm:pt modelId="{48094E80-078B-458E-8AEB-9BA97D4A6C6F}" type="pres">
      <dgm:prSet presAssocID="{38EC5935-AE98-41AD-80AA-3DE8972A6D36}" presName="imgShp" presStyleLbl="fgImgPlace1" presStyleIdx="1" presStyleCnt="4"/>
      <dgm:spPr/>
    </dgm:pt>
    <dgm:pt modelId="{E636827B-FB99-45B7-ADDE-5F6920C5869C}" type="pres">
      <dgm:prSet presAssocID="{38EC5935-AE98-41AD-80AA-3DE8972A6D36}" presName="txShp" presStyleLbl="node1" presStyleIdx="1" presStyleCnt="4">
        <dgm:presLayoutVars>
          <dgm:bulletEnabled val="1"/>
        </dgm:presLayoutVars>
      </dgm:prSet>
      <dgm:spPr/>
    </dgm:pt>
    <dgm:pt modelId="{AAAC3855-E657-47B5-91FE-FED8BB4618A8}" type="pres">
      <dgm:prSet presAssocID="{CDA1A30D-415E-4AE1-A155-649AF855A0DE}" presName="spacing" presStyleCnt="0"/>
      <dgm:spPr/>
    </dgm:pt>
    <dgm:pt modelId="{0E07BDFB-1ECE-453D-87F3-E660C8E841AC}" type="pres">
      <dgm:prSet presAssocID="{D749408E-DED7-4D36-9D31-78CCFB175A92}" presName="composite" presStyleCnt="0"/>
      <dgm:spPr/>
    </dgm:pt>
    <dgm:pt modelId="{6F2F4439-B700-43F7-B279-09AD2450345E}" type="pres">
      <dgm:prSet presAssocID="{D749408E-DED7-4D36-9D31-78CCFB175A92}" presName="imgShp" presStyleLbl="fgImgPlace1" presStyleIdx="2" presStyleCnt="4"/>
      <dgm:spPr/>
    </dgm:pt>
    <dgm:pt modelId="{F545FC89-2BB5-495D-B286-93230C3CCAC2}" type="pres">
      <dgm:prSet presAssocID="{D749408E-DED7-4D36-9D31-78CCFB175A92}" presName="txShp" presStyleLbl="node1" presStyleIdx="2" presStyleCnt="4">
        <dgm:presLayoutVars>
          <dgm:bulletEnabled val="1"/>
        </dgm:presLayoutVars>
      </dgm:prSet>
      <dgm:spPr/>
    </dgm:pt>
    <dgm:pt modelId="{BBDBD074-03EF-4A9B-9971-84514A0D160E}" type="pres">
      <dgm:prSet presAssocID="{268792D6-CB54-4BE4-B762-B199E6013350}" presName="spacing" presStyleCnt="0"/>
      <dgm:spPr/>
    </dgm:pt>
    <dgm:pt modelId="{D0C5F55A-50BC-4D24-BF8A-8B1C0F8E2D46}" type="pres">
      <dgm:prSet presAssocID="{7514C9A1-187C-4C86-B8D2-22F180FEE39A}" presName="composite" presStyleCnt="0"/>
      <dgm:spPr/>
    </dgm:pt>
    <dgm:pt modelId="{51212746-03AC-41C1-991C-465A3BE80DAE}" type="pres">
      <dgm:prSet presAssocID="{7514C9A1-187C-4C86-B8D2-22F180FEE39A}" presName="imgShp" presStyleLbl="fgImgPlace1" presStyleIdx="3" presStyleCnt="4"/>
      <dgm:spPr/>
    </dgm:pt>
    <dgm:pt modelId="{4D175A45-3122-4800-8BFB-B6D03BBC6D50}" type="pres">
      <dgm:prSet presAssocID="{7514C9A1-187C-4C86-B8D2-22F180FEE39A}" presName="txShp" presStyleLbl="node1" presStyleIdx="3" presStyleCnt="4">
        <dgm:presLayoutVars>
          <dgm:bulletEnabled val="1"/>
        </dgm:presLayoutVars>
      </dgm:prSet>
      <dgm:spPr/>
    </dgm:pt>
  </dgm:ptLst>
  <dgm:cxnLst>
    <dgm:cxn modelId="{1214FF03-A7D3-4C35-8DF1-F970BAAD778B}" type="presOf" srcId="{D749408E-DED7-4D36-9D31-78CCFB175A92}" destId="{F545FC89-2BB5-495D-B286-93230C3CCAC2}" srcOrd="0" destOrd="0" presId="urn:microsoft.com/office/officeart/2005/8/layout/vList3"/>
    <dgm:cxn modelId="{F26C411B-A1CB-42B2-B998-E2A8A43BD4D8}" srcId="{99971153-C297-4E0D-B891-295D9772D77B}" destId="{D749408E-DED7-4D36-9D31-78CCFB175A92}" srcOrd="2" destOrd="0" parTransId="{0313CBFD-B486-4F64-B5BE-B08894D939DB}" sibTransId="{268792D6-CB54-4BE4-B762-B199E6013350}"/>
    <dgm:cxn modelId="{30F57566-4194-439C-80A5-0DC4AA6A7037}" type="presOf" srcId="{231E0C2D-51D0-4806-A8FC-EF62E060F4E1}" destId="{CDA9B4AE-95B3-45E7-BFD7-650831F59AA1}" srcOrd="0" destOrd="0" presId="urn:microsoft.com/office/officeart/2005/8/layout/vList3"/>
    <dgm:cxn modelId="{BD2C4F74-88F5-4D97-8BB2-1A62E4FF1A0F}" type="presOf" srcId="{7514C9A1-187C-4C86-B8D2-22F180FEE39A}" destId="{4D175A45-3122-4800-8BFB-B6D03BBC6D50}" srcOrd="0" destOrd="0" presId="urn:microsoft.com/office/officeart/2005/8/layout/vList3"/>
    <dgm:cxn modelId="{E8CDAC80-62F9-40A9-83E8-447960B252C9}" srcId="{99971153-C297-4E0D-B891-295D9772D77B}" destId="{231E0C2D-51D0-4806-A8FC-EF62E060F4E1}" srcOrd="0" destOrd="0" parTransId="{53C61AAA-AB1C-4427-9FD4-318F46195D19}" sibTransId="{D47BA36E-9719-494F-A2EE-5FCC3F23CE31}"/>
    <dgm:cxn modelId="{6E62589A-C8F4-448E-9B7A-58232E50FB83}" srcId="{99971153-C297-4E0D-B891-295D9772D77B}" destId="{7514C9A1-187C-4C86-B8D2-22F180FEE39A}" srcOrd="3" destOrd="0" parTransId="{DBFBD3D6-7890-480D-9A72-64250DB63D62}" sibTransId="{ED3012FB-0999-42FF-80B3-6EAE16AF2A58}"/>
    <dgm:cxn modelId="{C242FEBF-0700-4346-99FE-180B32D26291}" type="presOf" srcId="{38EC5935-AE98-41AD-80AA-3DE8972A6D36}" destId="{E636827B-FB99-45B7-ADDE-5F6920C5869C}" srcOrd="0" destOrd="0" presId="urn:microsoft.com/office/officeart/2005/8/layout/vList3"/>
    <dgm:cxn modelId="{663088D2-A529-4AB0-8A3A-CE0902360BF4}" srcId="{99971153-C297-4E0D-B891-295D9772D77B}" destId="{38EC5935-AE98-41AD-80AA-3DE8972A6D36}" srcOrd="1" destOrd="0" parTransId="{D504D84A-13B5-4EAA-8E89-7B1D86331137}" sibTransId="{CDA1A30D-415E-4AE1-A155-649AF855A0DE}"/>
    <dgm:cxn modelId="{B73BCEEA-0204-4D3F-8496-7B5B38BD3749}" type="presOf" srcId="{99971153-C297-4E0D-B891-295D9772D77B}" destId="{EA8DB9B7-2F42-4724-A4BB-1F9936BDCD0A}" srcOrd="0" destOrd="0" presId="urn:microsoft.com/office/officeart/2005/8/layout/vList3"/>
    <dgm:cxn modelId="{4E74E1B5-1EBD-4280-ABBC-49275C9C83E2}" type="presParOf" srcId="{EA8DB9B7-2F42-4724-A4BB-1F9936BDCD0A}" destId="{9672965F-58CC-4448-ADE1-B1792886A52F}" srcOrd="0" destOrd="0" presId="urn:microsoft.com/office/officeart/2005/8/layout/vList3"/>
    <dgm:cxn modelId="{FE9D6292-7B61-4D6D-9C45-016839A9AEE2}" type="presParOf" srcId="{9672965F-58CC-4448-ADE1-B1792886A52F}" destId="{CFEDBDA7-C1AD-4DB2-A0A8-CE5FFB0887EE}" srcOrd="0" destOrd="0" presId="urn:microsoft.com/office/officeart/2005/8/layout/vList3"/>
    <dgm:cxn modelId="{B3073C21-7A37-4056-BAC0-D3FF17652A44}" type="presParOf" srcId="{9672965F-58CC-4448-ADE1-B1792886A52F}" destId="{CDA9B4AE-95B3-45E7-BFD7-650831F59AA1}" srcOrd="1" destOrd="0" presId="urn:microsoft.com/office/officeart/2005/8/layout/vList3"/>
    <dgm:cxn modelId="{974A8A96-C7B8-44AA-BAC2-06FA43E03725}" type="presParOf" srcId="{EA8DB9B7-2F42-4724-A4BB-1F9936BDCD0A}" destId="{DD1FD3FC-2368-43BC-A952-50982C6DE10A}" srcOrd="1" destOrd="0" presId="urn:microsoft.com/office/officeart/2005/8/layout/vList3"/>
    <dgm:cxn modelId="{5C30DACA-06EC-4F2C-B8FA-7DAA9AFBD48C}" type="presParOf" srcId="{EA8DB9B7-2F42-4724-A4BB-1F9936BDCD0A}" destId="{C43BA5EB-E6FB-497F-9A5D-95F28BADFADA}" srcOrd="2" destOrd="0" presId="urn:microsoft.com/office/officeart/2005/8/layout/vList3"/>
    <dgm:cxn modelId="{05894FDC-E1C0-4B64-A613-673B525D94BE}" type="presParOf" srcId="{C43BA5EB-E6FB-497F-9A5D-95F28BADFADA}" destId="{48094E80-078B-458E-8AEB-9BA97D4A6C6F}" srcOrd="0" destOrd="0" presId="urn:microsoft.com/office/officeart/2005/8/layout/vList3"/>
    <dgm:cxn modelId="{8E2798F9-4F7D-49B2-AB14-ECE4AE1E3FA3}" type="presParOf" srcId="{C43BA5EB-E6FB-497F-9A5D-95F28BADFADA}" destId="{E636827B-FB99-45B7-ADDE-5F6920C5869C}" srcOrd="1" destOrd="0" presId="urn:microsoft.com/office/officeart/2005/8/layout/vList3"/>
    <dgm:cxn modelId="{5EAA48EE-0E4F-4DED-9E83-ACB3596B4FFB}" type="presParOf" srcId="{EA8DB9B7-2F42-4724-A4BB-1F9936BDCD0A}" destId="{AAAC3855-E657-47B5-91FE-FED8BB4618A8}" srcOrd="3" destOrd="0" presId="urn:microsoft.com/office/officeart/2005/8/layout/vList3"/>
    <dgm:cxn modelId="{4699FF5D-D88F-4470-B46A-736094CCE0A2}" type="presParOf" srcId="{EA8DB9B7-2F42-4724-A4BB-1F9936BDCD0A}" destId="{0E07BDFB-1ECE-453D-87F3-E660C8E841AC}" srcOrd="4" destOrd="0" presId="urn:microsoft.com/office/officeart/2005/8/layout/vList3"/>
    <dgm:cxn modelId="{E3606F32-6F48-4B2B-A691-5E2ED0D38FC4}" type="presParOf" srcId="{0E07BDFB-1ECE-453D-87F3-E660C8E841AC}" destId="{6F2F4439-B700-43F7-B279-09AD2450345E}" srcOrd="0" destOrd="0" presId="urn:microsoft.com/office/officeart/2005/8/layout/vList3"/>
    <dgm:cxn modelId="{420417DA-4055-4076-943E-E3968D69BA6D}" type="presParOf" srcId="{0E07BDFB-1ECE-453D-87F3-E660C8E841AC}" destId="{F545FC89-2BB5-495D-B286-93230C3CCAC2}" srcOrd="1" destOrd="0" presId="urn:microsoft.com/office/officeart/2005/8/layout/vList3"/>
    <dgm:cxn modelId="{0EC25325-B76E-484A-97CF-0E71A935633E}" type="presParOf" srcId="{EA8DB9B7-2F42-4724-A4BB-1F9936BDCD0A}" destId="{BBDBD074-03EF-4A9B-9971-84514A0D160E}" srcOrd="5" destOrd="0" presId="urn:microsoft.com/office/officeart/2005/8/layout/vList3"/>
    <dgm:cxn modelId="{08B16FF6-5710-467A-9240-B7BB75CC852D}" type="presParOf" srcId="{EA8DB9B7-2F42-4724-A4BB-1F9936BDCD0A}" destId="{D0C5F55A-50BC-4D24-BF8A-8B1C0F8E2D46}" srcOrd="6" destOrd="0" presId="urn:microsoft.com/office/officeart/2005/8/layout/vList3"/>
    <dgm:cxn modelId="{D1E1EEDC-5635-4B8C-9656-EA5BFDEF7F50}" type="presParOf" srcId="{D0C5F55A-50BC-4D24-BF8A-8B1C0F8E2D46}" destId="{51212746-03AC-41C1-991C-465A3BE80DAE}" srcOrd="0" destOrd="0" presId="urn:microsoft.com/office/officeart/2005/8/layout/vList3"/>
    <dgm:cxn modelId="{98344FAF-CEB5-4DEE-ABE5-47DECB225BA2}" type="presParOf" srcId="{D0C5F55A-50BC-4D24-BF8A-8B1C0F8E2D46}" destId="{4D175A45-3122-4800-8BFB-B6D03BBC6D50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EEB9B36-B9A2-47F1-A050-25FC69BFFC77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09B72AA-BA4C-462D-8365-2ABCF7FBB004}">
      <dgm:prSet/>
      <dgm:spPr/>
      <dgm:t>
        <a:bodyPr/>
        <a:lstStyle/>
        <a:p>
          <a:r>
            <a:rPr lang="ru-RU" b="0" i="0"/>
            <a:t>М. Приймаченко</a:t>
          </a:r>
          <a:endParaRPr lang="uk-UA"/>
        </a:p>
      </dgm:t>
    </dgm:pt>
    <dgm:pt modelId="{58DA7F83-3C82-4B90-9631-F86BCB0DE03F}" type="parTrans" cxnId="{C2F4DEDF-CB3D-4106-A509-7F041F445DFE}">
      <dgm:prSet/>
      <dgm:spPr/>
      <dgm:t>
        <a:bodyPr/>
        <a:lstStyle/>
        <a:p>
          <a:endParaRPr lang="uk-UA"/>
        </a:p>
      </dgm:t>
    </dgm:pt>
    <dgm:pt modelId="{199FBEB0-F799-43AA-837B-2FCD822873C9}" type="sibTrans" cxnId="{C2F4DEDF-CB3D-4106-A509-7F041F445DFE}">
      <dgm:prSet/>
      <dgm:spPr/>
      <dgm:t>
        <a:bodyPr/>
        <a:lstStyle/>
        <a:p>
          <a:endParaRPr lang="uk-UA"/>
        </a:p>
      </dgm:t>
    </dgm:pt>
    <dgm:pt modelId="{339D1C43-C4B3-442D-A73B-B53D80BF262F}">
      <dgm:prSet/>
      <dgm:spPr/>
      <dgm:t>
        <a:bodyPr/>
        <a:lstStyle/>
        <a:p>
          <a:r>
            <a:rPr lang="ru-RU" b="0" i="0"/>
            <a:t>А. Горська</a:t>
          </a:r>
          <a:endParaRPr lang="uk-UA"/>
        </a:p>
      </dgm:t>
    </dgm:pt>
    <dgm:pt modelId="{3C727A50-2F46-47DA-8F71-9DCEA11C3817}" type="parTrans" cxnId="{711B772D-F925-49B5-8193-4EEA1489EC0F}">
      <dgm:prSet/>
      <dgm:spPr/>
      <dgm:t>
        <a:bodyPr/>
        <a:lstStyle/>
        <a:p>
          <a:endParaRPr lang="uk-UA"/>
        </a:p>
      </dgm:t>
    </dgm:pt>
    <dgm:pt modelId="{E90BB076-3556-4D1D-93E5-723A696951C3}" type="sibTrans" cxnId="{711B772D-F925-49B5-8193-4EEA1489EC0F}">
      <dgm:prSet/>
      <dgm:spPr/>
      <dgm:t>
        <a:bodyPr/>
        <a:lstStyle/>
        <a:p>
          <a:endParaRPr lang="uk-UA"/>
        </a:p>
      </dgm:t>
    </dgm:pt>
    <dgm:pt modelId="{245EBA0C-16F9-4AB7-9781-34C299FACCF3}">
      <dgm:prSet/>
      <dgm:spPr/>
      <dgm:t>
        <a:bodyPr/>
        <a:lstStyle/>
        <a:p>
          <a:r>
            <a:rPr lang="ru-RU" b="0" i="0"/>
            <a:t>К. Білокур</a:t>
          </a:r>
          <a:endParaRPr lang="uk-UA"/>
        </a:p>
      </dgm:t>
    </dgm:pt>
    <dgm:pt modelId="{2AF578E8-DDD3-48F1-87D4-746194ACB034}" type="parTrans" cxnId="{866C5E3A-9891-488B-935C-20325DB063AC}">
      <dgm:prSet/>
      <dgm:spPr/>
      <dgm:t>
        <a:bodyPr/>
        <a:lstStyle/>
        <a:p>
          <a:endParaRPr lang="uk-UA"/>
        </a:p>
      </dgm:t>
    </dgm:pt>
    <dgm:pt modelId="{AAC78880-BA06-448C-A7F1-7AEFB1997EF5}" type="sibTrans" cxnId="{866C5E3A-9891-488B-935C-20325DB063AC}">
      <dgm:prSet/>
      <dgm:spPr/>
      <dgm:t>
        <a:bodyPr/>
        <a:lstStyle/>
        <a:p>
          <a:endParaRPr lang="uk-UA"/>
        </a:p>
      </dgm:t>
    </dgm:pt>
    <dgm:pt modelId="{B42A607F-7DFB-47C9-8CCC-C6DA5774F977}">
      <dgm:prSet/>
      <dgm:spPr/>
      <dgm:t>
        <a:bodyPr/>
        <a:lstStyle/>
        <a:p>
          <a:r>
            <a:rPr lang="ru-RU" b="0" i="0"/>
            <a:t>Т. Яблонська</a:t>
          </a:r>
          <a:endParaRPr lang="uk-UA"/>
        </a:p>
      </dgm:t>
    </dgm:pt>
    <dgm:pt modelId="{32C923F3-D4FB-4339-B76C-84C2AAC2F1EC}" type="parTrans" cxnId="{B1D35C3C-0DE0-4474-92C6-0BF82D90E058}">
      <dgm:prSet/>
      <dgm:spPr/>
      <dgm:t>
        <a:bodyPr/>
        <a:lstStyle/>
        <a:p>
          <a:endParaRPr lang="uk-UA"/>
        </a:p>
      </dgm:t>
    </dgm:pt>
    <dgm:pt modelId="{610BF327-9799-40FA-97B4-1F8FF34B78E3}" type="sibTrans" cxnId="{B1D35C3C-0DE0-4474-92C6-0BF82D90E058}">
      <dgm:prSet/>
      <dgm:spPr/>
      <dgm:t>
        <a:bodyPr/>
        <a:lstStyle/>
        <a:p>
          <a:endParaRPr lang="uk-UA"/>
        </a:p>
      </dgm:t>
    </dgm:pt>
    <dgm:pt modelId="{07F006FC-8765-4825-B276-32D1E4BF1CBE}" type="pres">
      <dgm:prSet presAssocID="{1EEB9B36-B9A2-47F1-A050-25FC69BFFC77}" presName="linearFlow" presStyleCnt="0">
        <dgm:presLayoutVars>
          <dgm:dir/>
          <dgm:resizeHandles val="exact"/>
        </dgm:presLayoutVars>
      </dgm:prSet>
      <dgm:spPr/>
    </dgm:pt>
    <dgm:pt modelId="{46DCB714-EA1A-4A12-97F6-0A22DDDD4821}" type="pres">
      <dgm:prSet presAssocID="{E09B72AA-BA4C-462D-8365-2ABCF7FBB004}" presName="composite" presStyleCnt="0"/>
      <dgm:spPr/>
    </dgm:pt>
    <dgm:pt modelId="{D8CEBEB1-23A4-4D74-933E-EC710762BA3E}" type="pres">
      <dgm:prSet presAssocID="{E09B72AA-BA4C-462D-8365-2ABCF7FBB004}" presName="imgShp" presStyleLbl="fgImgPlace1" presStyleIdx="0" presStyleCnt="4"/>
      <dgm:spPr/>
    </dgm:pt>
    <dgm:pt modelId="{3C532753-2C06-4C26-BB7F-B3989C78A82C}" type="pres">
      <dgm:prSet presAssocID="{E09B72AA-BA4C-462D-8365-2ABCF7FBB004}" presName="txShp" presStyleLbl="node1" presStyleIdx="0" presStyleCnt="4">
        <dgm:presLayoutVars>
          <dgm:bulletEnabled val="1"/>
        </dgm:presLayoutVars>
      </dgm:prSet>
      <dgm:spPr/>
    </dgm:pt>
    <dgm:pt modelId="{54BAF527-F8C4-4F35-A761-04AC2D6AFC98}" type="pres">
      <dgm:prSet presAssocID="{199FBEB0-F799-43AA-837B-2FCD822873C9}" presName="spacing" presStyleCnt="0"/>
      <dgm:spPr/>
    </dgm:pt>
    <dgm:pt modelId="{FBFC6DA1-69D7-4BC9-B6AC-BFE702AEF1F2}" type="pres">
      <dgm:prSet presAssocID="{339D1C43-C4B3-442D-A73B-B53D80BF262F}" presName="composite" presStyleCnt="0"/>
      <dgm:spPr/>
    </dgm:pt>
    <dgm:pt modelId="{E1A6A0E0-6A64-4E2F-AADA-5DCB305944A5}" type="pres">
      <dgm:prSet presAssocID="{339D1C43-C4B3-442D-A73B-B53D80BF262F}" presName="imgShp" presStyleLbl="fgImgPlace1" presStyleIdx="1" presStyleCnt="4"/>
      <dgm:spPr/>
    </dgm:pt>
    <dgm:pt modelId="{01DD8CF2-CB92-4C8B-99FB-7D262219027D}" type="pres">
      <dgm:prSet presAssocID="{339D1C43-C4B3-442D-A73B-B53D80BF262F}" presName="txShp" presStyleLbl="node1" presStyleIdx="1" presStyleCnt="4">
        <dgm:presLayoutVars>
          <dgm:bulletEnabled val="1"/>
        </dgm:presLayoutVars>
      </dgm:prSet>
      <dgm:spPr/>
    </dgm:pt>
    <dgm:pt modelId="{5DD1F89E-2FDF-4963-803D-0F5A2DB4D47C}" type="pres">
      <dgm:prSet presAssocID="{E90BB076-3556-4D1D-93E5-723A696951C3}" presName="spacing" presStyleCnt="0"/>
      <dgm:spPr/>
    </dgm:pt>
    <dgm:pt modelId="{E24B59BA-945E-4133-90C7-E159A67D3BCE}" type="pres">
      <dgm:prSet presAssocID="{245EBA0C-16F9-4AB7-9781-34C299FACCF3}" presName="composite" presStyleCnt="0"/>
      <dgm:spPr/>
    </dgm:pt>
    <dgm:pt modelId="{C93B95B6-0433-4103-AC1F-7DA8141F37BF}" type="pres">
      <dgm:prSet presAssocID="{245EBA0C-16F9-4AB7-9781-34C299FACCF3}" presName="imgShp" presStyleLbl="fgImgPlace1" presStyleIdx="2" presStyleCnt="4"/>
      <dgm:spPr/>
    </dgm:pt>
    <dgm:pt modelId="{CB1A171B-8989-40B4-A0B0-04086CF2C44B}" type="pres">
      <dgm:prSet presAssocID="{245EBA0C-16F9-4AB7-9781-34C299FACCF3}" presName="txShp" presStyleLbl="node1" presStyleIdx="2" presStyleCnt="4">
        <dgm:presLayoutVars>
          <dgm:bulletEnabled val="1"/>
        </dgm:presLayoutVars>
      </dgm:prSet>
      <dgm:spPr/>
    </dgm:pt>
    <dgm:pt modelId="{DE5B3D1E-0983-4EC9-9D11-968F752B6C9C}" type="pres">
      <dgm:prSet presAssocID="{AAC78880-BA06-448C-A7F1-7AEFB1997EF5}" presName="spacing" presStyleCnt="0"/>
      <dgm:spPr/>
    </dgm:pt>
    <dgm:pt modelId="{8269BCC4-8FC0-4C35-A6E5-4E0B7A2CE18F}" type="pres">
      <dgm:prSet presAssocID="{B42A607F-7DFB-47C9-8CCC-C6DA5774F977}" presName="composite" presStyleCnt="0"/>
      <dgm:spPr/>
    </dgm:pt>
    <dgm:pt modelId="{D11B719C-7FF0-4CE4-8CA2-85E56B1010D4}" type="pres">
      <dgm:prSet presAssocID="{B42A607F-7DFB-47C9-8CCC-C6DA5774F977}" presName="imgShp" presStyleLbl="fgImgPlace1" presStyleIdx="3" presStyleCnt="4"/>
      <dgm:spPr/>
    </dgm:pt>
    <dgm:pt modelId="{C792D815-23B9-4FD8-A356-E8909CD4B173}" type="pres">
      <dgm:prSet presAssocID="{B42A607F-7DFB-47C9-8CCC-C6DA5774F977}" presName="txShp" presStyleLbl="node1" presStyleIdx="3" presStyleCnt="4">
        <dgm:presLayoutVars>
          <dgm:bulletEnabled val="1"/>
        </dgm:presLayoutVars>
      </dgm:prSet>
      <dgm:spPr/>
    </dgm:pt>
  </dgm:ptLst>
  <dgm:cxnLst>
    <dgm:cxn modelId="{B57A9112-B0C1-447E-AA1D-9D8070B4D871}" type="presOf" srcId="{1EEB9B36-B9A2-47F1-A050-25FC69BFFC77}" destId="{07F006FC-8765-4825-B276-32D1E4BF1CBE}" srcOrd="0" destOrd="0" presId="urn:microsoft.com/office/officeart/2005/8/layout/vList3"/>
    <dgm:cxn modelId="{711B772D-F925-49B5-8193-4EEA1489EC0F}" srcId="{1EEB9B36-B9A2-47F1-A050-25FC69BFFC77}" destId="{339D1C43-C4B3-442D-A73B-B53D80BF262F}" srcOrd="1" destOrd="0" parTransId="{3C727A50-2F46-47DA-8F71-9DCEA11C3817}" sibTransId="{E90BB076-3556-4D1D-93E5-723A696951C3}"/>
    <dgm:cxn modelId="{5197F932-E0A0-44E6-9118-63D2244C2C39}" type="presOf" srcId="{E09B72AA-BA4C-462D-8365-2ABCF7FBB004}" destId="{3C532753-2C06-4C26-BB7F-B3989C78A82C}" srcOrd="0" destOrd="0" presId="urn:microsoft.com/office/officeart/2005/8/layout/vList3"/>
    <dgm:cxn modelId="{866C5E3A-9891-488B-935C-20325DB063AC}" srcId="{1EEB9B36-B9A2-47F1-A050-25FC69BFFC77}" destId="{245EBA0C-16F9-4AB7-9781-34C299FACCF3}" srcOrd="2" destOrd="0" parTransId="{2AF578E8-DDD3-48F1-87D4-746194ACB034}" sibTransId="{AAC78880-BA06-448C-A7F1-7AEFB1997EF5}"/>
    <dgm:cxn modelId="{B1D35C3C-0DE0-4474-92C6-0BF82D90E058}" srcId="{1EEB9B36-B9A2-47F1-A050-25FC69BFFC77}" destId="{B42A607F-7DFB-47C9-8CCC-C6DA5774F977}" srcOrd="3" destOrd="0" parTransId="{32C923F3-D4FB-4339-B76C-84C2AAC2F1EC}" sibTransId="{610BF327-9799-40FA-97B4-1F8FF34B78E3}"/>
    <dgm:cxn modelId="{CE858B4E-F92F-4BBA-A034-8F851678148B}" type="presOf" srcId="{245EBA0C-16F9-4AB7-9781-34C299FACCF3}" destId="{CB1A171B-8989-40B4-A0B0-04086CF2C44B}" srcOrd="0" destOrd="0" presId="urn:microsoft.com/office/officeart/2005/8/layout/vList3"/>
    <dgm:cxn modelId="{E9550F76-5D15-4410-B2FB-DC19E625016C}" type="presOf" srcId="{B42A607F-7DFB-47C9-8CCC-C6DA5774F977}" destId="{C792D815-23B9-4FD8-A356-E8909CD4B173}" srcOrd="0" destOrd="0" presId="urn:microsoft.com/office/officeart/2005/8/layout/vList3"/>
    <dgm:cxn modelId="{E4E8CD81-2FB1-4FAA-BB0D-B3BC379142EA}" type="presOf" srcId="{339D1C43-C4B3-442D-A73B-B53D80BF262F}" destId="{01DD8CF2-CB92-4C8B-99FB-7D262219027D}" srcOrd="0" destOrd="0" presId="urn:microsoft.com/office/officeart/2005/8/layout/vList3"/>
    <dgm:cxn modelId="{C2F4DEDF-CB3D-4106-A509-7F041F445DFE}" srcId="{1EEB9B36-B9A2-47F1-A050-25FC69BFFC77}" destId="{E09B72AA-BA4C-462D-8365-2ABCF7FBB004}" srcOrd="0" destOrd="0" parTransId="{58DA7F83-3C82-4B90-9631-F86BCB0DE03F}" sibTransId="{199FBEB0-F799-43AA-837B-2FCD822873C9}"/>
    <dgm:cxn modelId="{A2BF165C-729D-40AB-953A-276237B04176}" type="presParOf" srcId="{07F006FC-8765-4825-B276-32D1E4BF1CBE}" destId="{46DCB714-EA1A-4A12-97F6-0A22DDDD4821}" srcOrd="0" destOrd="0" presId="urn:microsoft.com/office/officeart/2005/8/layout/vList3"/>
    <dgm:cxn modelId="{B137F548-5318-4B09-9344-38F1CBB77AFA}" type="presParOf" srcId="{46DCB714-EA1A-4A12-97F6-0A22DDDD4821}" destId="{D8CEBEB1-23A4-4D74-933E-EC710762BA3E}" srcOrd="0" destOrd="0" presId="urn:microsoft.com/office/officeart/2005/8/layout/vList3"/>
    <dgm:cxn modelId="{7A31FA4D-5118-4039-8276-C770ED418118}" type="presParOf" srcId="{46DCB714-EA1A-4A12-97F6-0A22DDDD4821}" destId="{3C532753-2C06-4C26-BB7F-B3989C78A82C}" srcOrd="1" destOrd="0" presId="urn:microsoft.com/office/officeart/2005/8/layout/vList3"/>
    <dgm:cxn modelId="{E0C650A9-6A80-4F3B-A68F-69373E7023B4}" type="presParOf" srcId="{07F006FC-8765-4825-B276-32D1E4BF1CBE}" destId="{54BAF527-F8C4-4F35-A761-04AC2D6AFC98}" srcOrd="1" destOrd="0" presId="urn:microsoft.com/office/officeart/2005/8/layout/vList3"/>
    <dgm:cxn modelId="{9381DFD2-0925-44B1-8A99-EAA12B6A2F04}" type="presParOf" srcId="{07F006FC-8765-4825-B276-32D1E4BF1CBE}" destId="{FBFC6DA1-69D7-4BC9-B6AC-BFE702AEF1F2}" srcOrd="2" destOrd="0" presId="urn:microsoft.com/office/officeart/2005/8/layout/vList3"/>
    <dgm:cxn modelId="{39CD0BAB-C3BC-4019-916E-AAB241C327CE}" type="presParOf" srcId="{FBFC6DA1-69D7-4BC9-B6AC-BFE702AEF1F2}" destId="{E1A6A0E0-6A64-4E2F-AADA-5DCB305944A5}" srcOrd="0" destOrd="0" presId="urn:microsoft.com/office/officeart/2005/8/layout/vList3"/>
    <dgm:cxn modelId="{E3742AB4-D724-402B-B177-2033A2C4861C}" type="presParOf" srcId="{FBFC6DA1-69D7-4BC9-B6AC-BFE702AEF1F2}" destId="{01DD8CF2-CB92-4C8B-99FB-7D262219027D}" srcOrd="1" destOrd="0" presId="urn:microsoft.com/office/officeart/2005/8/layout/vList3"/>
    <dgm:cxn modelId="{5AC43828-65DE-4E8D-B023-066224BAAC0B}" type="presParOf" srcId="{07F006FC-8765-4825-B276-32D1E4BF1CBE}" destId="{5DD1F89E-2FDF-4963-803D-0F5A2DB4D47C}" srcOrd="3" destOrd="0" presId="urn:microsoft.com/office/officeart/2005/8/layout/vList3"/>
    <dgm:cxn modelId="{70411C0C-C51B-4315-A4CC-4520B780EAED}" type="presParOf" srcId="{07F006FC-8765-4825-B276-32D1E4BF1CBE}" destId="{E24B59BA-945E-4133-90C7-E159A67D3BCE}" srcOrd="4" destOrd="0" presId="urn:microsoft.com/office/officeart/2005/8/layout/vList3"/>
    <dgm:cxn modelId="{97D0F92A-B938-49FA-BF3D-93296F87D504}" type="presParOf" srcId="{E24B59BA-945E-4133-90C7-E159A67D3BCE}" destId="{C93B95B6-0433-4103-AC1F-7DA8141F37BF}" srcOrd="0" destOrd="0" presId="urn:microsoft.com/office/officeart/2005/8/layout/vList3"/>
    <dgm:cxn modelId="{A212095D-813A-4344-AA34-F8C630C15BCD}" type="presParOf" srcId="{E24B59BA-945E-4133-90C7-E159A67D3BCE}" destId="{CB1A171B-8989-40B4-A0B0-04086CF2C44B}" srcOrd="1" destOrd="0" presId="urn:microsoft.com/office/officeart/2005/8/layout/vList3"/>
    <dgm:cxn modelId="{340CA5D4-4229-40C3-A35D-613144A2DAAF}" type="presParOf" srcId="{07F006FC-8765-4825-B276-32D1E4BF1CBE}" destId="{DE5B3D1E-0983-4EC9-9D11-968F752B6C9C}" srcOrd="5" destOrd="0" presId="urn:microsoft.com/office/officeart/2005/8/layout/vList3"/>
    <dgm:cxn modelId="{AF88D107-5F17-4ECC-824E-4472D25F5C1A}" type="presParOf" srcId="{07F006FC-8765-4825-B276-32D1E4BF1CBE}" destId="{8269BCC4-8FC0-4C35-A6E5-4E0B7A2CE18F}" srcOrd="6" destOrd="0" presId="urn:microsoft.com/office/officeart/2005/8/layout/vList3"/>
    <dgm:cxn modelId="{23594ADB-F1AC-45AA-9F2E-3ECBB9D8B427}" type="presParOf" srcId="{8269BCC4-8FC0-4C35-A6E5-4E0B7A2CE18F}" destId="{D11B719C-7FF0-4CE4-8CA2-85E56B1010D4}" srcOrd="0" destOrd="0" presId="urn:microsoft.com/office/officeart/2005/8/layout/vList3"/>
    <dgm:cxn modelId="{C7FABA79-6310-4F31-8ECF-A686FDEC1D0E}" type="presParOf" srcId="{8269BCC4-8FC0-4C35-A6E5-4E0B7A2CE18F}" destId="{C792D815-23B9-4FD8-A356-E8909CD4B17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8924F22-38AE-4235-A9CD-706E63C0C398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336CB1E-6D65-4DAB-84D8-C0D394D889CB}">
      <dgm:prSet/>
      <dgm:spPr/>
      <dgm:t>
        <a:bodyPr/>
        <a:lstStyle/>
        <a:p>
          <a:r>
            <a:rPr lang="ru-RU" b="0" i="0"/>
            <a:t>Відображено в обох уривках.</a:t>
          </a:r>
          <a:endParaRPr lang="uk-UA"/>
        </a:p>
      </dgm:t>
    </dgm:pt>
    <dgm:pt modelId="{A26C165C-650D-4EA5-B282-88A1E4476B58}" type="parTrans" cxnId="{30128037-7153-4DEA-BA79-E951EB11A96F}">
      <dgm:prSet/>
      <dgm:spPr/>
      <dgm:t>
        <a:bodyPr/>
        <a:lstStyle/>
        <a:p>
          <a:endParaRPr lang="uk-UA"/>
        </a:p>
      </dgm:t>
    </dgm:pt>
    <dgm:pt modelId="{BB2B3F9A-D28C-46D4-8FFF-FA85A2717CA4}" type="sibTrans" cxnId="{30128037-7153-4DEA-BA79-E951EB11A96F}">
      <dgm:prSet/>
      <dgm:spPr/>
      <dgm:t>
        <a:bodyPr/>
        <a:lstStyle/>
        <a:p>
          <a:endParaRPr lang="uk-UA"/>
        </a:p>
      </dgm:t>
    </dgm:pt>
    <dgm:pt modelId="{22505651-7C29-4F29-9B67-E2AD84C78C88}">
      <dgm:prSet/>
      <dgm:spPr/>
      <dgm:t>
        <a:bodyPr/>
        <a:lstStyle/>
        <a:p>
          <a:r>
            <a:rPr lang="ru-RU" b="0" i="0"/>
            <a:t>Тільки в першому.</a:t>
          </a:r>
          <a:endParaRPr lang="uk-UA"/>
        </a:p>
      </dgm:t>
    </dgm:pt>
    <dgm:pt modelId="{26CBEE65-AFA1-4215-82F1-B07785262CC8}" type="parTrans" cxnId="{EC0CD586-8300-4726-AB08-417B467001F2}">
      <dgm:prSet/>
      <dgm:spPr/>
      <dgm:t>
        <a:bodyPr/>
        <a:lstStyle/>
        <a:p>
          <a:endParaRPr lang="uk-UA"/>
        </a:p>
      </dgm:t>
    </dgm:pt>
    <dgm:pt modelId="{615CEC5B-F9BC-404C-BE57-25E537BA693E}" type="sibTrans" cxnId="{EC0CD586-8300-4726-AB08-417B467001F2}">
      <dgm:prSet/>
      <dgm:spPr/>
      <dgm:t>
        <a:bodyPr/>
        <a:lstStyle/>
        <a:p>
          <a:endParaRPr lang="uk-UA"/>
        </a:p>
      </dgm:t>
    </dgm:pt>
    <dgm:pt modelId="{095CB7A6-12EE-409F-9EC7-573578E10A84}">
      <dgm:prSet/>
      <dgm:spPr/>
      <dgm:t>
        <a:bodyPr/>
        <a:lstStyle/>
        <a:p>
          <a:r>
            <a:rPr lang="ru-RU" b="0" i="0"/>
            <a:t>Тільки в другому.</a:t>
          </a:r>
          <a:endParaRPr lang="uk-UA"/>
        </a:p>
      </dgm:t>
    </dgm:pt>
    <dgm:pt modelId="{B0838130-A278-460D-9EC4-C043733A39DA}" type="parTrans" cxnId="{6D5DE29C-5086-4863-88A1-BCEEB68829D4}">
      <dgm:prSet/>
      <dgm:spPr/>
      <dgm:t>
        <a:bodyPr/>
        <a:lstStyle/>
        <a:p>
          <a:endParaRPr lang="uk-UA"/>
        </a:p>
      </dgm:t>
    </dgm:pt>
    <dgm:pt modelId="{62C07F6A-EF36-4315-93E3-7A00BA1B153C}" type="sibTrans" cxnId="{6D5DE29C-5086-4863-88A1-BCEEB68829D4}">
      <dgm:prSet/>
      <dgm:spPr/>
      <dgm:t>
        <a:bodyPr/>
        <a:lstStyle/>
        <a:p>
          <a:endParaRPr lang="uk-UA"/>
        </a:p>
      </dgm:t>
    </dgm:pt>
    <dgm:pt modelId="{9D80EE22-AE48-4C74-B6CF-39A15E1A6440}">
      <dgm:prSet/>
      <dgm:spPr/>
      <dgm:t>
        <a:bodyPr/>
        <a:lstStyle/>
        <a:p>
          <a:r>
            <a:rPr lang="ru-RU" b="0" i="0"/>
            <a:t>Не відображено в жодному з уривків.</a:t>
          </a:r>
          <a:endParaRPr lang="uk-UA"/>
        </a:p>
      </dgm:t>
    </dgm:pt>
    <dgm:pt modelId="{D72BED75-8CB0-4421-B49A-F19046E0A146}" type="parTrans" cxnId="{450EB20A-C669-4B58-A24B-3AD8F28A8628}">
      <dgm:prSet/>
      <dgm:spPr/>
      <dgm:t>
        <a:bodyPr/>
        <a:lstStyle/>
        <a:p>
          <a:endParaRPr lang="uk-UA"/>
        </a:p>
      </dgm:t>
    </dgm:pt>
    <dgm:pt modelId="{28B615FA-7E13-4225-9102-89CDF740CAED}" type="sibTrans" cxnId="{450EB20A-C669-4B58-A24B-3AD8F28A8628}">
      <dgm:prSet/>
      <dgm:spPr/>
      <dgm:t>
        <a:bodyPr/>
        <a:lstStyle/>
        <a:p>
          <a:endParaRPr lang="uk-UA"/>
        </a:p>
      </dgm:t>
    </dgm:pt>
    <dgm:pt modelId="{C0483473-3253-40F0-8604-BB8288883373}" type="pres">
      <dgm:prSet presAssocID="{D8924F22-38AE-4235-A9CD-706E63C0C398}" presName="linearFlow" presStyleCnt="0">
        <dgm:presLayoutVars>
          <dgm:dir/>
          <dgm:resizeHandles val="exact"/>
        </dgm:presLayoutVars>
      </dgm:prSet>
      <dgm:spPr/>
    </dgm:pt>
    <dgm:pt modelId="{01BCC6BD-6ADE-484F-BE4F-10A1931A7583}" type="pres">
      <dgm:prSet presAssocID="{E336CB1E-6D65-4DAB-84D8-C0D394D889CB}" presName="composite" presStyleCnt="0"/>
      <dgm:spPr/>
    </dgm:pt>
    <dgm:pt modelId="{326FCB7C-AD0C-4643-8A4C-2397A88C1BAE}" type="pres">
      <dgm:prSet presAssocID="{E336CB1E-6D65-4DAB-84D8-C0D394D889CB}" presName="imgShp" presStyleLbl="fgImgPlace1" presStyleIdx="0" presStyleCnt="4"/>
      <dgm:spPr/>
    </dgm:pt>
    <dgm:pt modelId="{B37A598E-358C-4AFA-B516-2419FD2A1D86}" type="pres">
      <dgm:prSet presAssocID="{E336CB1E-6D65-4DAB-84D8-C0D394D889CB}" presName="txShp" presStyleLbl="node1" presStyleIdx="0" presStyleCnt="4">
        <dgm:presLayoutVars>
          <dgm:bulletEnabled val="1"/>
        </dgm:presLayoutVars>
      </dgm:prSet>
      <dgm:spPr/>
    </dgm:pt>
    <dgm:pt modelId="{14FB0D7E-E494-4EBA-9472-12BA3CE89547}" type="pres">
      <dgm:prSet presAssocID="{BB2B3F9A-D28C-46D4-8FFF-FA85A2717CA4}" presName="spacing" presStyleCnt="0"/>
      <dgm:spPr/>
    </dgm:pt>
    <dgm:pt modelId="{851ADB3F-8E10-430D-80C5-64279DB73F14}" type="pres">
      <dgm:prSet presAssocID="{22505651-7C29-4F29-9B67-E2AD84C78C88}" presName="composite" presStyleCnt="0"/>
      <dgm:spPr/>
    </dgm:pt>
    <dgm:pt modelId="{12162DF6-970F-4646-91EF-3078BA3F384E}" type="pres">
      <dgm:prSet presAssocID="{22505651-7C29-4F29-9B67-E2AD84C78C88}" presName="imgShp" presStyleLbl="fgImgPlace1" presStyleIdx="1" presStyleCnt="4"/>
      <dgm:spPr/>
    </dgm:pt>
    <dgm:pt modelId="{9FFE4680-6FED-4CE4-B249-B0AF4CC62EA0}" type="pres">
      <dgm:prSet presAssocID="{22505651-7C29-4F29-9B67-E2AD84C78C88}" presName="txShp" presStyleLbl="node1" presStyleIdx="1" presStyleCnt="4">
        <dgm:presLayoutVars>
          <dgm:bulletEnabled val="1"/>
        </dgm:presLayoutVars>
      </dgm:prSet>
      <dgm:spPr/>
    </dgm:pt>
    <dgm:pt modelId="{C0ABE73F-F146-4D4D-B7B2-4B6EF6F5F790}" type="pres">
      <dgm:prSet presAssocID="{615CEC5B-F9BC-404C-BE57-25E537BA693E}" presName="spacing" presStyleCnt="0"/>
      <dgm:spPr/>
    </dgm:pt>
    <dgm:pt modelId="{72BCD4DB-5929-4EEB-BBF8-9B8527A9DB24}" type="pres">
      <dgm:prSet presAssocID="{095CB7A6-12EE-409F-9EC7-573578E10A84}" presName="composite" presStyleCnt="0"/>
      <dgm:spPr/>
    </dgm:pt>
    <dgm:pt modelId="{178EEAB1-9AF5-498E-BA46-9109E31EDFFF}" type="pres">
      <dgm:prSet presAssocID="{095CB7A6-12EE-409F-9EC7-573578E10A84}" presName="imgShp" presStyleLbl="fgImgPlace1" presStyleIdx="2" presStyleCnt="4"/>
      <dgm:spPr/>
    </dgm:pt>
    <dgm:pt modelId="{93B4DF49-2526-4D79-8909-A3FC67E571CE}" type="pres">
      <dgm:prSet presAssocID="{095CB7A6-12EE-409F-9EC7-573578E10A84}" presName="txShp" presStyleLbl="node1" presStyleIdx="2" presStyleCnt="4">
        <dgm:presLayoutVars>
          <dgm:bulletEnabled val="1"/>
        </dgm:presLayoutVars>
      </dgm:prSet>
      <dgm:spPr/>
    </dgm:pt>
    <dgm:pt modelId="{A21E99A8-59A2-4DD8-BA50-98BC0BB0271C}" type="pres">
      <dgm:prSet presAssocID="{62C07F6A-EF36-4315-93E3-7A00BA1B153C}" presName="spacing" presStyleCnt="0"/>
      <dgm:spPr/>
    </dgm:pt>
    <dgm:pt modelId="{4036BEFF-4B75-45E9-BA5A-75BBEE43C08E}" type="pres">
      <dgm:prSet presAssocID="{9D80EE22-AE48-4C74-B6CF-39A15E1A6440}" presName="composite" presStyleCnt="0"/>
      <dgm:spPr/>
    </dgm:pt>
    <dgm:pt modelId="{0EEBDCD3-D466-4BD6-BEF0-A9FFC79CDC7F}" type="pres">
      <dgm:prSet presAssocID="{9D80EE22-AE48-4C74-B6CF-39A15E1A6440}" presName="imgShp" presStyleLbl="fgImgPlace1" presStyleIdx="3" presStyleCnt="4"/>
      <dgm:spPr/>
    </dgm:pt>
    <dgm:pt modelId="{F9F79AA6-E16D-473A-87C1-0B267D279932}" type="pres">
      <dgm:prSet presAssocID="{9D80EE22-AE48-4C74-B6CF-39A15E1A6440}" presName="txShp" presStyleLbl="node1" presStyleIdx="3" presStyleCnt="4">
        <dgm:presLayoutVars>
          <dgm:bulletEnabled val="1"/>
        </dgm:presLayoutVars>
      </dgm:prSet>
      <dgm:spPr/>
    </dgm:pt>
  </dgm:ptLst>
  <dgm:cxnLst>
    <dgm:cxn modelId="{450EB20A-C669-4B58-A24B-3AD8F28A8628}" srcId="{D8924F22-38AE-4235-A9CD-706E63C0C398}" destId="{9D80EE22-AE48-4C74-B6CF-39A15E1A6440}" srcOrd="3" destOrd="0" parTransId="{D72BED75-8CB0-4421-B49A-F19046E0A146}" sibTransId="{28B615FA-7E13-4225-9102-89CDF740CAED}"/>
    <dgm:cxn modelId="{F1795A18-30C4-44FD-B634-0817F579DC18}" type="presOf" srcId="{22505651-7C29-4F29-9B67-E2AD84C78C88}" destId="{9FFE4680-6FED-4CE4-B249-B0AF4CC62EA0}" srcOrd="0" destOrd="0" presId="urn:microsoft.com/office/officeart/2005/8/layout/vList3"/>
    <dgm:cxn modelId="{30128037-7153-4DEA-BA79-E951EB11A96F}" srcId="{D8924F22-38AE-4235-A9CD-706E63C0C398}" destId="{E336CB1E-6D65-4DAB-84D8-C0D394D889CB}" srcOrd="0" destOrd="0" parTransId="{A26C165C-650D-4EA5-B282-88A1E4476B58}" sibTransId="{BB2B3F9A-D28C-46D4-8FFF-FA85A2717CA4}"/>
    <dgm:cxn modelId="{F0FF4F69-324F-49EE-878D-146D838F485D}" type="presOf" srcId="{095CB7A6-12EE-409F-9EC7-573578E10A84}" destId="{93B4DF49-2526-4D79-8909-A3FC67E571CE}" srcOrd="0" destOrd="0" presId="urn:microsoft.com/office/officeart/2005/8/layout/vList3"/>
    <dgm:cxn modelId="{FE719E79-B422-4742-B9FF-1EF16028C9D5}" type="presOf" srcId="{E336CB1E-6D65-4DAB-84D8-C0D394D889CB}" destId="{B37A598E-358C-4AFA-B516-2419FD2A1D86}" srcOrd="0" destOrd="0" presId="urn:microsoft.com/office/officeart/2005/8/layout/vList3"/>
    <dgm:cxn modelId="{EC0CD586-8300-4726-AB08-417B467001F2}" srcId="{D8924F22-38AE-4235-A9CD-706E63C0C398}" destId="{22505651-7C29-4F29-9B67-E2AD84C78C88}" srcOrd="1" destOrd="0" parTransId="{26CBEE65-AFA1-4215-82F1-B07785262CC8}" sibTransId="{615CEC5B-F9BC-404C-BE57-25E537BA693E}"/>
    <dgm:cxn modelId="{6D5DE29C-5086-4863-88A1-BCEEB68829D4}" srcId="{D8924F22-38AE-4235-A9CD-706E63C0C398}" destId="{095CB7A6-12EE-409F-9EC7-573578E10A84}" srcOrd="2" destOrd="0" parTransId="{B0838130-A278-460D-9EC4-C043733A39DA}" sibTransId="{62C07F6A-EF36-4315-93E3-7A00BA1B153C}"/>
    <dgm:cxn modelId="{C94194C0-5855-4C20-9988-4A90D602F5C7}" type="presOf" srcId="{9D80EE22-AE48-4C74-B6CF-39A15E1A6440}" destId="{F9F79AA6-E16D-473A-87C1-0B267D279932}" srcOrd="0" destOrd="0" presId="urn:microsoft.com/office/officeart/2005/8/layout/vList3"/>
    <dgm:cxn modelId="{C764F6F5-9441-42CB-B1D4-50ED16033979}" type="presOf" srcId="{D8924F22-38AE-4235-A9CD-706E63C0C398}" destId="{C0483473-3253-40F0-8604-BB8288883373}" srcOrd="0" destOrd="0" presId="urn:microsoft.com/office/officeart/2005/8/layout/vList3"/>
    <dgm:cxn modelId="{C44F5066-5AA9-4EA2-B8F5-D1F20D1D0F44}" type="presParOf" srcId="{C0483473-3253-40F0-8604-BB8288883373}" destId="{01BCC6BD-6ADE-484F-BE4F-10A1931A7583}" srcOrd="0" destOrd="0" presId="urn:microsoft.com/office/officeart/2005/8/layout/vList3"/>
    <dgm:cxn modelId="{913C5FED-EEE5-4BA9-92DE-27AB399AB4D3}" type="presParOf" srcId="{01BCC6BD-6ADE-484F-BE4F-10A1931A7583}" destId="{326FCB7C-AD0C-4643-8A4C-2397A88C1BAE}" srcOrd="0" destOrd="0" presId="urn:microsoft.com/office/officeart/2005/8/layout/vList3"/>
    <dgm:cxn modelId="{6B5279E4-6525-4B22-BDEA-5AD91E5B2955}" type="presParOf" srcId="{01BCC6BD-6ADE-484F-BE4F-10A1931A7583}" destId="{B37A598E-358C-4AFA-B516-2419FD2A1D86}" srcOrd="1" destOrd="0" presId="urn:microsoft.com/office/officeart/2005/8/layout/vList3"/>
    <dgm:cxn modelId="{F6991B61-7782-4474-942F-7630B50BB528}" type="presParOf" srcId="{C0483473-3253-40F0-8604-BB8288883373}" destId="{14FB0D7E-E494-4EBA-9472-12BA3CE89547}" srcOrd="1" destOrd="0" presId="urn:microsoft.com/office/officeart/2005/8/layout/vList3"/>
    <dgm:cxn modelId="{3A1225E1-469F-473B-951B-E334935C3202}" type="presParOf" srcId="{C0483473-3253-40F0-8604-BB8288883373}" destId="{851ADB3F-8E10-430D-80C5-64279DB73F14}" srcOrd="2" destOrd="0" presId="urn:microsoft.com/office/officeart/2005/8/layout/vList3"/>
    <dgm:cxn modelId="{D11FFCE8-AFD8-441A-B3AD-D409456A9D50}" type="presParOf" srcId="{851ADB3F-8E10-430D-80C5-64279DB73F14}" destId="{12162DF6-970F-4646-91EF-3078BA3F384E}" srcOrd="0" destOrd="0" presId="urn:microsoft.com/office/officeart/2005/8/layout/vList3"/>
    <dgm:cxn modelId="{9F70B2E2-07FA-4A65-B87F-7603E280F77A}" type="presParOf" srcId="{851ADB3F-8E10-430D-80C5-64279DB73F14}" destId="{9FFE4680-6FED-4CE4-B249-B0AF4CC62EA0}" srcOrd="1" destOrd="0" presId="urn:microsoft.com/office/officeart/2005/8/layout/vList3"/>
    <dgm:cxn modelId="{C455F786-DDE3-4B3D-A977-B5C779296096}" type="presParOf" srcId="{C0483473-3253-40F0-8604-BB8288883373}" destId="{C0ABE73F-F146-4D4D-B7B2-4B6EF6F5F790}" srcOrd="3" destOrd="0" presId="urn:microsoft.com/office/officeart/2005/8/layout/vList3"/>
    <dgm:cxn modelId="{5D198FCE-D116-410F-8512-A59FE608E76A}" type="presParOf" srcId="{C0483473-3253-40F0-8604-BB8288883373}" destId="{72BCD4DB-5929-4EEB-BBF8-9B8527A9DB24}" srcOrd="4" destOrd="0" presId="urn:microsoft.com/office/officeart/2005/8/layout/vList3"/>
    <dgm:cxn modelId="{8A84A9B1-53AA-4B5E-9185-7E44C3AB689A}" type="presParOf" srcId="{72BCD4DB-5929-4EEB-BBF8-9B8527A9DB24}" destId="{178EEAB1-9AF5-498E-BA46-9109E31EDFFF}" srcOrd="0" destOrd="0" presId="urn:microsoft.com/office/officeart/2005/8/layout/vList3"/>
    <dgm:cxn modelId="{F912A61C-9916-42AA-A674-ACF2EA42AB41}" type="presParOf" srcId="{72BCD4DB-5929-4EEB-BBF8-9B8527A9DB24}" destId="{93B4DF49-2526-4D79-8909-A3FC67E571CE}" srcOrd="1" destOrd="0" presId="urn:microsoft.com/office/officeart/2005/8/layout/vList3"/>
    <dgm:cxn modelId="{4714E11D-DF11-4C7C-BDEB-99E2E770946A}" type="presParOf" srcId="{C0483473-3253-40F0-8604-BB8288883373}" destId="{A21E99A8-59A2-4DD8-BA50-98BC0BB0271C}" srcOrd="5" destOrd="0" presId="urn:microsoft.com/office/officeart/2005/8/layout/vList3"/>
    <dgm:cxn modelId="{85AEA1A9-9997-4F60-A097-DC518B6E851D}" type="presParOf" srcId="{C0483473-3253-40F0-8604-BB8288883373}" destId="{4036BEFF-4B75-45E9-BA5A-75BBEE43C08E}" srcOrd="6" destOrd="0" presId="urn:microsoft.com/office/officeart/2005/8/layout/vList3"/>
    <dgm:cxn modelId="{13C01BEF-53BC-43CA-9039-014958AEA87D}" type="presParOf" srcId="{4036BEFF-4B75-45E9-BA5A-75BBEE43C08E}" destId="{0EEBDCD3-D466-4BD6-BEF0-A9FFC79CDC7F}" srcOrd="0" destOrd="0" presId="urn:microsoft.com/office/officeart/2005/8/layout/vList3"/>
    <dgm:cxn modelId="{2322E8E0-1802-4AB9-B363-15E8165B7505}" type="presParOf" srcId="{4036BEFF-4B75-45E9-BA5A-75BBEE43C08E}" destId="{F9F79AA6-E16D-473A-87C1-0B267D279932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8BFDC9A5-AAC8-4F9C-AA6D-52810BA40DD1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0BB51DB-D614-48FE-96E2-95484BDE8EEA}">
      <dgm:prSet/>
      <dgm:spPr/>
      <dgm:t>
        <a:bodyPr/>
        <a:lstStyle/>
        <a:p>
          <a:r>
            <a:rPr lang="uk-UA" b="0" i="0"/>
            <a:t>1</a:t>
          </a:r>
          <a:endParaRPr lang="uk-UA"/>
        </a:p>
      </dgm:t>
    </dgm:pt>
    <dgm:pt modelId="{E08B602E-7C21-486B-B1CF-134F866BC4D8}" type="parTrans" cxnId="{645225C4-8ABA-42CD-B4F6-3777AC1603BB}">
      <dgm:prSet/>
      <dgm:spPr/>
      <dgm:t>
        <a:bodyPr/>
        <a:lstStyle/>
        <a:p>
          <a:endParaRPr lang="uk-UA"/>
        </a:p>
      </dgm:t>
    </dgm:pt>
    <dgm:pt modelId="{10DABA65-E923-4A16-8096-7912FA7ABF05}" type="sibTrans" cxnId="{645225C4-8ABA-42CD-B4F6-3777AC1603BB}">
      <dgm:prSet/>
      <dgm:spPr/>
      <dgm:t>
        <a:bodyPr/>
        <a:lstStyle/>
        <a:p>
          <a:endParaRPr lang="uk-UA"/>
        </a:p>
      </dgm:t>
    </dgm:pt>
    <dgm:pt modelId="{64311F98-717A-4985-8A53-B7D21ECEA272}">
      <dgm:prSet/>
      <dgm:spPr/>
      <dgm:t>
        <a:bodyPr/>
        <a:lstStyle/>
        <a:p>
          <a:r>
            <a:rPr lang="uk-UA" b="0" i="0"/>
            <a:t>2</a:t>
          </a:r>
          <a:endParaRPr lang="uk-UA"/>
        </a:p>
      </dgm:t>
    </dgm:pt>
    <dgm:pt modelId="{DD339D7B-AD54-4C52-8A3E-B9BFC96F767B}" type="parTrans" cxnId="{4B66D8AE-B04F-4629-9D20-7F2CAC9F2E9D}">
      <dgm:prSet/>
      <dgm:spPr/>
      <dgm:t>
        <a:bodyPr/>
        <a:lstStyle/>
        <a:p>
          <a:endParaRPr lang="uk-UA"/>
        </a:p>
      </dgm:t>
    </dgm:pt>
    <dgm:pt modelId="{00AA74F3-CB5D-46AF-81CC-6104A3DAEB1C}" type="sibTrans" cxnId="{4B66D8AE-B04F-4629-9D20-7F2CAC9F2E9D}">
      <dgm:prSet/>
      <dgm:spPr/>
      <dgm:t>
        <a:bodyPr/>
        <a:lstStyle/>
        <a:p>
          <a:endParaRPr lang="uk-UA"/>
        </a:p>
      </dgm:t>
    </dgm:pt>
    <dgm:pt modelId="{35CA7302-E086-4669-968C-C6394CA987E2}">
      <dgm:prSet/>
      <dgm:spPr/>
      <dgm:t>
        <a:bodyPr/>
        <a:lstStyle/>
        <a:p>
          <a:r>
            <a:rPr lang="uk-UA" b="0" i="0"/>
            <a:t>3</a:t>
          </a:r>
          <a:endParaRPr lang="uk-UA"/>
        </a:p>
      </dgm:t>
    </dgm:pt>
    <dgm:pt modelId="{25ACAB6C-2AC6-45FA-B0A6-2B6FE3BF5540}" type="parTrans" cxnId="{765AD1A0-0EF5-47A5-B7C6-6BE173EA201B}">
      <dgm:prSet/>
      <dgm:spPr/>
      <dgm:t>
        <a:bodyPr/>
        <a:lstStyle/>
        <a:p>
          <a:endParaRPr lang="uk-UA"/>
        </a:p>
      </dgm:t>
    </dgm:pt>
    <dgm:pt modelId="{F1C7FA21-C210-447F-8B3D-E4A701E2D1DF}" type="sibTrans" cxnId="{765AD1A0-0EF5-47A5-B7C6-6BE173EA201B}">
      <dgm:prSet/>
      <dgm:spPr/>
      <dgm:t>
        <a:bodyPr/>
        <a:lstStyle/>
        <a:p>
          <a:endParaRPr lang="uk-UA"/>
        </a:p>
      </dgm:t>
    </dgm:pt>
    <dgm:pt modelId="{1616E786-3735-406B-A209-801A648050CD}">
      <dgm:prSet/>
      <dgm:spPr/>
      <dgm:t>
        <a:bodyPr/>
        <a:lstStyle/>
        <a:p>
          <a:r>
            <a:rPr lang="uk-UA" b="0" i="0"/>
            <a:t>4</a:t>
          </a:r>
          <a:endParaRPr lang="uk-UA"/>
        </a:p>
      </dgm:t>
    </dgm:pt>
    <dgm:pt modelId="{2DD2AF31-EADB-45A9-9693-716002C616D1}" type="parTrans" cxnId="{800BB625-72A0-4CE2-A2BC-6A0A0D3AB51F}">
      <dgm:prSet/>
      <dgm:spPr/>
      <dgm:t>
        <a:bodyPr/>
        <a:lstStyle/>
        <a:p>
          <a:endParaRPr lang="uk-UA"/>
        </a:p>
      </dgm:t>
    </dgm:pt>
    <dgm:pt modelId="{7787CB2A-EB4C-40DD-8C40-14DB7F762AFD}" type="sibTrans" cxnId="{800BB625-72A0-4CE2-A2BC-6A0A0D3AB51F}">
      <dgm:prSet/>
      <dgm:spPr/>
      <dgm:t>
        <a:bodyPr/>
        <a:lstStyle/>
        <a:p>
          <a:endParaRPr lang="uk-UA"/>
        </a:p>
      </dgm:t>
    </dgm:pt>
    <dgm:pt modelId="{F907429B-3666-48C6-AC17-46B977038541}" type="pres">
      <dgm:prSet presAssocID="{8BFDC9A5-AAC8-4F9C-AA6D-52810BA40DD1}" presName="matrix" presStyleCnt="0">
        <dgm:presLayoutVars>
          <dgm:chMax val="1"/>
          <dgm:dir/>
          <dgm:resizeHandles val="exact"/>
        </dgm:presLayoutVars>
      </dgm:prSet>
      <dgm:spPr/>
    </dgm:pt>
    <dgm:pt modelId="{52BAEBE6-7573-4CFF-8DAC-FE83C81536C4}" type="pres">
      <dgm:prSet presAssocID="{8BFDC9A5-AAC8-4F9C-AA6D-52810BA40DD1}" presName="diamond" presStyleLbl="bgShp" presStyleIdx="0" presStyleCnt="1"/>
      <dgm:spPr/>
    </dgm:pt>
    <dgm:pt modelId="{EF151947-D52C-41B2-82BC-953E1B39A5F0}" type="pres">
      <dgm:prSet presAssocID="{8BFDC9A5-AAC8-4F9C-AA6D-52810BA40DD1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E17C89F-C220-488A-B41E-DEDF76FBD7D5}" type="pres">
      <dgm:prSet presAssocID="{8BFDC9A5-AAC8-4F9C-AA6D-52810BA40DD1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708B1CA-1FF5-4F84-BDE5-C0B44A37A5FF}" type="pres">
      <dgm:prSet presAssocID="{8BFDC9A5-AAC8-4F9C-AA6D-52810BA40DD1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0CA9C4A-2E50-4BEE-A6BE-313DC670944D}" type="pres">
      <dgm:prSet presAssocID="{8BFDC9A5-AAC8-4F9C-AA6D-52810BA40DD1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00BB625-72A0-4CE2-A2BC-6A0A0D3AB51F}" srcId="{8BFDC9A5-AAC8-4F9C-AA6D-52810BA40DD1}" destId="{1616E786-3735-406B-A209-801A648050CD}" srcOrd="3" destOrd="0" parTransId="{2DD2AF31-EADB-45A9-9693-716002C616D1}" sibTransId="{7787CB2A-EB4C-40DD-8C40-14DB7F762AFD}"/>
    <dgm:cxn modelId="{922FFB69-022A-4898-BDC2-0C07BA3602C0}" type="presOf" srcId="{35CA7302-E086-4669-968C-C6394CA987E2}" destId="{5708B1CA-1FF5-4F84-BDE5-C0B44A37A5FF}" srcOrd="0" destOrd="0" presId="urn:microsoft.com/office/officeart/2005/8/layout/matrix3"/>
    <dgm:cxn modelId="{A814AE4A-FDAC-482F-AFC5-86311231315C}" type="presOf" srcId="{30BB51DB-D614-48FE-96E2-95484BDE8EEA}" destId="{EF151947-D52C-41B2-82BC-953E1B39A5F0}" srcOrd="0" destOrd="0" presId="urn:microsoft.com/office/officeart/2005/8/layout/matrix3"/>
    <dgm:cxn modelId="{765AD1A0-0EF5-47A5-B7C6-6BE173EA201B}" srcId="{8BFDC9A5-AAC8-4F9C-AA6D-52810BA40DD1}" destId="{35CA7302-E086-4669-968C-C6394CA987E2}" srcOrd="2" destOrd="0" parTransId="{25ACAB6C-2AC6-45FA-B0A6-2B6FE3BF5540}" sibTransId="{F1C7FA21-C210-447F-8B3D-E4A701E2D1DF}"/>
    <dgm:cxn modelId="{4B66D8AE-B04F-4629-9D20-7F2CAC9F2E9D}" srcId="{8BFDC9A5-AAC8-4F9C-AA6D-52810BA40DD1}" destId="{64311F98-717A-4985-8A53-B7D21ECEA272}" srcOrd="1" destOrd="0" parTransId="{DD339D7B-AD54-4C52-8A3E-B9BFC96F767B}" sibTransId="{00AA74F3-CB5D-46AF-81CC-6104A3DAEB1C}"/>
    <dgm:cxn modelId="{63C033AF-B3B3-41F6-A571-C11660B75BC4}" type="presOf" srcId="{8BFDC9A5-AAC8-4F9C-AA6D-52810BA40DD1}" destId="{F907429B-3666-48C6-AC17-46B977038541}" srcOrd="0" destOrd="0" presId="urn:microsoft.com/office/officeart/2005/8/layout/matrix3"/>
    <dgm:cxn modelId="{645225C4-8ABA-42CD-B4F6-3777AC1603BB}" srcId="{8BFDC9A5-AAC8-4F9C-AA6D-52810BA40DD1}" destId="{30BB51DB-D614-48FE-96E2-95484BDE8EEA}" srcOrd="0" destOrd="0" parTransId="{E08B602E-7C21-486B-B1CF-134F866BC4D8}" sibTransId="{10DABA65-E923-4A16-8096-7912FA7ABF05}"/>
    <dgm:cxn modelId="{A5CDDADF-E9EE-420F-BAE0-692192DDE71C}" type="presOf" srcId="{64311F98-717A-4985-8A53-B7D21ECEA272}" destId="{5E17C89F-C220-488A-B41E-DEDF76FBD7D5}" srcOrd="0" destOrd="0" presId="urn:microsoft.com/office/officeart/2005/8/layout/matrix3"/>
    <dgm:cxn modelId="{0C1FDEF5-A3B0-403B-BCB3-EC7D0C783A80}" type="presOf" srcId="{1616E786-3735-406B-A209-801A648050CD}" destId="{30CA9C4A-2E50-4BEE-A6BE-313DC670944D}" srcOrd="0" destOrd="0" presId="urn:microsoft.com/office/officeart/2005/8/layout/matrix3"/>
    <dgm:cxn modelId="{8FADA794-C3B9-453B-B859-F43D3DE7A3CA}" type="presParOf" srcId="{F907429B-3666-48C6-AC17-46B977038541}" destId="{52BAEBE6-7573-4CFF-8DAC-FE83C81536C4}" srcOrd="0" destOrd="0" presId="urn:microsoft.com/office/officeart/2005/8/layout/matrix3"/>
    <dgm:cxn modelId="{904EA375-45FB-4888-9059-459DB007CB42}" type="presParOf" srcId="{F907429B-3666-48C6-AC17-46B977038541}" destId="{EF151947-D52C-41B2-82BC-953E1B39A5F0}" srcOrd="1" destOrd="0" presId="urn:microsoft.com/office/officeart/2005/8/layout/matrix3"/>
    <dgm:cxn modelId="{6240EEFB-4751-427F-9696-2998EFA4F1A1}" type="presParOf" srcId="{F907429B-3666-48C6-AC17-46B977038541}" destId="{5E17C89F-C220-488A-B41E-DEDF76FBD7D5}" srcOrd="2" destOrd="0" presId="urn:microsoft.com/office/officeart/2005/8/layout/matrix3"/>
    <dgm:cxn modelId="{81B5434E-D0CA-4EEB-BAD5-67D191C0709A}" type="presParOf" srcId="{F907429B-3666-48C6-AC17-46B977038541}" destId="{5708B1CA-1FF5-4F84-BDE5-C0B44A37A5FF}" srcOrd="3" destOrd="0" presId="urn:microsoft.com/office/officeart/2005/8/layout/matrix3"/>
    <dgm:cxn modelId="{6D61FEDF-29F4-4A3C-8BAC-833756812390}" type="presParOf" srcId="{F907429B-3666-48C6-AC17-46B977038541}" destId="{30CA9C4A-2E50-4BEE-A6BE-313DC670944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2A7909FB-E392-41B2-A5CF-7586762E20D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B00A5CC-11E5-40D5-92B5-8EB90B39B8ED}">
      <dgm:prSet/>
      <dgm:spPr/>
      <dgm:t>
        <a:bodyPr/>
        <a:lstStyle/>
        <a:p>
          <a:r>
            <a:rPr lang="uk-UA" b="0" i="0" dirty="0"/>
            <a:t>Румунією.</a:t>
          </a:r>
          <a:endParaRPr lang="uk-UA" dirty="0"/>
        </a:p>
      </dgm:t>
    </dgm:pt>
    <dgm:pt modelId="{340AF929-7BC4-41FE-B60B-041AB6534427}" type="parTrans" cxnId="{6BC95AB1-5D5B-4706-905D-466343E1A257}">
      <dgm:prSet/>
      <dgm:spPr/>
      <dgm:t>
        <a:bodyPr/>
        <a:lstStyle/>
        <a:p>
          <a:endParaRPr lang="uk-UA"/>
        </a:p>
      </dgm:t>
    </dgm:pt>
    <dgm:pt modelId="{4BE7E5C5-CCBE-4665-B87D-F881C5567394}" type="sibTrans" cxnId="{6BC95AB1-5D5B-4706-905D-466343E1A257}">
      <dgm:prSet/>
      <dgm:spPr/>
      <dgm:t>
        <a:bodyPr/>
        <a:lstStyle/>
        <a:p>
          <a:endParaRPr lang="uk-UA"/>
        </a:p>
      </dgm:t>
    </dgm:pt>
    <dgm:pt modelId="{FC972DD0-10FE-4B8B-ADD6-4C24FAAD73EA}">
      <dgm:prSet/>
      <dgm:spPr/>
      <dgm:t>
        <a:bodyPr/>
        <a:lstStyle/>
        <a:p>
          <a:r>
            <a:rPr lang="uk-UA" b="0" i="0"/>
            <a:t>Польщею.</a:t>
          </a:r>
          <a:endParaRPr lang="uk-UA"/>
        </a:p>
      </dgm:t>
    </dgm:pt>
    <dgm:pt modelId="{4F3FED94-11E3-479E-9FBC-9DF64827370A}" type="parTrans" cxnId="{6545CFEE-0D64-40D6-9BD0-E77B02F22EE5}">
      <dgm:prSet/>
      <dgm:spPr/>
      <dgm:t>
        <a:bodyPr/>
        <a:lstStyle/>
        <a:p>
          <a:endParaRPr lang="uk-UA"/>
        </a:p>
      </dgm:t>
    </dgm:pt>
    <dgm:pt modelId="{9317378D-CF46-4413-8D48-C1BF18ECCB64}" type="sibTrans" cxnId="{6545CFEE-0D64-40D6-9BD0-E77B02F22EE5}">
      <dgm:prSet/>
      <dgm:spPr/>
      <dgm:t>
        <a:bodyPr/>
        <a:lstStyle/>
        <a:p>
          <a:endParaRPr lang="uk-UA"/>
        </a:p>
      </dgm:t>
    </dgm:pt>
    <dgm:pt modelId="{AAE21DFD-4126-416B-9C0D-C2D9DD0F25C1}">
      <dgm:prSet/>
      <dgm:spPr/>
      <dgm:t>
        <a:bodyPr/>
        <a:lstStyle/>
        <a:p>
          <a:r>
            <a:rPr lang="uk-UA" b="0" i="0"/>
            <a:t>Чехословаччиною.</a:t>
          </a:r>
          <a:endParaRPr lang="uk-UA"/>
        </a:p>
      </dgm:t>
    </dgm:pt>
    <dgm:pt modelId="{ED13C9CB-444D-4AFE-B622-3480436C391C}" type="parTrans" cxnId="{D3B44A11-5CCD-4509-9727-BC3E1E65EFEC}">
      <dgm:prSet/>
      <dgm:spPr/>
      <dgm:t>
        <a:bodyPr/>
        <a:lstStyle/>
        <a:p>
          <a:endParaRPr lang="uk-UA"/>
        </a:p>
      </dgm:t>
    </dgm:pt>
    <dgm:pt modelId="{60280D18-D45A-4567-A15E-10328937FD7A}" type="sibTrans" cxnId="{D3B44A11-5CCD-4509-9727-BC3E1E65EFEC}">
      <dgm:prSet/>
      <dgm:spPr/>
      <dgm:t>
        <a:bodyPr/>
        <a:lstStyle/>
        <a:p>
          <a:endParaRPr lang="uk-UA"/>
        </a:p>
      </dgm:t>
    </dgm:pt>
    <dgm:pt modelId="{D82AECAE-23FA-46FB-8438-C907CA6234EE}">
      <dgm:prSet/>
      <dgm:spPr/>
      <dgm:t>
        <a:bodyPr/>
        <a:lstStyle/>
        <a:p>
          <a:r>
            <a:rPr lang="uk-UA" b="0" i="0"/>
            <a:t>Угорщиною.</a:t>
          </a:r>
          <a:endParaRPr lang="uk-UA"/>
        </a:p>
      </dgm:t>
    </dgm:pt>
    <dgm:pt modelId="{C560CB7A-3ED5-41F8-8833-93A009DD3E36}" type="parTrans" cxnId="{013366A2-FF35-42AD-94B2-335491270379}">
      <dgm:prSet/>
      <dgm:spPr/>
      <dgm:t>
        <a:bodyPr/>
        <a:lstStyle/>
        <a:p>
          <a:endParaRPr lang="uk-UA"/>
        </a:p>
      </dgm:t>
    </dgm:pt>
    <dgm:pt modelId="{1D36199D-5ABF-4292-9F70-63833ADCCE9E}" type="sibTrans" cxnId="{013366A2-FF35-42AD-94B2-335491270379}">
      <dgm:prSet/>
      <dgm:spPr/>
      <dgm:t>
        <a:bodyPr/>
        <a:lstStyle/>
        <a:p>
          <a:endParaRPr lang="uk-UA"/>
        </a:p>
      </dgm:t>
    </dgm:pt>
    <dgm:pt modelId="{CA532F66-611C-46F1-B515-06A427F7FEE5}" type="pres">
      <dgm:prSet presAssocID="{2A7909FB-E392-41B2-A5CF-7586762E20D9}" presName="linear" presStyleCnt="0">
        <dgm:presLayoutVars>
          <dgm:animLvl val="lvl"/>
          <dgm:resizeHandles val="exact"/>
        </dgm:presLayoutVars>
      </dgm:prSet>
      <dgm:spPr/>
    </dgm:pt>
    <dgm:pt modelId="{25662EF6-71DA-4732-8BD9-11E5710189D0}" type="pres">
      <dgm:prSet presAssocID="{3B00A5CC-11E5-40D5-92B5-8EB90B39B8E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B524720-5533-43E6-BD09-03ACAF7B6658}" type="pres">
      <dgm:prSet presAssocID="{4BE7E5C5-CCBE-4665-B87D-F881C5567394}" presName="spacer" presStyleCnt="0"/>
      <dgm:spPr/>
    </dgm:pt>
    <dgm:pt modelId="{3D84A63E-DA88-4036-AC2D-7FBB688BB8A4}" type="pres">
      <dgm:prSet presAssocID="{FC972DD0-10FE-4B8B-ADD6-4C24FAAD73E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9B27D2D-FAA4-4D89-A963-FB98119B9CF6}" type="pres">
      <dgm:prSet presAssocID="{9317378D-CF46-4413-8D48-C1BF18ECCB64}" presName="spacer" presStyleCnt="0"/>
      <dgm:spPr/>
    </dgm:pt>
    <dgm:pt modelId="{A830FDE0-82CA-4E65-ACE9-990727F8093C}" type="pres">
      <dgm:prSet presAssocID="{AAE21DFD-4126-416B-9C0D-C2D9DD0F25C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94B8F6F-A05E-458E-8CFF-ADC86BE6BBC7}" type="pres">
      <dgm:prSet presAssocID="{60280D18-D45A-4567-A15E-10328937FD7A}" presName="spacer" presStyleCnt="0"/>
      <dgm:spPr/>
    </dgm:pt>
    <dgm:pt modelId="{D83B2ADA-FFB6-46A4-A8E3-0602437CFF3C}" type="pres">
      <dgm:prSet presAssocID="{D82AECAE-23FA-46FB-8438-C907CA6234E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3B44A11-5CCD-4509-9727-BC3E1E65EFEC}" srcId="{2A7909FB-E392-41B2-A5CF-7586762E20D9}" destId="{AAE21DFD-4126-416B-9C0D-C2D9DD0F25C1}" srcOrd="2" destOrd="0" parTransId="{ED13C9CB-444D-4AFE-B622-3480436C391C}" sibTransId="{60280D18-D45A-4567-A15E-10328937FD7A}"/>
    <dgm:cxn modelId="{0ADF7B9C-10BC-4710-A873-9025DCB956AC}" type="presOf" srcId="{D82AECAE-23FA-46FB-8438-C907CA6234EE}" destId="{D83B2ADA-FFB6-46A4-A8E3-0602437CFF3C}" srcOrd="0" destOrd="0" presId="urn:microsoft.com/office/officeart/2005/8/layout/vList2"/>
    <dgm:cxn modelId="{013366A2-FF35-42AD-94B2-335491270379}" srcId="{2A7909FB-E392-41B2-A5CF-7586762E20D9}" destId="{D82AECAE-23FA-46FB-8438-C907CA6234EE}" srcOrd="3" destOrd="0" parTransId="{C560CB7A-3ED5-41F8-8833-93A009DD3E36}" sibTransId="{1D36199D-5ABF-4292-9F70-63833ADCCE9E}"/>
    <dgm:cxn modelId="{3FC46DA3-2D8B-45AF-84CF-0F9058785E8E}" type="presOf" srcId="{FC972DD0-10FE-4B8B-ADD6-4C24FAAD73EA}" destId="{3D84A63E-DA88-4036-AC2D-7FBB688BB8A4}" srcOrd="0" destOrd="0" presId="urn:microsoft.com/office/officeart/2005/8/layout/vList2"/>
    <dgm:cxn modelId="{6BC95AB1-5D5B-4706-905D-466343E1A257}" srcId="{2A7909FB-E392-41B2-A5CF-7586762E20D9}" destId="{3B00A5CC-11E5-40D5-92B5-8EB90B39B8ED}" srcOrd="0" destOrd="0" parTransId="{340AF929-7BC4-41FE-B60B-041AB6534427}" sibTransId="{4BE7E5C5-CCBE-4665-B87D-F881C5567394}"/>
    <dgm:cxn modelId="{2303F2BB-7490-40B1-8735-22D34A28982E}" type="presOf" srcId="{AAE21DFD-4126-416B-9C0D-C2D9DD0F25C1}" destId="{A830FDE0-82CA-4E65-ACE9-990727F8093C}" srcOrd="0" destOrd="0" presId="urn:microsoft.com/office/officeart/2005/8/layout/vList2"/>
    <dgm:cxn modelId="{8D0509BF-A91F-4E5C-9FC0-B5F777882CF4}" type="presOf" srcId="{2A7909FB-E392-41B2-A5CF-7586762E20D9}" destId="{CA532F66-611C-46F1-B515-06A427F7FEE5}" srcOrd="0" destOrd="0" presId="urn:microsoft.com/office/officeart/2005/8/layout/vList2"/>
    <dgm:cxn modelId="{DA11E9CE-0838-4A27-9479-08390DF35D89}" type="presOf" srcId="{3B00A5CC-11E5-40D5-92B5-8EB90B39B8ED}" destId="{25662EF6-71DA-4732-8BD9-11E5710189D0}" srcOrd="0" destOrd="0" presId="urn:microsoft.com/office/officeart/2005/8/layout/vList2"/>
    <dgm:cxn modelId="{6545CFEE-0D64-40D6-9BD0-E77B02F22EE5}" srcId="{2A7909FB-E392-41B2-A5CF-7586762E20D9}" destId="{FC972DD0-10FE-4B8B-ADD6-4C24FAAD73EA}" srcOrd="1" destOrd="0" parTransId="{4F3FED94-11E3-479E-9FBC-9DF64827370A}" sibTransId="{9317378D-CF46-4413-8D48-C1BF18ECCB64}"/>
    <dgm:cxn modelId="{833F9DA9-C40B-4E3F-927D-3DA7513532A1}" type="presParOf" srcId="{CA532F66-611C-46F1-B515-06A427F7FEE5}" destId="{25662EF6-71DA-4732-8BD9-11E5710189D0}" srcOrd="0" destOrd="0" presId="urn:microsoft.com/office/officeart/2005/8/layout/vList2"/>
    <dgm:cxn modelId="{719D3704-3D6B-4FE5-9283-605A78DFD7D0}" type="presParOf" srcId="{CA532F66-611C-46F1-B515-06A427F7FEE5}" destId="{5B524720-5533-43E6-BD09-03ACAF7B6658}" srcOrd="1" destOrd="0" presId="urn:microsoft.com/office/officeart/2005/8/layout/vList2"/>
    <dgm:cxn modelId="{6FA4A2CF-B0CE-41D3-AEA4-131B0FF6A397}" type="presParOf" srcId="{CA532F66-611C-46F1-B515-06A427F7FEE5}" destId="{3D84A63E-DA88-4036-AC2D-7FBB688BB8A4}" srcOrd="2" destOrd="0" presId="urn:microsoft.com/office/officeart/2005/8/layout/vList2"/>
    <dgm:cxn modelId="{4BC39E49-8F22-48BD-BE48-1C1057A73A66}" type="presParOf" srcId="{CA532F66-611C-46F1-B515-06A427F7FEE5}" destId="{19B27D2D-FAA4-4D89-A963-FB98119B9CF6}" srcOrd="3" destOrd="0" presId="urn:microsoft.com/office/officeart/2005/8/layout/vList2"/>
    <dgm:cxn modelId="{83EFEFA5-1BDB-46DA-BD46-851CA54C1B45}" type="presParOf" srcId="{CA532F66-611C-46F1-B515-06A427F7FEE5}" destId="{A830FDE0-82CA-4E65-ACE9-990727F8093C}" srcOrd="4" destOrd="0" presId="urn:microsoft.com/office/officeart/2005/8/layout/vList2"/>
    <dgm:cxn modelId="{E588D38C-B83B-4C28-894A-9C6D18B502C1}" type="presParOf" srcId="{CA532F66-611C-46F1-B515-06A427F7FEE5}" destId="{194B8F6F-A05E-458E-8CFF-ADC86BE6BBC7}" srcOrd="5" destOrd="0" presId="urn:microsoft.com/office/officeart/2005/8/layout/vList2"/>
    <dgm:cxn modelId="{A2EB9AE4-5821-4C7F-8228-E9B487F49780}" type="presParOf" srcId="{CA532F66-611C-46F1-B515-06A427F7FEE5}" destId="{D83B2ADA-FFB6-46A4-A8E3-0602437CFF3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9CA8E6AB-F8CA-434B-BB85-2D3C35933BD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12CB66A-7CB3-4EE9-96A7-9C47A11DEDFD}">
      <dgm:prSet/>
      <dgm:spPr/>
      <dgm:t>
        <a:bodyPr/>
        <a:lstStyle/>
        <a:p>
          <a:r>
            <a:rPr lang="uk-UA" b="0" i="0"/>
            <a:t>проведення урядом Польщі депортації українців із Закерзоння до західних і північних областей Польщі (операція «Вісла»)</a:t>
          </a:r>
          <a:endParaRPr lang="uk-UA"/>
        </a:p>
      </dgm:t>
    </dgm:pt>
    <dgm:pt modelId="{51951310-49DA-4AF0-8543-2F6A5A89FFE8}" type="parTrans" cxnId="{6EE27D73-981F-4411-968C-722E31ACA143}">
      <dgm:prSet/>
      <dgm:spPr/>
      <dgm:t>
        <a:bodyPr/>
        <a:lstStyle/>
        <a:p>
          <a:endParaRPr lang="uk-UA"/>
        </a:p>
      </dgm:t>
    </dgm:pt>
    <dgm:pt modelId="{CE7D0DFA-7ADB-448B-86CD-7CD4FB0A13E2}" type="sibTrans" cxnId="{6EE27D73-981F-4411-968C-722E31ACA143}">
      <dgm:prSet/>
      <dgm:spPr/>
      <dgm:t>
        <a:bodyPr/>
        <a:lstStyle/>
        <a:p>
          <a:endParaRPr lang="uk-UA"/>
        </a:p>
      </dgm:t>
    </dgm:pt>
    <dgm:pt modelId="{D51F593B-978B-44F9-A7FA-F40B8A000560}">
      <dgm:prSet/>
      <dgm:spPr/>
      <dgm:t>
        <a:bodyPr/>
        <a:lstStyle/>
        <a:p>
          <a:r>
            <a:rPr lang="uk-UA" b="0" i="0"/>
            <a:t>участь делегації УРСР у роботі Установчої конференції Організації Об’єднаних Націй у Сан-Франциско</a:t>
          </a:r>
          <a:endParaRPr lang="uk-UA"/>
        </a:p>
      </dgm:t>
    </dgm:pt>
    <dgm:pt modelId="{D43E340B-41E0-43BB-AA3E-A8FF6FC01E1A}" type="parTrans" cxnId="{9BF68C64-684A-463B-8D00-82538999C4AC}">
      <dgm:prSet/>
      <dgm:spPr/>
      <dgm:t>
        <a:bodyPr/>
        <a:lstStyle/>
        <a:p>
          <a:endParaRPr lang="uk-UA"/>
        </a:p>
      </dgm:t>
    </dgm:pt>
    <dgm:pt modelId="{3ACE76AF-DB42-40DD-9B96-E97438324449}" type="sibTrans" cxnId="{9BF68C64-684A-463B-8D00-82538999C4AC}">
      <dgm:prSet/>
      <dgm:spPr/>
      <dgm:t>
        <a:bodyPr/>
        <a:lstStyle/>
        <a:p>
          <a:endParaRPr lang="uk-UA"/>
        </a:p>
      </dgm:t>
    </dgm:pt>
    <dgm:pt modelId="{991A70F5-540E-486D-A364-584C106C712D}" type="pres">
      <dgm:prSet presAssocID="{9CA8E6AB-F8CA-434B-BB85-2D3C35933BD2}" presName="linear" presStyleCnt="0">
        <dgm:presLayoutVars>
          <dgm:animLvl val="lvl"/>
          <dgm:resizeHandles val="exact"/>
        </dgm:presLayoutVars>
      </dgm:prSet>
      <dgm:spPr/>
    </dgm:pt>
    <dgm:pt modelId="{E587CB87-C67E-4093-8E35-4D28689110CC}" type="pres">
      <dgm:prSet presAssocID="{C12CB66A-7CB3-4EE9-96A7-9C47A11DEDF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6371E8D-4067-4370-A30F-49D4C530AED8}" type="pres">
      <dgm:prSet presAssocID="{CE7D0DFA-7ADB-448B-86CD-7CD4FB0A13E2}" presName="spacer" presStyleCnt="0"/>
      <dgm:spPr/>
    </dgm:pt>
    <dgm:pt modelId="{98699ABD-F5CD-4CA3-BE02-1F4D55EC89C4}" type="pres">
      <dgm:prSet presAssocID="{D51F593B-978B-44F9-A7FA-F40B8A000560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86465F02-6869-46DF-BFD2-CFCBD16C600E}" type="presOf" srcId="{C12CB66A-7CB3-4EE9-96A7-9C47A11DEDFD}" destId="{E587CB87-C67E-4093-8E35-4D28689110CC}" srcOrd="0" destOrd="0" presId="urn:microsoft.com/office/officeart/2005/8/layout/vList2"/>
    <dgm:cxn modelId="{FF55ED3A-7099-4D78-9DA9-914137160DC1}" type="presOf" srcId="{9CA8E6AB-F8CA-434B-BB85-2D3C35933BD2}" destId="{991A70F5-540E-486D-A364-584C106C712D}" srcOrd="0" destOrd="0" presId="urn:microsoft.com/office/officeart/2005/8/layout/vList2"/>
    <dgm:cxn modelId="{9BF68C64-684A-463B-8D00-82538999C4AC}" srcId="{9CA8E6AB-F8CA-434B-BB85-2D3C35933BD2}" destId="{D51F593B-978B-44F9-A7FA-F40B8A000560}" srcOrd="1" destOrd="0" parTransId="{D43E340B-41E0-43BB-AA3E-A8FF6FC01E1A}" sibTransId="{3ACE76AF-DB42-40DD-9B96-E97438324449}"/>
    <dgm:cxn modelId="{6EE27D73-981F-4411-968C-722E31ACA143}" srcId="{9CA8E6AB-F8CA-434B-BB85-2D3C35933BD2}" destId="{C12CB66A-7CB3-4EE9-96A7-9C47A11DEDFD}" srcOrd="0" destOrd="0" parTransId="{51951310-49DA-4AF0-8543-2F6A5A89FFE8}" sibTransId="{CE7D0DFA-7ADB-448B-86CD-7CD4FB0A13E2}"/>
    <dgm:cxn modelId="{481F78AF-2BA8-49B9-ADE4-64217383EDE0}" type="presOf" srcId="{D51F593B-978B-44F9-A7FA-F40B8A000560}" destId="{98699ABD-F5CD-4CA3-BE02-1F4D55EC89C4}" srcOrd="0" destOrd="0" presId="urn:microsoft.com/office/officeart/2005/8/layout/vList2"/>
    <dgm:cxn modelId="{87B055ED-9F6C-4F99-AB0F-31EC218EC40F}" type="presParOf" srcId="{991A70F5-540E-486D-A364-584C106C712D}" destId="{E587CB87-C67E-4093-8E35-4D28689110CC}" srcOrd="0" destOrd="0" presId="urn:microsoft.com/office/officeart/2005/8/layout/vList2"/>
    <dgm:cxn modelId="{1EE35BCB-B1FF-40FD-9904-4441EDCD36A2}" type="presParOf" srcId="{991A70F5-540E-486D-A364-584C106C712D}" destId="{76371E8D-4067-4370-A30F-49D4C530AED8}" srcOrd="1" destOrd="0" presId="urn:microsoft.com/office/officeart/2005/8/layout/vList2"/>
    <dgm:cxn modelId="{9D7FFC52-24F3-45EA-9900-1A888A7395AB}" type="presParOf" srcId="{991A70F5-540E-486D-A364-584C106C712D}" destId="{98699ABD-F5CD-4CA3-BE02-1F4D55EC89C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9F5B94AA-72E0-43EC-855C-6CC19D9A1D6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4807882-04DF-44D1-B01D-444B8246C2CD}">
      <dgm:prSet/>
      <dgm:spPr/>
      <dgm:t>
        <a:bodyPr/>
        <a:lstStyle/>
        <a:p>
          <a:r>
            <a:rPr lang="uk-UA" b="0" i="0" dirty="0"/>
            <a:t>прийняття Президією Верховної Ради СРСР Указу «Про передачу Кримської області зі складу РРФСР до складу УРСР»</a:t>
          </a:r>
          <a:endParaRPr lang="uk-UA" dirty="0"/>
        </a:p>
      </dgm:t>
    </dgm:pt>
    <dgm:pt modelId="{15461E24-FF27-4582-B261-BCBE1E9F6B47}" type="parTrans" cxnId="{DD3862AD-95D5-4422-8D8D-0D4AC2A244A4}">
      <dgm:prSet/>
      <dgm:spPr/>
      <dgm:t>
        <a:bodyPr/>
        <a:lstStyle/>
        <a:p>
          <a:endParaRPr lang="uk-UA"/>
        </a:p>
      </dgm:t>
    </dgm:pt>
    <dgm:pt modelId="{E496DBA7-41FE-426D-98AD-E5F35C346C80}" type="sibTrans" cxnId="{DD3862AD-95D5-4422-8D8D-0D4AC2A244A4}">
      <dgm:prSet/>
      <dgm:spPr/>
      <dgm:t>
        <a:bodyPr/>
        <a:lstStyle/>
        <a:p>
          <a:endParaRPr lang="uk-UA"/>
        </a:p>
      </dgm:t>
    </dgm:pt>
    <dgm:pt modelId="{C7822A19-230A-451E-B433-3088619EFC19}">
      <dgm:prSet/>
      <dgm:spPr/>
      <dgm:t>
        <a:bodyPr/>
        <a:lstStyle/>
        <a:p>
          <a:r>
            <a:rPr lang="uk-UA" b="0" i="0"/>
            <a:t>ухвалення </a:t>
          </a:r>
          <a:r>
            <a:rPr lang="en-US" b="0" i="0"/>
            <a:t>I-</a:t>
          </a:r>
          <a:r>
            <a:rPr lang="uk-UA" b="0" i="0"/>
            <a:t>им з’їздом Народних комітетів Закарпатської України Маніфесту про возз’єднання Закарпаття з УРСР</a:t>
          </a:r>
          <a:endParaRPr lang="uk-UA"/>
        </a:p>
      </dgm:t>
    </dgm:pt>
    <dgm:pt modelId="{ED9A11C0-E4E0-4C24-AFDF-227C553C6FC6}" type="parTrans" cxnId="{C94B4ACD-2199-4C72-8517-9BC07F4AC803}">
      <dgm:prSet/>
      <dgm:spPr/>
      <dgm:t>
        <a:bodyPr/>
        <a:lstStyle/>
        <a:p>
          <a:endParaRPr lang="uk-UA"/>
        </a:p>
      </dgm:t>
    </dgm:pt>
    <dgm:pt modelId="{F5EE1AA8-DCBE-4803-B204-7690FE1922E7}" type="sibTrans" cxnId="{C94B4ACD-2199-4C72-8517-9BC07F4AC803}">
      <dgm:prSet/>
      <dgm:spPr/>
      <dgm:t>
        <a:bodyPr/>
        <a:lstStyle/>
        <a:p>
          <a:endParaRPr lang="uk-UA"/>
        </a:p>
      </dgm:t>
    </dgm:pt>
    <dgm:pt modelId="{87170524-7B44-4012-B767-BEE1C7083278}" type="pres">
      <dgm:prSet presAssocID="{9F5B94AA-72E0-43EC-855C-6CC19D9A1D65}" presName="linear" presStyleCnt="0">
        <dgm:presLayoutVars>
          <dgm:animLvl val="lvl"/>
          <dgm:resizeHandles val="exact"/>
        </dgm:presLayoutVars>
      </dgm:prSet>
      <dgm:spPr/>
    </dgm:pt>
    <dgm:pt modelId="{8D953654-A780-4065-BEAC-565ABFD59408}" type="pres">
      <dgm:prSet presAssocID="{14807882-04DF-44D1-B01D-444B8246C2C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A78C9AA-A09B-42A2-A297-30461B0C770A}" type="pres">
      <dgm:prSet presAssocID="{E496DBA7-41FE-426D-98AD-E5F35C346C80}" presName="spacer" presStyleCnt="0"/>
      <dgm:spPr/>
    </dgm:pt>
    <dgm:pt modelId="{DA365DB1-3F71-4574-838C-6B911ECCFF44}" type="pres">
      <dgm:prSet presAssocID="{C7822A19-230A-451E-B433-3088619EFC1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99B5B1C-84E8-4091-9296-4D494E4B4C05}" type="presOf" srcId="{C7822A19-230A-451E-B433-3088619EFC19}" destId="{DA365DB1-3F71-4574-838C-6B911ECCFF44}" srcOrd="0" destOrd="0" presId="urn:microsoft.com/office/officeart/2005/8/layout/vList2"/>
    <dgm:cxn modelId="{E9F7B3AC-3405-46AA-B73D-8E1E39635DF2}" type="presOf" srcId="{14807882-04DF-44D1-B01D-444B8246C2CD}" destId="{8D953654-A780-4065-BEAC-565ABFD59408}" srcOrd="0" destOrd="0" presId="urn:microsoft.com/office/officeart/2005/8/layout/vList2"/>
    <dgm:cxn modelId="{DD3862AD-95D5-4422-8D8D-0D4AC2A244A4}" srcId="{9F5B94AA-72E0-43EC-855C-6CC19D9A1D65}" destId="{14807882-04DF-44D1-B01D-444B8246C2CD}" srcOrd="0" destOrd="0" parTransId="{15461E24-FF27-4582-B261-BCBE1E9F6B47}" sibTransId="{E496DBA7-41FE-426D-98AD-E5F35C346C80}"/>
    <dgm:cxn modelId="{C1EE54B9-CD38-4B22-BE96-745C70B4D6D6}" type="presOf" srcId="{9F5B94AA-72E0-43EC-855C-6CC19D9A1D65}" destId="{87170524-7B44-4012-B767-BEE1C7083278}" srcOrd="0" destOrd="0" presId="urn:microsoft.com/office/officeart/2005/8/layout/vList2"/>
    <dgm:cxn modelId="{C94B4ACD-2199-4C72-8517-9BC07F4AC803}" srcId="{9F5B94AA-72E0-43EC-855C-6CC19D9A1D65}" destId="{C7822A19-230A-451E-B433-3088619EFC19}" srcOrd="1" destOrd="0" parTransId="{ED9A11C0-E4E0-4C24-AFDF-227C553C6FC6}" sibTransId="{F5EE1AA8-DCBE-4803-B204-7690FE1922E7}"/>
    <dgm:cxn modelId="{2D7926F6-FE85-4E15-800A-28A399D88225}" type="presParOf" srcId="{87170524-7B44-4012-B767-BEE1C7083278}" destId="{8D953654-A780-4065-BEAC-565ABFD59408}" srcOrd="0" destOrd="0" presId="urn:microsoft.com/office/officeart/2005/8/layout/vList2"/>
    <dgm:cxn modelId="{1428805A-387D-4D05-936D-74785C1A1936}" type="presParOf" srcId="{87170524-7B44-4012-B767-BEE1C7083278}" destId="{7A78C9AA-A09B-42A2-A297-30461B0C770A}" srcOrd="1" destOrd="0" presId="urn:microsoft.com/office/officeart/2005/8/layout/vList2"/>
    <dgm:cxn modelId="{C8FE095E-2F67-47C2-87E6-07DCCEBA6926}" type="presParOf" srcId="{87170524-7B44-4012-B767-BEE1C7083278}" destId="{DA365DB1-3F71-4574-838C-6B911ECCFF4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E4BECC7A-627F-4ADA-8ED2-3482FC9026FA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6D86B08-07C1-483C-919A-45385177EE31}">
      <dgm:prSet/>
      <dgm:spPr/>
      <dgm:t>
        <a:bodyPr/>
        <a:lstStyle/>
        <a:p>
          <a:r>
            <a:rPr lang="uk-UA" b="0" i="0"/>
            <a:t>«саморозпуск» Української греко-католицької церкви (УГКЦ)</a:t>
          </a:r>
          <a:endParaRPr lang="uk-UA"/>
        </a:p>
      </dgm:t>
    </dgm:pt>
    <dgm:pt modelId="{2FF19872-E839-4B3E-B6BD-E2721726EFEE}" type="parTrans" cxnId="{CD417796-5BB2-409E-9FF8-92A8AFC46649}">
      <dgm:prSet/>
      <dgm:spPr/>
      <dgm:t>
        <a:bodyPr/>
        <a:lstStyle/>
        <a:p>
          <a:endParaRPr lang="uk-UA"/>
        </a:p>
      </dgm:t>
    </dgm:pt>
    <dgm:pt modelId="{518289A4-6046-4633-A4EF-76B58C732829}" type="sibTrans" cxnId="{CD417796-5BB2-409E-9FF8-92A8AFC46649}">
      <dgm:prSet/>
      <dgm:spPr/>
      <dgm:t>
        <a:bodyPr/>
        <a:lstStyle/>
        <a:p>
          <a:endParaRPr lang="uk-UA"/>
        </a:p>
      </dgm:t>
    </dgm:pt>
    <dgm:pt modelId="{EAA023BB-8344-44FE-91E2-DAF5606A0E1F}">
      <dgm:prSet/>
      <dgm:spPr/>
      <dgm:t>
        <a:bodyPr/>
        <a:lstStyle/>
        <a:p>
          <a:r>
            <a:rPr lang="uk-UA" b="0" i="0"/>
            <a:t>придушення організованого збройного опору Української повстанської армії (УПА)</a:t>
          </a:r>
          <a:endParaRPr lang="uk-UA"/>
        </a:p>
      </dgm:t>
    </dgm:pt>
    <dgm:pt modelId="{29734742-3772-4CD9-924D-3DCF472A20DC}" type="parTrans" cxnId="{25EE7CC6-0622-4CAB-9D0E-E37F51B9C9D6}">
      <dgm:prSet/>
      <dgm:spPr/>
      <dgm:t>
        <a:bodyPr/>
        <a:lstStyle/>
        <a:p>
          <a:endParaRPr lang="uk-UA"/>
        </a:p>
      </dgm:t>
    </dgm:pt>
    <dgm:pt modelId="{04BB365E-C234-44AD-89DA-25B3D679AAA9}" type="sibTrans" cxnId="{25EE7CC6-0622-4CAB-9D0E-E37F51B9C9D6}">
      <dgm:prSet/>
      <dgm:spPr/>
      <dgm:t>
        <a:bodyPr/>
        <a:lstStyle/>
        <a:p>
          <a:endParaRPr lang="uk-UA"/>
        </a:p>
      </dgm:t>
    </dgm:pt>
    <dgm:pt modelId="{CF727562-7F4C-4B8E-BB7E-C095569AB5F2}">
      <dgm:prSet/>
      <dgm:spPr/>
      <dgm:t>
        <a:bodyPr/>
        <a:lstStyle/>
        <a:p>
          <a:r>
            <a:rPr lang="uk-UA" b="0" i="0"/>
            <a:t>створення Української робітничо-селянської спілки (УРСС)</a:t>
          </a:r>
          <a:endParaRPr lang="uk-UA"/>
        </a:p>
      </dgm:t>
    </dgm:pt>
    <dgm:pt modelId="{B0099DBF-7F24-4F91-ADA7-D087570E65DA}" type="parTrans" cxnId="{3EEF463E-8A90-46D8-99FE-552A4D01B14F}">
      <dgm:prSet/>
      <dgm:spPr/>
      <dgm:t>
        <a:bodyPr/>
        <a:lstStyle/>
        <a:p>
          <a:endParaRPr lang="uk-UA"/>
        </a:p>
      </dgm:t>
    </dgm:pt>
    <dgm:pt modelId="{40E9D094-F905-4294-83AE-C3BF006283FC}" type="sibTrans" cxnId="{3EEF463E-8A90-46D8-99FE-552A4D01B14F}">
      <dgm:prSet/>
      <dgm:spPr/>
      <dgm:t>
        <a:bodyPr/>
        <a:lstStyle/>
        <a:p>
          <a:endParaRPr lang="uk-UA"/>
        </a:p>
      </dgm:t>
    </dgm:pt>
    <dgm:pt modelId="{2C5A8809-1C56-4568-95C9-1E18DF8CFE6C}" type="pres">
      <dgm:prSet presAssocID="{E4BECC7A-627F-4ADA-8ED2-3482FC9026FA}" presName="linearFlow" presStyleCnt="0">
        <dgm:presLayoutVars>
          <dgm:dir/>
          <dgm:resizeHandles val="exact"/>
        </dgm:presLayoutVars>
      </dgm:prSet>
      <dgm:spPr/>
    </dgm:pt>
    <dgm:pt modelId="{133CD139-BB93-4612-8E6B-3406621B8668}" type="pres">
      <dgm:prSet presAssocID="{D6D86B08-07C1-483C-919A-45385177EE31}" presName="composite" presStyleCnt="0"/>
      <dgm:spPr/>
    </dgm:pt>
    <dgm:pt modelId="{BA24D662-F804-4B77-86E3-C7796BB0EFC4}" type="pres">
      <dgm:prSet presAssocID="{D6D86B08-07C1-483C-919A-45385177EE31}" presName="imgShp" presStyleLbl="fgImgPlace1" presStyleIdx="0" presStyleCnt="3"/>
      <dgm:spPr/>
    </dgm:pt>
    <dgm:pt modelId="{B99F1696-5681-4586-8360-D98C4873C851}" type="pres">
      <dgm:prSet presAssocID="{D6D86B08-07C1-483C-919A-45385177EE31}" presName="txShp" presStyleLbl="node1" presStyleIdx="0" presStyleCnt="3">
        <dgm:presLayoutVars>
          <dgm:bulletEnabled val="1"/>
        </dgm:presLayoutVars>
      </dgm:prSet>
      <dgm:spPr/>
    </dgm:pt>
    <dgm:pt modelId="{1495A00E-5F8C-4778-81D0-A87807B47D6A}" type="pres">
      <dgm:prSet presAssocID="{518289A4-6046-4633-A4EF-76B58C732829}" presName="spacing" presStyleCnt="0"/>
      <dgm:spPr/>
    </dgm:pt>
    <dgm:pt modelId="{CD5A4466-5F54-4869-9BCE-E60C150A3056}" type="pres">
      <dgm:prSet presAssocID="{EAA023BB-8344-44FE-91E2-DAF5606A0E1F}" presName="composite" presStyleCnt="0"/>
      <dgm:spPr/>
    </dgm:pt>
    <dgm:pt modelId="{C567EE1F-524E-4644-B175-C6F4F2B243E4}" type="pres">
      <dgm:prSet presAssocID="{EAA023BB-8344-44FE-91E2-DAF5606A0E1F}" presName="imgShp" presStyleLbl="fgImgPlace1" presStyleIdx="1" presStyleCnt="3"/>
      <dgm:spPr/>
    </dgm:pt>
    <dgm:pt modelId="{E689D5C1-88F7-46EB-BE4A-D7A297DA9D65}" type="pres">
      <dgm:prSet presAssocID="{EAA023BB-8344-44FE-91E2-DAF5606A0E1F}" presName="txShp" presStyleLbl="node1" presStyleIdx="1" presStyleCnt="3">
        <dgm:presLayoutVars>
          <dgm:bulletEnabled val="1"/>
        </dgm:presLayoutVars>
      </dgm:prSet>
      <dgm:spPr/>
    </dgm:pt>
    <dgm:pt modelId="{9614AA93-498A-4CCE-A72A-C3D46B286B5D}" type="pres">
      <dgm:prSet presAssocID="{04BB365E-C234-44AD-89DA-25B3D679AAA9}" presName="spacing" presStyleCnt="0"/>
      <dgm:spPr/>
    </dgm:pt>
    <dgm:pt modelId="{36FC067C-D802-4943-ACC6-83F4F728BEBC}" type="pres">
      <dgm:prSet presAssocID="{CF727562-7F4C-4B8E-BB7E-C095569AB5F2}" presName="composite" presStyleCnt="0"/>
      <dgm:spPr/>
    </dgm:pt>
    <dgm:pt modelId="{5081D720-56E6-4018-8119-EED2DE7B76D0}" type="pres">
      <dgm:prSet presAssocID="{CF727562-7F4C-4B8E-BB7E-C095569AB5F2}" presName="imgShp" presStyleLbl="fgImgPlace1" presStyleIdx="2" presStyleCnt="3"/>
      <dgm:spPr/>
    </dgm:pt>
    <dgm:pt modelId="{17FD9F40-3BC6-4DC6-BC3A-5A424F066099}" type="pres">
      <dgm:prSet presAssocID="{CF727562-7F4C-4B8E-BB7E-C095569AB5F2}" presName="txShp" presStyleLbl="node1" presStyleIdx="2" presStyleCnt="3">
        <dgm:presLayoutVars>
          <dgm:bulletEnabled val="1"/>
        </dgm:presLayoutVars>
      </dgm:prSet>
      <dgm:spPr/>
    </dgm:pt>
  </dgm:ptLst>
  <dgm:cxnLst>
    <dgm:cxn modelId="{48049116-05A5-4CD2-8FBB-4580E7F1D4D4}" type="presOf" srcId="{EAA023BB-8344-44FE-91E2-DAF5606A0E1F}" destId="{E689D5C1-88F7-46EB-BE4A-D7A297DA9D65}" srcOrd="0" destOrd="0" presId="urn:microsoft.com/office/officeart/2005/8/layout/vList3"/>
    <dgm:cxn modelId="{3EEF463E-8A90-46D8-99FE-552A4D01B14F}" srcId="{E4BECC7A-627F-4ADA-8ED2-3482FC9026FA}" destId="{CF727562-7F4C-4B8E-BB7E-C095569AB5F2}" srcOrd="2" destOrd="0" parTransId="{B0099DBF-7F24-4F91-ADA7-D087570E65DA}" sibTransId="{40E9D094-F905-4294-83AE-C3BF006283FC}"/>
    <dgm:cxn modelId="{8A7CBC5D-35EA-4076-AB7C-C1D86F4CF5F8}" type="presOf" srcId="{CF727562-7F4C-4B8E-BB7E-C095569AB5F2}" destId="{17FD9F40-3BC6-4DC6-BC3A-5A424F066099}" srcOrd="0" destOrd="0" presId="urn:microsoft.com/office/officeart/2005/8/layout/vList3"/>
    <dgm:cxn modelId="{1E3F0B42-5283-478E-A2C0-2A3312949CAE}" type="presOf" srcId="{D6D86B08-07C1-483C-919A-45385177EE31}" destId="{B99F1696-5681-4586-8360-D98C4873C851}" srcOrd="0" destOrd="0" presId="urn:microsoft.com/office/officeart/2005/8/layout/vList3"/>
    <dgm:cxn modelId="{CD417796-5BB2-409E-9FF8-92A8AFC46649}" srcId="{E4BECC7A-627F-4ADA-8ED2-3482FC9026FA}" destId="{D6D86B08-07C1-483C-919A-45385177EE31}" srcOrd="0" destOrd="0" parTransId="{2FF19872-E839-4B3E-B6BD-E2721726EFEE}" sibTransId="{518289A4-6046-4633-A4EF-76B58C732829}"/>
    <dgm:cxn modelId="{25EE7CC6-0622-4CAB-9D0E-E37F51B9C9D6}" srcId="{E4BECC7A-627F-4ADA-8ED2-3482FC9026FA}" destId="{EAA023BB-8344-44FE-91E2-DAF5606A0E1F}" srcOrd="1" destOrd="0" parTransId="{29734742-3772-4CD9-924D-3DCF472A20DC}" sibTransId="{04BB365E-C234-44AD-89DA-25B3D679AAA9}"/>
    <dgm:cxn modelId="{499FB1CB-8E95-4F1E-914B-D9514A648F16}" type="presOf" srcId="{E4BECC7A-627F-4ADA-8ED2-3482FC9026FA}" destId="{2C5A8809-1C56-4568-95C9-1E18DF8CFE6C}" srcOrd="0" destOrd="0" presId="urn:microsoft.com/office/officeart/2005/8/layout/vList3"/>
    <dgm:cxn modelId="{62DA79F1-3F98-4968-85D0-BF7B8B58E3C7}" type="presParOf" srcId="{2C5A8809-1C56-4568-95C9-1E18DF8CFE6C}" destId="{133CD139-BB93-4612-8E6B-3406621B8668}" srcOrd="0" destOrd="0" presId="urn:microsoft.com/office/officeart/2005/8/layout/vList3"/>
    <dgm:cxn modelId="{4279E401-D95F-4DFC-B7B9-1334E1B1715B}" type="presParOf" srcId="{133CD139-BB93-4612-8E6B-3406621B8668}" destId="{BA24D662-F804-4B77-86E3-C7796BB0EFC4}" srcOrd="0" destOrd="0" presId="urn:microsoft.com/office/officeart/2005/8/layout/vList3"/>
    <dgm:cxn modelId="{2C5E429F-7BEC-408D-952E-42E9739B53CF}" type="presParOf" srcId="{133CD139-BB93-4612-8E6B-3406621B8668}" destId="{B99F1696-5681-4586-8360-D98C4873C851}" srcOrd="1" destOrd="0" presId="urn:microsoft.com/office/officeart/2005/8/layout/vList3"/>
    <dgm:cxn modelId="{A4FEFBC3-4C8F-4FEB-93BE-8C64755D5F9D}" type="presParOf" srcId="{2C5A8809-1C56-4568-95C9-1E18DF8CFE6C}" destId="{1495A00E-5F8C-4778-81D0-A87807B47D6A}" srcOrd="1" destOrd="0" presId="urn:microsoft.com/office/officeart/2005/8/layout/vList3"/>
    <dgm:cxn modelId="{FD4D4565-2846-4DDE-AE98-0F3C5DC510F3}" type="presParOf" srcId="{2C5A8809-1C56-4568-95C9-1E18DF8CFE6C}" destId="{CD5A4466-5F54-4869-9BCE-E60C150A3056}" srcOrd="2" destOrd="0" presId="urn:microsoft.com/office/officeart/2005/8/layout/vList3"/>
    <dgm:cxn modelId="{9D65FFBF-8A78-4370-94B2-A2D75D01F9E8}" type="presParOf" srcId="{CD5A4466-5F54-4869-9BCE-E60C150A3056}" destId="{C567EE1F-524E-4644-B175-C6F4F2B243E4}" srcOrd="0" destOrd="0" presId="urn:microsoft.com/office/officeart/2005/8/layout/vList3"/>
    <dgm:cxn modelId="{FC72F8F3-E28B-47E3-B392-57BB96D9F7B0}" type="presParOf" srcId="{CD5A4466-5F54-4869-9BCE-E60C150A3056}" destId="{E689D5C1-88F7-46EB-BE4A-D7A297DA9D65}" srcOrd="1" destOrd="0" presId="urn:microsoft.com/office/officeart/2005/8/layout/vList3"/>
    <dgm:cxn modelId="{735F81AB-EA81-4F11-9CAB-402669FD2FFD}" type="presParOf" srcId="{2C5A8809-1C56-4568-95C9-1E18DF8CFE6C}" destId="{9614AA93-498A-4CCE-A72A-C3D46B286B5D}" srcOrd="3" destOrd="0" presId="urn:microsoft.com/office/officeart/2005/8/layout/vList3"/>
    <dgm:cxn modelId="{2F8EC974-E674-4EEB-9648-CBE83F9871FE}" type="presParOf" srcId="{2C5A8809-1C56-4568-95C9-1E18DF8CFE6C}" destId="{36FC067C-D802-4943-ACC6-83F4F728BEBC}" srcOrd="4" destOrd="0" presId="urn:microsoft.com/office/officeart/2005/8/layout/vList3"/>
    <dgm:cxn modelId="{D88B9B7E-3BEF-4817-A1FB-9BB43B45CB3D}" type="presParOf" srcId="{36FC067C-D802-4943-ACC6-83F4F728BEBC}" destId="{5081D720-56E6-4018-8119-EED2DE7B76D0}" srcOrd="0" destOrd="0" presId="urn:microsoft.com/office/officeart/2005/8/layout/vList3"/>
    <dgm:cxn modelId="{78D5B097-4E91-418C-B50C-8D0EF4AAF573}" type="presParOf" srcId="{36FC067C-D802-4943-ACC6-83F4F728BEBC}" destId="{17FD9F40-3BC6-4DC6-BC3A-5A424F06609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09964263-A010-427A-AD6C-7ED520E67F07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B87CDC2-26DC-4B2D-9112-BEED393D0ED3}">
      <dgm:prSet/>
      <dgm:spPr/>
      <dgm:t>
        <a:bodyPr/>
        <a:lstStyle/>
        <a:p>
          <a:r>
            <a:rPr lang="uk-UA" b="0" i="0"/>
            <a:t>перенесення столиці УРСР із Харкова до Києва</a:t>
          </a:r>
          <a:endParaRPr lang="uk-UA"/>
        </a:p>
      </dgm:t>
    </dgm:pt>
    <dgm:pt modelId="{FEBAC80B-FA93-49FB-80BB-1E520E9DD36A}" type="parTrans" cxnId="{E2DA2EF2-0BDA-49DD-8341-6E7CFBC1EF18}">
      <dgm:prSet/>
      <dgm:spPr/>
      <dgm:t>
        <a:bodyPr/>
        <a:lstStyle/>
        <a:p>
          <a:endParaRPr lang="uk-UA"/>
        </a:p>
      </dgm:t>
    </dgm:pt>
    <dgm:pt modelId="{AD8C812E-A946-4AD4-A5CB-86A5CB0787CD}" type="sibTrans" cxnId="{E2DA2EF2-0BDA-49DD-8341-6E7CFBC1EF18}">
      <dgm:prSet/>
      <dgm:spPr/>
      <dgm:t>
        <a:bodyPr/>
        <a:lstStyle/>
        <a:p>
          <a:endParaRPr lang="uk-UA"/>
        </a:p>
      </dgm:t>
    </dgm:pt>
    <dgm:pt modelId="{D23707E4-5821-4FB5-99BD-80A5CC25307C}">
      <dgm:prSet/>
      <dgm:spPr/>
      <dgm:t>
        <a:bodyPr/>
        <a:lstStyle/>
        <a:p>
          <a:r>
            <a:rPr lang="uk-UA" b="0" i="0"/>
            <a:t>утворення Закарпатської області в складі УРСР</a:t>
          </a:r>
          <a:endParaRPr lang="uk-UA"/>
        </a:p>
      </dgm:t>
    </dgm:pt>
    <dgm:pt modelId="{AC3D63F7-8710-45A1-8E39-AC28D8B71E9F}" type="parTrans" cxnId="{3211994C-029A-47DA-9A53-99D0A423DF65}">
      <dgm:prSet/>
      <dgm:spPr/>
      <dgm:t>
        <a:bodyPr/>
        <a:lstStyle/>
        <a:p>
          <a:endParaRPr lang="uk-UA"/>
        </a:p>
      </dgm:t>
    </dgm:pt>
    <dgm:pt modelId="{442D6365-F25C-47E7-9CB2-94F6C3AA41FE}" type="sibTrans" cxnId="{3211994C-029A-47DA-9A53-99D0A423DF65}">
      <dgm:prSet/>
      <dgm:spPr/>
      <dgm:t>
        <a:bodyPr/>
        <a:lstStyle/>
        <a:p>
          <a:endParaRPr lang="uk-UA"/>
        </a:p>
      </dgm:t>
    </dgm:pt>
    <dgm:pt modelId="{95ABF3E2-151B-4D87-AF1F-4AF6583868B8}">
      <dgm:prSet/>
      <dgm:spPr/>
      <dgm:t>
        <a:bodyPr/>
        <a:lstStyle/>
        <a:p>
          <a:r>
            <a:rPr lang="uk-UA" b="0" i="0"/>
            <a:t>проведення перших альтернативних виборів до Верховної Ради УРСР</a:t>
          </a:r>
          <a:endParaRPr lang="uk-UA"/>
        </a:p>
      </dgm:t>
    </dgm:pt>
    <dgm:pt modelId="{EECB87FC-6FC8-4EFC-B629-49A6080DDA15}" type="parTrans" cxnId="{61D59B40-E4D7-4BEB-ACCE-43B8442A6A06}">
      <dgm:prSet/>
      <dgm:spPr/>
      <dgm:t>
        <a:bodyPr/>
        <a:lstStyle/>
        <a:p>
          <a:endParaRPr lang="uk-UA"/>
        </a:p>
      </dgm:t>
    </dgm:pt>
    <dgm:pt modelId="{FA976FC2-BB1C-44CF-BAB0-4EBFE230B3F4}" type="sibTrans" cxnId="{61D59B40-E4D7-4BEB-ACCE-43B8442A6A06}">
      <dgm:prSet/>
      <dgm:spPr/>
      <dgm:t>
        <a:bodyPr/>
        <a:lstStyle/>
        <a:p>
          <a:endParaRPr lang="uk-UA"/>
        </a:p>
      </dgm:t>
    </dgm:pt>
    <dgm:pt modelId="{C0EC87CE-F3D5-4214-B6C0-C0067D36930E}">
      <dgm:prSet/>
      <dgm:spPr/>
      <dgm:t>
        <a:bodyPr/>
        <a:lstStyle/>
        <a:p>
          <a:r>
            <a:rPr lang="uk-UA" b="0" i="0" dirty="0"/>
            <a:t>депортація кримських татар, греків, вірмен і болгар з Криму</a:t>
          </a:r>
          <a:endParaRPr lang="uk-UA" dirty="0"/>
        </a:p>
      </dgm:t>
    </dgm:pt>
    <dgm:pt modelId="{146CBF8A-F3BA-45D7-AA1C-A3E5766CE4A0}" type="parTrans" cxnId="{8561439A-534E-4234-9534-2B6C0FCDAC42}">
      <dgm:prSet/>
      <dgm:spPr/>
      <dgm:t>
        <a:bodyPr/>
        <a:lstStyle/>
        <a:p>
          <a:endParaRPr lang="uk-UA"/>
        </a:p>
      </dgm:t>
    </dgm:pt>
    <dgm:pt modelId="{E2350404-6B5E-4757-B7EF-51D05EAAE6E2}" type="sibTrans" cxnId="{8561439A-534E-4234-9534-2B6C0FCDAC42}">
      <dgm:prSet/>
      <dgm:spPr/>
      <dgm:t>
        <a:bodyPr/>
        <a:lstStyle/>
        <a:p>
          <a:endParaRPr lang="uk-UA"/>
        </a:p>
      </dgm:t>
    </dgm:pt>
    <dgm:pt modelId="{F15351D4-87B1-4A2C-A4FA-B5185B773416}" type="pres">
      <dgm:prSet presAssocID="{09964263-A010-427A-AD6C-7ED520E67F07}" presName="linearFlow" presStyleCnt="0">
        <dgm:presLayoutVars>
          <dgm:dir/>
          <dgm:resizeHandles val="exact"/>
        </dgm:presLayoutVars>
      </dgm:prSet>
      <dgm:spPr/>
    </dgm:pt>
    <dgm:pt modelId="{96BBE4B9-BD71-49DD-99ED-51C0319D1CC3}" type="pres">
      <dgm:prSet presAssocID="{BB87CDC2-26DC-4B2D-9112-BEED393D0ED3}" presName="composite" presStyleCnt="0"/>
      <dgm:spPr/>
    </dgm:pt>
    <dgm:pt modelId="{AEE13B32-0440-49C7-B451-6460128D13B5}" type="pres">
      <dgm:prSet presAssocID="{BB87CDC2-26DC-4B2D-9112-BEED393D0ED3}" presName="imgShp" presStyleLbl="fgImgPlace1" presStyleIdx="0" presStyleCnt="4"/>
      <dgm:spPr/>
    </dgm:pt>
    <dgm:pt modelId="{E3010AFA-1B86-47E0-891A-631A018540F4}" type="pres">
      <dgm:prSet presAssocID="{BB87CDC2-26DC-4B2D-9112-BEED393D0ED3}" presName="txShp" presStyleLbl="node1" presStyleIdx="0" presStyleCnt="4">
        <dgm:presLayoutVars>
          <dgm:bulletEnabled val="1"/>
        </dgm:presLayoutVars>
      </dgm:prSet>
      <dgm:spPr/>
    </dgm:pt>
    <dgm:pt modelId="{8D7C0E08-90CE-4082-A5D5-17E99C0BCE2E}" type="pres">
      <dgm:prSet presAssocID="{AD8C812E-A946-4AD4-A5CB-86A5CB0787CD}" presName="spacing" presStyleCnt="0"/>
      <dgm:spPr/>
    </dgm:pt>
    <dgm:pt modelId="{FF7A2A9B-FE70-495A-8FAF-FCEF96B22382}" type="pres">
      <dgm:prSet presAssocID="{D23707E4-5821-4FB5-99BD-80A5CC25307C}" presName="composite" presStyleCnt="0"/>
      <dgm:spPr/>
    </dgm:pt>
    <dgm:pt modelId="{F90F4BB9-3261-4168-B563-7ED40BFDED2D}" type="pres">
      <dgm:prSet presAssocID="{D23707E4-5821-4FB5-99BD-80A5CC25307C}" presName="imgShp" presStyleLbl="fgImgPlace1" presStyleIdx="1" presStyleCnt="4"/>
      <dgm:spPr/>
    </dgm:pt>
    <dgm:pt modelId="{7FEF0E60-1629-4368-ABB2-A304B5E7F1E8}" type="pres">
      <dgm:prSet presAssocID="{D23707E4-5821-4FB5-99BD-80A5CC25307C}" presName="txShp" presStyleLbl="node1" presStyleIdx="1" presStyleCnt="4">
        <dgm:presLayoutVars>
          <dgm:bulletEnabled val="1"/>
        </dgm:presLayoutVars>
      </dgm:prSet>
      <dgm:spPr/>
    </dgm:pt>
    <dgm:pt modelId="{F2A952C8-7BE8-41D7-A403-F7D9CF2757D6}" type="pres">
      <dgm:prSet presAssocID="{442D6365-F25C-47E7-9CB2-94F6C3AA41FE}" presName="spacing" presStyleCnt="0"/>
      <dgm:spPr/>
    </dgm:pt>
    <dgm:pt modelId="{F8717D24-2746-4E06-9E03-545C32D0E361}" type="pres">
      <dgm:prSet presAssocID="{95ABF3E2-151B-4D87-AF1F-4AF6583868B8}" presName="composite" presStyleCnt="0"/>
      <dgm:spPr/>
    </dgm:pt>
    <dgm:pt modelId="{E6D03855-75C4-4779-88E6-9D7FEDF0C73E}" type="pres">
      <dgm:prSet presAssocID="{95ABF3E2-151B-4D87-AF1F-4AF6583868B8}" presName="imgShp" presStyleLbl="fgImgPlace1" presStyleIdx="2" presStyleCnt="4"/>
      <dgm:spPr/>
    </dgm:pt>
    <dgm:pt modelId="{15C67E20-24EC-4A5C-B50F-A0BBA79F1860}" type="pres">
      <dgm:prSet presAssocID="{95ABF3E2-151B-4D87-AF1F-4AF6583868B8}" presName="txShp" presStyleLbl="node1" presStyleIdx="2" presStyleCnt="4">
        <dgm:presLayoutVars>
          <dgm:bulletEnabled val="1"/>
        </dgm:presLayoutVars>
      </dgm:prSet>
      <dgm:spPr/>
    </dgm:pt>
    <dgm:pt modelId="{E1AD51B7-07B0-4393-8B7D-F0B266A4A9ED}" type="pres">
      <dgm:prSet presAssocID="{FA976FC2-BB1C-44CF-BAB0-4EBFE230B3F4}" presName="spacing" presStyleCnt="0"/>
      <dgm:spPr/>
    </dgm:pt>
    <dgm:pt modelId="{56F0EF8D-B661-4C78-9E03-5574946739E2}" type="pres">
      <dgm:prSet presAssocID="{C0EC87CE-F3D5-4214-B6C0-C0067D36930E}" presName="composite" presStyleCnt="0"/>
      <dgm:spPr/>
    </dgm:pt>
    <dgm:pt modelId="{B8CD17B3-0FA2-44F1-9907-76A7634DFEDE}" type="pres">
      <dgm:prSet presAssocID="{C0EC87CE-F3D5-4214-B6C0-C0067D36930E}" presName="imgShp" presStyleLbl="fgImgPlace1" presStyleIdx="3" presStyleCnt="4"/>
      <dgm:spPr/>
    </dgm:pt>
    <dgm:pt modelId="{F3F87C74-DE8C-4282-BC9A-E98BD083F928}" type="pres">
      <dgm:prSet presAssocID="{C0EC87CE-F3D5-4214-B6C0-C0067D36930E}" presName="txShp" presStyleLbl="node1" presStyleIdx="3" presStyleCnt="4">
        <dgm:presLayoutVars>
          <dgm:bulletEnabled val="1"/>
        </dgm:presLayoutVars>
      </dgm:prSet>
      <dgm:spPr/>
    </dgm:pt>
  </dgm:ptLst>
  <dgm:cxnLst>
    <dgm:cxn modelId="{61D59B40-E4D7-4BEB-ACCE-43B8442A6A06}" srcId="{09964263-A010-427A-AD6C-7ED520E67F07}" destId="{95ABF3E2-151B-4D87-AF1F-4AF6583868B8}" srcOrd="2" destOrd="0" parTransId="{EECB87FC-6FC8-4EFC-B629-49A6080DDA15}" sibTransId="{FA976FC2-BB1C-44CF-BAB0-4EBFE230B3F4}"/>
    <dgm:cxn modelId="{3211994C-029A-47DA-9A53-99D0A423DF65}" srcId="{09964263-A010-427A-AD6C-7ED520E67F07}" destId="{D23707E4-5821-4FB5-99BD-80A5CC25307C}" srcOrd="1" destOrd="0" parTransId="{AC3D63F7-8710-45A1-8E39-AC28D8B71E9F}" sibTransId="{442D6365-F25C-47E7-9CB2-94F6C3AA41FE}"/>
    <dgm:cxn modelId="{8520A876-08BB-4843-A73E-75E3DC3DC457}" type="presOf" srcId="{95ABF3E2-151B-4D87-AF1F-4AF6583868B8}" destId="{15C67E20-24EC-4A5C-B50F-A0BBA79F1860}" srcOrd="0" destOrd="0" presId="urn:microsoft.com/office/officeart/2005/8/layout/vList3"/>
    <dgm:cxn modelId="{7518B886-C9DF-4BD6-8815-F1A2C5E78D78}" type="presOf" srcId="{C0EC87CE-F3D5-4214-B6C0-C0067D36930E}" destId="{F3F87C74-DE8C-4282-BC9A-E98BD083F928}" srcOrd="0" destOrd="0" presId="urn:microsoft.com/office/officeart/2005/8/layout/vList3"/>
    <dgm:cxn modelId="{8561439A-534E-4234-9534-2B6C0FCDAC42}" srcId="{09964263-A010-427A-AD6C-7ED520E67F07}" destId="{C0EC87CE-F3D5-4214-B6C0-C0067D36930E}" srcOrd="3" destOrd="0" parTransId="{146CBF8A-F3BA-45D7-AA1C-A3E5766CE4A0}" sibTransId="{E2350404-6B5E-4757-B7EF-51D05EAAE6E2}"/>
    <dgm:cxn modelId="{1FE713B3-523F-4B35-B932-51FF22A853B6}" type="presOf" srcId="{D23707E4-5821-4FB5-99BD-80A5CC25307C}" destId="{7FEF0E60-1629-4368-ABB2-A304B5E7F1E8}" srcOrd="0" destOrd="0" presId="urn:microsoft.com/office/officeart/2005/8/layout/vList3"/>
    <dgm:cxn modelId="{3FAC81DC-52C8-4AA5-A244-3A0E5BC904D4}" type="presOf" srcId="{09964263-A010-427A-AD6C-7ED520E67F07}" destId="{F15351D4-87B1-4A2C-A4FA-B5185B773416}" srcOrd="0" destOrd="0" presId="urn:microsoft.com/office/officeart/2005/8/layout/vList3"/>
    <dgm:cxn modelId="{B9B60FE0-FCD1-4617-9D2F-D36F9F120018}" type="presOf" srcId="{BB87CDC2-26DC-4B2D-9112-BEED393D0ED3}" destId="{E3010AFA-1B86-47E0-891A-631A018540F4}" srcOrd="0" destOrd="0" presId="urn:microsoft.com/office/officeart/2005/8/layout/vList3"/>
    <dgm:cxn modelId="{E2DA2EF2-0BDA-49DD-8341-6E7CFBC1EF18}" srcId="{09964263-A010-427A-AD6C-7ED520E67F07}" destId="{BB87CDC2-26DC-4B2D-9112-BEED393D0ED3}" srcOrd="0" destOrd="0" parTransId="{FEBAC80B-FA93-49FB-80BB-1E520E9DD36A}" sibTransId="{AD8C812E-A946-4AD4-A5CB-86A5CB0787CD}"/>
    <dgm:cxn modelId="{025020ED-3D81-447B-B8D7-42744C9D4D30}" type="presParOf" srcId="{F15351D4-87B1-4A2C-A4FA-B5185B773416}" destId="{96BBE4B9-BD71-49DD-99ED-51C0319D1CC3}" srcOrd="0" destOrd="0" presId="urn:microsoft.com/office/officeart/2005/8/layout/vList3"/>
    <dgm:cxn modelId="{74FA898C-AEBE-430A-954C-9AAE8B5684A9}" type="presParOf" srcId="{96BBE4B9-BD71-49DD-99ED-51C0319D1CC3}" destId="{AEE13B32-0440-49C7-B451-6460128D13B5}" srcOrd="0" destOrd="0" presId="urn:microsoft.com/office/officeart/2005/8/layout/vList3"/>
    <dgm:cxn modelId="{2146A8B7-931E-449C-A48E-0D63F48A89F8}" type="presParOf" srcId="{96BBE4B9-BD71-49DD-99ED-51C0319D1CC3}" destId="{E3010AFA-1B86-47E0-891A-631A018540F4}" srcOrd="1" destOrd="0" presId="urn:microsoft.com/office/officeart/2005/8/layout/vList3"/>
    <dgm:cxn modelId="{C182C486-4EDE-4E80-9B3B-01DC0788012B}" type="presParOf" srcId="{F15351D4-87B1-4A2C-A4FA-B5185B773416}" destId="{8D7C0E08-90CE-4082-A5D5-17E99C0BCE2E}" srcOrd="1" destOrd="0" presId="urn:microsoft.com/office/officeart/2005/8/layout/vList3"/>
    <dgm:cxn modelId="{1246707E-369E-4FFC-8C4E-B9630531F926}" type="presParOf" srcId="{F15351D4-87B1-4A2C-A4FA-B5185B773416}" destId="{FF7A2A9B-FE70-495A-8FAF-FCEF96B22382}" srcOrd="2" destOrd="0" presId="urn:microsoft.com/office/officeart/2005/8/layout/vList3"/>
    <dgm:cxn modelId="{F624A7D0-73B5-4D3D-B9AD-8C08E9320898}" type="presParOf" srcId="{FF7A2A9B-FE70-495A-8FAF-FCEF96B22382}" destId="{F90F4BB9-3261-4168-B563-7ED40BFDED2D}" srcOrd="0" destOrd="0" presId="urn:microsoft.com/office/officeart/2005/8/layout/vList3"/>
    <dgm:cxn modelId="{A5F87261-3B8A-4C8E-B7CC-5E4B33CA45FF}" type="presParOf" srcId="{FF7A2A9B-FE70-495A-8FAF-FCEF96B22382}" destId="{7FEF0E60-1629-4368-ABB2-A304B5E7F1E8}" srcOrd="1" destOrd="0" presId="urn:microsoft.com/office/officeart/2005/8/layout/vList3"/>
    <dgm:cxn modelId="{F304D474-2755-47FB-8BB0-ECD2A0F59757}" type="presParOf" srcId="{F15351D4-87B1-4A2C-A4FA-B5185B773416}" destId="{F2A952C8-7BE8-41D7-A403-F7D9CF2757D6}" srcOrd="3" destOrd="0" presId="urn:microsoft.com/office/officeart/2005/8/layout/vList3"/>
    <dgm:cxn modelId="{04879883-ABE4-4A36-9F67-4C620C0D361F}" type="presParOf" srcId="{F15351D4-87B1-4A2C-A4FA-B5185B773416}" destId="{F8717D24-2746-4E06-9E03-545C32D0E361}" srcOrd="4" destOrd="0" presId="urn:microsoft.com/office/officeart/2005/8/layout/vList3"/>
    <dgm:cxn modelId="{AB04FB2E-03FF-4429-833B-772322945D06}" type="presParOf" srcId="{F8717D24-2746-4E06-9E03-545C32D0E361}" destId="{E6D03855-75C4-4779-88E6-9D7FEDF0C73E}" srcOrd="0" destOrd="0" presId="urn:microsoft.com/office/officeart/2005/8/layout/vList3"/>
    <dgm:cxn modelId="{62B7A243-8F42-404A-9BBC-C12695359238}" type="presParOf" srcId="{F8717D24-2746-4E06-9E03-545C32D0E361}" destId="{15C67E20-24EC-4A5C-B50F-A0BBA79F1860}" srcOrd="1" destOrd="0" presId="urn:microsoft.com/office/officeart/2005/8/layout/vList3"/>
    <dgm:cxn modelId="{1F11A88D-E208-407A-87D1-CA4768436E74}" type="presParOf" srcId="{F15351D4-87B1-4A2C-A4FA-B5185B773416}" destId="{E1AD51B7-07B0-4393-8B7D-F0B266A4A9ED}" srcOrd="5" destOrd="0" presId="urn:microsoft.com/office/officeart/2005/8/layout/vList3"/>
    <dgm:cxn modelId="{E50A6327-7536-4C3D-B677-E7333E6C2153}" type="presParOf" srcId="{F15351D4-87B1-4A2C-A4FA-B5185B773416}" destId="{56F0EF8D-B661-4C78-9E03-5574946739E2}" srcOrd="6" destOrd="0" presId="urn:microsoft.com/office/officeart/2005/8/layout/vList3"/>
    <dgm:cxn modelId="{DD1F0804-3549-4BFE-8D22-6234C62D5BC0}" type="presParOf" srcId="{56F0EF8D-B661-4C78-9E03-5574946739E2}" destId="{B8CD17B3-0FA2-44F1-9907-76A7634DFEDE}" srcOrd="0" destOrd="0" presId="urn:microsoft.com/office/officeart/2005/8/layout/vList3"/>
    <dgm:cxn modelId="{3222B09C-4D2F-4A40-B892-6CC61260C331}" type="presParOf" srcId="{56F0EF8D-B661-4C78-9E03-5574946739E2}" destId="{F3F87C74-DE8C-4282-BC9A-E98BD083F928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343D95DA-542A-423A-A325-4B58887F2D6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84A5D27-E27D-4280-9ECA-875882C3F2E8}">
      <dgm:prSet/>
      <dgm:spPr/>
      <dgm:t>
        <a:bodyPr/>
        <a:lstStyle/>
        <a:p>
          <a:r>
            <a:rPr lang="ru-RU" b="0" i="0" dirty="0" err="1"/>
            <a:t>поширення</a:t>
          </a:r>
          <a:r>
            <a:rPr lang="ru-RU" b="0" i="0" dirty="0"/>
            <a:t> голоду на </a:t>
          </a:r>
          <a:r>
            <a:rPr lang="ru-RU" b="0" i="0" dirty="0" err="1"/>
            <a:t>територіі</a:t>
          </a:r>
          <a:r>
            <a:rPr lang="ru-RU" b="0" i="0" dirty="0"/>
            <a:t>̈ УСРР у 1932 — 1933 </a:t>
          </a:r>
          <a:r>
            <a:rPr lang="ru-RU" b="0" i="0" dirty="0" err="1"/>
            <a:t>рр</a:t>
          </a:r>
          <a:r>
            <a:rPr lang="ru-RU" b="0" i="0" dirty="0"/>
            <a:t>.</a:t>
          </a:r>
          <a:endParaRPr lang="uk-UA" dirty="0"/>
        </a:p>
      </dgm:t>
    </dgm:pt>
    <dgm:pt modelId="{D868DEA7-2585-4C11-B4DD-84C38B72A6DE}" type="parTrans" cxnId="{113E3FBA-AD98-422C-81D0-531224A64EFD}">
      <dgm:prSet/>
      <dgm:spPr/>
      <dgm:t>
        <a:bodyPr/>
        <a:lstStyle/>
        <a:p>
          <a:endParaRPr lang="uk-UA"/>
        </a:p>
      </dgm:t>
    </dgm:pt>
    <dgm:pt modelId="{DB4F0CA1-FA62-41C8-BEA1-26598FCB1E8A}" type="sibTrans" cxnId="{113E3FBA-AD98-422C-81D0-531224A64EFD}">
      <dgm:prSet/>
      <dgm:spPr/>
      <dgm:t>
        <a:bodyPr/>
        <a:lstStyle/>
        <a:p>
          <a:endParaRPr lang="uk-UA"/>
        </a:p>
      </dgm:t>
    </dgm:pt>
    <dgm:pt modelId="{8E78967E-7CE0-4CFC-AC9A-E34D722FE16F}">
      <dgm:prSet/>
      <dgm:spPr/>
      <dgm:t>
        <a:bodyPr/>
        <a:lstStyle/>
        <a:p>
          <a:r>
            <a:rPr lang="ru-RU" b="0" i="0"/>
            <a:t>розгортання масових репресій в УРСР у 1937 — 1938 рр.</a:t>
          </a:r>
          <a:endParaRPr lang="uk-UA"/>
        </a:p>
      </dgm:t>
    </dgm:pt>
    <dgm:pt modelId="{BFABC5CF-1E84-441B-972A-F1B33AE7E8C7}" type="parTrans" cxnId="{7EC1ECC4-50D3-4C96-AA98-9D5253E64004}">
      <dgm:prSet/>
      <dgm:spPr/>
      <dgm:t>
        <a:bodyPr/>
        <a:lstStyle/>
        <a:p>
          <a:endParaRPr lang="uk-UA"/>
        </a:p>
      </dgm:t>
    </dgm:pt>
    <dgm:pt modelId="{9CCFA6EA-0D2A-4E42-A67F-9C0B922762F7}" type="sibTrans" cxnId="{7EC1ECC4-50D3-4C96-AA98-9D5253E64004}">
      <dgm:prSet/>
      <dgm:spPr/>
      <dgm:t>
        <a:bodyPr/>
        <a:lstStyle/>
        <a:p>
          <a:endParaRPr lang="uk-UA"/>
        </a:p>
      </dgm:t>
    </dgm:pt>
    <dgm:pt modelId="{A93FB4C2-F377-499A-A33D-CAD889738353}">
      <dgm:prSet/>
      <dgm:spPr/>
      <dgm:t>
        <a:bodyPr/>
        <a:lstStyle/>
        <a:p>
          <a:r>
            <a:rPr lang="ru-RU" b="0" i="0"/>
            <a:t>голоду в більшості областей УРСР у 1946 — 1947 рр.</a:t>
          </a:r>
          <a:endParaRPr lang="uk-UA"/>
        </a:p>
      </dgm:t>
    </dgm:pt>
    <dgm:pt modelId="{05EA8558-F2AE-48B1-9BF7-D6D04DFB72A3}" type="parTrans" cxnId="{C3BC2BE4-1151-4FD6-991D-DFB2F618E9D2}">
      <dgm:prSet/>
      <dgm:spPr/>
      <dgm:t>
        <a:bodyPr/>
        <a:lstStyle/>
        <a:p>
          <a:endParaRPr lang="uk-UA"/>
        </a:p>
      </dgm:t>
    </dgm:pt>
    <dgm:pt modelId="{7D7D404B-DE44-4A15-AC56-C0527A753017}" type="sibTrans" cxnId="{C3BC2BE4-1151-4FD6-991D-DFB2F618E9D2}">
      <dgm:prSet/>
      <dgm:spPr/>
      <dgm:t>
        <a:bodyPr/>
        <a:lstStyle/>
        <a:p>
          <a:endParaRPr lang="uk-UA"/>
        </a:p>
      </dgm:t>
    </dgm:pt>
    <dgm:pt modelId="{E8C1B02A-4E9F-43AC-9A2E-ABBD529EB1B9}">
      <dgm:prSet/>
      <dgm:spPr/>
      <dgm:t>
        <a:bodyPr/>
        <a:lstStyle/>
        <a:p>
          <a:r>
            <a:rPr lang="ru-RU" b="0" i="0"/>
            <a:t>бойових дій проти загонів УПА в 1944 — 1946 рр.</a:t>
          </a:r>
          <a:endParaRPr lang="uk-UA"/>
        </a:p>
      </dgm:t>
    </dgm:pt>
    <dgm:pt modelId="{F110F99F-D582-43F4-BBB8-C9BF7795D79B}" type="parTrans" cxnId="{21F58CAC-2372-43CE-8DEF-E025104269BC}">
      <dgm:prSet/>
      <dgm:spPr/>
      <dgm:t>
        <a:bodyPr/>
        <a:lstStyle/>
        <a:p>
          <a:endParaRPr lang="uk-UA"/>
        </a:p>
      </dgm:t>
    </dgm:pt>
    <dgm:pt modelId="{E0DE1078-5463-4A35-8CFE-F813D6311C97}" type="sibTrans" cxnId="{21F58CAC-2372-43CE-8DEF-E025104269BC}">
      <dgm:prSet/>
      <dgm:spPr/>
      <dgm:t>
        <a:bodyPr/>
        <a:lstStyle/>
        <a:p>
          <a:endParaRPr lang="uk-UA"/>
        </a:p>
      </dgm:t>
    </dgm:pt>
    <dgm:pt modelId="{C23AAFD1-66EB-4AC6-A787-B39532D4F193}" type="pres">
      <dgm:prSet presAssocID="{343D95DA-542A-423A-A325-4B58887F2D69}" presName="linear" presStyleCnt="0">
        <dgm:presLayoutVars>
          <dgm:animLvl val="lvl"/>
          <dgm:resizeHandles val="exact"/>
        </dgm:presLayoutVars>
      </dgm:prSet>
      <dgm:spPr/>
    </dgm:pt>
    <dgm:pt modelId="{0529427F-C2EB-4292-A174-8FA092FB1083}" type="pres">
      <dgm:prSet presAssocID="{284A5D27-E27D-4280-9ECA-875882C3F2E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D8D5A4F-F32F-4232-938F-9CD4ADA28FE1}" type="pres">
      <dgm:prSet presAssocID="{DB4F0CA1-FA62-41C8-BEA1-26598FCB1E8A}" presName="spacer" presStyleCnt="0"/>
      <dgm:spPr/>
    </dgm:pt>
    <dgm:pt modelId="{C83B6247-95A0-4E85-BCAC-8011C9949B06}" type="pres">
      <dgm:prSet presAssocID="{8E78967E-7CE0-4CFC-AC9A-E34D722FE16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E751E51-5771-47D6-A8B4-DBC55FEA5E5F}" type="pres">
      <dgm:prSet presAssocID="{9CCFA6EA-0D2A-4E42-A67F-9C0B922762F7}" presName="spacer" presStyleCnt="0"/>
      <dgm:spPr/>
    </dgm:pt>
    <dgm:pt modelId="{93517D82-1165-48A8-8B6D-8446FA4D662F}" type="pres">
      <dgm:prSet presAssocID="{A93FB4C2-F377-499A-A33D-CAD88973835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D2F71BB-05D8-4B31-88E8-A6E0C4F4A912}" type="pres">
      <dgm:prSet presAssocID="{7D7D404B-DE44-4A15-AC56-C0527A753017}" presName="spacer" presStyleCnt="0"/>
      <dgm:spPr/>
    </dgm:pt>
    <dgm:pt modelId="{50810740-2483-44B4-BA8F-A8A76E3BA231}" type="pres">
      <dgm:prSet presAssocID="{E8C1B02A-4E9F-43AC-9A2E-ABBD529EB1B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45C0D0D-69BC-491B-84E3-EC65728ECFAF}" type="presOf" srcId="{A93FB4C2-F377-499A-A33D-CAD889738353}" destId="{93517D82-1165-48A8-8B6D-8446FA4D662F}" srcOrd="0" destOrd="0" presId="urn:microsoft.com/office/officeart/2005/8/layout/vList2"/>
    <dgm:cxn modelId="{E788B326-360D-4CCE-B00F-6941A5B07435}" type="presOf" srcId="{284A5D27-E27D-4280-9ECA-875882C3F2E8}" destId="{0529427F-C2EB-4292-A174-8FA092FB1083}" srcOrd="0" destOrd="0" presId="urn:microsoft.com/office/officeart/2005/8/layout/vList2"/>
    <dgm:cxn modelId="{6D3B6475-AB1E-4986-9B19-A49B1025E7FD}" type="presOf" srcId="{8E78967E-7CE0-4CFC-AC9A-E34D722FE16F}" destId="{C83B6247-95A0-4E85-BCAC-8011C9949B06}" srcOrd="0" destOrd="0" presId="urn:microsoft.com/office/officeart/2005/8/layout/vList2"/>
    <dgm:cxn modelId="{F8BFD49A-DB7D-4B26-BDF3-55F11F1B66CF}" type="presOf" srcId="{E8C1B02A-4E9F-43AC-9A2E-ABBD529EB1B9}" destId="{50810740-2483-44B4-BA8F-A8A76E3BA231}" srcOrd="0" destOrd="0" presId="urn:microsoft.com/office/officeart/2005/8/layout/vList2"/>
    <dgm:cxn modelId="{21F58CAC-2372-43CE-8DEF-E025104269BC}" srcId="{343D95DA-542A-423A-A325-4B58887F2D69}" destId="{E8C1B02A-4E9F-43AC-9A2E-ABBD529EB1B9}" srcOrd="3" destOrd="0" parTransId="{F110F99F-D582-43F4-BBB8-C9BF7795D79B}" sibTransId="{E0DE1078-5463-4A35-8CFE-F813D6311C97}"/>
    <dgm:cxn modelId="{113E3FBA-AD98-422C-81D0-531224A64EFD}" srcId="{343D95DA-542A-423A-A325-4B58887F2D69}" destId="{284A5D27-E27D-4280-9ECA-875882C3F2E8}" srcOrd="0" destOrd="0" parTransId="{D868DEA7-2585-4C11-B4DD-84C38B72A6DE}" sibTransId="{DB4F0CA1-FA62-41C8-BEA1-26598FCB1E8A}"/>
    <dgm:cxn modelId="{7EC1ECC4-50D3-4C96-AA98-9D5253E64004}" srcId="{343D95DA-542A-423A-A325-4B58887F2D69}" destId="{8E78967E-7CE0-4CFC-AC9A-E34D722FE16F}" srcOrd="1" destOrd="0" parTransId="{BFABC5CF-1E84-441B-972A-F1B33AE7E8C7}" sibTransId="{9CCFA6EA-0D2A-4E42-A67F-9C0B922762F7}"/>
    <dgm:cxn modelId="{6C9576E2-A99C-4B1A-B8CD-74CBF60E483B}" type="presOf" srcId="{343D95DA-542A-423A-A325-4B58887F2D69}" destId="{C23AAFD1-66EB-4AC6-A787-B39532D4F193}" srcOrd="0" destOrd="0" presId="urn:microsoft.com/office/officeart/2005/8/layout/vList2"/>
    <dgm:cxn modelId="{C3BC2BE4-1151-4FD6-991D-DFB2F618E9D2}" srcId="{343D95DA-542A-423A-A325-4B58887F2D69}" destId="{A93FB4C2-F377-499A-A33D-CAD889738353}" srcOrd="2" destOrd="0" parTransId="{05EA8558-F2AE-48B1-9BF7-D6D04DFB72A3}" sibTransId="{7D7D404B-DE44-4A15-AC56-C0527A753017}"/>
    <dgm:cxn modelId="{1AC37D44-12B4-4486-BB22-FFE8A8C71E47}" type="presParOf" srcId="{C23AAFD1-66EB-4AC6-A787-B39532D4F193}" destId="{0529427F-C2EB-4292-A174-8FA092FB1083}" srcOrd="0" destOrd="0" presId="urn:microsoft.com/office/officeart/2005/8/layout/vList2"/>
    <dgm:cxn modelId="{190785E4-F107-4D59-9B04-1C582B91CB84}" type="presParOf" srcId="{C23AAFD1-66EB-4AC6-A787-B39532D4F193}" destId="{8D8D5A4F-F32F-4232-938F-9CD4ADA28FE1}" srcOrd="1" destOrd="0" presId="urn:microsoft.com/office/officeart/2005/8/layout/vList2"/>
    <dgm:cxn modelId="{9FB5AD3E-A3DA-4C02-AC98-23FB2332BCAF}" type="presParOf" srcId="{C23AAFD1-66EB-4AC6-A787-B39532D4F193}" destId="{C83B6247-95A0-4E85-BCAC-8011C9949B06}" srcOrd="2" destOrd="0" presId="urn:microsoft.com/office/officeart/2005/8/layout/vList2"/>
    <dgm:cxn modelId="{D34596E6-2483-47E3-8C22-86A26F2F8723}" type="presParOf" srcId="{C23AAFD1-66EB-4AC6-A787-B39532D4F193}" destId="{BE751E51-5771-47D6-A8B4-DBC55FEA5E5F}" srcOrd="3" destOrd="0" presId="urn:microsoft.com/office/officeart/2005/8/layout/vList2"/>
    <dgm:cxn modelId="{17E2AC2A-C93F-4829-B182-7E5A252D29E3}" type="presParOf" srcId="{C23AAFD1-66EB-4AC6-A787-B39532D4F193}" destId="{93517D82-1165-48A8-8B6D-8446FA4D662F}" srcOrd="4" destOrd="0" presId="urn:microsoft.com/office/officeart/2005/8/layout/vList2"/>
    <dgm:cxn modelId="{C2A8DE24-4C75-4784-A420-F4C34B3C0E33}" type="presParOf" srcId="{C23AAFD1-66EB-4AC6-A787-B39532D4F193}" destId="{9D2F71BB-05D8-4B31-88E8-A6E0C4F4A912}" srcOrd="5" destOrd="0" presId="urn:microsoft.com/office/officeart/2005/8/layout/vList2"/>
    <dgm:cxn modelId="{A73FBF3A-BE76-4343-BB87-ACEEBC1C1E19}" type="presParOf" srcId="{C23AAFD1-66EB-4AC6-A787-B39532D4F193}" destId="{50810740-2483-44B4-BA8F-A8A76E3BA23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C16B1F4B-FA1E-471A-9FE0-41AF7842B701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62895FF-B91F-468F-9B2E-9BD32D0AD54F}">
      <dgm:prSet/>
      <dgm:spPr/>
      <dgm:t>
        <a:bodyPr/>
        <a:lstStyle/>
        <a:p>
          <a:r>
            <a:rPr lang="ru-RU" b="0" i="0"/>
            <a:t>1921–1923 рр., </a:t>
          </a:r>
          <a:endParaRPr lang="uk-UA"/>
        </a:p>
      </dgm:t>
    </dgm:pt>
    <dgm:pt modelId="{DEF68A0B-DA21-4DD3-BC26-6C68CA5083AC}" type="parTrans" cxnId="{4459A19B-7CBD-471A-9E72-28A2129FE712}">
      <dgm:prSet/>
      <dgm:spPr/>
      <dgm:t>
        <a:bodyPr/>
        <a:lstStyle/>
        <a:p>
          <a:endParaRPr lang="uk-UA"/>
        </a:p>
      </dgm:t>
    </dgm:pt>
    <dgm:pt modelId="{C77CE048-0E9F-4078-A4FF-87A736C44101}" type="sibTrans" cxnId="{4459A19B-7CBD-471A-9E72-28A2129FE712}">
      <dgm:prSet/>
      <dgm:spPr/>
      <dgm:t>
        <a:bodyPr/>
        <a:lstStyle/>
        <a:p>
          <a:endParaRPr lang="uk-UA"/>
        </a:p>
      </dgm:t>
    </dgm:pt>
    <dgm:pt modelId="{111C3F4B-8C61-475F-906D-80AFE5A47850}">
      <dgm:prSet/>
      <dgm:spPr/>
      <dgm:t>
        <a:bodyPr/>
        <a:lstStyle/>
        <a:p>
          <a:r>
            <a:rPr lang="ru-RU" b="0" i="0"/>
            <a:t>1932–1933 рр.,</a:t>
          </a:r>
          <a:endParaRPr lang="uk-UA"/>
        </a:p>
      </dgm:t>
    </dgm:pt>
    <dgm:pt modelId="{8426C14D-40F8-4B59-A4A3-0C50781752F4}" type="parTrans" cxnId="{FC5DEA02-C61E-47A2-9BAC-25B892BFDC84}">
      <dgm:prSet/>
      <dgm:spPr/>
      <dgm:t>
        <a:bodyPr/>
        <a:lstStyle/>
        <a:p>
          <a:endParaRPr lang="uk-UA"/>
        </a:p>
      </dgm:t>
    </dgm:pt>
    <dgm:pt modelId="{72BC9712-1427-4300-9914-9EE73F3719CA}" type="sibTrans" cxnId="{FC5DEA02-C61E-47A2-9BAC-25B892BFDC84}">
      <dgm:prSet/>
      <dgm:spPr/>
      <dgm:t>
        <a:bodyPr/>
        <a:lstStyle/>
        <a:p>
          <a:endParaRPr lang="uk-UA"/>
        </a:p>
      </dgm:t>
    </dgm:pt>
    <dgm:pt modelId="{380DA72D-88F0-470B-9801-C2BF2467A366}">
      <dgm:prSet/>
      <dgm:spPr/>
      <dgm:t>
        <a:bodyPr/>
        <a:lstStyle/>
        <a:p>
          <a:r>
            <a:rPr lang="ru-RU" b="0" i="0"/>
            <a:t>1941–1945 рр., </a:t>
          </a:r>
          <a:endParaRPr lang="uk-UA"/>
        </a:p>
      </dgm:t>
    </dgm:pt>
    <dgm:pt modelId="{39677D4E-B375-4974-90AD-3CC1316623EB}" type="parTrans" cxnId="{CA9CB07D-DF1D-427E-BA87-F109F0583C38}">
      <dgm:prSet/>
      <dgm:spPr/>
      <dgm:t>
        <a:bodyPr/>
        <a:lstStyle/>
        <a:p>
          <a:endParaRPr lang="uk-UA"/>
        </a:p>
      </dgm:t>
    </dgm:pt>
    <dgm:pt modelId="{1E331440-9641-449B-B872-655D7F738666}" type="sibTrans" cxnId="{CA9CB07D-DF1D-427E-BA87-F109F0583C38}">
      <dgm:prSet/>
      <dgm:spPr/>
      <dgm:t>
        <a:bodyPr/>
        <a:lstStyle/>
        <a:p>
          <a:endParaRPr lang="uk-UA"/>
        </a:p>
      </dgm:t>
    </dgm:pt>
    <dgm:pt modelId="{DD06483E-AB7D-4CA5-9D56-5B685ABDBC48}">
      <dgm:prSet/>
      <dgm:spPr/>
      <dgm:t>
        <a:bodyPr/>
        <a:lstStyle/>
        <a:p>
          <a:r>
            <a:rPr lang="ru-RU" b="0" i="0"/>
            <a:t>1946–1947 рр.</a:t>
          </a:r>
          <a:endParaRPr lang="uk-UA"/>
        </a:p>
      </dgm:t>
    </dgm:pt>
    <dgm:pt modelId="{35DA6679-3DFE-4AD5-A3FC-111ABB46B6D6}" type="parTrans" cxnId="{C79CAD97-3F52-4DEB-92E6-91B49B3839D5}">
      <dgm:prSet/>
      <dgm:spPr/>
      <dgm:t>
        <a:bodyPr/>
        <a:lstStyle/>
        <a:p>
          <a:endParaRPr lang="uk-UA"/>
        </a:p>
      </dgm:t>
    </dgm:pt>
    <dgm:pt modelId="{82141F04-77E0-4F1D-B166-EE7724D76013}" type="sibTrans" cxnId="{C79CAD97-3F52-4DEB-92E6-91B49B3839D5}">
      <dgm:prSet/>
      <dgm:spPr/>
      <dgm:t>
        <a:bodyPr/>
        <a:lstStyle/>
        <a:p>
          <a:endParaRPr lang="uk-UA"/>
        </a:p>
      </dgm:t>
    </dgm:pt>
    <dgm:pt modelId="{148FB1A1-CB72-48D4-BC50-D369F9BE6ED3}" type="pres">
      <dgm:prSet presAssocID="{C16B1F4B-FA1E-471A-9FE0-41AF7842B701}" presName="CompostProcess" presStyleCnt="0">
        <dgm:presLayoutVars>
          <dgm:dir/>
          <dgm:resizeHandles val="exact"/>
        </dgm:presLayoutVars>
      </dgm:prSet>
      <dgm:spPr/>
    </dgm:pt>
    <dgm:pt modelId="{F302623C-C040-415F-A6EC-88D07764167C}" type="pres">
      <dgm:prSet presAssocID="{C16B1F4B-FA1E-471A-9FE0-41AF7842B701}" presName="arrow" presStyleLbl="bgShp" presStyleIdx="0" presStyleCnt="1"/>
      <dgm:spPr/>
    </dgm:pt>
    <dgm:pt modelId="{6E626B28-3AA4-4D0B-B886-09E841AEFF70}" type="pres">
      <dgm:prSet presAssocID="{C16B1F4B-FA1E-471A-9FE0-41AF7842B701}" presName="linearProcess" presStyleCnt="0"/>
      <dgm:spPr/>
    </dgm:pt>
    <dgm:pt modelId="{63BD7494-86BC-4B23-9C6F-946D382133C5}" type="pres">
      <dgm:prSet presAssocID="{E62895FF-B91F-468F-9B2E-9BD32D0AD54F}" presName="textNode" presStyleLbl="node1" presStyleIdx="0" presStyleCnt="4">
        <dgm:presLayoutVars>
          <dgm:bulletEnabled val="1"/>
        </dgm:presLayoutVars>
      </dgm:prSet>
      <dgm:spPr/>
    </dgm:pt>
    <dgm:pt modelId="{29BFDA38-05D5-42FF-8351-2D0C5D9D07ED}" type="pres">
      <dgm:prSet presAssocID="{C77CE048-0E9F-4078-A4FF-87A736C44101}" presName="sibTrans" presStyleCnt="0"/>
      <dgm:spPr/>
    </dgm:pt>
    <dgm:pt modelId="{7D14BCD2-2691-4D6F-863D-0578B0D6ED88}" type="pres">
      <dgm:prSet presAssocID="{111C3F4B-8C61-475F-906D-80AFE5A47850}" presName="textNode" presStyleLbl="node1" presStyleIdx="1" presStyleCnt="4">
        <dgm:presLayoutVars>
          <dgm:bulletEnabled val="1"/>
        </dgm:presLayoutVars>
      </dgm:prSet>
      <dgm:spPr/>
    </dgm:pt>
    <dgm:pt modelId="{134A09C9-F8E4-454A-AE8A-619E67D6D2F0}" type="pres">
      <dgm:prSet presAssocID="{72BC9712-1427-4300-9914-9EE73F3719CA}" presName="sibTrans" presStyleCnt="0"/>
      <dgm:spPr/>
    </dgm:pt>
    <dgm:pt modelId="{F0CA5A67-754B-42BA-82F5-403CC63870F5}" type="pres">
      <dgm:prSet presAssocID="{380DA72D-88F0-470B-9801-C2BF2467A366}" presName="textNode" presStyleLbl="node1" presStyleIdx="2" presStyleCnt="4">
        <dgm:presLayoutVars>
          <dgm:bulletEnabled val="1"/>
        </dgm:presLayoutVars>
      </dgm:prSet>
      <dgm:spPr/>
    </dgm:pt>
    <dgm:pt modelId="{30FBA183-944D-49B7-A583-97F053D6E745}" type="pres">
      <dgm:prSet presAssocID="{1E331440-9641-449B-B872-655D7F738666}" presName="sibTrans" presStyleCnt="0"/>
      <dgm:spPr/>
    </dgm:pt>
    <dgm:pt modelId="{242160D3-75AC-4DEC-9379-D9121DF4E654}" type="pres">
      <dgm:prSet presAssocID="{DD06483E-AB7D-4CA5-9D56-5B685ABDBC48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FC5DEA02-C61E-47A2-9BAC-25B892BFDC84}" srcId="{C16B1F4B-FA1E-471A-9FE0-41AF7842B701}" destId="{111C3F4B-8C61-475F-906D-80AFE5A47850}" srcOrd="1" destOrd="0" parTransId="{8426C14D-40F8-4B59-A4A3-0C50781752F4}" sibTransId="{72BC9712-1427-4300-9914-9EE73F3719CA}"/>
    <dgm:cxn modelId="{AE03E006-44DC-47D1-93F1-2B7D7636EE53}" type="presOf" srcId="{DD06483E-AB7D-4CA5-9D56-5B685ABDBC48}" destId="{242160D3-75AC-4DEC-9379-D9121DF4E654}" srcOrd="0" destOrd="0" presId="urn:microsoft.com/office/officeart/2005/8/layout/hProcess9"/>
    <dgm:cxn modelId="{6D05BE0B-3909-4F99-BD7E-CED5EB39C2AB}" type="presOf" srcId="{380DA72D-88F0-470B-9801-C2BF2467A366}" destId="{F0CA5A67-754B-42BA-82F5-403CC63870F5}" srcOrd="0" destOrd="0" presId="urn:microsoft.com/office/officeart/2005/8/layout/hProcess9"/>
    <dgm:cxn modelId="{7AD3312E-D2F5-4129-9CB9-E34688D64250}" type="presOf" srcId="{111C3F4B-8C61-475F-906D-80AFE5A47850}" destId="{7D14BCD2-2691-4D6F-863D-0578B0D6ED88}" srcOrd="0" destOrd="0" presId="urn:microsoft.com/office/officeart/2005/8/layout/hProcess9"/>
    <dgm:cxn modelId="{F6378161-51AF-4A3B-866D-B17861AF168C}" type="presOf" srcId="{E62895FF-B91F-468F-9B2E-9BD32D0AD54F}" destId="{63BD7494-86BC-4B23-9C6F-946D382133C5}" srcOrd="0" destOrd="0" presId="urn:microsoft.com/office/officeart/2005/8/layout/hProcess9"/>
    <dgm:cxn modelId="{CA9CB07D-DF1D-427E-BA87-F109F0583C38}" srcId="{C16B1F4B-FA1E-471A-9FE0-41AF7842B701}" destId="{380DA72D-88F0-470B-9801-C2BF2467A366}" srcOrd="2" destOrd="0" parTransId="{39677D4E-B375-4974-90AD-3CC1316623EB}" sibTransId="{1E331440-9641-449B-B872-655D7F738666}"/>
    <dgm:cxn modelId="{5A625C84-BC2C-4378-9021-6AB22696FB05}" type="presOf" srcId="{C16B1F4B-FA1E-471A-9FE0-41AF7842B701}" destId="{148FB1A1-CB72-48D4-BC50-D369F9BE6ED3}" srcOrd="0" destOrd="0" presId="urn:microsoft.com/office/officeart/2005/8/layout/hProcess9"/>
    <dgm:cxn modelId="{C79CAD97-3F52-4DEB-92E6-91B49B3839D5}" srcId="{C16B1F4B-FA1E-471A-9FE0-41AF7842B701}" destId="{DD06483E-AB7D-4CA5-9D56-5B685ABDBC48}" srcOrd="3" destOrd="0" parTransId="{35DA6679-3DFE-4AD5-A3FC-111ABB46B6D6}" sibTransId="{82141F04-77E0-4F1D-B166-EE7724D76013}"/>
    <dgm:cxn modelId="{4459A19B-7CBD-471A-9E72-28A2129FE712}" srcId="{C16B1F4B-FA1E-471A-9FE0-41AF7842B701}" destId="{E62895FF-B91F-468F-9B2E-9BD32D0AD54F}" srcOrd="0" destOrd="0" parTransId="{DEF68A0B-DA21-4DD3-BC26-6C68CA5083AC}" sibTransId="{C77CE048-0E9F-4078-A4FF-87A736C44101}"/>
    <dgm:cxn modelId="{9CF3A0A4-13BC-401C-B4F2-76195333D970}" type="presParOf" srcId="{148FB1A1-CB72-48D4-BC50-D369F9BE6ED3}" destId="{F302623C-C040-415F-A6EC-88D07764167C}" srcOrd="0" destOrd="0" presId="urn:microsoft.com/office/officeart/2005/8/layout/hProcess9"/>
    <dgm:cxn modelId="{DE0ACC60-6345-4FF6-BF68-CA7CEABA68EB}" type="presParOf" srcId="{148FB1A1-CB72-48D4-BC50-D369F9BE6ED3}" destId="{6E626B28-3AA4-4D0B-B886-09E841AEFF70}" srcOrd="1" destOrd="0" presId="urn:microsoft.com/office/officeart/2005/8/layout/hProcess9"/>
    <dgm:cxn modelId="{EC39DFB9-F069-4303-965B-DB01965C3895}" type="presParOf" srcId="{6E626B28-3AA4-4D0B-B886-09E841AEFF70}" destId="{63BD7494-86BC-4B23-9C6F-946D382133C5}" srcOrd="0" destOrd="0" presId="urn:microsoft.com/office/officeart/2005/8/layout/hProcess9"/>
    <dgm:cxn modelId="{7279BB73-EEEB-4C82-A81D-662E073F3A2E}" type="presParOf" srcId="{6E626B28-3AA4-4D0B-B886-09E841AEFF70}" destId="{29BFDA38-05D5-42FF-8351-2D0C5D9D07ED}" srcOrd="1" destOrd="0" presId="urn:microsoft.com/office/officeart/2005/8/layout/hProcess9"/>
    <dgm:cxn modelId="{76FBBD59-A77F-4242-9B99-1A268A37B2C4}" type="presParOf" srcId="{6E626B28-3AA4-4D0B-B886-09E841AEFF70}" destId="{7D14BCD2-2691-4D6F-863D-0578B0D6ED88}" srcOrd="2" destOrd="0" presId="urn:microsoft.com/office/officeart/2005/8/layout/hProcess9"/>
    <dgm:cxn modelId="{0BE3A72C-ABC9-4528-A55E-9A91659BC18A}" type="presParOf" srcId="{6E626B28-3AA4-4D0B-B886-09E841AEFF70}" destId="{134A09C9-F8E4-454A-AE8A-619E67D6D2F0}" srcOrd="3" destOrd="0" presId="urn:microsoft.com/office/officeart/2005/8/layout/hProcess9"/>
    <dgm:cxn modelId="{4794B37B-9A78-4B4B-B968-938AF77D0BE9}" type="presParOf" srcId="{6E626B28-3AA4-4D0B-B886-09E841AEFF70}" destId="{F0CA5A67-754B-42BA-82F5-403CC63870F5}" srcOrd="4" destOrd="0" presId="urn:microsoft.com/office/officeart/2005/8/layout/hProcess9"/>
    <dgm:cxn modelId="{32B69930-7334-48E2-A15C-850D37F210C1}" type="presParOf" srcId="{6E626B28-3AA4-4D0B-B886-09E841AEFF70}" destId="{30FBA183-944D-49B7-A583-97F053D6E745}" srcOrd="5" destOrd="0" presId="urn:microsoft.com/office/officeart/2005/8/layout/hProcess9"/>
    <dgm:cxn modelId="{58273720-B822-4018-944A-67D87EC679DF}" type="presParOf" srcId="{6E626B28-3AA4-4D0B-B886-09E841AEFF70}" destId="{242160D3-75AC-4DEC-9379-D9121DF4E654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567ED74F-2F8B-414D-AB2C-AE4ED79FA56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79D8E5B-A10F-46A2-95EC-C425A7E3ACBC}">
      <dgm:prSet/>
      <dgm:spPr/>
      <dgm:t>
        <a:bodyPr/>
        <a:lstStyle/>
        <a:p>
          <a:r>
            <a:rPr lang="ru-RU" b="0" i="0"/>
            <a:t>1921–1923 рр.</a:t>
          </a:r>
          <a:endParaRPr lang="uk-UA"/>
        </a:p>
      </dgm:t>
    </dgm:pt>
    <dgm:pt modelId="{D50FFD96-5992-40F7-B881-15DACC9CA28B}" type="parTrans" cxnId="{6F6A13A3-96B6-48C6-8C29-6F337BB6E1EF}">
      <dgm:prSet/>
      <dgm:spPr/>
      <dgm:t>
        <a:bodyPr/>
        <a:lstStyle/>
        <a:p>
          <a:endParaRPr lang="uk-UA"/>
        </a:p>
      </dgm:t>
    </dgm:pt>
    <dgm:pt modelId="{C7136C6C-109A-4F27-AA6F-13B2ED58CD1B}" type="sibTrans" cxnId="{6F6A13A3-96B6-48C6-8C29-6F337BB6E1EF}">
      <dgm:prSet/>
      <dgm:spPr/>
      <dgm:t>
        <a:bodyPr/>
        <a:lstStyle/>
        <a:p>
          <a:endParaRPr lang="uk-UA"/>
        </a:p>
      </dgm:t>
    </dgm:pt>
    <dgm:pt modelId="{C28623ED-1331-499B-A247-540193FAE3CE}">
      <dgm:prSet/>
      <dgm:spPr/>
      <dgm:t>
        <a:bodyPr/>
        <a:lstStyle/>
        <a:p>
          <a:r>
            <a:rPr lang="ru-RU" b="0" i="0"/>
            <a:t>1932–1933 рр.</a:t>
          </a:r>
          <a:endParaRPr lang="uk-UA"/>
        </a:p>
      </dgm:t>
    </dgm:pt>
    <dgm:pt modelId="{9F567395-4605-4A88-B5E8-167B37E62438}" type="parTrans" cxnId="{EADF9AD5-CD99-4755-9962-DFBBFE5AA39C}">
      <dgm:prSet/>
      <dgm:spPr/>
      <dgm:t>
        <a:bodyPr/>
        <a:lstStyle/>
        <a:p>
          <a:endParaRPr lang="uk-UA"/>
        </a:p>
      </dgm:t>
    </dgm:pt>
    <dgm:pt modelId="{0FABCB4E-6EA2-403B-8D4D-EE83DB51894D}" type="sibTrans" cxnId="{EADF9AD5-CD99-4755-9962-DFBBFE5AA39C}">
      <dgm:prSet/>
      <dgm:spPr/>
      <dgm:t>
        <a:bodyPr/>
        <a:lstStyle/>
        <a:p>
          <a:endParaRPr lang="uk-UA"/>
        </a:p>
      </dgm:t>
    </dgm:pt>
    <dgm:pt modelId="{61153344-CF6A-42AD-BC2A-35480D2F5116}">
      <dgm:prSet/>
      <dgm:spPr/>
      <dgm:t>
        <a:bodyPr/>
        <a:lstStyle/>
        <a:p>
          <a:r>
            <a:rPr lang="ru-RU" b="0" i="0"/>
            <a:t>1941–1945 рр.</a:t>
          </a:r>
          <a:endParaRPr lang="uk-UA"/>
        </a:p>
      </dgm:t>
    </dgm:pt>
    <dgm:pt modelId="{597D211E-BD30-47C7-BA8D-B685DF37A1F3}" type="parTrans" cxnId="{FAE76C0B-3830-4F8D-A237-F72B12428B55}">
      <dgm:prSet/>
      <dgm:spPr/>
      <dgm:t>
        <a:bodyPr/>
        <a:lstStyle/>
        <a:p>
          <a:endParaRPr lang="uk-UA"/>
        </a:p>
      </dgm:t>
    </dgm:pt>
    <dgm:pt modelId="{AC5A5EE0-1C8A-4A46-A2B2-9A1EB49EED40}" type="sibTrans" cxnId="{FAE76C0B-3830-4F8D-A237-F72B12428B55}">
      <dgm:prSet/>
      <dgm:spPr/>
      <dgm:t>
        <a:bodyPr/>
        <a:lstStyle/>
        <a:p>
          <a:endParaRPr lang="uk-UA"/>
        </a:p>
      </dgm:t>
    </dgm:pt>
    <dgm:pt modelId="{7A0CBEE4-5530-4861-BFE9-B5B515AB3E28}">
      <dgm:prSet/>
      <dgm:spPr/>
      <dgm:t>
        <a:bodyPr/>
        <a:lstStyle/>
        <a:p>
          <a:r>
            <a:rPr lang="ru-RU" b="0" i="0"/>
            <a:t>1946–1947 рр.</a:t>
          </a:r>
          <a:endParaRPr lang="uk-UA"/>
        </a:p>
      </dgm:t>
    </dgm:pt>
    <dgm:pt modelId="{BC1A665E-C667-4A2D-956F-B1E2FC98F3E5}" type="parTrans" cxnId="{63DDD128-D260-4811-AA28-401CAAB0C775}">
      <dgm:prSet/>
      <dgm:spPr/>
      <dgm:t>
        <a:bodyPr/>
        <a:lstStyle/>
        <a:p>
          <a:endParaRPr lang="uk-UA"/>
        </a:p>
      </dgm:t>
    </dgm:pt>
    <dgm:pt modelId="{B466D8BA-18C5-4B58-A3D1-573A328487FD}" type="sibTrans" cxnId="{63DDD128-D260-4811-AA28-401CAAB0C775}">
      <dgm:prSet/>
      <dgm:spPr/>
      <dgm:t>
        <a:bodyPr/>
        <a:lstStyle/>
        <a:p>
          <a:endParaRPr lang="uk-UA"/>
        </a:p>
      </dgm:t>
    </dgm:pt>
    <dgm:pt modelId="{4D912608-6E54-44C3-BFBE-635E5A89B459}" type="pres">
      <dgm:prSet presAssocID="{567ED74F-2F8B-414D-AB2C-AE4ED79FA565}" presName="linear" presStyleCnt="0">
        <dgm:presLayoutVars>
          <dgm:animLvl val="lvl"/>
          <dgm:resizeHandles val="exact"/>
        </dgm:presLayoutVars>
      </dgm:prSet>
      <dgm:spPr/>
    </dgm:pt>
    <dgm:pt modelId="{F362ED64-684A-40EB-A576-32D69117AF29}" type="pres">
      <dgm:prSet presAssocID="{179D8E5B-A10F-46A2-95EC-C425A7E3ACB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BB0AB24-EF29-4F17-A0D4-89126ED86ED4}" type="pres">
      <dgm:prSet presAssocID="{C7136C6C-109A-4F27-AA6F-13B2ED58CD1B}" presName="spacer" presStyleCnt="0"/>
      <dgm:spPr/>
    </dgm:pt>
    <dgm:pt modelId="{90C3832C-4AA0-4EA1-B890-99AD84A49189}" type="pres">
      <dgm:prSet presAssocID="{C28623ED-1331-499B-A247-540193FAE3C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24BFD3F-B527-4024-8C7C-F19779036AF7}" type="pres">
      <dgm:prSet presAssocID="{0FABCB4E-6EA2-403B-8D4D-EE83DB51894D}" presName="spacer" presStyleCnt="0"/>
      <dgm:spPr/>
    </dgm:pt>
    <dgm:pt modelId="{D40BC443-FA49-4F35-A1F8-63054603ED10}" type="pres">
      <dgm:prSet presAssocID="{61153344-CF6A-42AD-BC2A-35480D2F511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E3768BA-57DB-4374-BC72-34A5287554AB}" type="pres">
      <dgm:prSet presAssocID="{AC5A5EE0-1C8A-4A46-A2B2-9A1EB49EED40}" presName="spacer" presStyleCnt="0"/>
      <dgm:spPr/>
    </dgm:pt>
    <dgm:pt modelId="{B60B1891-AD1B-4005-9075-D17F53BCE045}" type="pres">
      <dgm:prSet presAssocID="{7A0CBEE4-5530-4861-BFE9-B5B515AB3E2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F670103-51B8-46F6-8551-5AC22E729721}" type="presOf" srcId="{61153344-CF6A-42AD-BC2A-35480D2F5116}" destId="{D40BC443-FA49-4F35-A1F8-63054603ED10}" srcOrd="0" destOrd="0" presId="urn:microsoft.com/office/officeart/2005/8/layout/vList2"/>
    <dgm:cxn modelId="{FAE76C0B-3830-4F8D-A237-F72B12428B55}" srcId="{567ED74F-2F8B-414D-AB2C-AE4ED79FA565}" destId="{61153344-CF6A-42AD-BC2A-35480D2F5116}" srcOrd="2" destOrd="0" parTransId="{597D211E-BD30-47C7-BA8D-B685DF37A1F3}" sibTransId="{AC5A5EE0-1C8A-4A46-A2B2-9A1EB49EED40}"/>
    <dgm:cxn modelId="{333D2C0F-25D5-46BF-BEE8-49016F617C8C}" type="presOf" srcId="{567ED74F-2F8B-414D-AB2C-AE4ED79FA565}" destId="{4D912608-6E54-44C3-BFBE-635E5A89B459}" srcOrd="0" destOrd="0" presId="urn:microsoft.com/office/officeart/2005/8/layout/vList2"/>
    <dgm:cxn modelId="{63DDD128-D260-4811-AA28-401CAAB0C775}" srcId="{567ED74F-2F8B-414D-AB2C-AE4ED79FA565}" destId="{7A0CBEE4-5530-4861-BFE9-B5B515AB3E28}" srcOrd="3" destOrd="0" parTransId="{BC1A665E-C667-4A2D-956F-B1E2FC98F3E5}" sibTransId="{B466D8BA-18C5-4B58-A3D1-573A328487FD}"/>
    <dgm:cxn modelId="{367C0829-7CF4-4D03-B61E-7C18F5E1ABAC}" type="presOf" srcId="{179D8E5B-A10F-46A2-95EC-C425A7E3ACBC}" destId="{F362ED64-684A-40EB-A576-32D69117AF29}" srcOrd="0" destOrd="0" presId="urn:microsoft.com/office/officeart/2005/8/layout/vList2"/>
    <dgm:cxn modelId="{5CA1095F-CEFE-4B7A-95C2-B474EBE28B4D}" type="presOf" srcId="{7A0CBEE4-5530-4861-BFE9-B5B515AB3E28}" destId="{B60B1891-AD1B-4005-9075-D17F53BCE045}" srcOrd="0" destOrd="0" presId="urn:microsoft.com/office/officeart/2005/8/layout/vList2"/>
    <dgm:cxn modelId="{6E38DC54-5204-4FAD-A2A4-B6EDAB6EFAEE}" type="presOf" srcId="{C28623ED-1331-499B-A247-540193FAE3CE}" destId="{90C3832C-4AA0-4EA1-B890-99AD84A49189}" srcOrd="0" destOrd="0" presId="urn:microsoft.com/office/officeart/2005/8/layout/vList2"/>
    <dgm:cxn modelId="{6F6A13A3-96B6-48C6-8C29-6F337BB6E1EF}" srcId="{567ED74F-2F8B-414D-AB2C-AE4ED79FA565}" destId="{179D8E5B-A10F-46A2-95EC-C425A7E3ACBC}" srcOrd="0" destOrd="0" parTransId="{D50FFD96-5992-40F7-B881-15DACC9CA28B}" sibTransId="{C7136C6C-109A-4F27-AA6F-13B2ED58CD1B}"/>
    <dgm:cxn modelId="{EADF9AD5-CD99-4755-9962-DFBBFE5AA39C}" srcId="{567ED74F-2F8B-414D-AB2C-AE4ED79FA565}" destId="{C28623ED-1331-499B-A247-540193FAE3CE}" srcOrd="1" destOrd="0" parTransId="{9F567395-4605-4A88-B5E8-167B37E62438}" sibTransId="{0FABCB4E-6EA2-403B-8D4D-EE83DB51894D}"/>
    <dgm:cxn modelId="{16FCEE3E-B470-43F4-B6EA-010C84B38BC6}" type="presParOf" srcId="{4D912608-6E54-44C3-BFBE-635E5A89B459}" destId="{F362ED64-684A-40EB-A576-32D69117AF29}" srcOrd="0" destOrd="0" presId="urn:microsoft.com/office/officeart/2005/8/layout/vList2"/>
    <dgm:cxn modelId="{F550D7E1-EF0B-4EC9-966A-D736C4660858}" type="presParOf" srcId="{4D912608-6E54-44C3-BFBE-635E5A89B459}" destId="{5BB0AB24-EF29-4F17-A0D4-89126ED86ED4}" srcOrd="1" destOrd="0" presId="urn:microsoft.com/office/officeart/2005/8/layout/vList2"/>
    <dgm:cxn modelId="{431758B5-661E-4C0B-BA89-1AA9CB52BCF6}" type="presParOf" srcId="{4D912608-6E54-44C3-BFBE-635E5A89B459}" destId="{90C3832C-4AA0-4EA1-B890-99AD84A49189}" srcOrd="2" destOrd="0" presId="urn:microsoft.com/office/officeart/2005/8/layout/vList2"/>
    <dgm:cxn modelId="{EA116AEC-2A29-4BC3-8DAD-0C0A8749AE84}" type="presParOf" srcId="{4D912608-6E54-44C3-BFBE-635E5A89B459}" destId="{024BFD3F-B527-4024-8C7C-F19779036AF7}" srcOrd="3" destOrd="0" presId="urn:microsoft.com/office/officeart/2005/8/layout/vList2"/>
    <dgm:cxn modelId="{1BA040FD-F2BA-4311-BCED-60B094971D10}" type="presParOf" srcId="{4D912608-6E54-44C3-BFBE-635E5A89B459}" destId="{D40BC443-FA49-4F35-A1F8-63054603ED10}" srcOrd="4" destOrd="0" presId="urn:microsoft.com/office/officeart/2005/8/layout/vList2"/>
    <dgm:cxn modelId="{D0E754F2-3A0E-44E9-8F4D-B6D366FC990A}" type="presParOf" srcId="{4D912608-6E54-44C3-BFBE-635E5A89B459}" destId="{AE3768BA-57DB-4374-BC72-34A5287554AB}" srcOrd="5" destOrd="0" presId="urn:microsoft.com/office/officeart/2005/8/layout/vList2"/>
    <dgm:cxn modelId="{F1617A76-30B1-4DD8-8860-D57513140929}" type="presParOf" srcId="{4D912608-6E54-44C3-BFBE-635E5A89B459}" destId="{B60B1891-AD1B-4005-9075-D17F53BCE04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2EB776AE-CF14-442F-BC7C-61F0453C631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A798A42-67AA-4627-995C-8D3AF595019E}">
      <dgm:prSet/>
      <dgm:spPr/>
      <dgm:t>
        <a:bodyPr/>
        <a:lstStyle/>
        <a:p>
          <a:r>
            <a:rPr lang="uk-UA" b="0" i="0"/>
            <a:t>надання Кримській області автономії у складі Української РСР</a:t>
          </a:r>
          <a:endParaRPr lang="uk-UA"/>
        </a:p>
      </dgm:t>
    </dgm:pt>
    <dgm:pt modelId="{2B52788C-2111-4D06-BE80-AE1F410FE975}" type="parTrans" cxnId="{FCCCCEB4-2508-4088-AFCD-47D6CF627480}">
      <dgm:prSet/>
      <dgm:spPr/>
      <dgm:t>
        <a:bodyPr/>
        <a:lstStyle/>
        <a:p>
          <a:endParaRPr lang="uk-UA"/>
        </a:p>
      </dgm:t>
    </dgm:pt>
    <dgm:pt modelId="{A4AB4ECD-85FC-4980-91DE-0B6A1E71F093}" type="sibTrans" cxnId="{FCCCCEB4-2508-4088-AFCD-47D6CF627480}">
      <dgm:prSet/>
      <dgm:spPr/>
      <dgm:t>
        <a:bodyPr/>
        <a:lstStyle/>
        <a:p>
          <a:endParaRPr lang="uk-UA"/>
        </a:p>
      </dgm:t>
    </dgm:pt>
    <dgm:pt modelId="{8934A414-7879-467F-BC2D-F55F3FD1A381}">
      <dgm:prSet/>
      <dgm:spPr/>
      <dgm:t>
        <a:bodyPr/>
        <a:lstStyle/>
        <a:p>
          <a:r>
            <a:rPr lang="uk-UA" b="0" i="0"/>
            <a:t>розформування кримськотатарських частин Червоної армії</a:t>
          </a:r>
          <a:endParaRPr lang="uk-UA"/>
        </a:p>
      </dgm:t>
    </dgm:pt>
    <dgm:pt modelId="{DFDD7938-40BB-4E2D-A22A-DA37B4D7387A}" type="parTrans" cxnId="{3F7BCB52-163C-4246-BE56-5801432D511F}">
      <dgm:prSet/>
      <dgm:spPr/>
      <dgm:t>
        <a:bodyPr/>
        <a:lstStyle/>
        <a:p>
          <a:endParaRPr lang="uk-UA"/>
        </a:p>
      </dgm:t>
    </dgm:pt>
    <dgm:pt modelId="{330A4394-9FEC-43FF-A5B7-AFCA03623E77}" type="sibTrans" cxnId="{3F7BCB52-163C-4246-BE56-5801432D511F}">
      <dgm:prSet/>
      <dgm:spPr/>
      <dgm:t>
        <a:bodyPr/>
        <a:lstStyle/>
        <a:p>
          <a:endParaRPr lang="uk-UA"/>
        </a:p>
      </dgm:t>
    </dgm:pt>
    <dgm:pt modelId="{5C35476E-3697-4C20-BA98-599B38AC8B37}">
      <dgm:prSet/>
      <dgm:spPr/>
      <dgm:t>
        <a:bodyPr/>
        <a:lstStyle/>
        <a:p>
          <a:r>
            <a:rPr lang="uk-UA" b="0" i="0"/>
            <a:t>утворення Татарського автономного округу в Узбецькій РСР</a:t>
          </a:r>
          <a:endParaRPr lang="uk-UA"/>
        </a:p>
      </dgm:t>
    </dgm:pt>
    <dgm:pt modelId="{786340FD-7014-42E2-82BD-3DE3A8413E0B}" type="parTrans" cxnId="{47E2EFF0-0F33-4439-B827-0191B706432B}">
      <dgm:prSet/>
      <dgm:spPr/>
      <dgm:t>
        <a:bodyPr/>
        <a:lstStyle/>
        <a:p>
          <a:endParaRPr lang="uk-UA"/>
        </a:p>
      </dgm:t>
    </dgm:pt>
    <dgm:pt modelId="{273B85CB-065B-458E-A80A-E522DA207328}" type="sibTrans" cxnId="{47E2EFF0-0F33-4439-B827-0191B706432B}">
      <dgm:prSet/>
      <dgm:spPr/>
      <dgm:t>
        <a:bodyPr/>
        <a:lstStyle/>
        <a:p>
          <a:endParaRPr lang="uk-UA"/>
        </a:p>
      </dgm:t>
    </dgm:pt>
    <dgm:pt modelId="{C43ECE63-9161-48C1-932F-998B4E541DBC}">
      <dgm:prSet/>
      <dgm:spPr/>
      <dgm:t>
        <a:bodyPr/>
        <a:lstStyle/>
        <a:p>
          <a:r>
            <a:rPr lang="uk-UA" b="0" i="0"/>
            <a:t>кардинальна зміна національного складу регіону</a:t>
          </a:r>
          <a:endParaRPr lang="uk-UA"/>
        </a:p>
      </dgm:t>
    </dgm:pt>
    <dgm:pt modelId="{631C56A0-DE52-44EE-B7F4-FAE77A688F81}" type="parTrans" cxnId="{019E0BB6-2C6B-42F8-86C5-A95476C054E4}">
      <dgm:prSet/>
      <dgm:spPr/>
      <dgm:t>
        <a:bodyPr/>
        <a:lstStyle/>
        <a:p>
          <a:endParaRPr lang="uk-UA"/>
        </a:p>
      </dgm:t>
    </dgm:pt>
    <dgm:pt modelId="{0C1E48D5-EF40-4587-9C03-86C4A0A3661F}" type="sibTrans" cxnId="{019E0BB6-2C6B-42F8-86C5-A95476C054E4}">
      <dgm:prSet/>
      <dgm:spPr/>
      <dgm:t>
        <a:bodyPr/>
        <a:lstStyle/>
        <a:p>
          <a:endParaRPr lang="uk-UA"/>
        </a:p>
      </dgm:t>
    </dgm:pt>
    <dgm:pt modelId="{C9F61176-DB6B-43E5-B453-5949BA526D4A}" type="pres">
      <dgm:prSet presAssocID="{2EB776AE-CF14-442F-BC7C-61F0453C6318}" presName="linear" presStyleCnt="0">
        <dgm:presLayoutVars>
          <dgm:animLvl val="lvl"/>
          <dgm:resizeHandles val="exact"/>
        </dgm:presLayoutVars>
      </dgm:prSet>
      <dgm:spPr/>
    </dgm:pt>
    <dgm:pt modelId="{48A8DB04-283B-49BD-8939-BE35A6BB3502}" type="pres">
      <dgm:prSet presAssocID="{CA798A42-67AA-4627-995C-8D3AF595019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793F119-2D5B-477D-B3AF-54149103B25F}" type="pres">
      <dgm:prSet presAssocID="{A4AB4ECD-85FC-4980-91DE-0B6A1E71F093}" presName="spacer" presStyleCnt="0"/>
      <dgm:spPr/>
    </dgm:pt>
    <dgm:pt modelId="{F2A4F05D-9D15-4C4A-BD23-A1485170A970}" type="pres">
      <dgm:prSet presAssocID="{8934A414-7879-467F-BC2D-F55F3FD1A38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AA000EA-A7FF-441A-87FF-AEEB796454C1}" type="pres">
      <dgm:prSet presAssocID="{330A4394-9FEC-43FF-A5B7-AFCA03623E77}" presName="spacer" presStyleCnt="0"/>
      <dgm:spPr/>
    </dgm:pt>
    <dgm:pt modelId="{C812ABF4-27D6-40EA-B618-360A5691D2F6}" type="pres">
      <dgm:prSet presAssocID="{5C35476E-3697-4C20-BA98-599B38AC8B3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8311053-7121-47EC-830C-ED249697EFFE}" type="pres">
      <dgm:prSet presAssocID="{273B85CB-065B-458E-A80A-E522DA207328}" presName="spacer" presStyleCnt="0"/>
      <dgm:spPr/>
    </dgm:pt>
    <dgm:pt modelId="{6855755A-A5E4-49FF-9074-768B21CE20C5}" type="pres">
      <dgm:prSet presAssocID="{C43ECE63-9161-48C1-932F-998B4E541DB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1128D09-21EC-423D-A238-2E5768619D38}" type="presOf" srcId="{5C35476E-3697-4C20-BA98-599B38AC8B37}" destId="{C812ABF4-27D6-40EA-B618-360A5691D2F6}" srcOrd="0" destOrd="0" presId="urn:microsoft.com/office/officeart/2005/8/layout/vList2"/>
    <dgm:cxn modelId="{B6967061-CDF2-4538-8B20-80B707FD7ED1}" type="presOf" srcId="{2EB776AE-CF14-442F-BC7C-61F0453C6318}" destId="{C9F61176-DB6B-43E5-B453-5949BA526D4A}" srcOrd="0" destOrd="0" presId="urn:microsoft.com/office/officeart/2005/8/layout/vList2"/>
    <dgm:cxn modelId="{3F7BCB52-163C-4246-BE56-5801432D511F}" srcId="{2EB776AE-CF14-442F-BC7C-61F0453C6318}" destId="{8934A414-7879-467F-BC2D-F55F3FD1A381}" srcOrd="1" destOrd="0" parTransId="{DFDD7938-40BB-4E2D-A22A-DA37B4D7387A}" sibTransId="{330A4394-9FEC-43FF-A5B7-AFCA03623E77}"/>
    <dgm:cxn modelId="{A79CC4A3-F6AC-4726-B29C-0BB551A7ACC0}" type="presOf" srcId="{CA798A42-67AA-4627-995C-8D3AF595019E}" destId="{48A8DB04-283B-49BD-8939-BE35A6BB3502}" srcOrd="0" destOrd="0" presId="urn:microsoft.com/office/officeart/2005/8/layout/vList2"/>
    <dgm:cxn modelId="{FCCCCEB4-2508-4088-AFCD-47D6CF627480}" srcId="{2EB776AE-CF14-442F-BC7C-61F0453C6318}" destId="{CA798A42-67AA-4627-995C-8D3AF595019E}" srcOrd="0" destOrd="0" parTransId="{2B52788C-2111-4D06-BE80-AE1F410FE975}" sibTransId="{A4AB4ECD-85FC-4980-91DE-0B6A1E71F093}"/>
    <dgm:cxn modelId="{019E0BB6-2C6B-42F8-86C5-A95476C054E4}" srcId="{2EB776AE-CF14-442F-BC7C-61F0453C6318}" destId="{C43ECE63-9161-48C1-932F-998B4E541DBC}" srcOrd="3" destOrd="0" parTransId="{631C56A0-DE52-44EE-B7F4-FAE77A688F81}" sibTransId="{0C1E48D5-EF40-4587-9C03-86C4A0A3661F}"/>
    <dgm:cxn modelId="{370F0ED9-DC1A-47F9-B2EF-6E62A113AA0B}" type="presOf" srcId="{8934A414-7879-467F-BC2D-F55F3FD1A381}" destId="{F2A4F05D-9D15-4C4A-BD23-A1485170A970}" srcOrd="0" destOrd="0" presId="urn:microsoft.com/office/officeart/2005/8/layout/vList2"/>
    <dgm:cxn modelId="{47E2EFF0-0F33-4439-B827-0191B706432B}" srcId="{2EB776AE-CF14-442F-BC7C-61F0453C6318}" destId="{5C35476E-3697-4C20-BA98-599B38AC8B37}" srcOrd="2" destOrd="0" parTransId="{786340FD-7014-42E2-82BD-3DE3A8413E0B}" sibTransId="{273B85CB-065B-458E-A80A-E522DA207328}"/>
    <dgm:cxn modelId="{DFC820FC-ACCF-4CAB-9BCD-4828B4F335A0}" type="presOf" srcId="{C43ECE63-9161-48C1-932F-998B4E541DBC}" destId="{6855755A-A5E4-49FF-9074-768B21CE20C5}" srcOrd="0" destOrd="0" presId="urn:microsoft.com/office/officeart/2005/8/layout/vList2"/>
    <dgm:cxn modelId="{D480268C-53FB-4FA5-AF66-5D8C433FA959}" type="presParOf" srcId="{C9F61176-DB6B-43E5-B453-5949BA526D4A}" destId="{48A8DB04-283B-49BD-8939-BE35A6BB3502}" srcOrd="0" destOrd="0" presId="urn:microsoft.com/office/officeart/2005/8/layout/vList2"/>
    <dgm:cxn modelId="{E463F4D7-10F2-48D7-BBE0-84A64EBB50CF}" type="presParOf" srcId="{C9F61176-DB6B-43E5-B453-5949BA526D4A}" destId="{0793F119-2D5B-477D-B3AF-54149103B25F}" srcOrd="1" destOrd="0" presId="urn:microsoft.com/office/officeart/2005/8/layout/vList2"/>
    <dgm:cxn modelId="{0CD3EA51-2CB8-40FD-A33D-98221C8E50B9}" type="presParOf" srcId="{C9F61176-DB6B-43E5-B453-5949BA526D4A}" destId="{F2A4F05D-9D15-4C4A-BD23-A1485170A970}" srcOrd="2" destOrd="0" presId="urn:microsoft.com/office/officeart/2005/8/layout/vList2"/>
    <dgm:cxn modelId="{72D6C2DA-6EA3-44ED-9EAD-0DD03960EA72}" type="presParOf" srcId="{C9F61176-DB6B-43E5-B453-5949BA526D4A}" destId="{5AA000EA-A7FF-441A-87FF-AEEB796454C1}" srcOrd="3" destOrd="0" presId="urn:microsoft.com/office/officeart/2005/8/layout/vList2"/>
    <dgm:cxn modelId="{B2943E9F-05E8-41B1-8740-8D20B8938F66}" type="presParOf" srcId="{C9F61176-DB6B-43E5-B453-5949BA526D4A}" destId="{C812ABF4-27D6-40EA-B618-360A5691D2F6}" srcOrd="4" destOrd="0" presId="urn:microsoft.com/office/officeart/2005/8/layout/vList2"/>
    <dgm:cxn modelId="{4DA75A64-813E-41CD-8395-EF091F55E3A9}" type="presParOf" srcId="{C9F61176-DB6B-43E5-B453-5949BA526D4A}" destId="{78311053-7121-47EC-830C-ED249697EFFE}" srcOrd="5" destOrd="0" presId="urn:microsoft.com/office/officeart/2005/8/layout/vList2"/>
    <dgm:cxn modelId="{355B4C19-175B-472E-A8DC-AD7A97A0CAC4}" type="presParOf" srcId="{C9F61176-DB6B-43E5-B453-5949BA526D4A}" destId="{6855755A-A5E4-49FF-9074-768B21CE20C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606B7CAE-A46C-4E8C-ABE7-44BC9D33A63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06F6D04-32DB-4DF9-8462-78433492D429}">
      <dgm:prSet/>
      <dgm:spPr/>
      <dgm:t>
        <a:bodyPr/>
        <a:lstStyle/>
        <a:p>
          <a:r>
            <a:rPr lang="uk-UA" b="0" i="0"/>
            <a:t>десталінізації.</a:t>
          </a:r>
          <a:endParaRPr lang="uk-UA"/>
        </a:p>
      </dgm:t>
    </dgm:pt>
    <dgm:pt modelId="{1A919957-1CB9-4AD8-849B-EC2A58C831A0}" type="parTrans" cxnId="{189DB725-9565-47E4-A32E-FF8A33DB024B}">
      <dgm:prSet/>
      <dgm:spPr/>
      <dgm:t>
        <a:bodyPr/>
        <a:lstStyle/>
        <a:p>
          <a:endParaRPr lang="uk-UA"/>
        </a:p>
      </dgm:t>
    </dgm:pt>
    <dgm:pt modelId="{0B36A338-6EE0-40F1-9294-3CB082F6156B}" type="sibTrans" cxnId="{189DB725-9565-47E4-A32E-FF8A33DB024B}">
      <dgm:prSet/>
      <dgm:spPr/>
      <dgm:t>
        <a:bodyPr/>
        <a:lstStyle/>
        <a:p>
          <a:endParaRPr lang="uk-UA"/>
        </a:p>
      </dgm:t>
    </dgm:pt>
    <dgm:pt modelId="{A94AA571-A18B-4834-A29F-09B556696F58}">
      <dgm:prSet/>
      <dgm:spPr/>
      <dgm:t>
        <a:bodyPr/>
        <a:lstStyle/>
        <a:p>
          <a:r>
            <a:rPr lang="uk-UA" b="0" i="0"/>
            <a:t>розкуркулення.</a:t>
          </a:r>
          <a:endParaRPr lang="uk-UA"/>
        </a:p>
      </dgm:t>
    </dgm:pt>
    <dgm:pt modelId="{80021F36-59CE-41ED-8D98-00BAA24C37EF}" type="parTrans" cxnId="{88ED18E9-58D3-4E96-BD22-A4F0767C9C2E}">
      <dgm:prSet/>
      <dgm:spPr/>
      <dgm:t>
        <a:bodyPr/>
        <a:lstStyle/>
        <a:p>
          <a:endParaRPr lang="uk-UA"/>
        </a:p>
      </dgm:t>
    </dgm:pt>
    <dgm:pt modelId="{417CEEC9-6851-4CF0-A794-A75A7E61E79C}" type="sibTrans" cxnId="{88ED18E9-58D3-4E96-BD22-A4F0767C9C2E}">
      <dgm:prSet/>
      <dgm:spPr/>
      <dgm:t>
        <a:bodyPr/>
        <a:lstStyle/>
        <a:p>
          <a:endParaRPr lang="uk-UA"/>
        </a:p>
      </dgm:t>
    </dgm:pt>
    <dgm:pt modelId="{383F4A71-442C-49FD-AB02-B7016AB67BCD}">
      <dgm:prSet/>
      <dgm:spPr/>
      <dgm:t>
        <a:bodyPr/>
        <a:lstStyle/>
        <a:p>
          <a:r>
            <a:rPr lang="uk-UA" b="0" i="0"/>
            <a:t>трудової еміграції.</a:t>
          </a:r>
          <a:endParaRPr lang="uk-UA"/>
        </a:p>
      </dgm:t>
    </dgm:pt>
    <dgm:pt modelId="{804765FF-0A68-4AD3-BA97-27C360D7AEF1}" type="parTrans" cxnId="{1FA3B20F-933C-4CB7-A3B1-FBC81F71963A}">
      <dgm:prSet/>
      <dgm:spPr/>
      <dgm:t>
        <a:bodyPr/>
        <a:lstStyle/>
        <a:p>
          <a:endParaRPr lang="uk-UA"/>
        </a:p>
      </dgm:t>
    </dgm:pt>
    <dgm:pt modelId="{D52C1837-4A22-49DE-9D68-DC210DF45304}" type="sibTrans" cxnId="{1FA3B20F-933C-4CB7-A3B1-FBC81F71963A}">
      <dgm:prSet/>
      <dgm:spPr/>
      <dgm:t>
        <a:bodyPr/>
        <a:lstStyle/>
        <a:p>
          <a:endParaRPr lang="uk-UA"/>
        </a:p>
      </dgm:t>
    </dgm:pt>
    <dgm:pt modelId="{03ED6664-C3B9-47A7-9273-4CF48D5B118A}">
      <dgm:prSet/>
      <dgm:spPr/>
      <dgm:t>
        <a:bodyPr/>
        <a:lstStyle/>
        <a:p>
          <a:r>
            <a:rPr lang="uk-UA" b="0" i="0"/>
            <a:t>депортації.</a:t>
          </a:r>
          <a:endParaRPr lang="uk-UA"/>
        </a:p>
      </dgm:t>
    </dgm:pt>
    <dgm:pt modelId="{50B52FA1-465F-4D1B-A3DD-47CC41245B3A}" type="parTrans" cxnId="{A4DA4510-15B0-4424-91AD-C712F86D51CE}">
      <dgm:prSet/>
      <dgm:spPr/>
      <dgm:t>
        <a:bodyPr/>
        <a:lstStyle/>
        <a:p>
          <a:endParaRPr lang="uk-UA"/>
        </a:p>
      </dgm:t>
    </dgm:pt>
    <dgm:pt modelId="{77C0E3CD-6E85-44BC-B2E1-2C7A56BBFE16}" type="sibTrans" cxnId="{A4DA4510-15B0-4424-91AD-C712F86D51CE}">
      <dgm:prSet/>
      <dgm:spPr/>
      <dgm:t>
        <a:bodyPr/>
        <a:lstStyle/>
        <a:p>
          <a:endParaRPr lang="uk-UA"/>
        </a:p>
      </dgm:t>
    </dgm:pt>
    <dgm:pt modelId="{2CCFBD50-D03D-48D2-964E-362FB4684D4E}" type="pres">
      <dgm:prSet presAssocID="{606B7CAE-A46C-4E8C-ABE7-44BC9D33A632}" presName="linear" presStyleCnt="0">
        <dgm:presLayoutVars>
          <dgm:animLvl val="lvl"/>
          <dgm:resizeHandles val="exact"/>
        </dgm:presLayoutVars>
      </dgm:prSet>
      <dgm:spPr/>
    </dgm:pt>
    <dgm:pt modelId="{03ACEAE1-51E8-4532-A770-53D3DA975D15}" type="pres">
      <dgm:prSet presAssocID="{106F6D04-32DB-4DF9-8462-78433492D42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E0E0984-8447-4F22-9FFE-FA84A0CC265F}" type="pres">
      <dgm:prSet presAssocID="{0B36A338-6EE0-40F1-9294-3CB082F6156B}" presName="spacer" presStyleCnt="0"/>
      <dgm:spPr/>
    </dgm:pt>
    <dgm:pt modelId="{FB1B5C79-67A1-4413-9028-0A9C1F4632BF}" type="pres">
      <dgm:prSet presAssocID="{A94AA571-A18B-4834-A29F-09B556696F5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8890091-ACED-4770-AF0F-61AD3B83C65C}" type="pres">
      <dgm:prSet presAssocID="{417CEEC9-6851-4CF0-A794-A75A7E61E79C}" presName="spacer" presStyleCnt="0"/>
      <dgm:spPr/>
    </dgm:pt>
    <dgm:pt modelId="{E05D57E8-823E-41E1-A439-94D56477EF79}" type="pres">
      <dgm:prSet presAssocID="{383F4A71-442C-49FD-AB02-B7016AB67BC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CBCBA9D-FCA5-4AE9-9155-A0165E1335C2}" type="pres">
      <dgm:prSet presAssocID="{D52C1837-4A22-49DE-9D68-DC210DF45304}" presName="spacer" presStyleCnt="0"/>
      <dgm:spPr/>
    </dgm:pt>
    <dgm:pt modelId="{BFA9EAEC-49BF-42ED-A9CC-15995984C953}" type="pres">
      <dgm:prSet presAssocID="{03ED6664-C3B9-47A7-9273-4CF48D5B118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FA3B20F-933C-4CB7-A3B1-FBC81F71963A}" srcId="{606B7CAE-A46C-4E8C-ABE7-44BC9D33A632}" destId="{383F4A71-442C-49FD-AB02-B7016AB67BCD}" srcOrd="2" destOrd="0" parTransId="{804765FF-0A68-4AD3-BA97-27C360D7AEF1}" sibTransId="{D52C1837-4A22-49DE-9D68-DC210DF45304}"/>
    <dgm:cxn modelId="{A4DA4510-15B0-4424-91AD-C712F86D51CE}" srcId="{606B7CAE-A46C-4E8C-ABE7-44BC9D33A632}" destId="{03ED6664-C3B9-47A7-9273-4CF48D5B118A}" srcOrd="3" destOrd="0" parTransId="{50B52FA1-465F-4D1B-A3DD-47CC41245B3A}" sibTransId="{77C0E3CD-6E85-44BC-B2E1-2C7A56BBFE16}"/>
    <dgm:cxn modelId="{E8159F25-A1E8-46BE-A3D9-0E79D21BB880}" type="presOf" srcId="{A94AA571-A18B-4834-A29F-09B556696F58}" destId="{FB1B5C79-67A1-4413-9028-0A9C1F4632BF}" srcOrd="0" destOrd="0" presId="urn:microsoft.com/office/officeart/2005/8/layout/vList2"/>
    <dgm:cxn modelId="{189DB725-9565-47E4-A32E-FF8A33DB024B}" srcId="{606B7CAE-A46C-4E8C-ABE7-44BC9D33A632}" destId="{106F6D04-32DB-4DF9-8462-78433492D429}" srcOrd="0" destOrd="0" parTransId="{1A919957-1CB9-4AD8-849B-EC2A58C831A0}" sibTransId="{0B36A338-6EE0-40F1-9294-3CB082F6156B}"/>
    <dgm:cxn modelId="{88F7B56A-F6E1-4568-A00B-41BE67F1B086}" type="presOf" srcId="{606B7CAE-A46C-4E8C-ABE7-44BC9D33A632}" destId="{2CCFBD50-D03D-48D2-964E-362FB4684D4E}" srcOrd="0" destOrd="0" presId="urn:microsoft.com/office/officeart/2005/8/layout/vList2"/>
    <dgm:cxn modelId="{342E659F-9243-49E8-9122-3BFC17F9DBF4}" type="presOf" srcId="{383F4A71-442C-49FD-AB02-B7016AB67BCD}" destId="{E05D57E8-823E-41E1-A439-94D56477EF79}" srcOrd="0" destOrd="0" presId="urn:microsoft.com/office/officeart/2005/8/layout/vList2"/>
    <dgm:cxn modelId="{4CACDFA2-E56E-4745-9C5D-683EFA0F6B84}" type="presOf" srcId="{03ED6664-C3B9-47A7-9273-4CF48D5B118A}" destId="{BFA9EAEC-49BF-42ED-A9CC-15995984C953}" srcOrd="0" destOrd="0" presId="urn:microsoft.com/office/officeart/2005/8/layout/vList2"/>
    <dgm:cxn modelId="{88ED18E9-58D3-4E96-BD22-A4F0767C9C2E}" srcId="{606B7CAE-A46C-4E8C-ABE7-44BC9D33A632}" destId="{A94AA571-A18B-4834-A29F-09B556696F58}" srcOrd="1" destOrd="0" parTransId="{80021F36-59CE-41ED-8D98-00BAA24C37EF}" sibTransId="{417CEEC9-6851-4CF0-A794-A75A7E61E79C}"/>
    <dgm:cxn modelId="{70BB1BF9-CBC2-4CBD-8D1A-31C12E14C901}" type="presOf" srcId="{106F6D04-32DB-4DF9-8462-78433492D429}" destId="{03ACEAE1-51E8-4532-A770-53D3DA975D15}" srcOrd="0" destOrd="0" presId="urn:microsoft.com/office/officeart/2005/8/layout/vList2"/>
    <dgm:cxn modelId="{EDB7F412-19A1-4D7E-B32D-EF7C85C28486}" type="presParOf" srcId="{2CCFBD50-D03D-48D2-964E-362FB4684D4E}" destId="{03ACEAE1-51E8-4532-A770-53D3DA975D15}" srcOrd="0" destOrd="0" presId="urn:microsoft.com/office/officeart/2005/8/layout/vList2"/>
    <dgm:cxn modelId="{8370AB69-F3B2-4F8B-8120-44C2429E9E5C}" type="presParOf" srcId="{2CCFBD50-D03D-48D2-964E-362FB4684D4E}" destId="{CE0E0984-8447-4F22-9FFE-FA84A0CC265F}" srcOrd="1" destOrd="0" presId="urn:microsoft.com/office/officeart/2005/8/layout/vList2"/>
    <dgm:cxn modelId="{B267978E-7096-4D45-A0F7-D615B811F99A}" type="presParOf" srcId="{2CCFBD50-D03D-48D2-964E-362FB4684D4E}" destId="{FB1B5C79-67A1-4413-9028-0A9C1F4632BF}" srcOrd="2" destOrd="0" presId="urn:microsoft.com/office/officeart/2005/8/layout/vList2"/>
    <dgm:cxn modelId="{378E7BB6-EE15-410E-9F38-39F9FA913DCE}" type="presParOf" srcId="{2CCFBD50-D03D-48D2-964E-362FB4684D4E}" destId="{58890091-ACED-4770-AF0F-61AD3B83C65C}" srcOrd="3" destOrd="0" presId="urn:microsoft.com/office/officeart/2005/8/layout/vList2"/>
    <dgm:cxn modelId="{C70D582D-266F-4B15-9945-CB3E6F9370BF}" type="presParOf" srcId="{2CCFBD50-D03D-48D2-964E-362FB4684D4E}" destId="{E05D57E8-823E-41E1-A439-94D56477EF79}" srcOrd="4" destOrd="0" presId="urn:microsoft.com/office/officeart/2005/8/layout/vList2"/>
    <dgm:cxn modelId="{7D53944A-009D-4132-B4F5-189862471690}" type="presParOf" srcId="{2CCFBD50-D03D-48D2-964E-362FB4684D4E}" destId="{8CBCBA9D-FCA5-4AE9-9155-A0165E1335C2}" srcOrd="5" destOrd="0" presId="urn:microsoft.com/office/officeart/2005/8/layout/vList2"/>
    <dgm:cxn modelId="{0C9C650B-9711-47F6-8146-EF4C81789846}" type="presParOf" srcId="{2CCFBD50-D03D-48D2-964E-362FB4684D4E}" destId="{BFA9EAEC-49BF-42ED-A9CC-15995984C95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64DBABF9-9BCB-4B3D-9159-F0A7A1BB676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B3318E4-BE23-4EB8-AB18-C40ACEF68C88}">
      <dgm:prSet/>
      <dgm:spPr/>
      <dgm:t>
        <a:bodyPr/>
        <a:lstStyle/>
        <a:p>
          <a:r>
            <a:rPr lang="uk-UA" b="0" i="0"/>
            <a:t>реалізація «надпрограми» М. Хрущова з розширення посівів кукурудзи</a:t>
          </a:r>
          <a:endParaRPr lang="uk-UA"/>
        </a:p>
      </dgm:t>
    </dgm:pt>
    <dgm:pt modelId="{A4C484AA-975D-4EA8-A770-ACFAE0E70D7B}" type="parTrans" cxnId="{D65F78B3-7D09-4A35-B2FB-8EFB7655AEAA}">
      <dgm:prSet/>
      <dgm:spPr/>
      <dgm:t>
        <a:bodyPr/>
        <a:lstStyle/>
        <a:p>
          <a:endParaRPr lang="uk-UA"/>
        </a:p>
      </dgm:t>
    </dgm:pt>
    <dgm:pt modelId="{5E495577-AD1C-4170-B9D1-7C882BD58E44}" type="sibTrans" cxnId="{D65F78B3-7D09-4A35-B2FB-8EFB7655AEAA}">
      <dgm:prSet/>
      <dgm:spPr/>
      <dgm:t>
        <a:bodyPr/>
        <a:lstStyle/>
        <a:p>
          <a:endParaRPr lang="uk-UA"/>
        </a:p>
      </dgm:t>
    </dgm:pt>
    <dgm:pt modelId="{9F779E50-1B40-4067-93EF-EAC653553262}">
      <dgm:prSet/>
      <dgm:spPr/>
      <dgm:t>
        <a:bodyPr/>
        <a:lstStyle/>
        <a:p>
          <a:r>
            <a:rPr lang="uk-UA" b="0" i="0"/>
            <a:t>господарський занепад регіону внаслідок депортацій народів Криму</a:t>
          </a:r>
          <a:endParaRPr lang="uk-UA"/>
        </a:p>
      </dgm:t>
    </dgm:pt>
    <dgm:pt modelId="{2D143998-1C15-4156-AB68-1D344953F27B}" type="parTrans" cxnId="{078F20B5-14E9-419E-941C-C847CF11FC25}">
      <dgm:prSet/>
      <dgm:spPr/>
      <dgm:t>
        <a:bodyPr/>
        <a:lstStyle/>
        <a:p>
          <a:endParaRPr lang="uk-UA"/>
        </a:p>
      </dgm:t>
    </dgm:pt>
    <dgm:pt modelId="{30A7FC88-3E08-47BB-B522-C882DC2423D8}" type="sibTrans" cxnId="{078F20B5-14E9-419E-941C-C847CF11FC25}">
      <dgm:prSet/>
      <dgm:spPr/>
      <dgm:t>
        <a:bodyPr/>
        <a:lstStyle/>
        <a:p>
          <a:endParaRPr lang="uk-UA"/>
        </a:p>
      </dgm:t>
    </dgm:pt>
    <dgm:pt modelId="{CF4E6FBB-1C0B-4EBF-948A-8CD8FDB5462E}">
      <dgm:prSet/>
      <dgm:spPr/>
      <dgm:t>
        <a:bodyPr/>
        <a:lstStyle/>
        <a:p>
          <a:r>
            <a:rPr lang="uk-UA" b="0" i="0"/>
            <a:t>початок постачання дніпровської води Північно-Кримським каналом</a:t>
          </a:r>
          <a:endParaRPr lang="uk-UA"/>
        </a:p>
      </dgm:t>
    </dgm:pt>
    <dgm:pt modelId="{74436CBC-72EB-4DBB-AF7A-4364D33B7C73}" type="parTrans" cxnId="{3C66DCF2-CD43-4ADD-A790-1FEEA43B62FD}">
      <dgm:prSet/>
      <dgm:spPr/>
      <dgm:t>
        <a:bodyPr/>
        <a:lstStyle/>
        <a:p>
          <a:endParaRPr lang="uk-UA"/>
        </a:p>
      </dgm:t>
    </dgm:pt>
    <dgm:pt modelId="{DB113FF7-27F6-4E7F-B461-D8B39CCEA86A}" type="sibTrans" cxnId="{3C66DCF2-CD43-4ADD-A790-1FEEA43B62FD}">
      <dgm:prSet/>
      <dgm:spPr/>
      <dgm:t>
        <a:bodyPr/>
        <a:lstStyle/>
        <a:p>
          <a:endParaRPr lang="uk-UA"/>
        </a:p>
      </dgm:t>
    </dgm:pt>
    <dgm:pt modelId="{AC903B05-F12C-4E13-8438-7CC0E6BEAA2F}">
      <dgm:prSet/>
      <dgm:spPr/>
      <dgm:t>
        <a:bodyPr/>
        <a:lstStyle/>
        <a:p>
          <a:r>
            <a:rPr lang="uk-UA" b="1" i="0"/>
            <a:t>Г</a:t>
          </a:r>
          <a:r>
            <a:rPr lang="uk-UA" b="0" i="0"/>
            <a:t>повне знелюднення території півострова в результаті голоду 1946–1947 рр.</a:t>
          </a:r>
          <a:endParaRPr lang="uk-UA"/>
        </a:p>
      </dgm:t>
    </dgm:pt>
    <dgm:pt modelId="{519B5B0B-75AD-4A68-A44A-B818C3EC0B42}" type="parTrans" cxnId="{7C6DDDD1-C51C-4313-ACFA-AC6FC9CE8595}">
      <dgm:prSet/>
      <dgm:spPr/>
      <dgm:t>
        <a:bodyPr/>
        <a:lstStyle/>
        <a:p>
          <a:endParaRPr lang="uk-UA"/>
        </a:p>
      </dgm:t>
    </dgm:pt>
    <dgm:pt modelId="{DD7567A3-21D6-49ED-87C2-2DA0E181176C}" type="sibTrans" cxnId="{7C6DDDD1-C51C-4313-ACFA-AC6FC9CE8595}">
      <dgm:prSet/>
      <dgm:spPr/>
      <dgm:t>
        <a:bodyPr/>
        <a:lstStyle/>
        <a:p>
          <a:endParaRPr lang="uk-UA"/>
        </a:p>
      </dgm:t>
    </dgm:pt>
    <dgm:pt modelId="{85CA0139-C667-46CD-ADB9-6E5CBD1FB11C}" type="pres">
      <dgm:prSet presAssocID="{64DBABF9-9BCB-4B3D-9159-F0A7A1BB6760}" presName="linear" presStyleCnt="0">
        <dgm:presLayoutVars>
          <dgm:animLvl val="lvl"/>
          <dgm:resizeHandles val="exact"/>
        </dgm:presLayoutVars>
      </dgm:prSet>
      <dgm:spPr/>
    </dgm:pt>
    <dgm:pt modelId="{5286CB81-FC36-448B-AF8C-65AF8B805F85}" type="pres">
      <dgm:prSet presAssocID="{BB3318E4-BE23-4EB8-AB18-C40ACEF68C8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87838C7-81D8-4F8A-864C-9DA9377B2949}" type="pres">
      <dgm:prSet presAssocID="{5E495577-AD1C-4170-B9D1-7C882BD58E44}" presName="spacer" presStyleCnt="0"/>
      <dgm:spPr/>
    </dgm:pt>
    <dgm:pt modelId="{56228C3B-BC73-4D98-991C-E703394B8995}" type="pres">
      <dgm:prSet presAssocID="{9F779E50-1B40-4067-93EF-EAC65355326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5D323C8-3F3E-42B2-9D4E-879CF365397D}" type="pres">
      <dgm:prSet presAssocID="{30A7FC88-3E08-47BB-B522-C882DC2423D8}" presName="spacer" presStyleCnt="0"/>
      <dgm:spPr/>
    </dgm:pt>
    <dgm:pt modelId="{E08CCB05-301B-489E-BE6F-D8205D8479B8}" type="pres">
      <dgm:prSet presAssocID="{CF4E6FBB-1C0B-4EBF-948A-8CD8FDB5462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112EE17-E8E0-42B9-B690-A7E6076008E4}" type="pres">
      <dgm:prSet presAssocID="{DB113FF7-27F6-4E7F-B461-D8B39CCEA86A}" presName="spacer" presStyleCnt="0"/>
      <dgm:spPr/>
    </dgm:pt>
    <dgm:pt modelId="{9ACBCF80-91EE-45E7-9A22-F5FFA8C0415C}" type="pres">
      <dgm:prSet presAssocID="{AC903B05-F12C-4E13-8438-7CC0E6BEAA2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4AD814E-FAF0-47E9-861E-CC35C605C83D}" type="presOf" srcId="{BB3318E4-BE23-4EB8-AB18-C40ACEF68C88}" destId="{5286CB81-FC36-448B-AF8C-65AF8B805F85}" srcOrd="0" destOrd="0" presId="urn:microsoft.com/office/officeart/2005/8/layout/vList2"/>
    <dgm:cxn modelId="{A7D1B056-88EC-47F2-B404-D4CDD90DA07A}" type="presOf" srcId="{CF4E6FBB-1C0B-4EBF-948A-8CD8FDB5462E}" destId="{E08CCB05-301B-489E-BE6F-D8205D8479B8}" srcOrd="0" destOrd="0" presId="urn:microsoft.com/office/officeart/2005/8/layout/vList2"/>
    <dgm:cxn modelId="{5C10F88C-EAE9-4C01-B111-0537942FAD49}" type="presOf" srcId="{9F779E50-1B40-4067-93EF-EAC653553262}" destId="{56228C3B-BC73-4D98-991C-E703394B8995}" srcOrd="0" destOrd="0" presId="urn:microsoft.com/office/officeart/2005/8/layout/vList2"/>
    <dgm:cxn modelId="{C0359A93-4E7E-4179-A7E9-9C7110136803}" type="presOf" srcId="{AC903B05-F12C-4E13-8438-7CC0E6BEAA2F}" destId="{9ACBCF80-91EE-45E7-9A22-F5FFA8C0415C}" srcOrd="0" destOrd="0" presId="urn:microsoft.com/office/officeart/2005/8/layout/vList2"/>
    <dgm:cxn modelId="{D65F78B3-7D09-4A35-B2FB-8EFB7655AEAA}" srcId="{64DBABF9-9BCB-4B3D-9159-F0A7A1BB6760}" destId="{BB3318E4-BE23-4EB8-AB18-C40ACEF68C88}" srcOrd="0" destOrd="0" parTransId="{A4C484AA-975D-4EA8-A770-ACFAE0E70D7B}" sibTransId="{5E495577-AD1C-4170-B9D1-7C882BD58E44}"/>
    <dgm:cxn modelId="{078F20B5-14E9-419E-941C-C847CF11FC25}" srcId="{64DBABF9-9BCB-4B3D-9159-F0A7A1BB6760}" destId="{9F779E50-1B40-4067-93EF-EAC653553262}" srcOrd="1" destOrd="0" parTransId="{2D143998-1C15-4156-AB68-1D344953F27B}" sibTransId="{30A7FC88-3E08-47BB-B522-C882DC2423D8}"/>
    <dgm:cxn modelId="{7C6DDDD1-C51C-4313-ACFA-AC6FC9CE8595}" srcId="{64DBABF9-9BCB-4B3D-9159-F0A7A1BB6760}" destId="{AC903B05-F12C-4E13-8438-7CC0E6BEAA2F}" srcOrd="3" destOrd="0" parTransId="{519B5B0B-75AD-4A68-A44A-B818C3EC0B42}" sibTransId="{DD7567A3-21D6-49ED-87C2-2DA0E181176C}"/>
    <dgm:cxn modelId="{3C4AA9D2-016A-4A39-A527-671E6BA473F0}" type="presOf" srcId="{64DBABF9-9BCB-4B3D-9159-F0A7A1BB6760}" destId="{85CA0139-C667-46CD-ADB9-6E5CBD1FB11C}" srcOrd="0" destOrd="0" presId="urn:microsoft.com/office/officeart/2005/8/layout/vList2"/>
    <dgm:cxn modelId="{3C66DCF2-CD43-4ADD-A790-1FEEA43B62FD}" srcId="{64DBABF9-9BCB-4B3D-9159-F0A7A1BB6760}" destId="{CF4E6FBB-1C0B-4EBF-948A-8CD8FDB5462E}" srcOrd="2" destOrd="0" parTransId="{74436CBC-72EB-4DBB-AF7A-4364D33B7C73}" sibTransId="{DB113FF7-27F6-4E7F-B461-D8B39CCEA86A}"/>
    <dgm:cxn modelId="{766B73D0-78FB-467D-8BC4-57ACE9216A7E}" type="presParOf" srcId="{85CA0139-C667-46CD-ADB9-6E5CBD1FB11C}" destId="{5286CB81-FC36-448B-AF8C-65AF8B805F85}" srcOrd="0" destOrd="0" presId="urn:microsoft.com/office/officeart/2005/8/layout/vList2"/>
    <dgm:cxn modelId="{7EFEC109-66B2-4ADE-9533-C8E408EEC81E}" type="presParOf" srcId="{85CA0139-C667-46CD-ADB9-6E5CBD1FB11C}" destId="{787838C7-81D8-4F8A-864C-9DA9377B2949}" srcOrd="1" destOrd="0" presId="urn:microsoft.com/office/officeart/2005/8/layout/vList2"/>
    <dgm:cxn modelId="{3AC75B39-28CA-45E3-898B-2B7538558630}" type="presParOf" srcId="{85CA0139-C667-46CD-ADB9-6E5CBD1FB11C}" destId="{56228C3B-BC73-4D98-991C-E703394B8995}" srcOrd="2" destOrd="0" presId="urn:microsoft.com/office/officeart/2005/8/layout/vList2"/>
    <dgm:cxn modelId="{17796A5C-5EE6-4C9A-9402-95BF20EE6BD2}" type="presParOf" srcId="{85CA0139-C667-46CD-ADB9-6E5CBD1FB11C}" destId="{65D323C8-3F3E-42B2-9D4E-879CF365397D}" srcOrd="3" destOrd="0" presId="urn:microsoft.com/office/officeart/2005/8/layout/vList2"/>
    <dgm:cxn modelId="{32C6A436-6A8F-4875-876E-9EBF9D2A847D}" type="presParOf" srcId="{85CA0139-C667-46CD-ADB9-6E5CBD1FB11C}" destId="{E08CCB05-301B-489E-BE6F-D8205D8479B8}" srcOrd="4" destOrd="0" presId="urn:microsoft.com/office/officeart/2005/8/layout/vList2"/>
    <dgm:cxn modelId="{0BD6E8E8-12EB-49E2-90F0-DE75A7892F01}" type="presParOf" srcId="{85CA0139-C667-46CD-ADB9-6E5CBD1FB11C}" destId="{E112EE17-E8E0-42B9-B690-A7E6076008E4}" srcOrd="5" destOrd="0" presId="urn:microsoft.com/office/officeart/2005/8/layout/vList2"/>
    <dgm:cxn modelId="{771E6879-31E7-4165-8AB8-050C5D8117DB}" type="presParOf" srcId="{85CA0139-C667-46CD-ADB9-6E5CBD1FB11C}" destId="{9ACBCF80-91EE-45E7-9A22-F5FFA8C0415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3534BBF3-4DBA-48AB-B3BF-D6E560043F5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28F0D6E-8026-4447-8FD8-9F30847E8AF8}">
      <dgm:prSet/>
      <dgm:spPr/>
      <dgm:t>
        <a:bodyPr/>
        <a:lstStyle/>
        <a:p>
          <a:r>
            <a:rPr lang="uk-UA" b="0" i="0"/>
            <a:t>відновлення зовнішньополітичної діяльності України.</a:t>
          </a:r>
          <a:endParaRPr lang="uk-UA"/>
        </a:p>
      </dgm:t>
    </dgm:pt>
    <dgm:pt modelId="{78355C0C-535A-4E98-AE0A-8C0C7AB30385}" type="parTrans" cxnId="{6D6B6AB0-FACD-4532-B4C0-960182CB7B2B}">
      <dgm:prSet/>
      <dgm:spPr/>
      <dgm:t>
        <a:bodyPr/>
        <a:lstStyle/>
        <a:p>
          <a:endParaRPr lang="uk-UA"/>
        </a:p>
      </dgm:t>
    </dgm:pt>
    <dgm:pt modelId="{AD20250F-E98E-4AF0-A643-91536B092C41}" type="sibTrans" cxnId="{6D6B6AB0-FACD-4532-B4C0-960182CB7B2B}">
      <dgm:prSet/>
      <dgm:spPr/>
      <dgm:t>
        <a:bodyPr/>
        <a:lstStyle/>
        <a:p>
          <a:endParaRPr lang="uk-UA"/>
        </a:p>
      </dgm:t>
    </dgm:pt>
    <dgm:pt modelId="{E44A0111-A967-4C48-AE79-615DCE2FD9AF}">
      <dgm:prSet/>
      <dgm:spPr/>
      <dgm:t>
        <a:bodyPr/>
        <a:lstStyle/>
        <a:p>
          <a:r>
            <a:rPr lang="uk-UA" b="0" i="0"/>
            <a:t>приєднання України до Антигітлерівської коаліції.</a:t>
          </a:r>
          <a:endParaRPr lang="uk-UA"/>
        </a:p>
      </dgm:t>
    </dgm:pt>
    <dgm:pt modelId="{AB91A555-1DF5-41F9-A1EB-392DBEDF7793}" type="parTrans" cxnId="{B098587E-38BD-44C2-8927-E58E6CFDD3BB}">
      <dgm:prSet/>
      <dgm:spPr/>
      <dgm:t>
        <a:bodyPr/>
        <a:lstStyle/>
        <a:p>
          <a:endParaRPr lang="uk-UA"/>
        </a:p>
      </dgm:t>
    </dgm:pt>
    <dgm:pt modelId="{FCA46673-3D2E-441C-8D8B-5F9F21B8DCF9}" type="sibTrans" cxnId="{B098587E-38BD-44C2-8927-E58E6CFDD3BB}">
      <dgm:prSet/>
      <dgm:spPr/>
      <dgm:t>
        <a:bodyPr/>
        <a:lstStyle/>
        <a:p>
          <a:endParaRPr lang="uk-UA"/>
        </a:p>
      </dgm:t>
    </dgm:pt>
    <dgm:pt modelId="{A6616492-4834-475F-B2DA-DF97410A9DC5}">
      <dgm:prSet/>
      <dgm:spPr/>
      <dgm:t>
        <a:bodyPr/>
        <a:lstStyle/>
        <a:p>
          <a:r>
            <a:rPr lang="uk-UA" b="0" i="0"/>
            <a:t>відкриття посольств України в країнах Європи.</a:t>
          </a:r>
          <a:endParaRPr lang="uk-UA"/>
        </a:p>
      </dgm:t>
    </dgm:pt>
    <dgm:pt modelId="{BFE7158F-C292-491A-A155-30FFAD0896B5}" type="parTrans" cxnId="{A456F067-38CD-43E1-9D5F-C3243CE6BAED}">
      <dgm:prSet/>
      <dgm:spPr/>
      <dgm:t>
        <a:bodyPr/>
        <a:lstStyle/>
        <a:p>
          <a:endParaRPr lang="uk-UA"/>
        </a:p>
      </dgm:t>
    </dgm:pt>
    <dgm:pt modelId="{40901D18-3723-421E-8439-E2688BD4F15E}" type="sibTrans" cxnId="{A456F067-38CD-43E1-9D5F-C3243CE6BAED}">
      <dgm:prSet/>
      <dgm:spPr/>
      <dgm:t>
        <a:bodyPr/>
        <a:lstStyle/>
        <a:p>
          <a:endParaRPr lang="uk-UA"/>
        </a:p>
      </dgm:t>
    </dgm:pt>
    <dgm:pt modelId="{A6F1F325-E363-400F-B674-831F4EFBE320}">
      <dgm:prSet/>
      <dgm:spPr/>
      <dgm:t>
        <a:bodyPr/>
        <a:lstStyle/>
        <a:p>
          <a:r>
            <a:rPr lang="uk-UA" b="0" i="0"/>
            <a:t>вихід України з Другої світової війни.</a:t>
          </a:r>
          <a:endParaRPr lang="uk-UA"/>
        </a:p>
      </dgm:t>
    </dgm:pt>
    <dgm:pt modelId="{772BF792-1FFE-4BDE-BB4B-98EDA08A743D}" type="parTrans" cxnId="{71218134-584C-4DBE-ACB1-C70D2DD27136}">
      <dgm:prSet/>
      <dgm:spPr/>
      <dgm:t>
        <a:bodyPr/>
        <a:lstStyle/>
        <a:p>
          <a:endParaRPr lang="uk-UA"/>
        </a:p>
      </dgm:t>
    </dgm:pt>
    <dgm:pt modelId="{7B45DFE6-767C-4DE2-AE78-0CB3B02F1666}" type="sibTrans" cxnId="{71218134-584C-4DBE-ACB1-C70D2DD27136}">
      <dgm:prSet/>
      <dgm:spPr/>
      <dgm:t>
        <a:bodyPr/>
        <a:lstStyle/>
        <a:p>
          <a:endParaRPr lang="uk-UA"/>
        </a:p>
      </dgm:t>
    </dgm:pt>
    <dgm:pt modelId="{9BB3EF3D-D479-4F5A-95F1-FFB5CB622AE5}" type="pres">
      <dgm:prSet presAssocID="{3534BBF3-4DBA-48AB-B3BF-D6E560043F5F}" presName="linear" presStyleCnt="0">
        <dgm:presLayoutVars>
          <dgm:animLvl val="lvl"/>
          <dgm:resizeHandles val="exact"/>
        </dgm:presLayoutVars>
      </dgm:prSet>
      <dgm:spPr/>
    </dgm:pt>
    <dgm:pt modelId="{87E990E0-14B3-42AC-9E0E-5FD82BA75FC5}" type="pres">
      <dgm:prSet presAssocID="{928F0D6E-8026-4447-8FD8-9F30847E8AF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E4800A4-7FC3-41B4-88EE-2293C4C0A732}" type="pres">
      <dgm:prSet presAssocID="{AD20250F-E98E-4AF0-A643-91536B092C41}" presName="spacer" presStyleCnt="0"/>
      <dgm:spPr/>
    </dgm:pt>
    <dgm:pt modelId="{B7EAED45-45A8-4E02-AF48-BBC99266F615}" type="pres">
      <dgm:prSet presAssocID="{E44A0111-A967-4C48-AE79-615DCE2FD9A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12890DE-8EA6-4682-8E53-5F4EE26A7C93}" type="pres">
      <dgm:prSet presAssocID="{FCA46673-3D2E-441C-8D8B-5F9F21B8DCF9}" presName="spacer" presStyleCnt="0"/>
      <dgm:spPr/>
    </dgm:pt>
    <dgm:pt modelId="{ED019BB7-3C77-462F-B279-F7B2615535CD}" type="pres">
      <dgm:prSet presAssocID="{A6616492-4834-475F-B2DA-DF97410A9DC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EE607CA-1790-4957-A658-AD052F9C21B3}" type="pres">
      <dgm:prSet presAssocID="{40901D18-3723-421E-8439-E2688BD4F15E}" presName="spacer" presStyleCnt="0"/>
      <dgm:spPr/>
    </dgm:pt>
    <dgm:pt modelId="{AE6CB9EA-5414-41D5-97CD-0BB45C979426}" type="pres">
      <dgm:prSet presAssocID="{A6F1F325-E363-400F-B674-831F4EFBE32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E3A411A-DF68-49D0-991E-72A0BE67479E}" type="presOf" srcId="{3534BBF3-4DBA-48AB-B3BF-D6E560043F5F}" destId="{9BB3EF3D-D479-4F5A-95F1-FFB5CB622AE5}" srcOrd="0" destOrd="0" presId="urn:microsoft.com/office/officeart/2005/8/layout/vList2"/>
    <dgm:cxn modelId="{2CDE5923-9C0D-4464-A971-47B02D4AFA7C}" type="presOf" srcId="{E44A0111-A967-4C48-AE79-615DCE2FD9AF}" destId="{B7EAED45-45A8-4E02-AF48-BBC99266F615}" srcOrd="0" destOrd="0" presId="urn:microsoft.com/office/officeart/2005/8/layout/vList2"/>
    <dgm:cxn modelId="{71218134-584C-4DBE-ACB1-C70D2DD27136}" srcId="{3534BBF3-4DBA-48AB-B3BF-D6E560043F5F}" destId="{A6F1F325-E363-400F-B674-831F4EFBE320}" srcOrd="3" destOrd="0" parTransId="{772BF792-1FFE-4BDE-BB4B-98EDA08A743D}" sibTransId="{7B45DFE6-767C-4DE2-AE78-0CB3B02F1666}"/>
    <dgm:cxn modelId="{A456F067-38CD-43E1-9D5F-C3243CE6BAED}" srcId="{3534BBF3-4DBA-48AB-B3BF-D6E560043F5F}" destId="{A6616492-4834-475F-B2DA-DF97410A9DC5}" srcOrd="2" destOrd="0" parTransId="{BFE7158F-C292-491A-A155-30FFAD0896B5}" sibTransId="{40901D18-3723-421E-8439-E2688BD4F15E}"/>
    <dgm:cxn modelId="{B24C0D79-44A8-4677-AABF-F05E2D374ED7}" type="presOf" srcId="{928F0D6E-8026-4447-8FD8-9F30847E8AF8}" destId="{87E990E0-14B3-42AC-9E0E-5FD82BA75FC5}" srcOrd="0" destOrd="0" presId="urn:microsoft.com/office/officeart/2005/8/layout/vList2"/>
    <dgm:cxn modelId="{B098587E-38BD-44C2-8927-E58E6CFDD3BB}" srcId="{3534BBF3-4DBA-48AB-B3BF-D6E560043F5F}" destId="{E44A0111-A967-4C48-AE79-615DCE2FD9AF}" srcOrd="1" destOrd="0" parTransId="{AB91A555-1DF5-41F9-A1EB-392DBEDF7793}" sibTransId="{FCA46673-3D2E-441C-8D8B-5F9F21B8DCF9}"/>
    <dgm:cxn modelId="{F29D9B94-107F-487E-AE73-11C79F5E4EF5}" type="presOf" srcId="{A6F1F325-E363-400F-B674-831F4EFBE320}" destId="{AE6CB9EA-5414-41D5-97CD-0BB45C979426}" srcOrd="0" destOrd="0" presId="urn:microsoft.com/office/officeart/2005/8/layout/vList2"/>
    <dgm:cxn modelId="{13500B99-973A-4963-A429-455599FEDE49}" type="presOf" srcId="{A6616492-4834-475F-B2DA-DF97410A9DC5}" destId="{ED019BB7-3C77-462F-B279-F7B2615535CD}" srcOrd="0" destOrd="0" presId="urn:microsoft.com/office/officeart/2005/8/layout/vList2"/>
    <dgm:cxn modelId="{6D6B6AB0-FACD-4532-B4C0-960182CB7B2B}" srcId="{3534BBF3-4DBA-48AB-B3BF-D6E560043F5F}" destId="{928F0D6E-8026-4447-8FD8-9F30847E8AF8}" srcOrd="0" destOrd="0" parTransId="{78355C0C-535A-4E98-AE0A-8C0C7AB30385}" sibTransId="{AD20250F-E98E-4AF0-A643-91536B092C41}"/>
    <dgm:cxn modelId="{68C6ED6C-DC89-4D1B-AD3D-BF375C9F434F}" type="presParOf" srcId="{9BB3EF3D-D479-4F5A-95F1-FFB5CB622AE5}" destId="{87E990E0-14B3-42AC-9E0E-5FD82BA75FC5}" srcOrd="0" destOrd="0" presId="urn:microsoft.com/office/officeart/2005/8/layout/vList2"/>
    <dgm:cxn modelId="{44A034B4-F821-4A2F-AD84-CDCB7CE4D23E}" type="presParOf" srcId="{9BB3EF3D-D479-4F5A-95F1-FFB5CB622AE5}" destId="{BE4800A4-7FC3-41B4-88EE-2293C4C0A732}" srcOrd="1" destOrd="0" presId="urn:microsoft.com/office/officeart/2005/8/layout/vList2"/>
    <dgm:cxn modelId="{5816968E-BEA2-4ABB-9912-1AB6D127017D}" type="presParOf" srcId="{9BB3EF3D-D479-4F5A-95F1-FFB5CB622AE5}" destId="{B7EAED45-45A8-4E02-AF48-BBC99266F615}" srcOrd="2" destOrd="0" presId="urn:microsoft.com/office/officeart/2005/8/layout/vList2"/>
    <dgm:cxn modelId="{EF930F70-E62B-49D6-82A5-AE2705CA09CD}" type="presParOf" srcId="{9BB3EF3D-D479-4F5A-95F1-FFB5CB622AE5}" destId="{D12890DE-8EA6-4682-8E53-5F4EE26A7C93}" srcOrd="3" destOrd="0" presId="urn:microsoft.com/office/officeart/2005/8/layout/vList2"/>
    <dgm:cxn modelId="{7488837A-EDB9-40D7-836C-61665A5B6E8F}" type="presParOf" srcId="{9BB3EF3D-D479-4F5A-95F1-FFB5CB622AE5}" destId="{ED019BB7-3C77-462F-B279-F7B2615535CD}" srcOrd="4" destOrd="0" presId="urn:microsoft.com/office/officeart/2005/8/layout/vList2"/>
    <dgm:cxn modelId="{AF1F98C0-51AB-4DC8-BB09-0E058F0E9DB2}" type="presParOf" srcId="{9BB3EF3D-D479-4F5A-95F1-FFB5CB622AE5}" destId="{1EE607CA-1790-4957-A658-AD052F9C21B3}" srcOrd="5" destOrd="0" presId="urn:microsoft.com/office/officeart/2005/8/layout/vList2"/>
    <dgm:cxn modelId="{A49283DB-87C3-4970-A28D-FD5A11388228}" type="presParOf" srcId="{9BB3EF3D-D479-4F5A-95F1-FFB5CB622AE5}" destId="{AE6CB9EA-5414-41D5-97CD-0BB45C97942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12304B11-C4C6-4DA1-BB05-4B2C7C2CA078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E040054-774E-4366-A390-E3A9F118165C}">
      <dgm:prSet/>
      <dgm:spPr/>
      <dgm:t>
        <a:bodyPr/>
        <a:lstStyle/>
        <a:p>
          <a:r>
            <a:rPr lang="uk-UA" b="0" i="0"/>
            <a:t>Лігу Націй</a:t>
          </a:r>
          <a:endParaRPr lang="uk-UA"/>
        </a:p>
      </dgm:t>
    </dgm:pt>
    <dgm:pt modelId="{FC53E387-11F1-489E-A7CE-FA0EDCDDD428}" type="parTrans" cxnId="{245F6585-D0E4-4C88-BA47-54572EC1AC04}">
      <dgm:prSet/>
      <dgm:spPr/>
      <dgm:t>
        <a:bodyPr/>
        <a:lstStyle/>
        <a:p>
          <a:endParaRPr lang="uk-UA"/>
        </a:p>
      </dgm:t>
    </dgm:pt>
    <dgm:pt modelId="{38522E3D-F115-4F1B-A6D3-4D09D8B21F49}" type="sibTrans" cxnId="{245F6585-D0E4-4C88-BA47-54572EC1AC04}">
      <dgm:prSet/>
      <dgm:spPr/>
      <dgm:t>
        <a:bodyPr/>
        <a:lstStyle/>
        <a:p>
          <a:endParaRPr lang="uk-UA"/>
        </a:p>
      </dgm:t>
    </dgm:pt>
    <dgm:pt modelId="{9055F672-66BA-489A-BD16-E243E68B303A}">
      <dgm:prSet/>
      <dgm:spPr/>
      <dgm:t>
        <a:bodyPr/>
        <a:lstStyle/>
        <a:p>
          <a:r>
            <a:rPr lang="uk-UA" b="0" i="0"/>
            <a:t>Організацію Об’єднаних Націй</a:t>
          </a:r>
          <a:endParaRPr lang="uk-UA"/>
        </a:p>
      </dgm:t>
    </dgm:pt>
    <dgm:pt modelId="{D5C63469-2790-49DA-AB69-0C63F98C63DE}" type="parTrans" cxnId="{0AD1C0C1-0173-499D-A41A-4797409983D5}">
      <dgm:prSet/>
      <dgm:spPr/>
      <dgm:t>
        <a:bodyPr/>
        <a:lstStyle/>
        <a:p>
          <a:endParaRPr lang="uk-UA"/>
        </a:p>
      </dgm:t>
    </dgm:pt>
    <dgm:pt modelId="{3C671B86-30B7-466C-B4E2-CFC13ADA3C38}" type="sibTrans" cxnId="{0AD1C0C1-0173-499D-A41A-4797409983D5}">
      <dgm:prSet/>
      <dgm:spPr/>
      <dgm:t>
        <a:bodyPr/>
        <a:lstStyle/>
        <a:p>
          <a:endParaRPr lang="uk-UA"/>
        </a:p>
      </dgm:t>
    </dgm:pt>
    <dgm:pt modelId="{29CD156E-6E07-4612-9F07-E190C058F908}">
      <dgm:prSet/>
      <dgm:spPr/>
      <dgm:t>
        <a:bodyPr/>
        <a:lstStyle/>
        <a:p>
          <a:r>
            <a:rPr lang="uk-UA" b="0" i="0"/>
            <a:t>Раду Економічної Взаємодопомоги</a:t>
          </a:r>
          <a:endParaRPr lang="uk-UA"/>
        </a:p>
      </dgm:t>
    </dgm:pt>
    <dgm:pt modelId="{5B635748-8799-4B78-B87E-3F88F7C034BE}" type="parTrans" cxnId="{B171348E-1DA1-4E56-AD04-26DF121739B3}">
      <dgm:prSet/>
      <dgm:spPr/>
      <dgm:t>
        <a:bodyPr/>
        <a:lstStyle/>
        <a:p>
          <a:endParaRPr lang="uk-UA"/>
        </a:p>
      </dgm:t>
    </dgm:pt>
    <dgm:pt modelId="{78882F04-C8BA-495A-8A92-62C2C56E5C02}" type="sibTrans" cxnId="{B171348E-1DA1-4E56-AD04-26DF121739B3}">
      <dgm:prSet/>
      <dgm:spPr/>
      <dgm:t>
        <a:bodyPr/>
        <a:lstStyle/>
        <a:p>
          <a:endParaRPr lang="uk-UA"/>
        </a:p>
      </dgm:t>
    </dgm:pt>
    <dgm:pt modelId="{3C413750-A377-4B22-8A39-C36ED4AFB20F}">
      <dgm:prSet/>
      <dgm:spPr/>
      <dgm:t>
        <a:bodyPr/>
        <a:lstStyle/>
        <a:p>
          <a:r>
            <a:rPr lang="uk-UA" b="0" i="0"/>
            <a:t>Організацію Варшавського Договору</a:t>
          </a:r>
          <a:endParaRPr lang="uk-UA"/>
        </a:p>
      </dgm:t>
    </dgm:pt>
    <dgm:pt modelId="{863BA0E5-F288-4FEA-8F44-76B5CB5D6D1B}" type="parTrans" cxnId="{089CEC82-125E-4E1C-89CE-AA4B50203F6F}">
      <dgm:prSet/>
      <dgm:spPr/>
      <dgm:t>
        <a:bodyPr/>
        <a:lstStyle/>
        <a:p>
          <a:endParaRPr lang="uk-UA"/>
        </a:p>
      </dgm:t>
    </dgm:pt>
    <dgm:pt modelId="{9FF66593-9886-417F-929C-D7B594964822}" type="sibTrans" cxnId="{089CEC82-125E-4E1C-89CE-AA4B50203F6F}">
      <dgm:prSet/>
      <dgm:spPr/>
      <dgm:t>
        <a:bodyPr/>
        <a:lstStyle/>
        <a:p>
          <a:endParaRPr lang="uk-UA"/>
        </a:p>
      </dgm:t>
    </dgm:pt>
    <dgm:pt modelId="{34809A7C-5079-469A-981B-4108B325EB56}" type="pres">
      <dgm:prSet presAssocID="{12304B11-C4C6-4DA1-BB05-4B2C7C2CA078}" presName="linearFlow" presStyleCnt="0">
        <dgm:presLayoutVars>
          <dgm:dir/>
          <dgm:resizeHandles val="exact"/>
        </dgm:presLayoutVars>
      </dgm:prSet>
      <dgm:spPr/>
    </dgm:pt>
    <dgm:pt modelId="{32749E8C-A02A-453D-B0BE-A1B9FEA332E6}" type="pres">
      <dgm:prSet presAssocID="{3E040054-774E-4366-A390-E3A9F118165C}" presName="composite" presStyleCnt="0"/>
      <dgm:spPr/>
    </dgm:pt>
    <dgm:pt modelId="{9B7CE7DB-4C4B-48C9-88D2-91392ABB3921}" type="pres">
      <dgm:prSet presAssocID="{3E040054-774E-4366-A390-E3A9F118165C}" presName="imgShp" presStyleLbl="fgImgPlace1" presStyleIdx="0" presStyleCnt="4"/>
      <dgm:spPr/>
    </dgm:pt>
    <dgm:pt modelId="{C82FC064-A86E-4636-B47B-D975962101A4}" type="pres">
      <dgm:prSet presAssocID="{3E040054-774E-4366-A390-E3A9F118165C}" presName="txShp" presStyleLbl="node1" presStyleIdx="0" presStyleCnt="4">
        <dgm:presLayoutVars>
          <dgm:bulletEnabled val="1"/>
        </dgm:presLayoutVars>
      </dgm:prSet>
      <dgm:spPr/>
    </dgm:pt>
    <dgm:pt modelId="{9CEDB0FC-05FB-4A18-84D1-EDB230B3AC09}" type="pres">
      <dgm:prSet presAssocID="{38522E3D-F115-4F1B-A6D3-4D09D8B21F49}" presName="spacing" presStyleCnt="0"/>
      <dgm:spPr/>
    </dgm:pt>
    <dgm:pt modelId="{68F230C0-D73B-482B-B92A-06375A142091}" type="pres">
      <dgm:prSet presAssocID="{9055F672-66BA-489A-BD16-E243E68B303A}" presName="composite" presStyleCnt="0"/>
      <dgm:spPr/>
    </dgm:pt>
    <dgm:pt modelId="{A1B0A54F-008B-40D2-A795-27F9251714AA}" type="pres">
      <dgm:prSet presAssocID="{9055F672-66BA-489A-BD16-E243E68B303A}" presName="imgShp" presStyleLbl="fgImgPlace1" presStyleIdx="1" presStyleCnt="4"/>
      <dgm:spPr/>
    </dgm:pt>
    <dgm:pt modelId="{CF23272D-6DD6-48A1-8611-EF18F4FA8643}" type="pres">
      <dgm:prSet presAssocID="{9055F672-66BA-489A-BD16-E243E68B303A}" presName="txShp" presStyleLbl="node1" presStyleIdx="1" presStyleCnt="4">
        <dgm:presLayoutVars>
          <dgm:bulletEnabled val="1"/>
        </dgm:presLayoutVars>
      </dgm:prSet>
      <dgm:spPr/>
    </dgm:pt>
    <dgm:pt modelId="{0A4A8D3F-DE46-4095-AF32-933C2323CA20}" type="pres">
      <dgm:prSet presAssocID="{3C671B86-30B7-466C-B4E2-CFC13ADA3C38}" presName="spacing" presStyleCnt="0"/>
      <dgm:spPr/>
    </dgm:pt>
    <dgm:pt modelId="{F671CDF9-0BC4-4B09-A70A-FD35B5A2D669}" type="pres">
      <dgm:prSet presAssocID="{29CD156E-6E07-4612-9F07-E190C058F908}" presName="composite" presStyleCnt="0"/>
      <dgm:spPr/>
    </dgm:pt>
    <dgm:pt modelId="{5D71F0CE-525A-424A-A093-C4F7F19C077E}" type="pres">
      <dgm:prSet presAssocID="{29CD156E-6E07-4612-9F07-E190C058F908}" presName="imgShp" presStyleLbl="fgImgPlace1" presStyleIdx="2" presStyleCnt="4"/>
      <dgm:spPr/>
    </dgm:pt>
    <dgm:pt modelId="{C773193E-15E5-464A-BFD1-099BFB5998EC}" type="pres">
      <dgm:prSet presAssocID="{29CD156E-6E07-4612-9F07-E190C058F908}" presName="txShp" presStyleLbl="node1" presStyleIdx="2" presStyleCnt="4">
        <dgm:presLayoutVars>
          <dgm:bulletEnabled val="1"/>
        </dgm:presLayoutVars>
      </dgm:prSet>
      <dgm:spPr/>
    </dgm:pt>
    <dgm:pt modelId="{4B0F0081-E28B-4A53-A5A6-055DCAB1E25B}" type="pres">
      <dgm:prSet presAssocID="{78882F04-C8BA-495A-8A92-62C2C56E5C02}" presName="spacing" presStyleCnt="0"/>
      <dgm:spPr/>
    </dgm:pt>
    <dgm:pt modelId="{9FA3FF5C-FCE4-4343-9E12-CB01FCBA2517}" type="pres">
      <dgm:prSet presAssocID="{3C413750-A377-4B22-8A39-C36ED4AFB20F}" presName="composite" presStyleCnt="0"/>
      <dgm:spPr/>
    </dgm:pt>
    <dgm:pt modelId="{DB6BBE65-BBE8-4AB9-AD25-A8F0DE6E997B}" type="pres">
      <dgm:prSet presAssocID="{3C413750-A377-4B22-8A39-C36ED4AFB20F}" presName="imgShp" presStyleLbl="fgImgPlace1" presStyleIdx="3" presStyleCnt="4"/>
      <dgm:spPr/>
    </dgm:pt>
    <dgm:pt modelId="{7ACFF0F3-0EFC-4865-9F49-F81E93EA1706}" type="pres">
      <dgm:prSet presAssocID="{3C413750-A377-4B22-8A39-C36ED4AFB20F}" presName="txShp" presStyleLbl="node1" presStyleIdx="3" presStyleCnt="4">
        <dgm:presLayoutVars>
          <dgm:bulletEnabled val="1"/>
        </dgm:presLayoutVars>
      </dgm:prSet>
      <dgm:spPr/>
    </dgm:pt>
  </dgm:ptLst>
  <dgm:cxnLst>
    <dgm:cxn modelId="{073FCA43-96DE-4AB5-9D82-E50199B2B2EE}" type="presOf" srcId="{12304B11-C4C6-4DA1-BB05-4B2C7C2CA078}" destId="{34809A7C-5079-469A-981B-4108B325EB56}" srcOrd="0" destOrd="0" presId="urn:microsoft.com/office/officeart/2005/8/layout/vList3"/>
    <dgm:cxn modelId="{089CEC82-125E-4E1C-89CE-AA4B50203F6F}" srcId="{12304B11-C4C6-4DA1-BB05-4B2C7C2CA078}" destId="{3C413750-A377-4B22-8A39-C36ED4AFB20F}" srcOrd="3" destOrd="0" parTransId="{863BA0E5-F288-4FEA-8F44-76B5CB5D6D1B}" sibTransId="{9FF66593-9886-417F-929C-D7B594964822}"/>
    <dgm:cxn modelId="{245F6585-D0E4-4C88-BA47-54572EC1AC04}" srcId="{12304B11-C4C6-4DA1-BB05-4B2C7C2CA078}" destId="{3E040054-774E-4366-A390-E3A9F118165C}" srcOrd="0" destOrd="0" parTransId="{FC53E387-11F1-489E-A7CE-FA0EDCDDD428}" sibTransId="{38522E3D-F115-4F1B-A6D3-4D09D8B21F49}"/>
    <dgm:cxn modelId="{95F96786-2922-4138-9CBF-D09900DE7C17}" type="presOf" srcId="{9055F672-66BA-489A-BD16-E243E68B303A}" destId="{CF23272D-6DD6-48A1-8611-EF18F4FA8643}" srcOrd="0" destOrd="0" presId="urn:microsoft.com/office/officeart/2005/8/layout/vList3"/>
    <dgm:cxn modelId="{B171348E-1DA1-4E56-AD04-26DF121739B3}" srcId="{12304B11-C4C6-4DA1-BB05-4B2C7C2CA078}" destId="{29CD156E-6E07-4612-9F07-E190C058F908}" srcOrd="2" destOrd="0" parTransId="{5B635748-8799-4B78-B87E-3F88F7C034BE}" sibTransId="{78882F04-C8BA-495A-8A92-62C2C56E5C02}"/>
    <dgm:cxn modelId="{358B1896-9BFB-4417-8C14-5CC3037E634F}" type="presOf" srcId="{29CD156E-6E07-4612-9F07-E190C058F908}" destId="{C773193E-15E5-464A-BFD1-099BFB5998EC}" srcOrd="0" destOrd="0" presId="urn:microsoft.com/office/officeart/2005/8/layout/vList3"/>
    <dgm:cxn modelId="{623D6F9F-FF07-4964-8527-962FD2372F01}" type="presOf" srcId="{3C413750-A377-4B22-8A39-C36ED4AFB20F}" destId="{7ACFF0F3-0EFC-4865-9F49-F81E93EA1706}" srcOrd="0" destOrd="0" presId="urn:microsoft.com/office/officeart/2005/8/layout/vList3"/>
    <dgm:cxn modelId="{0AD1C0C1-0173-499D-A41A-4797409983D5}" srcId="{12304B11-C4C6-4DA1-BB05-4B2C7C2CA078}" destId="{9055F672-66BA-489A-BD16-E243E68B303A}" srcOrd="1" destOrd="0" parTransId="{D5C63469-2790-49DA-AB69-0C63F98C63DE}" sibTransId="{3C671B86-30B7-466C-B4E2-CFC13ADA3C38}"/>
    <dgm:cxn modelId="{917D1DCB-528C-4F9F-BF00-641DA78DEEE0}" type="presOf" srcId="{3E040054-774E-4366-A390-E3A9F118165C}" destId="{C82FC064-A86E-4636-B47B-D975962101A4}" srcOrd="0" destOrd="0" presId="urn:microsoft.com/office/officeart/2005/8/layout/vList3"/>
    <dgm:cxn modelId="{4BE58C67-0D5A-4FF4-AF2F-E0606F93876D}" type="presParOf" srcId="{34809A7C-5079-469A-981B-4108B325EB56}" destId="{32749E8C-A02A-453D-B0BE-A1B9FEA332E6}" srcOrd="0" destOrd="0" presId="urn:microsoft.com/office/officeart/2005/8/layout/vList3"/>
    <dgm:cxn modelId="{F65594A2-DFE7-4206-B433-A460910D7FEF}" type="presParOf" srcId="{32749E8C-A02A-453D-B0BE-A1B9FEA332E6}" destId="{9B7CE7DB-4C4B-48C9-88D2-91392ABB3921}" srcOrd="0" destOrd="0" presId="urn:microsoft.com/office/officeart/2005/8/layout/vList3"/>
    <dgm:cxn modelId="{DFEC4925-45F7-4159-BBC9-1B73EEF5AEDE}" type="presParOf" srcId="{32749E8C-A02A-453D-B0BE-A1B9FEA332E6}" destId="{C82FC064-A86E-4636-B47B-D975962101A4}" srcOrd="1" destOrd="0" presId="urn:microsoft.com/office/officeart/2005/8/layout/vList3"/>
    <dgm:cxn modelId="{1BDB6354-4161-4D38-B6D4-6C4CADB8DB92}" type="presParOf" srcId="{34809A7C-5079-469A-981B-4108B325EB56}" destId="{9CEDB0FC-05FB-4A18-84D1-EDB230B3AC09}" srcOrd="1" destOrd="0" presId="urn:microsoft.com/office/officeart/2005/8/layout/vList3"/>
    <dgm:cxn modelId="{8FC885B6-070E-46A0-B56F-A6AA0EFF29C9}" type="presParOf" srcId="{34809A7C-5079-469A-981B-4108B325EB56}" destId="{68F230C0-D73B-482B-B92A-06375A142091}" srcOrd="2" destOrd="0" presId="urn:microsoft.com/office/officeart/2005/8/layout/vList3"/>
    <dgm:cxn modelId="{C33B76BE-5487-487B-AB00-38DFDE4CA7F5}" type="presParOf" srcId="{68F230C0-D73B-482B-B92A-06375A142091}" destId="{A1B0A54F-008B-40D2-A795-27F9251714AA}" srcOrd="0" destOrd="0" presId="urn:microsoft.com/office/officeart/2005/8/layout/vList3"/>
    <dgm:cxn modelId="{FA7DC3FF-6B77-4DC1-A6C5-D21B52518085}" type="presParOf" srcId="{68F230C0-D73B-482B-B92A-06375A142091}" destId="{CF23272D-6DD6-48A1-8611-EF18F4FA8643}" srcOrd="1" destOrd="0" presId="urn:microsoft.com/office/officeart/2005/8/layout/vList3"/>
    <dgm:cxn modelId="{33B502E8-3803-4BD1-BE30-04DB2F08928C}" type="presParOf" srcId="{34809A7C-5079-469A-981B-4108B325EB56}" destId="{0A4A8D3F-DE46-4095-AF32-933C2323CA20}" srcOrd="3" destOrd="0" presId="urn:microsoft.com/office/officeart/2005/8/layout/vList3"/>
    <dgm:cxn modelId="{89B57D02-5469-4F4D-A267-2936119F6002}" type="presParOf" srcId="{34809A7C-5079-469A-981B-4108B325EB56}" destId="{F671CDF9-0BC4-4B09-A70A-FD35B5A2D669}" srcOrd="4" destOrd="0" presId="urn:microsoft.com/office/officeart/2005/8/layout/vList3"/>
    <dgm:cxn modelId="{AFC67687-0F04-4836-83E5-D506B2ADCF4B}" type="presParOf" srcId="{F671CDF9-0BC4-4B09-A70A-FD35B5A2D669}" destId="{5D71F0CE-525A-424A-A093-C4F7F19C077E}" srcOrd="0" destOrd="0" presId="urn:microsoft.com/office/officeart/2005/8/layout/vList3"/>
    <dgm:cxn modelId="{F8E2F0DD-C6F2-4E39-9B13-6539F83ED455}" type="presParOf" srcId="{F671CDF9-0BC4-4B09-A70A-FD35B5A2D669}" destId="{C773193E-15E5-464A-BFD1-099BFB5998EC}" srcOrd="1" destOrd="0" presId="urn:microsoft.com/office/officeart/2005/8/layout/vList3"/>
    <dgm:cxn modelId="{52D69495-4EDB-42FA-9E04-C61A52EF4F89}" type="presParOf" srcId="{34809A7C-5079-469A-981B-4108B325EB56}" destId="{4B0F0081-E28B-4A53-A5A6-055DCAB1E25B}" srcOrd="5" destOrd="0" presId="urn:microsoft.com/office/officeart/2005/8/layout/vList3"/>
    <dgm:cxn modelId="{4DDA6C41-F65B-4F35-A5BF-43D3B6A4A90F}" type="presParOf" srcId="{34809A7C-5079-469A-981B-4108B325EB56}" destId="{9FA3FF5C-FCE4-4343-9E12-CB01FCBA2517}" srcOrd="6" destOrd="0" presId="urn:microsoft.com/office/officeart/2005/8/layout/vList3"/>
    <dgm:cxn modelId="{7AAC38FE-3DE0-4C6B-86DD-E3858056BD13}" type="presParOf" srcId="{9FA3FF5C-FCE4-4343-9E12-CB01FCBA2517}" destId="{DB6BBE65-BBE8-4AB9-AD25-A8F0DE6E997B}" srcOrd="0" destOrd="0" presId="urn:microsoft.com/office/officeart/2005/8/layout/vList3"/>
    <dgm:cxn modelId="{1AFE1BF0-41DB-446B-A601-4E92245E4781}" type="presParOf" srcId="{9FA3FF5C-FCE4-4343-9E12-CB01FCBA2517}" destId="{7ACFF0F3-0EFC-4865-9F49-F81E93EA1706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A92DFDEA-E559-4955-8E49-C7F9A3730078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7FBAF94-DD67-4451-B36A-034191C8FFC0}">
      <dgm:prSet/>
      <dgm:spPr/>
      <dgm:t>
        <a:bodyPr/>
        <a:lstStyle/>
        <a:p>
          <a:r>
            <a:rPr lang="ru-RU" b="0" i="0"/>
            <a:t>1944 р.</a:t>
          </a:r>
          <a:endParaRPr lang="uk-UA"/>
        </a:p>
      </dgm:t>
    </dgm:pt>
    <dgm:pt modelId="{1F4AC43A-DD5B-40E3-A627-1FF63F67CF80}" type="parTrans" cxnId="{FBFF019B-F10D-4292-A735-B2D4367CE649}">
      <dgm:prSet/>
      <dgm:spPr/>
      <dgm:t>
        <a:bodyPr/>
        <a:lstStyle/>
        <a:p>
          <a:endParaRPr lang="uk-UA"/>
        </a:p>
      </dgm:t>
    </dgm:pt>
    <dgm:pt modelId="{44A0C29B-D830-482B-8801-DB0A05F8DCD5}" type="sibTrans" cxnId="{FBFF019B-F10D-4292-A735-B2D4367CE649}">
      <dgm:prSet/>
      <dgm:spPr/>
      <dgm:t>
        <a:bodyPr/>
        <a:lstStyle/>
        <a:p>
          <a:endParaRPr lang="uk-UA"/>
        </a:p>
      </dgm:t>
    </dgm:pt>
    <dgm:pt modelId="{B3031450-B511-48D6-8C4D-D5D064343BBF}">
      <dgm:prSet/>
      <dgm:spPr/>
      <dgm:t>
        <a:bodyPr/>
        <a:lstStyle/>
        <a:p>
          <a:r>
            <a:rPr lang="ru-RU" b="0" i="0"/>
            <a:t>1945 р.</a:t>
          </a:r>
          <a:endParaRPr lang="uk-UA"/>
        </a:p>
      </dgm:t>
    </dgm:pt>
    <dgm:pt modelId="{86746E7A-8C16-4918-A9CC-50F66BB5F352}" type="parTrans" cxnId="{F9C35C19-975B-4BE1-ADCB-0C73762757C4}">
      <dgm:prSet/>
      <dgm:spPr/>
      <dgm:t>
        <a:bodyPr/>
        <a:lstStyle/>
        <a:p>
          <a:endParaRPr lang="uk-UA"/>
        </a:p>
      </dgm:t>
    </dgm:pt>
    <dgm:pt modelId="{AA28B94A-A0A6-48A9-8F1C-827A079B1B39}" type="sibTrans" cxnId="{F9C35C19-975B-4BE1-ADCB-0C73762757C4}">
      <dgm:prSet/>
      <dgm:spPr/>
      <dgm:t>
        <a:bodyPr/>
        <a:lstStyle/>
        <a:p>
          <a:endParaRPr lang="uk-UA"/>
        </a:p>
      </dgm:t>
    </dgm:pt>
    <dgm:pt modelId="{E856D10A-51F4-4AC4-B451-28EC39317057}">
      <dgm:prSet/>
      <dgm:spPr/>
      <dgm:t>
        <a:bodyPr/>
        <a:lstStyle/>
        <a:p>
          <a:r>
            <a:rPr lang="ru-RU" b="0" i="0"/>
            <a:t>1949 р.</a:t>
          </a:r>
          <a:endParaRPr lang="uk-UA"/>
        </a:p>
      </dgm:t>
    </dgm:pt>
    <dgm:pt modelId="{F5FBC35D-DD06-43C6-B5FA-52CDF3FADFE3}" type="parTrans" cxnId="{6BD38B82-EC42-4CD8-A142-C385B97A83D0}">
      <dgm:prSet/>
      <dgm:spPr/>
      <dgm:t>
        <a:bodyPr/>
        <a:lstStyle/>
        <a:p>
          <a:endParaRPr lang="uk-UA"/>
        </a:p>
      </dgm:t>
    </dgm:pt>
    <dgm:pt modelId="{A9F10F65-34E7-46E9-9970-04515D692CE0}" type="sibTrans" cxnId="{6BD38B82-EC42-4CD8-A142-C385B97A83D0}">
      <dgm:prSet/>
      <dgm:spPr/>
      <dgm:t>
        <a:bodyPr/>
        <a:lstStyle/>
        <a:p>
          <a:endParaRPr lang="uk-UA"/>
        </a:p>
      </dgm:t>
    </dgm:pt>
    <dgm:pt modelId="{48C54221-FFAF-4D22-97E8-EC1A8AC02899}">
      <dgm:prSet/>
      <dgm:spPr/>
      <dgm:t>
        <a:bodyPr/>
        <a:lstStyle/>
        <a:p>
          <a:r>
            <a:rPr lang="ru-RU" b="0" i="0"/>
            <a:t>1954 р.</a:t>
          </a:r>
          <a:endParaRPr lang="uk-UA"/>
        </a:p>
      </dgm:t>
    </dgm:pt>
    <dgm:pt modelId="{C78FD739-7F53-47E1-AA60-6BDBEC214253}" type="parTrans" cxnId="{16A7B637-1E96-4B9D-B581-757C0DA79138}">
      <dgm:prSet/>
      <dgm:spPr/>
      <dgm:t>
        <a:bodyPr/>
        <a:lstStyle/>
        <a:p>
          <a:endParaRPr lang="uk-UA"/>
        </a:p>
      </dgm:t>
    </dgm:pt>
    <dgm:pt modelId="{0DE1C93B-A3B5-4222-BC78-0D112C226E81}" type="sibTrans" cxnId="{16A7B637-1E96-4B9D-B581-757C0DA79138}">
      <dgm:prSet/>
      <dgm:spPr/>
      <dgm:t>
        <a:bodyPr/>
        <a:lstStyle/>
        <a:p>
          <a:endParaRPr lang="uk-UA"/>
        </a:p>
      </dgm:t>
    </dgm:pt>
    <dgm:pt modelId="{1E319707-AC8D-4A31-85B0-AF2E520071DF}" type="pres">
      <dgm:prSet presAssocID="{A92DFDEA-E559-4955-8E49-C7F9A3730078}" presName="matrix" presStyleCnt="0">
        <dgm:presLayoutVars>
          <dgm:chMax val="1"/>
          <dgm:dir/>
          <dgm:resizeHandles val="exact"/>
        </dgm:presLayoutVars>
      </dgm:prSet>
      <dgm:spPr/>
    </dgm:pt>
    <dgm:pt modelId="{BEB85D44-8B45-4168-AF2D-E64733955BBE}" type="pres">
      <dgm:prSet presAssocID="{A92DFDEA-E559-4955-8E49-C7F9A3730078}" presName="diamond" presStyleLbl="bgShp" presStyleIdx="0" presStyleCnt="1"/>
      <dgm:spPr/>
    </dgm:pt>
    <dgm:pt modelId="{337F5727-9220-4AFE-9028-7B1B970A4332}" type="pres">
      <dgm:prSet presAssocID="{A92DFDEA-E559-4955-8E49-C7F9A373007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8640D9B-5B0C-4875-869C-A312BED6E03D}" type="pres">
      <dgm:prSet presAssocID="{A92DFDEA-E559-4955-8E49-C7F9A373007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BF4D552-5ACF-44B3-9636-D196B8D77F6B}" type="pres">
      <dgm:prSet presAssocID="{A92DFDEA-E559-4955-8E49-C7F9A373007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C08311D-0A93-465D-B0D0-DA3633F76E53}" type="pres">
      <dgm:prSet presAssocID="{A92DFDEA-E559-4955-8E49-C7F9A373007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9C35C19-975B-4BE1-ADCB-0C73762757C4}" srcId="{A92DFDEA-E559-4955-8E49-C7F9A3730078}" destId="{B3031450-B511-48D6-8C4D-D5D064343BBF}" srcOrd="1" destOrd="0" parTransId="{86746E7A-8C16-4918-A9CC-50F66BB5F352}" sibTransId="{AA28B94A-A0A6-48A9-8F1C-827A079B1B39}"/>
    <dgm:cxn modelId="{16A7B637-1E96-4B9D-B581-757C0DA79138}" srcId="{A92DFDEA-E559-4955-8E49-C7F9A3730078}" destId="{48C54221-FFAF-4D22-97E8-EC1A8AC02899}" srcOrd="3" destOrd="0" parTransId="{C78FD739-7F53-47E1-AA60-6BDBEC214253}" sibTransId="{0DE1C93B-A3B5-4222-BC78-0D112C226E81}"/>
    <dgm:cxn modelId="{B1ED9771-A91B-46E8-B658-6B1441802E07}" type="presOf" srcId="{B3031450-B511-48D6-8C4D-D5D064343BBF}" destId="{38640D9B-5B0C-4875-869C-A312BED6E03D}" srcOrd="0" destOrd="0" presId="urn:microsoft.com/office/officeart/2005/8/layout/matrix3"/>
    <dgm:cxn modelId="{C6CB457B-4E83-480A-828B-ADE42CA3F808}" type="presOf" srcId="{47FBAF94-DD67-4451-B36A-034191C8FFC0}" destId="{337F5727-9220-4AFE-9028-7B1B970A4332}" srcOrd="0" destOrd="0" presId="urn:microsoft.com/office/officeart/2005/8/layout/matrix3"/>
    <dgm:cxn modelId="{E40B837E-6AEF-4F36-A845-D6DC4A0CFDE5}" type="presOf" srcId="{E856D10A-51F4-4AC4-B451-28EC39317057}" destId="{FBF4D552-5ACF-44B3-9636-D196B8D77F6B}" srcOrd="0" destOrd="0" presId="urn:microsoft.com/office/officeart/2005/8/layout/matrix3"/>
    <dgm:cxn modelId="{6BD38B82-EC42-4CD8-A142-C385B97A83D0}" srcId="{A92DFDEA-E559-4955-8E49-C7F9A3730078}" destId="{E856D10A-51F4-4AC4-B451-28EC39317057}" srcOrd="2" destOrd="0" parTransId="{F5FBC35D-DD06-43C6-B5FA-52CDF3FADFE3}" sibTransId="{A9F10F65-34E7-46E9-9970-04515D692CE0}"/>
    <dgm:cxn modelId="{FBFF019B-F10D-4292-A735-B2D4367CE649}" srcId="{A92DFDEA-E559-4955-8E49-C7F9A3730078}" destId="{47FBAF94-DD67-4451-B36A-034191C8FFC0}" srcOrd="0" destOrd="0" parTransId="{1F4AC43A-DD5B-40E3-A627-1FF63F67CF80}" sibTransId="{44A0C29B-D830-482B-8801-DB0A05F8DCD5}"/>
    <dgm:cxn modelId="{42E2B2B2-745D-435C-8982-96C14B63540C}" type="presOf" srcId="{48C54221-FFAF-4D22-97E8-EC1A8AC02899}" destId="{FC08311D-0A93-465D-B0D0-DA3633F76E53}" srcOrd="0" destOrd="0" presId="urn:microsoft.com/office/officeart/2005/8/layout/matrix3"/>
    <dgm:cxn modelId="{D1F7ADC7-ED97-4A80-8B68-A597D8ADC3ED}" type="presOf" srcId="{A92DFDEA-E559-4955-8E49-C7F9A3730078}" destId="{1E319707-AC8D-4A31-85B0-AF2E520071DF}" srcOrd="0" destOrd="0" presId="urn:microsoft.com/office/officeart/2005/8/layout/matrix3"/>
    <dgm:cxn modelId="{6A06E654-AC8C-452E-99E2-81D99D548E7D}" type="presParOf" srcId="{1E319707-AC8D-4A31-85B0-AF2E520071DF}" destId="{BEB85D44-8B45-4168-AF2D-E64733955BBE}" srcOrd="0" destOrd="0" presId="urn:microsoft.com/office/officeart/2005/8/layout/matrix3"/>
    <dgm:cxn modelId="{546428BA-03B5-4915-BC9D-9F6DA5979564}" type="presParOf" srcId="{1E319707-AC8D-4A31-85B0-AF2E520071DF}" destId="{337F5727-9220-4AFE-9028-7B1B970A4332}" srcOrd="1" destOrd="0" presId="urn:microsoft.com/office/officeart/2005/8/layout/matrix3"/>
    <dgm:cxn modelId="{CE7600AC-8466-4176-842D-7B30F8C0FC1B}" type="presParOf" srcId="{1E319707-AC8D-4A31-85B0-AF2E520071DF}" destId="{38640D9B-5B0C-4875-869C-A312BED6E03D}" srcOrd="2" destOrd="0" presId="urn:microsoft.com/office/officeart/2005/8/layout/matrix3"/>
    <dgm:cxn modelId="{3C3617D8-2430-48B3-9D34-AB8BA75DD9C0}" type="presParOf" srcId="{1E319707-AC8D-4A31-85B0-AF2E520071DF}" destId="{FBF4D552-5ACF-44B3-9636-D196B8D77F6B}" srcOrd="3" destOrd="0" presId="urn:microsoft.com/office/officeart/2005/8/layout/matrix3"/>
    <dgm:cxn modelId="{D97C661B-DDF7-4238-A951-F6D2DB9B0C17}" type="presParOf" srcId="{1E319707-AC8D-4A31-85B0-AF2E520071DF}" destId="{FC08311D-0A93-465D-B0D0-DA3633F76E53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0CE21555-099B-47B1-ABED-67F8839E88F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AFF3040-5A75-4354-BC8D-12B1E79AC4D9}">
      <dgm:prSet/>
      <dgm:spPr/>
      <dgm:t>
        <a:bodyPr/>
        <a:lstStyle/>
        <a:p>
          <a:r>
            <a:rPr lang="ru-RU" b="0" i="0"/>
            <a:t>Д. Мануїльський</a:t>
          </a:r>
          <a:endParaRPr lang="uk-UA"/>
        </a:p>
      </dgm:t>
    </dgm:pt>
    <dgm:pt modelId="{9636C731-A8B1-4C38-802D-66A2AA35FD42}" type="parTrans" cxnId="{4318036F-95A7-419B-9C73-A2E13BD5EC51}">
      <dgm:prSet/>
      <dgm:spPr/>
      <dgm:t>
        <a:bodyPr/>
        <a:lstStyle/>
        <a:p>
          <a:endParaRPr lang="uk-UA"/>
        </a:p>
      </dgm:t>
    </dgm:pt>
    <dgm:pt modelId="{A1600BA7-C0B7-418C-A5D8-18BD057BCC24}" type="sibTrans" cxnId="{4318036F-95A7-419B-9C73-A2E13BD5EC51}">
      <dgm:prSet/>
      <dgm:spPr/>
      <dgm:t>
        <a:bodyPr/>
        <a:lstStyle/>
        <a:p>
          <a:endParaRPr lang="uk-UA"/>
        </a:p>
      </dgm:t>
    </dgm:pt>
    <dgm:pt modelId="{236A2B2C-02A8-4FD9-AF12-48C53A4EBEBC}">
      <dgm:prSet/>
      <dgm:spPr/>
      <dgm:t>
        <a:bodyPr/>
        <a:lstStyle/>
        <a:p>
          <a:r>
            <a:rPr lang="ru-RU" b="0" i="0"/>
            <a:t>Л. Каганович</a:t>
          </a:r>
          <a:endParaRPr lang="uk-UA"/>
        </a:p>
      </dgm:t>
    </dgm:pt>
    <dgm:pt modelId="{D308515C-96E4-46F2-9383-805FD2FAC04E}" type="parTrans" cxnId="{7B89B0CE-59FB-4299-80A4-20310BE72A28}">
      <dgm:prSet/>
      <dgm:spPr/>
      <dgm:t>
        <a:bodyPr/>
        <a:lstStyle/>
        <a:p>
          <a:endParaRPr lang="uk-UA"/>
        </a:p>
      </dgm:t>
    </dgm:pt>
    <dgm:pt modelId="{8638E685-236F-40AA-BED5-AB601DEF2A00}" type="sibTrans" cxnId="{7B89B0CE-59FB-4299-80A4-20310BE72A28}">
      <dgm:prSet/>
      <dgm:spPr/>
      <dgm:t>
        <a:bodyPr/>
        <a:lstStyle/>
        <a:p>
          <a:endParaRPr lang="uk-UA"/>
        </a:p>
      </dgm:t>
    </dgm:pt>
    <dgm:pt modelId="{63A4CCC2-DEA5-4F87-8794-5B8E01AE4EE0}">
      <dgm:prSet/>
      <dgm:spPr/>
      <dgm:t>
        <a:bodyPr/>
        <a:lstStyle/>
        <a:p>
          <a:r>
            <a:rPr lang="ru-RU" b="0" i="0"/>
            <a:t>М. Підгорний</a:t>
          </a:r>
          <a:endParaRPr lang="uk-UA"/>
        </a:p>
      </dgm:t>
    </dgm:pt>
    <dgm:pt modelId="{5ABC3FE7-8DD1-4E9E-9DBC-D706870704ED}" type="parTrans" cxnId="{FE986295-7FF0-471D-8C95-2BC3DEA45FF8}">
      <dgm:prSet/>
      <dgm:spPr/>
      <dgm:t>
        <a:bodyPr/>
        <a:lstStyle/>
        <a:p>
          <a:endParaRPr lang="uk-UA"/>
        </a:p>
      </dgm:t>
    </dgm:pt>
    <dgm:pt modelId="{E58537BA-613D-4540-B402-6C607F47E328}" type="sibTrans" cxnId="{FE986295-7FF0-471D-8C95-2BC3DEA45FF8}">
      <dgm:prSet/>
      <dgm:spPr/>
      <dgm:t>
        <a:bodyPr/>
        <a:lstStyle/>
        <a:p>
          <a:endParaRPr lang="uk-UA"/>
        </a:p>
      </dgm:t>
    </dgm:pt>
    <dgm:pt modelId="{C690A934-A091-4865-A4F9-FA088453A0E3}">
      <dgm:prSet/>
      <dgm:spPr/>
      <dgm:t>
        <a:bodyPr/>
        <a:lstStyle/>
        <a:p>
          <a:r>
            <a:rPr lang="ru-RU" b="0" i="0"/>
            <a:t>М. Хрущов</a:t>
          </a:r>
          <a:endParaRPr lang="uk-UA"/>
        </a:p>
      </dgm:t>
    </dgm:pt>
    <dgm:pt modelId="{40E0F00A-7DF7-48BC-8E00-7668981376C1}" type="parTrans" cxnId="{A40E2631-4857-4E37-BF1E-F52FE325E655}">
      <dgm:prSet/>
      <dgm:spPr/>
      <dgm:t>
        <a:bodyPr/>
        <a:lstStyle/>
        <a:p>
          <a:endParaRPr lang="uk-UA"/>
        </a:p>
      </dgm:t>
    </dgm:pt>
    <dgm:pt modelId="{6AE89800-5C53-4BB4-898D-3BFC93FC6BF9}" type="sibTrans" cxnId="{A40E2631-4857-4E37-BF1E-F52FE325E655}">
      <dgm:prSet/>
      <dgm:spPr/>
      <dgm:t>
        <a:bodyPr/>
        <a:lstStyle/>
        <a:p>
          <a:endParaRPr lang="uk-UA"/>
        </a:p>
      </dgm:t>
    </dgm:pt>
    <dgm:pt modelId="{80E4054A-D92B-4B65-A18D-28102FC5BB3A}" type="pres">
      <dgm:prSet presAssocID="{0CE21555-099B-47B1-ABED-67F8839E88F4}" presName="linear" presStyleCnt="0">
        <dgm:presLayoutVars>
          <dgm:animLvl val="lvl"/>
          <dgm:resizeHandles val="exact"/>
        </dgm:presLayoutVars>
      </dgm:prSet>
      <dgm:spPr/>
    </dgm:pt>
    <dgm:pt modelId="{F9D31579-C328-4231-AC38-8A848F988490}" type="pres">
      <dgm:prSet presAssocID="{4AFF3040-5A75-4354-BC8D-12B1E79AC4D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F96AAD2-E1A3-489E-8399-65F8C46A3041}" type="pres">
      <dgm:prSet presAssocID="{A1600BA7-C0B7-418C-A5D8-18BD057BCC24}" presName="spacer" presStyleCnt="0"/>
      <dgm:spPr/>
    </dgm:pt>
    <dgm:pt modelId="{AA03E298-106D-4B21-B172-8BF05E957BC4}" type="pres">
      <dgm:prSet presAssocID="{236A2B2C-02A8-4FD9-AF12-48C53A4EBEB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2A960C7-72E6-4385-9B57-26730158390C}" type="pres">
      <dgm:prSet presAssocID="{8638E685-236F-40AA-BED5-AB601DEF2A00}" presName="spacer" presStyleCnt="0"/>
      <dgm:spPr/>
    </dgm:pt>
    <dgm:pt modelId="{25C2A8C3-0203-4850-8FE7-E86F03CD28F7}" type="pres">
      <dgm:prSet presAssocID="{63A4CCC2-DEA5-4F87-8794-5B8E01AE4EE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DDA2A6D-33A0-479E-A8A9-9EFE7292F0DB}" type="pres">
      <dgm:prSet presAssocID="{E58537BA-613D-4540-B402-6C607F47E328}" presName="spacer" presStyleCnt="0"/>
      <dgm:spPr/>
    </dgm:pt>
    <dgm:pt modelId="{A4369B7F-7F0F-4439-8902-9FFD00FACFF3}" type="pres">
      <dgm:prSet presAssocID="{C690A934-A091-4865-A4F9-FA088453A0E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2974E21-D946-4681-9B24-5EF64D887995}" type="presOf" srcId="{0CE21555-099B-47B1-ABED-67F8839E88F4}" destId="{80E4054A-D92B-4B65-A18D-28102FC5BB3A}" srcOrd="0" destOrd="0" presId="urn:microsoft.com/office/officeart/2005/8/layout/vList2"/>
    <dgm:cxn modelId="{A40E2631-4857-4E37-BF1E-F52FE325E655}" srcId="{0CE21555-099B-47B1-ABED-67F8839E88F4}" destId="{C690A934-A091-4865-A4F9-FA088453A0E3}" srcOrd="3" destOrd="0" parTransId="{40E0F00A-7DF7-48BC-8E00-7668981376C1}" sibTransId="{6AE89800-5C53-4BB4-898D-3BFC93FC6BF9}"/>
    <dgm:cxn modelId="{4318036F-95A7-419B-9C73-A2E13BD5EC51}" srcId="{0CE21555-099B-47B1-ABED-67F8839E88F4}" destId="{4AFF3040-5A75-4354-BC8D-12B1E79AC4D9}" srcOrd="0" destOrd="0" parTransId="{9636C731-A8B1-4C38-802D-66A2AA35FD42}" sibTransId="{A1600BA7-C0B7-418C-A5D8-18BD057BCC24}"/>
    <dgm:cxn modelId="{92F11675-8901-47F2-8EDF-AF789BCD47BF}" type="presOf" srcId="{4AFF3040-5A75-4354-BC8D-12B1E79AC4D9}" destId="{F9D31579-C328-4231-AC38-8A848F988490}" srcOrd="0" destOrd="0" presId="urn:microsoft.com/office/officeart/2005/8/layout/vList2"/>
    <dgm:cxn modelId="{FE986295-7FF0-471D-8C95-2BC3DEA45FF8}" srcId="{0CE21555-099B-47B1-ABED-67F8839E88F4}" destId="{63A4CCC2-DEA5-4F87-8794-5B8E01AE4EE0}" srcOrd="2" destOrd="0" parTransId="{5ABC3FE7-8DD1-4E9E-9DBC-D706870704ED}" sibTransId="{E58537BA-613D-4540-B402-6C607F47E328}"/>
    <dgm:cxn modelId="{89AF0096-3433-40B6-93BE-BFC69B5278C9}" type="presOf" srcId="{236A2B2C-02A8-4FD9-AF12-48C53A4EBEBC}" destId="{AA03E298-106D-4B21-B172-8BF05E957BC4}" srcOrd="0" destOrd="0" presId="urn:microsoft.com/office/officeart/2005/8/layout/vList2"/>
    <dgm:cxn modelId="{5EB8D2BF-4977-4F5E-B501-F9F98BDEEB51}" type="presOf" srcId="{63A4CCC2-DEA5-4F87-8794-5B8E01AE4EE0}" destId="{25C2A8C3-0203-4850-8FE7-E86F03CD28F7}" srcOrd="0" destOrd="0" presId="urn:microsoft.com/office/officeart/2005/8/layout/vList2"/>
    <dgm:cxn modelId="{7B89B0CE-59FB-4299-80A4-20310BE72A28}" srcId="{0CE21555-099B-47B1-ABED-67F8839E88F4}" destId="{236A2B2C-02A8-4FD9-AF12-48C53A4EBEBC}" srcOrd="1" destOrd="0" parTransId="{D308515C-96E4-46F2-9383-805FD2FAC04E}" sibTransId="{8638E685-236F-40AA-BED5-AB601DEF2A00}"/>
    <dgm:cxn modelId="{F5E956F2-42E0-462A-B6A6-0B72ECE1409F}" type="presOf" srcId="{C690A934-A091-4865-A4F9-FA088453A0E3}" destId="{A4369B7F-7F0F-4439-8902-9FFD00FACFF3}" srcOrd="0" destOrd="0" presId="urn:microsoft.com/office/officeart/2005/8/layout/vList2"/>
    <dgm:cxn modelId="{F472D02F-2AE0-46EA-BD9B-C1C2FA8DCF4F}" type="presParOf" srcId="{80E4054A-D92B-4B65-A18D-28102FC5BB3A}" destId="{F9D31579-C328-4231-AC38-8A848F988490}" srcOrd="0" destOrd="0" presId="urn:microsoft.com/office/officeart/2005/8/layout/vList2"/>
    <dgm:cxn modelId="{5DB17B89-AF4C-4E39-AA20-63252F69E880}" type="presParOf" srcId="{80E4054A-D92B-4B65-A18D-28102FC5BB3A}" destId="{FF96AAD2-E1A3-489E-8399-65F8C46A3041}" srcOrd="1" destOrd="0" presId="urn:microsoft.com/office/officeart/2005/8/layout/vList2"/>
    <dgm:cxn modelId="{1201C3E8-703D-4398-BE8E-FC382F815880}" type="presParOf" srcId="{80E4054A-D92B-4B65-A18D-28102FC5BB3A}" destId="{AA03E298-106D-4B21-B172-8BF05E957BC4}" srcOrd="2" destOrd="0" presId="urn:microsoft.com/office/officeart/2005/8/layout/vList2"/>
    <dgm:cxn modelId="{3C8C7E68-C7B2-4556-9417-4CC9D61278F4}" type="presParOf" srcId="{80E4054A-D92B-4B65-A18D-28102FC5BB3A}" destId="{62A960C7-72E6-4385-9B57-26730158390C}" srcOrd="3" destOrd="0" presId="urn:microsoft.com/office/officeart/2005/8/layout/vList2"/>
    <dgm:cxn modelId="{3E6C6959-08F1-4942-BB3A-EE2E4F00B59B}" type="presParOf" srcId="{80E4054A-D92B-4B65-A18D-28102FC5BB3A}" destId="{25C2A8C3-0203-4850-8FE7-E86F03CD28F7}" srcOrd="4" destOrd="0" presId="urn:microsoft.com/office/officeart/2005/8/layout/vList2"/>
    <dgm:cxn modelId="{18364657-E7FC-4E64-9C6D-F7F441DD049C}" type="presParOf" srcId="{80E4054A-D92B-4B65-A18D-28102FC5BB3A}" destId="{8DDA2A6D-33A0-479E-A8A9-9EFE7292F0DB}" srcOrd="5" destOrd="0" presId="urn:microsoft.com/office/officeart/2005/8/layout/vList2"/>
    <dgm:cxn modelId="{01F85DCC-2944-4432-A1EF-77FAF36A9D91}" type="presParOf" srcId="{80E4054A-D92B-4B65-A18D-28102FC5BB3A}" destId="{A4369B7F-7F0F-4439-8902-9FFD00FACFF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D89A855D-8231-4652-9159-FECAD0D2727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24B80A7-AEEC-49B3-9D6D-7112ECA3050E}">
      <dgm:prSet/>
      <dgm:spPr/>
      <dgm:t>
        <a:bodyPr/>
        <a:lstStyle/>
        <a:p>
          <a:r>
            <a:rPr lang="uk-UA" b="0" i="0"/>
            <a:t>Звеличення ролі української інтелігенції в розбудові соціалізму.</a:t>
          </a:r>
          <a:endParaRPr lang="uk-UA"/>
        </a:p>
      </dgm:t>
    </dgm:pt>
    <dgm:pt modelId="{1D33847E-694C-4422-9A04-1978E64EA14B}" type="parTrans" cxnId="{4FB6753A-074D-4182-9995-409028CABE61}">
      <dgm:prSet/>
      <dgm:spPr/>
      <dgm:t>
        <a:bodyPr/>
        <a:lstStyle/>
        <a:p>
          <a:endParaRPr lang="uk-UA"/>
        </a:p>
      </dgm:t>
    </dgm:pt>
    <dgm:pt modelId="{E1703A24-1D2D-4085-B114-B9F5581A1C4A}" type="sibTrans" cxnId="{4FB6753A-074D-4182-9995-409028CABE61}">
      <dgm:prSet/>
      <dgm:spPr/>
      <dgm:t>
        <a:bodyPr/>
        <a:lstStyle/>
        <a:p>
          <a:endParaRPr lang="uk-UA"/>
        </a:p>
      </dgm:t>
    </dgm:pt>
    <dgm:pt modelId="{633866EB-7BC5-46CB-880D-85FB42EB80C1}">
      <dgm:prSet/>
      <dgm:spPr/>
      <dgm:t>
        <a:bodyPr/>
        <a:lstStyle/>
        <a:p>
          <a:r>
            <a:rPr lang="uk-UA" b="0" i="0" dirty="0"/>
            <a:t>Мобілізація суспільства на здійснення відбудови народного господарства.</a:t>
          </a:r>
          <a:endParaRPr lang="uk-UA" dirty="0"/>
        </a:p>
      </dgm:t>
    </dgm:pt>
    <dgm:pt modelId="{3560D3EF-1B3A-4A89-99E5-DCF09C1FAA2A}" type="parTrans" cxnId="{B361EB03-4238-47BA-A9C3-14ACB772C552}">
      <dgm:prSet/>
      <dgm:spPr/>
      <dgm:t>
        <a:bodyPr/>
        <a:lstStyle/>
        <a:p>
          <a:endParaRPr lang="uk-UA"/>
        </a:p>
      </dgm:t>
    </dgm:pt>
    <dgm:pt modelId="{48FED84B-1463-400E-B824-82B3375CF68B}" type="sibTrans" cxnId="{B361EB03-4238-47BA-A9C3-14ACB772C552}">
      <dgm:prSet/>
      <dgm:spPr/>
      <dgm:t>
        <a:bodyPr/>
        <a:lstStyle/>
        <a:p>
          <a:endParaRPr lang="uk-UA"/>
        </a:p>
      </dgm:t>
    </dgm:pt>
    <dgm:pt modelId="{66E90975-CC9F-4102-92BD-7A9D8D9B75DF}">
      <dgm:prSet/>
      <dgm:spPr/>
      <dgm:t>
        <a:bodyPr/>
        <a:lstStyle/>
        <a:p>
          <a:r>
            <a:rPr lang="uk-UA" b="0" i="0"/>
            <a:t>Відновлення тотального політико-ідеологічного контролю за суспільством.</a:t>
          </a:r>
          <a:endParaRPr lang="uk-UA"/>
        </a:p>
      </dgm:t>
    </dgm:pt>
    <dgm:pt modelId="{B206DF85-25A3-4022-A99F-FAB77F28BF8B}" type="parTrans" cxnId="{2BD0B42E-BA85-4D4C-8123-5DFE67E62E06}">
      <dgm:prSet/>
      <dgm:spPr/>
      <dgm:t>
        <a:bodyPr/>
        <a:lstStyle/>
        <a:p>
          <a:endParaRPr lang="uk-UA"/>
        </a:p>
      </dgm:t>
    </dgm:pt>
    <dgm:pt modelId="{2AC5F189-3F42-4A61-A970-DA502B66E935}" type="sibTrans" cxnId="{2BD0B42E-BA85-4D4C-8123-5DFE67E62E06}">
      <dgm:prSet/>
      <dgm:spPr/>
      <dgm:t>
        <a:bodyPr/>
        <a:lstStyle/>
        <a:p>
          <a:endParaRPr lang="uk-UA"/>
        </a:p>
      </dgm:t>
    </dgm:pt>
    <dgm:pt modelId="{59DA6EF5-F258-42C1-848C-2BCBC5C96A58}">
      <dgm:prSet/>
      <dgm:spPr/>
      <dgm:t>
        <a:bodyPr/>
        <a:lstStyle/>
        <a:p>
          <a:r>
            <a:rPr lang="uk-UA" b="0" i="0"/>
            <a:t>Переконання суспільства в перевагах соціалізму над капіталізмом.</a:t>
          </a:r>
          <a:endParaRPr lang="uk-UA"/>
        </a:p>
      </dgm:t>
    </dgm:pt>
    <dgm:pt modelId="{4C4F1A3D-F1D4-466E-BFDA-84356B79A876}" type="parTrans" cxnId="{AE588C32-3448-40AE-B486-B7C3310475C4}">
      <dgm:prSet/>
      <dgm:spPr/>
      <dgm:t>
        <a:bodyPr/>
        <a:lstStyle/>
        <a:p>
          <a:endParaRPr lang="uk-UA"/>
        </a:p>
      </dgm:t>
    </dgm:pt>
    <dgm:pt modelId="{A493BB28-6299-4CB2-A4C9-73235EE24E87}" type="sibTrans" cxnId="{AE588C32-3448-40AE-B486-B7C3310475C4}">
      <dgm:prSet/>
      <dgm:spPr/>
      <dgm:t>
        <a:bodyPr/>
        <a:lstStyle/>
        <a:p>
          <a:endParaRPr lang="uk-UA"/>
        </a:p>
      </dgm:t>
    </dgm:pt>
    <dgm:pt modelId="{2CC498DD-A7B8-48F5-BC4B-F15F2DC8C468}" type="pres">
      <dgm:prSet presAssocID="{D89A855D-8231-4652-9159-FECAD0D2727E}" presName="linear" presStyleCnt="0">
        <dgm:presLayoutVars>
          <dgm:animLvl val="lvl"/>
          <dgm:resizeHandles val="exact"/>
        </dgm:presLayoutVars>
      </dgm:prSet>
      <dgm:spPr/>
    </dgm:pt>
    <dgm:pt modelId="{BB64B77C-2219-409F-9F4D-173443E6CF61}" type="pres">
      <dgm:prSet presAssocID="{424B80A7-AEEC-49B3-9D6D-7112ECA3050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0902751-98C0-4004-9201-3F5165E728EF}" type="pres">
      <dgm:prSet presAssocID="{E1703A24-1D2D-4085-B114-B9F5581A1C4A}" presName="spacer" presStyleCnt="0"/>
      <dgm:spPr/>
    </dgm:pt>
    <dgm:pt modelId="{D92E78D8-567A-4617-A47B-C6764379FB09}" type="pres">
      <dgm:prSet presAssocID="{633866EB-7BC5-46CB-880D-85FB42EB80C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CC5668B-C053-4D32-81F6-31795EC2B567}" type="pres">
      <dgm:prSet presAssocID="{48FED84B-1463-400E-B824-82B3375CF68B}" presName="spacer" presStyleCnt="0"/>
      <dgm:spPr/>
    </dgm:pt>
    <dgm:pt modelId="{955B7F3F-55DD-4062-8E01-6AC5BB67EE0A}" type="pres">
      <dgm:prSet presAssocID="{66E90975-CC9F-4102-92BD-7A9D8D9B75D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2D0BF62-D228-4A8C-AAB5-D7211FCA344B}" type="pres">
      <dgm:prSet presAssocID="{2AC5F189-3F42-4A61-A970-DA502B66E935}" presName="spacer" presStyleCnt="0"/>
      <dgm:spPr/>
    </dgm:pt>
    <dgm:pt modelId="{390C49E6-1C09-47C3-B04D-5F05695DE6E1}" type="pres">
      <dgm:prSet presAssocID="{59DA6EF5-F258-42C1-848C-2BCBC5C96A5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361EB03-4238-47BA-A9C3-14ACB772C552}" srcId="{D89A855D-8231-4652-9159-FECAD0D2727E}" destId="{633866EB-7BC5-46CB-880D-85FB42EB80C1}" srcOrd="1" destOrd="0" parTransId="{3560D3EF-1B3A-4A89-99E5-DCF09C1FAA2A}" sibTransId="{48FED84B-1463-400E-B824-82B3375CF68B}"/>
    <dgm:cxn modelId="{2ECEEA2B-795A-4E44-B89D-AADDD06B82FC}" type="presOf" srcId="{424B80A7-AEEC-49B3-9D6D-7112ECA3050E}" destId="{BB64B77C-2219-409F-9F4D-173443E6CF61}" srcOrd="0" destOrd="0" presId="urn:microsoft.com/office/officeart/2005/8/layout/vList2"/>
    <dgm:cxn modelId="{2BD0B42E-BA85-4D4C-8123-5DFE67E62E06}" srcId="{D89A855D-8231-4652-9159-FECAD0D2727E}" destId="{66E90975-CC9F-4102-92BD-7A9D8D9B75DF}" srcOrd="2" destOrd="0" parTransId="{B206DF85-25A3-4022-A99F-FAB77F28BF8B}" sibTransId="{2AC5F189-3F42-4A61-A970-DA502B66E935}"/>
    <dgm:cxn modelId="{AE588C32-3448-40AE-B486-B7C3310475C4}" srcId="{D89A855D-8231-4652-9159-FECAD0D2727E}" destId="{59DA6EF5-F258-42C1-848C-2BCBC5C96A58}" srcOrd="3" destOrd="0" parTransId="{4C4F1A3D-F1D4-466E-BFDA-84356B79A876}" sibTransId="{A493BB28-6299-4CB2-A4C9-73235EE24E87}"/>
    <dgm:cxn modelId="{4FB6753A-074D-4182-9995-409028CABE61}" srcId="{D89A855D-8231-4652-9159-FECAD0D2727E}" destId="{424B80A7-AEEC-49B3-9D6D-7112ECA3050E}" srcOrd="0" destOrd="0" parTransId="{1D33847E-694C-4422-9A04-1978E64EA14B}" sibTransId="{E1703A24-1D2D-4085-B114-B9F5581A1C4A}"/>
    <dgm:cxn modelId="{211DFE44-D5A0-4975-84E7-9335A6BE987C}" type="presOf" srcId="{D89A855D-8231-4652-9159-FECAD0D2727E}" destId="{2CC498DD-A7B8-48F5-BC4B-F15F2DC8C468}" srcOrd="0" destOrd="0" presId="urn:microsoft.com/office/officeart/2005/8/layout/vList2"/>
    <dgm:cxn modelId="{9CFAF44D-045F-49AE-ADA0-827592098737}" type="presOf" srcId="{633866EB-7BC5-46CB-880D-85FB42EB80C1}" destId="{D92E78D8-567A-4617-A47B-C6764379FB09}" srcOrd="0" destOrd="0" presId="urn:microsoft.com/office/officeart/2005/8/layout/vList2"/>
    <dgm:cxn modelId="{E6E923BD-EA6A-46E9-987B-B4922A2944F1}" type="presOf" srcId="{66E90975-CC9F-4102-92BD-7A9D8D9B75DF}" destId="{955B7F3F-55DD-4062-8E01-6AC5BB67EE0A}" srcOrd="0" destOrd="0" presId="urn:microsoft.com/office/officeart/2005/8/layout/vList2"/>
    <dgm:cxn modelId="{C1D4EFE1-0926-46AE-AD57-BAC331D832C2}" type="presOf" srcId="{59DA6EF5-F258-42C1-848C-2BCBC5C96A58}" destId="{390C49E6-1C09-47C3-B04D-5F05695DE6E1}" srcOrd="0" destOrd="0" presId="urn:microsoft.com/office/officeart/2005/8/layout/vList2"/>
    <dgm:cxn modelId="{E98A91BC-7C9E-49C1-97F8-9FF1837B6D0E}" type="presParOf" srcId="{2CC498DD-A7B8-48F5-BC4B-F15F2DC8C468}" destId="{BB64B77C-2219-409F-9F4D-173443E6CF61}" srcOrd="0" destOrd="0" presId="urn:microsoft.com/office/officeart/2005/8/layout/vList2"/>
    <dgm:cxn modelId="{BC722EE1-C944-4413-A8F3-992380D544E2}" type="presParOf" srcId="{2CC498DD-A7B8-48F5-BC4B-F15F2DC8C468}" destId="{70902751-98C0-4004-9201-3F5165E728EF}" srcOrd="1" destOrd="0" presId="urn:microsoft.com/office/officeart/2005/8/layout/vList2"/>
    <dgm:cxn modelId="{915C97CA-9F49-460C-848C-55D49812A1D5}" type="presParOf" srcId="{2CC498DD-A7B8-48F5-BC4B-F15F2DC8C468}" destId="{D92E78D8-567A-4617-A47B-C6764379FB09}" srcOrd="2" destOrd="0" presId="urn:microsoft.com/office/officeart/2005/8/layout/vList2"/>
    <dgm:cxn modelId="{7D9F744E-7B5E-49A9-B38F-C5BBC7C227DA}" type="presParOf" srcId="{2CC498DD-A7B8-48F5-BC4B-F15F2DC8C468}" destId="{ACC5668B-C053-4D32-81F6-31795EC2B567}" srcOrd="3" destOrd="0" presId="urn:microsoft.com/office/officeart/2005/8/layout/vList2"/>
    <dgm:cxn modelId="{A2E05671-D37A-40F2-B411-923F64E3BCFC}" type="presParOf" srcId="{2CC498DD-A7B8-48F5-BC4B-F15F2DC8C468}" destId="{955B7F3F-55DD-4062-8E01-6AC5BB67EE0A}" srcOrd="4" destOrd="0" presId="urn:microsoft.com/office/officeart/2005/8/layout/vList2"/>
    <dgm:cxn modelId="{423EAF22-FBA2-4D58-9650-898ED030240F}" type="presParOf" srcId="{2CC498DD-A7B8-48F5-BC4B-F15F2DC8C468}" destId="{C2D0BF62-D228-4A8C-AAB5-D7211FCA344B}" srcOrd="5" destOrd="0" presId="urn:microsoft.com/office/officeart/2005/8/layout/vList2"/>
    <dgm:cxn modelId="{34E6908B-AEE6-4938-BD18-15C06DEB9BBA}" type="presParOf" srcId="{2CC498DD-A7B8-48F5-BC4B-F15F2DC8C468}" destId="{390C49E6-1C09-47C3-B04D-5F05695DE6E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86203610-A57D-4297-93E1-9921C882E73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EA13018-C574-4B44-9D27-F4213E4E3853}">
      <dgm:prSet/>
      <dgm:spPr/>
      <dgm:t>
        <a:bodyPr/>
        <a:lstStyle/>
        <a:p>
          <a:r>
            <a:rPr lang="ru-RU" b="0" i="0"/>
            <a:t>антиукраїнський характер.</a:t>
          </a:r>
          <a:endParaRPr lang="uk-UA"/>
        </a:p>
      </dgm:t>
    </dgm:pt>
    <dgm:pt modelId="{011227EF-98CF-4805-A4A3-DFB8BC535038}" type="parTrans" cxnId="{BA6BB429-A8D8-474C-8AD2-05FF482DCAEF}">
      <dgm:prSet/>
      <dgm:spPr/>
      <dgm:t>
        <a:bodyPr/>
        <a:lstStyle/>
        <a:p>
          <a:endParaRPr lang="uk-UA"/>
        </a:p>
      </dgm:t>
    </dgm:pt>
    <dgm:pt modelId="{A5BC560F-3ED7-4235-8C03-980E3F843079}" type="sibTrans" cxnId="{BA6BB429-A8D8-474C-8AD2-05FF482DCAEF}">
      <dgm:prSet/>
      <dgm:spPr/>
      <dgm:t>
        <a:bodyPr/>
        <a:lstStyle/>
        <a:p>
          <a:endParaRPr lang="uk-UA"/>
        </a:p>
      </dgm:t>
    </dgm:pt>
    <dgm:pt modelId="{ED21DB4A-D869-447F-B021-1F451CB01BE5}">
      <dgm:prSet/>
      <dgm:spPr/>
      <dgm:t>
        <a:bodyPr/>
        <a:lstStyle/>
        <a:p>
          <a:r>
            <a:rPr lang="ru-RU" b="0" i="0"/>
            <a:t>антисемітський характер.</a:t>
          </a:r>
          <a:endParaRPr lang="uk-UA"/>
        </a:p>
      </dgm:t>
    </dgm:pt>
    <dgm:pt modelId="{CD04EA05-AF66-4670-85E6-63F98E41D99C}" type="parTrans" cxnId="{54622A1D-9777-415F-9F41-FB9F6025E8BC}">
      <dgm:prSet/>
      <dgm:spPr/>
      <dgm:t>
        <a:bodyPr/>
        <a:lstStyle/>
        <a:p>
          <a:endParaRPr lang="uk-UA"/>
        </a:p>
      </dgm:t>
    </dgm:pt>
    <dgm:pt modelId="{42895DE7-3D29-46FB-8C52-A2952B5B3E4C}" type="sibTrans" cxnId="{54622A1D-9777-415F-9F41-FB9F6025E8BC}">
      <dgm:prSet/>
      <dgm:spPr/>
      <dgm:t>
        <a:bodyPr/>
        <a:lstStyle/>
        <a:p>
          <a:endParaRPr lang="uk-UA"/>
        </a:p>
      </dgm:t>
    </dgm:pt>
    <dgm:pt modelId="{CBCF0F0C-0A82-455C-AAF0-FD95C5664881}">
      <dgm:prSet/>
      <dgm:spPr/>
      <dgm:t>
        <a:bodyPr/>
        <a:lstStyle/>
        <a:p>
          <a:r>
            <a:rPr lang="ru-RU" b="0" i="0"/>
            <a:t>антинатівський характер.</a:t>
          </a:r>
          <a:endParaRPr lang="uk-UA"/>
        </a:p>
      </dgm:t>
    </dgm:pt>
    <dgm:pt modelId="{1166BC0C-E955-48A0-BFD2-2CFD85CE5EDC}" type="parTrans" cxnId="{6E826CAC-6EBA-4C5F-89CA-C9C47933C181}">
      <dgm:prSet/>
      <dgm:spPr/>
      <dgm:t>
        <a:bodyPr/>
        <a:lstStyle/>
        <a:p>
          <a:endParaRPr lang="uk-UA"/>
        </a:p>
      </dgm:t>
    </dgm:pt>
    <dgm:pt modelId="{D08E0047-F8C6-4826-BFC9-84B93DCD8CE5}" type="sibTrans" cxnId="{6E826CAC-6EBA-4C5F-89CA-C9C47933C181}">
      <dgm:prSet/>
      <dgm:spPr/>
      <dgm:t>
        <a:bodyPr/>
        <a:lstStyle/>
        <a:p>
          <a:endParaRPr lang="uk-UA"/>
        </a:p>
      </dgm:t>
    </dgm:pt>
    <dgm:pt modelId="{78ED5AEB-2B3F-48A0-A6F9-B6A8BCD060C9}">
      <dgm:prSet/>
      <dgm:spPr/>
      <dgm:t>
        <a:bodyPr/>
        <a:lstStyle/>
        <a:p>
          <a:r>
            <a:rPr lang="ru-RU" b="0" i="0"/>
            <a:t>антицерковний характер.</a:t>
          </a:r>
          <a:endParaRPr lang="uk-UA"/>
        </a:p>
      </dgm:t>
    </dgm:pt>
    <dgm:pt modelId="{AD5C5A89-8625-4E1D-BA12-76FA2615C42A}" type="parTrans" cxnId="{2C976266-DACC-4916-93A8-FE861779E0C4}">
      <dgm:prSet/>
      <dgm:spPr/>
      <dgm:t>
        <a:bodyPr/>
        <a:lstStyle/>
        <a:p>
          <a:endParaRPr lang="uk-UA"/>
        </a:p>
      </dgm:t>
    </dgm:pt>
    <dgm:pt modelId="{4D096652-BFAD-4563-B188-A5A0C9835F16}" type="sibTrans" cxnId="{2C976266-DACC-4916-93A8-FE861779E0C4}">
      <dgm:prSet/>
      <dgm:spPr/>
      <dgm:t>
        <a:bodyPr/>
        <a:lstStyle/>
        <a:p>
          <a:endParaRPr lang="uk-UA"/>
        </a:p>
      </dgm:t>
    </dgm:pt>
    <dgm:pt modelId="{972AACF6-60B3-47AD-98C0-6D7E49035A66}" type="pres">
      <dgm:prSet presAssocID="{86203610-A57D-4297-93E1-9921C882E739}" presName="linear" presStyleCnt="0">
        <dgm:presLayoutVars>
          <dgm:animLvl val="lvl"/>
          <dgm:resizeHandles val="exact"/>
        </dgm:presLayoutVars>
      </dgm:prSet>
      <dgm:spPr/>
    </dgm:pt>
    <dgm:pt modelId="{A606F797-4D99-4C49-9665-C655BE86475F}" type="pres">
      <dgm:prSet presAssocID="{3EA13018-C574-4B44-9D27-F4213E4E385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A65EF6B-E43B-4DEE-A86A-2E6DEC2C2740}" type="pres">
      <dgm:prSet presAssocID="{A5BC560F-3ED7-4235-8C03-980E3F843079}" presName="spacer" presStyleCnt="0"/>
      <dgm:spPr/>
    </dgm:pt>
    <dgm:pt modelId="{6599F411-DCEC-46AE-8539-8198B52497A0}" type="pres">
      <dgm:prSet presAssocID="{ED21DB4A-D869-447F-B021-1F451CB01BE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21BC0A5-4DE1-4638-9CA3-AD8240EB8108}" type="pres">
      <dgm:prSet presAssocID="{42895DE7-3D29-46FB-8C52-A2952B5B3E4C}" presName="spacer" presStyleCnt="0"/>
      <dgm:spPr/>
    </dgm:pt>
    <dgm:pt modelId="{5CB94600-9DED-4279-A559-3B4F1E75E13E}" type="pres">
      <dgm:prSet presAssocID="{CBCF0F0C-0A82-455C-AAF0-FD95C566488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131D270-84C7-4924-BEC2-8073E9B8B53E}" type="pres">
      <dgm:prSet presAssocID="{D08E0047-F8C6-4826-BFC9-84B93DCD8CE5}" presName="spacer" presStyleCnt="0"/>
      <dgm:spPr/>
    </dgm:pt>
    <dgm:pt modelId="{FD01657E-119F-4795-8194-8FE7A1EB1AAA}" type="pres">
      <dgm:prSet presAssocID="{78ED5AEB-2B3F-48A0-A6F9-B6A8BCD060C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1181C1D-9589-47C9-B951-5241A9FDFE89}" type="presOf" srcId="{ED21DB4A-D869-447F-B021-1F451CB01BE5}" destId="{6599F411-DCEC-46AE-8539-8198B52497A0}" srcOrd="0" destOrd="0" presId="urn:microsoft.com/office/officeart/2005/8/layout/vList2"/>
    <dgm:cxn modelId="{54622A1D-9777-415F-9F41-FB9F6025E8BC}" srcId="{86203610-A57D-4297-93E1-9921C882E739}" destId="{ED21DB4A-D869-447F-B021-1F451CB01BE5}" srcOrd="1" destOrd="0" parTransId="{CD04EA05-AF66-4670-85E6-63F98E41D99C}" sibTransId="{42895DE7-3D29-46FB-8C52-A2952B5B3E4C}"/>
    <dgm:cxn modelId="{BA6BB429-A8D8-474C-8AD2-05FF482DCAEF}" srcId="{86203610-A57D-4297-93E1-9921C882E739}" destId="{3EA13018-C574-4B44-9D27-F4213E4E3853}" srcOrd="0" destOrd="0" parTransId="{011227EF-98CF-4805-A4A3-DFB8BC535038}" sibTransId="{A5BC560F-3ED7-4235-8C03-980E3F843079}"/>
    <dgm:cxn modelId="{2C976266-DACC-4916-93A8-FE861779E0C4}" srcId="{86203610-A57D-4297-93E1-9921C882E739}" destId="{78ED5AEB-2B3F-48A0-A6F9-B6A8BCD060C9}" srcOrd="3" destOrd="0" parTransId="{AD5C5A89-8625-4E1D-BA12-76FA2615C42A}" sibTransId="{4D096652-BFAD-4563-B188-A5A0C9835F16}"/>
    <dgm:cxn modelId="{6E826CAC-6EBA-4C5F-89CA-C9C47933C181}" srcId="{86203610-A57D-4297-93E1-9921C882E739}" destId="{CBCF0F0C-0A82-455C-AAF0-FD95C5664881}" srcOrd="2" destOrd="0" parTransId="{1166BC0C-E955-48A0-BFD2-2CFD85CE5EDC}" sibTransId="{D08E0047-F8C6-4826-BFC9-84B93DCD8CE5}"/>
    <dgm:cxn modelId="{B330EEAE-55DB-463F-87E6-6177B73A703D}" type="presOf" srcId="{78ED5AEB-2B3F-48A0-A6F9-B6A8BCD060C9}" destId="{FD01657E-119F-4795-8194-8FE7A1EB1AAA}" srcOrd="0" destOrd="0" presId="urn:microsoft.com/office/officeart/2005/8/layout/vList2"/>
    <dgm:cxn modelId="{BD743BE1-8DC6-47AB-8C22-71ABAEB2EFF2}" type="presOf" srcId="{3EA13018-C574-4B44-9D27-F4213E4E3853}" destId="{A606F797-4D99-4C49-9665-C655BE86475F}" srcOrd="0" destOrd="0" presId="urn:microsoft.com/office/officeart/2005/8/layout/vList2"/>
    <dgm:cxn modelId="{52B7CFE2-991C-47F3-8D20-24A2FEB70032}" type="presOf" srcId="{86203610-A57D-4297-93E1-9921C882E739}" destId="{972AACF6-60B3-47AD-98C0-6D7E49035A66}" srcOrd="0" destOrd="0" presId="urn:microsoft.com/office/officeart/2005/8/layout/vList2"/>
    <dgm:cxn modelId="{03832FE6-3022-441E-9A00-FB6BABD8A6B7}" type="presOf" srcId="{CBCF0F0C-0A82-455C-AAF0-FD95C5664881}" destId="{5CB94600-9DED-4279-A559-3B4F1E75E13E}" srcOrd="0" destOrd="0" presId="urn:microsoft.com/office/officeart/2005/8/layout/vList2"/>
    <dgm:cxn modelId="{C28077D9-26B3-4ACA-938A-250D2471AA27}" type="presParOf" srcId="{972AACF6-60B3-47AD-98C0-6D7E49035A66}" destId="{A606F797-4D99-4C49-9665-C655BE86475F}" srcOrd="0" destOrd="0" presId="urn:microsoft.com/office/officeart/2005/8/layout/vList2"/>
    <dgm:cxn modelId="{BF98404C-7DB6-4309-B620-297518B6E13E}" type="presParOf" srcId="{972AACF6-60B3-47AD-98C0-6D7E49035A66}" destId="{5A65EF6B-E43B-4DEE-A86A-2E6DEC2C2740}" srcOrd="1" destOrd="0" presId="urn:microsoft.com/office/officeart/2005/8/layout/vList2"/>
    <dgm:cxn modelId="{AD653C2B-B9DB-4EC3-891D-6B90C8B2C44A}" type="presParOf" srcId="{972AACF6-60B3-47AD-98C0-6D7E49035A66}" destId="{6599F411-DCEC-46AE-8539-8198B52497A0}" srcOrd="2" destOrd="0" presId="urn:microsoft.com/office/officeart/2005/8/layout/vList2"/>
    <dgm:cxn modelId="{6731195C-7AE9-4C97-A68E-B448309BEA21}" type="presParOf" srcId="{972AACF6-60B3-47AD-98C0-6D7E49035A66}" destId="{B21BC0A5-4DE1-4638-9CA3-AD8240EB8108}" srcOrd="3" destOrd="0" presId="urn:microsoft.com/office/officeart/2005/8/layout/vList2"/>
    <dgm:cxn modelId="{A2FF11F0-A876-4B56-B144-3260BC4BE38B}" type="presParOf" srcId="{972AACF6-60B3-47AD-98C0-6D7E49035A66}" destId="{5CB94600-9DED-4279-A559-3B4F1E75E13E}" srcOrd="4" destOrd="0" presId="urn:microsoft.com/office/officeart/2005/8/layout/vList2"/>
    <dgm:cxn modelId="{35E7F958-DD0B-445F-9B9F-7B19A336CD7C}" type="presParOf" srcId="{972AACF6-60B3-47AD-98C0-6D7E49035A66}" destId="{9131D270-84C7-4924-BEC2-8073E9B8B53E}" srcOrd="5" destOrd="0" presId="urn:microsoft.com/office/officeart/2005/8/layout/vList2"/>
    <dgm:cxn modelId="{63314D60-3489-4ED1-BF9A-AA570EA6D152}" type="presParOf" srcId="{972AACF6-60B3-47AD-98C0-6D7E49035A66}" destId="{FD01657E-119F-4795-8194-8FE7A1EB1AA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2E7EFFF6-6E46-4E76-8D3A-DEC059D5004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36D750E-FCAD-46FC-A42E-8B0D9B794FCC}">
      <dgm:prSet/>
      <dgm:spPr/>
      <dgm:t>
        <a:bodyPr/>
        <a:lstStyle/>
        <a:p>
          <a:r>
            <a:rPr lang="ru-RU" b="0" i="0"/>
            <a:t>кінець 1930-х – початок 1940-х рр.</a:t>
          </a:r>
          <a:endParaRPr lang="uk-UA"/>
        </a:p>
      </dgm:t>
    </dgm:pt>
    <dgm:pt modelId="{B01FF2A5-03C0-447B-BB4D-3CF0541E11B7}" type="parTrans" cxnId="{8D2F79F3-666C-49EE-8132-9FC047932118}">
      <dgm:prSet/>
      <dgm:spPr/>
      <dgm:t>
        <a:bodyPr/>
        <a:lstStyle/>
        <a:p>
          <a:endParaRPr lang="uk-UA"/>
        </a:p>
      </dgm:t>
    </dgm:pt>
    <dgm:pt modelId="{84D10309-2BAA-48D7-B759-BCFCC8A7D5AB}" type="sibTrans" cxnId="{8D2F79F3-666C-49EE-8132-9FC047932118}">
      <dgm:prSet/>
      <dgm:spPr/>
      <dgm:t>
        <a:bodyPr/>
        <a:lstStyle/>
        <a:p>
          <a:endParaRPr lang="uk-UA"/>
        </a:p>
      </dgm:t>
    </dgm:pt>
    <dgm:pt modelId="{664F3001-A72A-4AAD-B1A9-971C704A37FD}">
      <dgm:prSet/>
      <dgm:spPr/>
      <dgm:t>
        <a:bodyPr/>
        <a:lstStyle/>
        <a:p>
          <a:r>
            <a:rPr lang="ru-RU" b="0" i="0"/>
            <a:t>друга половина 1940-х – початок 1950-х рр.</a:t>
          </a:r>
          <a:endParaRPr lang="uk-UA"/>
        </a:p>
      </dgm:t>
    </dgm:pt>
    <dgm:pt modelId="{72167318-B973-40F6-9910-E0C7955BCFC9}" type="parTrans" cxnId="{878AD0B5-1D1C-4113-92E0-8F8926EF689F}">
      <dgm:prSet/>
      <dgm:spPr/>
      <dgm:t>
        <a:bodyPr/>
        <a:lstStyle/>
        <a:p>
          <a:endParaRPr lang="uk-UA"/>
        </a:p>
      </dgm:t>
    </dgm:pt>
    <dgm:pt modelId="{0736A4C6-9B51-4BCA-8375-F1CEA732C3D4}" type="sibTrans" cxnId="{878AD0B5-1D1C-4113-92E0-8F8926EF689F}">
      <dgm:prSet/>
      <dgm:spPr/>
      <dgm:t>
        <a:bodyPr/>
        <a:lstStyle/>
        <a:p>
          <a:endParaRPr lang="uk-UA"/>
        </a:p>
      </dgm:t>
    </dgm:pt>
    <dgm:pt modelId="{B285592D-6E26-4A49-A14A-849A0CCB87E3}">
      <dgm:prSet/>
      <dgm:spPr/>
      <dgm:t>
        <a:bodyPr/>
        <a:lstStyle/>
        <a:p>
          <a:r>
            <a:rPr lang="ru-RU" b="0" i="0"/>
            <a:t>друга половина 1950-х – початок 1960-х рр.</a:t>
          </a:r>
          <a:endParaRPr lang="uk-UA"/>
        </a:p>
      </dgm:t>
    </dgm:pt>
    <dgm:pt modelId="{AB1C1822-E75F-43A2-A262-D310FBAFBAEE}" type="parTrans" cxnId="{1CDF0511-5CD6-4EDD-B27B-7BE5930C4106}">
      <dgm:prSet/>
      <dgm:spPr/>
      <dgm:t>
        <a:bodyPr/>
        <a:lstStyle/>
        <a:p>
          <a:endParaRPr lang="uk-UA"/>
        </a:p>
      </dgm:t>
    </dgm:pt>
    <dgm:pt modelId="{CD96DC84-8988-4E16-B1C7-F11CD7B0BCD2}" type="sibTrans" cxnId="{1CDF0511-5CD6-4EDD-B27B-7BE5930C4106}">
      <dgm:prSet/>
      <dgm:spPr/>
      <dgm:t>
        <a:bodyPr/>
        <a:lstStyle/>
        <a:p>
          <a:endParaRPr lang="uk-UA"/>
        </a:p>
      </dgm:t>
    </dgm:pt>
    <dgm:pt modelId="{8AB31A40-2FBC-4629-946E-D878FC61B6DF}">
      <dgm:prSet/>
      <dgm:spPr/>
      <dgm:t>
        <a:bodyPr/>
        <a:lstStyle/>
        <a:p>
          <a:r>
            <a:rPr lang="ru-RU" b="0" i="0"/>
            <a:t>кінець 1960-х – перша половина 1970-х рр.</a:t>
          </a:r>
          <a:endParaRPr lang="uk-UA"/>
        </a:p>
      </dgm:t>
    </dgm:pt>
    <dgm:pt modelId="{5FBEA313-CBA6-4CBF-92EC-331941BD01F0}" type="parTrans" cxnId="{5FE1C27A-D37F-4C65-9391-CAC051E30BCD}">
      <dgm:prSet/>
      <dgm:spPr/>
      <dgm:t>
        <a:bodyPr/>
        <a:lstStyle/>
        <a:p>
          <a:endParaRPr lang="uk-UA"/>
        </a:p>
      </dgm:t>
    </dgm:pt>
    <dgm:pt modelId="{8CE00551-40FD-475C-9DB8-E8810F669CE2}" type="sibTrans" cxnId="{5FE1C27A-D37F-4C65-9391-CAC051E30BCD}">
      <dgm:prSet/>
      <dgm:spPr/>
      <dgm:t>
        <a:bodyPr/>
        <a:lstStyle/>
        <a:p>
          <a:endParaRPr lang="uk-UA"/>
        </a:p>
      </dgm:t>
    </dgm:pt>
    <dgm:pt modelId="{B810C743-66F7-4675-AD0F-94C1953016AD}" type="pres">
      <dgm:prSet presAssocID="{2E7EFFF6-6E46-4E76-8D3A-DEC059D5004B}" presName="linear" presStyleCnt="0">
        <dgm:presLayoutVars>
          <dgm:animLvl val="lvl"/>
          <dgm:resizeHandles val="exact"/>
        </dgm:presLayoutVars>
      </dgm:prSet>
      <dgm:spPr/>
    </dgm:pt>
    <dgm:pt modelId="{85FB8BF3-5FEC-48E4-80E4-D9587C221CB2}" type="pres">
      <dgm:prSet presAssocID="{836D750E-FCAD-46FC-A42E-8B0D9B794FC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E5577B6-0277-4B5B-B2E1-DD89AB51DEC9}" type="pres">
      <dgm:prSet presAssocID="{84D10309-2BAA-48D7-B759-BCFCC8A7D5AB}" presName="spacer" presStyleCnt="0"/>
      <dgm:spPr/>
    </dgm:pt>
    <dgm:pt modelId="{6E70CB0A-871A-4F19-8CB2-FBC259F0FD1E}" type="pres">
      <dgm:prSet presAssocID="{664F3001-A72A-4AAD-B1A9-971C704A37F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8922430-C1F6-419E-AA8A-A7E8CE7AE9E8}" type="pres">
      <dgm:prSet presAssocID="{0736A4C6-9B51-4BCA-8375-F1CEA732C3D4}" presName="spacer" presStyleCnt="0"/>
      <dgm:spPr/>
    </dgm:pt>
    <dgm:pt modelId="{56362EC1-E95C-4D2E-B7D1-035DCDCD9A33}" type="pres">
      <dgm:prSet presAssocID="{B285592D-6E26-4A49-A14A-849A0CCB87E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2D4C8CA-C66A-4187-8154-4FB1FAB56E6C}" type="pres">
      <dgm:prSet presAssocID="{CD96DC84-8988-4E16-B1C7-F11CD7B0BCD2}" presName="spacer" presStyleCnt="0"/>
      <dgm:spPr/>
    </dgm:pt>
    <dgm:pt modelId="{B985A57B-69B0-4B67-B67F-C491184C5B3D}" type="pres">
      <dgm:prSet presAssocID="{8AB31A40-2FBC-4629-946E-D878FC61B6D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6AA680E-F487-4D18-B3EB-B5C5BA958AC3}" type="presOf" srcId="{2E7EFFF6-6E46-4E76-8D3A-DEC059D5004B}" destId="{B810C743-66F7-4675-AD0F-94C1953016AD}" srcOrd="0" destOrd="0" presId="urn:microsoft.com/office/officeart/2005/8/layout/vList2"/>
    <dgm:cxn modelId="{1CDF0511-5CD6-4EDD-B27B-7BE5930C4106}" srcId="{2E7EFFF6-6E46-4E76-8D3A-DEC059D5004B}" destId="{B285592D-6E26-4A49-A14A-849A0CCB87E3}" srcOrd="2" destOrd="0" parTransId="{AB1C1822-E75F-43A2-A262-D310FBAFBAEE}" sibTransId="{CD96DC84-8988-4E16-B1C7-F11CD7B0BCD2}"/>
    <dgm:cxn modelId="{D23A8A2C-AD31-401A-80AA-F282C12066A4}" type="presOf" srcId="{B285592D-6E26-4A49-A14A-849A0CCB87E3}" destId="{56362EC1-E95C-4D2E-B7D1-035DCDCD9A33}" srcOrd="0" destOrd="0" presId="urn:microsoft.com/office/officeart/2005/8/layout/vList2"/>
    <dgm:cxn modelId="{93447259-A1CE-4D30-800D-BE6A46FCE948}" type="presOf" srcId="{836D750E-FCAD-46FC-A42E-8B0D9B794FCC}" destId="{85FB8BF3-5FEC-48E4-80E4-D9587C221CB2}" srcOrd="0" destOrd="0" presId="urn:microsoft.com/office/officeart/2005/8/layout/vList2"/>
    <dgm:cxn modelId="{5FE1C27A-D37F-4C65-9391-CAC051E30BCD}" srcId="{2E7EFFF6-6E46-4E76-8D3A-DEC059D5004B}" destId="{8AB31A40-2FBC-4629-946E-D878FC61B6DF}" srcOrd="3" destOrd="0" parTransId="{5FBEA313-CBA6-4CBF-92EC-331941BD01F0}" sibTransId="{8CE00551-40FD-475C-9DB8-E8810F669CE2}"/>
    <dgm:cxn modelId="{BED6BD81-B244-4D50-8728-4D46524224B7}" type="presOf" srcId="{8AB31A40-2FBC-4629-946E-D878FC61B6DF}" destId="{B985A57B-69B0-4B67-B67F-C491184C5B3D}" srcOrd="0" destOrd="0" presId="urn:microsoft.com/office/officeart/2005/8/layout/vList2"/>
    <dgm:cxn modelId="{878AD0B5-1D1C-4113-92E0-8F8926EF689F}" srcId="{2E7EFFF6-6E46-4E76-8D3A-DEC059D5004B}" destId="{664F3001-A72A-4AAD-B1A9-971C704A37FD}" srcOrd="1" destOrd="0" parTransId="{72167318-B973-40F6-9910-E0C7955BCFC9}" sibTransId="{0736A4C6-9B51-4BCA-8375-F1CEA732C3D4}"/>
    <dgm:cxn modelId="{4229E9D8-DC8A-44DB-AE2B-3F1814A52F0E}" type="presOf" srcId="{664F3001-A72A-4AAD-B1A9-971C704A37FD}" destId="{6E70CB0A-871A-4F19-8CB2-FBC259F0FD1E}" srcOrd="0" destOrd="0" presId="urn:microsoft.com/office/officeart/2005/8/layout/vList2"/>
    <dgm:cxn modelId="{8D2F79F3-666C-49EE-8132-9FC047932118}" srcId="{2E7EFFF6-6E46-4E76-8D3A-DEC059D5004B}" destId="{836D750E-FCAD-46FC-A42E-8B0D9B794FCC}" srcOrd="0" destOrd="0" parTransId="{B01FF2A5-03C0-447B-BB4D-3CF0541E11B7}" sibTransId="{84D10309-2BAA-48D7-B759-BCFCC8A7D5AB}"/>
    <dgm:cxn modelId="{D1390D0E-2957-441E-AC25-BDA197ACDBF3}" type="presParOf" srcId="{B810C743-66F7-4675-AD0F-94C1953016AD}" destId="{85FB8BF3-5FEC-48E4-80E4-D9587C221CB2}" srcOrd="0" destOrd="0" presId="urn:microsoft.com/office/officeart/2005/8/layout/vList2"/>
    <dgm:cxn modelId="{D62B7249-3800-475B-ADA1-0D6045DD8D69}" type="presParOf" srcId="{B810C743-66F7-4675-AD0F-94C1953016AD}" destId="{5E5577B6-0277-4B5B-B2E1-DD89AB51DEC9}" srcOrd="1" destOrd="0" presId="urn:microsoft.com/office/officeart/2005/8/layout/vList2"/>
    <dgm:cxn modelId="{0397BE97-FCF3-4668-AC35-BFB4B80926F0}" type="presParOf" srcId="{B810C743-66F7-4675-AD0F-94C1953016AD}" destId="{6E70CB0A-871A-4F19-8CB2-FBC259F0FD1E}" srcOrd="2" destOrd="0" presId="urn:microsoft.com/office/officeart/2005/8/layout/vList2"/>
    <dgm:cxn modelId="{9CD447F0-6D1A-4453-A129-ED297596505E}" type="presParOf" srcId="{B810C743-66F7-4675-AD0F-94C1953016AD}" destId="{88922430-C1F6-419E-AA8A-A7E8CE7AE9E8}" srcOrd="3" destOrd="0" presId="urn:microsoft.com/office/officeart/2005/8/layout/vList2"/>
    <dgm:cxn modelId="{6EEE6C3D-F8D6-40CE-8ECF-123AEE12165D}" type="presParOf" srcId="{B810C743-66F7-4675-AD0F-94C1953016AD}" destId="{56362EC1-E95C-4D2E-B7D1-035DCDCD9A33}" srcOrd="4" destOrd="0" presId="urn:microsoft.com/office/officeart/2005/8/layout/vList2"/>
    <dgm:cxn modelId="{9C361A1B-B6B1-47E6-AA8D-B69CDC704F2C}" type="presParOf" srcId="{B810C743-66F7-4675-AD0F-94C1953016AD}" destId="{52D4C8CA-C66A-4187-8154-4FB1FAB56E6C}" srcOrd="5" destOrd="0" presId="urn:microsoft.com/office/officeart/2005/8/layout/vList2"/>
    <dgm:cxn modelId="{DC31085D-8416-4BEB-A8AF-FB23A6627C4B}" type="presParOf" srcId="{B810C743-66F7-4675-AD0F-94C1953016AD}" destId="{B985A57B-69B0-4B67-B67F-C491184C5B3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CE7CD292-7851-471A-B305-523A0A0B855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F75081E-9177-491C-A5C0-F1B1985B811F}">
      <dgm:prSet/>
      <dgm:spPr/>
      <dgm:t>
        <a:bodyPr/>
        <a:lstStyle/>
        <a:p>
          <a:r>
            <a:rPr lang="uk-UA" b="0" i="1"/>
            <a:t>«Не завжди, коли ми показуємо визначного діяча минулого, святкуємо його ювілеї, наголошується на зв’язку минулого з дійсністю, вказується на роль партії і тов. Й. Сталіна…»</a:t>
          </a:r>
          <a:endParaRPr lang="uk-UA"/>
        </a:p>
      </dgm:t>
    </dgm:pt>
    <dgm:pt modelId="{4EEF063D-4D7F-4D7B-87D0-9B4E4416E1C8}" type="parTrans" cxnId="{2A13D17A-53D6-48C7-949C-68B4AB93383F}">
      <dgm:prSet/>
      <dgm:spPr/>
      <dgm:t>
        <a:bodyPr/>
        <a:lstStyle/>
        <a:p>
          <a:endParaRPr lang="uk-UA"/>
        </a:p>
      </dgm:t>
    </dgm:pt>
    <dgm:pt modelId="{A70E89ED-8BD1-494D-84A0-DABC877EBDA1}" type="sibTrans" cxnId="{2A13D17A-53D6-48C7-949C-68B4AB93383F}">
      <dgm:prSet/>
      <dgm:spPr/>
      <dgm:t>
        <a:bodyPr/>
        <a:lstStyle/>
        <a:p>
          <a:endParaRPr lang="uk-UA"/>
        </a:p>
      </dgm:t>
    </dgm:pt>
    <dgm:pt modelId="{22F831F8-32A8-435C-87FA-DCDD4E9F3CEF}">
      <dgm:prSet/>
      <dgm:spPr/>
      <dgm:t>
        <a:bodyPr/>
        <a:lstStyle/>
        <a:p>
          <a:r>
            <a:rPr lang="uk-UA" b="0" i="1"/>
            <a:t>«Редакція “Вітчизни” не поставила в центрі своєї уваги висвітлення в журналі провідних тем сучасності – перемоги радянського народу у Великій Вітчизняній війні, героїчної боротьби радянських людей за виконання сталінської п’ятирічки…»</a:t>
          </a:r>
          <a:endParaRPr lang="uk-UA"/>
        </a:p>
      </dgm:t>
    </dgm:pt>
    <dgm:pt modelId="{33DAFC0C-915E-481B-9CB4-FCAFC231254B}" type="parTrans" cxnId="{63B8AE52-04A3-44DD-99D0-444629180283}">
      <dgm:prSet/>
      <dgm:spPr/>
      <dgm:t>
        <a:bodyPr/>
        <a:lstStyle/>
        <a:p>
          <a:endParaRPr lang="uk-UA"/>
        </a:p>
      </dgm:t>
    </dgm:pt>
    <dgm:pt modelId="{5714EEC6-4EFB-477A-A80A-DE52AE69EEDD}" type="sibTrans" cxnId="{63B8AE52-04A3-44DD-99D0-444629180283}">
      <dgm:prSet/>
      <dgm:spPr/>
      <dgm:t>
        <a:bodyPr/>
        <a:lstStyle/>
        <a:p>
          <a:endParaRPr lang="uk-UA"/>
        </a:p>
      </dgm:t>
    </dgm:pt>
    <dgm:pt modelId="{5FDF8D72-1D51-4D81-9321-4CC18BEB27F0}">
      <dgm:prSet/>
      <dgm:spPr/>
      <dgm:t>
        <a:bodyPr/>
        <a:lstStyle/>
        <a:p>
          <a:r>
            <a:rPr lang="uk-UA" b="0" i="1"/>
            <a:t>«На Україні завдання наукової розробки історії українського народу покладено на Інститут історії України АН УРСР. Проте... Інститут не розробив науково витриманої, марксистсько-ленінської історії України...»</a:t>
          </a:r>
          <a:endParaRPr lang="uk-UA"/>
        </a:p>
      </dgm:t>
    </dgm:pt>
    <dgm:pt modelId="{CA86D32D-6A6C-4956-AD3A-F0A5E5D6D685}" type="parTrans" cxnId="{095C5F59-15F3-4C71-85E3-5B32767A89E9}">
      <dgm:prSet/>
      <dgm:spPr/>
      <dgm:t>
        <a:bodyPr/>
        <a:lstStyle/>
        <a:p>
          <a:endParaRPr lang="uk-UA"/>
        </a:p>
      </dgm:t>
    </dgm:pt>
    <dgm:pt modelId="{F3CE64FE-F0DE-478C-90BC-772D6B202B67}" type="sibTrans" cxnId="{095C5F59-15F3-4C71-85E3-5B32767A89E9}">
      <dgm:prSet/>
      <dgm:spPr/>
      <dgm:t>
        <a:bodyPr/>
        <a:lstStyle/>
        <a:p>
          <a:endParaRPr lang="uk-UA"/>
        </a:p>
      </dgm:t>
    </dgm:pt>
    <dgm:pt modelId="{37AA992D-ABF2-4C72-B14B-3BF8A89A58A4}">
      <dgm:prSet/>
      <dgm:spPr/>
      <dgm:t>
        <a:bodyPr/>
        <a:lstStyle/>
        <a:p>
          <a:r>
            <a:rPr lang="uk-UA" b="0" i="1"/>
            <a:t>«Особи, які відстоюють принципи формальної генетики, неспроможні зрозуміти вказівки Леніна про те, що “пізнання людини не є... пряма лінія, а крива лінія, що безмежно наближується до ряду кіл, до спіралі”...»</a:t>
          </a:r>
          <a:endParaRPr lang="uk-UA"/>
        </a:p>
      </dgm:t>
    </dgm:pt>
    <dgm:pt modelId="{D0538728-09FE-4D3C-A4CC-AA0B0A5393F0}" type="parTrans" cxnId="{03622DFA-B603-4F4B-809F-0C6CFC987170}">
      <dgm:prSet/>
      <dgm:spPr/>
      <dgm:t>
        <a:bodyPr/>
        <a:lstStyle/>
        <a:p>
          <a:endParaRPr lang="uk-UA"/>
        </a:p>
      </dgm:t>
    </dgm:pt>
    <dgm:pt modelId="{A8D9D00B-B375-4044-B6EC-4424DE0CE72D}" type="sibTrans" cxnId="{03622DFA-B603-4F4B-809F-0C6CFC987170}">
      <dgm:prSet/>
      <dgm:spPr/>
      <dgm:t>
        <a:bodyPr/>
        <a:lstStyle/>
        <a:p>
          <a:endParaRPr lang="uk-UA"/>
        </a:p>
      </dgm:t>
    </dgm:pt>
    <dgm:pt modelId="{3E372017-25EC-41FF-8839-79591D7B5F32}" type="pres">
      <dgm:prSet presAssocID="{CE7CD292-7851-471A-B305-523A0A0B855D}" presName="linear" presStyleCnt="0">
        <dgm:presLayoutVars>
          <dgm:animLvl val="lvl"/>
          <dgm:resizeHandles val="exact"/>
        </dgm:presLayoutVars>
      </dgm:prSet>
      <dgm:spPr/>
    </dgm:pt>
    <dgm:pt modelId="{08A28F5C-DA47-4A5A-B2C6-5BAAE7A1101F}" type="pres">
      <dgm:prSet presAssocID="{9F75081E-9177-491C-A5C0-F1B1985B811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ED455A7-28B8-47EB-A445-8B9B14689A57}" type="pres">
      <dgm:prSet presAssocID="{A70E89ED-8BD1-494D-84A0-DABC877EBDA1}" presName="spacer" presStyleCnt="0"/>
      <dgm:spPr/>
    </dgm:pt>
    <dgm:pt modelId="{7B1B98F8-E2EB-42E9-A7A0-19C688F311D5}" type="pres">
      <dgm:prSet presAssocID="{22F831F8-32A8-435C-87FA-DCDD4E9F3CE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707DD4D-F6DF-4624-BA40-62D0793EE584}" type="pres">
      <dgm:prSet presAssocID="{5714EEC6-4EFB-477A-A80A-DE52AE69EEDD}" presName="spacer" presStyleCnt="0"/>
      <dgm:spPr/>
    </dgm:pt>
    <dgm:pt modelId="{F79402D7-32C4-4398-A3EB-F850886AEC9E}" type="pres">
      <dgm:prSet presAssocID="{5FDF8D72-1D51-4D81-9321-4CC18BEB27F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0E4B203-5C19-41C5-B9D5-24490964A66F}" type="pres">
      <dgm:prSet presAssocID="{F3CE64FE-F0DE-478C-90BC-772D6B202B67}" presName="spacer" presStyleCnt="0"/>
      <dgm:spPr/>
    </dgm:pt>
    <dgm:pt modelId="{93BA489C-0FEB-4468-845D-31FDFA0FA76C}" type="pres">
      <dgm:prSet presAssocID="{37AA992D-ABF2-4C72-B14B-3BF8A89A58A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671061E-5A35-45DB-A3FA-8F982F7B3B24}" type="presOf" srcId="{5FDF8D72-1D51-4D81-9321-4CC18BEB27F0}" destId="{F79402D7-32C4-4398-A3EB-F850886AEC9E}" srcOrd="0" destOrd="0" presId="urn:microsoft.com/office/officeart/2005/8/layout/vList2"/>
    <dgm:cxn modelId="{B6799542-C01C-40E6-8A94-07F24F25756C}" type="presOf" srcId="{CE7CD292-7851-471A-B305-523A0A0B855D}" destId="{3E372017-25EC-41FF-8839-79591D7B5F32}" srcOrd="0" destOrd="0" presId="urn:microsoft.com/office/officeart/2005/8/layout/vList2"/>
    <dgm:cxn modelId="{2962C265-9268-4BE2-B344-BDD3E0A4FCA8}" type="presOf" srcId="{37AA992D-ABF2-4C72-B14B-3BF8A89A58A4}" destId="{93BA489C-0FEB-4468-845D-31FDFA0FA76C}" srcOrd="0" destOrd="0" presId="urn:microsoft.com/office/officeart/2005/8/layout/vList2"/>
    <dgm:cxn modelId="{C1C94171-62EA-48E4-A756-34B9027A7E98}" type="presOf" srcId="{22F831F8-32A8-435C-87FA-DCDD4E9F3CEF}" destId="{7B1B98F8-E2EB-42E9-A7A0-19C688F311D5}" srcOrd="0" destOrd="0" presId="urn:microsoft.com/office/officeart/2005/8/layout/vList2"/>
    <dgm:cxn modelId="{63B8AE52-04A3-44DD-99D0-444629180283}" srcId="{CE7CD292-7851-471A-B305-523A0A0B855D}" destId="{22F831F8-32A8-435C-87FA-DCDD4E9F3CEF}" srcOrd="1" destOrd="0" parTransId="{33DAFC0C-915E-481B-9CB4-FCAFC231254B}" sibTransId="{5714EEC6-4EFB-477A-A80A-DE52AE69EEDD}"/>
    <dgm:cxn modelId="{095C5F59-15F3-4C71-85E3-5B32767A89E9}" srcId="{CE7CD292-7851-471A-B305-523A0A0B855D}" destId="{5FDF8D72-1D51-4D81-9321-4CC18BEB27F0}" srcOrd="2" destOrd="0" parTransId="{CA86D32D-6A6C-4956-AD3A-F0A5E5D6D685}" sibTransId="{F3CE64FE-F0DE-478C-90BC-772D6B202B67}"/>
    <dgm:cxn modelId="{2A13D17A-53D6-48C7-949C-68B4AB93383F}" srcId="{CE7CD292-7851-471A-B305-523A0A0B855D}" destId="{9F75081E-9177-491C-A5C0-F1B1985B811F}" srcOrd="0" destOrd="0" parTransId="{4EEF063D-4D7F-4D7B-87D0-9B4E4416E1C8}" sibTransId="{A70E89ED-8BD1-494D-84A0-DABC877EBDA1}"/>
    <dgm:cxn modelId="{6D8CB889-3D47-44EB-8AB9-BFE09C019139}" type="presOf" srcId="{9F75081E-9177-491C-A5C0-F1B1985B811F}" destId="{08A28F5C-DA47-4A5A-B2C6-5BAAE7A1101F}" srcOrd="0" destOrd="0" presId="urn:microsoft.com/office/officeart/2005/8/layout/vList2"/>
    <dgm:cxn modelId="{03622DFA-B603-4F4B-809F-0C6CFC987170}" srcId="{CE7CD292-7851-471A-B305-523A0A0B855D}" destId="{37AA992D-ABF2-4C72-B14B-3BF8A89A58A4}" srcOrd="3" destOrd="0" parTransId="{D0538728-09FE-4D3C-A4CC-AA0B0A5393F0}" sibTransId="{A8D9D00B-B375-4044-B6EC-4424DE0CE72D}"/>
    <dgm:cxn modelId="{882CAE30-6B6C-4767-8AA7-B9F69832AF24}" type="presParOf" srcId="{3E372017-25EC-41FF-8839-79591D7B5F32}" destId="{08A28F5C-DA47-4A5A-B2C6-5BAAE7A1101F}" srcOrd="0" destOrd="0" presId="urn:microsoft.com/office/officeart/2005/8/layout/vList2"/>
    <dgm:cxn modelId="{825380C6-B7CD-4959-BF4A-E0952DB0945D}" type="presParOf" srcId="{3E372017-25EC-41FF-8839-79591D7B5F32}" destId="{3ED455A7-28B8-47EB-A445-8B9B14689A57}" srcOrd="1" destOrd="0" presId="urn:microsoft.com/office/officeart/2005/8/layout/vList2"/>
    <dgm:cxn modelId="{60326D89-988D-441B-B99A-735ECCE454E4}" type="presParOf" srcId="{3E372017-25EC-41FF-8839-79591D7B5F32}" destId="{7B1B98F8-E2EB-42E9-A7A0-19C688F311D5}" srcOrd="2" destOrd="0" presId="urn:microsoft.com/office/officeart/2005/8/layout/vList2"/>
    <dgm:cxn modelId="{8A947A74-A0E8-4A01-B795-5274DED0085B}" type="presParOf" srcId="{3E372017-25EC-41FF-8839-79591D7B5F32}" destId="{F707DD4D-F6DF-4624-BA40-62D0793EE584}" srcOrd="3" destOrd="0" presId="urn:microsoft.com/office/officeart/2005/8/layout/vList2"/>
    <dgm:cxn modelId="{ABBE3EA9-A4A6-446A-B784-39EB2B217323}" type="presParOf" srcId="{3E372017-25EC-41FF-8839-79591D7B5F32}" destId="{F79402D7-32C4-4398-A3EB-F850886AEC9E}" srcOrd="4" destOrd="0" presId="urn:microsoft.com/office/officeart/2005/8/layout/vList2"/>
    <dgm:cxn modelId="{62D3F242-6542-4D5A-AF45-D86AE2C143C7}" type="presParOf" srcId="{3E372017-25EC-41FF-8839-79591D7B5F32}" destId="{00E4B203-5C19-41C5-B9D5-24490964A66F}" srcOrd="5" destOrd="0" presId="urn:microsoft.com/office/officeart/2005/8/layout/vList2"/>
    <dgm:cxn modelId="{6808F392-2520-4CC7-B90E-577398B03533}" type="presParOf" srcId="{3E372017-25EC-41FF-8839-79591D7B5F32}" destId="{93BA489C-0FEB-4468-845D-31FDFA0FA76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B4EC9968-4517-4B20-BD61-61F1001900A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8482247-B061-41D4-9F80-F51F57596215}">
      <dgm:prSet/>
      <dgm:spPr/>
      <dgm:t>
        <a:bodyPr/>
        <a:lstStyle/>
        <a:p>
          <a:r>
            <a:rPr lang="uk-UA" b="0" i="0"/>
            <a:t>політико-ідеологічна криза</a:t>
          </a:r>
          <a:endParaRPr lang="uk-UA"/>
        </a:p>
      </dgm:t>
    </dgm:pt>
    <dgm:pt modelId="{C5855F6C-7493-4923-A1DE-9692C0886FF6}" type="parTrans" cxnId="{5D7454DD-B4F0-4663-B4B1-51512EA0CB1B}">
      <dgm:prSet/>
      <dgm:spPr/>
      <dgm:t>
        <a:bodyPr/>
        <a:lstStyle/>
        <a:p>
          <a:endParaRPr lang="uk-UA"/>
        </a:p>
      </dgm:t>
    </dgm:pt>
    <dgm:pt modelId="{C16E89CF-6A3E-49D8-B98B-2220B5F721C1}" type="sibTrans" cxnId="{5D7454DD-B4F0-4663-B4B1-51512EA0CB1B}">
      <dgm:prSet/>
      <dgm:spPr/>
      <dgm:t>
        <a:bodyPr/>
        <a:lstStyle/>
        <a:p>
          <a:endParaRPr lang="uk-UA"/>
        </a:p>
      </dgm:t>
    </dgm:pt>
    <dgm:pt modelId="{DD932862-8338-49CF-94B3-34859100C2F6}">
      <dgm:prSet/>
      <dgm:spPr/>
      <dgm:t>
        <a:bodyPr/>
        <a:lstStyle/>
        <a:p>
          <a:r>
            <a:rPr lang="uk-UA" b="0" i="0"/>
            <a:t>зовнішньополітична ізоляція</a:t>
          </a:r>
          <a:endParaRPr lang="uk-UA"/>
        </a:p>
      </dgm:t>
    </dgm:pt>
    <dgm:pt modelId="{79A093BD-CAB8-4373-A5EB-CA96EC3C24A4}" type="parTrans" cxnId="{88AC155C-5D44-412C-A9D5-5BC8853A67A5}">
      <dgm:prSet/>
      <dgm:spPr/>
      <dgm:t>
        <a:bodyPr/>
        <a:lstStyle/>
        <a:p>
          <a:endParaRPr lang="uk-UA"/>
        </a:p>
      </dgm:t>
    </dgm:pt>
    <dgm:pt modelId="{233FEEB0-B72A-42C7-A84A-49DEF28FEA2F}" type="sibTrans" cxnId="{88AC155C-5D44-412C-A9D5-5BC8853A67A5}">
      <dgm:prSet/>
      <dgm:spPr/>
      <dgm:t>
        <a:bodyPr/>
        <a:lstStyle/>
        <a:p>
          <a:endParaRPr lang="uk-UA"/>
        </a:p>
      </dgm:t>
    </dgm:pt>
    <dgm:pt modelId="{2E08F255-1D1D-4A8E-926C-307298015B7A}">
      <dgm:prSet/>
      <dgm:spPr/>
      <dgm:t>
        <a:bodyPr/>
        <a:lstStyle/>
        <a:p>
          <a:r>
            <a:rPr lang="uk-UA" b="0" i="0"/>
            <a:t>командно-адміністративна система</a:t>
          </a:r>
          <a:endParaRPr lang="uk-UA"/>
        </a:p>
      </dgm:t>
    </dgm:pt>
    <dgm:pt modelId="{F4F94D7B-411B-4B89-BD65-CAF4E9B42AF9}" type="parTrans" cxnId="{AC305061-7A14-475B-A2B9-32CD8323CC4E}">
      <dgm:prSet/>
      <dgm:spPr/>
      <dgm:t>
        <a:bodyPr/>
        <a:lstStyle/>
        <a:p>
          <a:endParaRPr lang="uk-UA"/>
        </a:p>
      </dgm:t>
    </dgm:pt>
    <dgm:pt modelId="{66243C0A-B55A-400E-AED6-3C9C61218CE9}" type="sibTrans" cxnId="{AC305061-7A14-475B-A2B9-32CD8323CC4E}">
      <dgm:prSet/>
      <dgm:spPr/>
      <dgm:t>
        <a:bodyPr/>
        <a:lstStyle/>
        <a:p>
          <a:endParaRPr lang="uk-UA"/>
        </a:p>
      </dgm:t>
    </dgm:pt>
    <dgm:pt modelId="{E2CE0B0D-7400-4BC0-B569-3CFEAB897EE4}">
      <dgm:prSet/>
      <dgm:spPr/>
      <dgm:t>
        <a:bodyPr/>
        <a:lstStyle/>
        <a:p>
          <a:r>
            <a:rPr lang="uk-UA" b="0" i="0"/>
            <a:t>споживацькі настрої в суспільстві</a:t>
          </a:r>
          <a:endParaRPr lang="uk-UA"/>
        </a:p>
      </dgm:t>
    </dgm:pt>
    <dgm:pt modelId="{9153D9EC-89E4-4018-820D-8CFA0D94421F}" type="parTrans" cxnId="{BEC8E2C7-7EDC-4832-B517-B7FEDF481684}">
      <dgm:prSet/>
      <dgm:spPr/>
      <dgm:t>
        <a:bodyPr/>
        <a:lstStyle/>
        <a:p>
          <a:endParaRPr lang="uk-UA"/>
        </a:p>
      </dgm:t>
    </dgm:pt>
    <dgm:pt modelId="{8F724A67-0EE0-4087-83E0-50D2601095CD}" type="sibTrans" cxnId="{BEC8E2C7-7EDC-4832-B517-B7FEDF481684}">
      <dgm:prSet/>
      <dgm:spPr/>
      <dgm:t>
        <a:bodyPr/>
        <a:lstStyle/>
        <a:p>
          <a:endParaRPr lang="uk-UA"/>
        </a:p>
      </dgm:t>
    </dgm:pt>
    <dgm:pt modelId="{A0277B9B-DA46-4F33-A774-A5C0E56A73BC}" type="pres">
      <dgm:prSet presAssocID="{B4EC9968-4517-4B20-BD61-61F1001900AB}" presName="linear" presStyleCnt="0">
        <dgm:presLayoutVars>
          <dgm:animLvl val="lvl"/>
          <dgm:resizeHandles val="exact"/>
        </dgm:presLayoutVars>
      </dgm:prSet>
      <dgm:spPr/>
    </dgm:pt>
    <dgm:pt modelId="{14806F98-D68A-4EAB-B616-F11BDA13B416}" type="pres">
      <dgm:prSet presAssocID="{68482247-B061-41D4-9F80-F51F5759621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694C209-A9CE-4AF1-8C88-3B6B732DF273}" type="pres">
      <dgm:prSet presAssocID="{C16E89CF-6A3E-49D8-B98B-2220B5F721C1}" presName="spacer" presStyleCnt="0"/>
      <dgm:spPr/>
    </dgm:pt>
    <dgm:pt modelId="{38BDE995-E240-4CC6-A722-5293862E4BAC}" type="pres">
      <dgm:prSet presAssocID="{DD932862-8338-49CF-94B3-34859100C2F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292B07D-C9AD-4DAB-9535-05C0D39D3939}" type="pres">
      <dgm:prSet presAssocID="{233FEEB0-B72A-42C7-A84A-49DEF28FEA2F}" presName="spacer" presStyleCnt="0"/>
      <dgm:spPr/>
    </dgm:pt>
    <dgm:pt modelId="{3D4CA9E3-7145-4EBE-BBE2-2B1FD5AC34B4}" type="pres">
      <dgm:prSet presAssocID="{2E08F255-1D1D-4A8E-926C-307298015B7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5D9872A-946D-44BD-8F59-264A85D315C0}" type="pres">
      <dgm:prSet presAssocID="{66243C0A-B55A-400E-AED6-3C9C61218CE9}" presName="spacer" presStyleCnt="0"/>
      <dgm:spPr/>
    </dgm:pt>
    <dgm:pt modelId="{0A5570A6-7B2D-4AB0-9B0D-5605049368E3}" type="pres">
      <dgm:prSet presAssocID="{E2CE0B0D-7400-4BC0-B569-3CFEAB897EE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8AC155C-5D44-412C-A9D5-5BC8853A67A5}" srcId="{B4EC9968-4517-4B20-BD61-61F1001900AB}" destId="{DD932862-8338-49CF-94B3-34859100C2F6}" srcOrd="1" destOrd="0" parTransId="{79A093BD-CAB8-4373-A5EB-CA96EC3C24A4}" sibTransId="{233FEEB0-B72A-42C7-A84A-49DEF28FEA2F}"/>
    <dgm:cxn modelId="{AC305061-7A14-475B-A2B9-32CD8323CC4E}" srcId="{B4EC9968-4517-4B20-BD61-61F1001900AB}" destId="{2E08F255-1D1D-4A8E-926C-307298015B7A}" srcOrd="2" destOrd="0" parTransId="{F4F94D7B-411B-4B89-BD65-CAF4E9B42AF9}" sibTransId="{66243C0A-B55A-400E-AED6-3C9C61218CE9}"/>
    <dgm:cxn modelId="{FAA91866-F1C7-4FA7-8DD0-E148BAC21DF9}" type="presOf" srcId="{2E08F255-1D1D-4A8E-926C-307298015B7A}" destId="{3D4CA9E3-7145-4EBE-BBE2-2B1FD5AC34B4}" srcOrd="0" destOrd="0" presId="urn:microsoft.com/office/officeart/2005/8/layout/vList2"/>
    <dgm:cxn modelId="{57F70567-76A9-4A17-9B03-C8968A4399F6}" type="presOf" srcId="{68482247-B061-41D4-9F80-F51F57596215}" destId="{14806F98-D68A-4EAB-B616-F11BDA13B416}" srcOrd="0" destOrd="0" presId="urn:microsoft.com/office/officeart/2005/8/layout/vList2"/>
    <dgm:cxn modelId="{87B0297D-A7DE-4B97-9B75-9E9052A99EC0}" type="presOf" srcId="{B4EC9968-4517-4B20-BD61-61F1001900AB}" destId="{A0277B9B-DA46-4F33-A774-A5C0E56A73BC}" srcOrd="0" destOrd="0" presId="urn:microsoft.com/office/officeart/2005/8/layout/vList2"/>
    <dgm:cxn modelId="{FF6C19B0-E004-4D49-A70F-7008153D98BF}" type="presOf" srcId="{DD932862-8338-49CF-94B3-34859100C2F6}" destId="{38BDE995-E240-4CC6-A722-5293862E4BAC}" srcOrd="0" destOrd="0" presId="urn:microsoft.com/office/officeart/2005/8/layout/vList2"/>
    <dgm:cxn modelId="{DC3BD4BD-58EE-479D-A03C-2236B1D5A423}" type="presOf" srcId="{E2CE0B0D-7400-4BC0-B569-3CFEAB897EE4}" destId="{0A5570A6-7B2D-4AB0-9B0D-5605049368E3}" srcOrd="0" destOrd="0" presId="urn:microsoft.com/office/officeart/2005/8/layout/vList2"/>
    <dgm:cxn modelId="{BEC8E2C7-7EDC-4832-B517-B7FEDF481684}" srcId="{B4EC9968-4517-4B20-BD61-61F1001900AB}" destId="{E2CE0B0D-7400-4BC0-B569-3CFEAB897EE4}" srcOrd="3" destOrd="0" parTransId="{9153D9EC-89E4-4018-820D-8CFA0D94421F}" sibTransId="{8F724A67-0EE0-4087-83E0-50D2601095CD}"/>
    <dgm:cxn modelId="{5D7454DD-B4F0-4663-B4B1-51512EA0CB1B}" srcId="{B4EC9968-4517-4B20-BD61-61F1001900AB}" destId="{68482247-B061-41D4-9F80-F51F57596215}" srcOrd="0" destOrd="0" parTransId="{C5855F6C-7493-4923-A1DE-9692C0886FF6}" sibTransId="{C16E89CF-6A3E-49D8-B98B-2220B5F721C1}"/>
    <dgm:cxn modelId="{2A5F452A-692A-47AC-B76F-012095C86ACD}" type="presParOf" srcId="{A0277B9B-DA46-4F33-A774-A5C0E56A73BC}" destId="{14806F98-D68A-4EAB-B616-F11BDA13B416}" srcOrd="0" destOrd="0" presId="urn:microsoft.com/office/officeart/2005/8/layout/vList2"/>
    <dgm:cxn modelId="{3D284055-BECC-410F-A753-14F50ED4FE87}" type="presParOf" srcId="{A0277B9B-DA46-4F33-A774-A5C0E56A73BC}" destId="{6694C209-A9CE-4AF1-8C88-3B6B732DF273}" srcOrd="1" destOrd="0" presId="urn:microsoft.com/office/officeart/2005/8/layout/vList2"/>
    <dgm:cxn modelId="{A9106810-954B-4E64-A0E6-BA28CE55F6FD}" type="presParOf" srcId="{A0277B9B-DA46-4F33-A774-A5C0E56A73BC}" destId="{38BDE995-E240-4CC6-A722-5293862E4BAC}" srcOrd="2" destOrd="0" presId="urn:microsoft.com/office/officeart/2005/8/layout/vList2"/>
    <dgm:cxn modelId="{44CDBB1E-C547-48B8-B1DA-BA3223735BFC}" type="presParOf" srcId="{A0277B9B-DA46-4F33-A774-A5C0E56A73BC}" destId="{5292B07D-C9AD-4DAB-9535-05C0D39D3939}" srcOrd="3" destOrd="0" presId="urn:microsoft.com/office/officeart/2005/8/layout/vList2"/>
    <dgm:cxn modelId="{25A667F4-DED9-4B0B-88A7-C90C5CCC2046}" type="presParOf" srcId="{A0277B9B-DA46-4F33-A774-A5C0E56A73BC}" destId="{3D4CA9E3-7145-4EBE-BBE2-2B1FD5AC34B4}" srcOrd="4" destOrd="0" presId="urn:microsoft.com/office/officeart/2005/8/layout/vList2"/>
    <dgm:cxn modelId="{D5A45392-EECF-464E-8A4B-B35C8FFF2D18}" type="presParOf" srcId="{A0277B9B-DA46-4F33-A774-A5C0E56A73BC}" destId="{65D9872A-946D-44BD-8F59-264A85D315C0}" srcOrd="5" destOrd="0" presId="urn:microsoft.com/office/officeart/2005/8/layout/vList2"/>
    <dgm:cxn modelId="{AF798F54-FF78-461E-AE00-5F4B79810064}" type="presParOf" srcId="{A0277B9B-DA46-4F33-A774-A5C0E56A73BC}" destId="{0A5570A6-7B2D-4AB0-9B0D-5605049368E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A02F4A11-1A18-4008-9B28-94656B60688C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3F3D0AB-827C-46B7-8FA6-ED9F71919E51}">
      <dgm:prSet/>
      <dgm:spPr/>
      <dgm:t>
        <a:bodyPr/>
        <a:lstStyle/>
        <a:p>
          <a:r>
            <a:rPr lang="ru-RU" b="0" i="0"/>
            <a:t>«культурна революція»</a:t>
          </a:r>
          <a:endParaRPr lang="uk-UA"/>
        </a:p>
      </dgm:t>
    </dgm:pt>
    <dgm:pt modelId="{46981A91-994B-4B5D-9B07-4382767D6C31}" type="parTrans" cxnId="{19AD2DDF-55AB-453E-B767-417AA17856F9}">
      <dgm:prSet/>
      <dgm:spPr/>
      <dgm:t>
        <a:bodyPr/>
        <a:lstStyle/>
        <a:p>
          <a:endParaRPr lang="uk-UA"/>
        </a:p>
      </dgm:t>
    </dgm:pt>
    <dgm:pt modelId="{04605D26-8D74-4C70-AA2E-7B93ED934E6C}" type="sibTrans" cxnId="{19AD2DDF-55AB-453E-B767-417AA17856F9}">
      <dgm:prSet/>
      <dgm:spPr/>
      <dgm:t>
        <a:bodyPr/>
        <a:lstStyle/>
        <a:p>
          <a:endParaRPr lang="uk-UA"/>
        </a:p>
      </dgm:t>
    </dgm:pt>
    <dgm:pt modelId="{F6948F49-17CF-4847-AA6E-1176D115C401}">
      <dgm:prSet/>
      <dgm:spPr/>
      <dgm:t>
        <a:bodyPr/>
        <a:lstStyle/>
        <a:p>
          <a:r>
            <a:rPr lang="ru-RU" b="0" i="0"/>
            <a:t>«колективізація»</a:t>
          </a:r>
          <a:endParaRPr lang="uk-UA"/>
        </a:p>
      </dgm:t>
    </dgm:pt>
    <dgm:pt modelId="{271E8B08-FE55-43AA-9855-33C287E123D0}" type="parTrans" cxnId="{981B640A-67A4-42F7-964B-06AE1A1A0D05}">
      <dgm:prSet/>
      <dgm:spPr/>
      <dgm:t>
        <a:bodyPr/>
        <a:lstStyle/>
        <a:p>
          <a:endParaRPr lang="uk-UA"/>
        </a:p>
      </dgm:t>
    </dgm:pt>
    <dgm:pt modelId="{DAAB6B28-39DA-43D9-AD3E-CB6FAD36374F}" type="sibTrans" cxnId="{981B640A-67A4-42F7-964B-06AE1A1A0D05}">
      <dgm:prSet/>
      <dgm:spPr/>
      <dgm:t>
        <a:bodyPr/>
        <a:lstStyle/>
        <a:p>
          <a:endParaRPr lang="uk-UA"/>
        </a:p>
      </dgm:t>
    </dgm:pt>
    <dgm:pt modelId="{663D367C-0E70-4204-A55E-E6E71980E13F}">
      <dgm:prSet/>
      <dgm:spPr/>
      <dgm:t>
        <a:bodyPr/>
        <a:lstStyle/>
        <a:p>
          <a:r>
            <a:rPr lang="ru-RU" b="0" i="0"/>
            <a:t>«десталінізація»</a:t>
          </a:r>
          <a:endParaRPr lang="uk-UA"/>
        </a:p>
      </dgm:t>
    </dgm:pt>
    <dgm:pt modelId="{C40AD9F5-C95D-4775-8571-FF2B3F8BB776}" type="parTrans" cxnId="{9CF96F08-8C34-4267-B291-CB0129CB6221}">
      <dgm:prSet/>
      <dgm:spPr/>
      <dgm:t>
        <a:bodyPr/>
        <a:lstStyle/>
        <a:p>
          <a:endParaRPr lang="uk-UA"/>
        </a:p>
      </dgm:t>
    </dgm:pt>
    <dgm:pt modelId="{41D29542-0D83-42D7-B4E8-E448DAB7F5A0}" type="sibTrans" cxnId="{9CF96F08-8C34-4267-B291-CB0129CB6221}">
      <dgm:prSet/>
      <dgm:spPr/>
      <dgm:t>
        <a:bodyPr/>
        <a:lstStyle/>
        <a:p>
          <a:endParaRPr lang="uk-UA"/>
        </a:p>
      </dgm:t>
    </dgm:pt>
    <dgm:pt modelId="{C7013482-E9DB-46AA-9541-1AFF2654F6EE}">
      <dgm:prSet/>
      <dgm:spPr/>
      <dgm:t>
        <a:bodyPr/>
        <a:lstStyle/>
        <a:p>
          <a:r>
            <a:rPr lang="ru-RU" b="0" i="0"/>
            <a:t>«депортація»</a:t>
          </a:r>
          <a:endParaRPr lang="uk-UA"/>
        </a:p>
      </dgm:t>
    </dgm:pt>
    <dgm:pt modelId="{2AC0ECB7-EAD6-45EC-8FA9-8FBC25A4A19E}" type="parTrans" cxnId="{7E3104C4-43E3-4982-BE35-8BC617AD2BC8}">
      <dgm:prSet/>
      <dgm:spPr/>
      <dgm:t>
        <a:bodyPr/>
        <a:lstStyle/>
        <a:p>
          <a:endParaRPr lang="uk-UA"/>
        </a:p>
      </dgm:t>
    </dgm:pt>
    <dgm:pt modelId="{213863C0-84C5-4659-9E26-67C3D4767714}" type="sibTrans" cxnId="{7E3104C4-43E3-4982-BE35-8BC617AD2BC8}">
      <dgm:prSet/>
      <dgm:spPr/>
      <dgm:t>
        <a:bodyPr/>
        <a:lstStyle/>
        <a:p>
          <a:endParaRPr lang="uk-UA"/>
        </a:p>
      </dgm:t>
    </dgm:pt>
    <dgm:pt modelId="{E1BE93E8-26F8-4179-81FB-491AB6C4C3DB}">
      <dgm:prSet/>
      <dgm:spPr/>
      <dgm:t>
        <a:bodyPr/>
        <a:lstStyle/>
        <a:p>
          <a:r>
            <a:rPr lang="ru-RU" b="0" i="0"/>
            <a:t>«Голокост»</a:t>
          </a:r>
          <a:endParaRPr lang="uk-UA"/>
        </a:p>
      </dgm:t>
    </dgm:pt>
    <dgm:pt modelId="{97ED7D4D-4AAA-44DC-A18A-D6ED47782F33}" type="parTrans" cxnId="{93729B93-1146-4A2A-8D05-9CFEE36FD650}">
      <dgm:prSet/>
      <dgm:spPr/>
      <dgm:t>
        <a:bodyPr/>
        <a:lstStyle/>
        <a:p>
          <a:endParaRPr lang="uk-UA"/>
        </a:p>
      </dgm:t>
    </dgm:pt>
    <dgm:pt modelId="{E8F98047-C8A0-4F68-808C-915A9EF9461A}" type="sibTrans" cxnId="{93729B93-1146-4A2A-8D05-9CFEE36FD650}">
      <dgm:prSet/>
      <dgm:spPr/>
      <dgm:t>
        <a:bodyPr/>
        <a:lstStyle/>
        <a:p>
          <a:endParaRPr lang="uk-UA"/>
        </a:p>
      </dgm:t>
    </dgm:pt>
    <dgm:pt modelId="{9E963369-A6A6-4F67-817A-5E5B46BB0552}">
      <dgm:prSet/>
      <dgm:spPr/>
      <dgm:t>
        <a:bodyPr/>
        <a:lstStyle/>
        <a:p>
          <a:r>
            <a:rPr lang="ru-RU" b="0" i="0"/>
            <a:t>«план «Ост»</a:t>
          </a:r>
          <a:endParaRPr lang="uk-UA"/>
        </a:p>
      </dgm:t>
    </dgm:pt>
    <dgm:pt modelId="{F3ECB013-4BA2-4B49-A8D2-1E70AA23083A}" type="parTrans" cxnId="{969651EE-D20A-4040-8CA9-4BBA166E2855}">
      <dgm:prSet/>
      <dgm:spPr/>
      <dgm:t>
        <a:bodyPr/>
        <a:lstStyle/>
        <a:p>
          <a:endParaRPr lang="uk-UA"/>
        </a:p>
      </dgm:t>
    </dgm:pt>
    <dgm:pt modelId="{224188CB-1F4F-46F7-BE67-3ABE15CA4CC1}" type="sibTrans" cxnId="{969651EE-D20A-4040-8CA9-4BBA166E2855}">
      <dgm:prSet/>
      <dgm:spPr/>
      <dgm:t>
        <a:bodyPr/>
        <a:lstStyle/>
        <a:p>
          <a:endParaRPr lang="uk-UA"/>
        </a:p>
      </dgm:t>
    </dgm:pt>
    <dgm:pt modelId="{67F84036-67CB-4E5E-B342-E867D2C89FF6}" type="pres">
      <dgm:prSet presAssocID="{A02F4A11-1A18-4008-9B28-94656B60688C}" presName="linearFlow" presStyleCnt="0">
        <dgm:presLayoutVars>
          <dgm:dir/>
          <dgm:resizeHandles val="exact"/>
        </dgm:presLayoutVars>
      </dgm:prSet>
      <dgm:spPr/>
    </dgm:pt>
    <dgm:pt modelId="{F233D7FB-EBC6-4F87-B3F5-3709AFF0827D}" type="pres">
      <dgm:prSet presAssocID="{F3F3D0AB-827C-46B7-8FA6-ED9F71919E51}" presName="composite" presStyleCnt="0"/>
      <dgm:spPr/>
    </dgm:pt>
    <dgm:pt modelId="{D403E690-CF58-4640-86B3-07C97698C213}" type="pres">
      <dgm:prSet presAssocID="{F3F3D0AB-827C-46B7-8FA6-ED9F71919E51}" presName="imgShp" presStyleLbl="fgImgPlace1" presStyleIdx="0" presStyleCnt="6"/>
      <dgm:spPr/>
    </dgm:pt>
    <dgm:pt modelId="{E4D727B1-AD93-4BF0-BA13-E5EFAF9D5E22}" type="pres">
      <dgm:prSet presAssocID="{F3F3D0AB-827C-46B7-8FA6-ED9F71919E51}" presName="txShp" presStyleLbl="node1" presStyleIdx="0" presStyleCnt="6">
        <dgm:presLayoutVars>
          <dgm:bulletEnabled val="1"/>
        </dgm:presLayoutVars>
      </dgm:prSet>
      <dgm:spPr/>
    </dgm:pt>
    <dgm:pt modelId="{1B2FFD5B-603A-4D27-95AB-53A1AA3CCF76}" type="pres">
      <dgm:prSet presAssocID="{04605D26-8D74-4C70-AA2E-7B93ED934E6C}" presName="spacing" presStyleCnt="0"/>
      <dgm:spPr/>
    </dgm:pt>
    <dgm:pt modelId="{87D611C7-7FAD-4F02-BF8A-C4B02F46D4DC}" type="pres">
      <dgm:prSet presAssocID="{F6948F49-17CF-4847-AA6E-1176D115C401}" presName="composite" presStyleCnt="0"/>
      <dgm:spPr/>
    </dgm:pt>
    <dgm:pt modelId="{1FFB9609-33DD-48B7-B359-C8F199EE67FE}" type="pres">
      <dgm:prSet presAssocID="{F6948F49-17CF-4847-AA6E-1176D115C401}" presName="imgShp" presStyleLbl="fgImgPlace1" presStyleIdx="1" presStyleCnt="6"/>
      <dgm:spPr/>
    </dgm:pt>
    <dgm:pt modelId="{DD1C9205-6642-452A-9F83-DCCD047B6E4D}" type="pres">
      <dgm:prSet presAssocID="{F6948F49-17CF-4847-AA6E-1176D115C401}" presName="txShp" presStyleLbl="node1" presStyleIdx="1" presStyleCnt="6">
        <dgm:presLayoutVars>
          <dgm:bulletEnabled val="1"/>
        </dgm:presLayoutVars>
      </dgm:prSet>
      <dgm:spPr/>
    </dgm:pt>
    <dgm:pt modelId="{A16C061E-E7CC-47F2-BAF0-1DE8DEEE003B}" type="pres">
      <dgm:prSet presAssocID="{DAAB6B28-39DA-43D9-AD3E-CB6FAD36374F}" presName="spacing" presStyleCnt="0"/>
      <dgm:spPr/>
    </dgm:pt>
    <dgm:pt modelId="{E639C16E-BA59-4E02-B1C2-86B6F3A9556F}" type="pres">
      <dgm:prSet presAssocID="{663D367C-0E70-4204-A55E-E6E71980E13F}" presName="composite" presStyleCnt="0"/>
      <dgm:spPr/>
    </dgm:pt>
    <dgm:pt modelId="{F4A8BF33-D2D5-434C-BFEC-1CCA75B634CA}" type="pres">
      <dgm:prSet presAssocID="{663D367C-0E70-4204-A55E-E6E71980E13F}" presName="imgShp" presStyleLbl="fgImgPlace1" presStyleIdx="2" presStyleCnt="6"/>
      <dgm:spPr/>
    </dgm:pt>
    <dgm:pt modelId="{686B328B-BFB9-4470-9593-76429285F39A}" type="pres">
      <dgm:prSet presAssocID="{663D367C-0E70-4204-A55E-E6E71980E13F}" presName="txShp" presStyleLbl="node1" presStyleIdx="2" presStyleCnt="6">
        <dgm:presLayoutVars>
          <dgm:bulletEnabled val="1"/>
        </dgm:presLayoutVars>
      </dgm:prSet>
      <dgm:spPr/>
    </dgm:pt>
    <dgm:pt modelId="{8E84D63C-642F-489C-9453-B947D985F910}" type="pres">
      <dgm:prSet presAssocID="{41D29542-0D83-42D7-B4E8-E448DAB7F5A0}" presName="spacing" presStyleCnt="0"/>
      <dgm:spPr/>
    </dgm:pt>
    <dgm:pt modelId="{453516A5-BACB-4835-8528-D7D2E40088B8}" type="pres">
      <dgm:prSet presAssocID="{C7013482-E9DB-46AA-9541-1AFF2654F6EE}" presName="composite" presStyleCnt="0"/>
      <dgm:spPr/>
    </dgm:pt>
    <dgm:pt modelId="{949FE29D-8A13-41E0-962A-C3035A0CE2C1}" type="pres">
      <dgm:prSet presAssocID="{C7013482-E9DB-46AA-9541-1AFF2654F6EE}" presName="imgShp" presStyleLbl="fgImgPlace1" presStyleIdx="3" presStyleCnt="6"/>
      <dgm:spPr/>
    </dgm:pt>
    <dgm:pt modelId="{87890EAE-D504-4B14-94B0-21A5D4F258A7}" type="pres">
      <dgm:prSet presAssocID="{C7013482-E9DB-46AA-9541-1AFF2654F6EE}" presName="txShp" presStyleLbl="node1" presStyleIdx="3" presStyleCnt="6">
        <dgm:presLayoutVars>
          <dgm:bulletEnabled val="1"/>
        </dgm:presLayoutVars>
      </dgm:prSet>
      <dgm:spPr/>
    </dgm:pt>
    <dgm:pt modelId="{0F600454-DC90-4FCD-8E65-6A2F3745C9A1}" type="pres">
      <dgm:prSet presAssocID="{213863C0-84C5-4659-9E26-67C3D4767714}" presName="spacing" presStyleCnt="0"/>
      <dgm:spPr/>
    </dgm:pt>
    <dgm:pt modelId="{348C0E95-8B01-407F-A32A-F2F4E2110D5C}" type="pres">
      <dgm:prSet presAssocID="{E1BE93E8-26F8-4179-81FB-491AB6C4C3DB}" presName="composite" presStyleCnt="0"/>
      <dgm:spPr/>
    </dgm:pt>
    <dgm:pt modelId="{5F95F2B2-495F-4DDC-A33F-E7D3E054C0C1}" type="pres">
      <dgm:prSet presAssocID="{E1BE93E8-26F8-4179-81FB-491AB6C4C3DB}" presName="imgShp" presStyleLbl="fgImgPlace1" presStyleIdx="4" presStyleCnt="6"/>
      <dgm:spPr/>
    </dgm:pt>
    <dgm:pt modelId="{E72A296B-BBA7-4575-9228-D7358189EA3F}" type="pres">
      <dgm:prSet presAssocID="{E1BE93E8-26F8-4179-81FB-491AB6C4C3DB}" presName="txShp" presStyleLbl="node1" presStyleIdx="4" presStyleCnt="6">
        <dgm:presLayoutVars>
          <dgm:bulletEnabled val="1"/>
        </dgm:presLayoutVars>
      </dgm:prSet>
      <dgm:spPr/>
    </dgm:pt>
    <dgm:pt modelId="{BDE719BD-20DD-4B07-A0FF-2098F7FC6247}" type="pres">
      <dgm:prSet presAssocID="{E8F98047-C8A0-4F68-808C-915A9EF9461A}" presName="spacing" presStyleCnt="0"/>
      <dgm:spPr/>
    </dgm:pt>
    <dgm:pt modelId="{838A8A91-6C35-49F2-964A-C2C89A62AC89}" type="pres">
      <dgm:prSet presAssocID="{9E963369-A6A6-4F67-817A-5E5B46BB0552}" presName="composite" presStyleCnt="0"/>
      <dgm:spPr/>
    </dgm:pt>
    <dgm:pt modelId="{CCAC5801-A5AC-4978-BD6F-2E623E8CF180}" type="pres">
      <dgm:prSet presAssocID="{9E963369-A6A6-4F67-817A-5E5B46BB0552}" presName="imgShp" presStyleLbl="fgImgPlace1" presStyleIdx="5" presStyleCnt="6"/>
      <dgm:spPr/>
    </dgm:pt>
    <dgm:pt modelId="{FED79493-4E4C-405B-AFDE-DA33BDB1102B}" type="pres">
      <dgm:prSet presAssocID="{9E963369-A6A6-4F67-817A-5E5B46BB0552}" presName="txShp" presStyleLbl="node1" presStyleIdx="5" presStyleCnt="6">
        <dgm:presLayoutVars>
          <dgm:bulletEnabled val="1"/>
        </dgm:presLayoutVars>
      </dgm:prSet>
      <dgm:spPr/>
    </dgm:pt>
  </dgm:ptLst>
  <dgm:cxnLst>
    <dgm:cxn modelId="{B387F301-0C21-4810-91A7-FEC2AC8B9DC0}" type="presOf" srcId="{F6948F49-17CF-4847-AA6E-1176D115C401}" destId="{DD1C9205-6642-452A-9F83-DCCD047B6E4D}" srcOrd="0" destOrd="0" presId="urn:microsoft.com/office/officeart/2005/8/layout/vList3"/>
    <dgm:cxn modelId="{9CF96F08-8C34-4267-B291-CB0129CB6221}" srcId="{A02F4A11-1A18-4008-9B28-94656B60688C}" destId="{663D367C-0E70-4204-A55E-E6E71980E13F}" srcOrd="2" destOrd="0" parTransId="{C40AD9F5-C95D-4775-8571-FF2B3F8BB776}" sibTransId="{41D29542-0D83-42D7-B4E8-E448DAB7F5A0}"/>
    <dgm:cxn modelId="{981B640A-67A4-42F7-964B-06AE1A1A0D05}" srcId="{A02F4A11-1A18-4008-9B28-94656B60688C}" destId="{F6948F49-17CF-4847-AA6E-1176D115C401}" srcOrd="1" destOrd="0" parTransId="{271E8B08-FE55-43AA-9855-33C287E123D0}" sibTransId="{DAAB6B28-39DA-43D9-AD3E-CB6FAD36374F}"/>
    <dgm:cxn modelId="{23749C19-A94B-4FC8-92D2-F3045C8F27EE}" type="presOf" srcId="{C7013482-E9DB-46AA-9541-1AFF2654F6EE}" destId="{87890EAE-D504-4B14-94B0-21A5D4F258A7}" srcOrd="0" destOrd="0" presId="urn:microsoft.com/office/officeart/2005/8/layout/vList3"/>
    <dgm:cxn modelId="{521F3545-8B24-4469-9427-A44B8AF6325A}" type="presOf" srcId="{A02F4A11-1A18-4008-9B28-94656B60688C}" destId="{67F84036-67CB-4E5E-B342-E867D2C89FF6}" srcOrd="0" destOrd="0" presId="urn:microsoft.com/office/officeart/2005/8/layout/vList3"/>
    <dgm:cxn modelId="{B1C7FD69-6205-40D5-8BBF-94F803993489}" type="presOf" srcId="{9E963369-A6A6-4F67-817A-5E5B46BB0552}" destId="{FED79493-4E4C-405B-AFDE-DA33BDB1102B}" srcOrd="0" destOrd="0" presId="urn:microsoft.com/office/officeart/2005/8/layout/vList3"/>
    <dgm:cxn modelId="{2C9A1378-09BF-41D9-8B24-24C3495AF6B4}" type="presOf" srcId="{663D367C-0E70-4204-A55E-E6E71980E13F}" destId="{686B328B-BFB9-4470-9593-76429285F39A}" srcOrd="0" destOrd="0" presId="urn:microsoft.com/office/officeart/2005/8/layout/vList3"/>
    <dgm:cxn modelId="{E1A3A37B-6E9B-4D71-8B3B-3CCA0BFCA3C2}" type="presOf" srcId="{F3F3D0AB-827C-46B7-8FA6-ED9F71919E51}" destId="{E4D727B1-AD93-4BF0-BA13-E5EFAF9D5E22}" srcOrd="0" destOrd="0" presId="urn:microsoft.com/office/officeart/2005/8/layout/vList3"/>
    <dgm:cxn modelId="{93729B93-1146-4A2A-8D05-9CFEE36FD650}" srcId="{A02F4A11-1A18-4008-9B28-94656B60688C}" destId="{E1BE93E8-26F8-4179-81FB-491AB6C4C3DB}" srcOrd="4" destOrd="0" parTransId="{97ED7D4D-4AAA-44DC-A18A-D6ED47782F33}" sibTransId="{E8F98047-C8A0-4F68-808C-915A9EF9461A}"/>
    <dgm:cxn modelId="{7E3104C4-43E3-4982-BE35-8BC617AD2BC8}" srcId="{A02F4A11-1A18-4008-9B28-94656B60688C}" destId="{C7013482-E9DB-46AA-9541-1AFF2654F6EE}" srcOrd="3" destOrd="0" parTransId="{2AC0ECB7-EAD6-45EC-8FA9-8FBC25A4A19E}" sibTransId="{213863C0-84C5-4659-9E26-67C3D4767714}"/>
    <dgm:cxn modelId="{689B3BD7-ADE9-4769-A3E4-C515890D2C76}" type="presOf" srcId="{E1BE93E8-26F8-4179-81FB-491AB6C4C3DB}" destId="{E72A296B-BBA7-4575-9228-D7358189EA3F}" srcOrd="0" destOrd="0" presId="urn:microsoft.com/office/officeart/2005/8/layout/vList3"/>
    <dgm:cxn modelId="{19AD2DDF-55AB-453E-B767-417AA17856F9}" srcId="{A02F4A11-1A18-4008-9B28-94656B60688C}" destId="{F3F3D0AB-827C-46B7-8FA6-ED9F71919E51}" srcOrd="0" destOrd="0" parTransId="{46981A91-994B-4B5D-9B07-4382767D6C31}" sibTransId="{04605D26-8D74-4C70-AA2E-7B93ED934E6C}"/>
    <dgm:cxn modelId="{969651EE-D20A-4040-8CA9-4BBA166E2855}" srcId="{A02F4A11-1A18-4008-9B28-94656B60688C}" destId="{9E963369-A6A6-4F67-817A-5E5B46BB0552}" srcOrd="5" destOrd="0" parTransId="{F3ECB013-4BA2-4B49-A8D2-1E70AA23083A}" sibTransId="{224188CB-1F4F-46F7-BE67-3ABE15CA4CC1}"/>
    <dgm:cxn modelId="{D7DC31D4-F261-4D33-AA41-0434AF3368E4}" type="presParOf" srcId="{67F84036-67CB-4E5E-B342-E867D2C89FF6}" destId="{F233D7FB-EBC6-4F87-B3F5-3709AFF0827D}" srcOrd="0" destOrd="0" presId="urn:microsoft.com/office/officeart/2005/8/layout/vList3"/>
    <dgm:cxn modelId="{260D7B38-682E-4AF3-8B13-9BAC290BFE65}" type="presParOf" srcId="{F233D7FB-EBC6-4F87-B3F5-3709AFF0827D}" destId="{D403E690-CF58-4640-86B3-07C97698C213}" srcOrd="0" destOrd="0" presId="urn:microsoft.com/office/officeart/2005/8/layout/vList3"/>
    <dgm:cxn modelId="{A1C7AC59-AC2A-4B03-98C1-EA53370DB24E}" type="presParOf" srcId="{F233D7FB-EBC6-4F87-B3F5-3709AFF0827D}" destId="{E4D727B1-AD93-4BF0-BA13-E5EFAF9D5E22}" srcOrd="1" destOrd="0" presId="urn:microsoft.com/office/officeart/2005/8/layout/vList3"/>
    <dgm:cxn modelId="{A6941D29-0314-4D72-BC09-88D88DE3A425}" type="presParOf" srcId="{67F84036-67CB-4E5E-B342-E867D2C89FF6}" destId="{1B2FFD5B-603A-4D27-95AB-53A1AA3CCF76}" srcOrd="1" destOrd="0" presId="urn:microsoft.com/office/officeart/2005/8/layout/vList3"/>
    <dgm:cxn modelId="{C708B7FA-54DB-449B-9B26-108AFF92CDF8}" type="presParOf" srcId="{67F84036-67CB-4E5E-B342-E867D2C89FF6}" destId="{87D611C7-7FAD-4F02-BF8A-C4B02F46D4DC}" srcOrd="2" destOrd="0" presId="urn:microsoft.com/office/officeart/2005/8/layout/vList3"/>
    <dgm:cxn modelId="{87DC29D6-0239-4408-9BD1-078243AA6A74}" type="presParOf" srcId="{87D611C7-7FAD-4F02-BF8A-C4B02F46D4DC}" destId="{1FFB9609-33DD-48B7-B359-C8F199EE67FE}" srcOrd="0" destOrd="0" presId="urn:microsoft.com/office/officeart/2005/8/layout/vList3"/>
    <dgm:cxn modelId="{08605CE0-45D6-4952-ADFA-3086D9E181AD}" type="presParOf" srcId="{87D611C7-7FAD-4F02-BF8A-C4B02F46D4DC}" destId="{DD1C9205-6642-452A-9F83-DCCD047B6E4D}" srcOrd="1" destOrd="0" presId="urn:microsoft.com/office/officeart/2005/8/layout/vList3"/>
    <dgm:cxn modelId="{24CE27F6-59BE-42E8-8119-FF79B68F7AE2}" type="presParOf" srcId="{67F84036-67CB-4E5E-B342-E867D2C89FF6}" destId="{A16C061E-E7CC-47F2-BAF0-1DE8DEEE003B}" srcOrd="3" destOrd="0" presId="urn:microsoft.com/office/officeart/2005/8/layout/vList3"/>
    <dgm:cxn modelId="{1BDBDB40-C24E-4A3B-87D7-3C77A35B5750}" type="presParOf" srcId="{67F84036-67CB-4E5E-B342-E867D2C89FF6}" destId="{E639C16E-BA59-4E02-B1C2-86B6F3A9556F}" srcOrd="4" destOrd="0" presId="urn:microsoft.com/office/officeart/2005/8/layout/vList3"/>
    <dgm:cxn modelId="{96012F99-8953-4831-A4FC-B4B1F5167BAA}" type="presParOf" srcId="{E639C16E-BA59-4E02-B1C2-86B6F3A9556F}" destId="{F4A8BF33-D2D5-434C-BFEC-1CCA75B634CA}" srcOrd="0" destOrd="0" presId="urn:microsoft.com/office/officeart/2005/8/layout/vList3"/>
    <dgm:cxn modelId="{3EDE9247-7B73-4C0F-AE44-2FBB64D5809A}" type="presParOf" srcId="{E639C16E-BA59-4E02-B1C2-86B6F3A9556F}" destId="{686B328B-BFB9-4470-9593-76429285F39A}" srcOrd="1" destOrd="0" presId="urn:microsoft.com/office/officeart/2005/8/layout/vList3"/>
    <dgm:cxn modelId="{B436BFE9-9550-4F45-9B27-3078F4E2E660}" type="presParOf" srcId="{67F84036-67CB-4E5E-B342-E867D2C89FF6}" destId="{8E84D63C-642F-489C-9453-B947D985F910}" srcOrd="5" destOrd="0" presId="urn:microsoft.com/office/officeart/2005/8/layout/vList3"/>
    <dgm:cxn modelId="{072B972E-9DC9-4EAB-940B-4D3B514B4BC1}" type="presParOf" srcId="{67F84036-67CB-4E5E-B342-E867D2C89FF6}" destId="{453516A5-BACB-4835-8528-D7D2E40088B8}" srcOrd="6" destOrd="0" presId="urn:microsoft.com/office/officeart/2005/8/layout/vList3"/>
    <dgm:cxn modelId="{5AF6173A-651C-40F4-A349-078C6DE1D5DB}" type="presParOf" srcId="{453516A5-BACB-4835-8528-D7D2E40088B8}" destId="{949FE29D-8A13-41E0-962A-C3035A0CE2C1}" srcOrd="0" destOrd="0" presId="urn:microsoft.com/office/officeart/2005/8/layout/vList3"/>
    <dgm:cxn modelId="{E884F41E-473F-4FB9-BA05-9F4440B891D6}" type="presParOf" srcId="{453516A5-BACB-4835-8528-D7D2E40088B8}" destId="{87890EAE-D504-4B14-94B0-21A5D4F258A7}" srcOrd="1" destOrd="0" presId="urn:microsoft.com/office/officeart/2005/8/layout/vList3"/>
    <dgm:cxn modelId="{954FB8A3-FE8E-4344-BDF1-A5B9E394D931}" type="presParOf" srcId="{67F84036-67CB-4E5E-B342-E867D2C89FF6}" destId="{0F600454-DC90-4FCD-8E65-6A2F3745C9A1}" srcOrd="7" destOrd="0" presId="urn:microsoft.com/office/officeart/2005/8/layout/vList3"/>
    <dgm:cxn modelId="{033A88AE-4B29-47FD-829A-4925FD4F2A5E}" type="presParOf" srcId="{67F84036-67CB-4E5E-B342-E867D2C89FF6}" destId="{348C0E95-8B01-407F-A32A-F2F4E2110D5C}" srcOrd="8" destOrd="0" presId="urn:microsoft.com/office/officeart/2005/8/layout/vList3"/>
    <dgm:cxn modelId="{CD0DA302-642E-403C-93AF-FFD48F659C7A}" type="presParOf" srcId="{348C0E95-8B01-407F-A32A-F2F4E2110D5C}" destId="{5F95F2B2-495F-4DDC-A33F-E7D3E054C0C1}" srcOrd="0" destOrd="0" presId="urn:microsoft.com/office/officeart/2005/8/layout/vList3"/>
    <dgm:cxn modelId="{8859C3FD-0B86-408B-861F-2DBEDD724B0A}" type="presParOf" srcId="{348C0E95-8B01-407F-A32A-F2F4E2110D5C}" destId="{E72A296B-BBA7-4575-9228-D7358189EA3F}" srcOrd="1" destOrd="0" presId="urn:microsoft.com/office/officeart/2005/8/layout/vList3"/>
    <dgm:cxn modelId="{43BC794A-0AE9-4A3F-B790-A0993A45F2DD}" type="presParOf" srcId="{67F84036-67CB-4E5E-B342-E867D2C89FF6}" destId="{BDE719BD-20DD-4B07-A0FF-2098F7FC6247}" srcOrd="9" destOrd="0" presId="urn:microsoft.com/office/officeart/2005/8/layout/vList3"/>
    <dgm:cxn modelId="{D7FE8B13-9AC1-479C-B130-1F966B1E9BEE}" type="presParOf" srcId="{67F84036-67CB-4E5E-B342-E867D2C89FF6}" destId="{838A8A91-6C35-49F2-964A-C2C89A62AC89}" srcOrd="10" destOrd="0" presId="urn:microsoft.com/office/officeart/2005/8/layout/vList3"/>
    <dgm:cxn modelId="{F6592336-2D0C-4988-BF7A-E10BDA0ED590}" type="presParOf" srcId="{838A8A91-6C35-49F2-964A-C2C89A62AC89}" destId="{CCAC5801-A5AC-4978-BD6F-2E623E8CF180}" srcOrd="0" destOrd="0" presId="urn:microsoft.com/office/officeart/2005/8/layout/vList3"/>
    <dgm:cxn modelId="{A63BED48-9F66-4496-B34A-48E206794CFC}" type="presParOf" srcId="{838A8A91-6C35-49F2-964A-C2C89A62AC89}" destId="{FED79493-4E4C-405B-AFDE-DA33BDB1102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E084A4CB-8326-444C-B19B-3B49E883CA8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C9DF8AE-79C9-4A02-A349-944A6AAF0346}">
      <dgm:prSet/>
      <dgm:spPr/>
      <dgm:t>
        <a:bodyPr/>
        <a:lstStyle/>
        <a:p>
          <a:r>
            <a:rPr lang="uk-UA" b="0" i="0"/>
            <a:t>індустріалізація, колективізація, «культурна революція», депортація, репресії</a:t>
          </a:r>
          <a:endParaRPr lang="uk-UA"/>
        </a:p>
      </dgm:t>
    </dgm:pt>
    <dgm:pt modelId="{525AD161-90D7-4B5E-BB30-02E103B8D9A2}" type="parTrans" cxnId="{0E12A6AF-401A-4A9F-B76D-B28A2112C26B}">
      <dgm:prSet/>
      <dgm:spPr/>
      <dgm:t>
        <a:bodyPr/>
        <a:lstStyle/>
        <a:p>
          <a:endParaRPr lang="uk-UA"/>
        </a:p>
      </dgm:t>
    </dgm:pt>
    <dgm:pt modelId="{859DDC59-356E-4699-B75D-2E30B00B4F23}" type="sibTrans" cxnId="{0E12A6AF-401A-4A9F-B76D-B28A2112C26B}">
      <dgm:prSet/>
      <dgm:spPr/>
      <dgm:t>
        <a:bodyPr/>
        <a:lstStyle/>
        <a:p>
          <a:endParaRPr lang="uk-UA"/>
        </a:p>
      </dgm:t>
    </dgm:pt>
    <dgm:pt modelId="{6AB64FD9-5ECB-4DC2-9B7A-C5B3CA7E50C9}">
      <dgm:prSet/>
      <dgm:spPr/>
      <dgm:t>
        <a:bodyPr/>
        <a:lstStyle/>
        <a:p>
          <a:r>
            <a:rPr lang="uk-UA" b="0" i="0"/>
            <a:t>індустріалізація, кооперація, волюнтаризм, «культурна революція», депортація</a:t>
          </a:r>
          <a:endParaRPr lang="uk-UA"/>
        </a:p>
      </dgm:t>
    </dgm:pt>
    <dgm:pt modelId="{6A40E843-2CA5-43A3-96F4-04255D4E9B6B}" type="parTrans" cxnId="{EFCEB264-9431-4160-BBCC-658A519D075E}">
      <dgm:prSet/>
      <dgm:spPr/>
      <dgm:t>
        <a:bodyPr/>
        <a:lstStyle/>
        <a:p>
          <a:endParaRPr lang="uk-UA"/>
        </a:p>
      </dgm:t>
    </dgm:pt>
    <dgm:pt modelId="{CC22BBA9-DB5D-453D-A65E-4A5BBA30B7D5}" type="sibTrans" cxnId="{EFCEB264-9431-4160-BBCC-658A519D075E}">
      <dgm:prSet/>
      <dgm:spPr/>
      <dgm:t>
        <a:bodyPr/>
        <a:lstStyle/>
        <a:p>
          <a:endParaRPr lang="uk-UA"/>
        </a:p>
      </dgm:t>
    </dgm:pt>
    <dgm:pt modelId="{0E8BD515-3A5E-4019-BB87-697CA81203D4}">
      <dgm:prSet/>
      <dgm:spPr/>
      <dgm:t>
        <a:bodyPr/>
        <a:lstStyle/>
        <a:p>
          <a:r>
            <a:rPr lang="uk-UA" b="0" i="0"/>
            <a:t>раднаргоспи, колективізація, депортація, прискорення, політична реабілітація</a:t>
          </a:r>
          <a:endParaRPr lang="uk-UA"/>
        </a:p>
      </dgm:t>
    </dgm:pt>
    <dgm:pt modelId="{B1CCD0BD-0FD0-47CE-90FE-59C6BAE3C7A3}" type="parTrans" cxnId="{9D25BAC6-5789-4C60-8CE8-1FF4495671A6}">
      <dgm:prSet/>
      <dgm:spPr/>
      <dgm:t>
        <a:bodyPr/>
        <a:lstStyle/>
        <a:p>
          <a:endParaRPr lang="uk-UA"/>
        </a:p>
      </dgm:t>
    </dgm:pt>
    <dgm:pt modelId="{68BCD9A9-9501-4AB3-B4AF-CDC2C2FBD76A}" type="sibTrans" cxnId="{9D25BAC6-5789-4C60-8CE8-1FF4495671A6}">
      <dgm:prSet/>
      <dgm:spPr/>
      <dgm:t>
        <a:bodyPr/>
        <a:lstStyle/>
        <a:p>
          <a:endParaRPr lang="uk-UA"/>
        </a:p>
      </dgm:t>
    </dgm:pt>
    <dgm:pt modelId="{5A9BBF5F-893D-4257-B51A-53144B656024}">
      <dgm:prSet/>
      <dgm:spPr/>
      <dgm:t>
        <a:bodyPr/>
        <a:lstStyle/>
        <a:p>
          <a:r>
            <a:rPr lang="uk-UA" b="0" i="0"/>
            <a:t>операція «Вісла», розкуркулювання, мобілізація, голодомор, «саморозпуск» УГКЦ</a:t>
          </a:r>
          <a:endParaRPr lang="uk-UA"/>
        </a:p>
      </dgm:t>
    </dgm:pt>
    <dgm:pt modelId="{94F5AD31-E8DF-4726-AAC6-67225B7E73E8}" type="parTrans" cxnId="{C6C49718-F4D3-4379-A1B7-EE31D6FE4073}">
      <dgm:prSet/>
      <dgm:spPr/>
      <dgm:t>
        <a:bodyPr/>
        <a:lstStyle/>
        <a:p>
          <a:endParaRPr lang="uk-UA"/>
        </a:p>
      </dgm:t>
    </dgm:pt>
    <dgm:pt modelId="{06BA7281-4A54-4720-A787-F9F6EB12C847}" type="sibTrans" cxnId="{C6C49718-F4D3-4379-A1B7-EE31D6FE4073}">
      <dgm:prSet/>
      <dgm:spPr/>
      <dgm:t>
        <a:bodyPr/>
        <a:lstStyle/>
        <a:p>
          <a:endParaRPr lang="uk-UA"/>
        </a:p>
      </dgm:t>
    </dgm:pt>
    <dgm:pt modelId="{4014664F-558F-4ED6-A556-1C7B8419723F}" type="pres">
      <dgm:prSet presAssocID="{E084A4CB-8326-444C-B19B-3B49E883CA86}" presName="linear" presStyleCnt="0">
        <dgm:presLayoutVars>
          <dgm:animLvl val="lvl"/>
          <dgm:resizeHandles val="exact"/>
        </dgm:presLayoutVars>
      </dgm:prSet>
      <dgm:spPr/>
    </dgm:pt>
    <dgm:pt modelId="{11631459-C0B2-40C6-8BB8-2DD2EF72B9C4}" type="pres">
      <dgm:prSet presAssocID="{2C9DF8AE-79C9-4A02-A349-944A6AAF034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63A4A4A-06E6-498E-A5A9-E81433E6A105}" type="pres">
      <dgm:prSet presAssocID="{859DDC59-356E-4699-B75D-2E30B00B4F23}" presName="spacer" presStyleCnt="0"/>
      <dgm:spPr/>
    </dgm:pt>
    <dgm:pt modelId="{F25E3E49-09AB-467B-A267-49565B9205D1}" type="pres">
      <dgm:prSet presAssocID="{6AB64FD9-5ECB-4DC2-9B7A-C5B3CA7E50C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6537401-0294-475F-85E8-EBA1385B539C}" type="pres">
      <dgm:prSet presAssocID="{CC22BBA9-DB5D-453D-A65E-4A5BBA30B7D5}" presName="spacer" presStyleCnt="0"/>
      <dgm:spPr/>
    </dgm:pt>
    <dgm:pt modelId="{9899DDC9-60B8-4B98-90A3-AD0D7589BC45}" type="pres">
      <dgm:prSet presAssocID="{0E8BD515-3A5E-4019-BB87-697CA81203D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1BE5EC2-F062-4A13-AAA3-D914D142AA86}" type="pres">
      <dgm:prSet presAssocID="{68BCD9A9-9501-4AB3-B4AF-CDC2C2FBD76A}" presName="spacer" presStyleCnt="0"/>
      <dgm:spPr/>
    </dgm:pt>
    <dgm:pt modelId="{D705ADD3-B643-4FF8-92A5-73AABDE49239}" type="pres">
      <dgm:prSet presAssocID="{5A9BBF5F-893D-4257-B51A-53144B65602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E051D13-54F8-4A31-89D3-9DD4830886C1}" type="presOf" srcId="{6AB64FD9-5ECB-4DC2-9B7A-C5B3CA7E50C9}" destId="{F25E3E49-09AB-467B-A267-49565B9205D1}" srcOrd="0" destOrd="0" presId="urn:microsoft.com/office/officeart/2005/8/layout/vList2"/>
    <dgm:cxn modelId="{C6C49718-F4D3-4379-A1B7-EE31D6FE4073}" srcId="{E084A4CB-8326-444C-B19B-3B49E883CA86}" destId="{5A9BBF5F-893D-4257-B51A-53144B656024}" srcOrd="3" destOrd="0" parTransId="{94F5AD31-E8DF-4726-AAC6-67225B7E73E8}" sibTransId="{06BA7281-4A54-4720-A787-F9F6EB12C847}"/>
    <dgm:cxn modelId="{256EA52D-7DBE-4C0C-9733-D243D1A93E29}" type="presOf" srcId="{5A9BBF5F-893D-4257-B51A-53144B656024}" destId="{D705ADD3-B643-4FF8-92A5-73AABDE49239}" srcOrd="0" destOrd="0" presId="urn:microsoft.com/office/officeart/2005/8/layout/vList2"/>
    <dgm:cxn modelId="{EFCEB264-9431-4160-BBCC-658A519D075E}" srcId="{E084A4CB-8326-444C-B19B-3B49E883CA86}" destId="{6AB64FD9-5ECB-4DC2-9B7A-C5B3CA7E50C9}" srcOrd="1" destOrd="0" parTransId="{6A40E843-2CA5-43A3-96F4-04255D4E9B6B}" sibTransId="{CC22BBA9-DB5D-453D-A65E-4A5BBA30B7D5}"/>
    <dgm:cxn modelId="{5EAD8E83-76E6-4BFA-8763-CF1F471E858A}" type="presOf" srcId="{E084A4CB-8326-444C-B19B-3B49E883CA86}" destId="{4014664F-558F-4ED6-A556-1C7B8419723F}" srcOrd="0" destOrd="0" presId="urn:microsoft.com/office/officeart/2005/8/layout/vList2"/>
    <dgm:cxn modelId="{0E12A6AF-401A-4A9F-B76D-B28A2112C26B}" srcId="{E084A4CB-8326-444C-B19B-3B49E883CA86}" destId="{2C9DF8AE-79C9-4A02-A349-944A6AAF0346}" srcOrd="0" destOrd="0" parTransId="{525AD161-90D7-4B5E-BB30-02E103B8D9A2}" sibTransId="{859DDC59-356E-4699-B75D-2E30B00B4F23}"/>
    <dgm:cxn modelId="{9D25BAC6-5789-4C60-8CE8-1FF4495671A6}" srcId="{E084A4CB-8326-444C-B19B-3B49E883CA86}" destId="{0E8BD515-3A5E-4019-BB87-697CA81203D4}" srcOrd="2" destOrd="0" parTransId="{B1CCD0BD-0FD0-47CE-90FE-59C6BAE3C7A3}" sibTransId="{68BCD9A9-9501-4AB3-B4AF-CDC2C2FBD76A}"/>
    <dgm:cxn modelId="{383AFBCD-4C91-4435-A29D-DCF244B986E1}" type="presOf" srcId="{0E8BD515-3A5E-4019-BB87-697CA81203D4}" destId="{9899DDC9-60B8-4B98-90A3-AD0D7589BC45}" srcOrd="0" destOrd="0" presId="urn:microsoft.com/office/officeart/2005/8/layout/vList2"/>
    <dgm:cxn modelId="{0A044DEF-EC0D-4B63-B409-F41FDA530E53}" type="presOf" srcId="{2C9DF8AE-79C9-4A02-A349-944A6AAF0346}" destId="{11631459-C0B2-40C6-8BB8-2DD2EF72B9C4}" srcOrd="0" destOrd="0" presId="urn:microsoft.com/office/officeart/2005/8/layout/vList2"/>
    <dgm:cxn modelId="{78716989-25D5-4757-AD82-F4461ECA0058}" type="presParOf" srcId="{4014664F-558F-4ED6-A556-1C7B8419723F}" destId="{11631459-C0B2-40C6-8BB8-2DD2EF72B9C4}" srcOrd="0" destOrd="0" presId="urn:microsoft.com/office/officeart/2005/8/layout/vList2"/>
    <dgm:cxn modelId="{148553C2-3DD5-4010-A3F7-A321E28DF7DB}" type="presParOf" srcId="{4014664F-558F-4ED6-A556-1C7B8419723F}" destId="{763A4A4A-06E6-498E-A5A9-E81433E6A105}" srcOrd="1" destOrd="0" presId="urn:microsoft.com/office/officeart/2005/8/layout/vList2"/>
    <dgm:cxn modelId="{8353159D-3021-4181-B318-AC48E734AAC5}" type="presParOf" srcId="{4014664F-558F-4ED6-A556-1C7B8419723F}" destId="{F25E3E49-09AB-467B-A267-49565B9205D1}" srcOrd="2" destOrd="0" presId="urn:microsoft.com/office/officeart/2005/8/layout/vList2"/>
    <dgm:cxn modelId="{60C01C9A-5EDB-4027-88FB-8B0E0FC761B9}" type="presParOf" srcId="{4014664F-558F-4ED6-A556-1C7B8419723F}" destId="{46537401-0294-475F-85E8-EBA1385B539C}" srcOrd="3" destOrd="0" presId="urn:microsoft.com/office/officeart/2005/8/layout/vList2"/>
    <dgm:cxn modelId="{EC865B9A-BE29-4C66-972E-0B1C7B6E14F3}" type="presParOf" srcId="{4014664F-558F-4ED6-A556-1C7B8419723F}" destId="{9899DDC9-60B8-4B98-90A3-AD0D7589BC45}" srcOrd="4" destOrd="0" presId="urn:microsoft.com/office/officeart/2005/8/layout/vList2"/>
    <dgm:cxn modelId="{93DAE0BE-7AF7-4A55-A750-ABC61BD38F6E}" type="presParOf" srcId="{4014664F-558F-4ED6-A556-1C7B8419723F}" destId="{F1BE5EC2-F062-4A13-AAA3-D914D142AA86}" srcOrd="5" destOrd="0" presId="urn:microsoft.com/office/officeart/2005/8/layout/vList2"/>
    <dgm:cxn modelId="{CCD10130-42BF-4A8C-B952-DA32FC3821FD}" type="presParOf" srcId="{4014664F-558F-4ED6-A556-1C7B8419723F}" destId="{D705ADD3-B643-4FF8-92A5-73AABDE4923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76815000-2945-4C96-AA40-77AF20DB602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5C8B983-DC28-400A-B09B-082BBED00FAE}">
      <dgm:prSet/>
      <dgm:spPr/>
      <dgm:t>
        <a:bodyPr/>
        <a:lstStyle/>
        <a:p>
          <a:r>
            <a:rPr lang="ru-RU" b="0" i="0"/>
            <a:t>колективізації сільського господарства.</a:t>
          </a:r>
          <a:endParaRPr lang="uk-UA"/>
        </a:p>
      </dgm:t>
    </dgm:pt>
    <dgm:pt modelId="{87FCFF83-8E11-4EB4-BE01-C6D4DC76605B}" type="parTrans" cxnId="{DE723EC3-364D-4F78-9315-B79CC89B9CCA}">
      <dgm:prSet/>
      <dgm:spPr/>
      <dgm:t>
        <a:bodyPr/>
        <a:lstStyle/>
        <a:p>
          <a:endParaRPr lang="uk-UA"/>
        </a:p>
      </dgm:t>
    </dgm:pt>
    <dgm:pt modelId="{0577346A-2935-40E1-BF13-2BABA0228FC1}" type="sibTrans" cxnId="{DE723EC3-364D-4F78-9315-B79CC89B9CCA}">
      <dgm:prSet/>
      <dgm:spPr/>
      <dgm:t>
        <a:bodyPr/>
        <a:lstStyle/>
        <a:p>
          <a:endParaRPr lang="uk-UA"/>
        </a:p>
      </dgm:t>
    </dgm:pt>
    <dgm:pt modelId="{787082CE-F9CA-4982-8B94-BE9F1F4AD7C6}">
      <dgm:prSet/>
      <dgm:spPr/>
      <dgm:t>
        <a:bodyPr/>
        <a:lstStyle/>
        <a:p>
          <a:r>
            <a:rPr lang="ru-RU" b="0" i="0" dirty="0" err="1"/>
            <a:t>відбудови</a:t>
          </a:r>
          <a:r>
            <a:rPr lang="ru-RU" b="0" i="0" dirty="0"/>
            <a:t> народного </a:t>
          </a:r>
          <a:r>
            <a:rPr lang="ru-RU" b="0" i="0" dirty="0" err="1"/>
            <a:t>господарства</a:t>
          </a:r>
          <a:r>
            <a:rPr lang="ru-RU" b="0" i="0" dirty="0"/>
            <a:t>.</a:t>
          </a:r>
          <a:endParaRPr lang="uk-UA" dirty="0"/>
        </a:p>
      </dgm:t>
    </dgm:pt>
    <dgm:pt modelId="{A6C03DD2-E410-4986-A050-0DC2311E30B7}" type="parTrans" cxnId="{6960CBDA-EE63-4456-8208-BECD107CD4B3}">
      <dgm:prSet/>
      <dgm:spPr/>
      <dgm:t>
        <a:bodyPr/>
        <a:lstStyle/>
        <a:p>
          <a:endParaRPr lang="uk-UA"/>
        </a:p>
      </dgm:t>
    </dgm:pt>
    <dgm:pt modelId="{5ABBDDCC-353C-42FD-AD23-893B96F94B77}" type="sibTrans" cxnId="{6960CBDA-EE63-4456-8208-BECD107CD4B3}">
      <dgm:prSet/>
      <dgm:spPr/>
      <dgm:t>
        <a:bodyPr/>
        <a:lstStyle/>
        <a:p>
          <a:endParaRPr lang="uk-UA"/>
        </a:p>
      </dgm:t>
    </dgm:pt>
    <dgm:pt modelId="{8D8E2431-42FE-486A-9C87-450023BA9A25}">
      <dgm:prSet/>
      <dgm:spPr/>
      <dgm:t>
        <a:bodyPr/>
        <a:lstStyle/>
        <a:p>
          <a:r>
            <a:rPr lang="ru-RU" b="0" i="0"/>
            <a:t>індустріалізації промисловості.</a:t>
          </a:r>
          <a:endParaRPr lang="uk-UA"/>
        </a:p>
      </dgm:t>
    </dgm:pt>
    <dgm:pt modelId="{D30BED5A-B47C-41CB-B1C2-E607C36EF9B5}" type="parTrans" cxnId="{9126FBA0-2BFF-4AB1-8769-9C62ACB25865}">
      <dgm:prSet/>
      <dgm:spPr/>
      <dgm:t>
        <a:bodyPr/>
        <a:lstStyle/>
        <a:p>
          <a:endParaRPr lang="uk-UA"/>
        </a:p>
      </dgm:t>
    </dgm:pt>
    <dgm:pt modelId="{B5626A60-898B-4CCD-8B07-3ACECEC1476E}" type="sibTrans" cxnId="{9126FBA0-2BFF-4AB1-8769-9C62ACB25865}">
      <dgm:prSet/>
      <dgm:spPr/>
      <dgm:t>
        <a:bodyPr/>
        <a:lstStyle/>
        <a:p>
          <a:endParaRPr lang="uk-UA"/>
        </a:p>
      </dgm:t>
    </dgm:pt>
    <dgm:pt modelId="{6CF344EC-F3ED-4A1A-A6B4-AE7438E64C0F}">
      <dgm:prSet/>
      <dgm:spPr/>
      <dgm:t>
        <a:bodyPr/>
        <a:lstStyle/>
        <a:p>
          <a:r>
            <a:rPr lang="ru-RU" b="0" i="0"/>
            <a:t>культурної революції.</a:t>
          </a:r>
          <a:endParaRPr lang="uk-UA"/>
        </a:p>
      </dgm:t>
    </dgm:pt>
    <dgm:pt modelId="{52FCC228-503B-4DF8-A671-580F9B181B3C}" type="parTrans" cxnId="{EEF85642-DF38-4947-BAB5-91CCB21A95CF}">
      <dgm:prSet/>
      <dgm:spPr/>
      <dgm:t>
        <a:bodyPr/>
        <a:lstStyle/>
        <a:p>
          <a:endParaRPr lang="uk-UA"/>
        </a:p>
      </dgm:t>
    </dgm:pt>
    <dgm:pt modelId="{8533A225-48AA-4F50-B66D-822E89AC57AF}" type="sibTrans" cxnId="{EEF85642-DF38-4947-BAB5-91CCB21A95CF}">
      <dgm:prSet/>
      <dgm:spPr/>
      <dgm:t>
        <a:bodyPr/>
        <a:lstStyle/>
        <a:p>
          <a:endParaRPr lang="uk-UA"/>
        </a:p>
      </dgm:t>
    </dgm:pt>
    <dgm:pt modelId="{0E8BD4CE-A6E0-4C51-A180-B28D6253A77A}" type="pres">
      <dgm:prSet presAssocID="{76815000-2945-4C96-AA40-77AF20DB6029}" presName="linear" presStyleCnt="0">
        <dgm:presLayoutVars>
          <dgm:animLvl val="lvl"/>
          <dgm:resizeHandles val="exact"/>
        </dgm:presLayoutVars>
      </dgm:prSet>
      <dgm:spPr/>
    </dgm:pt>
    <dgm:pt modelId="{74027CAF-2554-4BA9-BE00-54D2471D18DF}" type="pres">
      <dgm:prSet presAssocID="{95C8B983-DC28-400A-B09B-082BBED00FA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6B99D2E-D036-487D-A3BE-979A114BCEE4}" type="pres">
      <dgm:prSet presAssocID="{0577346A-2935-40E1-BF13-2BABA0228FC1}" presName="spacer" presStyleCnt="0"/>
      <dgm:spPr/>
    </dgm:pt>
    <dgm:pt modelId="{9B715F53-9383-40F2-8D9E-5B70D26C7CA9}" type="pres">
      <dgm:prSet presAssocID="{787082CE-F9CA-4982-8B94-BE9F1F4AD7C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1B485C4-E230-48A3-9559-8803FA6CAFF2}" type="pres">
      <dgm:prSet presAssocID="{5ABBDDCC-353C-42FD-AD23-893B96F94B77}" presName="spacer" presStyleCnt="0"/>
      <dgm:spPr/>
    </dgm:pt>
    <dgm:pt modelId="{E944C296-0C45-4EA8-A26E-8F8AE93C1B4A}" type="pres">
      <dgm:prSet presAssocID="{8D8E2431-42FE-486A-9C87-450023BA9A2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8A233BD-ED8A-487E-ABB5-B228E2D3814B}" type="pres">
      <dgm:prSet presAssocID="{B5626A60-898B-4CCD-8B07-3ACECEC1476E}" presName="spacer" presStyleCnt="0"/>
      <dgm:spPr/>
    </dgm:pt>
    <dgm:pt modelId="{16A58B77-6CBE-4044-A906-AD4FF0A4CB13}" type="pres">
      <dgm:prSet presAssocID="{6CF344EC-F3ED-4A1A-A6B4-AE7438E64C0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11CF303-4EC9-4E4A-AD16-B5D418D2E269}" type="presOf" srcId="{95C8B983-DC28-400A-B09B-082BBED00FAE}" destId="{74027CAF-2554-4BA9-BE00-54D2471D18DF}" srcOrd="0" destOrd="0" presId="urn:microsoft.com/office/officeart/2005/8/layout/vList2"/>
    <dgm:cxn modelId="{4199FF35-889D-410C-B302-7DC08254F7DE}" type="presOf" srcId="{6CF344EC-F3ED-4A1A-A6B4-AE7438E64C0F}" destId="{16A58B77-6CBE-4044-A906-AD4FF0A4CB13}" srcOrd="0" destOrd="0" presId="urn:microsoft.com/office/officeart/2005/8/layout/vList2"/>
    <dgm:cxn modelId="{EEF85642-DF38-4947-BAB5-91CCB21A95CF}" srcId="{76815000-2945-4C96-AA40-77AF20DB6029}" destId="{6CF344EC-F3ED-4A1A-A6B4-AE7438E64C0F}" srcOrd="3" destOrd="0" parTransId="{52FCC228-503B-4DF8-A671-580F9B181B3C}" sibTransId="{8533A225-48AA-4F50-B66D-822E89AC57AF}"/>
    <dgm:cxn modelId="{96319359-140C-4817-AE5A-E86819B35B7F}" type="presOf" srcId="{787082CE-F9CA-4982-8B94-BE9F1F4AD7C6}" destId="{9B715F53-9383-40F2-8D9E-5B70D26C7CA9}" srcOrd="0" destOrd="0" presId="urn:microsoft.com/office/officeart/2005/8/layout/vList2"/>
    <dgm:cxn modelId="{9126FBA0-2BFF-4AB1-8769-9C62ACB25865}" srcId="{76815000-2945-4C96-AA40-77AF20DB6029}" destId="{8D8E2431-42FE-486A-9C87-450023BA9A25}" srcOrd="2" destOrd="0" parTransId="{D30BED5A-B47C-41CB-B1C2-E607C36EF9B5}" sibTransId="{B5626A60-898B-4CCD-8B07-3ACECEC1476E}"/>
    <dgm:cxn modelId="{DE723EC3-364D-4F78-9315-B79CC89B9CCA}" srcId="{76815000-2945-4C96-AA40-77AF20DB6029}" destId="{95C8B983-DC28-400A-B09B-082BBED00FAE}" srcOrd="0" destOrd="0" parTransId="{87FCFF83-8E11-4EB4-BE01-C6D4DC76605B}" sibTransId="{0577346A-2935-40E1-BF13-2BABA0228FC1}"/>
    <dgm:cxn modelId="{9B6CFEC5-9281-498E-9A73-D087999F84E2}" type="presOf" srcId="{76815000-2945-4C96-AA40-77AF20DB6029}" destId="{0E8BD4CE-A6E0-4C51-A180-B28D6253A77A}" srcOrd="0" destOrd="0" presId="urn:microsoft.com/office/officeart/2005/8/layout/vList2"/>
    <dgm:cxn modelId="{6960CBDA-EE63-4456-8208-BECD107CD4B3}" srcId="{76815000-2945-4C96-AA40-77AF20DB6029}" destId="{787082CE-F9CA-4982-8B94-BE9F1F4AD7C6}" srcOrd="1" destOrd="0" parTransId="{A6C03DD2-E410-4986-A050-0DC2311E30B7}" sibTransId="{5ABBDDCC-353C-42FD-AD23-893B96F94B77}"/>
    <dgm:cxn modelId="{5A894ADF-9EB2-4A0D-8D03-30C530499B34}" type="presOf" srcId="{8D8E2431-42FE-486A-9C87-450023BA9A25}" destId="{E944C296-0C45-4EA8-A26E-8F8AE93C1B4A}" srcOrd="0" destOrd="0" presId="urn:microsoft.com/office/officeart/2005/8/layout/vList2"/>
    <dgm:cxn modelId="{FA45B975-D6FC-440C-BB76-093C3F51E755}" type="presParOf" srcId="{0E8BD4CE-A6E0-4C51-A180-B28D6253A77A}" destId="{74027CAF-2554-4BA9-BE00-54D2471D18DF}" srcOrd="0" destOrd="0" presId="urn:microsoft.com/office/officeart/2005/8/layout/vList2"/>
    <dgm:cxn modelId="{566AB68E-477C-4DD2-8B53-6EA0D74D5131}" type="presParOf" srcId="{0E8BD4CE-A6E0-4C51-A180-B28D6253A77A}" destId="{36B99D2E-D036-487D-A3BE-979A114BCEE4}" srcOrd="1" destOrd="0" presId="urn:microsoft.com/office/officeart/2005/8/layout/vList2"/>
    <dgm:cxn modelId="{3302D863-D356-47C6-B062-B551ADEECEC3}" type="presParOf" srcId="{0E8BD4CE-A6E0-4C51-A180-B28D6253A77A}" destId="{9B715F53-9383-40F2-8D9E-5B70D26C7CA9}" srcOrd="2" destOrd="0" presId="urn:microsoft.com/office/officeart/2005/8/layout/vList2"/>
    <dgm:cxn modelId="{838387D4-47D0-4CC8-A7FE-3C500E8D5FAE}" type="presParOf" srcId="{0E8BD4CE-A6E0-4C51-A180-B28D6253A77A}" destId="{11B485C4-E230-48A3-9559-8803FA6CAFF2}" srcOrd="3" destOrd="0" presId="urn:microsoft.com/office/officeart/2005/8/layout/vList2"/>
    <dgm:cxn modelId="{50C2E51D-DED5-4A00-AA23-9D9DD58C53A9}" type="presParOf" srcId="{0E8BD4CE-A6E0-4C51-A180-B28D6253A77A}" destId="{E944C296-0C45-4EA8-A26E-8F8AE93C1B4A}" srcOrd="4" destOrd="0" presId="urn:microsoft.com/office/officeart/2005/8/layout/vList2"/>
    <dgm:cxn modelId="{9ACC6D19-9D37-4E54-A14F-31297448241A}" type="presParOf" srcId="{0E8BD4CE-A6E0-4C51-A180-B28D6253A77A}" destId="{B8A233BD-ED8A-487E-ABB5-B228E2D3814B}" srcOrd="5" destOrd="0" presId="urn:microsoft.com/office/officeart/2005/8/layout/vList2"/>
    <dgm:cxn modelId="{4DBDF9DA-C945-4361-AEB6-AEBB464A76D8}" type="presParOf" srcId="{0E8BD4CE-A6E0-4C51-A180-B28D6253A77A}" destId="{16A58B77-6CBE-4044-A906-AD4FF0A4CB1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B896005D-3BDA-4F46-9206-C15AED8DA9E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2C295A2-E53F-4C3A-ABE8-572B8BE9E850}">
      <dgm:prSet/>
      <dgm:spPr/>
      <dgm:t>
        <a:bodyPr/>
        <a:lstStyle/>
        <a:p>
          <a:r>
            <a:rPr lang="ru-RU" b="0" i="1"/>
            <a:t>«Вона недостатньо показувала прогресивну роль у житті українського народу російського царя та бояр...»</a:t>
          </a:r>
          <a:endParaRPr lang="uk-UA"/>
        </a:p>
      </dgm:t>
    </dgm:pt>
    <dgm:pt modelId="{8CDBB531-0049-4080-8F1D-892B29EBF36D}" type="parTrans" cxnId="{23E2540A-A022-49BC-96A4-88D2AD59570A}">
      <dgm:prSet/>
      <dgm:spPr/>
      <dgm:t>
        <a:bodyPr/>
        <a:lstStyle/>
        <a:p>
          <a:endParaRPr lang="uk-UA"/>
        </a:p>
      </dgm:t>
    </dgm:pt>
    <dgm:pt modelId="{27CCBA89-8444-4EC7-8745-34F5A01DC7CF}" type="sibTrans" cxnId="{23E2540A-A022-49BC-96A4-88D2AD59570A}">
      <dgm:prSet/>
      <dgm:spPr/>
      <dgm:t>
        <a:bodyPr/>
        <a:lstStyle/>
        <a:p>
          <a:endParaRPr lang="uk-UA"/>
        </a:p>
      </dgm:t>
    </dgm:pt>
    <dgm:pt modelId="{FD7E0305-69D7-475E-82EF-2496937E90D7}">
      <dgm:prSet/>
      <dgm:spPr/>
      <dgm:t>
        <a:bodyPr/>
        <a:lstStyle/>
        <a:p>
          <a:r>
            <a:rPr lang="ru-RU" b="0" i="1"/>
            <a:t>«У ній перебільшена роль Московського царства у визвольній боротьбі українського народу...»</a:t>
          </a:r>
          <a:endParaRPr lang="uk-UA"/>
        </a:p>
      </dgm:t>
    </dgm:pt>
    <dgm:pt modelId="{89C4EB89-B9AE-4680-86CB-D46011F0DD37}" type="parTrans" cxnId="{9436ADA2-ADA4-4C51-AC58-6547D6F7563B}">
      <dgm:prSet/>
      <dgm:spPr/>
      <dgm:t>
        <a:bodyPr/>
        <a:lstStyle/>
        <a:p>
          <a:endParaRPr lang="uk-UA"/>
        </a:p>
      </dgm:t>
    </dgm:pt>
    <dgm:pt modelId="{8D84EE4D-C924-4344-B6AF-4130C60E0128}" type="sibTrans" cxnId="{9436ADA2-ADA4-4C51-AC58-6547D6F7563B}">
      <dgm:prSet/>
      <dgm:spPr/>
      <dgm:t>
        <a:bodyPr/>
        <a:lstStyle/>
        <a:p>
          <a:endParaRPr lang="uk-UA"/>
        </a:p>
      </dgm:t>
    </dgm:pt>
    <dgm:pt modelId="{69C48420-F23C-4068-939D-58A8EADBB22D}">
      <dgm:prSet/>
      <dgm:spPr/>
      <dgm:t>
        <a:bodyPr/>
        <a:lstStyle/>
        <a:p>
          <a:r>
            <a:rPr lang="ru-RU" b="0" i="1"/>
            <a:t>«При написанні лібрето опери автором були знехтувані історичні факти...»</a:t>
          </a:r>
          <a:endParaRPr lang="uk-UA"/>
        </a:p>
      </dgm:t>
    </dgm:pt>
    <dgm:pt modelId="{AB643F10-6D6C-4BB1-B425-5ACBB015A9DC}" type="parTrans" cxnId="{755E0F62-73D7-4615-893A-EA974E4994B1}">
      <dgm:prSet/>
      <dgm:spPr/>
      <dgm:t>
        <a:bodyPr/>
        <a:lstStyle/>
        <a:p>
          <a:endParaRPr lang="uk-UA"/>
        </a:p>
      </dgm:t>
    </dgm:pt>
    <dgm:pt modelId="{BBD9509E-E913-443F-AC7D-68A1B74E804F}" type="sibTrans" cxnId="{755E0F62-73D7-4615-893A-EA974E4994B1}">
      <dgm:prSet/>
      <dgm:spPr/>
      <dgm:t>
        <a:bodyPr/>
        <a:lstStyle/>
        <a:p>
          <a:endParaRPr lang="uk-UA"/>
        </a:p>
      </dgm:t>
    </dgm:pt>
    <dgm:pt modelId="{A3900E3A-A04B-4387-8C94-EB36A12F0C0E}">
      <dgm:prSet/>
      <dgm:spPr/>
      <dgm:t>
        <a:bodyPr/>
        <a:lstStyle/>
        <a:p>
          <a:r>
            <a:rPr lang="ru-RU" b="0" i="1"/>
            <a:t>«У ній перебільшена роль керівника Національно-визвольної війни українського народу середини ХVІІ ст. ...»</a:t>
          </a:r>
          <a:endParaRPr lang="uk-UA"/>
        </a:p>
      </dgm:t>
    </dgm:pt>
    <dgm:pt modelId="{E9658B61-A821-45DD-96E0-C377A799FF1C}" type="parTrans" cxnId="{3F1A2D30-080E-4AAC-AC41-1F33DB89C45B}">
      <dgm:prSet/>
      <dgm:spPr/>
      <dgm:t>
        <a:bodyPr/>
        <a:lstStyle/>
        <a:p>
          <a:endParaRPr lang="uk-UA"/>
        </a:p>
      </dgm:t>
    </dgm:pt>
    <dgm:pt modelId="{93F796A7-CF9D-4D2C-887B-65185E52716E}" type="sibTrans" cxnId="{3F1A2D30-080E-4AAC-AC41-1F33DB89C45B}">
      <dgm:prSet/>
      <dgm:spPr/>
      <dgm:t>
        <a:bodyPr/>
        <a:lstStyle/>
        <a:p>
          <a:endParaRPr lang="uk-UA"/>
        </a:p>
      </dgm:t>
    </dgm:pt>
    <dgm:pt modelId="{5696BF78-9990-457F-A758-6CF120E4F566}" type="pres">
      <dgm:prSet presAssocID="{B896005D-3BDA-4F46-9206-C15AED8DA9E4}" presName="linear" presStyleCnt="0">
        <dgm:presLayoutVars>
          <dgm:animLvl val="lvl"/>
          <dgm:resizeHandles val="exact"/>
        </dgm:presLayoutVars>
      </dgm:prSet>
      <dgm:spPr/>
    </dgm:pt>
    <dgm:pt modelId="{8A063789-F398-4B1E-BAA7-FD2068AF45BE}" type="pres">
      <dgm:prSet presAssocID="{32C295A2-E53F-4C3A-ABE8-572B8BE9E85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2176C59-A22E-44E1-BAF4-F689D418DB4B}" type="pres">
      <dgm:prSet presAssocID="{27CCBA89-8444-4EC7-8745-34F5A01DC7CF}" presName="spacer" presStyleCnt="0"/>
      <dgm:spPr/>
    </dgm:pt>
    <dgm:pt modelId="{65627C9B-31D9-460A-918A-0AA4DE16D9AF}" type="pres">
      <dgm:prSet presAssocID="{FD7E0305-69D7-475E-82EF-2496937E90D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F402C01-F32D-489C-9979-6F97A44ECD55}" type="pres">
      <dgm:prSet presAssocID="{8D84EE4D-C924-4344-B6AF-4130C60E0128}" presName="spacer" presStyleCnt="0"/>
      <dgm:spPr/>
    </dgm:pt>
    <dgm:pt modelId="{BA8D0D31-8A23-432B-AD08-C7B8937258F0}" type="pres">
      <dgm:prSet presAssocID="{69C48420-F23C-4068-939D-58A8EADBB22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6BFB907-BAA3-4DE9-81BB-5E7E0CE65C5E}" type="pres">
      <dgm:prSet presAssocID="{BBD9509E-E913-443F-AC7D-68A1B74E804F}" presName="spacer" presStyleCnt="0"/>
      <dgm:spPr/>
    </dgm:pt>
    <dgm:pt modelId="{484726BB-676A-42A0-B0B2-A0A15D640B92}" type="pres">
      <dgm:prSet presAssocID="{A3900E3A-A04B-4387-8C94-EB36A12F0C0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3E2540A-A022-49BC-96A4-88D2AD59570A}" srcId="{B896005D-3BDA-4F46-9206-C15AED8DA9E4}" destId="{32C295A2-E53F-4C3A-ABE8-572B8BE9E850}" srcOrd="0" destOrd="0" parTransId="{8CDBB531-0049-4080-8F1D-892B29EBF36D}" sibTransId="{27CCBA89-8444-4EC7-8745-34F5A01DC7CF}"/>
    <dgm:cxn modelId="{16A8671C-94E8-41A1-A493-2DF3BFF1DE61}" type="presOf" srcId="{32C295A2-E53F-4C3A-ABE8-572B8BE9E850}" destId="{8A063789-F398-4B1E-BAA7-FD2068AF45BE}" srcOrd="0" destOrd="0" presId="urn:microsoft.com/office/officeart/2005/8/layout/vList2"/>
    <dgm:cxn modelId="{3F1A2D30-080E-4AAC-AC41-1F33DB89C45B}" srcId="{B896005D-3BDA-4F46-9206-C15AED8DA9E4}" destId="{A3900E3A-A04B-4387-8C94-EB36A12F0C0E}" srcOrd="3" destOrd="0" parTransId="{E9658B61-A821-45DD-96E0-C377A799FF1C}" sibTransId="{93F796A7-CF9D-4D2C-887B-65185E52716E}"/>
    <dgm:cxn modelId="{755E0F62-73D7-4615-893A-EA974E4994B1}" srcId="{B896005D-3BDA-4F46-9206-C15AED8DA9E4}" destId="{69C48420-F23C-4068-939D-58A8EADBB22D}" srcOrd="2" destOrd="0" parTransId="{AB643F10-6D6C-4BB1-B425-5ACBB015A9DC}" sibTransId="{BBD9509E-E913-443F-AC7D-68A1B74E804F}"/>
    <dgm:cxn modelId="{F6983A48-8991-4462-98A9-E3933B9B99DB}" type="presOf" srcId="{A3900E3A-A04B-4387-8C94-EB36A12F0C0E}" destId="{484726BB-676A-42A0-B0B2-A0A15D640B92}" srcOrd="0" destOrd="0" presId="urn:microsoft.com/office/officeart/2005/8/layout/vList2"/>
    <dgm:cxn modelId="{B208054E-A867-4C0E-A329-500DAF117B23}" type="presOf" srcId="{B896005D-3BDA-4F46-9206-C15AED8DA9E4}" destId="{5696BF78-9990-457F-A758-6CF120E4F566}" srcOrd="0" destOrd="0" presId="urn:microsoft.com/office/officeart/2005/8/layout/vList2"/>
    <dgm:cxn modelId="{41B5E893-7E5D-4D07-83A3-C9B46A58BABA}" type="presOf" srcId="{69C48420-F23C-4068-939D-58A8EADBB22D}" destId="{BA8D0D31-8A23-432B-AD08-C7B8937258F0}" srcOrd="0" destOrd="0" presId="urn:microsoft.com/office/officeart/2005/8/layout/vList2"/>
    <dgm:cxn modelId="{9436ADA2-ADA4-4C51-AC58-6547D6F7563B}" srcId="{B896005D-3BDA-4F46-9206-C15AED8DA9E4}" destId="{FD7E0305-69D7-475E-82EF-2496937E90D7}" srcOrd="1" destOrd="0" parTransId="{89C4EB89-B9AE-4680-86CB-D46011F0DD37}" sibTransId="{8D84EE4D-C924-4344-B6AF-4130C60E0128}"/>
    <dgm:cxn modelId="{614532BE-FC6C-482C-A7CF-D1E834EC557F}" type="presOf" srcId="{FD7E0305-69D7-475E-82EF-2496937E90D7}" destId="{65627C9B-31D9-460A-918A-0AA4DE16D9AF}" srcOrd="0" destOrd="0" presId="urn:microsoft.com/office/officeart/2005/8/layout/vList2"/>
    <dgm:cxn modelId="{50310341-50AC-41AD-96BF-21976E1F99F3}" type="presParOf" srcId="{5696BF78-9990-457F-A758-6CF120E4F566}" destId="{8A063789-F398-4B1E-BAA7-FD2068AF45BE}" srcOrd="0" destOrd="0" presId="urn:microsoft.com/office/officeart/2005/8/layout/vList2"/>
    <dgm:cxn modelId="{9E8A27F8-7427-486F-91FB-4269A205638B}" type="presParOf" srcId="{5696BF78-9990-457F-A758-6CF120E4F566}" destId="{22176C59-A22E-44E1-BAF4-F689D418DB4B}" srcOrd="1" destOrd="0" presId="urn:microsoft.com/office/officeart/2005/8/layout/vList2"/>
    <dgm:cxn modelId="{CDE42BE7-6229-4D90-86F9-E10E79B72C5F}" type="presParOf" srcId="{5696BF78-9990-457F-A758-6CF120E4F566}" destId="{65627C9B-31D9-460A-918A-0AA4DE16D9AF}" srcOrd="2" destOrd="0" presId="urn:microsoft.com/office/officeart/2005/8/layout/vList2"/>
    <dgm:cxn modelId="{896DF450-6B34-4C41-A97F-DAC2ED38FBFB}" type="presParOf" srcId="{5696BF78-9990-457F-A758-6CF120E4F566}" destId="{7F402C01-F32D-489C-9979-6F97A44ECD55}" srcOrd="3" destOrd="0" presId="urn:microsoft.com/office/officeart/2005/8/layout/vList2"/>
    <dgm:cxn modelId="{0B601666-9CAA-4A77-8D20-6232E978E079}" type="presParOf" srcId="{5696BF78-9990-457F-A758-6CF120E4F566}" destId="{BA8D0D31-8A23-432B-AD08-C7B8937258F0}" srcOrd="4" destOrd="0" presId="urn:microsoft.com/office/officeart/2005/8/layout/vList2"/>
    <dgm:cxn modelId="{73A56572-7165-474B-9128-AB6D77909F7E}" type="presParOf" srcId="{5696BF78-9990-457F-A758-6CF120E4F566}" destId="{46BFB907-BAA3-4DE9-81BB-5E7E0CE65C5E}" srcOrd="5" destOrd="0" presId="urn:microsoft.com/office/officeart/2005/8/layout/vList2"/>
    <dgm:cxn modelId="{DB58AC11-F11B-42CA-AAAB-5C7C64E3A5A5}" type="presParOf" srcId="{5696BF78-9990-457F-A758-6CF120E4F566}" destId="{484726BB-676A-42A0-B0B2-A0A15D640B9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71C9A988-6DB2-4F0A-BF2E-56F6F5CAAAC0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F44BC85-C072-4C29-8184-287CE31463BD}">
      <dgm:prSet/>
      <dgm:spPr/>
      <dgm:t>
        <a:bodyPr/>
        <a:lstStyle/>
        <a:p>
          <a:r>
            <a:rPr lang="uk-UA" b="0" i="0"/>
            <a:t>акції «пацифікації».</a:t>
          </a:r>
          <a:endParaRPr lang="uk-UA"/>
        </a:p>
      </dgm:t>
    </dgm:pt>
    <dgm:pt modelId="{38E3EE0E-5E4F-4CC8-A706-234F1314C7B4}" type="parTrans" cxnId="{3B4FF9F0-A98F-4FE4-A7C4-839C378E28F4}">
      <dgm:prSet/>
      <dgm:spPr/>
      <dgm:t>
        <a:bodyPr/>
        <a:lstStyle/>
        <a:p>
          <a:endParaRPr lang="uk-UA"/>
        </a:p>
      </dgm:t>
    </dgm:pt>
    <dgm:pt modelId="{7EE842D6-6437-4C3A-A1E6-75898EB7FA3A}" type="sibTrans" cxnId="{3B4FF9F0-A98F-4FE4-A7C4-839C378E28F4}">
      <dgm:prSet/>
      <dgm:spPr/>
      <dgm:t>
        <a:bodyPr/>
        <a:lstStyle/>
        <a:p>
          <a:endParaRPr lang="uk-UA"/>
        </a:p>
      </dgm:t>
    </dgm:pt>
    <dgm:pt modelId="{883986F0-174F-4079-B654-65FB972CCE15}">
      <dgm:prSet/>
      <dgm:spPr/>
      <dgm:t>
        <a:bodyPr/>
        <a:lstStyle/>
        <a:p>
          <a:r>
            <a:rPr lang="uk-UA" b="0" i="0"/>
            <a:t>політики «радянізації».</a:t>
          </a:r>
          <a:endParaRPr lang="uk-UA"/>
        </a:p>
      </dgm:t>
    </dgm:pt>
    <dgm:pt modelId="{A2461009-6E8F-4126-8136-FD36791C2AA6}" type="parTrans" cxnId="{98C654D2-7607-4E50-88C3-73D2936A1966}">
      <dgm:prSet/>
      <dgm:spPr/>
      <dgm:t>
        <a:bodyPr/>
        <a:lstStyle/>
        <a:p>
          <a:endParaRPr lang="uk-UA"/>
        </a:p>
      </dgm:t>
    </dgm:pt>
    <dgm:pt modelId="{FD0F4FB3-E2B4-47C0-B834-711E529C7E91}" type="sibTrans" cxnId="{98C654D2-7607-4E50-88C3-73D2936A1966}">
      <dgm:prSet/>
      <dgm:spPr/>
      <dgm:t>
        <a:bodyPr/>
        <a:lstStyle/>
        <a:p>
          <a:endParaRPr lang="uk-UA"/>
        </a:p>
      </dgm:t>
    </dgm:pt>
    <dgm:pt modelId="{C837A564-9C27-4047-B7B8-C0BCA8FF1AFF}">
      <dgm:prSet/>
      <dgm:spPr/>
      <dgm:t>
        <a:bodyPr/>
        <a:lstStyle/>
        <a:p>
          <a:r>
            <a:rPr lang="uk-UA" b="0" i="0" dirty="0"/>
            <a:t>операції «Вісла».</a:t>
          </a:r>
          <a:endParaRPr lang="uk-UA" dirty="0"/>
        </a:p>
      </dgm:t>
    </dgm:pt>
    <dgm:pt modelId="{7D1C5FED-82CB-48EA-9E63-AC1F26FF614B}" type="parTrans" cxnId="{CBC63C8F-E6FA-4E5B-A8D1-B7B42E6C3619}">
      <dgm:prSet/>
      <dgm:spPr/>
      <dgm:t>
        <a:bodyPr/>
        <a:lstStyle/>
        <a:p>
          <a:endParaRPr lang="uk-UA"/>
        </a:p>
      </dgm:t>
    </dgm:pt>
    <dgm:pt modelId="{22FEED9E-15D9-4741-AD3F-D508FEA2C6A1}" type="sibTrans" cxnId="{CBC63C8F-E6FA-4E5B-A8D1-B7B42E6C3619}">
      <dgm:prSet/>
      <dgm:spPr/>
      <dgm:t>
        <a:bodyPr/>
        <a:lstStyle/>
        <a:p>
          <a:endParaRPr lang="uk-UA"/>
        </a:p>
      </dgm:t>
    </dgm:pt>
    <dgm:pt modelId="{FB653989-B849-491F-9889-09B4A0178A47}">
      <dgm:prSet/>
      <dgm:spPr/>
      <dgm:t>
        <a:bodyPr/>
        <a:lstStyle/>
        <a:p>
          <a:r>
            <a:rPr lang="uk-UA" b="0" i="0"/>
            <a:t>плану «Ост».</a:t>
          </a:r>
          <a:endParaRPr lang="uk-UA"/>
        </a:p>
      </dgm:t>
    </dgm:pt>
    <dgm:pt modelId="{03CF8D93-9F93-4DE9-8A17-C885E5D2656B}" type="parTrans" cxnId="{A905DFAD-8444-4877-97B1-01B91E5207AF}">
      <dgm:prSet/>
      <dgm:spPr/>
      <dgm:t>
        <a:bodyPr/>
        <a:lstStyle/>
        <a:p>
          <a:endParaRPr lang="uk-UA"/>
        </a:p>
      </dgm:t>
    </dgm:pt>
    <dgm:pt modelId="{861EF714-C7C7-4F61-AFC7-8E27225B47FB}" type="sibTrans" cxnId="{A905DFAD-8444-4877-97B1-01B91E5207AF}">
      <dgm:prSet/>
      <dgm:spPr/>
      <dgm:t>
        <a:bodyPr/>
        <a:lstStyle/>
        <a:p>
          <a:endParaRPr lang="uk-UA"/>
        </a:p>
      </dgm:t>
    </dgm:pt>
    <dgm:pt modelId="{D7EA42A6-DCD2-4FF0-BECE-B1F741169F78}" type="pres">
      <dgm:prSet presAssocID="{71C9A988-6DB2-4F0A-BF2E-56F6F5CAAAC0}" presName="linearFlow" presStyleCnt="0">
        <dgm:presLayoutVars>
          <dgm:dir/>
          <dgm:resizeHandles val="exact"/>
        </dgm:presLayoutVars>
      </dgm:prSet>
      <dgm:spPr/>
    </dgm:pt>
    <dgm:pt modelId="{AAE4556D-4BAD-45EC-884F-A79C04BB74B5}" type="pres">
      <dgm:prSet presAssocID="{3F44BC85-C072-4C29-8184-287CE31463BD}" presName="composite" presStyleCnt="0"/>
      <dgm:spPr/>
    </dgm:pt>
    <dgm:pt modelId="{F1835F15-C7B4-42ED-8C8C-4F69DCB1228B}" type="pres">
      <dgm:prSet presAssocID="{3F44BC85-C072-4C29-8184-287CE31463BD}" presName="imgShp" presStyleLbl="fgImgPlace1" presStyleIdx="0" presStyleCnt="4"/>
      <dgm:spPr/>
    </dgm:pt>
    <dgm:pt modelId="{9D4F2D6D-DE22-42A5-98A9-B4178F3DA1CD}" type="pres">
      <dgm:prSet presAssocID="{3F44BC85-C072-4C29-8184-287CE31463BD}" presName="txShp" presStyleLbl="node1" presStyleIdx="0" presStyleCnt="4">
        <dgm:presLayoutVars>
          <dgm:bulletEnabled val="1"/>
        </dgm:presLayoutVars>
      </dgm:prSet>
      <dgm:spPr/>
    </dgm:pt>
    <dgm:pt modelId="{BDFD1E26-2909-42E1-91DA-84AC1BED8C48}" type="pres">
      <dgm:prSet presAssocID="{7EE842D6-6437-4C3A-A1E6-75898EB7FA3A}" presName="spacing" presStyleCnt="0"/>
      <dgm:spPr/>
    </dgm:pt>
    <dgm:pt modelId="{2207F526-7635-4F4C-BE52-A886CD2BE77A}" type="pres">
      <dgm:prSet presAssocID="{883986F0-174F-4079-B654-65FB972CCE15}" presName="composite" presStyleCnt="0"/>
      <dgm:spPr/>
    </dgm:pt>
    <dgm:pt modelId="{755F144F-AEC2-4EBA-A84D-FD69BA444F6A}" type="pres">
      <dgm:prSet presAssocID="{883986F0-174F-4079-B654-65FB972CCE15}" presName="imgShp" presStyleLbl="fgImgPlace1" presStyleIdx="1" presStyleCnt="4"/>
      <dgm:spPr/>
    </dgm:pt>
    <dgm:pt modelId="{359DEF70-10A0-4E83-9FE1-5F57E2709BB2}" type="pres">
      <dgm:prSet presAssocID="{883986F0-174F-4079-B654-65FB972CCE15}" presName="txShp" presStyleLbl="node1" presStyleIdx="1" presStyleCnt="4">
        <dgm:presLayoutVars>
          <dgm:bulletEnabled val="1"/>
        </dgm:presLayoutVars>
      </dgm:prSet>
      <dgm:spPr/>
    </dgm:pt>
    <dgm:pt modelId="{AB6AA60C-A3A0-4E9F-ACB8-8743F2FF2D72}" type="pres">
      <dgm:prSet presAssocID="{FD0F4FB3-E2B4-47C0-B834-711E529C7E91}" presName="spacing" presStyleCnt="0"/>
      <dgm:spPr/>
    </dgm:pt>
    <dgm:pt modelId="{6F57029F-4EB1-4E82-ADF9-49802D21A574}" type="pres">
      <dgm:prSet presAssocID="{C837A564-9C27-4047-B7B8-C0BCA8FF1AFF}" presName="composite" presStyleCnt="0"/>
      <dgm:spPr/>
    </dgm:pt>
    <dgm:pt modelId="{26A55424-72CE-4D88-BA3B-EC4100F699F9}" type="pres">
      <dgm:prSet presAssocID="{C837A564-9C27-4047-B7B8-C0BCA8FF1AFF}" presName="imgShp" presStyleLbl="fgImgPlace1" presStyleIdx="2" presStyleCnt="4"/>
      <dgm:spPr/>
    </dgm:pt>
    <dgm:pt modelId="{6E719415-6F3B-40C7-B8BB-DD70032B5B82}" type="pres">
      <dgm:prSet presAssocID="{C837A564-9C27-4047-B7B8-C0BCA8FF1AFF}" presName="txShp" presStyleLbl="node1" presStyleIdx="2" presStyleCnt="4">
        <dgm:presLayoutVars>
          <dgm:bulletEnabled val="1"/>
        </dgm:presLayoutVars>
      </dgm:prSet>
      <dgm:spPr/>
    </dgm:pt>
    <dgm:pt modelId="{C17A9D16-B71B-460E-9A2A-B52DEA709353}" type="pres">
      <dgm:prSet presAssocID="{22FEED9E-15D9-4741-AD3F-D508FEA2C6A1}" presName="spacing" presStyleCnt="0"/>
      <dgm:spPr/>
    </dgm:pt>
    <dgm:pt modelId="{E5130069-AC04-45D6-8333-A443E87D7F76}" type="pres">
      <dgm:prSet presAssocID="{FB653989-B849-491F-9889-09B4A0178A47}" presName="composite" presStyleCnt="0"/>
      <dgm:spPr/>
    </dgm:pt>
    <dgm:pt modelId="{2A8041AE-9BEF-4DAD-85B3-78270969C035}" type="pres">
      <dgm:prSet presAssocID="{FB653989-B849-491F-9889-09B4A0178A47}" presName="imgShp" presStyleLbl="fgImgPlace1" presStyleIdx="3" presStyleCnt="4"/>
      <dgm:spPr/>
    </dgm:pt>
    <dgm:pt modelId="{3330C54C-92B1-4A55-8F2D-6A6DE6E417B0}" type="pres">
      <dgm:prSet presAssocID="{FB653989-B849-491F-9889-09B4A0178A47}" presName="txShp" presStyleLbl="node1" presStyleIdx="3" presStyleCnt="4">
        <dgm:presLayoutVars>
          <dgm:bulletEnabled val="1"/>
        </dgm:presLayoutVars>
      </dgm:prSet>
      <dgm:spPr/>
    </dgm:pt>
  </dgm:ptLst>
  <dgm:cxnLst>
    <dgm:cxn modelId="{547A9D00-ACE4-48BB-AA31-E90C9A547FAA}" type="presOf" srcId="{3F44BC85-C072-4C29-8184-287CE31463BD}" destId="{9D4F2D6D-DE22-42A5-98A9-B4178F3DA1CD}" srcOrd="0" destOrd="0" presId="urn:microsoft.com/office/officeart/2005/8/layout/vList3"/>
    <dgm:cxn modelId="{CF5CD004-CD54-48F2-B074-783AAFD94631}" type="presOf" srcId="{FB653989-B849-491F-9889-09B4A0178A47}" destId="{3330C54C-92B1-4A55-8F2D-6A6DE6E417B0}" srcOrd="0" destOrd="0" presId="urn:microsoft.com/office/officeart/2005/8/layout/vList3"/>
    <dgm:cxn modelId="{B18B4C8B-AA48-4876-BE09-B0A3446FB927}" type="presOf" srcId="{883986F0-174F-4079-B654-65FB972CCE15}" destId="{359DEF70-10A0-4E83-9FE1-5F57E2709BB2}" srcOrd="0" destOrd="0" presId="urn:microsoft.com/office/officeart/2005/8/layout/vList3"/>
    <dgm:cxn modelId="{CBC63C8F-E6FA-4E5B-A8D1-B7B42E6C3619}" srcId="{71C9A988-6DB2-4F0A-BF2E-56F6F5CAAAC0}" destId="{C837A564-9C27-4047-B7B8-C0BCA8FF1AFF}" srcOrd="2" destOrd="0" parTransId="{7D1C5FED-82CB-48EA-9E63-AC1F26FF614B}" sibTransId="{22FEED9E-15D9-4741-AD3F-D508FEA2C6A1}"/>
    <dgm:cxn modelId="{A7401D95-0261-4DF0-9472-C1399A0D2C3F}" type="presOf" srcId="{C837A564-9C27-4047-B7B8-C0BCA8FF1AFF}" destId="{6E719415-6F3B-40C7-B8BB-DD70032B5B82}" srcOrd="0" destOrd="0" presId="urn:microsoft.com/office/officeart/2005/8/layout/vList3"/>
    <dgm:cxn modelId="{A905DFAD-8444-4877-97B1-01B91E5207AF}" srcId="{71C9A988-6DB2-4F0A-BF2E-56F6F5CAAAC0}" destId="{FB653989-B849-491F-9889-09B4A0178A47}" srcOrd="3" destOrd="0" parTransId="{03CF8D93-9F93-4DE9-8A17-C885E5D2656B}" sibTransId="{861EF714-C7C7-4F61-AFC7-8E27225B47FB}"/>
    <dgm:cxn modelId="{D0B0C6BD-C6A7-40DC-A8E8-F026BB5D04AF}" type="presOf" srcId="{71C9A988-6DB2-4F0A-BF2E-56F6F5CAAAC0}" destId="{D7EA42A6-DCD2-4FF0-BECE-B1F741169F78}" srcOrd="0" destOrd="0" presId="urn:microsoft.com/office/officeart/2005/8/layout/vList3"/>
    <dgm:cxn modelId="{98C654D2-7607-4E50-88C3-73D2936A1966}" srcId="{71C9A988-6DB2-4F0A-BF2E-56F6F5CAAAC0}" destId="{883986F0-174F-4079-B654-65FB972CCE15}" srcOrd="1" destOrd="0" parTransId="{A2461009-6E8F-4126-8136-FD36791C2AA6}" sibTransId="{FD0F4FB3-E2B4-47C0-B834-711E529C7E91}"/>
    <dgm:cxn modelId="{3B4FF9F0-A98F-4FE4-A7C4-839C378E28F4}" srcId="{71C9A988-6DB2-4F0A-BF2E-56F6F5CAAAC0}" destId="{3F44BC85-C072-4C29-8184-287CE31463BD}" srcOrd="0" destOrd="0" parTransId="{38E3EE0E-5E4F-4CC8-A706-234F1314C7B4}" sibTransId="{7EE842D6-6437-4C3A-A1E6-75898EB7FA3A}"/>
    <dgm:cxn modelId="{3ABED944-E338-4C53-9BA5-83968A858903}" type="presParOf" srcId="{D7EA42A6-DCD2-4FF0-BECE-B1F741169F78}" destId="{AAE4556D-4BAD-45EC-884F-A79C04BB74B5}" srcOrd="0" destOrd="0" presId="urn:microsoft.com/office/officeart/2005/8/layout/vList3"/>
    <dgm:cxn modelId="{47E08F59-B125-4609-9627-BD3A9D4ED3AE}" type="presParOf" srcId="{AAE4556D-4BAD-45EC-884F-A79C04BB74B5}" destId="{F1835F15-C7B4-42ED-8C8C-4F69DCB1228B}" srcOrd="0" destOrd="0" presId="urn:microsoft.com/office/officeart/2005/8/layout/vList3"/>
    <dgm:cxn modelId="{35391A0E-8317-440D-89D6-49957D12784A}" type="presParOf" srcId="{AAE4556D-4BAD-45EC-884F-A79C04BB74B5}" destId="{9D4F2D6D-DE22-42A5-98A9-B4178F3DA1CD}" srcOrd="1" destOrd="0" presId="urn:microsoft.com/office/officeart/2005/8/layout/vList3"/>
    <dgm:cxn modelId="{4FF6735F-D92C-4395-BAD6-C7A2CFC1ED63}" type="presParOf" srcId="{D7EA42A6-DCD2-4FF0-BECE-B1F741169F78}" destId="{BDFD1E26-2909-42E1-91DA-84AC1BED8C48}" srcOrd="1" destOrd="0" presId="urn:microsoft.com/office/officeart/2005/8/layout/vList3"/>
    <dgm:cxn modelId="{5170722B-07E6-46CB-AC00-BF745C606210}" type="presParOf" srcId="{D7EA42A6-DCD2-4FF0-BECE-B1F741169F78}" destId="{2207F526-7635-4F4C-BE52-A886CD2BE77A}" srcOrd="2" destOrd="0" presId="urn:microsoft.com/office/officeart/2005/8/layout/vList3"/>
    <dgm:cxn modelId="{64D7FA02-DDB0-4CD8-8B45-D048C12C8ECC}" type="presParOf" srcId="{2207F526-7635-4F4C-BE52-A886CD2BE77A}" destId="{755F144F-AEC2-4EBA-A84D-FD69BA444F6A}" srcOrd="0" destOrd="0" presId="urn:microsoft.com/office/officeart/2005/8/layout/vList3"/>
    <dgm:cxn modelId="{23DB8FDF-ED08-4F3A-9AF4-4AF65580349C}" type="presParOf" srcId="{2207F526-7635-4F4C-BE52-A886CD2BE77A}" destId="{359DEF70-10A0-4E83-9FE1-5F57E2709BB2}" srcOrd="1" destOrd="0" presId="urn:microsoft.com/office/officeart/2005/8/layout/vList3"/>
    <dgm:cxn modelId="{85848F00-BF4A-4DD7-B17E-51AAE8B085BA}" type="presParOf" srcId="{D7EA42A6-DCD2-4FF0-BECE-B1F741169F78}" destId="{AB6AA60C-A3A0-4E9F-ACB8-8743F2FF2D72}" srcOrd="3" destOrd="0" presId="urn:microsoft.com/office/officeart/2005/8/layout/vList3"/>
    <dgm:cxn modelId="{957850A5-16A9-4A1E-85BD-2AC96C149EC5}" type="presParOf" srcId="{D7EA42A6-DCD2-4FF0-BECE-B1F741169F78}" destId="{6F57029F-4EB1-4E82-ADF9-49802D21A574}" srcOrd="4" destOrd="0" presId="urn:microsoft.com/office/officeart/2005/8/layout/vList3"/>
    <dgm:cxn modelId="{85BB1941-0EE0-4A67-8E5A-68999151C720}" type="presParOf" srcId="{6F57029F-4EB1-4E82-ADF9-49802D21A574}" destId="{26A55424-72CE-4D88-BA3B-EC4100F699F9}" srcOrd="0" destOrd="0" presId="urn:microsoft.com/office/officeart/2005/8/layout/vList3"/>
    <dgm:cxn modelId="{58A62C9E-9669-4D01-93D6-0DD60395B216}" type="presParOf" srcId="{6F57029F-4EB1-4E82-ADF9-49802D21A574}" destId="{6E719415-6F3B-40C7-B8BB-DD70032B5B82}" srcOrd="1" destOrd="0" presId="urn:microsoft.com/office/officeart/2005/8/layout/vList3"/>
    <dgm:cxn modelId="{385277C9-A374-4552-8905-92EDC3408C90}" type="presParOf" srcId="{D7EA42A6-DCD2-4FF0-BECE-B1F741169F78}" destId="{C17A9D16-B71B-460E-9A2A-B52DEA709353}" srcOrd="5" destOrd="0" presId="urn:microsoft.com/office/officeart/2005/8/layout/vList3"/>
    <dgm:cxn modelId="{6BEA849D-6B00-4490-BE6B-79BC4C2F0578}" type="presParOf" srcId="{D7EA42A6-DCD2-4FF0-BECE-B1F741169F78}" destId="{E5130069-AC04-45D6-8333-A443E87D7F76}" srcOrd="6" destOrd="0" presId="urn:microsoft.com/office/officeart/2005/8/layout/vList3"/>
    <dgm:cxn modelId="{3B7E052A-2076-4BC1-B181-28002741533D}" type="presParOf" srcId="{E5130069-AC04-45D6-8333-A443E87D7F76}" destId="{2A8041AE-9BEF-4DAD-85B3-78270969C035}" srcOrd="0" destOrd="0" presId="urn:microsoft.com/office/officeart/2005/8/layout/vList3"/>
    <dgm:cxn modelId="{BC893EA4-A153-46C6-B145-3655B306FBB5}" type="presParOf" srcId="{E5130069-AC04-45D6-8333-A443E87D7F76}" destId="{3330C54C-92B1-4A55-8F2D-6A6DE6E417B0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5824AA5F-6097-425A-9AB1-ADD0C8DC586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7026B98-48F4-4403-BB5A-A3797FCCF791}">
      <dgm:prSet/>
      <dgm:spPr/>
      <dgm:t>
        <a:bodyPr/>
        <a:lstStyle/>
        <a:p>
          <a:r>
            <a:rPr lang="uk-UA" b="0" i="0"/>
            <a:t>активна діяльність підпілля ОУН і загонів УПА на Закерзонні</a:t>
          </a:r>
          <a:endParaRPr lang="uk-UA"/>
        </a:p>
      </dgm:t>
    </dgm:pt>
    <dgm:pt modelId="{AB9DE2C3-9736-4044-919B-0FDCFD664D47}" type="parTrans" cxnId="{CB512E67-B825-4F5B-94CD-31F8211E8F4F}">
      <dgm:prSet/>
      <dgm:spPr/>
      <dgm:t>
        <a:bodyPr/>
        <a:lstStyle/>
        <a:p>
          <a:endParaRPr lang="uk-UA"/>
        </a:p>
      </dgm:t>
    </dgm:pt>
    <dgm:pt modelId="{B1FC599E-8DA5-4381-B214-E753C490F8D0}" type="sibTrans" cxnId="{CB512E67-B825-4F5B-94CD-31F8211E8F4F}">
      <dgm:prSet/>
      <dgm:spPr/>
      <dgm:t>
        <a:bodyPr/>
        <a:lstStyle/>
        <a:p>
          <a:endParaRPr lang="uk-UA"/>
        </a:p>
      </dgm:t>
    </dgm:pt>
    <dgm:pt modelId="{66B56A6C-18DA-4C09-B878-F419731F3BAB}">
      <dgm:prSet/>
      <dgm:spPr/>
      <dgm:t>
        <a:bodyPr/>
        <a:lstStyle/>
        <a:p>
          <a:r>
            <a:rPr lang="uk-UA" b="0" i="0"/>
            <a:t>прагнення радянського керівництва приєднати Закарпаття до УРСР</a:t>
          </a:r>
          <a:endParaRPr lang="uk-UA"/>
        </a:p>
      </dgm:t>
    </dgm:pt>
    <dgm:pt modelId="{4DD24F9F-7A17-48F2-ADF1-5FC0E6A9907E}" type="parTrans" cxnId="{1ECCDBD2-FF1D-4829-B233-8595E535BE87}">
      <dgm:prSet/>
      <dgm:spPr/>
      <dgm:t>
        <a:bodyPr/>
        <a:lstStyle/>
        <a:p>
          <a:endParaRPr lang="uk-UA"/>
        </a:p>
      </dgm:t>
    </dgm:pt>
    <dgm:pt modelId="{AF43C6BF-0B5B-4B3C-A9E1-17BF51F6EE04}" type="sibTrans" cxnId="{1ECCDBD2-FF1D-4829-B233-8595E535BE87}">
      <dgm:prSet/>
      <dgm:spPr/>
      <dgm:t>
        <a:bodyPr/>
        <a:lstStyle/>
        <a:p>
          <a:endParaRPr lang="uk-UA"/>
        </a:p>
      </dgm:t>
    </dgm:pt>
    <dgm:pt modelId="{F2F6BB01-885E-4854-83D5-A02548BC9B4F}">
      <dgm:prSet/>
      <dgm:spPr/>
      <dgm:t>
        <a:bodyPr/>
        <a:lstStyle/>
        <a:p>
          <a:r>
            <a:rPr lang="uk-UA" b="0" i="0"/>
            <a:t>переселення у західні області УРСР спеціалістів з Наддніпрянщини</a:t>
          </a:r>
          <a:endParaRPr lang="uk-UA"/>
        </a:p>
      </dgm:t>
    </dgm:pt>
    <dgm:pt modelId="{48965439-73E0-45F8-A502-20F3E181152F}" type="parTrans" cxnId="{2FE3FB86-7106-459D-A5AE-FBBE7897EC75}">
      <dgm:prSet/>
      <dgm:spPr/>
      <dgm:t>
        <a:bodyPr/>
        <a:lstStyle/>
        <a:p>
          <a:endParaRPr lang="uk-UA"/>
        </a:p>
      </dgm:t>
    </dgm:pt>
    <dgm:pt modelId="{753F5C28-07D7-4264-B050-FD876F59FC0F}" type="sibTrans" cxnId="{2FE3FB86-7106-459D-A5AE-FBBE7897EC75}">
      <dgm:prSet/>
      <dgm:spPr/>
      <dgm:t>
        <a:bodyPr/>
        <a:lstStyle/>
        <a:p>
          <a:endParaRPr lang="uk-UA"/>
        </a:p>
      </dgm:t>
    </dgm:pt>
    <dgm:pt modelId="{DBA5304D-F017-41E2-9CDD-4531DA8A7DE1}">
      <dgm:prSet/>
      <dgm:spPr/>
      <dgm:t>
        <a:bodyPr/>
        <a:lstStyle/>
        <a:p>
          <a:r>
            <a:rPr lang="uk-UA" b="0" i="0"/>
            <a:t>намагання забезпечити відбудову Донбасу робочою силою</a:t>
          </a:r>
          <a:endParaRPr lang="uk-UA"/>
        </a:p>
      </dgm:t>
    </dgm:pt>
    <dgm:pt modelId="{92BBBA54-C77D-4E45-AEE2-A112AA2E5B9C}" type="parTrans" cxnId="{A00CF30F-8790-46D9-B813-89943540EE51}">
      <dgm:prSet/>
      <dgm:spPr/>
      <dgm:t>
        <a:bodyPr/>
        <a:lstStyle/>
        <a:p>
          <a:endParaRPr lang="uk-UA"/>
        </a:p>
      </dgm:t>
    </dgm:pt>
    <dgm:pt modelId="{2A4BB4C8-260B-4027-9939-F9DB03DBB1DA}" type="sibTrans" cxnId="{A00CF30F-8790-46D9-B813-89943540EE51}">
      <dgm:prSet/>
      <dgm:spPr/>
      <dgm:t>
        <a:bodyPr/>
        <a:lstStyle/>
        <a:p>
          <a:endParaRPr lang="uk-UA"/>
        </a:p>
      </dgm:t>
    </dgm:pt>
    <dgm:pt modelId="{B7F99212-4257-4C6D-9297-3178CD53E831}" type="pres">
      <dgm:prSet presAssocID="{5824AA5F-6097-425A-9AB1-ADD0C8DC5861}" presName="linear" presStyleCnt="0">
        <dgm:presLayoutVars>
          <dgm:animLvl val="lvl"/>
          <dgm:resizeHandles val="exact"/>
        </dgm:presLayoutVars>
      </dgm:prSet>
      <dgm:spPr/>
    </dgm:pt>
    <dgm:pt modelId="{36ABF6F9-8CF5-4018-9661-E3D1B720ECEE}" type="pres">
      <dgm:prSet presAssocID="{77026B98-48F4-4403-BB5A-A3797FCCF79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04900FD-9331-4D36-B2C4-BBB6C8F3849B}" type="pres">
      <dgm:prSet presAssocID="{B1FC599E-8DA5-4381-B214-E753C490F8D0}" presName="spacer" presStyleCnt="0"/>
      <dgm:spPr/>
    </dgm:pt>
    <dgm:pt modelId="{1627AB8F-DDF1-4E97-A560-FA92215A7C28}" type="pres">
      <dgm:prSet presAssocID="{66B56A6C-18DA-4C09-B878-F419731F3BA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8EF3AC5-A443-4E9E-8398-27C716D76200}" type="pres">
      <dgm:prSet presAssocID="{AF43C6BF-0B5B-4B3C-A9E1-17BF51F6EE04}" presName="spacer" presStyleCnt="0"/>
      <dgm:spPr/>
    </dgm:pt>
    <dgm:pt modelId="{8A6660B2-0644-40B6-92A6-35DA8EA6BF5F}" type="pres">
      <dgm:prSet presAssocID="{F2F6BB01-885E-4854-83D5-A02548BC9B4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FCAF6B7-19F2-4A86-88AA-E7000820D778}" type="pres">
      <dgm:prSet presAssocID="{753F5C28-07D7-4264-B050-FD876F59FC0F}" presName="spacer" presStyleCnt="0"/>
      <dgm:spPr/>
    </dgm:pt>
    <dgm:pt modelId="{394E8B7B-D1BB-4583-9506-43A6468E37A9}" type="pres">
      <dgm:prSet presAssocID="{DBA5304D-F017-41E2-9CDD-4531DA8A7DE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00CF30F-8790-46D9-B813-89943540EE51}" srcId="{5824AA5F-6097-425A-9AB1-ADD0C8DC5861}" destId="{DBA5304D-F017-41E2-9CDD-4531DA8A7DE1}" srcOrd="3" destOrd="0" parTransId="{92BBBA54-C77D-4E45-AEE2-A112AA2E5B9C}" sibTransId="{2A4BB4C8-260B-4027-9939-F9DB03DBB1DA}"/>
    <dgm:cxn modelId="{227ABB1C-6ABA-4DE5-9B42-790CA7FE99D8}" type="presOf" srcId="{66B56A6C-18DA-4C09-B878-F419731F3BAB}" destId="{1627AB8F-DDF1-4E97-A560-FA92215A7C28}" srcOrd="0" destOrd="0" presId="urn:microsoft.com/office/officeart/2005/8/layout/vList2"/>
    <dgm:cxn modelId="{6EAE4F1D-EADA-43B0-BE1B-47A08451DEEA}" type="presOf" srcId="{DBA5304D-F017-41E2-9CDD-4531DA8A7DE1}" destId="{394E8B7B-D1BB-4583-9506-43A6468E37A9}" srcOrd="0" destOrd="0" presId="urn:microsoft.com/office/officeart/2005/8/layout/vList2"/>
    <dgm:cxn modelId="{69CF9D26-94B2-49D2-BD3E-D8F187632B9B}" type="presOf" srcId="{77026B98-48F4-4403-BB5A-A3797FCCF791}" destId="{36ABF6F9-8CF5-4018-9661-E3D1B720ECEE}" srcOrd="0" destOrd="0" presId="urn:microsoft.com/office/officeart/2005/8/layout/vList2"/>
    <dgm:cxn modelId="{C0398D44-BFA0-411A-BA53-49E944F28394}" type="presOf" srcId="{F2F6BB01-885E-4854-83D5-A02548BC9B4F}" destId="{8A6660B2-0644-40B6-92A6-35DA8EA6BF5F}" srcOrd="0" destOrd="0" presId="urn:microsoft.com/office/officeart/2005/8/layout/vList2"/>
    <dgm:cxn modelId="{CB512E67-B825-4F5B-94CD-31F8211E8F4F}" srcId="{5824AA5F-6097-425A-9AB1-ADD0C8DC5861}" destId="{77026B98-48F4-4403-BB5A-A3797FCCF791}" srcOrd="0" destOrd="0" parTransId="{AB9DE2C3-9736-4044-919B-0FDCFD664D47}" sibTransId="{B1FC599E-8DA5-4381-B214-E753C490F8D0}"/>
    <dgm:cxn modelId="{2FE3FB86-7106-459D-A5AE-FBBE7897EC75}" srcId="{5824AA5F-6097-425A-9AB1-ADD0C8DC5861}" destId="{F2F6BB01-885E-4854-83D5-A02548BC9B4F}" srcOrd="2" destOrd="0" parTransId="{48965439-73E0-45F8-A502-20F3E181152F}" sibTransId="{753F5C28-07D7-4264-B050-FD876F59FC0F}"/>
    <dgm:cxn modelId="{24F6F8C4-116B-4BC0-8B32-E92CC09F0D8F}" type="presOf" srcId="{5824AA5F-6097-425A-9AB1-ADD0C8DC5861}" destId="{B7F99212-4257-4C6D-9297-3178CD53E831}" srcOrd="0" destOrd="0" presId="urn:microsoft.com/office/officeart/2005/8/layout/vList2"/>
    <dgm:cxn modelId="{1ECCDBD2-FF1D-4829-B233-8595E535BE87}" srcId="{5824AA5F-6097-425A-9AB1-ADD0C8DC5861}" destId="{66B56A6C-18DA-4C09-B878-F419731F3BAB}" srcOrd="1" destOrd="0" parTransId="{4DD24F9F-7A17-48F2-ADF1-5FC0E6A9907E}" sibTransId="{AF43C6BF-0B5B-4B3C-A9E1-17BF51F6EE04}"/>
    <dgm:cxn modelId="{3804FFF5-C6A4-41D1-A6CA-1C5A2F12A069}" type="presParOf" srcId="{B7F99212-4257-4C6D-9297-3178CD53E831}" destId="{36ABF6F9-8CF5-4018-9661-E3D1B720ECEE}" srcOrd="0" destOrd="0" presId="urn:microsoft.com/office/officeart/2005/8/layout/vList2"/>
    <dgm:cxn modelId="{D2B393B8-037E-424B-9B84-294CDB16305D}" type="presParOf" srcId="{B7F99212-4257-4C6D-9297-3178CD53E831}" destId="{104900FD-9331-4D36-B2C4-BBB6C8F3849B}" srcOrd="1" destOrd="0" presId="urn:microsoft.com/office/officeart/2005/8/layout/vList2"/>
    <dgm:cxn modelId="{73369D40-127D-41BB-974F-BD1ADA186D72}" type="presParOf" srcId="{B7F99212-4257-4C6D-9297-3178CD53E831}" destId="{1627AB8F-DDF1-4E97-A560-FA92215A7C28}" srcOrd="2" destOrd="0" presId="urn:microsoft.com/office/officeart/2005/8/layout/vList2"/>
    <dgm:cxn modelId="{87B99D6B-897C-4C8F-9535-C12D3D070896}" type="presParOf" srcId="{B7F99212-4257-4C6D-9297-3178CD53E831}" destId="{98EF3AC5-A443-4E9E-8398-27C716D76200}" srcOrd="3" destOrd="0" presId="urn:microsoft.com/office/officeart/2005/8/layout/vList2"/>
    <dgm:cxn modelId="{F872C0EF-8786-46DC-AAA2-5A25729E757F}" type="presParOf" srcId="{B7F99212-4257-4C6D-9297-3178CD53E831}" destId="{8A6660B2-0644-40B6-92A6-35DA8EA6BF5F}" srcOrd="4" destOrd="0" presId="urn:microsoft.com/office/officeart/2005/8/layout/vList2"/>
    <dgm:cxn modelId="{0C8B350F-0705-4647-A2A1-F93079F91FE7}" type="presParOf" srcId="{B7F99212-4257-4C6D-9297-3178CD53E831}" destId="{DFCAF6B7-19F2-4A86-88AA-E7000820D778}" srcOrd="5" destOrd="0" presId="urn:microsoft.com/office/officeart/2005/8/layout/vList2"/>
    <dgm:cxn modelId="{64E6312B-F18C-4A28-996A-C323C9D73F7F}" type="presParOf" srcId="{B7F99212-4257-4C6D-9297-3178CD53E831}" destId="{394E8B7B-D1BB-4583-9506-43A6468E37A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7A3D5ADC-BADE-4D32-B853-052F440AAA3F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6B41F10-5248-4140-B2C6-59516A4F3FB2}">
      <dgm:prSet/>
      <dgm:spPr/>
      <dgm:t>
        <a:bodyPr/>
        <a:lstStyle/>
        <a:p>
          <a:r>
            <a:rPr lang="ru-RU" b="0" i="0"/>
            <a:t>«Захід».</a:t>
          </a:r>
          <a:endParaRPr lang="uk-UA"/>
        </a:p>
      </dgm:t>
    </dgm:pt>
    <dgm:pt modelId="{F3E4D31E-5A00-493A-9243-253425A09659}" type="parTrans" cxnId="{EFCB62A9-07BD-4501-9DF7-9B9588123EB9}">
      <dgm:prSet/>
      <dgm:spPr/>
      <dgm:t>
        <a:bodyPr/>
        <a:lstStyle/>
        <a:p>
          <a:endParaRPr lang="uk-UA"/>
        </a:p>
      </dgm:t>
    </dgm:pt>
    <dgm:pt modelId="{57302FB1-6059-4C92-9D81-35B309A26CDE}" type="sibTrans" cxnId="{EFCB62A9-07BD-4501-9DF7-9B9588123EB9}">
      <dgm:prSet/>
      <dgm:spPr/>
      <dgm:t>
        <a:bodyPr/>
        <a:lstStyle/>
        <a:p>
          <a:endParaRPr lang="uk-UA"/>
        </a:p>
      </dgm:t>
    </dgm:pt>
    <dgm:pt modelId="{CFBFD10C-E121-41A0-A957-E0086BB4433F}">
      <dgm:prSet/>
      <dgm:spPr/>
      <dgm:t>
        <a:bodyPr/>
        <a:lstStyle/>
        <a:p>
          <a:r>
            <a:rPr lang="ru-RU" b="0" i="0"/>
            <a:t>«Вісла».</a:t>
          </a:r>
          <a:endParaRPr lang="uk-UA"/>
        </a:p>
      </dgm:t>
    </dgm:pt>
    <dgm:pt modelId="{A6B75F29-1ED7-4BDF-93F7-00EFE5EACC42}" type="parTrans" cxnId="{4FE6286A-03FC-4F86-AE5C-9519A2AC02E6}">
      <dgm:prSet/>
      <dgm:spPr/>
      <dgm:t>
        <a:bodyPr/>
        <a:lstStyle/>
        <a:p>
          <a:endParaRPr lang="uk-UA"/>
        </a:p>
      </dgm:t>
    </dgm:pt>
    <dgm:pt modelId="{A3A7A2B3-0876-412C-9716-851F4D053571}" type="sibTrans" cxnId="{4FE6286A-03FC-4F86-AE5C-9519A2AC02E6}">
      <dgm:prSet/>
      <dgm:spPr/>
      <dgm:t>
        <a:bodyPr/>
        <a:lstStyle/>
        <a:p>
          <a:endParaRPr lang="uk-UA"/>
        </a:p>
      </dgm:t>
    </dgm:pt>
    <dgm:pt modelId="{597B4F28-D907-42BC-960B-425D7B9DF19B}">
      <dgm:prSet/>
      <dgm:spPr/>
      <dgm:t>
        <a:bodyPr/>
        <a:lstStyle/>
        <a:p>
          <a:r>
            <a:rPr lang="ru-RU" b="0" i="0"/>
            <a:t>«Хвиля».</a:t>
          </a:r>
          <a:endParaRPr lang="uk-UA"/>
        </a:p>
      </dgm:t>
    </dgm:pt>
    <dgm:pt modelId="{6CC01DEC-865B-44E9-B5B0-15CAD3FABB7C}" type="parTrans" cxnId="{1C8A4F3B-23EF-49C3-B83E-B8D8F37F1CB2}">
      <dgm:prSet/>
      <dgm:spPr/>
      <dgm:t>
        <a:bodyPr/>
        <a:lstStyle/>
        <a:p>
          <a:endParaRPr lang="uk-UA"/>
        </a:p>
      </dgm:t>
    </dgm:pt>
    <dgm:pt modelId="{B10BB7CA-B81D-4A32-9F87-48B20D88A1D4}" type="sibTrans" cxnId="{1C8A4F3B-23EF-49C3-B83E-B8D8F37F1CB2}">
      <dgm:prSet/>
      <dgm:spPr/>
      <dgm:t>
        <a:bodyPr/>
        <a:lstStyle/>
        <a:p>
          <a:endParaRPr lang="uk-UA"/>
        </a:p>
      </dgm:t>
    </dgm:pt>
    <dgm:pt modelId="{866816D9-7094-4E65-98D6-FCC16EFEEFB2}">
      <dgm:prSet/>
      <dgm:spPr/>
      <dgm:t>
        <a:bodyPr/>
        <a:lstStyle/>
        <a:p>
          <a:r>
            <a:rPr lang="ru-RU" b="0" i="0"/>
            <a:t>«Кордон».</a:t>
          </a:r>
          <a:endParaRPr lang="uk-UA"/>
        </a:p>
      </dgm:t>
    </dgm:pt>
    <dgm:pt modelId="{DE180BB8-D0B5-45C0-B1CC-60BB640429DB}" type="parTrans" cxnId="{3E67096F-B493-4C5D-8C6E-1CF6CE196120}">
      <dgm:prSet/>
      <dgm:spPr/>
      <dgm:t>
        <a:bodyPr/>
        <a:lstStyle/>
        <a:p>
          <a:endParaRPr lang="uk-UA"/>
        </a:p>
      </dgm:t>
    </dgm:pt>
    <dgm:pt modelId="{6462E8A1-7087-4BC5-B8AE-48E3CD2FA2E1}" type="sibTrans" cxnId="{3E67096F-B493-4C5D-8C6E-1CF6CE196120}">
      <dgm:prSet/>
      <dgm:spPr/>
      <dgm:t>
        <a:bodyPr/>
        <a:lstStyle/>
        <a:p>
          <a:endParaRPr lang="uk-UA"/>
        </a:p>
      </dgm:t>
    </dgm:pt>
    <dgm:pt modelId="{C0C412AC-A41F-4F19-AEC7-18E9658BAE74}" type="pres">
      <dgm:prSet presAssocID="{7A3D5ADC-BADE-4D32-B853-052F440AAA3F}" presName="matrix" presStyleCnt="0">
        <dgm:presLayoutVars>
          <dgm:chMax val="1"/>
          <dgm:dir/>
          <dgm:resizeHandles val="exact"/>
        </dgm:presLayoutVars>
      </dgm:prSet>
      <dgm:spPr/>
    </dgm:pt>
    <dgm:pt modelId="{7F3C2B4F-1CD3-4906-A493-4F6F9AA2C899}" type="pres">
      <dgm:prSet presAssocID="{7A3D5ADC-BADE-4D32-B853-052F440AAA3F}" presName="diamond" presStyleLbl="bgShp" presStyleIdx="0" presStyleCnt="1"/>
      <dgm:spPr/>
    </dgm:pt>
    <dgm:pt modelId="{EE0C99A8-A89F-411E-9D3C-72EF58F83DD9}" type="pres">
      <dgm:prSet presAssocID="{7A3D5ADC-BADE-4D32-B853-052F440AAA3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45364C6-D90E-4C74-A2DB-1C0AC66F0D34}" type="pres">
      <dgm:prSet presAssocID="{7A3D5ADC-BADE-4D32-B853-052F440AAA3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8F5E31A-8448-43AA-88DD-58E762D41E8D}" type="pres">
      <dgm:prSet presAssocID="{7A3D5ADC-BADE-4D32-B853-052F440AAA3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3E70A52-12C5-4CC0-92F3-8F9BAB141712}" type="pres">
      <dgm:prSet presAssocID="{7A3D5ADC-BADE-4D32-B853-052F440AAA3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C8A4F3B-23EF-49C3-B83E-B8D8F37F1CB2}" srcId="{7A3D5ADC-BADE-4D32-B853-052F440AAA3F}" destId="{597B4F28-D907-42BC-960B-425D7B9DF19B}" srcOrd="2" destOrd="0" parTransId="{6CC01DEC-865B-44E9-B5B0-15CAD3FABB7C}" sibTransId="{B10BB7CA-B81D-4A32-9F87-48B20D88A1D4}"/>
    <dgm:cxn modelId="{C3425E61-00DB-4AA8-9315-351103A18978}" type="presOf" srcId="{7A3D5ADC-BADE-4D32-B853-052F440AAA3F}" destId="{C0C412AC-A41F-4F19-AEC7-18E9658BAE74}" srcOrd="0" destOrd="0" presId="urn:microsoft.com/office/officeart/2005/8/layout/matrix3"/>
    <dgm:cxn modelId="{8A729967-B061-4F62-84E3-8B3DF0A8FCDC}" type="presOf" srcId="{CFBFD10C-E121-41A0-A957-E0086BB4433F}" destId="{045364C6-D90E-4C74-A2DB-1C0AC66F0D34}" srcOrd="0" destOrd="0" presId="urn:microsoft.com/office/officeart/2005/8/layout/matrix3"/>
    <dgm:cxn modelId="{4FE6286A-03FC-4F86-AE5C-9519A2AC02E6}" srcId="{7A3D5ADC-BADE-4D32-B853-052F440AAA3F}" destId="{CFBFD10C-E121-41A0-A957-E0086BB4433F}" srcOrd="1" destOrd="0" parTransId="{A6B75F29-1ED7-4BDF-93F7-00EFE5EACC42}" sibTransId="{A3A7A2B3-0876-412C-9716-851F4D053571}"/>
    <dgm:cxn modelId="{3E67096F-B493-4C5D-8C6E-1CF6CE196120}" srcId="{7A3D5ADC-BADE-4D32-B853-052F440AAA3F}" destId="{866816D9-7094-4E65-98D6-FCC16EFEEFB2}" srcOrd="3" destOrd="0" parTransId="{DE180BB8-D0B5-45C0-B1CC-60BB640429DB}" sibTransId="{6462E8A1-7087-4BC5-B8AE-48E3CD2FA2E1}"/>
    <dgm:cxn modelId="{062F9896-5322-456A-A68D-3D469DD63591}" type="presOf" srcId="{96B41F10-5248-4140-B2C6-59516A4F3FB2}" destId="{EE0C99A8-A89F-411E-9D3C-72EF58F83DD9}" srcOrd="0" destOrd="0" presId="urn:microsoft.com/office/officeart/2005/8/layout/matrix3"/>
    <dgm:cxn modelId="{EFCB62A9-07BD-4501-9DF7-9B9588123EB9}" srcId="{7A3D5ADC-BADE-4D32-B853-052F440AAA3F}" destId="{96B41F10-5248-4140-B2C6-59516A4F3FB2}" srcOrd="0" destOrd="0" parTransId="{F3E4D31E-5A00-493A-9243-253425A09659}" sibTransId="{57302FB1-6059-4C92-9D81-35B309A26CDE}"/>
    <dgm:cxn modelId="{7D1A90C1-7AB6-4095-BACC-47843127E45C}" type="presOf" srcId="{866816D9-7094-4E65-98D6-FCC16EFEEFB2}" destId="{43E70A52-12C5-4CC0-92F3-8F9BAB141712}" srcOrd="0" destOrd="0" presId="urn:microsoft.com/office/officeart/2005/8/layout/matrix3"/>
    <dgm:cxn modelId="{5BB78EFD-64CA-426E-A830-7972556C4792}" type="presOf" srcId="{597B4F28-D907-42BC-960B-425D7B9DF19B}" destId="{F8F5E31A-8448-43AA-88DD-58E762D41E8D}" srcOrd="0" destOrd="0" presId="urn:microsoft.com/office/officeart/2005/8/layout/matrix3"/>
    <dgm:cxn modelId="{6AAABFE5-86CE-4433-8536-93251230D1D3}" type="presParOf" srcId="{C0C412AC-A41F-4F19-AEC7-18E9658BAE74}" destId="{7F3C2B4F-1CD3-4906-A493-4F6F9AA2C899}" srcOrd="0" destOrd="0" presId="urn:microsoft.com/office/officeart/2005/8/layout/matrix3"/>
    <dgm:cxn modelId="{B784F94D-CB35-4493-9220-C5BE93B85C40}" type="presParOf" srcId="{C0C412AC-A41F-4F19-AEC7-18E9658BAE74}" destId="{EE0C99A8-A89F-411E-9D3C-72EF58F83DD9}" srcOrd="1" destOrd="0" presId="urn:microsoft.com/office/officeart/2005/8/layout/matrix3"/>
    <dgm:cxn modelId="{B939CA55-58CC-44FD-886B-A3339FE12FA1}" type="presParOf" srcId="{C0C412AC-A41F-4F19-AEC7-18E9658BAE74}" destId="{045364C6-D90E-4C74-A2DB-1C0AC66F0D34}" srcOrd="2" destOrd="0" presId="urn:microsoft.com/office/officeart/2005/8/layout/matrix3"/>
    <dgm:cxn modelId="{C1048B07-C681-40BC-866C-7CCF94A8815C}" type="presParOf" srcId="{C0C412AC-A41F-4F19-AEC7-18E9658BAE74}" destId="{F8F5E31A-8448-43AA-88DD-58E762D41E8D}" srcOrd="3" destOrd="0" presId="urn:microsoft.com/office/officeart/2005/8/layout/matrix3"/>
    <dgm:cxn modelId="{C836E492-9880-4932-A037-271D959D4766}" type="presParOf" srcId="{C0C412AC-A41F-4F19-AEC7-18E9658BAE74}" destId="{43E70A52-12C5-4CC0-92F3-8F9BAB14171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31DC3340-C973-4520-924D-B60FF9F60BE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2805D8F-AF38-4FB0-B250-0CA24415A38F}">
      <dgm:prSet/>
      <dgm:spPr/>
      <dgm:t>
        <a:bodyPr/>
        <a:lstStyle/>
        <a:p>
          <a:r>
            <a:rPr lang="uk-UA" b="0" i="0"/>
            <a:t>урядом Української РСР.</a:t>
          </a:r>
          <a:endParaRPr lang="uk-UA"/>
        </a:p>
      </dgm:t>
    </dgm:pt>
    <dgm:pt modelId="{65E3EB27-7E29-4C0F-9D97-B41D7D590FDF}" type="parTrans" cxnId="{93A2F2DA-D586-4066-95F8-42C404173828}">
      <dgm:prSet/>
      <dgm:spPr/>
      <dgm:t>
        <a:bodyPr/>
        <a:lstStyle/>
        <a:p>
          <a:endParaRPr lang="uk-UA"/>
        </a:p>
      </dgm:t>
    </dgm:pt>
    <dgm:pt modelId="{AD7753ED-B8E4-41E8-B3F5-483012DB4604}" type="sibTrans" cxnId="{93A2F2DA-D586-4066-95F8-42C404173828}">
      <dgm:prSet/>
      <dgm:spPr/>
      <dgm:t>
        <a:bodyPr/>
        <a:lstStyle/>
        <a:p>
          <a:endParaRPr lang="uk-UA"/>
        </a:p>
      </dgm:t>
    </dgm:pt>
    <dgm:pt modelId="{3278E7D1-6654-4C0C-B946-72282BD156D5}">
      <dgm:prSet/>
      <dgm:spPr/>
      <dgm:t>
        <a:bodyPr/>
        <a:lstStyle/>
        <a:p>
          <a:r>
            <a:rPr lang="uk-UA" b="0" i="0"/>
            <a:t>адміністрацією рейхскомісаріату «Україна».</a:t>
          </a:r>
          <a:endParaRPr lang="uk-UA"/>
        </a:p>
      </dgm:t>
    </dgm:pt>
    <dgm:pt modelId="{D5D00F2F-B400-4323-B69C-C155BDD3EC80}" type="parTrans" cxnId="{8D7C49AF-5529-475C-867F-1544DDFE4050}">
      <dgm:prSet/>
      <dgm:spPr/>
      <dgm:t>
        <a:bodyPr/>
        <a:lstStyle/>
        <a:p>
          <a:endParaRPr lang="uk-UA"/>
        </a:p>
      </dgm:t>
    </dgm:pt>
    <dgm:pt modelId="{0524CC29-2FBC-446A-86DE-A41729763168}" type="sibTrans" cxnId="{8D7C49AF-5529-475C-867F-1544DDFE4050}">
      <dgm:prSet/>
      <dgm:spPr/>
      <dgm:t>
        <a:bodyPr/>
        <a:lstStyle/>
        <a:p>
          <a:endParaRPr lang="uk-UA"/>
        </a:p>
      </dgm:t>
    </dgm:pt>
    <dgm:pt modelId="{ACB0ED7C-3B15-4FE4-AAA4-3EFFB06CFEAB}">
      <dgm:prSet/>
      <dgm:spPr/>
      <dgm:t>
        <a:bodyPr/>
        <a:lstStyle/>
        <a:p>
          <a:r>
            <a:rPr lang="uk-UA" b="0" i="0"/>
            <a:t>Українською головною визвольною радою.</a:t>
          </a:r>
          <a:endParaRPr lang="uk-UA"/>
        </a:p>
      </dgm:t>
    </dgm:pt>
    <dgm:pt modelId="{4C4F1371-A4A2-4687-9A08-6C18A1CE3A81}" type="parTrans" cxnId="{B04E0BB0-A56D-49D0-8638-188A9D8C53A4}">
      <dgm:prSet/>
      <dgm:spPr/>
      <dgm:t>
        <a:bodyPr/>
        <a:lstStyle/>
        <a:p>
          <a:endParaRPr lang="uk-UA"/>
        </a:p>
      </dgm:t>
    </dgm:pt>
    <dgm:pt modelId="{FE478084-0C8C-4FEC-B7BE-EFE2FDF174B4}" type="sibTrans" cxnId="{B04E0BB0-A56D-49D0-8638-188A9D8C53A4}">
      <dgm:prSet/>
      <dgm:spPr/>
      <dgm:t>
        <a:bodyPr/>
        <a:lstStyle/>
        <a:p>
          <a:endParaRPr lang="uk-UA"/>
        </a:p>
      </dgm:t>
    </dgm:pt>
    <dgm:pt modelId="{80DF2D45-62C1-4AC9-A0BF-2FA9B86A74F5}">
      <dgm:prSet/>
      <dgm:spPr/>
      <dgm:t>
        <a:bodyPr/>
        <a:lstStyle/>
        <a:p>
          <a:r>
            <a:rPr lang="uk-UA" b="0" i="0" dirty="0"/>
            <a:t>урядом Польської Народної Республіки.</a:t>
          </a:r>
          <a:endParaRPr lang="uk-UA" dirty="0"/>
        </a:p>
      </dgm:t>
    </dgm:pt>
    <dgm:pt modelId="{D5DC62B0-DA74-44D2-8D4E-4CC2F0916D8E}" type="parTrans" cxnId="{E6F0E819-A26D-4F7D-A321-A2273B7FD1E6}">
      <dgm:prSet/>
      <dgm:spPr/>
      <dgm:t>
        <a:bodyPr/>
        <a:lstStyle/>
        <a:p>
          <a:endParaRPr lang="uk-UA"/>
        </a:p>
      </dgm:t>
    </dgm:pt>
    <dgm:pt modelId="{CD800D85-681E-4C9A-8CC0-8410920A7DB0}" type="sibTrans" cxnId="{E6F0E819-A26D-4F7D-A321-A2273B7FD1E6}">
      <dgm:prSet/>
      <dgm:spPr/>
      <dgm:t>
        <a:bodyPr/>
        <a:lstStyle/>
        <a:p>
          <a:endParaRPr lang="uk-UA"/>
        </a:p>
      </dgm:t>
    </dgm:pt>
    <dgm:pt modelId="{4504FDC6-A5B8-4B45-9BBE-9650CFF99FBF}" type="pres">
      <dgm:prSet presAssocID="{31DC3340-C973-4520-924D-B60FF9F60BEB}" presName="linear" presStyleCnt="0">
        <dgm:presLayoutVars>
          <dgm:animLvl val="lvl"/>
          <dgm:resizeHandles val="exact"/>
        </dgm:presLayoutVars>
      </dgm:prSet>
      <dgm:spPr/>
    </dgm:pt>
    <dgm:pt modelId="{E4F5D583-E563-4F7C-B3EA-42A252602FF5}" type="pres">
      <dgm:prSet presAssocID="{22805D8F-AF38-4FB0-B250-0CA24415A38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797BA6F-D60C-4CA0-B824-BAA0F84BFA3D}" type="pres">
      <dgm:prSet presAssocID="{AD7753ED-B8E4-41E8-B3F5-483012DB4604}" presName="spacer" presStyleCnt="0"/>
      <dgm:spPr/>
    </dgm:pt>
    <dgm:pt modelId="{5A013C85-9D66-4E8A-B73E-E2E50BEE1233}" type="pres">
      <dgm:prSet presAssocID="{3278E7D1-6654-4C0C-B946-72282BD156D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C28438D-AC35-4CC4-8AF4-73306A04B51E}" type="pres">
      <dgm:prSet presAssocID="{0524CC29-2FBC-446A-86DE-A41729763168}" presName="spacer" presStyleCnt="0"/>
      <dgm:spPr/>
    </dgm:pt>
    <dgm:pt modelId="{BC56AB95-2FCA-4061-85DC-F89E001152F0}" type="pres">
      <dgm:prSet presAssocID="{ACB0ED7C-3B15-4FE4-AAA4-3EFFB06CFEA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E655158-4D7C-41D4-9111-2D414429D3A2}" type="pres">
      <dgm:prSet presAssocID="{FE478084-0C8C-4FEC-B7BE-EFE2FDF174B4}" presName="spacer" presStyleCnt="0"/>
      <dgm:spPr/>
    </dgm:pt>
    <dgm:pt modelId="{58D79A78-AB75-42A8-82C2-227DB985A6CC}" type="pres">
      <dgm:prSet presAssocID="{80DF2D45-62C1-4AC9-A0BF-2FA9B86A74F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553020C-C8C7-4DCE-AF0B-735BBC1CA5F0}" type="presOf" srcId="{22805D8F-AF38-4FB0-B250-0CA24415A38F}" destId="{E4F5D583-E563-4F7C-B3EA-42A252602FF5}" srcOrd="0" destOrd="0" presId="urn:microsoft.com/office/officeart/2005/8/layout/vList2"/>
    <dgm:cxn modelId="{E6F0E819-A26D-4F7D-A321-A2273B7FD1E6}" srcId="{31DC3340-C973-4520-924D-B60FF9F60BEB}" destId="{80DF2D45-62C1-4AC9-A0BF-2FA9B86A74F5}" srcOrd="3" destOrd="0" parTransId="{D5DC62B0-DA74-44D2-8D4E-4CC2F0916D8E}" sibTransId="{CD800D85-681E-4C9A-8CC0-8410920A7DB0}"/>
    <dgm:cxn modelId="{B3976C70-75D7-411D-A055-8FED797460BD}" type="presOf" srcId="{80DF2D45-62C1-4AC9-A0BF-2FA9B86A74F5}" destId="{58D79A78-AB75-42A8-82C2-227DB985A6CC}" srcOrd="0" destOrd="0" presId="urn:microsoft.com/office/officeart/2005/8/layout/vList2"/>
    <dgm:cxn modelId="{8D7C49AF-5529-475C-867F-1544DDFE4050}" srcId="{31DC3340-C973-4520-924D-B60FF9F60BEB}" destId="{3278E7D1-6654-4C0C-B946-72282BD156D5}" srcOrd="1" destOrd="0" parTransId="{D5D00F2F-B400-4323-B69C-C155BDD3EC80}" sibTransId="{0524CC29-2FBC-446A-86DE-A41729763168}"/>
    <dgm:cxn modelId="{B04E0BB0-A56D-49D0-8638-188A9D8C53A4}" srcId="{31DC3340-C973-4520-924D-B60FF9F60BEB}" destId="{ACB0ED7C-3B15-4FE4-AAA4-3EFFB06CFEAB}" srcOrd="2" destOrd="0" parTransId="{4C4F1371-A4A2-4687-9A08-6C18A1CE3A81}" sibTransId="{FE478084-0C8C-4FEC-B7BE-EFE2FDF174B4}"/>
    <dgm:cxn modelId="{9DA6ABBC-C170-42B2-8BAA-FEE21ECAEC59}" type="presOf" srcId="{31DC3340-C973-4520-924D-B60FF9F60BEB}" destId="{4504FDC6-A5B8-4B45-9BBE-9650CFF99FBF}" srcOrd="0" destOrd="0" presId="urn:microsoft.com/office/officeart/2005/8/layout/vList2"/>
    <dgm:cxn modelId="{93A2F2DA-D586-4066-95F8-42C404173828}" srcId="{31DC3340-C973-4520-924D-B60FF9F60BEB}" destId="{22805D8F-AF38-4FB0-B250-0CA24415A38F}" srcOrd="0" destOrd="0" parTransId="{65E3EB27-7E29-4C0F-9D97-B41D7D590FDF}" sibTransId="{AD7753ED-B8E4-41E8-B3F5-483012DB4604}"/>
    <dgm:cxn modelId="{A4A6F9DC-2E16-4E61-BEB1-1AF52BB9FCB6}" type="presOf" srcId="{3278E7D1-6654-4C0C-B946-72282BD156D5}" destId="{5A013C85-9D66-4E8A-B73E-E2E50BEE1233}" srcOrd="0" destOrd="0" presId="urn:microsoft.com/office/officeart/2005/8/layout/vList2"/>
    <dgm:cxn modelId="{AE4B43FD-063B-421E-9118-51D2573C898F}" type="presOf" srcId="{ACB0ED7C-3B15-4FE4-AAA4-3EFFB06CFEAB}" destId="{BC56AB95-2FCA-4061-85DC-F89E001152F0}" srcOrd="0" destOrd="0" presId="urn:microsoft.com/office/officeart/2005/8/layout/vList2"/>
    <dgm:cxn modelId="{D71EE454-1ACD-4403-A55D-70ADBCF238CA}" type="presParOf" srcId="{4504FDC6-A5B8-4B45-9BBE-9650CFF99FBF}" destId="{E4F5D583-E563-4F7C-B3EA-42A252602FF5}" srcOrd="0" destOrd="0" presId="urn:microsoft.com/office/officeart/2005/8/layout/vList2"/>
    <dgm:cxn modelId="{CF2985EE-2B03-4D21-9E91-05493C8C1DB9}" type="presParOf" srcId="{4504FDC6-A5B8-4B45-9BBE-9650CFF99FBF}" destId="{0797BA6F-D60C-4CA0-B824-BAA0F84BFA3D}" srcOrd="1" destOrd="0" presId="urn:microsoft.com/office/officeart/2005/8/layout/vList2"/>
    <dgm:cxn modelId="{611490AE-B630-49F1-94B5-65AC8422974B}" type="presParOf" srcId="{4504FDC6-A5B8-4B45-9BBE-9650CFF99FBF}" destId="{5A013C85-9D66-4E8A-B73E-E2E50BEE1233}" srcOrd="2" destOrd="0" presId="urn:microsoft.com/office/officeart/2005/8/layout/vList2"/>
    <dgm:cxn modelId="{FFC0C5F6-774B-419E-95B4-53C87A121BEC}" type="presParOf" srcId="{4504FDC6-A5B8-4B45-9BBE-9650CFF99FBF}" destId="{5C28438D-AC35-4CC4-8AF4-73306A04B51E}" srcOrd="3" destOrd="0" presId="urn:microsoft.com/office/officeart/2005/8/layout/vList2"/>
    <dgm:cxn modelId="{E9305B4E-9A7F-4F53-915F-EB81A9B7DFDC}" type="presParOf" srcId="{4504FDC6-A5B8-4B45-9BBE-9650CFF99FBF}" destId="{BC56AB95-2FCA-4061-85DC-F89E001152F0}" srcOrd="4" destOrd="0" presId="urn:microsoft.com/office/officeart/2005/8/layout/vList2"/>
    <dgm:cxn modelId="{7E1D3627-99B7-42C5-9C31-F1EB8C4D74EC}" type="presParOf" srcId="{4504FDC6-A5B8-4B45-9BBE-9650CFF99FBF}" destId="{AE655158-4D7C-41D4-9111-2D414429D3A2}" srcOrd="5" destOrd="0" presId="urn:microsoft.com/office/officeart/2005/8/layout/vList2"/>
    <dgm:cxn modelId="{06B591C6-9C4C-4E9E-A335-D73AF67CE22D}" type="presParOf" srcId="{4504FDC6-A5B8-4B45-9BBE-9650CFF99FBF}" destId="{58D79A78-AB75-42A8-82C2-227DB985A6C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B8315C04-B269-4D11-A6A6-C7DA8BA8D7B5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DAA289B-8DF8-40B2-A85F-F0AE74D7A8B7}">
      <dgm:prSet/>
      <dgm:spPr/>
      <dgm:t>
        <a:bodyPr/>
        <a:lstStyle/>
        <a:p>
          <a:r>
            <a:rPr lang="ru-RU" b="0" i="0"/>
            <a:t>1939 р.</a:t>
          </a:r>
          <a:endParaRPr lang="uk-UA"/>
        </a:p>
      </dgm:t>
    </dgm:pt>
    <dgm:pt modelId="{DD245D0E-C882-4081-A030-C8AED1A19B4B}" type="parTrans" cxnId="{3F2B9580-B885-4C89-A92F-EC04E02626AB}">
      <dgm:prSet/>
      <dgm:spPr/>
      <dgm:t>
        <a:bodyPr/>
        <a:lstStyle/>
        <a:p>
          <a:endParaRPr lang="uk-UA"/>
        </a:p>
      </dgm:t>
    </dgm:pt>
    <dgm:pt modelId="{38545E6D-A99B-4959-A6D4-930B19481F85}" type="sibTrans" cxnId="{3F2B9580-B885-4C89-A92F-EC04E02626AB}">
      <dgm:prSet/>
      <dgm:spPr/>
      <dgm:t>
        <a:bodyPr/>
        <a:lstStyle/>
        <a:p>
          <a:endParaRPr lang="uk-UA"/>
        </a:p>
      </dgm:t>
    </dgm:pt>
    <dgm:pt modelId="{F5BD88D3-58AD-408B-88CE-6B7F80D2E127}">
      <dgm:prSet/>
      <dgm:spPr/>
      <dgm:t>
        <a:bodyPr/>
        <a:lstStyle/>
        <a:p>
          <a:r>
            <a:rPr lang="ru-RU" b="0" i="0"/>
            <a:t>1944 р.</a:t>
          </a:r>
          <a:endParaRPr lang="uk-UA"/>
        </a:p>
      </dgm:t>
    </dgm:pt>
    <dgm:pt modelId="{32C15C7E-AAA2-4347-B654-C5422DA23560}" type="parTrans" cxnId="{A7A39AC2-0319-43A1-8C09-65471B1004C9}">
      <dgm:prSet/>
      <dgm:spPr/>
      <dgm:t>
        <a:bodyPr/>
        <a:lstStyle/>
        <a:p>
          <a:endParaRPr lang="uk-UA"/>
        </a:p>
      </dgm:t>
    </dgm:pt>
    <dgm:pt modelId="{0FF6DE47-F236-497F-8C53-0B506E083CF6}" type="sibTrans" cxnId="{A7A39AC2-0319-43A1-8C09-65471B1004C9}">
      <dgm:prSet/>
      <dgm:spPr/>
      <dgm:t>
        <a:bodyPr/>
        <a:lstStyle/>
        <a:p>
          <a:endParaRPr lang="uk-UA"/>
        </a:p>
      </dgm:t>
    </dgm:pt>
    <dgm:pt modelId="{1D82AECE-5811-4FC2-9CE3-53610A46B350}">
      <dgm:prSet/>
      <dgm:spPr/>
      <dgm:t>
        <a:bodyPr/>
        <a:lstStyle/>
        <a:p>
          <a:r>
            <a:rPr lang="ru-RU" b="0" i="0"/>
            <a:t>1946 р.</a:t>
          </a:r>
          <a:endParaRPr lang="uk-UA"/>
        </a:p>
      </dgm:t>
    </dgm:pt>
    <dgm:pt modelId="{E6C74E8B-0BB2-4BBD-B3EA-B523F4EF90D0}" type="parTrans" cxnId="{8AB11A73-C3E2-421F-B6FF-80EEAC23E3C3}">
      <dgm:prSet/>
      <dgm:spPr/>
      <dgm:t>
        <a:bodyPr/>
        <a:lstStyle/>
        <a:p>
          <a:endParaRPr lang="uk-UA"/>
        </a:p>
      </dgm:t>
    </dgm:pt>
    <dgm:pt modelId="{1C1B6D5A-B3E0-4550-BCEC-5617BBA430EF}" type="sibTrans" cxnId="{8AB11A73-C3E2-421F-B6FF-80EEAC23E3C3}">
      <dgm:prSet/>
      <dgm:spPr/>
      <dgm:t>
        <a:bodyPr/>
        <a:lstStyle/>
        <a:p>
          <a:endParaRPr lang="uk-UA"/>
        </a:p>
      </dgm:t>
    </dgm:pt>
    <dgm:pt modelId="{75FCA3F9-A156-4D30-83F4-AA651C7A5662}">
      <dgm:prSet/>
      <dgm:spPr/>
      <dgm:t>
        <a:bodyPr/>
        <a:lstStyle/>
        <a:p>
          <a:r>
            <a:rPr lang="ru-RU" b="0" i="0"/>
            <a:t>1949 р.</a:t>
          </a:r>
          <a:endParaRPr lang="uk-UA"/>
        </a:p>
      </dgm:t>
    </dgm:pt>
    <dgm:pt modelId="{557724AB-D818-4D89-8EB1-49BDE6D697D7}" type="parTrans" cxnId="{BD32A844-0DA0-45DB-9450-73968E91128B}">
      <dgm:prSet/>
      <dgm:spPr/>
      <dgm:t>
        <a:bodyPr/>
        <a:lstStyle/>
        <a:p>
          <a:endParaRPr lang="uk-UA"/>
        </a:p>
      </dgm:t>
    </dgm:pt>
    <dgm:pt modelId="{8FF780C6-FF6B-4287-9772-22CD11C63A68}" type="sibTrans" cxnId="{BD32A844-0DA0-45DB-9450-73968E91128B}">
      <dgm:prSet/>
      <dgm:spPr/>
      <dgm:t>
        <a:bodyPr/>
        <a:lstStyle/>
        <a:p>
          <a:endParaRPr lang="uk-UA"/>
        </a:p>
      </dgm:t>
    </dgm:pt>
    <dgm:pt modelId="{E6D535B5-E501-47C6-B367-D0D4FBD30BDB}" type="pres">
      <dgm:prSet presAssocID="{B8315C04-B269-4D11-A6A6-C7DA8BA8D7B5}" presName="matrix" presStyleCnt="0">
        <dgm:presLayoutVars>
          <dgm:chMax val="1"/>
          <dgm:dir/>
          <dgm:resizeHandles val="exact"/>
        </dgm:presLayoutVars>
      </dgm:prSet>
      <dgm:spPr/>
    </dgm:pt>
    <dgm:pt modelId="{E8F08CCD-3B03-4285-84CF-A3ECE4BF9F6A}" type="pres">
      <dgm:prSet presAssocID="{B8315C04-B269-4D11-A6A6-C7DA8BA8D7B5}" presName="diamond" presStyleLbl="bgShp" presStyleIdx="0" presStyleCnt="1"/>
      <dgm:spPr/>
    </dgm:pt>
    <dgm:pt modelId="{22BAC8FD-6F38-4055-8ECB-3F9F5F2FAE66}" type="pres">
      <dgm:prSet presAssocID="{B8315C04-B269-4D11-A6A6-C7DA8BA8D7B5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18EED3B-F39A-47FE-AA6B-4A0D688AE52D}" type="pres">
      <dgm:prSet presAssocID="{B8315C04-B269-4D11-A6A6-C7DA8BA8D7B5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9CFFB33-1A91-4AEE-B6B6-C40401880865}" type="pres">
      <dgm:prSet presAssocID="{B8315C04-B269-4D11-A6A6-C7DA8BA8D7B5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B63B0A4-F8E4-4150-85A4-6662685F973A}" type="pres">
      <dgm:prSet presAssocID="{B8315C04-B269-4D11-A6A6-C7DA8BA8D7B5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B61DD00-0EF0-4028-B01D-F919254774E0}" type="presOf" srcId="{F5BD88D3-58AD-408B-88CE-6B7F80D2E127}" destId="{318EED3B-F39A-47FE-AA6B-4A0D688AE52D}" srcOrd="0" destOrd="0" presId="urn:microsoft.com/office/officeart/2005/8/layout/matrix3"/>
    <dgm:cxn modelId="{BD32A844-0DA0-45DB-9450-73968E91128B}" srcId="{B8315C04-B269-4D11-A6A6-C7DA8BA8D7B5}" destId="{75FCA3F9-A156-4D30-83F4-AA651C7A5662}" srcOrd="3" destOrd="0" parTransId="{557724AB-D818-4D89-8EB1-49BDE6D697D7}" sibTransId="{8FF780C6-FF6B-4287-9772-22CD11C63A68}"/>
    <dgm:cxn modelId="{8AB11A73-C3E2-421F-B6FF-80EEAC23E3C3}" srcId="{B8315C04-B269-4D11-A6A6-C7DA8BA8D7B5}" destId="{1D82AECE-5811-4FC2-9CE3-53610A46B350}" srcOrd="2" destOrd="0" parTransId="{E6C74E8B-0BB2-4BBD-B3EA-B523F4EF90D0}" sibTransId="{1C1B6D5A-B3E0-4550-BCEC-5617BBA430EF}"/>
    <dgm:cxn modelId="{3F2B9580-B885-4C89-A92F-EC04E02626AB}" srcId="{B8315C04-B269-4D11-A6A6-C7DA8BA8D7B5}" destId="{1DAA289B-8DF8-40B2-A85F-F0AE74D7A8B7}" srcOrd="0" destOrd="0" parTransId="{DD245D0E-C882-4081-A030-C8AED1A19B4B}" sibTransId="{38545E6D-A99B-4959-A6D4-930B19481F85}"/>
    <dgm:cxn modelId="{6F1AF3A3-1155-452A-B2B1-98427B29B150}" type="presOf" srcId="{1DAA289B-8DF8-40B2-A85F-F0AE74D7A8B7}" destId="{22BAC8FD-6F38-4055-8ECB-3F9F5F2FAE66}" srcOrd="0" destOrd="0" presId="urn:microsoft.com/office/officeart/2005/8/layout/matrix3"/>
    <dgm:cxn modelId="{F58C70BA-BCA4-4B53-A9F5-023265D93C9A}" type="presOf" srcId="{75FCA3F9-A156-4D30-83F4-AA651C7A5662}" destId="{BB63B0A4-F8E4-4150-85A4-6662685F973A}" srcOrd="0" destOrd="0" presId="urn:microsoft.com/office/officeart/2005/8/layout/matrix3"/>
    <dgm:cxn modelId="{A7A39AC2-0319-43A1-8C09-65471B1004C9}" srcId="{B8315C04-B269-4D11-A6A6-C7DA8BA8D7B5}" destId="{F5BD88D3-58AD-408B-88CE-6B7F80D2E127}" srcOrd="1" destOrd="0" parTransId="{32C15C7E-AAA2-4347-B654-C5422DA23560}" sibTransId="{0FF6DE47-F236-497F-8C53-0B506E083CF6}"/>
    <dgm:cxn modelId="{601560D7-C023-47BB-B104-C4A00F08221C}" type="presOf" srcId="{1D82AECE-5811-4FC2-9CE3-53610A46B350}" destId="{39CFFB33-1A91-4AEE-B6B6-C40401880865}" srcOrd="0" destOrd="0" presId="urn:microsoft.com/office/officeart/2005/8/layout/matrix3"/>
    <dgm:cxn modelId="{168CE2EF-9B06-4413-84D3-44817084F16F}" type="presOf" srcId="{B8315C04-B269-4D11-A6A6-C7DA8BA8D7B5}" destId="{E6D535B5-E501-47C6-B367-D0D4FBD30BDB}" srcOrd="0" destOrd="0" presId="urn:microsoft.com/office/officeart/2005/8/layout/matrix3"/>
    <dgm:cxn modelId="{44F064A5-8B4E-4A11-A97F-CEE2D1D764D3}" type="presParOf" srcId="{E6D535B5-E501-47C6-B367-D0D4FBD30BDB}" destId="{E8F08CCD-3B03-4285-84CF-A3ECE4BF9F6A}" srcOrd="0" destOrd="0" presId="urn:microsoft.com/office/officeart/2005/8/layout/matrix3"/>
    <dgm:cxn modelId="{12AB20B9-C4CA-4FC7-9436-E8963E9C4013}" type="presParOf" srcId="{E6D535B5-E501-47C6-B367-D0D4FBD30BDB}" destId="{22BAC8FD-6F38-4055-8ECB-3F9F5F2FAE66}" srcOrd="1" destOrd="0" presId="urn:microsoft.com/office/officeart/2005/8/layout/matrix3"/>
    <dgm:cxn modelId="{1359A409-4285-4FE8-86F7-F711F44AF346}" type="presParOf" srcId="{E6D535B5-E501-47C6-B367-D0D4FBD30BDB}" destId="{318EED3B-F39A-47FE-AA6B-4A0D688AE52D}" srcOrd="2" destOrd="0" presId="urn:microsoft.com/office/officeart/2005/8/layout/matrix3"/>
    <dgm:cxn modelId="{1681CADB-778E-4C52-B3FE-FC50700ABB7F}" type="presParOf" srcId="{E6D535B5-E501-47C6-B367-D0D4FBD30BDB}" destId="{39CFFB33-1A91-4AEE-B6B6-C40401880865}" srcOrd="3" destOrd="0" presId="urn:microsoft.com/office/officeart/2005/8/layout/matrix3"/>
    <dgm:cxn modelId="{5B4C245D-ADDF-4240-A29A-1017A5D602BE}" type="presParOf" srcId="{E6D535B5-E501-47C6-B367-D0D4FBD30BDB}" destId="{BB63B0A4-F8E4-4150-85A4-6662685F973A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0E67AA57-D9FD-4B0F-8181-8F280CDE515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5673F13-6BE1-48BB-BB8C-50964A2F591A}">
      <dgm:prSet/>
      <dgm:spPr/>
      <dgm:t>
        <a:bodyPr/>
        <a:lstStyle/>
        <a:p>
          <a:r>
            <a:rPr lang="ru-RU" b="0" i="0"/>
            <a:t>А. Мельника, голову Проводу українських націоналістів.</a:t>
          </a:r>
          <a:endParaRPr lang="uk-UA"/>
        </a:p>
      </dgm:t>
    </dgm:pt>
    <dgm:pt modelId="{DF247BD5-9BC4-4624-A426-24C6D028793B}" type="parTrans" cxnId="{C43E1E6E-359A-4111-B98F-B8CF108CC8FF}">
      <dgm:prSet/>
      <dgm:spPr/>
      <dgm:t>
        <a:bodyPr/>
        <a:lstStyle/>
        <a:p>
          <a:endParaRPr lang="uk-UA"/>
        </a:p>
      </dgm:t>
    </dgm:pt>
    <dgm:pt modelId="{1813EE1C-4DC8-4ED4-8D54-E47D428D06AD}" type="sibTrans" cxnId="{C43E1E6E-359A-4111-B98F-B8CF108CC8FF}">
      <dgm:prSet/>
      <dgm:spPr/>
      <dgm:t>
        <a:bodyPr/>
        <a:lstStyle/>
        <a:p>
          <a:endParaRPr lang="uk-UA"/>
        </a:p>
      </dgm:t>
    </dgm:pt>
    <dgm:pt modelId="{51C387D0-699C-4EF1-8CB8-821B8B210F56}">
      <dgm:prSet/>
      <dgm:spPr/>
      <dgm:t>
        <a:bodyPr/>
        <a:lstStyle/>
        <a:p>
          <a:r>
            <a:rPr lang="ru-RU" b="0" i="0"/>
            <a:t>А. Волошина, президента Карпатської України.</a:t>
          </a:r>
          <a:endParaRPr lang="uk-UA"/>
        </a:p>
      </dgm:t>
    </dgm:pt>
    <dgm:pt modelId="{FB88A99E-3499-4B47-94F4-401CE113708E}" type="parTrans" cxnId="{90F421D1-6C5A-4060-A835-831FCF9E0BB8}">
      <dgm:prSet/>
      <dgm:spPr/>
      <dgm:t>
        <a:bodyPr/>
        <a:lstStyle/>
        <a:p>
          <a:endParaRPr lang="uk-UA"/>
        </a:p>
      </dgm:t>
    </dgm:pt>
    <dgm:pt modelId="{79FCA213-F0CB-455A-BE2B-D0C64EB747C6}" type="sibTrans" cxnId="{90F421D1-6C5A-4060-A835-831FCF9E0BB8}">
      <dgm:prSet/>
      <dgm:spPr/>
      <dgm:t>
        <a:bodyPr/>
        <a:lstStyle/>
        <a:p>
          <a:endParaRPr lang="uk-UA"/>
        </a:p>
      </dgm:t>
    </dgm:pt>
    <dgm:pt modelId="{19FF80F9-A515-454A-9058-C85520D14A9B}">
      <dgm:prSet/>
      <dgm:spPr/>
      <dgm:t>
        <a:bodyPr/>
        <a:lstStyle/>
        <a:p>
          <a:r>
            <a:rPr lang="ru-RU" b="0" i="0"/>
            <a:t>В. Липинського, засновника українського монархічного руху.</a:t>
          </a:r>
          <a:endParaRPr lang="uk-UA"/>
        </a:p>
      </dgm:t>
    </dgm:pt>
    <dgm:pt modelId="{69772D65-4A10-4B30-ACC0-D63E17B65EE0}" type="parTrans" cxnId="{B2FD82B2-3A14-4B0B-8504-CCD471060C19}">
      <dgm:prSet/>
      <dgm:spPr/>
      <dgm:t>
        <a:bodyPr/>
        <a:lstStyle/>
        <a:p>
          <a:endParaRPr lang="uk-UA"/>
        </a:p>
      </dgm:t>
    </dgm:pt>
    <dgm:pt modelId="{6EC7A97D-76A6-4462-B4DD-2CB646DF201C}" type="sibTrans" cxnId="{B2FD82B2-3A14-4B0B-8504-CCD471060C19}">
      <dgm:prSet/>
      <dgm:spPr/>
      <dgm:t>
        <a:bodyPr/>
        <a:lstStyle/>
        <a:p>
          <a:endParaRPr lang="uk-UA"/>
        </a:p>
      </dgm:t>
    </dgm:pt>
    <dgm:pt modelId="{87FD7B67-A4BC-4410-B552-1F629911399C}">
      <dgm:prSet/>
      <dgm:spPr/>
      <dgm:t>
        <a:bodyPr/>
        <a:lstStyle/>
        <a:p>
          <a:r>
            <a:rPr lang="ru-RU" b="0" i="0"/>
            <a:t>Й. Сліпого, митрополита Української греко-католицької церкви.</a:t>
          </a:r>
          <a:endParaRPr lang="uk-UA"/>
        </a:p>
      </dgm:t>
    </dgm:pt>
    <dgm:pt modelId="{AC8C5D01-367B-4B8E-9EE6-65BC72DFD83A}" type="parTrans" cxnId="{AE1BFF02-52CD-42E3-9D33-D11967B6704A}">
      <dgm:prSet/>
      <dgm:spPr/>
      <dgm:t>
        <a:bodyPr/>
        <a:lstStyle/>
        <a:p>
          <a:endParaRPr lang="uk-UA"/>
        </a:p>
      </dgm:t>
    </dgm:pt>
    <dgm:pt modelId="{C77C49A4-E874-4539-B619-960AE9D8213B}" type="sibTrans" cxnId="{AE1BFF02-52CD-42E3-9D33-D11967B6704A}">
      <dgm:prSet/>
      <dgm:spPr/>
      <dgm:t>
        <a:bodyPr/>
        <a:lstStyle/>
        <a:p>
          <a:endParaRPr lang="uk-UA"/>
        </a:p>
      </dgm:t>
    </dgm:pt>
    <dgm:pt modelId="{975CD15E-878D-4C17-9AE1-B2E23830431D}" type="pres">
      <dgm:prSet presAssocID="{0E67AA57-D9FD-4B0F-8181-8F280CDE5153}" presName="linear" presStyleCnt="0">
        <dgm:presLayoutVars>
          <dgm:animLvl val="lvl"/>
          <dgm:resizeHandles val="exact"/>
        </dgm:presLayoutVars>
      </dgm:prSet>
      <dgm:spPr/>
    </dgm:pt>
    <dgm:pt modelId="{F0B5799D-C227-4E76-AEBC-D12F420897F9}" type="pres">
      <dgm:prSet presAssocID="{C5673F13-6BE1-48BB-BB8C-50964A2F591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FC42290-1524-4CB0-B840-75D059104B99}" type="pres">
      <dgm:prSet presAssocID="{1813EE1C-4DC8-4ED4-8D54-E47D428D06AD}" presName="spacer" presStyleCnt="0"/>
      <dgm:spPr/>
    </dgm:pt>
    <dgm:pt modelId="{1A6B8524-B3DB-4577-9523-8BA43404BA00}" type="pres">
      <dgm:prSet presAssocID="{51C387D0-699C-4EF1-8CB8-821B8B210F5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52353A3-628F-40E7-B79F-9FC3A6A844BC}" type="pres">
      <dgm:prSet presAssocID="{79FCA213-F0CB-455A-BE2B-D0C64EB747C6}" presName="spacer" presStyleCnt="0"/>
      <dgm:spPr/>
    </dgm:pt>
    <dgm:pt modelId="{2D39E1C1-611C-45B8-83A5-7C8E865E1262}" type="pres">
      <dgm:prSet presAssocID="{19FF80F9-A515-454A-9058-C85520D14A9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C3EA41B-F3CA-4351-8F3A-8AB9AAA433E4}" type="pres">
      <dgm:prSet presAssocID="{6EC7A97D-76A6-4462-B4DD-2CB646DF201C}" presName="spacer" presStyleCnt="0"/>
      <dgm:spPr/>
    </dgm:pt>
    <dgm:pt modelId="{91A56468-E843-405D-B03F-D4000908BC24}" type="pres">
      <dgm:prSet presAssocID="{87FD7B67-A4BC-4410-B552-1F629911399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E1BFF02-52CD-42E3-9D33-D11967B6704A}" srcId="{0E67AA57-D9FD-4B0F-8181-8F280CDE5153}" destId="{87FD7B67-A4BC-4410-B552-1F629911399C}" srcOrd="3" destOrd="0" parTransId="{AC8C5D01-367B-4B8E-9EE6-65BC72DFD83A}" sibTransId="{C77C49A4-E874-4539-B619-960AE9D8213B}"/>
    <dgm:cxn modelId="{85C76F64-85FB-4C92-8676-9523D537031F}" type="presOf" srcId="{C5673F13-6BE1-48BB-BB8C-50964A2F591A}" destId="{F0B5799D-C227-4E76-AEBC-D12F420897F9}" srcOrd="0" destOrd="0" presId="urn:microsoft.com/office/officeart/2005/8/layout/vList2"/>
    <dgm:cxn modelId="{C43E1E6E-359A-4111-B98F-B8CF108CC8FF}" srcId="{0E67AA57-D9FD-4B0F-8181-8F280CDE5153}" destId="{C5673F13-6BE1-48BB-BB8C-50964A2F591A}" srcOrd="0" destOrd="0" parTransId="{DF247BD5-9BC4-4624-A426-24C6D028793B}" sibTransId="{1813EE1C-4DC8-4ED4-8D54-E47D428D06AD}"/>
    <dgm:cxn modelId="{DF741799-0EEA-4892-B410-F268217994C1}" type="presOf" srcId="{0E67AA57-D9FD-4B0F-8181-8F280CDE5153}" destId="{975CD15E-878D-4C17-9AE1-B2E23830431D}" srcOrd="0" destOrd="0" presId="urn:microsoft.com/office/officeart/2005/8/layout/vList2"/>
    <dgm:cxn modelId="{B2FD82B2-3A14-4B0B-8504-CCD471060C19}" srcId="{0E67AA57-D9FD-4B0F-8181-8F280CDE5153}" destId="{19FF80F9-A515-454A-9058-C85520D14A9B}" srcOrd="2" destOrd="0" parTransId="{69772D65-4A10-4B30-ACC0-D63E17B65EE0}" sibTransId="{6EC7A97D-76A6-4462-B4DD-2CB646DF201C}"/>
    <dgm:cxn modelId="{4CC417B8-D96C-4658-B13F-13B4CCFC122D}" type="presOf" srcId="{51C387D0-699C-4EF1-8CB8-821B8B210F56}" destId="{1A6B8524-B3DB-4577-9523-8BA43404BA00}" srcOrd="0" destOrd="0" presId="urn:microsoft.com/office/officeart/2005/8/layout/vList2"/>
    <dgm:cxn modelId="{90F421D1-6C5A-4060-A835-831FCF9E0BB8}" srcId="{0E67AA57-D9FD-4B0F-8181-8F280CDE5153}" destId="{51C387D0-699C-4EF1-8CB8-821B8B210F56}" srcOrd="1" destOrd="0" parTransId="{FB88A99E-3499-4B47-94F4-401CE113708E}" sibTransId="{79FCA213-F0CB-455A-BE2B-D0C64EB747C6}"/>
    <dgm:cxn modelId="{9B691AE7-9ECF-48E7-A234-00C552F0B4D3}" type="presOf" srcId="{87FD7B67-A4BC-4410-B552-1F629911399C}" destId="{91A56468-E843-405D-B03F-D4000908BC24}" srcOrd="0" destOrd="0" presId="urn:microsoft.com/office/officeart/2005/8/layout/vList2"/>
    <dgm:cxn modelId="{6929F3EA-0B6F-4589-858D-07D2BEDEFAD5}" type="presOf" srcId="{19FF80F9-A515-454A-9058-C85520D14A9B}" destId="{2D39E1C1-611C-45B8-83A5-7C8E865E1262}" srcOrd="0" destOrd="0" presId="urn:microsoft.com/office/officeart/2005/8/layout/vList2"/>
    <dgm:cxn modelId="{DFB0541B-2E3C-494B-8CB6-1353B6B95097}" type="presParOf" srcId="{975CD15E-878D-4C17-9AE1-B2E23830431D}" destId="{F0B5799D-C227-4E76-AEBC-D12F420897F9}" srcOrd="0" destOrd="0" presId="urn:microsoft.com/office/officeart/2005/8/layout/vList2"/>
    <dgm:cxn modelId="{1218BEF6-7A05-411C-B4E1-6B1D7CCF33EF}" type="presParOf" srcId="{975CD15E-878D-4C17-9AE1-B2E23830431D}" destId="{2FC42290-1524-4CB0-B840-75D059104B99}" srcOrd="1" destOrd="0" presId="urn:microsoft.com/office/officeart/2005/8/layout/vList2"/>
    <dgm:cxn modelId="{F4AF4DFE-7FAA-4312-8A3E-EDC042ECBB3C}" type="presParOf" srcId="{975CD15E-878D-4C17-9AE1-B2E23830431D}" destId="{1A6B8524-B3DB-4577-9523-8BA43404BA00}" srcOrd="2" destOrd="0" presId="urn:microsoft.com/office/officeart/2005/8/layout/vList2"/>
    <dgm:cxn modelId="{935BBFA9-E2A8-4624-8B73-E6FEE217992F}" type="presParOf" srcId="{975CD15E-878D-4C17-9AE1-B2E23830431D}" destId="{852353A3-628F-40E7-B79F-9FC3A6A844BC}" srcOrd="3" destOrd="0" presId="urn:microsoft.com/office/officeart/2005/8/layout/vList2"/>
    <dgm:cxn modelId="{0E88A5CC-DD8B-4D88-A6FD-FBC71432C819}" type="presParOf" srcId="{975CD15E-878D-4C17-9AE1-B2E23830431D}" destId="{2D39E1C1-611C-45B8-83A5-7C8E865E1262}" srcOrd="4" destOrd="0" presId="urn:microsoft.com/office/officeart/2005/8/layout/vList2"/>
    <dgm:cxn modelId="{D618A1BD-064C-4803-AB4A-6374D3B33A29}" type="presParOf" srcId="{975CD15E-878D-4C17-9AE1-B2E23830431D}" destId="{8C3EA41B-F3CA-4351-8F3A-8AB9AAA433E4}" srcOrd="5" destOrd="0" presId="urn:microsoft.com/office/officeart/2005/8/layout/vList2"/>
    <dgm:cxn modelId="{59F4315F-A158-4444-AE04-220365B76B84}" type="presParOf" srcId="{975CD15E-878D-4C17-9AE1-B2E23830431D}" destId="{91A56468-E843-405D-B03F-D4000908BC2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4B140AAC-7000-4BA0-A65C-7BC9356BB38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1369A62-F3A8-413C-9217-0E3EAA8EEE07}">
      <dgm:prSet/>
      <dgm:spPr/>
      <dgm:t>
        <a:bodyPr/>
        <a:lstStyle/>
        <a:p>
          <a:r>
            <a:rPr lang="uk-UA" b="0" i="0"/>
            <a:t>митрополитів Української греко-католицької церкви.</a:t>
          </a:r>
          <a:endParaRPr lang="uk-UA"/>
        </a:p>
      </dgm:t>
    </dgm:pt>
    <dgm:pt modelId="{18095082-40F6-49EF-AC40-6B02D918551A}" type="parTrans" cxnId="{BB86F5D7-63AF-46F8-8EC3-8E5C4BD00317}">
      <dgm:prSet/>
      <dgm:spPr/>
      <dgm:t>
        <a:bodyPr/>
        <a:lstStyle/>
        <a:p>
          <a:endParaRPr lang="uk-UA"/>
        </a:p>
      </dgm:t>
    </dgm:pt>
    <dgm:pt modelId="{E50982A6-E719-40A3-998D-25AB10D8C67B}" type="sibTrans" cxnId="{BB86F5D7-63AF-46F8-8EC3-8E5C4BD00317}">
      <dgm:prSet/>
      <dgm:spPr/>
      <dgm:t>
        <a:bodyPr/>
        <a:lstStyle/>
        <a:p>
          <a:endParaRPr lang="uk-UA"/>
        </a:p>
      </dgm:t>
    </dgm:pt>
    <dgm:pt modelId="{177F8028-A835-44E7-9E7E-9B3158917FD4}">
      <dgm:prSet/>
      <dgm:spPr/>
      <dgm:t>
        <a:bodyPr/>
        <a:lstStyle/>
        <a:p>
          <a:r>
            <a:rPr lang="uk-UA" b="0" i="0"/>
            <a:t>ініціаторів створення Української автокефальної православної церкви.</a:t>
          </a:r>
          <a:endParaRPr lang="uk-UA"/>
        </a:p>
      </dgm:t>
    </dgm:pt>
    <dgm:pt modelId="{E11826D5-DDE2-4CE8-A963-209E4FFA7704}" type="parTrans" cxnId="{811A2A23-ADAA-4A18-A284-F2FCB9014B83}">
      <dgm:prSet/>
      <dgm:spPr/>
      <dgm:t>
        <a:bodyPr/>
        <a:lstStyle/>
        <a:p>
          <a:endParaRPr lang="uk-UA"/>
        </a:p>
      </dgm:t>
    </dgm:pt>
    <dgm:pt modelId="{E8526473-634B-45BB-8F50-F139DEA307DC}" type="sibTrans" cxnId="{811A2A23-ADAA-4A18-A284-F2FCB9014B83}">
      <dgm:prSet/>
      <dgm:spPr/>
      <dgm:t>
        <a:bodyPr/>
        <a:lstStyle/>
        <a:p>
          <a:endParaRPr lang="uk-UA"/>
        </a:p>
      </dgm:t>
    </dgm:pt>
    <dgm:pt modelId="{EB186BE2-27E2-48CA-AF13-138CA0363082}">
      <dgm:prSet/>
      <dgm:spPr/>
      <dgm:t>
        <a:bodyPr/>
        <a:lstStyle/>
        <a:p>
          <a:r>
            <a:rPr lang="uk-UA" b="0" i="0"/>
            <a:t>активних учасників неканонічного Львівського церковного собору 1946 р.</a:t>
          </a:r>
          <a:endParaRPr lang="uk-UA"/>
        </a:p>
      </dgm:t>
    </dgm:pt>
    <dgm:pt modelId="{788E3F04-0C69-440C-A6D7-D478ABB6ACED}" type="parTrans" cxnId="{F6C2F9BB-7516-4989-83C0-142F929C5AC8}">
      <dgm:prSet/>
      <dgm:spPr/>
      <dgm:t>
        <a:bodyPr/>
        <a:lstStyle/>
        <a:p>
          <a:endParaRPr lang="uk-UA"/>
        </a:p>
      </dgm:t>
    </dgm:pt>
    <dgm:pt modelId="{964CBDB5-1392-46E6-B8A2-4E2632EF3ECB}" type="sibTrans" cxnId="{F6C2F9BB-7516-4989-83C0-142F929C5AC8}">
      <dgm:prSet/>
      <dgm:spPr/>
      <dgm:t>
        <a:bodyPr/>
        <a:lstStyle/>
        <a:p>
          <a:endParaRPr lang="uk-UA"/>
        </a:p>
      </dgm:t>
    </dgm:pt>
    <dgm:pt modelId="{426A5805-A0FA-48C9-904C-B07929054277}">
      <dgm:prSet/>
      <dgm:spPr/>
      <dgm:t>
        <a:bodyPr/>
        <a:lstStyle/>
        <a:p>
          <a:r>
            <a:rPr lang="uk-UA" b="0" i="0"/>
            <a:t>фундаторів Української православної церкви Київського патріархату.</a:t>
          </a:r>
          <a:endParaRPr lang="uk-UA"/>
        </a:p>
      </dgm:t>
    </dgm:pt>
    <dgm:pt modelId="{65DF7655-CE1D-4EE9-ADE3-65A651FD5861}" type="parTrans" cxnId="{69648B59-4520-4742-8AD2-4E4D29C4C4A4}">
      <dgm:prSet/>
      <dgm:spPr/>
      <dgm:t>
        <a:bodyPr/>
        <a:lstStyle/>
        <a:p>
          <a:endParaRPr lang="uk-UA"/>
        </a:p>
      </dgm:t>
    </dgm:pt>
    <dgm:pt modelId="{D92CC1BC-BB54-45E7-AFE5-595A7636AB50}" type="sibTrans" cxnId="{69648B59-4520-4742-8AD2-4E4D29C4C4A4}">
      <dgm:prSet/>
      <dgm:spPr/>
      <dgm:t>
        <a:bodyPr/>
        <a:lstStyle/>
        <a:p>
          <a:endParaRPr lang="uk-UA"/>
        </a:p>
      </dgm:t>
    </dgm:pt>
    <dgm:pt modelId="{7D6FB318-7608-4BB6-AA8B-91DA0E385BF6}" type="pres">
      <dgm:prSet presAssocID="{4B140AAC-7000-4BA0-A65C-7BC9356BB389}" presName="linear" presStyleCnt="0">
        <dgm:presLayoutVars>
          <dgm:animLvl val="lvl"/>
          <dgm:resizeHandles val="exact"/>
        </dgm:presLayoutVars>
      </dgm:prSet>
      <dgm:spPr/>
    </dgm:pt>
    <dgm:pt modelId="{54782952-2F88-4E87-9D87-872C02642B47}" type="pres">
      <dgm:prSet presAssocID="{D1369A62-F3A8-413C-9217-0E3EAA8EEE0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06355A1-0C84-429A-ACDE-9FD39F343B3A}" type="pres">
      <dgm:prSet presAssocID="{E50982A6-E719-40A3-998D-25AB10D8C67B}" presName="spacer" presStyleCnt="0"/>
      <dgm:spPr/>
    </dgm:pt>
    <dgm:pt modelId="{8E8E8B31-D726-4C56-918F-E01E20E7670D}" type="pres">
      <dgm:prSet presAssocID="{177F8028-A835-44E7-9E7E-9B3158917FD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5EB6628-9AEF-4A21-BC3D-9729DFE8DAD0}" type="pres">
      <dgm:prSet presAssocID="{E8526473-634B-45BB-8F50-F139DEA307DC}" presName="spacer" presStyleCnt="0"/>
      <dgm:spPr/>
    </dgm:pt>
    <dgm:pt modelId="{27CF1F37-374E-4835-BD1C-2FBE51B8DDFB}" type="pres">
      <dgm:prSet presAssocID="{EB186BE2-27E2-48CA-AF13-138CA036308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2A7DA94-7503-46BE-8F27-5C767A81F62A}" type="pres">
      <dgm:prSet presAssocID="{964CBDB5-1392-46E6-B8A2-4E2632EF3ECB}" presName="spacer" presStyleCnt="0"/>
      <dgm:spPr/>
    </dgm:pt>
    <dgm:pt modelId="{1AEA7D5C-CFFD-45F8-B8B2-2B17F8782DB6}" type="pres">
      <dgm:prSet presAssocID="{426A5805-A0FA-48C9-904C-B0792905427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11A2A23-ADAA-4A18-A284-F2FCB9014B83}" srcId="{4B140AAC-7000-4BA0-A65C-7BC9356BB389}" destId="{177F8028-A835-44E7-9E7E-9B3158917FD4}" srcOrd="1" destOrd="0" parTransId="{E11826D5-DDE2-4CE8-A963-209E4FFA7704}" sibTransId="{E8526473-634B-45BB-8F50-F139DEA307DC}"/>
    <dgm:cxn modelId="{59989837-DEC2-45B9-8F54-D30F40F7D866}" type="presOf" srcId="{4B140AAC-7000-4BA0-A65C-7BC9356BB389}" destId="{7D6FB318-7608-4BB6-AA8B-91DA0E385BF6}" srcOrd="0" destOrd="0" presId="urn:microsoft.com/office/officeart/2005/8/layout/vList2"/>
    <dgm:cxn modelId="{2F7EC63D-B78E-4EC3-A5C4-2D7C98BA5894}" type="presOf" srcId="{EB186BE2-27E2-48CA-AF13-138CA0363082}" destId="{27CF1F37-374E-4835-BD1C-2FBE51B8DDFB}" srcOrd="0" destOrd="0" presId="urn:microsoft.com/office/officeart/2005/8/layout/vList2"/>
    <dgm:cxn modelId="{9AC5194E-025E-492A-AD2A-A08C256819A7}" type="presOf" srcId="{177F8028-A835-44E7-9E7E-9B3158917FD4}" destId="{8E8E8B31-D726-4C56-918F-E01E20E7670D}" srcOrd="0" destOrd="0" presId="urn:microsoft.com/office/officeart/2005/8/layout/vList2"/>
    <dgm:cxn modelId="{69648B59-4520-4742-8AD2-4E4D29C4C4A4}" srcId="{4B140AAC-7000-4BA0-A65C-7BC9356BB389}" destId="{426A5805-A0FA-48C9-904C-B07929054277}" srcOrd="3" destOrd="0" parTransId="{65DF7655-CE1D-4EE9-ADE3-65A651FD5861}" sibTransId="{D92CC1BC-BB54-45E7-AFE5-595A7636AB50}"/>
    <dgm:cxn modelId="{D0BCFC7A-0BA3-4F76-8594-F6C2EF916A5B}" type="presOf" srcId="{426A5805-A0FA-48C9-904C-B07929054277}" destId="{1AEA7D5C-CFFD-45F8-B8B2-2B17F8782DB6}" srcOrd="0" destOrd="0" presId="urn:microsoft.com/office/officeart/2005/8/layout/vList2"/>
    <dgm:cxn modelId="{6A0A379E-B89D-43B1-9114-4C7CDDB40065}" type="presOf" srcId="{D1369A62-F3A8-413C-9217-0E3EAA8EEE07}" destId="{54782952-2F88-4E87-9D87-872C02642B47}" srcOrd="0" destOrd="0" presId="urn:microsoft.com/office/officeart/2005/8/layout/vList2"/>
    <dgm:cxn modelId="{F6C2F9BB-7516-4989-83C0-142F929C5AC8}" srcId="{4B140AAC-7000-4BA0-A65C-7BC9356BB389}" destId="{EB186BE2-27E2-48CA-AF13-138CA0363082}" srcOrd="2" destOrd="0" parTransId="{788E3F04-0C69-440C-A6D7-D478ABB6ACED}" sibTransId="{964CBDB5-1392-46E6-B8A2-4E2632EF3ECB}"/>
    <dgm:cxn modelId="{BB86F5D7-63AF-46F8-8EC3-8E5C4BD00317}" srcId="{4B140AAC-7000-4BA0-A65C-7BC9356BB389}" destId="{D1369A62-F3A8-413C-9217-0E3EAA8EEE07}" srcOrd="0" destOrd="0" parTransId="{18095082-40F6-49EF-AC40-6B02D918551A}" sibTransId="{E50982A6-E719-40A3-998D-25AB10D8C67B}"/>
    <dgm:cxn modelId="{45481B6B-924F-4F0E-9718-9FF9E0C7B480}" type="presParOf" srcId="{7D6FB318-7608-4BB6-AA8B-91DA0E385BF6}" destId="{54782952-2F88-4E87-9D87-872C02642B47}" srcOrd="0" destOrd="0" presId="urn:microsoft.com/office/officeart/2005/8/layout/vList2"/>
    <dgm:cxn modelId="{4A6EE474-3D23-4D32-A0BE-2290FFF829D8}" type="presParOf" srcId="{7D6FB318-7608-4BB6-AA8B-91DA0E385BF6}" destId="{206355A1-0C84-429A-ACDE-9FD39F343B3A}" srcOrd="1" destOrd="0" presId="urn:microsoft.com/office/officeart/2005/8/layout/vList2"/>
    <dgm:cxn modelId="{6F90AB3F-E8B7-427C-BB3B-F5862627AAB3}" type="presParOf" srcId="{7D6FB318-7608-4BB6-AA8B-91DA0E385BF6}" destId="{8E8E8B31-D726-4C56-918F-E01E20E7670D}" srcOrd="2" destOrd="0" presId="urn:microsoft.com/office/officeart/2005/8/layout/vList2"/>
    <dgm:cxn modelId="{AFCDD38A-D3CF-4EF2-8581-4A515494B9D8}" type="presParOf" srcId="{7D6FB318-7608-4BB6-AA8B-91DA0E385BF6}" destId="{B5EB6628-9AEF-4A21-BC3D-9729DFE8DAD0}" srcOrd="3" destOrd="0" presId="urn:microsoft.com/office/officeart/2005/8/layout/vList2"/>
    <dgm:cxn modelId="{98189163-75A0-4BE3-93C2-315781CFFB2C}" type="presParOf" srcId="{7D6FB318-7608-4BB6-AA8B-91DA0E385BF6}" destId="{27CF1F37-374E-4835-BD1C-2FBE51B8DDFB}" srcOrd="4" destOrd="0" presId="urn:microsoft.com/office/officeart/2005/8/layout/vList2"/>
    <dgm:cxn modelId="{F2F51BDD-1A8C-4E1A-9F26-0E0C88CE29AD}" type="presParOf" srcId="{7D6FB318-7608-4BB6-AA8B-91DA0E385BF6}" destId="{72A7DA94-7503-46BE-8F27-5C767A81F62A}" srcOrd="5" destOrd="0" presId="urn:microsoft.com/office/officeart/2005/8/layout/vList2"/>
    <dgm:cxn modelId="{5C4B5AB0-5045-494B-9455-F1B94EF922D4}" type="presParOf" srcId="{7D6FB318-7608-4BB6-AA8B-91DA0E385BF6}" destId="{1AEA7D5C-CFFD-45F8-B8B2-2B17F8782DB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C6443590-F4FE-4CFD-8149-CF1D96E8027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3071EDF-C5E2-47CC-B657-B9F1ECAFDDA3}">
      <dgm:prSet/>
      <dgm:spPr/>
      <dgm:t>
        <a:bodyPr/>
        <a:lstStyle/>
        <a:p>
          <a:r>
            <a:rPr lang="uk-UA" b="0" i="0"/>
            <a:t>акт вищого органу державної влади про повне або часткове звільнення від покарання осіб, щодо яких суд виніс вирок.</a:t>
          </a:r>
          <a:endParaRPr lang="uk-UA"/>
        </a:p>
      </dgm:t>
    </dgm:pt>
    <dgm:pt modelId="{58996747-43FA-4A64-BD7F-65E7EFED7DA7}" type="parTrans" cxnId="{113CB49C-7CA3-406D-9D25-9AB3A0CAF7B9}">
      <dgm:prSet/>
      <dgm:spPr/>
      <dgm:t>
        <a:bodyPr/>
        <a:lstStyle/>
        <a:p>
          <a:endParaRPr lang="uk-UA"/>
        </a:p>
      </dgm:t>
    </dgm:pt>
    <dgm:pt modelId="{7E208F75-1E36-4414-AE0A-3CD0CC3A14D4}" type="sibTrans" cxnId="{113CB49C-7CA3-406D-9D25-9AB3A0CAF7B9}">
      <dgm:prSet/>
      <dgm:spPr/>
      <dgm:t>
        <a:bodyPr/>
        <a:lstStyle/>
        <a:p>
          <a:endParaRPr lang="uk-UA"/>
        </a:p>
      </dgm:t>
    </dgm:pt>
    <dgm:pt modelId="{1E65BF40-6165-4C7A-AC7B-7F8BF415315D}">
      <dgm:prSet/>
      <dgm:spPr/>
      <dgm:t>
        <a:bodyPr/>
        <a:lstStyle/>
        <a:p>
          <a:r>
            <a:rPr lang="uk-UA" b="0" i="0"/>
            <a:t>форма оскарження офіційно прийнятого судового рішення, що подається засудженими або їхніми захисниками до вищої посадової особи.</a:t>
          </a:r>
          <a:endParaRPr lang="uk-UA"/>
        </a:p>
      </dgm:t>
    </dgm:pt>
    <dgm:pt modelId="{B9D09A7E-0063-4F61-AD98-A1EE2F2FC763}" type="parTrans" cxnId="{9CFD705F-A198-4F27-9E7D-594EEB4B315A}">
      <dgm:prSet/>
      <dgm:spPr/>
      <dgm:t>
        <a:bodyPr/>
        <a:lstStyle/>
        <a:p>
          <a:endParaRPr lang="uk-UA"/>
        </a:p>
      </dgm:t>
    </dgm:pt>
    <dgm:pt modelId="{C3F67007-631D-457D-A9F8-5AE6D9FDFF94}" type="sibTrans" cxnId="{9CFD705F-A198-4F27-9E7D-594EEB4B315A}">
      <dgm:prSet/>
      <dgm:spPr/>
      <dgm:t>
        <a:bodyPr/>
        <a:lstStyle/>
        <a:p>
          <a:endParaRPr lang="uk-UA"/>
        </a:p>
      </dgm:t>
    </dgm:pt>
    <dgm:pt modelId="{EB9B64BC-9FD8-4B90-8900-C8C0DA82EC13}" type="pres">
      <dgm:prSet presAssocID="{C6443590-F4FE-4CFD-8149-CF1D96E80273}" presName="linear" presStyleCnt="0">
        <dgm:presLayoutVars>
          <dgm:animLvl val="lvl"/>
          <dgm:resizeHandles val="exact"/>
        </dgm:presLayoutVars>
      </dgm:prSet>
      <dgm:spPr/>
    </dgm:pt>
    <dgm:pt modelId="{05935F4A-665D-464A-94E4-3E0F9E91B292}" type="pres">
      <dgm:prSet presAssocID="{53071EDF-C5E2-47CC-B657-B9F1ECAFDDA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B1B0E8F-8E3D-439E-A330-FB93F035AE99}" type="pres">
      <dgm:prSet presAssocID="{7E208F75-1E36-4414-AE0A-3CD0CC3A14D4}" presName="spacer" presStyleCnt="0"/>
      <dgm:spPr/>
    </dgm:pt>
    <dgm:pt modelId="{FDC26D77-59C0-462B-B0D2-77F5021BA4B7}" type="pres">
      <dgm:prSet presAssocID="{1E65BF40-6165-4C7A-AC7B-7F8BF415315D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FA6F3B00-8ABE-49E1-9CC3-0081E6CCF0D8}" type="presOf" srcId="{C6443590-F4FE-4CFD-8149-CF1D96E80273}" destId="{EB9B64BC-9FD8-4B90-8900-C8C0DA82EC13}" srcOrd="0" destOrd="0" presId="urn:microsoft.com/office/officeart/2005/8/layout/vList2"/>
    <dgm:cxn modelId="{9CFD705F-A198-4F27-9E7D-594EEB4B315A}" srcId="{C6443590-F4FE-4CFD-8149-CF1D96E80273}" destId="{1E65BF40-6165-4C7A-AC7B-7F8BF415315D}" srcOrd="1" destOrd="0" parTransId="{B9D09A7E-0063-4F61-AD98-A1EE2F2FC763}" sibTransId="{C3F67007-631D-457D-A9F8-5AE6D9FDFF94}"/>
    <dgm:cxn modelId="{89195B67-CDB1-4E91-AE1A-ECC4DB7B549F}" type="presOf" srcId="{53071EDF-C5E2-47CC-B657-B9F1ECAFDDA3}" destId="{05935F4A-665D-464A-94E4-3E0F9E91B292}" srcOrd="0" destOrd="0" presId="urn:microsoft.com/office/officeart/2005/8/layout/vList2"/>
    <dgm:cxn modelId="{1240C467-ACE2-4441-B0D1-620AF475AAC4}" type="presOf" srcId="{1E65BF40-6165-4C7A-AC7B-7F8BF415315D}" destId="{FDC26D77-59C0-462B-B0D2-77F5021BA4B7}" srcOrd="0" destOrd="0" presId="urn:microsoft.com/office/officeart/2005/8/layout/vList2"/>
    <dgm:cxn modelId="{113CB49C-7CA3-406D-9D25-9AB3A0CAF7B9}" srcId="{C6443590-F4FE-4CFD-8149-CF1D96E80273}" destId="{53071EDF-C5E2-47CC-B657-B9F1ECAFDDA3}" srcOrd="0" destOrd="0" parTransId="{58996747-43FA-4A64-BD7F-65E7EFED7DA7}" sibTransId="{7E208F75-1E36-4414-AE0A-3CD0CC3A14D4}"/>
    <dgm:cxn modelId="{1468BEF2-F668-40C5-822C-63C810A100F6}" type="presParOf" srcId="{EB9B64BC-9FD8-4B90-8900-C8C0DA82EC13}" destId="{05935F4A-665D-464A-94E4-3E0F9E91B292}" srcOrd="0" destOrd="0" presId="urn:microsoft.com/office/officeart/2005/8/layout/vList2"/>
    <dgm:cxn modelId="{AFE34F3E-F3EB-44A9-AD28-FECEC722635A}" type="presParOf" srcId="{EB9B64BC-9FD8-4B90-8900-C8C0DA82EC13}" destId="{5B1B0E8F-8E3D-439E-A330-FB93F035AE99}" srcOrd="1" destOrd="0" presId="urn:microsoft.com/office/officeart/2005/8/layout/vList2"/>
    <dgm:cxn modelId="{CEE452D7-1BE8-47F0-881F-8AFF6E94958F}" type="presParOf" srcId="{EB9B64BC-9FD8-4B90-8900-C8C0DA82EC13}" destId="{FDC26D77-59C0-462B-B0D2-77F5021BA4B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BF227F61-2B63-4182-8ECB-EC6FC0EFFB6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069ED4B-96D7-4983-844F-7C63D0299F75}">
      <dgm:prSet/>
      <dgm:spPr/>
      <dgm:t>
        <a:bodyPr/>
        <a:lstStyle/>
        <a:p>
          <a:r>
            <a:rPr lang="ru-RU" b="0" i="0"/>
            <a:t>запобіжний захід державного впливу, застосований до осіб, що вчинили злочини, за які законом передбачено покарання у вигляді позбавлення волі.</a:t>
          </a:r>
          <a:endParaRPr lang="uk-UA"/>
        </a:p>
      </dgm:t>
    </dgm:pt>
    <dgm:pt modelId="{C365182C-5E2E-42EC-8AF0-12233095F283}" type="parTrans" cxnId="{A3800BBA-AD09-4980-92BD-70A35EFF9C91}">
      <dgm:prSet/>
      <dgm:spPr/>
      <dgm:t>
        <a:bodyPr/>
        <a:lstStyle/>
        <a:p>
          <a:endParaRPr lang="uk-UA"/>
        </a:p>
      </dgm:t>
    </dgm:pt>
    <dgm:pt modelId="{63A30BA2-F779-4745-8E0F-212EE7B07CCE}" type="sibTrans" cxnId="{A3800BBA-AD09-4980-92BD-70A35EFF9C91}">
      <dgm:prSet/>
      <dgm:spPr/>
      <dgm:t>
        <a:bodyPr/>
        <a:lstStyle/>
        <a:p>
          <a:endParaRPr lang="uk-UA"/>
        </a:p>
      </dgm:t>
    </dgm:pt>
    <dgm:pt modelId="{4D44B193-E7B8-4E97-A79C-CACBD3B1EDF0}">
      <dgm:prSet/>
      <dgm:spPr/>
      <dgm:t>
        <a:bodyPr/>
        <a:lstStyle/>
        <a:p>
          <a:r>
            <a:rPr lang="ru-RU" b="0" i="0"/>
            <a:t>комплекс заходів державних органів, спрямованих на виправдання й відновлення в правах неправильно звинувачених, зганьблених чи засуджених осіб.</a:t>
          </a:r>
          <a:endParaRPr lang="uk-UA"/>
        </a:p>
      </dgm:t>
    </dgm:pt>
    <dgm:pt modelId="{0CEE7D37-B8B8-41E6-903B-CE26AB0FD23C}" type="parTrans" cxnId="{7F333DBC-2099-49D4-94E6-35080E9CE5ED}">
      <dgm:prSet/>
      <dgm:spPr/>
      <dgm:t>
        <a:bodyPr/>
        <a:lstStyle/>
        <a:p>
          <a:endParaRPr lang="uk-UA"/>
        </a:p>
      </dgm:t>
    </dgm:pt>
    <dgm:pt modelId="{8B5AE132-5340-4204-B306-A69F6FA4B6B8}" type="sibTrans" cxnId="{7F333DBC-2099-49D4-94E6-35080E9CE5ED}">
      <dgm:prSet/>
      <dgm:spPr/>
      <dgm:t>
        <a:bodyPr/>
        <a:lstStyle/>
        <a:p>
          <a:endParaRPr lang="uk-UA"/>
        </a:p>
      </dgm:t>
    </dgm:pt>
    <dgm:pt modelId="{CBE2F448-49E7-4023-BB03-CC4F5FB267E2}" type="pres">
      <dgm:prSet presAssocID="{BF227F61-2B63-4182-8ECB-EC6FC0EFFB68}" presName="linear" presStyleCnt="0">
        <dgm:presLayoutVars>
          <dgm:animLvl val="lvl"/>
          <dgm:resizeHandles val="exact"/>
        </dgm:presLayoutVars>
      </dgm:prSet>
      <dgm:spPr/>
    </dgm:pt>
    <dgm:pt modelId="{FF9A20C3-7211-4DF5-889F-33D9D1F5D929}" type="pres">
      <dgm:prSet presAssocID="{0069ED4B-96D7-4983-844F-7C63D0299F7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B4F7BFD-B8D8-4E7F-AB99-F84FA741EDED}" type="pres">
      <dgm:prSet presAssocID="{63A30BA2-F779-4745-8E0F-212EE7B07CCE}" presName="spacer" presStyleCnt="0"/>
      <dgm:spPr/>
    </dgm:pt>
    <dgm:pt modelId="{9B7F3673-EE43-47E5-A1EC-554996A3438C}" type="pres">
      <dgm:prSet presAssocID="{4D44B193-E7B8-4E97-A79C-CACBD3B1EDF0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58E9DC0F-5F35-4420-9DCD-2476B380115A}" type="presOf" srcId="{BF227F61-2B63-4182-8ECB-EC6FC0EFFB68}" destId="{CBE2F448-49E7-4023-BB03-CC4F5FB267E2}" srcOrd="0" destOrd="0" presId="urn:microsoft.com/office/officeart/2005/8/layout/vList2"/>
    <dgm:cxn modelId="{BACD9AAB-7E83-409B-ACA6-F9E7FE60BFCE}" type="presOf" srcId="{0069ED4B-96D7-4983-844F-7C63D0299F75}" destId="{FF9A20C3-7211-4DF5-889F-33D9D1F5D929}" srcOrd="0" destOrd="0" presId="urn:microsoft.com/office/officeart/2005/8/layout/vList2"/>
    <dgm:cxn modelId="{A3800BBA-AD09-4980-92BD-70A35EFF9C91}" srcId="{BF227F61-2B63-4182-8ECB-EC6FC0EFFB68}" destId="{0069ED4B-96D7-4983-844F-7C63D0299F75}" srcOrd="0" destOrd="0" parTransId="{C365182C-5E2E-42EC-8AF0-12233095F283}" sibTransId="{63A30BA2-F779-4745-8E0F-212EE7B07CCE}"/>
    <dgm:cxn modelId="{7F333DBC-2099-49D4-94E6-35080E9CE5ED}" srcId="{BF227F61-2B63-4182-8ECB-EC6FC0EFFB68}" destId="{4D44B193-E7B8-4E97-A79C-CACBD3B1EDF0}" srcOrd="1" destOrd="0" parTransId="{0CEE7D37-B8B8-41E6-903B-CE26AB0FD23C}" sibTransId="{8B5AE132-5340-4204-B306-A69F6FA4B6B8}"/>
    <dgm:cxn modelId="{6A0896C1-3D1F-4794-A1F5-D7A08EC87DE0}" type="presOf" srcId="{4D44B193-E7B8-4E97-A79C-CACBD3B1EDF0}" destId="{9B7F3673-EE43-47E5-A1EC-554996A3438C}" srcOrd="0" destOrd="0" presId="urn:microsoft.com/office/officeart/2005/8/layout/vList2"/>
    <dgm:cxn modelId="{3ED34C67-2728-4A3E-952C-50430B6414D3}" type="presParOf" srcId="{CBE2F448-49E7-4023-BB03-CC4F5FB267E2}" destId="{FF9A20C3-7211-4DF5-889F-33D9D1F5D929}" srcOrd="0" destOrd="0" presId="urn:microsoft.com/office/officeart/2005/8/layout/vList2"/>
    <dgm:cxn modelId="{0144B17C-13B1-455D-A135-6A9FF94D1FD4}" type="presParOf" srcId="{CBE2F448-49E7-4023-BB03-CC4F5FB267E2}" destId="{BB4F7BFD-B8D8-4E7F-AB99-F84FA741EDED}" srcOrd="1" destOrd="0" presId="urn:microsoft.com/office/officeart/2005/8/layout/vList2"/>
    <dgm:cxn modelId="{AD85F249-2059-4C68-A174-035B02731F2A}" type="presParOf" srcId="{CBE2F448-49E7-4023-BB03-CC4F5FB267E2}" destId="{9B7F3673-EE43-47E5-A1EC-554996A3438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80F6E0FF-D9D9-4814-A4E6-CC1AEBD746AF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B10A511-C621-4D15-AE47-BEA71F4E3F13}">
      <dgm:prSet/>
      <dgm:spPr/>
      <dgm:t>
        <a:bodyPr/>
        <a:lstStyle/>
        <a:p>
          <a:r>
            <a:rPr lang="uk-UA" b="0" i="0"/>
            <a:t>«Живописці соціалістичного реалізму»</a:t>
          </a:r>
          <a:endParaRPr lang="uk-UA"/>
        </a:p>
      </dgm:t>
    </dgm:pt>
    <dgm:pt modelId="{6A58C4F9-8072-4ACF-ACB4-7794AFB298A8}" type="parTrans" cxnId="{ACD7A4AF-5C5C-45C3-BAA5-AAE7A2A5C5A3}">
      <dgm:prSet/>
      <dgm:spPr/>
      <dgm:t>
        <a:bodyPr/>
        <a:lstStyle/>
        <a:p>
          <a:endParaRPr lang="uk-UA"/>
        </a:p>
      </dgm:t>
    </dgm:pt>
    <dgm:pt modelId="{D695B804-3137-4618-B209-6D16DCC3C8C8}" type="sibTrans" cxnId="{ACD7A4AF-5C5C-45C3-BAA5-AAE7A2A5C5A3}">
      <dgm:prSet/>
      <dgm:spPr/>
      <dgm:t>
        <a:bodyPr/>
        <a:lstStyle/>
        <a:p>
          <a:endParaRPr lang="uk-UA"/>
        </a:p>
      </dgm:t>
    </dgm:pt>
    <dgm:pt modelId="{4E8945B1-A756-4C53-A4A0-0DB832EF0093}">
      <dgm:prSet/>
      <dgm:spPr/>
      <dgm:t>
        <a:bodyPr/>
        <a:lstStyle/>
        <a:p>
          <a:r>
            <a:rPr lang="uk-UA" b="0" i="0"/>
            <a:t>«Українське наївне мистецтво»</a:t>
          </a:r>
          <a:endParaRPr lang="uk-UA"/>
        </a:p>
      </dgm:t>
    </dgm:pt>
    <dgm:pt modelId="{D2762875-DE53-408D-927E-632359571376}" type="parTrans" cxnId="{0A7FA411-C5B0-43C5-AEF8-B00EF6718878}">
      <dgm:prSet/>
      <dgm:spPr/>
      <dgm:t>
        <a:bodyPr/>
        <a:lstStyle/>
        <a:p>
          <a:endParaRPr lang="uk-UA"/>
        </a:p>
      </dgm:t>
    </dgm:pt>
    <dgm:pt modelId="{833A0299-C2F6-4DC1-ACC7-D6E21593F17D}" type="sibTrans" cxnId="{0A7FA411-C5B0-43C5-AEF8-B00EF6718878}">
      <dgm:prSet/>
      <dgm:spPr/>
      <dgm:t>
        <a:bodyPr/>
        <a:lstStyle/>
        <a:p>
          <a:endParaRPr lang="uk-UA"/>
        </a:p>
      </dgm:t>
    </dgm:pt>
    <dgm:pt modelId="{7FEAA236-D115-44A8-B9AD-098104A3BAE6}">
      <dgm:prSet/>
      <dgm:spPr/>
      <dgm:t>
        <a:bodyPr/>
        <a:lstStyle/>
        <a:p>
          <a:r>
            <a:rPr lang="uk-UA" b="0" i="0"/>
            <a:t>«Поети-шістдесятники України»</a:t>
          </a:r>
          <a:endParaRPr lang="uk-UA"/>
        </a:p>
      </dgm:t>
    </dgm:pt>
    <dgm:pt modelId="{F6E8AA3A-4151-4517-ACA9-C7DD53EA7A4D}" type="parTrans" cxnId="{6AD17559-0FBC-4BD5-B695-6F48DD7AA190}">
      <dgm:prSet/>
      <dgm:spPr/>
      <dgm:t>
        <a:bodyPr/>
        <a:lstStyle/>
        <a:p>
          <a:endParaRPr lang="uk-UA"/>
        </a:p>
      </dgm:t>
    </dgm:pt>
    <dgm:pt modelId="{0E225F94-89D0-411A-8188-5CE687FEC899}" type="sibTrans" cxnId="{6AD17559-0FBC-4BD5-B695-6F48DD7AA190}">
      <dgm:prSet/>
      <dgm:spPr/>
      <dgm:t>
        <a:bodyPr/>
        <a:lstStyle/>
        <a:p>
          <a:endParaRPr lang="uk-UA"/>
        </a:p>
      </dgm:t>
    </dgm:pt>
    <dgm:pt modelId="{E2E09476-73BA-4806-A2EC-B0BA6BA79ED9}">
      <dgm:prSet/>
      <dgm:spPr/>
      <dgm:t>
        <a:bodyPr/>
        <a:lstStyle/>
        <a:p>
          <a:r>
            <a:rPr lang="uk-UA" b="0" i="0"/>
            <a:t>«Українське поетичне кіно»</a:t>
          </a:r>
          <a:endParaRPr lang="uk-UA"/>
        </a:p>
      </dgm:t>
    </dgm:pt>
    <dgm:pt modelId="{BAA76150-2EF0-4954-B6F6-F52D1205AB65}" type="parTrans" cxnId="{5410D399-2F1C-432B-883B-C40ECE6A4B1C}">
      <dgm:prSet/>
      <dgm:spPr/>
      <dgm:t>
        <a:bodyPr/>
        <a:lstStyle/>
        <a:p>
          <a:endParaRPr lang="uk-UA"/>
        </a:p>
      </dgm:t>
    </dgm:pt>
    <dgm:pt modelId="{4B2CBEFA-D706-402F-B9B8-CCC109BDE848}" type="sibTrans" cxnId="{5410D399-2F1C-432B-883B-C40ECE6A4B1C}">
      <dgm:prSet/>
      <dgm:spPr/>
      <dgm:t>
        <a:bodyPr/>
        <a:lstStyle/>
        <a:p>
          <a:endParaRPr lang="uk-UA"/>
        </a:p>
      </dgm:t>
    </dgm:pt>
    <dgm:pt modelId="{581A2EF9-548D-4B35-944A-83F0CA1C3AE8}" type="pres">
      <dgm:prSet presAssocID="{80F6E0FF-D9D9-4814-A4E6-CC1AEBD746AF}" presName="linearFlow" presStyleCnt="0">
        <dgm:presLayoutVars>
          <dgm:dir/>
          <dgm:resizeHandles val="exact"/>
        </dgm:presLayoutVars>
      </dgm:prSet>
      <dgm:spPr/>
    </dgm:pt>
    <dgm:pt modelId="{518F47AE-3E55-4CA8-8A74-CB2B7938B580}" type="pres">
      <dgm:prSet presAssocID="{BB10A511-C621-4D15-AE47-BEA71F4E3F13}" presName="composite" presStyleCnt="0"/>
      <dgm:spPr/>
    </dgm:pt>
    <dgm:pt modelId="{458CED6A-86B3-4007-A232-79BDEB51AA22}" type="pres">
      <dgm:prSet presAssocID="{BB10A511-C621-4D15-AE47-BEA71F4E3F13}" presName="imgShp" presStyleLbl="fgImgPlace1" presStyleIdx="0" presStyleCnt="4"/>
      <dgm:spPr/>
    </dgm:pt>
    <dgm:pt modelId="{505C24EE-E8DE-4AEE-B6E6-C31CD00C1285}" type="pres">
      <dgm:prSet presAssocID="{BB10A511-C621-4D15-AE47-BEA71F4E3F13}" presName="txShp" presStyleLbl="node1" presStyleIdx="0" presStyleCnt="4">
        <dgm:presLayoutVars>
          <dgm:bulletEnabled val="1"/>
        </dgm:presLayoutVars>
      </dgm:prSet>
      <dgm:spPr/>
    </dgm:pt>
    <dgm:pt modelId="{C5B83C7B-DDFB-45B4-813A-E171146D3157}" type="pres">
      <dgm:prSet presAssocID="{D695B804-3137-4618-B209-6D16DCC3C8C8}" presName="spacing" presStyleCnt="0"/>
      <dgm:spPr/>
    </dgm:pt>
    <dgm:pt modelId="{6F50430C-5275-41D0-ACC8-35E83D30D31E}" type="pres">
      <dgm:prSet presAssocID="{4E8945B1-A756-4C53-A4A0-0DB832EF0093}" presName="composite" presStyleCnt="0"/>
      <dgm:spPr/>
    </dgm:pt>
    <dgm:pt modelId="{76EFA61D-B873-4F65-9616-D4E7F29284E0}" type="pres">
      <dgm:prSet presAssocID="{4E8945B1-A756-4C53-A4A0-0DB832EF0093}" presName="imgShp" presStyleLbl="fgImgPlace1" presStyleIdx="1" presStyleCnt="4"/>
      <dgm:spPr/>
    </dgm:pt>
    <dgm:pt modelId="{15AA3F36-ABBC-47E9-9523-2A00FE9B5FB8}" type="pres">
      <dgm:prSet presAssocID="{4E8945B1-A756-4C53-A4A0-0DB832EF0093}" presName="txShp" presStyleLbl="node1" presStyleIdx="1" presStyleCnt="4">
        <dgm:presLayoutVars>
          <dgm:bulletEnabled val="1"/>
        </dgm:presLayoutVars>
      </dgm:prSet>
      <dgm:spPr/>
    </dgm:pt>
    <dgm:pt modelId="{142647ED-978F-4AC0-9E55-2FC99D6ED4EF}" type="pres">
      <dgm:prSet presAssocID="{833A0299-C2F6-4DC1-ACC7-D6E21593F17D}" presName="spacing" presStyleCnt="0"/>
      <dgm:spPr/>
    </dgm:pt>
    <dgm:pt modelId="{4ACC78D0-C0CF-492F-A846-99252694D016}" type="pres">
      <dgm:prSet presAssocID="{7FEAA236-D115-44A8-B9AD-098104A3BAE6}" presName="composite" presStyleCnt="0"/>
      <dgm:spPr/>
    </dgm:pt>
    <dgm:pt modelId="{AAA57757-F319-42CA-849C-D6377C56336A}" type="pres">
      <dgm:prSet presAssocID="{7FEAA236-D115-44A8-B9AD-098104A3BAE6}" presName="imgShp" presStyleLbl="fgImgPlace1" presStyleIdx="2" presStyleCnt="4"/>
      <dgm:spPr/>
    </dgm:pt>
    <dgm:pt modelId="{C7BB3B2F-BBB0-4501-9C8F-BA2A72764BF6}" type="pres">
      <dgm:prSet presAssocID="{7FEAA236-D115-44A8-B9AD-098104A3BAE6}" presName="txShp" presStyleLbl="node1" presStyleIdx="2" presStyleCnt="4">
        <dgm:presLayoutVars>
          <dgm:bulletEnabled val="1"/>
        </dgm:presLayoutVars>
      </dgm:prSet>
      <dgm:spPr/>
    </dgm:pt>
    <dgm:pt modelId="{2C89D563-90A9-450F-9EE0-33012894156F}" type="pres">
      <dgm:prSet presAssocID="{0E225F94-89D0-411A-8188-5CE687FEC899}" presName="spacing" presStyleCnt="0"/>
      <dgm:spPr/>
    </dgm:pt>
    <dgm:pt modelId="{DD009DB9-2FA6-4574-9E1E-7309C5CE1315}" type="pres">
      <dgm:prSet presAssocID="{E2E09476-73BA-4806-A2EC-B0BA6BA79ED9}" presName="composite" presStyleCnt="0"/>
      <dgm:spPr/>
    </dgm:pt>
    <dgm:pt modelId="{061971C0-7C4B-4219-8585-B756CF387F51}" type="pres">
      <dgm:prSet presAssocID="{E2E09476-73BA-4806-A2EC-B0BA6BA79ED9}" presName="imgShp" presStyleLbl="fgImgPlace1" presStyleIdx="3" presStyleCnt="4"/>
      <dgm:spPr/>
    </dgm:pt>
    <dgm:pt modelId="{D6AFC577-B265-41E1-BA55-48DF8D38724C}" type="pres">
      <dgm:prSet presAssocID="{E2E09476-73BA-4806-A2EC-B0BA6BA79ED9}" presName="txShp" presStyleLbl="node1" presStyleIdx="3" presStyleCnt="4">
        <dgm:presLayoutVars>
          <dgm:bulletEnabled val="1"/>
        </dgm:presLayoutVars>
      </dgm:prSet>
      <dgm:spPr/>
    </dgm:pt>
  </dgm:ptLst>
  <dgm:cxnLst>
    <dgm:cxn modelId="{EE31A211-39E6-4097-A8B1-7826B3D38FDB}" type="presOf" srcId="{7FEAA236-D115-44A8-B9AD-098104A3BAE6}" destId="{C7BB3B2F-BBB0-4501-9C8F-BA2A72764BF6}" srcOrd="0" destOrd="0" presId="urn:microsoft.com/office/officeart/2005/8/layout/vList3"/>
    <dgm:cxn modelId="{0A7FA411-C5B0-43C5-AEF8-B00EF6718878}" srcId="{80F6E0FF-D9D9-4814-A4E6-CC1AEBD746AF}" destId="{4E8945B1-A756-4C53-A4A0-0DB832EF0093}" srcOrd="1" destOrd="0" parTransId="{D2762875-DE53-408D-927E-632359571376}" sibTransId="{833A0299-C2F6-4DC1-ACC7-D6E21593F17D}"/>
    <dgm:cxn modelId="{6AD17559-0FBC-4BD5-B695-6F48DD7AA190}" srcId="{80F6E0FF-D9D9-4814-A4E6-CC1AEBD746AF}" destId="{7FEAA236-D115-44A8-B9AD-098104A3BAE6}" srcOrd="2" destOrd="0" parTransId="{F6E8AA3A-4151-4517-ACA9-C7DD53EA7A4D}" sibTransId="{0E225F94-89D0-411A-8188-5CE687FEC899}"/>
    <dgm:cxn modelId="{82CBEF8A-3412-440A-8D29-790706D5C9B4}" type="presOf" srcId="{BB10A511-C621-4D15-AE47-BEA71F4E3F13}" destId="{505C24EE-E8DE-4AEE-B6E6-C31CD00C1285}" srcOrd="0" destOrd="0" presId="urn:microsoft.com/office/officeart/2005/8/layout/vList3"/>
    <dgm:cxn modelId="{5410D399-2F1C-432B-883B-C40ECE6A4B1C}" srcId="{80F6E0FF-D9D9-4814-A4E6-CC1AEBD746AF}" destId="{E2E09476-73BA-4806-A2EC-B0BA6BA79ED9}" srcOrd="3" destOrd="0" parTransId="{BAA76150-2EF0-4954-B6F6-F52D1205AB65}" sibTransId="{4B2CBEFA-D706-402F-B9B8-CCC109BDE848}"/>
    <dgm:cxn modelId="{62BC419E-ADBE-4D02-9EAA-0D90DAE10AED}" type="presOf" srcId="{E2E09476-73BA-4806-A2EC-B0BA6BA79ED9}" destId="{D6AFC577-B265-41E1-BA55-48DF8D38724C}" srcOrd="0" destOrd="0" presId="urn:microsoft.com/office/officeart/2005/8/layout/vList3"/>
    <dgm:cxn modelId="{ACD7A4AF-5C5C-45C3-BAA5-AAE7A2A5C5A3}" srcId="{80F6E0FF-D9D9-4814-A4E6-CC1AEBD746AF}" destId="{BB10A511-C621-4D15-AE47-BEA71F4E3F13}" srcOrd="0" destOrd="0" parTransId="{6A58C4F9-8072-4ACF-ACB4-7794AFB298A8}" sibTransId="{D695B804-3137-4618-B209-6D16DCC3C8C8}"/>
    <dgm:cxn modelId="{09B726F1-34F1-4063-9258-0B9082ECF218}" type="presOf" srcId="{4E8945B1-A756-4C53-A4A0-0DB832EF0093}" destId="{15AA3F36-ABBC-47E9-9523-2A00FE9B5FB8}" srcOrd="0" destOrd="0" presId="urn:microsoft.com/office/officeart/2005/8/layout/vList3"/>
    <dgm:cxn modelId="{55CA06FF-0EB0-4AA8-89AA-ACE0C120C642}" type="presOf" srcId="{80F6E0FF-D9D9-4814-A4E6-CC1AEBD746AF}" destId="{581A2EF9-548D-4B35-944A-83F0CA1C3AE8}" srcOrd="0" destOrd="0" presId="urn:microsoft.com/office/officeart/2005/8/layout/vList3"/>
    <dgm:cxn modelId="{77D05508-63FF-47E6-A3B6-03ED7A347088}" type="presParOf" srcId="{581A2EF9-548D-4B35-944A-83F0CA1C3AE8}" destId="{518F47AE-3E55-4CA8-8A74-CB2B7938B580}" srcOrd="0" destOrd="0" presId="urn:microsoft.com/office/officeart/2005/8/layout/vList3"/>
    <dgm:cxn modelId="{D1272524-3163-4D2E-ACAC-70D78B0A80B9}" type="presParOf" srcId="{518F47AE-3E55-4CA8-8A74-CB2B7938B580}" destId="{458CED6A-86B3-4007-A232-79BDEB51AA22}" srcOrd="0" destOrd="0" presId="urn:microsoft.com/office/officeart/2005/8/layout/vList3"/>
    <dgm:cxn modelId="{1ED35075-1550-444C-A453-BE1406D92C65}" type="presParOf" srcId="{518F47AE-3E55-4CA8-8A74-CB2B7938B580}" destId="{505C24EE-E8DE-4AEE-B6E6-C31CD00C1285}" srcOrd="1" destOrd="0" presId="urn:microsoft.com/office/officeart/2005/8/layout/vList3"/>
    <dgm:cxn modelId="{B9BB57F2-F55A-485E-9AC6-1F9ED37EF8E4}" type="presParOf" srcId="{581A2EF9-548D-4B35-944A-83F0CA1C3AE8}" destId="{C5B83C7B-DDFB-45B4-813A-E171146D3157}" srcOrd="1" destOrd="0" presId="urn:microsoft.com/office/officeart/2005/8/layout/vList3"/>
    <dgm:cxn modelId="{9A2A665E-8546-4E50-86EB-54994470AF18}" type="presParOf" srcId="{581A2EF9-548D-4B35-944A-83F0CA1C3AE8}" destId="{6F50430C-5275-41D0-ACC8-35E83D30D31E}" srcOrd="2" destOrd="0" presId="urn:microsoft.com/office/officeart/2005/8/layout/vList3"/>
    <dgm:cxn modelId="{BF94D8A5-28C5-4BC9-B705-DBCB0F721B53}" type="presParOf" srcId="{6F50430C-5275-41D0-ACC8-35E83D30D31E}" destId="{76EFA61D-B873-4F65-9616-D4E7F29284E0}" srcOrd="0" destOrd="0" presId="urn:microsoft.com/office/officeart/2005/8/layout/vList3"/>
    <dgm:cxn modelId="{F3B0CD9C-FC54-481A-BF56-AC436AA79AD0}" type="presParOf" srcId="{6F50430C-5275-41D0-ACC8-35E83D30D31E}" destId="{15AA3F36-ABBC-47E9-9523-2A00FE9B5FB8}" srcOrd="1" destOrd="0" presId="urn:microsoft.com/office/officeart/2005/8/layout/vList3"/>
    <dgm:cxn modelId="{CBE9D7FA-9558-419C-86B2-51CD91FD5A03}" type="presParOf" srcId="{581A2EF9-548D-4B35-944A-83F0CA1C3AE8}" destId="{142647ED-978F-4AC0-9E55-2FC99D6ED4EF}" srcOrd="3" destOrd="0" presId="urn:microsoft.com/office/officeart/2005/8/layout/vList3"/>
    <dgm:cxn modelId="{B47BA24C-F88A-4330-B55B-8CDD8940373C}" type="presParOf" srcId="{581A2EF9-548D-4B35-944A-83F0CA1C3AE8}" destId="{4ACC78D0-C0CF-492F-A846-99252694D016}" srcOrd="4" destOrd="0" presId="urn:microsoft.com/office/officeart/2005/8/layout/vList3"/>
    <dgm:cxn modelId="{DF2671F6-BA7F-4BE0-8130-00F2401AC281}" type="presParOf" srcId="{4ACC78D0-C0CF-492F-A846-99252694D016}" destId="{AAA57757-F319-42CA-849C-D6377C56336A}" srcOrd="0" destOrd="0" presId="urn:microsoft.com/office/officeart/2005/8/layout/vList3"/>
    <dgm:cxn modelId="{4DEA4F6F-8B6D-44C5-957D-6F18598B3816}" type="presParOf" srcId="{4ACC78D0-C0CF-492F-A846-99252694D016}" destId="{C7BB3B2F-BBB0-4501-9C8F-BA2A72764BF6}" srcOrd="1" destOrd="0" presId="urn:microsoft.com/office/officeart/2005/8/layout/vList3"/>
    <dgm:cxn modelId="{6AB53B9A-2D3B-48DA-B29C-AD2A9B7E0710}" type="presParOf" srcId="{581A2EF9-548D-4B35-944A-83F0CA1C3AE8}" destId="{2C89D563-90A9-450F-9EE0-33012894156F}" srcOrd="5" destOrd="0" presId="urn:microsoft.com/office/officeart/2005/8/layout/vList3"/>
    <dgm:cxn modelId="{2881806E-6FF3-4B5B-91F3-F5D6798E2230}" type="presParOf" srcId="{581A2EF9-548D-4B35-944A-83F0CA1C3AE8}" destId="{DD009DB9-2FA6-4574-9E1E-7309C5CE1315}" srcOrd="6" destOrd="0" presId="urn:microsoft.com/office/officeart/2005/8/layout/vList3"/>
    <dgm:cxn modelId="{0AFE0250-657A-41B1-9599-CB9BE33165BC}" type="presParOf" srcId="{DD009DB9-2FA6-4574-9E1E-7309C5CE1315}" destId="{061971C0-7C4B-4219-8585-B756CF387F51}" srcOrd="0" destOrd="0" presId="urn:microsoft.com/office/officeart/2005/8/layout/vList3"/>
    <dgm:cxn modelId="{4B5354E1-DA4C-41B1-AB5F-FD24358F53D6}" type="presParOf" srcId="{DD009DB9-2FA6-4574-9E1E-7309C5CE1315}" destId="{D6AFC577-B265-41E1-BA55-48DF8D38724C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0EDC82C0-E4C0-4627-96D5-7688ABA0E171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FEFB616-C4CC-442A-9B35-05050591DC76}">
      <dgm:prSet/>
      <dgm:spPr/>
      <dgm:t>
        <a:bodyPr/>
        <a:lstStyle/>
        <a:p>
          <a:r>
            <a:rPr lang="ru-RU" b="0" i="0"/>
            <a:t>Т. Яблонська</a:t>
          </a:r>
          <a:endParaRPr lang="uk-UA"/>
        </a:p>
      </dgm:t>
    </dgm:pt>
    <dgm:pt modelId="{C2B4D35E-70CE-4E25-ADA9-9F3097C41F71}" type="parTrans" cxnId="{1ECCAB71-9023-45B8-9E4F-73DE2C580BB8}">
      <dgm:prSet/>
      <dgm:spPr/>
      <dgm:t>
        <a:bodyPr/>
        <a:lstStyle/>
        <a:p>
          <a:endParaRPr lang="uk-UA"/>
        </a:p>
      </dgm:t>
    </dgm:pt>
    <dgm:pt modelId="{E51E759E-E456-47F5-8AE2-A0A682AFA553}" type="sibTrans" cxnId="{1ECCAB71-9023-45B8-9E4F-73DE2C580BB8}">
      <dgm:prSet/>
      <dgm:spPr/>
      <dgm:t>
        <a:bodyPr/>
        <a:lstStyle/>
        <a:p>
          <a:endParaRPr lang="uk-UA"/>
        </a:p>
      </dgm:t>
    </dgm:pt>
    <dgm:pt modelId="{6F60BF38-E08F-4547-B9C5-71116E7C2294}">
      <dgm:prSet/>
      <dgm:spPr/>
      <dgm:t>
        <a:bodyPr/>
        <a:lstStyle/>
        <a:p>
          <a:r>
            <a:rPr lang="ru-RU" b="0" i="0"/>
            <a:t>К. Білокур</a:t>
          </a:r>
          <a:endParaRPr lang="uk-UA"/>
        </a:p>
      </dgm:t>
    </dgm:pt>
    <dgm:pt modelId="{8B20FE62-B1E1-4967-B55F-E771947CF1E1}" type="parTrans" cxnId="{33BAC14E-C0B8-470A-B625-B4F5733D24C1}">
      <dgm:prSet/>
      <dgm:spPr/>
      <dgm:t>
        <a:bodyPr/>
        <a:lstStyle/>
        <a:p>
          <a:endParaRPr lang="uk-UA"/>
        </a:p>
      </dgm:t>
    </dgm:pt>
    <dgm:pt modelId="{2ADB71CA-DC25-45A8-8C4E-2CFE092BB7BF}" type="sibTrans" cxnId="{33BAC14E-C0B8-470A-B625-B4F5733D24C1}">
      <dgm:prSet/>
      <dgm:spPr/>
      <dgm:t>
        <a:bodyPr/>
        <a:lstStyle/>
        <a:p>
          <a:endParaRPr lang="uk-UA"/>
        </a:p>
      </dgm:t>
    </dgm:pt>
    <dgm:pt modelId="{A9FFB8F2-62E3-4BF5-97C4-120BF08D6B1D}">
      <dgm:prSet/>
      <dgm:spPr/>
      <dgm:t>
        <a:bodyPr/>
        <a:lstStyle/>
        <a:p>
          <a:r>
            <a:rPr lang="ru-RU" b="0" i="0"/>
            <a:t>М. Примаченко</a:t>
          </a:r>
          <a:endParaRPr lang="uk-UA"/>
        </a:p>
      </dgm:t>
    </dgm:pt>
    <dgm:pt modelId="{71CCA5F5-2305-4DA9-8435-72BD74E54511}" type="parTrans" cxnId="{02E4573F-BF11-4C49-B792-D5DE7092620C}">
      <dgm:prSet/>
      <dgm:spPr/>
      <dgm:t>
        <a:bodyPr/>
        <a:lstStyle/>
        <a:p>
          <a:endParaRPr lang="uk-UA"/>
        </a:p>
      </dgm:t>
    </dgm:pt>
    <dgm:pt modelId="{DDCE023A-9551-4698-BE53-6B679D4FAE32}" type="sibTrans" cxnId="{02E4573F-BF11-4C49-B792-D5DE7092620C}">
      <dgm:prSet/>
      <dgm:spPr/>
      <dgm:t>
        <a:bodyPr/>
        <a:lstStyle/>
        <a:p>
          <a:endParaRPr lang="uk-UA"/>
        </a:p>
      </dgm:t>
    </dgm:pt>
    <dgm:pt modelId="{A5157781-5268-46F4-961B-22FD22160E18}">
      <dgm:prSet/>
      <dgm:spPr/>
      <dgm:t>
        <a:bodyPr/>
        <a:lstStyle/>
        <a:p>
          <a:r>
            <a:rPr lang="ru-RU" b="0" i="0"/>
            <a:t>В. Касіян</a:t>
          </a:r>
          <a:endParaRPr lang="uk-UA"/>
        </a:p>
      </dgm:t>
    </dgm:pt>
    <dgm:pt modelId="{D652A382-1626-4011-A24C-1A099D26C0F5}" type="parTrans" cxnId="{241CE0D3-B0E0-45CA-8355-6250A52E0CAF}">
      <dgm:prSet/>
      <dgm:spPr/>
      <dgm:t>
        <a:bodyPr/>
        <a:lstStyle/>
        <a:p>
          <a:endParaRPr lang="uk-UA"/>
        </a:p>
      </dgm:t>
    </dgm:pt>
    <dgm:pt modelId="{C4A39E52-952C-434E-A346-01D9745E0303}" type="sibTrans" cxnId="{241CE0D3-B0E0-45CA-8355-6250A52E0CAF}">
      <dgm:prSet/>
      <dgm:spPr/>
      <dgm:t>
        <a:bodyPr/>
        <a:lstStyle/>
        <a:p>
          <a:endParaRPr lang="uk-UA"/>
        </a:p>
      </dgm:t>
    </dgm:pt>
    <dgm:pt modelId="{012D5A01-33B8-49E4-A6FA-64D6AEA13B5D}">
      <dgm:prSet/>
      <dgm:spPr/>
      <dgm:t>
        <a:bodyPr/>
        <a:lstStyle/>
        <a:p>
          <a:r>
            <a:rPr lang="ru-RU" b="0" i="0"/>
            <a:t>Г. Нарбут</a:t>
          </a:r>
          <a:endParaRPr lang="uk-UA"/>
        </a:p>
      </dgm:t>
    </dgm:pt>
    <dgm:pt modelId="{8E7A3816-AF93-446A-9A36-FFD7A974E005}" type="parTrans" cxnId="{CD7A0EC6-78E1-437D-A3BF-5BF3B05E2592}">
      <dgm:prSet/>
      <dgm:spPr/>
      <dgm:t>
        <a:bodyPr/>
        <a:lstStyle/>
        <a:p>
          <a:endParaRPr lang="uk-UA"/>
        </a:p>
      </dgm:t>
    </dgm:pt>
    <dgm:pt modelId="{430ADEC7-D33C-4104-8497-991B6DA296D5}" type="sibTrans" cxnId="{CD7A0EC6-78E1-437D-A3BF-5BF3B05E2592}">
      <dgm:prSet/>
      <dgm:spPr/>
      <dgm:t>
        <a:bodyPr/>
        <a:lstStyle/>
        <a:p>
          <a:endParaRPr lang="uk-UA"/>
        </a:p>
      </dgm:t>
    </dgm:pt>
    <dgm:pt modelId="{90943F7D-A020-4070-87D9-15CCC5DC47DC}" type="pres">
      <dgm:prSet presAssocID="{0EDC82C0-E4C0-4627-96D5-7688ABA0E171}" presName="linearFlow" presStyleCnt="0">
        <dgm:presLayoutVars>
          <dgm:dir/>
          <dgm:resizeHandles val="exact"/>
        </dgm:presLayoutVars>
      </dgm:prSet>
      <dgm:spPr/>
    </dgm:pt>
    <dgm:pt modelId="{209842B4-8486-4157-8DDA-ABEDCC27DF5C}" type="pres">
      <dgm:prSet presAssocID="{AFEFB616-C4CC-442A-9B35-05050591DC76}" presName="composite" presStyleCnt="0"/>
      <dgm:spPr/>
    </dgm:pt>
    <dgm:pt modelId="{84896578-7F3D-4229-9573-B93E7443B26C}" type="pres">
      <dgm:prSet presAssocID="{AFEFB616-C4CC-442A-9B35-05050591DC76}" presName="imgShp" presStyleLbl="fgImgPlace1" presStyleIdx="0" presStyleCnt="5"/>
      <dgm:spPr/>
    </dgm:pt>
    <dgm:pt modelId="{0FDD8228-D03E-4E17-9479-8034E17F00B4}" type="pres">
      <dgm:prSet presAssocID="{AFEFB616-C4CC-442A-9B35-05050591DC76}" presName="txShp" presStyleLbl="node1" presStyleIdx="0" presStyleCnt="5">
        <dgm:presLayoutVars>
          <dgm:bulletEnabled val="1"/>
        </dgm:presLayoutVars>
      </dgm:prSet>
      <dgm:spPr/>
    </dgm:pt>
    <dgm:pt modelId="{842672C7-DE2B-4856-B235-F1DB54E62C8E}" type="pres">
      <dgm:prSet presAssocID="{E51E759E-E456-47F5-8AE2-A0A682AFA553}" presName="spacing" presStyleCnt="0"/>
      <dgm:spPr/>
    </dgm:pt>
    <dgm:pt modelId="{710B5E7C-6279-4BA4-9E08-A13443F8936D}" type="pres">
      <dgm:prSet presAssocID="{6F60BF38-E08F-4547-B9C5-71116E7C2294}" presName="composite" presStyleCnt="0"/>
      <dgm:spPr/>
    </dgm:pt>
    <dgm:pt modelId="{9D0193B2-B412-47F4-BA57-CFB81EB02D37}" type="pres">
      <dgm:prSet presAssocID="{6F60BF38-E08F-4547-B9C5-71116E7C2294}" presName="imgShp" presStyleLbl="fgImgPlace1" presStyleIdx="1" presStyleCnt="5"/>
      <dgm:spPr/>
    </dgm:pt>
    <dgm:pt modelId="{D916ADA1-4451-47F9-9AAC-8636826FA033}" type="pres">
      <dgm:prSet presAssocID="{6F60BF38-E08F-4547-B9C5-71116E7C2294}" presName="txShp" presStyleLbl="node1" presStyleIdx="1" presStyleCnt="5">
        <dgm:presLayoutVars>
          <dgm:bulletEnabled val="1"/>
        </dgm:presLayoutVars>
      </dgm:prSet>
      <dgm:spPr/>
    </dgm:pt>
    <dgm:pt modelId="{770B20C2-B1FE-4E47-9622-1A9140521A0A}" type="pres">
      <dgm:prSet presAssocID="{2ADB71CA-DC25-45A8-8C4E-2CFE092BB7BF}" presName="spacing" presStyleCnt="0"/>
      <dgm:spPr/>
    </dgm:pt>
    <dgm:pt modelId="{274E5875-5C88-429F-B9DD-E0A210486EAA}" type="pres">
      <dgm:prSet presAssocID="{A9FFB8F2-62E3-4BF5-97C4-120BF08D6B1D}" presName="composite" presStyleCnt="0"/>
      <dgm:spPr/>
    </dgm:pt>
    <dgm:pt modelId="{6B114ABA-6FEF-4050-A656-A9F74E24A6DF}" type="pres">
      <dgm:prSet presAssocID="{A9FFB8F2-62E3-4BF5-97C4-120BF08D6B1D}" presName="imgShp" presStyleLbl="fgImgPlace1" presStyleIdx="2" presStyleCnt="5"/>
      <dgm:spPr/>
    </dgm:pt>
    <dgm:pt modelId="{8C6BFDB0-B677-4721-BE38-8240D3AE4D6F}" type="pres">
      <dgm:prSet presAssocID="{A9FFB8F2-62E3-4BF5-97C4-120BF08D6B1D}" presName="txShp" presStyleLbl="node1" presStyleIdx="2" presStyleCnt="5">
        <dgm:presLayoutVars>
          <dgm:bulletEnabled val="1"/>
        </dgm:presLayoutVars>
      </dgm:prSet>
      <dgm:spPr/>
    </dgm:pt>
    <dgm:pt modelId="{78C33597-978E-4E2C-A9B1-DC15D3954BB4}" type="pres">
      <dgm:prSet presAssocID="{DDCE023A-9551-4698-BE53-6B679D4FAE32}" presName="spacing" presStyleCnt="0"/>
      <dgm:spPr/>
    </dgm:pt>
    <dgm:pt modelId="{6A8D3E86-4C77-4185-B528-B28737721F7A}" type="pres">
      <dgm:prSet presAssocID="{A5157781-5268-46F4-961B-22FD22160E18}" presName="composite" presStyleCnt="0"/>
      <dgm:spPr/>
    </dgm:pt>
    <dgm:pt modelId="{0C06BECC-71FA-42FA-B1BF-53DDCC82492E}" type="pres">
      <dgm:prSet presAssocID="{A5157781-5268-46F4-961B-22FD22160E18}" presName="imgShp" presStyleLbl="fgImgPlace1" presStyleIdx="3" presStyleCnt="5"/>
      <dgm:spPr/>
    </dgm:pt>
    <dgm:pt modelId="{16D5E948-97EF-4E81-8364-C2D9E66232D0}" type="pres">
      <dgm:prSet presAssocID="{A5157781-5268-46F4-961B-22FD22160E18}" presName="txShp" presStyleLbl="node1" presStyleIdx="3" presStyleCnt="5">
        <dgm:presLayoutVars>
          <dgm:bulletEnabled val="1"/>
        </dgm:presLayoutVars>
      </dgm:prSet>
      <dgm:spPr/>
    </dgm:pt>
    <dgm:pt modelId="{665BBC2C-D0B4-469C-8174-67A3DB06A19B}" type="pres">
      <dgm:prSet presAssocID="{C4A39E52-952C-434E-A346-01D9745E0303}" presName="spacing" presStyleCnt="0"/>
      <dgm:spPr/>
    </dgm:pt>
    <dgm:pt modelId="{8EAE41C9-3C80-4626-9AE2-E37C08FD85AF}" type="pres">
      <dgm:prSet presAssocID="{012D5A01-33B8-49E4-A6FA-64D6AEA13B5D}" presName="composite" presStyleCnt="0"/>
      <dgm:spPr/>
    </dgm:pt>
    <dgm:pt modelId="{22048D89-3721-4DEF-A7D9-8EA9B8DFA7CC}" type="pres">
      <dgm:prSet presAssocID="{012D5A01-33B8-49E4-A6FA-64D6AEA13B5D}" presName="imgShp" presStyleLbl="fgImgPlace1" presStyleIdx="4" presStyleCnt="5"/>
      <dgm:spPr/>
    </dgm:pt>
    <dgm:pt modelId="{17CA4E96-BBD0-46FC-BA96-27D3EE3B3FC0}" type="pres">
      <dgm:prSet presAssocID="{012D5A01-33B8-49E4-A6FA-64D6AEA13B5D}" presName="txShp" presStyleLbl="node1" presStyleIdx="4" presStyleCnt="5">
        <dgm:presLayoutVars>
          <dgm:bulletEnabled val="1"/>
        </dgm:presLayoutVars>
      </dgm:prSet>
      <dgm:spPr/>
    </dgm:pt>
  </dgm:ptLst>
  <dgm:cxnLst>
    <dgm:cxn modelId="{B9CB791B-C38A-41FE-BE0A-7BCC508B1EF5}" type="presOf" srcId="{A5157781-5268-46F4-961B-22FD22160E18}" destId="{16D5E948-97EF-4E81-8364-C2D9E66232D0}" srcOrd="0" destOrd="0" presId="urn:microsoft.com/office/officeart/2005/8/layout/vList3"/>
    <dgm:cxn modelId="{02E4573F-BF11-4C49-B792-D5DE7092620C}" srcId="{0EDC82C0-E4C0-4627-96D5-7688ABA0E171}" destId="{A9FFB8F2-62E3-4BF5-97C4-120BF08D6B1D}" srcOrd="2" destOrd="0" parTransId="{71CCA5F5-2305-4DA9-8435-72BD74E54511}" sibTransId="{DDCE023A-9551-4698-BE53-6B679D4FAE32}"/>
    <dgm:cxn modelId="{33BAC14E-C0B8-470A-B625-B4F5733D24C1}" srcId="{0EDC82C0-E4C0-4627-96D5-7688ABA0E171}" destId="{6F60BF38-E08F-4547-B9C5-71116E7C2294}" srcOrd="1" destOrd="0" parTransId="{8B20FE62-B1E1-4967-B55F-E771947CF1E1}" sibTransId="{2ADB71CA-DC25-45A8-8C4E-2CFE092BB7BF}"/>
    <dgm:cxn modelId="{1ECCAB71-9023-45B8-9E4F-73DE2C580BB8}" srcId="{0EDC82C0-E4C0-4627-96D5-7688ABA0E171}" destId="{AFEFB616-C4CC-442A-9B35-05050591DC76}" srcOrd="0" destOrd="0" parTransId="{C2B4D35E-70CE-4E25-ADA9-9F3097C41F71}" sibTransId="{E51E759E-E456-47F5-8AE2-A0A682AFA553}"/>
    <dgm:cxn modelId="{1D48139D-3245-4F32-A95E-86B581844160}" type="presOf" srcId="{0EDC82C0-E4C0-4627-96D5-7688ABA0E171}" destId="{90943F7D-A020-4070-87D9-15CCC5DC47DC}" srcOrd="0" destOrd="0" presId="urn:microsoft.com/office/officeart/2005/8/layout/vList3"/>
    <dgm:cxn modelId="{1F3A64B4-E7CF-4AB7-8018-ABC7A7C862AE}" type="presOf" srcId="{012D5A01-33B8-49E4-A6FA-64D6AEA13B5D}" destId="{17CA4E96-BBD0-46FC-BA96-27D3EE3B3FC0}" srcOrd="0" destOrd="0" presId="urn:microsoft.com/office/officeart/2005/8/layout/vList3"/>
    <dgm:cxn modelId="{CD7A0EC6-78E1-437D-A3BF-5BF3B05E2592}" srcId="{0EDC82C0-E4C0-4627-96D5-7688ABA0E171}" destId="{012D5A01-33B8-49E4-A6FA-64D6AEA13B5D}" srcOrd="4" destOrd="0" parTransId="{8E7A3816-AF93-446A-9A36-FFD7A974E005}" sibTransId="{430ADEC7-D33C-4104-8497-991B6DA296D5}"/>
    <dgm:cxn modelId="{CA0860C7-7539-4D74-A825-59AB3C9CC764}" type="presOf" srcId="{A9FFB8F2-62E3-4BF5-97C4-120BF08D6B1D}" destId="{8C6BFDB0-B677-4721-BE38-8240D3AE4D6F}" srcOrd="0" destOrd="0" presId="urn:microsoft.com/office/officeart/2005/8/layout/vList3"/>
    <dgm:cxn modelId="{241CE0D3-B0E0-45CA-8355-6250A52E0CAF}" srcId="{0EDC82C0-E4C0-4627-96D5-7688ABA0E171}" destId="{A5157781-5268-46F4-961B-22FD22160E18}" srcOrd="3" destOrd="0" parTransId="{D652A382-1626-4011-A24C-1A099D26C0F5}" sibTransId="{C4A39E52-952C-434E-A346-01D9745E0303}"/>
    <dgm:cxn modelId="{9FE12BF0-667C-4694-B3AB-69A721C1143E}" type="presOf" srcId="{6F60BF38-E08F-4547-B9C5-71116E7C2294}" destId="{D916ADA1-4451-47F9-9AAC-8636826FA033}" srcOrd="0" destOrd="0" presId="urn:microsoft.com/office/officeart/2005/8/layout/vList3"/>
    <dgm:cxn modelId="{4DA997FC-43BD-48FC-AE32-C3BEE1A7C321}" type="presOf" srcId="{AFEFB616-C4CC-442A-9B35-05050591DC76}" destId="{0FDD8228-D03E-4E17-9479-8034E17F00B4}" srcOrd="0" destOrd="0" presId="urn:microsoft.com/office/officeart/2005/8/layout/vList3"/>
    <dgm:cxn modelId="{54E327BD-CA27-4AE4-B296-F5857A8DB27B}" type="presParOf" srcId="{90943F7D-A020-4070-87D9-15CCC5DC47DC}" destId="{209842B4-8486-4157-8DDA-ABEDCC27DF5C}" srcOrd="0" destOrd="0" presId="urn:microsoft.com/office/officeart/2005/8/layout/vList3"/>
    <dgm:cxn modelId="{05DF981D-259D-4BCB-B9EC-B9B798717A3A}" type="presParOf" srcId="{209842B4-8486-4157-8DDA-ABEDCC27DF5C}" destId="{84896578-7F3D-4229-9573-B93E7443B26C}" srcOrd="0" destOrd="0" presId="urn:microsoft.com/office/officeart/2005/8/layout/vList3"/>
    <dgm:cxn modelId="{61C4F967-80FB-4159-9336-64B3B0F3656A}" type="presParOf" srcId="{209842B4-8486-4157-8DDA-ABEDCC27DF5C}" destId="{0FDD8228-D03E-4E17-9479-8034E17F00B4}" srcOrd="1" destOrd="0" presId="urn:microsoft.com/office/officeart/2005/8/layout/vList3"/>
    <dgm:cxn modelId="{5CD3833D-A29D-4F53-BDB9-DC77053A30B0}" type="presParOf" srcId="{90943F7D-A020-4070-87D9-15CCC5DC47DC}" destId="{842672C7-DE2B-4856-B235-F1DB54E62C8E}" srcOrd="1" destOrd="0" presId="urn:microsoft.com/office/officeart/2005/8/layout/vList3"/>
    <dgm:cxn modelId="{7CA68298-218B-4CC3-A03B-4F12F6A976FF}" type="presParOf" srcId="{90943F7D-A020-4070-87D9-15CCC5DC47DC}" destId="{710B5E7C-6279-4BA4-9E08-A13443F8936D}" srcOrd="2" destOrd="0" presId="urn:microsoft.com/office/officeart/2005/8/layout/vList3"/>
    <dgm:cxn modelId="{5FFCFDDA-0B4A-4DCE-B841-990BBB9CDC58}" type="presParOf" srcId="{710B5E7C-6279-4BA4-9E08-A13443F8936D}" destId="{9D0193B2-B412-47F4-BA57-CFB81EB02D37}" srcOrd="0" destOrd="0" presId="urn:microsoft.com/office/officeart/2005/8/layout/vList3"/>
    <dgm:cxn modelId="{3FFE74A7-99B9-4A41-B607-3FEF34E0EACF}" type="presParOf" srcId="{710B5E7C-6279-4BA4-9E08-A13443F8936D}" destId="{D916ADA1-4451-47F9-9AAC-8636826FA033}" srcOrd="1" destOrd="0" presId="urn:microsoft.com/office/officeart/2005/8/layout/vList3"/>
    <dgm:cxn modelId="{CF748EB4-820D-450B-9272-385FE841C50E}" type="presParOf" srcId="{90943F7D-A020-4070-87D9-15CCC5DC47DC}" destId="{770B20C2-B1FE-4E47-9622-1A9140521A0A}" srcOrd="3" destOrd="0" presId="urn:microsoft.com/office/officeart/2005/8/layout/vList3"/>
    <dgm:cxn modelId="{BF729218-F25B-4520-A737-BF4BDB9EF229}" type="presParOf" srcId="{90943F7D-A020-4070-87D9-15CCC5DC47DC}" destId="{274E5875-5C88-429F-B9DD-E0A210486EAA}" srcOrd="4" destOrd="0" presId="urn:microsoft.com/office/officeart/2005/8/layout/vList3"/>
    <dgm:cxn modelId="{4BB94843-227D-4DD6-99AD-48C7D8E78883}" type="presParOf" srcId="{274E5875-5C88-429F-B9DD-E0A210486EAA}" destId="{6B114ABA-6FEF-4050-A656-A9F74E24A6DF}" srcOrd="0" destOrd="0" presId="urn:microsoft.com/office/officeart/2005/8/layout/vList3"/>
    <dgm:cxn modelId="{26663FC5-2FA1-4D23-813C-79AFFECC8D9C}" type="presParOf" srcId="{274E5875-5C88-429F-B9DD-E0A210486EAA}" destId="{8C6BFDB0-B677-4721-BE38-8240D3AE4D6F}" srcOrd="1" destOrd="0" presId="urn:microsoft.com/office/officeart/2005/8/layout/vList3"/>
    <dgm:cxn modelId="{09EC1C1D-03CC-4157-9355-92F004D7D659}" type="presParOf" srcId="{90943F7D-A020-4070-87D9-15CCC5DC47DC}" destId="{78C33597-978E-4E2C-A9B1-DC15D3954BB4}" srcOrd="5" destOrd="0" presId="urn:microsoft.com/office/officeart/2005/8/layout/vList3"/>
    <dgm:cxn modelId="{5DF5580B-43FB-4394-967F-C46F1362E026}" type="presParOf" srcId="{90943F7D-A020-4070-87D9-15CCC5DC47DC}" destId="{6A8D3E86-4C77-4185-B528-B28737721F7A}" srcOrd="6" destOrd="0" presId="urn:microsoft.com/office/officeart/2005/8/layout/vList3"/>
    <dgm:cxn modelId="{E49A1D75-ADD3-4EEB-8F9A-49A186F52991}" type="presParOf" srcId="{6A8D3E86-4C77-4185-B528-B28737721F7A}" destId="{0C06BECC-71FA-42FA-B1BF-53DDCC82492E}" srcOrd="0" destOrd="0" presId="urn:microsoft.com/office/officeart/2005/8/layout/vList3"/>
    <dgm:cxn modelId="{F3F10C0E-5986-48F9-94F6-1584D3ADFEE4}" type="presParOf" srcId="{6A8D3E86-4C77-4185-B528-B28737721F7A}" destId="{16D5E948-97EF-4E81-8364-C2D9E66232D0}" srcOrd="1" destOrd="0" presId="urn:microsoft.com/office/officeart/2005/8/layout/vList3"/>
    <dgm:cxn modelId="{C066208F-5D70-4239-8BA6-A4E460871A2A}" type="presParOf" srcId="{90943F7D-A020-4070-87D9-15CCC5DC47DC}" destId="{665BBC2C-D0B4-469C-8174-67A3DB06A19B}" srcOrd="7" destOrd="0" presId="urn:microsoft.com/office/officeart/2005/8/layout/vList3"/>
    <dgm:cxn modelId="{108B897A-39F3-40EA-BEB0-1399355ED02E}" type="presParOf" srcId="{90943F7D-A020-4070-87D9-15CCC5DC47DC}" destId="{8EAE41C9-3C80-4626-9AE2-E37C08FD85AF}" srcOrd="8" destOrd="0" presId="urn:microsoft.com/office/officeart/2005/8/layout/vList3"/>
    <dgm:cxn modelId="{F8C87E89-7628-4D21-8EE9-30C225EA382D}" type="presParOf" srcId="{8EAE41C9-3C80-4626-9AE2-E37C08FD85AF}" destId="{22048D89-3721-4DEF-A7D9-8EA9B8DFA7CC}" srcOrd="0" destOrd="0" presId="urn:microsoft.com/office/officeart/2005/8/layout/vList3"/>
    <dgm:cxn modelId="{F7B3C893-847B-41DD-BE6B-A0F68546218B}" type="presParOf" srcId="{8EAE41C9-3C80-4626-9AE2-E37C08FD85AF}" destId="{17CA4E96-BBD0-46FC-BA96-27D3EE3B3FC0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BF13BCC9-47DF-4328-9B30-69CE4EB435C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37DCA93-3694-4655-A4F0-18EDAA714879}">
      <dgm:prSet/>
      <dgm:spPr/>
      <dgm:t>
        <a:bodyPr/>
        <a:lstStyle/>
        <a:p>
          <a:r>
            <a:rPr lang="ru-RU" b="0" i="0"/>
            <a:t>Т. Яблонська</a:t>
          </a:r>
          <a:endParaRPr lang="uk-UA"/>
        </a:p>
      </dgm:t>
    </dgm:pt>
    <dgm:pt modelId="{4857E76A-3A4E-4113-9D91-1F82A71B1EE7}" type="parTrans" cxnId="{FAEBD52F-A95E-4C53-A4A8-F3DE56160C2E}">
      <dgm:prSet/>
      <dgm:spPr/>
      <dgm:t>
        <a:bodyPr/>
        <a:lstStyle/>
        <a:p>
          <a:endParaRPr lang="uk-UA"/>
        </a:p>
      </dgm:t>
    </dgm:pt>
    <dgm:pt modelId="{76F3644A-0878-43D9-842D-15C69AF37C4F}" type="sibTrans" cxnId="{FAEBD52F-A95E-4C53-A4A8-F3DE56160C2E}">
      <dgm:prSet/>
      <dgm:spPr/>
      <dgm:t>
        <a:bodyPr/>
        <a:lstStyle/>
        <a:p>
          <a:endParaRPr lang="uk-UA"/>
        </a:p>
      </dgm:t>
    </dgm:pt>
    <dgm:pt modelId="{0A0DA320-D64C-4E1B-BA65-F11F938F345F}">
      <dgm:prSet/>
      <dgm:spPr/>
      <dgm:t>
        <a:bodyPr/>
        <a:lstStyle/>
        <a:p>
          <a:r>
            <a:rPr lang="ru-RU" b="0" i="0"/>
            <a:t>М. Самокиш</a:t>
          </a:r>
          <a:endParaRPr lang="uk-UA"/>
        </a:p>
      </dgm:t>
    </dgm:pt>
    <dgm:pt modelId="{BF5D8ED1-5619-4297-8F61-F10CB0C4498A}" type="parTrans" cxnId="{3F3ADE63-F7FF-492A-B04A-7ACD035F97B9}">
      <dgm:prSet/>
      <dgm:spPr/>
      <dgm:t>
        <a:bodyPr/>
        <a:lstStyle/>
        <a:p>
          <a:endParaRPr lang="uk-UA"/>
        </a:p>
      </dgm:t>
    </dgm:pt>
    <dgm:pt modelId="{161E7209-3B51-4D5E-B6C4-051DE7B26203}" type="sibTrans" cxnId="{3F3ADE63-F7FF-492A-B04A-7ACD035F97B9}">
      <dgm:prSet/>
      <dgm:spPr/>
      <dgm:t>
        <a:bodyPr/>
        <a:lstStyle/>
        <a:p>
          <a:endParaRPr lang="uk-UA"/>
        </a:p>
      </dgm:t>
    </dgm:pt>
    <dgm:pt modelId="{2425232C-08A4-4418-AA90-26BF49147CA0}">
      <dgm:prSet/>
      <dgm:spPr/>
      <dgm:t>
        <a:bodyPr/>
        <a:lstStyle/>
        <a:p>
          <a:r>
            <a:rPr lang="ru-RU" b="0" i="0"/>
            <a:t>К. Білокур</a:t>
          </a:r>
          <a:endParaRPr lang="uk-UA"/>
        </a:p>
      </dgm:t>
    </dgm:pt>
    <dgm:pt modelId="{1FBDE9F3-2C6B-43B5-96A1-3B841ED506E6}" type="parTrans" cxnId="{BCC4BD1A-C83F-492A-9D69-D48FD8651D20}">
      <dgm:prSet/>
      <dgm:spPr/>
      <dgm:t>
        <a:bodyPr/>
        <a:lstStyle/>
        <a:p>
          <a:endParaRPr lang="uk-UA"/>
        </a:p>
      </dgm:t>
    </dgm:pt>
    <dgm:pt modelId="{B667AB3A-48FC-4A05-A1AA-0E0D1E065FC2}" type="sibTrans" cxnId="{BCC4BD1A-C83F-492A-9D69-D48FD8651D20}">
      <dgm:prSet/>
      <dgm:spPr/>
      <dgm:t>
        <a:bodyPr/>
        <a:lstStyle/>
        <a:p>
          <a:endParaRPr lang="uk-UA"/>
        </a:p>
      </dgm:t>
    </dgm:pt>
    <dgm:pt modelId="{2B5A4699-8C94-47C6-BC84-51DBC3FE65CD}">
      <dgm:prSet/>
      <dgm:spPr/>
      <dgm:t>
        <a:bodyPr/>
        <a:lstStyle/>
        <a:p>
          <a:r>
            <a:rPr lang="ru-RU" b="0" i="0"/>
            <a:t>Ф. Кричевський</a:t>
          </a:r>
          <a:endParaRPr lang="uk-UA"/>
        </a:p>
      </dgm:t>
    </dgm:pt>
    <dgm:pt modelId="{160D73CA-DD11-4C03-B01D-596ED6AA3510}" type="parTrans" cxnId="{3D28D009-9C46-45A4-AAE3-266E663C6F97}">
      <dgm:prSet/>
      <dgm:spPr/>
      <dgm:t>
        <a:bodyPr/>
        <a:lstStyle/>
        <a:p>
          <a:endParaRPr lang="uk-UA"/>
        </a:p>
      </dgm:t>
    </dgm:pt>
    <dgm:pt modelId="{4901611C-F81F-496E-A267-BA1E2ED5269A}" type="sibTrans" cxnId="{3D28D009-9C46-45A4-AAE3-266E663C6F97}">
      <dgm:prSet/>
      <dgm:spPr/>
      <dgm:t>
        <a:bodyPr/>
        <a:lstStyle/>
        <a:p>
          <a:endParaRPr lang="uk-UA"/>
        </a:p>
      </dgm:t>
    </dgm:pt>
    <dgm:pt modelId="{C0EF4038-F52F-4178-93CA-46C8701C8353}" type="pres">
      <dgm:prSet presAssocID="{BF13BCC9-47DF-4328-9B30-69CE4EB435C9}" presName="linear" presStyleCnt="0">
        <dgm:presLayoutVars>
          <dgm:animLvl val="lvl"/>
          <dgm:resizeHandles val="exact"/>
        </dgm:presLayoutVars>
      </dgm:prSet>
      <dgm:spPr/>
    </dgm:pt>
    <dgm:pt modelId="{80498ADD-4883-4DC4-8E7B-F56BD611D123}" type="pres">
      <dgm:prSet presAssocID="{137DCA93-3694-4655-A4F0-18EDAA71487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778AAE3-6E4D-4D2A-8A7D-0FAF40D76866}" type="pres">
      <dgm:prSet presAssocID="{76F3644A-0878-43D9-842D-15C69AF37C4F}" presName="spacer" presStyleCnt="0"/>
      <dgm:spPr/>
    </dgm:pt>
    <dgm:pt modelId="{0F3A48B7-AB82-4033-89BD-60632966DC52}" type="pres">
      <dgm:prSet presAssocID="{0A0DA320-D64C-4E1B-BA65-F11F938F345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891FD76-0654-464F-BC2E-6803917C7FC2}" type="pres">
      <dgm:prSet presAssocID="{161E7209-3B51-4D5E-B6C4-051DE7B26203}" presName="spacer" presStyleCnt="0"/>
      <dgm:spPr/>
    </dgm:pt>
    <dgm:pt modelId="{21EEE935-CED4-4A09-AAD2-97F6C85A8403}" type="pres">
      <dgm:prSet presAssocID="{2425232C-08A4-4418-AA90-26BF49147CA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1F04A27-5AFF-4978-AE71-4054B4CC2833}" type="pres">
      <dgm:prSet presAssocID="{B667AB3A-48FC-4A05-A1AA-0E0D1E065FC2}" presName="spacer" presStyleCnt="0"/>
      <dgm:spPr/>
    </dgm:pt>
    <dgm:pt modelId="{9B6410A8-D28A-4B56-92EA-C67881337628}" type="pres">
      <dgm:prSet presAssocID="{2B5A4699-8C94-47C6-BC84-51DBC3FE65C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D28D009-9C46-45A4-AAE3-266E663C6F97}" srcId="{BF13BCC9-47DF-4328-9B30-69CE4EB435C9}" destId="{2B5A4699-8C94-47C6-BC84-51DBC3FE65CD}" srcOrd="3" destOrd="0" parTransId="{160D73CA-DD11-4C03-B01D-596ED6AA3510}" sibTransId="{4901611C-F81F-496E-A267-BA1E2ED5269A}"/>
    <dgm:cxn modelId="{BCC4BD1A-C83F-492A-9D69-D48FD8651D20}" srcId="{BF13BCC9-47DF-4328-9B30-69CE4EB435C9}" destId="{2425232C-08A4-4418-AA90-26BF49147CA0}" srcOrd="2" destOrd="0" parTransId="{1FBDE9F3-2C6B-43B5-96A1-3B841ED506E6}" sibTransId="{B667AB3A-48FC-4A05-A1AA-0E0D1E065FC2}"/>
    <dgm:cxn modelId="{FAEBD52F-A95E-4C53-A4A8-F3DE56160C2E}" srcId="{BF13BCC9-47DF-4328-9B30-69CE4EB435C9}" destId="{137DCA93-3694-4655-A4F0-18EDAA714879}" srcOrd="0" destOrd="0" parTransId="{4857E76A-3A4E-4113-9D91-1F82A71B1EE7}" sibTransId="{76F3644A-0878-43D9-842D-15C69AF37C4F}"/>
    <dgm:cxn modelId="{E5C78136-EF86-44B3-A5DA-C2DBFDA58E2B}" type="presOf" srcId="{2B5A4699-8C94-47C6-BC84-51DBC3FE65CD}" destId="{9B6410A8-D28A-4B56-92EA-C67881337628}" srcOrd="0" destOrd="0" presId="urn:microsoft.com/office/officeart/2005/8/layout/vList2"/>
    <dgm:cxn modelId="{A2F1D539-048F-4295-991E-B1D3A7D1CCA7}" type="presOf" srcId="{0A0DA320-D64C-4E1B-BA65-F11F938F345F}" destId="{0F3A48B7-AB82-4033-89BD-60632966DC52}" srcOrd="0" destOrd="0" presId="urn:microsoft.com/office/officeart/2005/8/layout/vList2"/>
    <dgm:cxn modelId="{3F3ADE63-F7FF-492A-B04A-7ACD035F97B9}" srcId="{BF13BCC9-47DF-4328-9B30-69CE4EB435C9}" destId="{0A0DA320-D64C-4E1B-BA65-F11F938F345F}" srcOrd="1" destOrd="0" parTransId="{BF5D8ED1-5619-4297-8F61-F10CB0C4498A}" sibTransId="{161E7209-3B51-4D5E-B6C4-051DE7B26203}"/>
    <dgm:cxn modelId="{C0026D70-2222-428B-A5D7-D2E0729D4EE2}" type="presOf" srcId="{BF13BCC9-47DF-4328-9B30-69CE4EB435C9}" destId="{C0EF4038-F52F-4178-93CA-46C8701C8353}" srcOrd="0" destOrd="0" presId="urn:microsoft.com/office/officeart/2005/8/layout/vList2"/>
    <dgm:cxn modelId="{5AE74B87-359E-45C8-AFA8-14271BD5E4C0}" type="presOf" srcId="{2425232C-08A4-4418-AA90-26BF49147CA0}" destId="{21EEE935-CED4-4A09-AAD2-97F6C85A8403}" srcOrd="0" destOrd="0" presId="urn:microsoft.com/office/officeart/2005/8/layout/vList2"/>
    <dgm:cxn modelId="{0A7F17E8-FE4D-47D7-BBBF-B6E25AC072BD}" type="presOf" srcId="{137DCA93-3694-4655-A4F0-18EDAA714879}" destId="{80498ADD-4883-4DC4-8E7B-F56BD611D123}" srcOrd="0" destOrd="0" presId="urn:microsoft.com/office/officeart/2005/8/layout/vList2"/>
    <dgm:cxn modelId="{AEC9298D-8223-4F4E-B3D6-DB33BAEEBF52}" type="presParOf" srcId="{C0EF4038-F52F-4178-93CA-46C8701C8353}" destId="{80498ADD-4883-4DC4-8E7B-F56BD611D123}" srcOrd="0" destOrd="0" presId="urn:microsoft.com/office/officeart/2005/8/layout/vList2"/>
    <dgm:cxn modelId="{04056BBF-D48A-4207-8EAB-65DF6C167BF9}" type="presParOf" srcId="{C0EF4038-F52F-4178-93CA-46C8701C8353}" destId="{E778AAE3-6E4D-4D2A-8A7D-0FAF40D76866}" srcOrd="1" destOrd="0" presId="urn:microsoft.com/office/officeart/2005/8/layout/vList2"/>
    <dgm:cxn modelId="{0D34843B-6879-4A31-BBCF-982CCCB09A4C}" type="presParOf" srcId="{C0EF4038-F52F-4178-93CA-46C8701C8353}" destId="{0F3A48B7-AB82-4033-89BD-60632966DC52}" srcOrd="2" destOrd="0" presId="urn:microsoft.com/office/officeart/2005/8/layout/vList2"/>
    <dgm:cxn modelId="{F3DCF949-B727-4530-AA67-F649043B20AC}" type="presParOf" srcId="{C0EF4038-F52F-4178-93CA-46C8701C8353}" destId="{9891FD76-0654-464F-BC2E-6803917C7FC2}" srcOrd="3" destOrd="0" presId="urn:microsoft.com/office/officeart/2005/8/layout/vList2"/>
    <dgm:cxn modelId="{4B6ACDCE-F951-48D4-BDC0-BFB6D73596CF}" type="presParOf" srcId="{C0EF4038-F52F-4178-93CA-46C8701C8353}" destId="{21EEE935-CED4-4A09-AAD2-97F6C85A8403}" srcOrd="4" destOrd="0" presId="urn:microsoft.com/office/officeart/2005/8/layout/vList2"/>
    <dgm:cxn modelId="{9344130C-ACF7-4966-8319-13C75E81A6BF}" type="presParOf" srcId="{C0EF4038-F52F-4178-93CA-46C8701C8353}" destId="{A1F04A27-5AFF-4978-AE71-4054B4CC2833}" srcOrd="5" destOrd="0" presId="urn:microsoft.com/office/officeart/2005/8/layout/vList2"/>
    <dgm:cxn modelId="{A782AA36-9D76-4D44-9162-BF7D93A7555E}" type="presParOf" srcId="{C0EF4038-F52F-4178-93CA-46C8701C8353}" destId="{9B6410A8-D28A-4B56-92EA-C6788133762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A568BC-F7D1-4D4F-BFD5-727D1BBEA774}">
      <dsp:nvSpPr>
        <dsp:cNvPr id="0" name=""/>
        <dsp:cNvSpPr/>
      </dsp:nvSpPr>
      <dsp:spPr>
        <a:xfrm>
          <a:off x="0" y="417"/>
          <a:ext cx="48251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DF049F-1961-4886-9A11-82134A475BC7}">
      <dsp:nvSpPr>
        <dsp:cNvPr id="0" name=""/>
        <dsp:cNvSpPr/>
      </dsp:nvSpPr>
      <dsp:spPr>
        <a:xfrm>
          <a:off x="0" y="417"/>
          <a:ext cx="4825159" cy="4879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Плакат створено після завершення бойових дій у Європі в роки Другої світової війни.</a:t>
          </a:r>
          <a:endParaRPr lang="uk-UA" sz="1300" kern="1200"/>
        </a:p>
      </dsp:txBody>
      <dsp:txXfrm>
        <a:off x="0" y="417"/>
        <a:ext cx="4825159" cy="487923"/>
      </dsp:txXfrm>
    </dsp:sp>
    <dsp:sp modelId="{31E14470-EB4D-41D3-B352-ED38E7042874}">
      <dsp:nvSpPr>
        <dsp:cNvPr id="0" name=""/>
        <dsp:cNvSpPr/>
      </dsp:nvSpPr>
      <dsp:spPr>
        <a:xfrm>
          <a:off x="0" y="488340"/>
          <a:ext cx="48251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2829F4-3736-4A27-B6E9-35AB44525534}">
      <dsp:nvSpPr>
        <dsp:cNvPr id="0" name=""/>
        <dsp:cNvSpPr/>
      </dsp:nvSpPr>
      <dsp:spPr>
        <a:xfrm>
          <a:off x="0" y="488340"/>
          <a:ext cx="4825159" cy="4879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Плакат відображає процес депортації кримських татар.</a:t>
          </a:r>
          <a:endParaRPr lang="uk-UA" sz="1300" kern="1200"/>
        </a:p>
      </dsp:txBody>
      <dsp:txXfrm>
        <a:off x="0" y="488340"/>
        <a:ext cx="4825159" cy="487923"/>
      </dsp:txXfrm>
    </dsp:sp>
    <dsp:sp modelId="{C15FE678-4113-4E66-8DA9-40789C05D419}">
      <dsp:nvSpPr>
        <dsp:cNvPr id="0" name=""/>
        <dsp:cNvSpPr/>
      </dsp:nvSpPr>
      <dsp:spPr>
        <a:xfrm>
          <a:off x="0" y="976264"/>
          <a:ext cx="48251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FF9E61-4C91-4963-B198-A68C712D1AFF}">
      <dsp:nvSpPr>
        <dsp:cNvPr id="0" name=""/>
        <dsp:cNvSpPr/>
      </dsp:nvSpPr>
      <dsp:spPr>
        <a:xfrm>
          <a:off x="0" y="976264"/>
          <a:ext cx="4825159" cy="4879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Плакат присвячено подіям «радянізації» Західної України.</a:t>
          </a:r>
          <a:endParaRPr lang="uk-UA" sz="1300" kern="1200"/>
        </a:p>
      </dsp:txBody>
      <dsp:txXfrm>
        <a:off x="0" y="976264"/>
        <a:ext cx="4825159" cy="487923"/>
      </dsp:txXfrm>
    </dsp:sp>
    <dsp:sp modelId="{CCCCC041-0D10-41EA-937A-9D907507A956}">
      <dsp:nvSpPr>
        <dsp:cNvPr id="0" name=""/>
        <dsp:cNvSpPr/>
      </dsp:nvSpPr>
      <dsp:spPr>
        <a:xfrm>
          <a:off x="0" y="1464188"/>
          <a:ext cx="48251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E555F5-C608-450A-A440-310A446FC574}">
      <dsp:nvSpPr>
        <dsp:cNvPr id="0" name=""/>
        <dsp:cNvSpPr/>
      </dsp:nvSpPr>
      <dsp:spPr>
        <a:xfrm>
          <a:off x="0" y="1464188"/>
          <a:ext cx="4825159" cy="4879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Плакат створено в стилі «соціалістичного реалізму»</a:t>
          </a:r>
          <a:endParaRPr lang="uk-UA" sz="1300" kern="1200"/>
        </a:p>
      </dsp:txBody>
      <dsp:txXfrm>
        <a:off x="0" y="1464188"/>
        <a:ext cx="4825159" cy="487923"/>
      </dsp:txXfrm>
    </dsp:sp>
    <dsp:sp modelId="{A2A2084D-78F4-4A57-9A3E-85682F7EBB34}">
      <dsp:nvSpPr>
        <dsp:cNvPr id="0" name=""/>
        <dsp:cNvSpPr/>
      </dsp:nvSpPr>
      <dsp:spPr>
        <a:xfrm>
          <a:off x="0" y="1952111"/>
          <a:ext cx="48251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41DCD7-78C0-4CE9-BB99-8F525185B8B9}">
      <dsp:nvSpPr>
        <dsp:cNvPr id="0" name=""/>
        <dsp:cNvSpPr/>
      </dsp:nvSpPr>
      <dsp:spPr>
        <a:xfrm>
          <a:off x="0" y="1952111"/>
          <a:ext cx="4825159" cy="4879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Плакат присвячено жертвам нацистського «нового порядку»</a:t>
          </a:r>
          <a:endParaRPr lang="uk-UA" sz="1300" kern="1200"/>
        </a:p>
      </dsp:txBody>
      <dsp:txXfrm>
        <a:off x="0" y="1952111"/>
        <a:ext cx="4825159" cy="487923"/>
      </dsp:txXfrm>
    </dsp:sp>
    <dsp:sp modelId="{9E4E036E-A29C-44AB-BA82-8424C180B7A7}">
      <dsp:nvSpPr>
        <dsp:cNvPr id="0" name=""/>
        <dsp:cNvSpPr/>
      </dsp:nvSpPr>
      <dsp:spPr>
        <a:xfrm>
          <a:off x="0" y="2440035"/>
          <a:ext cx="48251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25C85E-1EF9-46DB-A661-64DA84B52E0A}">
      <dsp:nvSpPr>
        <dsp:cNvPr id="0" name=""/>
        <dsp:cNvSpPr/>
      </dsp:nvSpPr>
      <dsp:spPr>
        <a:xfrm>
          <a:off x="0" y="2440035"/>
          <a:ext cx="4825159" cy="4879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Плакат має викривальний, сатиричний характер.</a:t>
          </a:r>
          <a:endParaRPr lang="uk-UA" sz="1300" kern="1200"/>
        </a:p>
      </dsp:txBody>
      <dsp:txXfrm>
        <a:off x="0" y="2440035"/>
        <a:ext cx="4825159" cy="487923"/>
      </dsp:txXfrm>
    </dsp:sp>
    <dsp:sp modelId="{47D444B4-C811-42BB-ABA8-E5CB397F2813}">
      <dsp:nvSpPr>
        <dsp:cNvPr id="0" name=""/>
        <dsp:cNvSpPr/>
      </dsp:nvSpPr>
      <dsp:spPr>
        <a:xfrm>
          <a:off x="0" y="2927959"/>
          <a:ext cx="48251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EBD05D-986D-4C4F-9E12-11B3B0873D41}">
      <dsp:nvSpPr>
        <dsp:cNvPr id="0" name=""/>
        <dsp:cNvSpPr/>
      </dsp:nvSpPr>
      <dsp:spPr>
        <a:xfrm>
          <a:off x="0" y="2927959"/>
          <a:ext cx="4825159" cy="4879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Відображені на плакаті події пов'язані з реалізацією операції «Вісла»</a:t>
          </a:r>
          <a:endParaRPr lang="uk-UA" sz="1300" kern="1200"/>
        </a:p>
      </dsp:txBody>
      <dsp:txXfrm>
        <a:off x="0" y="2927959"/>
        <a:ext cx="4825159" cy="4879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2849E0-9763-4659-9C27-BF59C998293B}">
      <dsp:nvSpPr>
        <dsp:cNvPr id="0" name=""/>
        <dsp:cNvSpPr/>
      </dsp:nvSpPr>
      <dsp:spPr>
        <a:xfrm>
          <a:off x="0" y="59122"/>
          <a:ext cx="4825157" cy="10628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Першочергова відбудова важкої промисловості та енергетики.</a:t>
          </a:r>
          <a:endParaRPr lang="uk-UA" sz="1900" kern="1200"/>
        </a:p>
      </dsp:txBody>
      <dsp:txXfrm>
        <a:off x="51885" y="111007"/>
        <a:ext cx="4721387" cy="959101"/>
      </dsp:txXfrm>
    </dsp:sp>
    <dsp:sp modelId="{EB4BC99F-3A9F-4402-8E92-DAEDD0AB601C}">
      <dsp:nvSpPr>
        <dsp:cNvPr id="0" name=""/>
        <dsp:cNvSpPr/>
      </dsp:nvSpPr>
      <dsp:spPr>
        <a:xfrm>
          <a:off x="0" y="1176714"/>
          <a:ext cx="4825157" cy="10628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Спрямування основної частини капіталовкладень у соціальну сферу.</a:t>
          </a:r>
          <a:endParaRPr lang="uk-UA" sz="1900" kern="1200"/>
        </a:p>
      </dsp:txBody>
      <dsp:txXfrm>
        <a:off x="51885" y="1228599"/>
        <a:ext cx="4721387" cy="959101"/>
      </dsp:txXfrm>
    </dsp:sp>
    <dsp:sp modelId="{F6102A67-EEE3-4B3A-B5F8-49159DD0D5BE}">
      <dsp:nvSpPr>
        <dsp:cNvPr id="0" name=""/>
        <dsp:cNvSpPr/>
      </dsp:nvSpPr>
      <dsp:spPr>
        <a:xfrm>
          <a:off x="0" y="2294306"/>
          <a:ext cx="4825157" cy="10628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Пріоритетний розвиток сільського господарства як джерела фінансування промисловості.</a:t>
          </a:r>
          <a:endParaRPr lang="uk-UA" sz="1900" kern="1200"/>
        </a:p>
      </dsp:txBody>
      <dsp:txXfrm>
        <a:off x="51885" y="2346191"/>
        <a:ext cx="4721387" cy="95910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68F0E4-0BF7-4E52-91ED-25733EDEEF63}">
      <dsp:nvSpPr>
        <dsp:cNvPr id="0" name=""/>
        <dsp:cNvSpPr/>
      </dsp:nvSpPr>
      <dsp:spPr>
        <a:xfrm>
          <a:off x="0" y="59122"/>
          <a:ext cx="4825159" cy="10628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Опора лише на власні сили та ресурси Радянського Союзу.</a:t>
          </a:r>
          <a:endParaRPr lang="uk-UA" sz="1900" kern="1200"/>
        </a:p>
      </dsp:txBody>
      <dsp:txXfrm>
        <a:off x="51885" y="111007"/>
        <a:ext cx="4721389" cy="959101"/>
      </dsp:txXfrm>
    </dsp:sp>
    <dsp:sp modelId="{2E61D2D5-37B1-497E-BA86-EFA370E824AE}">
      <dsp:nvSpPr>
        <dsp:cNvPr id="0" name=""/>
        <dsp:cNvSpPr/>
      </dsp:nvSpPr>
      <dsp:spPr>
        <a:xfrm>
          <a:off x="0" y="1176714"/>
          <a:ext cx="4825159" cy="10628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Відсутність достатньої кількості кваліфікованої робочої сили.</a:t>
          </a:r>
          <a:endParaRPr lang="uk-UA" sz="1900" kern="1200"/>
        </a:p>
      </dsp:txBody>
      <dsp:txXfrm>
        <a:off x="51885" y="1228599"/>
        <a:ext cx="4721389" cy="959101"/>
      </dsp:txXfrm>
    </dsp:sp>
    <dsp:sp modelId="{E725C536-B466-4423-B0FD-898E3351A421}">
      <dsp:nvSpPr>
        <dsp:cNvPr id="0" name=""/>
        <dsp:cNvSpPr/>
      </dsp:nvSpPr>
      <dsp:spPr>
        <a:xfrm>
          <a:off x="0" y="2294305"/>
          <a:ext cx="4825159" cy="10628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Використання фінансової та технічної допомоги США за «планом Маршалла».</a:t>
          </a:r>
          <a:endParaRPr lang="uk-UA" sz="1900" kern="1200"/>
        </a:p>
      </dsp:txBody>
      <dsp:txXfrm>
        <a:off x="51885" y="2346190"/>
        <a:ext cx="4721389" cy="95910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C13F00-860D-40FC-8E9B-1211693F4CA9}">
      <dsp:nvSpPr>
        <dsp:cNvPr id="0" name=""/>
        <dsp:cNvSpPr/>
      </dsp:nvSpPr>
      <dsp:spPr>
        <a:xfrm>
          <a:off x="0" y="0"/>
          <a:ext cx="48251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96DD30-5823-451F-A680-2C49AB8637D6}">
      <dsp:nvSpPr>
        <dsp:cNvPr id="0" name=""/>
        <dsp:cNvSpPr/>
      </dsp:nvSpPr>
      <dsp:spPr>
        <a:xfrm>
          <a:off x="0" y="0"/>
          <a:ext cx="4825159" cy="854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розвиток базових галузей промисловості за рахунок ресурсів сільського господарства</a:t>
          </a:r>
          <a:endParaRPr lang="uk-UA" sz="1700" kern="1200"/>
        </a:p>
      </dsp:txBody>
      <dsp:txXfrm>
        <a:off x="0" y="0"/>
        <a:ext cx="4825159" cy="854074"/>
      </dsp:txXfrm>
    </dsp:sp>
    <dsp:sp modelId="{2BBA6768-30B0-4C63-B3F6-4F9616311236}">
      <dsp:nvSpPr>
        <dsp:cNvPr id="0" name=""/>
        <dsp:cNvSpPr/>
      </dsp:nvSpPr>
      <dsp:spPr>
        <a:xfrm>
          <a:off x="0" y="854075"/>
          <a:ext cx="48251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1C0F96-B44E-449A-A6BD-B89F0BD0F818}">
      <dsp:nvSpPr>
        <dsp:cNvPr id="0" name=""/>
        <dsp:cNvSpPr/>
      </dsp:nvSpPr>
      <dsp:spPr>
        <a:xfrm>
          <a:off x="0" y="854074"/>
          <a:ext cx="4825159" cy="854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 err="1"/>
            <a:t>співіснування</a:t>
          </a:r>
          <a:r>
            <a:rPr lang="ru-RU" sz="1700" b="0" i="0" kern="1200" dirty="0"/>
            <a:t> державного, кооперативного та приватного </a:t>
          </a:r>
          <a:r>
            <a:rPr lang="ru-RU" sz="1700" b="0" i="0" kern="1200" dirty="0" err="1"/>
            <a:t>секторів</a:t>
          </a:r>
          <a:r>
            <a:rPr lang="ru-RU" sz="1700" b="0" i="0" kern="1200" dirty="0"/>
            <a:t> народного </a:t>
          </a:r>
          <a:r>
            <a:rPr lang="ru-RU" sz="1700" b="0" i="0" kern="1200" dirty="0" err="1"/>
            <a:t>господарства</a:t>
          </a:r>
          <a:endParaRPr lang="uk-UA" sz="1700" kern="1200" dirty="0"/>
        </a:p>
      </dsp:txBody>
      <dsp:txXfrm>
        <a:off x="0" y="854074"/>
        <a:ext cx="4825159" cy="854074"/>
      </dsp:txXfrm>
    </dsp:sp>
    <dsp:sp modelId="{5E635FC6-4CF5-470F-A38D-A547C2D8B500}">
      <dsp:nvSpPr>
        <dsp:cNvPr id="0" name=""/>
        <dsp:cNvSpPr/>
      </dsp:nvSpPr>
      <dsp:spPr>
        <a:xfrm>
          <a:off x="0" y="1708150"/>
          <a:ext cx="48251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4D7C10-BD22-45E5-9925-6EA5B548A3F6}">
      <dsp:nvSpPr>
        <dsp:cNvPr id="0" name=""/>
        <dsp:cNvSpPr/>
      </dsp:nvSpPr>
      <dsp:spPr>
        <a:xfrm>
          <a:off x="0" y="1708149"/>
          <a:ext cx="4825159" cy="854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спрямування основних капіталовкладень у легку промисловість і соціальну сферу</a:t>
          </a:r>
          <a:endParaRPr lang="uk-UA" sz="1700" kern="1200"/>
        </a:p>
      </dsp:txBody>
      <dsp:txXfrm>
        <a:off x="0" y="1708149"/>
        <a:ext cx="4825159" cy="854074"/>
      </dsp:txXfrm>
    </dsp:sp>
    <dsp:sp modelId="{4B1A6C87-4D0C-404B-9DA7-1A66D6606586}">
      <dsp:nvSpPr>
        <dsp:cNvPr id="0" name=""/>
        <dsp:cNvSpPr/>
      </dsp:nvSpPr>
      <dsp:spPr>
        <a:xfrm>
          <a:off x="0" y="2562224"/>
          <a:ext cx="48251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410D8F-157A-477F-A013-852C1FAE0E68}">
      <dsp:nvSpPr>
        <dsp:cNvPr id="0" name=""/>
        <dsp:cNvSpPr/>
      </dsp:nvSpPr>
      <dsp:spPr>
        <a:xfrm>
          <a:off x="0" y="2562224"/>
          <a:ext cx="4825159" cy="854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скорочення обсягів державних дотацій підприємствам воєнно-промислового комплексу</a:t>
          </a:r>
          <a:endParaRPr lang="uk-UA" sz="1700" kern="1200"/>
        </a:p>
      </dsp:txBody>
      <dsp:txXfrm>
        <a:off x="0" y="2562224"/>
        <a:ext cx="4825159" cy="85407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F0FA93-634F-4D8C-A415-930AE98AB66B}">
      <dsp:nvSpPr>
        <dsp:cNvPr id="0" name=""/>
        <dsp:cNvSpPr/>
      </dsp:nvSpPr>
      <dsp:spPr>
        <a:xfrm>
          <a:off x="0" y="0"/>
          <a:ext cx="48251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11CCAB-EC1A-426F-9C13-5392A73903F0}">
      <dsp:nvSpPr>
        <dsp:cNvPr id="0" name=""/>
        <dsp:cNvSpPr/>
      </dsp:nvSpPr>
      <dsp:spPr>
        <a:xfrm>
          <a:off x="0" y="0"/>
          <a:ext cx="4825159" cy="854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широкомасштабне залучення висококваліфікованих європейських спеціалістів</a:t>
          </a:r>
          <a:endParaRPr lang="uk-UA" sz="1700" kern="1200"/>
        </a:p>
      </dsp:txBody>
      <dsp:txXfrm>
        <a:off x="0" y="0"/>
        <a:ext cx="4825159" cy="854074"/>
      </dsp:txXfrm>
    </dsp:sp>
    <dsp:sp modelId="{1FAF4ECE-05DD-4043-83DF-BD5EDA66DE22}">
      <dsp:nvSpPr>
        <dsp:cNvPr id="0" name=""/>
        <dsp:cNvSpPr/>
      </dsp:nvSpPr>
      <dsp:spPr>
        <a:xfrm>
          <a:off x="0" y="854075"/>
          <a:ext cx="48251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314060-7FF9-438F-8FD6-28EFC5E7DCE3}">
      <dsp:nvSpPr>
        <dsp:cNvPr id="0" name=""/>
        <dsp:cNvSpPr/>
      </dsp:nvSpPr>
      <dsp:spPr>
        <a:xfrm>
          <a:off x="0" y="854074"/>
          <a:ext cx="4825159" cy="854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першочергова відбудова галузей важкої промисловості, транспорту, енергетики</a:t>
          </a:r>
          <a:endParaRPr lang="uk-UA" sz="1700" kern="1200"/>
        </a:p>
      </dsp:txBody>
      <dsp:txXfrm>
        <a:off x="0" y="854074"/>
        <a:ext cx="4825159" cy="854074"/>
      </dsp:txXfrm>
    </dsp:sp>
    <dsp:sp modelId="{93D1CB3A-6C52-44C5-A61C-3010D43071F3}">
      <dsp:nvSpPr>
        <dsp:cNvPr id="0" name=""/>
        <dsp:cNvSpPr/>
      </dsp:nvSpPr>
      <dsp:spPr>
        <a:xfrm>
          <a:off x="0" y="1708150"/>
          <a:ext cx="48251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369CF0-A319-4FC8-805A-994C652FB721}">
      <dsp:nvSpPr>
        <dsp:cNvPr id="0" name=""/>
        <dsp:cNvSpPr/>
      </dsp:nvSpPr>
      <dsp:spPr>
        <a:xfrm>
          <a:off x="0" y="1708149"/>
          <a:ext cx="4825159" cy="854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використання західної фінансової та технічної допомоги за «планом Маршалла»</a:t>
          </a:r>
          <a:endParaRPr lang="uk-UA" sz="1700" kern="1200"/>
        </a:p>
      </dsp:txBody>
      <dsp:txXfrm>
        <a:off x="0" y="1708149"/>
        <a:ext cx="4825159" cy="854074"/>
      </dsp:txXfrm>
    </dsp:sp>
    <dsp:sp modelId="{7079BF67-859F-453C-A597-FAC9DA9DBEFC}">
      <dsp:nvSpPr>
        <dsp:cNvPr id="0" name=""/>
        <dsp:cNvSpPr/>
      </dsp:nvSpPr>
      <dsp:spPr>
        <a:xfrm>
          <a:off x="0" y="2562224"/>
          <a:ext cx="48251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BBEABE-FB34-4A34-A25C-C99072D652F3}">
      <dsp:nvSpPr>
        <dsp:cNvPr id="0" name=""/>
        <dsp:cNvSpPr/>
      </dsp:nvSpPr>
      <dsp:spPr>
        <a:xfrm>
          <a:off x="0" y="2562224"/>
          <a:ext cx="4825159" cy="854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спрямування основних капіталовкладень у сільське господарство, соціальну сферу</a:t>
          </a:r>
          <a:endParaRPr lang="uk-UA" sz="1700" kern="1200"/>
        </a:p>
      </dsp:txBody>
      <dsp:txXfrm>
        <a:off x="0" y="2562224"/>
        <a:ext cx="4825159" cy="85407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6A8649-0843-4516-9681-241905255581}">
      <dsp:nvSpPr>
        <dsp:cNvPr id="0" name=""/>
        <dsp:cNvSpPr/>
      </dsp:nvSpPr>
      <dsp:spPr>
        <a:xfrm>
          <a:off x="0" y="30550"/>
          <a:ext cx="4825159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Надання переваги розвитку галузям промисловості групи «Б».</a:t>
          </a:r>
          <a:endParaRPr lang="uk-UA" sz="2000" kern="1200"/>
        </a:p>
      </dsp:txBody>
      <dsp:txXfrm>
        <a:off x="38838" y="69388"/>
        <a:ext cx="4747483" cy="717924"/>
      </dsp:txXfrm>
    </dsp:sp>
    <dsp:sp modelId="{BBA8D8AE-00FD-4089-9162-E483D66961B5}">
      <dsp:nvSpPr>
        <dsp:cNvPr id="0" name=""/>
        <dsp:cNvSpPr/>
      </dsp:nvSpPr>
      <dsp:spPr>
        <a:xfrm>
          <a:off x="0" y="883750"/>
          <a:ext cx="4825159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Висока врожайність зернових культур за останні двадцять років.</a:t>
          </a:r>
          <a:endParaRPr lang="uk-UA" sz="2000" kern="1200"/>
        </a:p>
      </dsp:txBody>
      <dsp:txXfrm>
        <a:off x="38838" y="922588"/>
        <a:ext cx="4747483" cy="717924"/>
      </dsp:txXfrm>
    </dsp:sp>
    <dsp:sp modelId="{FE7A1B01-1A3E-41B7-AF4B-9F3A56AC648C}">
      <dsp:nvSpPr>
        <dsp:cNvPr id="0" name=""/>
        <dsp:cNvSpPr/>
      </dsp:nvSpPr>
      <dsp:spPr>
        <a:xfrm>
          <a:off x="0" y="1736950"/>
          <a:ext cx="4825159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Здійснювалася на основі чіткого виконання п’ятирічного плану.</a:t>
          </a:r>
          <a:endParaRPr lang="uk-UA" sz="2000" kern="1200"/>
        </a:p>
      </dsp:txBody>
      <dsp:txXfrm>
        <a:off x="38838" y="1775788"/>
        <a:ext cx="4747483" cy="717924"/>
      </dsp:txXfrm>
    </dsp:sp>
    <dsp:sp modelId="{2B4FF080-71C7-4362-81E6-1FD3D5132E31}">
      <dsp:nvSpPr>
        <dsp:cNvPr id="0" name=""/>
        <dsp:cNvSpPr/>
      </dsp:nvSpPr>
      <dsp:spPr>
        <a:xfrm>
          <a:off x="0" y="2590150"/>
          <a:ext cx="4825159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Отримання фінансової допомоги за «планом Маршалла».</a:t>
          </a:r>
          <a:endParaRPr lang="uk-UA" sz="2000" kern="1200"/>
        </a:p>
      </dsp:txBody>
      <dsp:txXfrm>
        <a:off x="38838" y="2628988"/>
        <a:ext cx="4747483" cy="71792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C70947-EC60-4AD4-9815-EF0B9F589AE9}">
      <dsp:nvSpPr>
        <dsp:cNvPr id="0" name=""/>
        <dsp:cNvSpPr/>
      </dsp:nvSpPr>
      <dsp:spPr>
        <a:xfrm>
          <a:off x="0" y="198310"/>
          <a:ext cx="4825159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продемонструвати Заходу готовність до співпраці за «планом Маршалла»</a:t>
          </a:r>
          <a:endParaRPr lang="uk-UA" sz="1800" kern="1200"/>
        </a:p>
      </dsp:txBody>
      <dsp:txXfrm>
        <a:off x="34954" y="233264"/>
        <a:ext cx="4755251" cy="646132"/>
      </dsp:txXfrm>
    </dsp:sp>
    <dsp:sp modelId="{472ABDEA-8EE5-4A37-84CB-403BF091D3E8}">
      <dsp:nvSpPr>
        <dsp:cNvPr id="0" name=""/>
        <dsp:cNvSpPr/>
      </dsp:nvSpPr>
      <dsp:spPr>
        <a:xfrm>
          <a:off x="0" y="966190"/>
          <a:ext cx="4825159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мобілізувати суспільство на здійснення відбудови народного господарства</a:t>
          </a:r>
          <a:endParaRPr lang="uk-UA" sz="1800" kern="1200" dirty="0"/>
        </a:p>
      </dsp:txBody>
      <dsp:txXfrm>
        <a:off x="34954" y="1001144"/>
        <a:ext cx="4755251" cy="646132"/>
      </dsp:txXfrm>
    </dsp:sp>
    <dsp:sp modelId="{BB46EAF5-597C-45AC-86A6-66DDB9DDD634}">
      <dsp:nvSpPr>
        <dsp:cNvPr id="0" name=""/>
        <dsp:cNvSpPr/>
      </dsp:nvSpPr>
      <dsp:spPr>
        <a:xfrm>
          <a:off x="0" y="1734070"/>
          <a:ext cx="4825159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закликати солдатів і робітників вступати до створюваних Трудових армій</a:t>
          </a:r>
          <a:endParaRPr lang="uk-UA" sz="1800" kern="1200"/>
        </a:p>
      </dsp:txBody>
      <dsp:txXfrm>
        <a:off x="34954" y="1769024"/>
        <a:ext cx="4755251" cy="646132"/>
      </dsp:txXfrm>
    </dsp:sp>
    <dsp:sp modelId="{D738DF2B-32DC-4B2F-A6E4-7D78147B3E52}">
      <dsp:nvSpPr>
        <dsp:cNvPr id="0" name=""/>
        <dsp:cNvSpPr/>
      </dsp:nvSpPr>
      <dsp:spPr>
        <a:xfrm>
          <a:off x="0" y="2501949"/>
          <a:ext cx="4825159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переконати народ у необхідності здійснення форсованої індустріалізації</a:t>
          </a:r>
          <a:endParaRPr lang="uk-UA" sz="1800" kern="1200"/>
        </a:p>
      </dsp:txBody>
      <dsp:txXfrm>
        <a:off x="34954" y="2536903"/>
        <a:ext cx="4755251" cy="64613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F14B03-CB04-44CF-808E-FFB151F2C3BB}">
      <dsp:nvSpPr>
        <dsp:cNvPr id="0" name=""/>
        <dsp:cNvSpPr/>
      </dsp:nvSpPr>
      <dsp:spPr>
        <a:xfrm>
          <a:off x="0" y="30550"/>
          <a:ext cx="4825159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отриманням фінансової допомоги за «планом Маршалла».</a:t>
          </a:r>
          <a:endParaRPr lang="uk-UA" sz="2000" kern="1200"/>
        </a:p>
      </dsp:txBody>
      <dsp:txXfrm>
        <a:off x="38838" y="69388"/>
        <a:ext cx="4747483" cy="717924"/>
      </dsp:txXfrm>
    </dsp:sp>
    <dsp:sp modelId="{A4DD6D4D-195F-4E0C-852F-F1114A21B9FF}">
      <dsp:nvSpPr>
        <dsp:cNvPr id="0" name=""/>
        <dsp:cNvSpPr/>
      </dsp:nvSpPr>
      <dsp:spPr>
        <a:xfrm>
          <a:off x="0" y="883750"/>
          <a:ext cx="4825159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використанням здебільшого власних ресурсів і репарацій.</a:t>
          </a:r>
          <a:endParaRPr lang="uk-UA" sz="2000" kern="1200"/>
        </a:p>
      </dsp:txBody>
      <dsp:txXfrm>
        <a:off x="38838" y="922588"/>
        <a:ext cx="4747483" cy="717924"/>
      </dsp:txXfrm>
    </dsp:sp>
    <dsp:sp modelId="{D6DE91C6-FB57-4B95-8237-66E081FBCA84}">
      <dsp:nvSpPr>
        <dsp:cNvPr id="0" name=""/>
        <dsp:cNvSpPr/>
      </dsp:nvSpPr>
      <dsp:spPr>
        <a:xfrm>
          <a:off x="0" y="1736950"/>
          <a:ext cx="4825159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впровадженням здобутків науково- технічної революції.</a:t>
          </a:r>
          <a:endParaRPr lang="uk-UA" sz="2000" kern="1200"/>
        </a:p>
      </dsp:txBody>
      <dsp:txXfrm>
        <a:off x="38838" y="1775788"/>
        <a:ext cx="4747483" cy="717924"/>
      </dsp:txXfrm>
    </dsp:sp>
    <dsp:sp modelId="{4838A546-EA63-4614-8BF0-3D509FCAD47D}">
      <dsp:nvSpPr>
        <dsp:cNvPr id="0" name=""/>
        <dsp:cNvSpPr/>
      </dsp:nvSpPr>
      <dsp:spPr>
        <a:xfrm>
          <a:off x="0" y="2590150"/>
          <a:ext cx="4825159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відновленням механізмів ринкового регулювання економіки.</a:t>
          </a:r>
          <a:endParaRPr lang="uk-UA" sz="2000" kern="1200"/>
        </a:p>
      </dsp:txBody>
      <dsp:txXfrm>
        <a:off x="38838" y="2628988"/>
        <a:ext cx="4747483" cy="71792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292C42-76BC-4AC2-9515-E7EFC6D9BE62}">
      <dsp:nvSpPr>
        <dsp:cNvPr id="0" name=""/>
        <dsp:cNvSpPr/>
      </dsp:nvSpPr>
      <dsp:spPr>
        <a:xfrm>
          <a:off x="0" y="139450"/>
          <a:ext cx="4825159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легка промисловість</a:t>
          </a:r>
          <a:endParaRPr lang="uk-UA" sz="3000" kern="1200"/>
        </a:p>
      </dsp:txBody>
      <dsp:txXfrm>
        <a:off x="35125" y="174575"/>
        <a:ext cx="4754909" cy="649299"/>
      </dsp:txXfrm>
    </dsp:sp>
    <dsp:sp modelId="{7BFBE60E-87AA-4612-A917-DE9A304E8BC7}">
      <dsp:nvSpPr>
        <dsp:cNvPr id="0" name=""/>
        <dsp:cNvSpPr/>
      </dsp:nvSpPr>
      <dsp:spPr>
        <a:xfrm>
          <a:off x="0" y="945400"/>
          <a:ext cx="4825159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важка промисловість</a:t>
          </a:r>
          <a:endParaRPr lang="uk-UA" sz="3000" kern="1200"/>
        </a:p>
      </dsp:txBody>
      <dsp:txXfrm>
        <a:off x="35125" y="980525"/>
        <a:ext cx="4754909" cy="649299"/>
      </dsp:txXfrm>
    </dsp:sp>
    <dsp:sp modelId="{1D607B90-B373-408F-AA39-DC69CE1BF2E3}">
      <dsp:nvSpPr>
        <dsp:cNvPr id="0" name=""/>
        <dsp:cNvSpPr/>
      </dsp:nvSpPr>
      <dsp:spPr>
        <a:xfrm>
          <a:off x="0" y="1751350"/>
          <a:ext cx="4825159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сільське господарство</a:t>
          </a:r>
          <a:endParaRPr lang="uk-UA" sz="3000" kern="1200"/>
        </a:p>
      </dsp:txBody>
      <dsp:txXfrm>
        <a:off x="35125" y="1786475"/>
        <a:ext cx="4754909" cy="649299"/>
      </dsp:txXfrm>
    </dsp:sp>
    <dsp:sp modelId="{D6B5FC97-8680-46B3-86AB-1185F2B0008D}">
      <dsp:nvSpPr>
        <dsp:cNvPr id="0" name=""/>
        <dsp:cNvSpPr/>
      </dsp:nvSpPr>
      <dsp:spPr>
        <a:xfrm>
          <a:off x="0" y="2557300"/>
          <a:ext cx="4825159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харчова промисловість</a:t>
          </a:r>
          <a:endParaRPr lang="uk-UA" sz="3000" kern="1200"/>
        </a:p>
      </dsp:txBody>
      <dsp:txXfrm>
        <a:off x="35125" y="2592425"/>
        <a:ext cx="4754909" cy="64929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A9B4AE-95B3-45E7-BFD7-650831F59AA1}">
      <dsp:nvSpPr>
        <dsp:cNvPr id="0" name=""/>
        <dsp:cNvSpPr/>
      </dsp:nvSpPr>
      <dsp:spPr>
        <a:xfrm rot="10800000">
          <a:off x="982643" y="307"/>
          <a:ext cx="3208730" cy="69771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67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легка промисловість</a:t>
          </a:r>
          <a:endParaRPr lang="uk-UA" sz="1900" kern="1200"/>
        </a:p>
      </dsp:txBody>
      <dsp:txXfrm rot="10800000">
        <a:off x="1157072" y="307"/>
        <a:ext cx="3034301" cy="697716"/>
      </dsp:txXfrm>
    </dsp:sp>
    <dsp:sp modelId="{CFEDBDA7-C1AD-4DB2-A0A8-CE5FFB0887EE}">
      <dsp:nvSpPr>
        <dsp:cNvPr id="0" name=""/>
        <dsp:cNvSpPr/>
      </dsp:nvSpPr>
      <dsp:spPr>
        <a:xfrm>
          <a:off x="633785" y="307"/>
          <a:ext cx="697716" cy="69771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36827B-FB99-45B7-ADDE-5F6920C5869C}">
      <dsp:nvSpPr>
        <dsp:cNvPr id="0" name=""/>
        <dsp:cNvSpPr/>
      </dsp:nvSpPr>
      <dsp:spPr>
        <a:xfrm rot="10800000">
          <a:off x="982643" y="906297"/>
          <a:ext cx="3208730" cy="69771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67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харчова промисловість</a:t>
          </a:r>
          <a:endParaRPr lang="uk-UA" sz="1900" kern="1200"/>
        </a:p>
      </dsp:txBody>
      <dsp:txXfrm rot="10800000">
        <a:off x="1157072" y="906297"/>
        <a:ext cx="3034301" cy="697716"/>
      </dsp:txXfrm>
    </dsp:sp>
    <dsp:sp modelId="{48094E80-078B-458E-8AEB-9BA97D4A6C6F}">
      <dsp:nvSpPr>
        <dsp:cNvPr id="0" name=""/>
        <dsp:cNvSpPr/>
      </dsp:nvSpPr>
      <dsp:spPr>
        <a:xfrm>
          <a:off x="633785" y="906297"/>
          <a:ext cx="697716" cy="69771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45FC89-2BB5-495D-B286-93230C3CCAC2}">
      <dsp:nvSpPr>
        <dsp:cNvPr id="0" name=""/>
        <dsp:cNvSpPr/>
      </dsp:nvSpPr>
      <dsp:spPr>
        <a:xfrm rot="10800000">
          <a:off x="982643" y="1812286"/>
          <a:ext cx="3208730" cy="69771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67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сільське господарство</a:t>
          </a:r>
          <a:endParaRPr lang="uk-UA" sz="1900" kern="1200"/>
        </a:p>
      </dsp:txBody>
      <dsp:txXfrm rot="10800000">
        <a:off x="1157072" y="1812286"/>
        <a:ext cx="3034301" cy="697716"/>
      </dsp:txXfrm>
    </dsp:sp>
    <dsp:sp modelId="{6F2F4439-B700-43F7-B279-09AD2450345E}">
      <dsp:nvSpPr>
        <dsp:cNvPr id="0" name=""/>
        <dsp:cNvSpPr/>
      </dsp:nvSpPr>
      <dsp:spPr>
        <a:xfrm>
          <a:off x="633785" y="1812286"/>
          <a:ext cx="697716" cy="69771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175A45-3122-4800-8BFB-B6D03BBC6D50}">
      <dsp:nvSpPr>
        <dsp:cNvPr id="0" name=""/>
        <dsp:cNvSpPr/>
      </dsp:nvSpPr>
      <dsp:spPr>
        <a:xfrm rot="10800000">
          <a:off x="982643" y="2718276"/>
          <a:ext cx="3208730" cy="69771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67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важка промисловість</a:t>
          </a:r>
          <a:endParaRPr lang="uk-UA" sz="1900" kern="1200"/>
        </a:p>
      </dsp:txBody>
      <dsp:txXfrm rot="10800000">
        <a:off x="1157072" y="2718276"/>
        <a:ext cx="3034301" cy="697716"/>
      </dsp:txXfrm>
    </dsp:sp>
    <dsp:sp modelId="{51212746-03AC-41C1-991C-465A3BE80DAE}">
      <dsp:nvSpPr>
        <dsp:cNvPr id="0" name=""/>
        <dsp:cNvSpPr/>
      </dsp:nvSpPr>
      <dsp:spPr>
        <a:xfrm>
          <a:off x="633785" y="2718276"/>
          <a:ext cx="697716" cy="69771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532753-2C06-4C26-BB7F-B3989C78A82C}">
      <dsp:nvSpPr>
        <dsp:cNvPr id="0" name=""/>
        <dsp:cNvSpPr/>
      </dsp:nvSpPr>
      <dsp:spPr>
        <a:xfrm rot="10800000">
          <a:off x="982643" y="307"/>
          <a:ext cx="3208730" cy="69771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673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М. Приймаченко</a:t>
          </a:r>
          <a:endParaRPr lang="uk-UA" sz="2100" kern="1200"/>
        </a:p>
      </dsp:txBody>
      <dsp:txXfrm rot="10800000">
        <a:off x="1157072" y="307"/>
        <a:ext cx="3034301" cy="697716"/>
      </dsp:txXfrm>
    </dsp:sp>
    <dsp:sp modelId="{D8CEBEB1-23A4-4D74-933E-EC710762BA3E}">
      <dsp:nvSpPr>
        <dsp:cNvPr id="0" name=""/>
        <dsp:cNvSpPr/>
      </dsp:nvSpPr>
      <dsp:spPr>
        <a:xfrm>
          <a:off x="633785" y="307"/>
          <a:ext cx="697716" cy="69771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DD8CF2-CB92-4C8B-99FB-7D262219027D}">
      <dsp:nvSpPr>
        <dsp:cNvPr id="0" name=""/>
        <dsp:cNvSpPr/>
      </dsp:nvSpPr>
      <dsp:spPr>
        <a:xfrm rot="10800000">
          <a:off x="982643" y="906297"/>
          <a:ext cx="3208730" cy="69771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673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А. Горська</a:t>
          </a:r>
          <a:endParaRPr lang="uk-UA" sz="2100" kern="1200"/>
        </a:p>
      </dsp:txBody>
      <dsp:txXfrm rot="10800000">
        <a:off x="1157072" y="906297"/>
        <a:ext cx="3034301" cy="697716"/>
      </dsp:txXfrm>
    </dsp:sp>
    <dsp:sp modelId="{E1A6A0E0-6A64-4E2F-AADA-5DCB305944A5}">
      <dsp:nvSpPr>
        <dsp:cNvPr id="0" name=""/>
        <dsp:cNvSpPr/>
      </dsp:nvSpPr>
      <dsp:spPr>
        <a:xfrm>
          <a:off x="633785" y="906297"/>
          <a:ext cx="697716" cy="69771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1A171B-8989-40B4-A0B0-04086CF2C44B}">
      <dsp:nvSpPr>
        <dsp:cNvPr id="0" name=""/>
        <dsp:cNvSpPr/>
      </dsp:nvSpPr>
      <dsp:spPr>
        <a:xfrm rot="10800000">
          <a:off x="982643" y="1812286"/>
          <a:ext cx="3208730" cy="69771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673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К. Білокур</a:t>
          </a:r>
          <a:endParaRPr lang="uk-UA" sz="2100" kern="1200"/>
        </a:p>
      </dsp:txBody>
      <dsp:txXfrm rot="10800000">
        <a:off x="1157072" y="1812286"/>
        <a:ext cx="3034301" cy="697716"/>
      </dsp:txXfrm>
    </dsp:sp>
    <dsp:sp modelId="{C93B95B6-0433-4103-AC1F-7DA8141F37BF}">
      <dsp:nvSpPr>
        <dsp:cNvPr id="0" name=""/>
        <dsp:cNvSpPr/>
      </dsp:nvSpPr>
      <dsp:spPr>
        <a:xfrm>
          <a:off x="633785" y="1812286"/>
          <a:ext cx="697716" cy="69771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92D815-23B9-4FD8-A356-E8909CD4B173}">
      <dsp:nvSpPr>
        <dsp:cNvPr id="0" name=""/>
        <dsp:cNvSpPr/>
      </dsp:nvSpPr>
      <dsp:spPr>
        <a:xfrm rot="10800000">
          <a:off x="982643" y="2718276"/>
          <a:ext cx="3208730" cy="69771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673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Т. Яблонська</a:t>
          </a:r>
          <a:endParaRPr lang="uk-UA" sz="2100" kern="1200"/>
        </a:p>
      </dsp:txBody>
      <dsp:txXfrm rot="10800000">
        <a:off x="1157072" y="2718276"/>
        <a:ext cx="3034301" cy="697716"/>
      </dsp:txXfrm>
    </dsp:sp>
    <dsp:sp modelId="{D11B719C-7FF0-4CE4-8CA2-85E56B1010D4}">
      <dsp:nvSpPr>
        <dsp:cNvPr id="0" name=""/>
        <dsp:cNvSpPr/>
      </dsp:nvSpPr>
      <dsp:spPr>
        <a:xfrm>
          <a:off x="633785" y="2718276"/>
          <a:ext cx="697716" cy="69771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7A598E-358C-4AFA-B516-2419FD2A1D86}">
      <dsp:nvSpPr>
        <dsp:cNvPr id="0" name=""/>
        <dsp:cNvSpPr/>
      </dsp:nvSpPr>
      <dsp:spPr>
        <a:xfrm rot="10800000">
          <a:off x="982643" y="307"/>
          <a:ext cx="3208730" cy="69771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67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Відображено в обох уривках.</a:t>
          </a:r>
          <a:endParaRPr lang="uk-UA" sz="1900" kern="1200"/>
        </a:p>
      </dsp:txBody>
      <dsp:txXfrm rot="10800000">
        <a:off x="1157072" y="307"/>
        <a:ext cx="3034301" cy="697716"/>
      </dsp:txXfrm>
    </dsp:sp>
    <dsp:sp modelId="{326FCB7C-AD0C-4643-8A4C-2397A88C1BAE}">
      <dsp:nvSpPr>
        <dsp:cNvPr id="0" name=""/>
        <dsp:cNvSpPr/>
      </dsp:nvSpPr>
      <dsp:spPr>
        <a:xfrm>
          <a:off x="633785" y="307"/>
          <a:ext cx="697716" cy="69771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FE4680-6FED-4CE4-B249-B0AF4CC62EA0}">
      <dsp:nvSpPr>
        <dsp:cNvPr id="0" name=""/>
        <dsp:cNvSpPr/>
      </dsp:nvSpPr>
      <dsp:spPr>
        <a:xfrm rot="10800000">
          <a:off x="982643" y="906297"/>
          <a:ext cx="3208730" cy="69771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67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Тільки в першому.</a:t>
          </a:r>
          <a:endParaRPr lang="uk-UA" sz="1900" kern="1200"/>
        </a:p>
      </dsp:txBody>
      <dsp:txXfrm rot="10800000">
        <a:off x="1157072" y="906297"/>
        <a:ext cx="3034301" cy="697716"/>
      </dsp:txXfrm>
    </dsp:sp>
    <dsp:sp modelId="{12162DF6-970F-4646-91EF-3078BA3F384E}">
      <dsp:nvSpPr>
        <dsp:cNvPr id="0" name=""/>
        <dsp:cNvSpPr/>
      </dsp:nvSpPr>
      <dsp:spPr>
        <a:xfrm>
          <a:off x="633785" y="906297"/>
          <a:ext cx="697716" cy="69771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B4DF49-2526-4D79-8909-A3FC67E571CE}">
      <dsp:nvSpPr>
        <dsp:cNvPr id="0" name=""/>
        <dsp:cNvSpPr/>
      </dsp:nvSpPr>
      <dsp:spPr>
        <a:xfrm rot="10800000">
          <a:off x="982643" y="1812286"/>
          <a:ext cx="3208730" cy="69771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67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Тільки в другому.</a:t>
          </a:r>
          <a:endParaRPr lang="uk-UA" sz="1900" kern="1200"/>
        </a:p>
      </dsp:txBody>
      <dsp:txXfrm rot="10800000">
        <a:off x="1157072" y="1812286"/>
        <a:ext cx="3034301" cy="697716"/>
      </dsp:txXfrm>
    </dsp:sp>
    <dsp:sp modelId="{178EEAB1-9AF5-498E-BA46-9109E31EDFFF}">
      <dsp:nvSpPr>
        <dsp:cNvPr id="0" name=""/>
        <dsp:cNvSpPr/>
      </dsp:nvSpPr>
      <dsp:spPr>
        <a:xfrm>
          <a:off x="633785" y="1812286"/>
          <a:ext cx="697716" cy="69771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F79AA6-E16D-473A-87C1-0B267D279932}">
      <dsp:nvSpPr>
        <dsp:cNvPr id="0" name=""/>
        <dsp:cNvSpPr/>
      </dsp:nvSpPr>
      <dsp:spPr>
        <a:xfrm rot="10800000">
          <a:off x="982643" y="2718276"/>
          <a:ext cx="3208730" cy="69771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67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Не відображено в жодному з уривків.</a:t>
          </a:r>
          <a:endParaRPr lang="uk-UA" sz="1900" kern="1200"/>
        </a:p>
      </dsp:txBody>
      <dsp:txXfrm rot="10800000">
        <a:off x="1157072" y="2718276"/>
        <a:ext cx="3034301" cy="697716"/>
      </dsp:txXfrm>
    </dsp:sp>
    <dsp:sp modelId="{0EEBDCD3-D466-4BD6-BEF0-A9FFC79CDC7F}">
      <dsp:nvSpPr>
        <dsp:cNvPr id="0" name=""/>
        <dsp:cNvSpPr/>
      </dsp:nvSpPr>
      <dsp:spPr>
        <a:xfrm>
          <a:off x="633785" y="2718276"/>
          <a:ext cx="697716" cy="69771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BAEBE6-7573-4CFF-8DAC-FE83C81536C4}">
      <dsp:nvSpPr>
        <dsp:cNvPr id="0" name=""/>
        <dsp:cNvSpPr/>
      </dsp:nvSpPr>
      <dsp:spPr>
        <a:xfrm>
          <a:off x="704429" y="0"/>
          <a:ext cx="3416300" cy="341630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151947-D52C-41B2-82BC-953E1B39A5F0}">
      <dsp:nvSpPr>
        <dsp:cNvPr id="0" name=""/>
        <dsp:cNvSpPr/>
      </dsp:nvSpPr>
      <dsp:spPr>
        <a:xfrm>
          <a:off x="1028978" y="324548"/>
          <a:ext cx="1332357" cy="133235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5500" b="0" i="0" kern="1200"/>
            <a:t>1</a:t>
          </a:r>
          <a:endParaRPr lang="uk-UA" sz="5500" kern="1200"/>
        </a:p>
      </dsp:txBody>
      <dsp:txXfrm>
        <a:off x="1094018" y="389588"/>
        <a:ext cx="1202277" cy="1202277"/>
      </dsp:txXfrm>
    </dsp:sp>
    <dsp:sp modelId="{5E17C89F-C220-488A-B41E-DEDF76FBD7D5}">
      <dsp:nvSpPr>
        <dsp:cNvPr id="0" name=""/>
        <dsp:cNvSpPr/>
      </dsp:nvSpPr>
      <dsp:spPr>
        <a:xfrm>
          <a:off x="2463824" y="324548"/>
          <a:ext cx="1332357" cy="133235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5500" b="0" i="0" kern="1200"/>
            <a:t>2</a:t>
          </a:r>
          <a:endParaRPr lang="uk-UA" sz="5500" kern="1200"/>
        </a:p>
      </dsp:txBody>
      <dsp:txXfrm>
        <a:off x="2528864" y="389588"/>
        <a:ext cx="1202277" cy="1202277"/>
      </dsp:txXfrm>
    </dsp:sp>
    <dsp:sp modelId="{5708B1CA-1FF5-4F84-BDE5-C0B44A37A5FF}">
      <dsp:nvSpPr>
        <dsp:cNvPr id="0" name=""/>
        <dsp:cNvSpPr/>
      </dsp:nvSpPr>
      <dsp:spPr>
        <a:xfrm>
          <a:off x="1028978" y="1759394"/>
          <a:ext cx="1332357" cy="133235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5500" b="0" i="0" kern="1200"/>
            <a:t>3</a:t>
          </a:r>
          <a:endParaRPr lang="uk-UA" sz="5500" kern="1200"/>
        </a:p>
      </dsp:txBody>
      <dsp:txXfrm>
        <a:off x="1094018" y="1824434"/>
        <a:ext cx="1202277" cy="1202277"/>
      </dsp:txXfrm>
    </dsp:sp>
    <dsp:sp modelId="{30CA9C4A-2E50-4BEE-A6BE-313DC670944D}">
      <dsp:nvSpPr>
        <dsp:cNvPr id="0" name=""/>
        <dsp:cNvSpPr/>
      </dsp:nvSpPr>
      <dsp:spPr>
        <a:xfrm>
          <a:off x="2463824" y="1759394"/>
          <a:ext cx="1332357" cy="133235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5500" b="0" i="0" kern="1200"/>
            <a:t>4</a:t>
          </a:r>
          <a:endParaRPr lang="uk-UA" sz="5500" kern="1200"/>
        </a:p>
      </dsp:txBody>
      <dsp:txXfrm>
        <a:off x="2528864" y="1824434"/>
        <a:ext cx="1202277" cy="1202277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662EF6-71DA-4732-8BD9-11E5710189D0}">
      <dsp:nvSpPr>
        <dsp:cNvPr id="0" name=""/>
        <dsp:cNvSpPr/>
      </dsp:nvSpPr>
      <dsp:spPr>
        <a:xfrm>
          <a:off x="0" y="34869"/>
          <a:ext cx="4825159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 dirty="0"/>
            <a:t>Румунією.</a:t>
          </a:r>
          <a:endParaRPr lang="uk-UA" sz="3200" kern="1200" dirty="0"/>
        </a:p>
      </dsp:txBody>
      <dsp:txXfrm>
        <a:off x="37467" y="72336"/>
        <a:ext cx="4750225" cy="692586"/>
      </dsp:txXfrm>
    </dsp:sp>
    <dsp:sp modelId="{3D84A63E-DA88-4036-AC2D-7FBB688BB8A4}">
      <dsp:nvSpPr>
        <dsp:cNvPr id="0" name=""/>
        <dsp:cNvSpPr/>
      </dsp:nvSpPr>
      <dsp:spPr>
        <a:xfrm>
          <a:off x="0" y="894549"/>
          <a:ext cx="4825159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/>
            <a:t>Польщею.</a:t>
          </a:r>
          <a:endParaRPr lang="uk-UA" sz="3200" kern="1200"/>
        </a:p>
      </dsp:txBody>
      <dsp:txXfrm>
        <a:off x="37467" y="932016"/>
        <a:ext cx="4750225" cy="692586"/>
      </dsp:txXfrm>
    </dsp:sp>
    <dsp:sp modelId="{A830FDE0-82CA-4E65-ACE9-990727F8093C}">
      <dsp:nvSpPr>
        <dsp:cNvPr id="0" name=""/>
        <dsp:cNvSpPr/>
      </dsp:nvSpPr>
      <dsp:spPr>
        <a:xfrm>
          <a:off x="0" y="1754230"/>
          <a:ext cx="4825159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/>
            <a:t>Чехословаччиною.</a:t>
          </a:r>
          <a:endParaRPr lang="uk-UA" sz="3200" kern="1200"/>
        </a:p>
      </dsp:txBody>
      <dsp:txXfrm>
        <a:off x="37467" y="1791697"/>
        <a:ext cx="4750225" cy="692586"/>
      </dsp:txXfrm>
    </dsp:sp>
    <dsp:sp modelId="{D83B2ADA-FFB6-46A4-A8E3-0602437CFF3C}">
      <dsp:nvSpPr>
        <dsp:cNvPr id="0" name=""/>
        <dsp:cNvSpPr/>
      </dsp:nvSpPr>
      <dsp:spPr>
        <a:xfrm>
          <a:off x="0" y="2613910"/>
          <a:ext cx="4825159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/>
            <a:t>Угорщиною.</a:t>
          </a:r>
          <a:endParaRPr lang="uk-UA" sz="3200" kern="1200"/>
        </a:p>
      </dsp:txBody>
      <dsp:txXfrm>
        <a:off x="37467" y="2651377"/>
        <a:ext cx="4750225" cy="692586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87CB87-C67E-4093-8E35-4D28689110CC}">
      <dsp:nvSpPr>
        <dsp:cNvPr id="0" name=""/>
        <dsp:cNvSpPr/>
      </dsp:nvSpPr>
      <dsp:spPr>
        <a:xfrm>
          <a:off x="0" y="251950"/>
          <a:ext cx="4825157" cy="1427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проведення урядом Польщі депортації українців із Закерзоння до західних і північних областей Польщі (операція «Вісла»)</a:t>
          </a:r>
          <a:endParaRPr lang="uk-UA" sz="2000" kern="1200"/>
        </a:p>
      </dsp:txBody>
      <dsp:txXfrm>
        <a:off x="69680" y="321630"/>
        <a:ext cx="4685797" cy="1288040"/>
      </dsp:txXfrm>
    </dsp:sp>
    <dsp:sp modelId="{98699ABD-F5CD-4CA3-BE02-1F4D55EC89C4}">
      <dsp:nvSpPr>
        <dsp:cNvPr id="0" name=""/>
        <dsp:cNvSpPr/>
      </dsp:nvSpPr>
      <dsp:spPr>
        <a:xfrm>
          <a:off x="0" y="1736950"/>
          <a:ext cx="4825157" cy="1427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участь делегації УРСР у роботі Установчої конференції Організації Об’єднаних Націй у Сан-Франциско</a:t>
          </a:r>
          <a:endParaRPr lang="uk-UA" sz="2000" kern="1200"/>
        </a:p>
      </dsp:txBody>
      <dsp:txXfrm>
        <a:off x="69680" y="1806630"/>
        <a:ext cx="4685797" cy="128804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953654-A780-4065-BEAC-565ABFD59408}">
      <dsp:nvSpPr>
        <dsp:cNvPr id="0" name=""/>
        <dsp:cNvSpPr/>
      </dsp:nvSpPr>
      <dsp:spPr>
        <a:xfrm>
          <a:off x="0" y="179140"/>
          <a:ext cx="4825159" cy="14987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прийняття Президією Верховної Ради СРСР Указу «Про передачу Кримської області зі складу РРФСР до складу УРСР»</a:t>
          </a:r>
          <a:endParaRPr lang="uk-UA" sz="2100" kern="1200" dirty="0"/>
        </a:p>
      </dsp:txBody>
      <dsp:txXfrm>
        <a:off x="73164" y="252304"/>
        <a:ext cx="4678831" cy="1352442"/>
      </dsp:txXfrm>
    </dsp:sp>
    <dsp:sp modelId="{DA365DB1-3F71-4574-838C-6B911ECCFF44}">
      <dsp:nvSpPr>
        <dsp:cNvPr id="0" name=""/>
        <dsp:cNvSpPr/>
      </dsp:nvSpPr>
      <dsp:spPr>
        <a:xfrm>
          <a:off x="0" y="1738390"/>
          <a:ext cx="4825159" cy="14987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ухвалення </a:t>
          </a:r>
          <a:r>
            <a:rPr lang="en-US" sz="2100" b="0" i="0" kern="1200"/>
            <a:t>I-</a:t>
          </a:r>
          <a:r>
            <a:rPr lang="uk-UA" sz="2100" b="0" i="0" kern="1200"/>
            <a:t>им з’їздом Народних комітетів Закарпатської України Маніфесту про возз’єднання Закарпаття з УРСР</a:t>
          </a:r>
          <a:endParaRPr lang="uk-UA" sz="2100" kern="1200"/>
        </a:p>
      </dsp:txBody>
      <dsp:txXfrm>
        <a:off x="73164" y="1811554"/>
        <a:ext cx="4678831" cy="1352442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9F1696-5681-4586-8360-D98C4873C851}">
      <dsp:nvSpPr>
        <dsp:cNvPr id="0" name=""/>
        <dsp:cNvSpPr/>
      </dsp:nvSpPr>
      <dsp:spPr>
        <a:xfrm rot="10800000">
          <a:off x="1045390" y="1898"/>
          <a:ext cx="3208730" cy="94870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8352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«саморозпуск» Української греко-католицької церкви (УГКЦ)</a:t>
          </a:r>
          <a:endParaRPr lang="uk-UA" sz="1400" kern="1200"/>
        </a:p>
      </dsp:txBody>
      <dsp:txXfrm rot="10800000">
        <a:off x="1282566" y="1898"/>
        <a:ext cx="2971554" cy="948704"/>
      </dsp:txXfrm>
    </dsp:sp>
    <dsp:sp modelId="{BA24D662-F804-4B77-86E3-C7796BB0EFC4}">
      <dsp:nvSpPr>
        <dsp:cNvPr id="0" name=""/>
        <dsp:cNvSpPr/>
      </dsp:nvSpPr>
      <dsp:spPr>
        <a:xfrm>
          <a:off x="571037" y="1898"/>
          <a:ext cx="948704" cy="94870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89D5C1-88F7-46EB-BE4A-D7A297DA9D65}">
      <dsp:nvSpPr>
        <dsp:cNvPr id="0" name=""/>
        <dsp:cNvSpPr/>
      </dsp:nvSpPr>
      <dsp:spPr>
        <a:xfrm rot="10800000">
          <a:off x="1045390" y="1233798"/>
          <a:ext cx="3208730" cy="94870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8352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придушення організованого збройного опору Української повстанської армії (УПА)</a:t>
          </a:r>
          <a:endParaRPr lang="uk-UA" sz="1400" kern="1200"/>
        </a:p>
      </dsp:txBody>
      <dsp:txXfrm rot="10800000">
        <a:off x="1282566" y="1233798"/>
        <a:ext cx="2971554" cy="948704"/>
      </dsp:txXfrm>
    </dsp:sp>
    <dsp:sp modelId="{C567EE1F-524E-4644-B175-C6F4F2B243E4}">
      <dsp:nvSpPr>
        <dsp:cNvPr id="0" name=""/>
        <dsp:cNvSpPr/>
      </dsp:nvSpPr>
      <dsp:spPr>
        <a:xfrm>
          <a:off x="571037" y="1233798"/>
          <a:ext cx="948704" cy="94870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FD9F40-3BC6-4DC6-BC3A-5A424F066099}">
      <dsp:nvSpPr>
        <dsp:cNvPr id="0" name=""/>
        <dsp:cNvSpPr/>
      </dsp:nvSpPr>
      <dsp:spPr>
        <a:xfrm rot="10800000">
          <a:off x="1045390" y="2465697"/>
          <a:ext cx="3208730" cy="94870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8352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створення Української робітничо-селянської спілки (УРСС)</a:t>
          </a:r>
          <a:endParaRPr lang="uk-UA" sz="1400" kern="1200"/>
        </a:p>
      </dsp:txBody>
      <dsp:txXfrm rot="10800000">
        <a:off x="1282566" y="2465697"/>
        <a:ext cx="2971554" cy="948704"/>
      </dsp:txXfrm>
    </dsp:sp>
    <dsp:sp modelId="{5081D720-56E6-4018-8119-EED2DE7B76D0}">
      <dsp:nvSpPr>
        <dsp:cNvPr id="0" name=""/>
        <dsp:cNvSpPr/>
      </dsp:nvSpPr>
      <dsp:spPr>
        <a:xfrm>
          <a:off x="571037" y="2465697"/>
          <a:ext cx="948704" cy="94870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010AFA-1B86-47E0-891A-631A018540F4}">
      <dsp:nvSpPr>
        <dsp:cNvPr id="0" name=""/>
        <dsp:cNvSpPr/>
      </dsp:nvSpPr>
      <dsp:spPr>
        <a:xfrm rot="10800000">
          <a:off x="982643" y="307"/>
          <a:ext cx="3208730" cy="69771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673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перенесення столиці УРСР із Харкова до Києва</a:t>
          </a:r>
          <a:endParaRPr lang="uk-UA" sz="1400" kern="1200"/>
        </a:p>
      </dsp:txBody>
      <dsp:txXfrm rot="10800000">
        <a:off x="1157072" y="307"/>
        <a:ext cx="3034301" cy="697716"/>
      </dsp:txXfrm>
    </dsp:sp>
    <dsp:sp modelId="{AEE13B32-0440-49C7-B451-6460128D13B5}">
      <dsp:nvSpPr>
        <dsp:cNvPr id="0" name=""/>
        <dsp:cNvSpPr/>
      </dsp:nvSpPr>
      <dsp:spPr>
        <a:xfrm>
          <a:off x="633785" y="307"/>
          <a:ext cx="697716" cy="69771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EF0E60-1629-4368-ABB2-A304B5E7F1E8}">
      <dsp:nvSpPr>
        <dsp:cNvPr id="0" name=""/>
        <dsp:cNvSpPr/>
      </dsp:nvSpPr>
      <dsp:spPr>
        <a:xfrm rot="10800000">
          <a:off x="982643" y="906297"/>
          <a:ext cx="3208730" cy="69771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673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утворення Закарпатської області в складі УРСР</a:t>
          </a:r>
          <a:endParaRPr lang="uk-UA" sz="1400" kern="1200"/>
        </a:p>
      </dsp:txBody>
      <dsp:txXfrm rot="10800000">
        <a:off x="1157072" y="906297"/>
        <a:ext cx="3034301" cy="697716"/>
      </dsp:txXfrm>
    </dsp:sp>
    <dsp:sp modelId="{F90F4BB9-3261-4168-B563-7ED40BFDED2D}">
      <dsp:nvSpPr>
        <dsp:cNvPr id="0" name=""/>
        <dsp:cNvSpPr/>
      </dsp:nvSpPr>
      <dsp:spPr>
        <a:xfrm>
          <a:off x="633785" y="906297"/>
          <a:ext cx="697716" cy="69771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C67E20-24EC-4A5C-B50F-A0BBA79F1860}">
      <dsp:nvSpPr>
        <dsp:cNvPr id="0" name=""/>
        <dsp:cNvSpPr/>
      </dsp:nvSpPr>
      <dsp:spPr>
        <a:xfrm rot="10800000">
          <a:off x="982643" y="1812286"/>
          <a:ext cx="3208730" cy="69771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673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проведення перших альтернативних виборів до Верховної Ради УРСР</a:t>
          </a:r>
          <a:endParaRPr lang="uk-UA" sz="1400" kern="1200"/>
        </a:p>
      </dsp:txBody>
      <dsp:txXfrm rot="10800000">
        <a:off x="1157072" y="1812286"/>
        <a:ext cx="3034301" cy="697716"/>
      </dsp:txXfrm>
    </dsp:sp>
    <dsp:sp modelId="{E6D03855-75C4-4779-88E6-9D7FEDF0C73E}">
      <dsp:nvSpPr>
        <dsp:cNvPr id="0" name=""/>
        <dsp:cNvSpPr/>
      </dsp:nvSpPr>
      <dsp:spPr>
        <a:xfrm>
          <a:off x="633785" y="1812286"/>
          <a:ext cx="697716" cy="69771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F87C74-DE8C-4282-BC9A-E98BD083F928}">
      <dsp:nvSpPr>
        <dsp:cNvPr id="0" name=""/>
        <dsp:cNvSpPr/>
      </dsp:nvSpPr>
      <dsp:spPr>
        <a:xfrm rot="10800000">
          <a:off x="982643" y="2718276"/>
          <a:ext cx="3208730" cy="69771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673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dirty="0"/>
            <a:t>депортація кримських татар, греків, вірмен і болгар з Криму</a:t>
          </a:r>
          <a:endParaRPr lang="uk-UA" sz="1400" kern="1200" dirty="0"/>
        </a:p>
      </dsp:txBody>
      <dsp:txXfrm rot="10800000">
        <a:off x="1157072" y="2718276"/>
        <a:ext cx="3034301" cy="697716"/>
      </dsp:txXfrm>
    </dsp:sp>
    <dsp:sp modelId="{B8CD17B3-0FA2-44F1-9907-76A7634DFEDE}">
      <dsp:nvSpPr>
        <dsp:cNvPr id="0" name=""/>
        <dsp:cNvSpPr/>
      </dsp:nvSpPr>
      <dsp:spPr>
        <a:xfrm>
          <a:off x="633785" y="2718276"/>
          <a:ext cx="697716" cy="69771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29427F-C2EB-4292-A174-8FA092FB1083}">
      <dsp:nvSpPr>
        <dsp:cNvPr id="0" name=""/>
        <dsp:cNvSpPr/>
      </dsp:nvSpPr>
      <dsp:spPr>
        <a:xfrm>
          <a:off x="0" y="30550"/>
          <a:ext cx="4825159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 err="1"/>
            <a:t>поширення</a:t>
          </a:r>
          <a:r>
            <a:rPr lang="ru-RU" sz="2000" b="0" i="0" kern="1200" dirty="0"/>
            <a:t> голоду на </a:t>
          </a:r>
          <a:r>
            <a:rPr lang="ru-RU" sz="2000" b="0" i="0" kern="1200" dirty="0" err="1"/>
            <a:t>територіі</a:t>
          </a:r>
          <a:r>
            <a:rPr lang="ru-RU" sz="2000" b="0" i="0" kern="1200" dirty="0"/>
            <a:t>̈ УСРР у 1932 — 1933 </a:t>
          </a:r>
          <a:r>
            <a:rPr lang="ru-RU" sz="2000" b="0" i="0" kern="1200" dirty="0" err="1"/>
            <a:t>рр</a:t>
          </a:r>
          <a:r>
            <a:rPr lang="ru-RU" sz="2000" b="0" i="0" kern="1200" dirty="0"/>
            <a:t>.</a:t>
          </a:r>
          <a:endParaRPr lang="uk-UA" sz="2000" kern="1200" dirty="0"/>
        </a:p>
      </dsp:txBody>
      <dsp:txXfrm>
        <a:off x="38838" y="69388"/>
        <a:ext cx="4747483" cy="717924"/>
      </dsp:txXfrm>
    </dsp:sp>
    <dsp:sp modelId="{C83B6247-95A0-4E85-BCAC-8011C9949B06}">
      <dsp:nvSpPr>
        <dsp:cNvPr id="0" name=""/>
        <dsp:cNvSpPr/>
      </dsp:nvSpPr>
      <dsp:spPr>
        <a:xfrm>
          <a:off x="0" y="883750"/>
          <a:ext cx="4825159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розгортання масових репресій в УРСР у 1937 — 1938 рр.</a:t>
          </a:r>
          <a:endParaRPr lang="uk-UA" sz="2000" kern="1200"/>
        </a:p>
      </dsp:txBody>
      <dsp:txXfrm>
        <a:off x="38838" y="922588"/>
        <a:ext cx="4747483" cy="717924"/>
      </dsp:txXfrm>
    </dsp:sp>
    <dsp:sp modelId="{93517D82-1165-48A8-8B6D-8446FA4D662F}">
      <dsp:nvSpPr>
        <dsp:cNvPr id="0" name=""/>
        <dsp:cNvSpPr/>
      </dsp:nvSpPr>
      <dsp:spPr>
        <a:xfrm>
          <a:off x="0" y="1736950"/>
          <a:ext cx="4825159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голоду в більшості областей УРСР у 1946 — 1947 рр.</a:t>
          </a:r>
          <a:endParaRPr lang="uk-UA" sz="2000" kern="1200"/>
        </a:p>
      </dsp:txBody>
      <dsp:txXfrm>
        <a:off x="38838" y="1775788"/>
        <a:ext cx="4747483" cy="717924"/>
      </dsp:txXfrm>
    </dsp:sp>
    <dsp:sp modelId="{50810740-2483-44B4-BA8F-A8A76E3BA231}">
      <dsp:nvSpPr>
        <dsp:cNvPr id="0" name=""/>
        <dsp:cNvSpPr/>
      </dsp:nvSpPr>
      <dsp:spPr>
        <a:xfrm>
          <a:off x="0" y="2590150"/>
          <a:ext cx="4825159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бойових дій проти загонів УПА в 1944 — 1946 рр.</a:t>
          </a:r>
          <a:endParaRPr lang="uk-UA" sz="2000" kern="1200"/>
        </a:p>
      </dsp:txBody>
      <dsp:txXfrm>
        <a:off x="38838" y="2628988"/>
        <a:ext cx="4747483" cy="717924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02623C-C040-415F-A6EC-88D07764167C}">
      <dsp:nvSpPr>
        <dsp:cNvPr id="0" name=""/>
        <dsp:cNvSpPr/>
      </dsp:nvSpPr>
      <dsp:spPr>
        <a:xfrm>
          <a:off x="361886" y="0"/>
          <a:ext cx="4101384" cy="3416301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BD7494-86BC-4B23-9C6F-946D382133C5}">
      <dsp:nvSpPr>
        <dsp:cNvPr id="0" name=""/>
        <dsp:cNvSpPr/>
      </dsp:nvSpPr>
      <dsp:spPr>
        <a:xfrm>
          <a:off x="2414" y="1024890"/>
          <a:ext cx="1161524" cy="1366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1921–1923 рр., </a:t>
          </a:r>
          <a:endParaRPr lang="uk-UA" sz="2400" kern="1200"/>
        </a:p>
      </dsp:txBody>
      <dsp:txXfrm>
        <a:off x="59115" y="1081591"/>
        <a:ext cx="1048122" cy="1253118"/>
      </dsp:txXfrm>
    </dsp:sp>
    <dsp:sp modelId="{7D14BCD2-2691-4D6F-863D-0578B0D6ED88}">
      <dsp:nvSpPr>
        <dsp:cNvPr id="0" name=""/>
        <dsp:cNvSpPr/>
      </dsp:nvSpPr>
      <dsp:spPr>
        <a:xfrm>
          <a:off x="1222016" y="1024890"/>
          <a:ext cx="1161524" cy="1366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1932–1933 рр.,</a:t>
          </a:r>
          <a:endParaRPr lang="uk-UA" sz="2400" kern="1200"/>
        </a:p>
      </dsp:txBody>
      <dsp:txXfrm>
        <a:off x="1278717" y="1081591"/>
        <a:ext cx="1048122" cy="1253118"/>
      </dsp:txXfrm>
    </dsp:sp>
    <dsp:sp modelId="{F0CA5A67-754B-42BA-82F5-403CC63870F5}">
      <dsp:nvSpPr>
        <dsp:cNvPr id="0" name=""/>
        <dsp:cNvSpPr/>
      </dsp:nvSpPr>
      <dsp:spPr>
        <a:xfrm>
          <a:off x="2441617" y="1024890"/>
          <a:ext cx="1161524" cy="1366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1941–1945 рр., </a:t>
          </a:r>
          <a:endParaRPr lang="uk-UA" sz="2400" kern="1200"/>
        </a:p>
      </dsp:txBody>
      <dsp:txXfrm>
        <a:off x="2498318" y="1081591"/>
        <a:ext cx="1048122" cy="1253118"/>
      </dsp:txXfrm>
    </dsp:sp>
    <dsp:sp modelId="{242160D3-75AC-4DEC-9379-D9121DF4E654}">
      <dsp:nvSpPr>
        <dsp:cNvPr id="0" name=""/>
        <dsp:cNvSpPr/>
      </dsp:nvSpPr>
      <dsp:spPr>
        <a:xfrm>
          <a:off x="3661218" y="1024890"/>
          <a:ext cx="1161524" cy="1366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1946–1947 рр.</a:t>
          </a:r>
          <a:endParaRPr lang="uk-UA" sz="2400" kern="1200"/>
        </a:p>
      </dsp:txBody>
      <dsp:txXfrm>
        <a:off x="3717919" y="1081591"/>
        <a:ext cx="1048122" cy="1253118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62ED64-684A-40EB-A576-32D69117AF29}">
      <dsp:nvSpPr>
        <dsp:cNvPr id="0" name=""/>
        <dsp:cNvSpPr/>
      </dsp:nvSpPr>
      <dsp:spPr>
        <a:xfrm>
          <a:off x="0" y="34869"/>
          <a:ext cx="4825159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/>
            <a:t>1921–1923 рр.</a:t>
          </a:r>
          <a:endParaRPr lang="uk-UA" sz="3200" kern="1200"/>
        </a:p>
      </dsp:txBody>
      <dsp:txXfrm>
        <a:off x="37467" y="72336"/>
        <a:ext cx="4750225" cy="692586"/>
      </dsp:txXfrm>
    </dsp:sp>
    <dsp:sp modelId="{90C3832C-4AA0-4EA1-B890-99AD84A49189}">
      <dsp:nvSpPr>
        <dsp:cNvPr id="0" name=""/>
        <dsp:cNvSpPr/>
      </dsp:nvSpPr>
      <dsp:spPr>
        <a:xfrm>
          <a:off x="0" y="894549"/>
          <a:ext cx="4825159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/>
            <a:t>1932–1933 рр.</a:t>
          </a:r>
          <a:endParaRPr lang="uk-UA" sz="3200" kern="1200"/>
        </a:p>
      </dsp:txBody>
      <dsp:txXfrm>
        <a:off x="37467" y="932016"/>
        <a:ext cx="4750225" cy="692586"/>
      </dsp:txXfrm>
    </dsp:sp>
    <dsp:sp modelId="{D40BC443-FA49-4F35-A1F8-63054603ED10}">
      <dsp:nvSpPr>
        <dsp:cNvPr id="0" name=""/>
        <dsp:cNvSpPr/>
      </dsp:nvSpPr>
      <dsp:spPr>
        <a:xfrm>
          <a:off x="0" y="1754230"/>
          <a:ext cx="4825159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/>
            <a:t>1941–1945 рр.</a:t>
          </a:r>
          <a:endParaRPr lang="uk-UA" sz="3200" kern="1200"/>
        </a:p>
      </dsp:txBody>
      <dsp:txXfrm>
        <a:off x="37467" y="1791697"/>
        <a:ext cx="4750225" cy="692586"/>
      </dsp:txXfrm>
    </dsp:sp>
    <dsp:sp modelId="{B60B1891-AD1B-4005-9075-D17F53BCE045}">
      <dsp:nvSpPr>
        <dsp:cNvPr id="0" name=""/>
        <dsp:cNvSpPr/>
      </dsp:nvSpPr>
      <dsp:spPr>
        <a:xfrm>
          <a:off x="0" y="2613910"/>
          <a:ext cx="4825159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/>
            <a:t>1946–1947 рр.</a:t>
          </a:r>
          <a:endParaRPr lang="uk-UA" sz="3200" kern="1200"/>
        </a:p>
      </dsp:txBody>
      <dsp:txXfrm>
        <a:off x="37467" y="2651377"/>
        <a:ext cx="4750225" cy="692586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A8DB04-283B-49BD-8939-BE35A6BB3502}">
      <dsp:nvSpPr>
        <dsp:cNvPr id="0" name=""/>
        <dsp:cNvSpPr/>
      </dsp:nvSpPr>
      <dsp:spPr>
        <a:xfrm>
          <a:off x="0" y="198310"/>
          <a:ext cx="4825159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надання Кримській області автономії у складі Української РСР</a:t>
          </a:r>
          <a:endParaRPr lang="uk-UA" sz="1800" kern="1200"/>
        </a:p>
      </dsp:txBody>
      <dsp:txXfrm>
        <a:off x="34954" y="233264"/>
        <a:ext cx="4755251" cy="646132"/>
      </dsp:txXfrm>
    </dsp:sp>
    <dsp:sp modelId="{F2A4F05D-9D15-4C4A-BD23-A1485170A970}">
      <dsp:nvSpPr>
        <dsp:cNvPr id="0" name=""/>
        <dsp:cNvSpPr/>
      </dsp:nvSpPr>
      <dsp:spPr>
        <a:xfrm>
          <a:off x="0" y="966190"/>
          <a:ext cx="4825159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розформування кримськотатарських частин Червоної армії</a:t>
          </a:r>
          <a:endParaRPr lang="uk-UA" sz="1800" kern="1200"/>
        </a:p>
      </dsp:txBody>
      <dsp:txXfrm>
        <a:off x="34954" y="1001144"/>
        <a:ext cx="4755251" cy="646132"/>
      </dsp:txXfrm>
    </dsp:sp>
    <dsp:sp modelId="{C812ABF4-27D6-40EA-B618-360A5691D2F6}">
      <dsp:nvSpPr>
        <dsp:cNvPr id="0" name=""/>
        <dsp:cNvSpPr/>
      </dsp:nvSpPr>
      <dsp:spPr>
        <a:xfrm>
          <a:off x="0" y="1734070"/>
          <a:ext cx="4825159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утворення Татарського автономного округу в Узбецькій РСР</a:t>
          </a:r>
          <a:endParaRPr lang="uk-UA" sz="1800" kern="1200"/>
        </a:p>
      </dsp:txBody>
      <dsp:txXfrm>
        <a:off x="34954" y="1769024"/>
        <a:ext cx="4755251" cy="646132"/>
      </dsp:txXfrm>
    </dsp:sp>
    <dsp:sp modelId="{6855755A-A5E4-49FF-9074-768B21CE20C5}">
      <dsp:nvSpPr>
        <dsp:cNvPr id="0" name=""/>
        <dsp:cNvSpPr/>
      </dsp:nvSpPr>
      <dsp:spPr>
        <a:xfrm>
          <a:off x="0" y="2501949"/>
          <a:ext cx="4825159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кардинальна зміна національного складу регіону</a:t>
          </a:r>
          <a:endParaRPr lang="uk-UA" sz="1800" kern="1200"/>
        </a:p>
      </dsp:txBody>
      <dsp:txXfrm>
        <a:off x="34954" y="2536903"/>
        <a:ext cx="4755251" cy="646132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ACEAE1-51E8-4532-A770-53D3DA975D15}">
      <dsp:nvSpPr>
        <dsp:cNvPr id="0" name=""/>
        <dsp:cNvSpPr/>
      </dsp:nvSpPr>
      <dsp:spPr>
        <a:xfrm>
          <a:off x="0" y="34869"/>
          <a:ext cx="4825159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/>
            <a:t>десталінізації.</a:t>
          </a:r>
          <a:endParaRPr lang="uk-UA" sz="3200" kern="1200"/>
        </a:p>
      </dsp:txBody>
      <dsp:txXfrm>
        <a:off x="37467" y="72336"/>
        <a:ext cx="4750225" cy="692586"/>
      </dsp:txXfrm>
    </dsp:sp>
    <dsp:sp modelId="{FB1B5C79-67A1-4413-9028-0A9C1F4632BF}">
      <dsp:nvSpPr>
        <dsp:cNvPr id="0" name=""/>
        <dsp:cNvSpPr/>
      </dsp:nvSpPr>
      <dsp:spPr>
        <a:xfrm>
          <a:off x="0" y="894549"/>
          <a:ext cx="4825159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/>
            <a:t>розкуркулення.</a:t>
          </a:r>
          <a:endParaRPr lang="uk-UA" sz="3200" kern="1200"/>
        </a:p>
      </dsp:txBody>
      <dsp:txXfrm>
        <a:off x="37467" y="932016"/>
        <a:ext cx="4750225" cy="692586"/>
      </dsp:txXfrm>
    </dsp:sp>
    <dsp:sp modelId="{E05D57E8-823E-41E1-A439-94D56477EF79}">
      <dsp:nvSpPr>
        <dsp:cNvPr id="0" name=""/>
        <dsp:cNvSpPr/>
      </dsp:nvSpPr>
      <dsp:spPr>
        <a:xfrm>
          <a:off x="0" y="1754230"/>
          <a:ext cx="4825159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/>
            <a:t>трудової еміграції.</a:t>
          </a:r>
          <a:endParaRPr lang="uk-UA" sz="3200" kern="1200"/>
        </a:p>
      </dsp:txBody>
      <dsp:txXfrm>
        <a:off x="37467" y="1791697"/>
        <a:ext cx="4750225" cy="692586"/>
      </dsp:txXfrm>
    </dsp:sp>
    <dsp:sp modelId="{BFA9EAEC-49BF-42ED-A9CC-15995984C953}">
      <dsp:nvSpPr>
        <dsp:cNvPr id="0" name=""/>
        <dsp:cNvSpPr/>
      </dsp:nvSpPr>
      <dsp:spPr>
        <a:xfrm>
          <a:off x="0" y="2613910"/>
          <a:ext cx="4825159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/>
            <a:t>депортації.</a:t>
          </a:r>
          <a:endParaRPr lang="uk-UA" sz="3200" kern="1200"/>
        </a:p>
      </dsp:txBody>
      <dsp:txXfrm>
        <a:off x="37467" y="2651377"/>
        <a:ext cx="4750225" cy="692586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86CB81-FC36-448B-AF8C-65AF8B805F85}">
      <dsp:nvSpPr>
        <dsp:cNvPr id="0" name=""/>
        <dsp:cNvSpPr/>
      </dsp:nvSpPr>
      <dsp:spPr>
        <a:xfrm>
          <a:off x="0" y="282190"/>
          <a:ext cx="4825159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реалізація «надпрограми» М. Хрущова з розширення посівів кукурудзи</a:t>
          </a:r>
          <a:endParaRPr lang="uk-UA" sz="1700" kern="1200"/>
        </a:p>
      </dsp:txBody>
      <dsp:txXfrm>
        <a:off x="33012" y="315202"/>
        <a:ext cx="4759135" cy="610236"/>
      </dsp:txXfrm>
    </dsp:sp>
    <dsp:sp modelId="{56228C3B-BC73-4D98-991C-E703394B8995}">
      <dsp:nvSpPr>
        <dsp:cNvPr id="0" name=""/>
        <dsp:cNvSpPr/>
      </dsp:nvSpPr>
      <dsp:spPr>
        <a:xfrm>
          <a:off x="0" y="1007410"/>
          <a:ext cx="4825159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господарський занепад регіону внаслідок депортацій народів Криму</a:t>
          </a:r>
          <a:endParaRPr lang="uk-UA" sz="1700" kern="1200"/>
        </a:p>
      </dsp:txBody>
      <dsp:txXfrm>
        <a:off x="33012" y="1040422"/>
        <a:ext cx="4759135" cy="610236"/>
      </dsp:txXfrm>
    </dsp:sp>
    <dsp:sp modelId="{E08CCB05-301B-489E-BE6F-D8205D8479B8}">
      <dsp:nvSpPr>
        <dsp:cNvPr id="0" name=""/>
        <dsp:cNvSpPr/>
      </dsp:nvSpPr>
      <dsp:spPr>
        <a:xfrm>
          <a:off x="0" y="1732630"/>
          <a:ext cx="4825159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початок постачання дніпровської води Північно-Кримським каналом</a:t>
          </a:r>
          <a:endParaRPr lang="uk-UA" sz="1700" kern="1200"/>
        </a:p>
      </dsp:txBody>
      <dsp:txXfrm>
        <a:off x="33012" y="1765642"/>
        <a:ext cx="4759135" cy="610236"/>
      </dsp:txXfrm>
    </dsp:sp>
    <dsp:sp modelId="{9ACBCF80-91EE-45E7-9A22-F5FFA8C0415C}">
      <dsp:nvSpPr>
        <dsp:cNvPr id="0" name=""/>
        <dsp:cNvSpPr/>
      </dsp:nvSpPr>
      <dsp:spPr>
        <a:xfrm>
          <a:off x="0" y="2457850"/>
          <a:ext cx="4825159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1" i="0" kern="1200"/>
            <a:t>Г</a:t>
          </a:r>
          <a:r>
            <a:rPr lang="uk-UA" sz="1700" b="0" i="0" kern="1200"/>
            <a:t>повне знелюднення території півострова в результаті голоду 1946–1947 рр.</a:t>
          </a:r>
          <a:endParaRPr lang="uk-UA" sz="1700" kern="1200"/>
        </a:p>
      </dsp:txBody>
      <dsp:txXfrm>
        <a:off x="33012" y="2490862"/>
        <a:ext cx="4759135" cy="610236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E990E0-14B3-42AC-9E0E-5FD82BA75FC5}">
      <dsp:nvSpPr>
        <dsp:cNvPr id="0" name=""/>
        <dsp:cNvSpPr/>
      </dsp:nvSpPr>
      <dsp:spPr>
        <a:xfrm>
          <a:off x="0" y="30550"/>
          <a:ext cx="4825159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відновлення зовнішньополітичної діяльності України.</a:t>
          </a:r>
          <a:endParaRPr lang="uk-UA" sz="2000" kern="1200"/>
        </a:p>
      </dsp:txBody>
      <dsp:txXfrm>
        <a:off x="38838" y="69388"/>
        <a:ext cx="4747483" cy="717924"/>
      </dsp:txXfrm>
    </dsp:sp>
    <dsp:sp modelId="{B7EAED45-45A8-4E02-AF48-BBC99266F615}">
      <dsp:nvSpPr>
        <dsp:cNvPr id="0" name=""/>
        <dsp:cNvSpPr/>
      </dsp:nvSpPr>
      <dsp:spPr>
        <a:xfrm>
          <a:off x="0" y="883750"/>
          <a:ext cx="4825159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приєднання України до Антигітлерівської коаліції.</a:t>
          </a:r>
          <a:endParaRPr lang="uk-UA" sz="2000" kern="1200"/>
        </a:p>
      </dsp:txBody>
      <dsp:txXfrm>
        <a:off x="38838" y="922588"/>
        <a:ext cx="4747483" cy="717924"/>
      </dsp:txXfrm>
    </dsp:sp>
    <dsp:sp modelId="{ED019BB7-3C77-462F-B279-F7B2615535CD}">
      <dsp:nvSpPr>
        <dsp:cNvPr id="0" name=""/>
        <dsp:cNvSpPr/>
      </dsp:nvSpPr>
      <dsp:spPr>
        <a:xfrm>
          <a:off x="0" y="1736950"/>
          <a:ext cx="4825159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відкриття посольств України в країнах Європи.</a:t>
          </a:r>
          <a:endParaRPr lang="uk-UA" sz="2000" kern="1200"/>
        </a:p>
      </dsp:txBody>
      <dsp:txXfrm>
        <a:off x="38838" y="1775788"/>
        <a:ext cx="4747483" cy="717924"/>
      </dsp:txXfrm>
    </dsp:sp>
    <dsp:sp modelId="{AE6CB9EA-5414-41D5-97CD-0BB45C979426}">
      <dsp:nvSpPr>
        <dsp:cNvPr id="0" name=""/>
        <dsp:cNvSpPr/>
      </dsp:nvSpPr>
      <dsp:spPr>
        <a:xfrm>
          <a:off x="0" y="2590150"/>
          <a:ext cx="4825159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вихід України з Другої світової війни.</a:t>
          </a:r>
          <a:endParaRPr lang="uk-UA" sz="2000" kern="1200"/>
        </a:p>
      </dsp:txBody>
      <dsp:txXfrm>
        <a:off x="38838" y="2628988"/>
        <a:ext cx="4747483" cy="717924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2FC064-A86E-4636-B47B-D975962101A4}">
      <dsp:nvSpPr>
        <dsp:cNvPr id="0" name=""/>
        <dsp:cNvSpPr/>
      </dsp:nvSpPr>
      <dsp:spPr>
        <a:xfrm rot="10800000">
          <a:off x="982643" y="307"/>
          <a:ext cx="3208730" cy="69771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673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Лігу Націй</a:t>
          </a:r>
          <a:endParaRPr lang="uk-UA" sz="1600" kern="1200"/>
        </a:p>
      </dsp:txBody>
      <dsp:txXfrm rot="10800000">
        <a:off x="1157072" y="307"/>
        <a:ext cx="3034301" cy="697716"/>
      </dsp:txXfrm>
    </dsp:sp>
    <dsp:sp modelId="{9B7CE7DB-4C4B-48C9-88D2-91392ABB3921}">
      <dsp:nvSpPr>
        <dsp:cNvPr id="0" name=""/>
        <dsp:cNvSpPr/>
      </dsp:nvSpPr>
      <dsp:spPr>
        <a:xfrm>
          <a:off x="633785" y="307"/>
          <a:ext cx="697716" cy="69771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23272D-6DD6-48A1-8611-EF18F4FA8643}">
      <dsp:nvSpPr>
        <dsp:cNvPr id="0" name=""/>
        <dsp:cNvSpPr/>
      </dsp:nvSpPr>
      <dsp:spPr>
        <a:xfrm rot="10800000">
          <a:off x="982643" y="906297"/>
          <a:ext cx="3208730" cy="69771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673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Організацію Об’єднаних Націй</a:t>
          </a:r>
          <a:endParaRPr lang="uk-UA" sz="1600" kern="1200"/>
        </a:p>
      </dsp:txBody>
      <dsp:txXfrm rot="10800000">
        <a:off x="1157072" y="906297"/>
        <a:ext cx="3034301" cy="697716"/>
      </dsp:txXfrm>
    </dsp:sp>
    <dsp:sp modelId="{A1B0A54F-008B-40D2-A795-27F9251714AA}">
      <dsp:nvSpPr>
        <dsp:cNvPr id="0" name=""/>
        <dsp:cNvSpPr/>
      </dsp:nvSpPr>
      <dsp:spPr>
        <a:xfrm>
          <a:off x="633785" y="906297"/>
          <a:ext cx="697716" cy="69771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73193E-15E5-464A-BFD1-099BFB5998EC}">
      <dsp:nvSpPr>
        <dsp:cNvPr id="0" name=""/>
        <dsp:cNvSpPr/>
      </dsp:nvSpPr>
      <dsp:spPr>
        <a:xfrm rot="10800000">
          <a:off x="982643" y="1812286"/>
          <a:ext cx="3208730" cy="69771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673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Раду Економічної Взаємодопомоги</a:t>
          </a:r>
          <a:endParaRPr lang="uk-UA" sz="1600" kern="1200"/>
        </a:p>
      </dsp:txBody>
      <dsp:txXfrm rot="10800000">
        <a:off x="1157072" y="1812286"/>
        <a:ext cx="3034301" cy="697716"/>
      </dsp:txXfrm>
    </dsp:sp>
    <dsp:sp modelId="{5D71F0CE-525A-424A-A093-C4F7F19C077E}">
      <dsp:nvSpPr>
        <dsp:cNvPr id="0" name=""/>
        <dsp:cNvSpPr/>
      </dsp:nvSpPr>
      <dsp:spPr>
        <a:xfrm>
          <a:off x="633785" y="1812286"/>
          <a:ext cx="697716" cy="69771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CFF0F3-0EFC-4865-9F49-F81E93EA1706}">
      <dsp:nvSpPr>
        <dsp:cNvPr id="0" name=""/>
        <dsp:cNvSpPr/>
      </dsp:nvSpPr>
      <dsp:spPr>
        <a:xfrm rot="10800000">
          <a:off x="982643" y="2718276"/>
          <a:ext cx="3208730" cy="69771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673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Організацію Варшавського Договору</a:t>
          </a:r>
          <a:endParaRPr lang="uk-UA" sz="1600" kern="1200"/>
        </a:p>
      </dsp:txBody>
      <dsp:txXfrm rot="10800000">
        <a:off x="1157072" y="2718276"/>
        <a:ext cx="3034301" cy="697716"/>
      </dsp:txXfrm>
    </dsp:sp>
    <dsp:sp modelId="{DB6BBE65-BBE8-4AB9-AD25-A8F0DE6E997B}">
      <dsp:nvSpPr>
        <dsp:cNvPr id="0" name=""/>
        <dsp:cNvSpPr/>
      </dsp:nvSpPr>
      <dsp:spPr>
        <a:xfrm>
          <a:off x="633785" y="2718276"/>
          <a:ext cx="697716" cy="69771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B85D44-8B45-4168-AF2D-E64733955BBE}">
      <dsp:nvSpPr>
        <dsp:cNvPr id="0" name=""/>
        <dsp:cNvSpPr/>
      </dsp:nvSpPr>
      <dsp:spPr>
        <a:xfrm>
          <a:off x="704429" y="0"/>
          <a:ext cx="3416300" cy="341630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7F5727-9220-4AFE-9028-7B1B970A4332}">
      <dsp:nvSpPr>
        <dsp:cNvPr id="0" name=""/>
        <dsp:cNvSpPr/>
      </dsp:nvSpPr>
      <dsp:spPr>
        <a:xfrm>
          <a:off x="1028978" y="324548"/>
          <a:ext cx="1332357" cy="133235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1944 р.</a:t>
          </a:r>
          <a:endParaRPr lang="uk-UA" sz="3300" kern="1200"/>
        </a:p>
      </dsp:txBody>
      <dsp:txXfrm>
        <a:off x="1094018" y="389588"/>
        <a:ext cx="1202277" cy="1202277"/>
      </dsp:txXfrm>
    </dsp:sp>
    <dsp:sp modelId="{38640D9B-5B0C-4875-869C-A312BED6E03D}">
      <dsp:nvSpPr>
        <dsp:cNvPr id="0" name=""/>
        <dsp:cNvSpPr/>
      </dsp:nvSpPr>
      <dsp:spPr>
        <a:xfrm>
          <a:off x="2463824" y="324548"/>
          <a:ext cx="1332357" cy="133235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1945 р.</a:t>
          </a:r>
          <a:endParaRPr lang="uk-UA" sz="3300" kern="1200"/>
        </a:p>
      </dsp:txBody>
      <dsp:txXfrm>
        <a:off x="2528864" y="389588"/>
        <a:ext cx="1202277" cy="1202277"/>
      </dsp:txXfrm>
    </dsp:sp>
    <dsp:sp modelId="{FBF4D552-5ACF-44B3-9636-D196B8D77F6B}">
      <dsp:nvSpPr>
        <dsp:cNvPr id="0" name=""/>
        <dsp:cNvSpPr/>
      </dsp:nvSpPr>
      <dsp:spPr>
        <a:xfrm>
          <a:off x="1028978" y="1759394"/>
          <a:ext cx="1332357" cy="133235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1949 р.</a:t>
          </a:r>
          <a:endParaRPr lang="uk-UA" sz="3300" kern="1200"/>
        </a:p>
      </dsp:txBody>
      <dsp:txXfrm>
        <a:off x="1094018" y="1824434"/>
        <a:ext cx="1202277" cy="1202277"/>
      </dsp:txXfrm>
    </dsp:sp>
    <dsp:sp modelId="{FC08311D-0A93-465D-B0D0-DA3633F76E53}">
      <dsp:nvSpPr>
        <dsp:cNvPr id="0" name=""/>
        <dsp:cNvSpPr/>
      </dsp:nvSpPr>
      <dsp:spPr>
        <a:xfrm>
          <a:off x="2463824" y="1759394"/>
          <a:ext cx="1332357" cy="133235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1954 р.</a:t>
          </a:r>
          <a:endParaRPr lang="uk-UA" sz="3300" kern="1200"/>
        </a:p>
      </dsp:txBody>
      <dsp:txXfrm>
        <a:off x="2528864" y="1824434"/>
        <a:ext cx="1202277" cy="1202277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D31579-C328-4231-AC38-8A848F988490}">
      <dsp:nvSpPr>
        <dsp:cNvPr id="0" name=""/>
        <dsp:cNvSpPr/>
      </dsp:nvSpPr>
      <dsp:spPr>
        <a:xfrm>
          <a:off x="0" y="34869"/>
          <a:ext cx="4825159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/>
            <a:t>Д. Мануїльський</a:t>
          </a:r>
          <a:endParaRPr lang="uk-UA" sz="3200" kern="1200"/>
        </a:p>
      </dsp:txBody>
      <dsp:txXfrm>
        <a:off x="37467" y="72336"/>
        <a:ext cx="4750225" cy="692586"/>
      </dsp:txXfrm>
    </dsp:sp>
    <dsp:sp modelId="{AA03E298-106D-4B21-B172-8BF05E957BC4}">
      <dsp:nvSpPr>
        <dsp:cNvPr id="0" name=""/>
        <dsp:cNvSpPr/>
      </dsp:nvSpPr>
      <dsp:spPr>
        <a:xfrm>
          <a:off x="0" y="894549"/>
          <a:ext cx="4825159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/>
            <a:t>Л. Каганович</a:t>
          </a:r>
          <a:endParaRPr lang="uk-UA" sz="3200" kern="1200"/>
        </a:p>
      </dsp:txBody>
      <dsp:txXfrm>
        <a:off x="37467" y="932016"/>
        <a:ext cx="4750225" cy="692586"/>
      </dsp:txXfrm>
    </dsp:sp>
    <dsp:sp modelId="{25C2A8C3-0203-4850-8FE7-E86F03CD28F7}">
      <dsp:nvSpPr>
        <dsp:cNvPr id="0" name=""/>
        <dsp:cNvSpPr/>
      </dsp:nvSpPr>
      <dsp:spPr>
        <a:xfrm>
          <a:off x="0" y="1754230"/>
          <a:ext cx="4825159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/>
            <a:t>М. Підгорний</a:t>
          </a:r>
          <a:endParaRPr lang="uk-UA" sz="3200" kern="1200"/>
        </a:p>
      </dsp:txBody>
      <dsp:txXfrm>
        <a:off x="37467" y="1791697"/>
        <a:ext cx="4750225" cy="692586"/>
      </dsp:txXfrm>
    </dsp:sp>
    <dsp:sp modelId="{A4369B7F-7F0F-4439-8902-9FFD00FACFF3}">
      <dsp:nvSpPr>
        <dsp:cNvPr id="0" name=""/>
        <dsp:cNvSpPr/>
      </dsp:nvSpPr>
      <dsp:spPr>
        <a:xfrm>
          <a:off x="0" y="2613910"/>
          <a:ext cx="4825159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/>
            <a:t>М. Хрущов</a:t>
          </a:r>
          <a:endParaRPr lang="uk-UA" sz="3200" kern="1200"/>
        </a:p>
      </dsp:txBody>
      <dsp:txXfrm>
        <a:off x="37467" y="2651377"/>
        <a:ext cx="4750225" cy="692586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64B77C-2219-409F-9F4D-173443E6CF61}">
      <dsp:nvSpPr>
        <dsp:cNvPr id="0" name=""/>
        <dsp:cNvSpPr/>
      </dsp:nvSpPr>
      <dsp:spPr>
        <a:xfrm>
          <a:off x="0" y="282190"/>
          <a:ext cx="4825159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Звеличення ролі української інтелігенції в розбудові соціалізму.</a:t>
          </a:r>
          <a:endParaRPr lang="uk-UA" sz="1700" kern="1200"/>
        </a:p>
      </dsp:txBody>
      <dsp:txXfrm>
        <a:off x="33012" y="315202"/>
        <a:ext cx="4759135" cy="610236"/>
      </dsp:txXfrm>
    </dsp:sp>
    <dsp:sp modelId="{D92E78D8-567A-4617-A47B-C6764379FB09}">
      <dsp:nvSpPr>
        <dsp:cNvPr id="0" name=""/>
        <dsp:cNvSpPr/>
      </dsp:nvSpPr>
      <dsp:spPr>
        <a:xfrm>
          <a:off x="0" y="1007410"/>
          <a:ext cx="4825159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Мобілізація суспільства на здійснення відбудови народного господарства.</a:t>
          </a:r>
          <a:endParaRPr lang="uk-UA" sz="1700" kern="1200" dirty="0"/>
        </a:p>
      </dsp:txBody>
      <dsp:txXfrm>
        <a:off x="33012" y="1040422"/>
        <a:ext cx="4759135" cy="610236"/>
      </dsp:txXfrm>
    </dsp:sp>
    <dsp:sp modelId="{955B7F3F-55DD-4062-8E01-6AC5BB67EE0A}">
      <dsp:nvSpPr>
        <dsp:cNvPr id="0" name=""/>
        <dsp:cNvSpPr/>
      </dsp:nvSpPr>
      <dsp:spPr>
        <a:xfrm>
          <a:off x="0" y="1732630"/>
          <a:ext cx="4825159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Відновлення тотального політико-ідеологічного контролю за суспільством.</a:t>
          </a:r>
          <a:endParaRPr lang="uk-UA" sz="1700" kern="1200"/>
        </a:p>
      </dsp:txBody>
      <dsp:txXfrm>
        <a:off x="33012" y="1765642"/>
        <a:ext cx="4759135" cy="610236"/>
      </dsp:txXfrm>
    </dsp:sp>
    <dsp:sp modelId="{390C49E6-1C09-47C3-B04D-5F05695DE6E1}">
      <dsp:nvSpPr>
        <dsp:cNvPr id="0" name=""/>
        <dsp:cNvSpPr/>
      </dsp:nvSpPr>
      <dsp:spPr>
        <a:xfrm>
          <a:off x="0" y="2457850"/>
          <a:ext cx="4825159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Переконання суспільства в перевагах соціалізму над капіталізмом.</a:t>
          </a:r>
          <a:endParaRPr lang="uk-UA" sz="1700" kern="1200"/>
        </a:p>
      </dsp:txBody>
      <dsp:txXfrm>
        <a:off x="33012" y="2490862"/>
        <a:ext cx="4759135" cy="610236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06F797-4D99-4C49-9665-C655BE86475F}">
      <dsp:nvSpPr>
        <dsp:cNvPr id="0" name=""/>
        <dsp:cNvSpPr/>
      </dsp:nvSpPr>
      <dsp:spPr>
        <a:xfrm>
          <a:off x="0" y="348609"/>
          <a:ext cx="4825159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антиукраїнський характер.</a:t>
          </a:r>
          <a:endParaRPr lang="uk-UA" sz="2600" kern="1200"/>
        </a:p>
      </dsp:txBody>
      <dsp:txXfrm>
        <a:off x="30442" y="379051"/>
        <a:ext cx="4764275" cy="562726"/>
      </dsp:txXfrm>
    </dsp:sp>
    <dsp:sp modelId="{6599F411-DCEC-46AE-8539-8198B52497A0}">
      <dsp:nvSpPr>
        <dsp:cNvPr id="0" name=""/>
        <dsp:cNvSpPr/>
      </dsp:nvSpPr>
      <dsp:spPr>
        <a:xfrm>
          <a:off x="0" y="1047100"/>
          <a:ext cx="4825159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антисемітський характер.</a:t>
          </a:r>
          <a:endParaRPr lang="uk-UA" sz="2600" kern="1200"/>
        </a:p>
      </dsp:txBody>
      <dsp:txXfrm>
        <a:off x="30442" y="1077542"/>
        <a:ext cx="4764275" cy="562726"/>
      </dsp:txXfrm>
    </dsp:sp>
    <dsp:sp modelId="{5CB94600-9DED-4279-A559-3B4F1E75E13E}">
      <dsp:nvSpPr>
        <dsp:cNvPr id="0" name=""/>
        <dsp:cNvSpPr/>
      </dsp:nvSpPr>
      <dsp:spPr>
        <a:xfrm>
          <a:off x="0" y="1745590"/>
          <a:ext cx="4825159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антинатівський характер.</a:t>
          </a:r>
          <a:endParaRPr lang="uk-UA" sz="2600" kern="1200"/>
        </a:p>
      </dsp:txBody>
      <dsp:txXfrm>
        <a:off x="30442" y="1776032"/>
        <a:ext cx="4764275" cy="562726"/>
      </dsp:txXfrm>
    </dsp:sp>
    <dsp:sp modelId="{FD01657E-119F-4795-8194-8FE7A1EB1AAA}">
      <dsp:nvSpPr>
        <dsp:cNvPr id="0" name=""/>
        <dsp:cNvSpPr/>
      </dsp:nvSpPr>
      <dsp:spPr>
        <a:xfrm>
          <a:off x="0" y="2444080"/>
          <a:ext cx="4825159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антицерковний характер.</a:t>
          </a:r>
          <a:endParaRPr lang="uk-UA" sz="2600" kern="1200"/>
        </a:p>
      </dsp:txBody>
      <dsp:txXfrm>
        <a:off x="30442" y="2474522"/>
        <a:ext cx="4764275" cy="562726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FB8BF3-5FEC-48E4-80E4-D9587C221CB2}">
      <dsp:nvSpPr>
        <dsp:cNvPr id="0" name=""/>
        <dsp:cNvSpPr/>
      </dsp:nvSpPr>
      <dsp:spPr>
        <a:xfrm>
          <a:off x="0" y="32743"/>
          <a:ext cx="4825159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кінець 1930-х – початок 1940-х рр.</a:t>
          </a:r>
          <a:endParaRPr lang="uk-UA" sz="2000" kern="1200"/>
        </a:p>
      </dsp:txBody>
      <dsp:txXfrm>
        <a:off x="38784" y="71527"/>
        <a:ext cx="4747591" cy="716935"/>
      </dsp:txXfrm>
    </dsp:sp>
    <dsp:sp modelId="{6E70CB0A-871A-4F19-8CB2-FBC259F0FD1E}">
      <dsp:nvSpPr>
        <dsp:cNvPr id="0" name=""/>
        <dsp:cNvSpPr/>
      </dsp:nvSpPr>
      <dsp:spPr>
        <a:xfrm>
          <a:off x="0" y="884846"/>
          <a:ext cx="4825159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друга половина 1940-х – початок 1950-х рр.</a:t>
          </a:r>
          <a:endParaRPr lang="uk-UA" sz="2000" kern="1200"/>
        </a:p>
      </dsp:txBody>
      <dsp:txXfrm>
        <a:off x="38784" y="923630"/>
        <a:ext cx="4747591" cy="716935"/>
      </dsp:txXfrm>
    </dsp:sp>
    <dsp:sp modelId="{56362EC1-E95C-4D2E-B7D1-035DCDCD9A33}">
      <dsp:nvSpPr>
        <dsp:cNvPr id="0" name=""/>
        <dsp:cNvSpPr/>
      </dsp:nvSpPr>
      <dsp:spPr>
        <a:xfrm>
          <a:off x="0" y="1736950"/>
          <a:ext cx="4825159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друга половина 1950-х – початок 1960-х рр.</a:t>
          </a:r>
          <a:endParaRPr lang="uk-UA" sz="2000" kern="1200"/>
        </a:p>
      </dsp:txBody>
      <dsp:txXfrm>
        <a:off x="38784" y="1775734"/>
        <a:ext cx="4747591" cy="716935"/>
      </dsp:txXfrm>
    </dsp:sp>
    <dsp:sp modelId="{B985A57B-69B0-4B67-B67F-C491184C5B3D}">
      <dsp:nvSpPr>
        <dsp:cNvPr id="0" name=""/>
        <dsp:cNvSpPr/>
      </dsp:nvSpPr>
      <dsp:spPr>
        <a:xfrm>
          <a:off x="0" y="2589053"/>
          <a:ext cx="4825159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кінець 1960-х – перша половина 1970-х рр.</a:t>
          </a:r>
          <a:endParaRPr lang="uk-UA" sz="2000" kern="1200"/>
        </a:p>
      </dsp:txBody>
      <dsp:txXfrm>
        <a:off x="38784" y="2627837"/>
        <a:ext cx="4747591" cy="716935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A28F5C-DA47-4A5A-B2C6-5BAAE7A1101F}">
      <dsp:nvSpPr>
        <dsp:cNvPr id="0" name=""/>
        <dsp:cNvSpPr/>
      </dsp:nvSpPr>
      <dsp:spPr>
        <a:xfrm>
          <a:off x="0" y="363166"/>
          <a:ext cx="5778241" cy="9354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1" kern="1200"/>
            <a:t>«Не завжди, коли ми показуємо визначного діяча минулого, святкуємо його ювілеї, наголошується на зв’язку минулого з дійсністю, вказується на роль партії і тов. Й. Сталіна…»</a:t>
          </a:r>
          <a:endParaRPr lang="uk-UA" sz="1300" kern="1200"/>
        </a:p>
      </dsp:txBody>
      <dsp:txXfrm>
        <a:off x="45663" y="408829"/>
        <a:ext cx="5686915" cy="844089"/>
      </dsp:txXfrm>
    </dsp:sp>
    <dsp:sp modelId="{7B1B98F8-E2EB-42E9-A7A0-19C688F311D5}">
      <dsp:nvSpPr>
        <dsp:cNvPr id="0" name=""/>
        <dsp:cNvSpPr/>
      </dsp:nvSpPr>
      <dsp:spPr>
        <a:xfrm>
          <a:off x="0" y="1336021"/>
          <a:ext cx="5778241" cy="9354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1" kern="1200"/>
            <a:t>«Редакція “Вітчизни” не поставила в центрі своєї уваги висвітлення в журналі провідних тем сучасності – перемоги радянського народу у Великій Вітчизняній війні, героїчної боротьби радянських людей за виконання сталінської п’ятирічки…»</a:t>
          </a:r>
          <a:endParaRPr lang="uk-UA" sz="1300" kern="1200"/>
        </a:p>
      </dsp:txBody>
      <dsp:txXfrm>
        <a:off x="45663" y="1381684"/>
        <a:ext cx="5686915" cy="844089"/>
      </dsp:txXfrm>
    </dsp:sp>
    <dsp:sp modelId="{F79402D7-32C4-4398-A3EB-F850886AEC9E}">
      <dsp:nvSpPr>
        <dsp:cNvPr id="0" name=""/>
        <dsp:cNvSpPr/>
      </dsp:nvSpPr>
      <dsp:spPr>
        <a:xfrm>
          <a:off x="0" y="2308876"/>
          <a:ext cx="5778241" cy="9354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1" kern="1200"/>
            <a:t>«На Україні завдання наукової розробки історії українського народу покладено на Інститут історії України АН УРСР. Проте... Інститут не розробив науково витриманої, марксистсько-ленінської історії України...»</a:t>
          </a:r>
          <a:endParaRPr lang="uk-UA" sz="1300" kern="1200"/>
        </a:p>
      </dsp:txBody>
      <dsp:txXfrm>
        <a:off x="45663" y="2354539"/>
        <a:ext cx="5686915" cy="844089"/>
      </dsp:txXfrm>
    </dsp:sp>
    <dsp:sp modelId="{93BA489C-0FEB-4468-845D-31FDFA0FA76C}">
      <dsp:nvSpPr>
        <dsp:cNvPr id="0" name=""/>
        <dsp:cNvSpPr/>
      </dsp:nvSpPr>
      <dsp:spPr>
        <a:xfrm>
          <a:off x="0" y="3281731"/>
          <a:ext cx="5778241" cy="9354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1" kern="1200"/>
            <a:t>«Особи, які відстоюють принципи формальної генетики, неспроможні зрозуміти вказівки Леніна про те, що “пізнання людини не є... пряма лінія, а крива лінія, що безмежно наближується до ряду кіл, до спіралі”...»</a:t>
          </a:r>
          <a:endParaRPr lang="uk-UA" sz="1300" kern="1200"/>
        </a:p>
      </dsp:txBody>
      <dsp:txXfrm>
        <a:off x="45663" y="3327394"/>
        <a:ext cx="5686915" cy="844089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806F98-D68A-4EAB-B616-F11BDA13B416}">
      <dsp:nvSpPr>
        <dsp:cNvPr id="0" name=""/>
        <dsp:cNvSpPr/>
      </dsp:nvSpPr>
      <dsp:spPr>
        <a:xfrm>
          <a:off x="0" y="32743"/>
          <a:ext cx="4825159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політико-ідеологічна криза</a:t>
          </a:r>
          <a:endParaRPr lang="uk-UA" sz="2000" kern="1200"/>
        </a:p>
      </dsp:txBody>
      <dsp:txXfrm>
        <a:off x="38784" y="71527"/>
        <a:ext cx="4747591" cy="716935"/>
      </dsp:txXfrm>
    </dsp:sp>
    <dsp:sp modelId="{38BDE995-E240-4CC6-A722-5293862E4BAC}">
      <dsp:nvSpPr>
        <dsp:cNvPr id="0" name=""/>
        <dsp:cNvSpPr/>
      </dsp:nvSpPr>
      <dsp:spPr>
        <a:xfrm>
          <a:off x="0" y="884846"/>
          <a:ext cx="4825159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зовнішньополітична ізоляція</a:t>
          </a:r>
          <a:endParaRPr lang="uk-UA" sz="2000" kern="1200"/>
        </a:p>
      </dsp:txBody>
      <dsp:txXfrm>
        <a:off x="38784" y="923630"/>
        <a:ext cx="4747591" cy="716935"/>
      </dsp:txXfrm>
    </dsp:sp>
    <dsp:sp modelId="{3D4CA9E3-7145-4EBE-BBE2-2B1FD5AC34B4}">
      <dsp:nvSpPr>
        <dsp:cNvPr id="0" name=""/>
        <dsp:cNvSpPr/>
      </dsp:nvSpPr>
      <dsp:spPr>
        <a:xfrm>
          <a:off x="0" y="1736950"/>
          <a:ext cx="4825159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командно-адміністративна система</a:t>
          </a:r>
          <a:endParaRPr lang="uk-UA" sz="2000" kern="1200"/>
        </a:p>
      </dsp:txBody>
      <dsp:txXfrm>
        <a:off x="38784" y="1775734"/>
        <a:ext cx="4747591" cy="716935"/>
      </dsp:txXfrm>
    </dsp:sp>
    <dsp:sp modelId="{0A5570A6-7B2D-4AB0-9B0D-5605049368E3}">
      <dsp:nvSpPr>
        <dsp:cNvPr id="0" name=""/>
        <dsp:cNvSpPr/>
      </dsp:nvSpPr>
      <dsp:spPr>
        <a:xfrm>
          <a:off x="0" y="2589053"/>
          <a:ext cx="4825159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споживацькі настрої в суспільстві</a:t>
          </a:r>
          <a:endParaRPr lang="uk-UA" sz="2000" kern="1200"/>
        </a:p>
      </dsp:txBody>
      <dsp:txXfrm>
        <a:off x="38784" y="2627837"/>
        <a:ext cx="4747591" cy="716935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D727B1-AD93-4BF0-BA13-E5EFAF9D5E22}">
      <dsp:nvSpPr>
        <dsp:cNvPr id="0" name=""/>
        <dsp:cNvSpPr/>
      </dsp:nvSpPr>
      <dsp:spPr>
        <a:xfrm rot="10800000">
          <a:off x="922066" y="2062"/>
          <a:ext cx="3208730" cy="45540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82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«культурна революція»</a:t>
          </a:r>
          <a:endParaRPr lang="uk-UA" sz="1900" kern="1200"/>
        </a:p>
      </dsp:txBody>
      <dsp:txXfrm rot="10800000">
        <a:off x="1035918" y="2062"/>
        <a:ext cx="3094878" cy="455409"/>
      </dsp:txXfrm>
    </dsp:sp>
    <dsp:sp modelId="{D403E690-CF58-4640-86B3-07C97698C213}">
      <dsp:nvSpPr>
        <dsp:cNvPr id="0" name=""/>
        <dsp:cNvSpPr/>
      </dsp:nvSpPr>
      <dsp:spPr>
        <a:xfrm>
          <a:off x="694361" y="2062"/>
          <a:ext cx="455409" cy="45540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1C9205-6642-452A-9F83-DCCD047B6E4D}">
      <dsp:nvSpPr>
        <dsp:cNvPr id="0" name=""/>
        <dsp:cNvSpPr/>
      </dsp:nvSpPr>
      <dsp:spPr>
        <a:xfrm rot="10800000">
          <a:off x="922066" y="593415"/>
          <a:ext cx="3208730" cy="45540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82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«колективізація»</a:t>
          </a:r>
          <a:endParaRPr lang="uk-UA" sz="1900" kern="1200"/>
        </a:p>
      </dsp:txBody>
      <dsp:txXfrm rot="10800000">
        <a:off x="1035918" y="593415"/>
        <a:ext cx="3094878" cy="455409"/>
      </dsp:txXfrm>
    </dsp:sp>
    <dsp:sp modelId="{1FFB9609-33DD-48B7-B359-C8F199EE67FE}">
      <dsp:nvSpPr>
        <dsp:cNvPr id="0" name=""/>
        <dsp:cNvSpPr/>
      </dsp:nvSpPr>
      <dsp:spPr>
        <a:xfrm>
          <a:off x="694361" y="593415"/>
          <a:ext cx="455409" cy="45540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6B328B-BFB9-4470-9593-76429285F39A}">
      <dsp:nvSpPr>
        <dsp:cNvPr id="0" name=""/>
        <dsp:cNvSpPr/>
      </dsp:nvSpPr>
      <dsp:spPr>
        <a:xfrm rot="10800000">
          <a:off x="922066" y="1184768"/>
          <a:ext cx="3208730" cy="45540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82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«десталінізація»</a:t>
          </a:r>
          <a:endParaRPr lang="uk-UA" sz="1900" kern="1200"/>
        </a:p>
      </dsp:txBody>
      <dsp:txXfrm rot="10800000">
        <a:off x="1035918" y="1184768"/>
        <a:ext cx="3094878" cy="455409"/>
      </dsp:txXfrm>
    </dsp:sp>
    <dsp:sp modelId="{F4A8BF33-D2D5-434C-BFEC-1CCA75B634CA}">
      <dsp:nvSpPr>
        <dsp:cNvPr id="0" name=""/>
        <dsp:cNvSpPr/>
      </dsp:nvSpPr>
      <dsp:spPr>
        <a:xfrm>
          <a:off x="694361" y="1184768"/>
          <a:ext cx="455409" cy="45540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890EAE-D504-4B14-94B0-21A5D4F258A7}">
      <dsp:nvSpPr>
        <dsp:cNvPr id="0" name=""/>
        <dsp:cNvSpPr/>
      </dsp:nvSpPr>
      <dsp:spPr>
        <a:xfrm rot="10800000">
          <a:off x="922066" y="1776121"/>
          <a:ext cx="3208730" cy="45540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82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«депортація»</a:t>
          </a:r>
          <a:endParaRPr lang="uk-UA" sz="1900" kern="1200"/>
        </a:p>
      </dsp:txBody>
      <dsp:txXfrm rot="10800000">
        <a:off x="1035918" y="1776121"/>
        <a:ext cx="3094878" cy="455409"/>
      </dsp:txXfrm>
    </dsp:sp>
    <dsp:sp modelId="{949FE29D-8A13-41E0-962A-C3035A0CE2C1}">
      <dsp:nvSpPr>
        <dsp:cNvPr id="0" name=""/>
        <dsp:cNvSpPr/>
      </dsp:nvSpPr>
      <dsp:spPr>
        <a:xfrm>
          <a:off x="694361" y="1776121"/>
          <a:ext cx="455409" cy="45540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2A296B-BBA7-4575-9228-D7358189EA3F}">
      <dsp:nvSpPr>
        <dsp:cNvPr id="0" name=""/>
        <dsp:cNvSpPr/>
      </dsp:nvSpPr>
      <dsp:spPr>
        <a:xfrm rot="10800000">
          <a:off x="922066" y="2367474"/>
          <a:ext cx="3208730" cy="45540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82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«Голокост»</a:t>
          </a:r>
          <a:endParaRPr lang="uk-UA" sz="1900" kern="1200"/>
        </a:p>
      </dsp:txBody>
      <dsp:txXfrm rot="10800000">
        <a:off x="1035918" y="2367474"/>
        <a:ext cx="3094878" cy="455409"/>
      </dsp:txXfrm>
    </dsp:sp>
    <dsp:sp modelId="{5F95F2B2-495F-4DDC-A33F-E7D3E054C0C1}">
      <dsp:nvSpPr>
        <dsp:cNvPr id="0" name=""/>
        <dsp:cNvSpPr/>
      </dsp:nvSpPr>
      <dsp:spPr>
        <a:xfrm>
          <a:off x="694361" y="2367474"/>
          <a:ext cx="455409" cy="45540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D79493-4E4C-405B-AFDE-DA33BDB1102B}">
      <dsp:nvSpPr>
        <dsp:cNvPr id="0" name=""/>
        <dsp:cNvSpPr/>
      </dsp:nvSpPr>
      <dsp:spPr>
        <a:xfrm rot="10800000">
          <a:off x="922066" y="2958827"/>
          <a:ext cx="3208730" cy="45540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82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«план «Ост»</a:t>
          </a:r>
          <a:endParaRPr lang="uk-UA" sz="1900" kern="1200"/>
        </a:p>
      </dsp:txBody>
      <dsp:txXfrm rot="10800000">
        <a:off x="1035918" y="2958827"/>
        <a:ext cx="3094878" cy="455409"/>
      </dsp:txXfrm>
    </dsp:sp>
    <dsp:sp modelId="{CCAC5801-A5AC-4978-BD6F-2E623E8CF180}">
      <dsp:nvSpPr>
        <dsp:cNvPr id="0" name=""/>
        <dsp:cNvSpPr/>
      </dsp:nvSpPr>
      <dsp:spPr>
        <a:xfrm>
          <a:off x="694361" y="2958827"/>
          <a:ext cx="455409" cy="45540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631459-C0B2-40C6-8BB8-2DD2EF72B9C4}">
      <dsp:nvSpPr>
        <dsp:cNvPr id="0" name=""/>
        <dsp:cNvSpPr/>
      </dsp:nvSpPr>
      <dsp:spPr>
        <a:xfrm>
          <a:off x="0" y="366070"/>
          <a:ext cx="4825159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індустріалізація, колективізація, «культурна революція», депортація, репресії</a:t>
          </a:r>
          <a:endParaRPr lang="uk-UA" sz="1600" kern="1200"/>
        </a:p>
      </dsp:txBody>
      <dsp:txXfrm>
        <a:off x="31070" y="397140"/>
        <a:ext cx="4763019" cy="574340"/>
      </dsp:txXfrm>
    </dsp:sp>
    <dsp:sp modelId="{F25E3E49-09AB-467B-A267-49565B9205D1}">
      <dsp:nvSpPr>
        <dsp:cNvPr id="0" name=""/>
        <dsp:cNvSpPr/>
      </dsp:nvSpPr>
      <dsp:spPr>
        <a:xfrm>
          <a:off x="0" y="1048630"/>
          <a:ext cx="4825159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індустріалізація, кооперація, волюнтаризм, «культурна революція», депортація</a:t>
          </a:r>
          <a:endParaRPr lang="uk-UA" sz="1600" kern="1200"/>
        </a:p>
      </dsp:txBody>
      <dsp:txXfrm>
        <a:off x="31070" y="1079700"/>
        <a:ext cx="4763019" cy="574340"/>
      </dsp:txXfrm>
    </dsp:sp>
    <dsp:sp modelId="{9899DDC9-60B8-4B98-90A3-AD0D7589BC45}">
      <dsp:nvSpPr>
        <dsp:cNvPr id="0" name=""/>
        <dsp:cNvSpPr/>
      </dsp:nvSpPr>
      <dsp:spPr>
        <a:xfrm>
          <a:off x="0" y="1731190"/>
          <a:ext cx="4825159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раднаргоспи, колективізація, депортація, прискорення, політична реабілітація</a:t>
          </a:r>
          <a:endParaRPr lang="uk-UA" sz="1600" kern="1200"/>
        </a:p>
      </dsp:txBody>
      <dsp:txXfrm>
        <a:off x="31070" y="1762260"/>
        <a:ext cx="4763019" cy="574340"/>
      </dsp:txXfrm>
    </dsp:sp>
    <dsp:sp modelId="{D705ADD3-B643-4FF8-92A5-73AABDE49239}">
      <dsp:nvSpPr>
        <dsp:cNvPr id="0" name=""/>
        <dsp:cNvSpPr/>
      </dsp:nvSpPr>
      <dsp:spPr>
        <a:xfrm>
          <a:off x="0" y="2413750"/>
          <a:ext cx="4825159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операція «Вісла», розкуркулювання, мобілізація, голодомор, «саморозпуск» УГКЦ</a:t>
          </a:r>
          <a:endParaRPr lang="uk-UA" sz="1600" kern="1200"/>
        </a:p>
      </dsp:txBody>
      <dsp:txXfrm>
        <a:off x="31070" y="2444820"/>
        <a:ext cx="4763019" cy="574340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027CAF-2554-4BA9-BE00-54D2471D18DF}">
      <dsp:nvSpPr>
        <dsp:cNvPr id="0" name=""/>
        <dsp:cNvSpPr/>
      </dsp:nvSpPr>
      <dsp:spPr>
        <a:xfrm>
          <a:off x="0" y="30550"/>
          <a:ext cx="4825159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колективізації сільського господарства.</a:t>
          </a:r>
          <a:endParaRPr lang="uk-UA" sz="2000" kern="1200"/>
        </a:p>
      </dsp:txBody>
      <dsp:txXfrm>
        <a:off x="38838" y="69388"/>
        <a:ext cx="4747483" cy="717924"/>
      </dsp:txXfrm>
    </dsp:sp>
    <dsp:sp modelId="{9B715F53-9383-40F2-8D9E-5B70D26C7CA9}">
      <dsp:nvSpPr>
        <dsp:cNvPr id="0" name=""/>
        <dsp:cNvSpPr/>
      </dsp:nvSpPr>
      <dsp:spPr>
        <a:xfrm>
          <a:off x="0" y="883750"/>
          <a:ext cx="4825159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 err="1"/>
            <a:t>відбудови</a:t>
          </a:r>
          <a:r>
            <a:rPr lang="ru-RU" sz="2000" b="0" i="0" kern="1200" dirty="0"/>
            <a:t> народного </a:t>
          </a:r>
          <a:r>
            <a:rPr lang="ru-RU" sz="2000" b="0" i="0" kern="1200" dirty="0" err="1"/>
            <a:t>господарства</a:t>
          </a:r>
          <a:r>
            <a:rPr lang="ru-RU" sz="2000" b="0" i="0" kern="1200" dirty="0"/>
            <a:t>.</a:t>
          </a:r>
          <a:endParaRPr lang="uk-UA" sz="2000" kern="1200" dirty="0"/>
        </a:p>
      </dsp:txBody>
      <dsp:txXfrm>
        <a:off x="38838" y="922588"/>
        <a:ext cx="4747483" cy="717924"/>
      </dsp:txXfrm>
    </dsp:sp>
    <dsp:sp modelId="{E944C296-0C45-4EA8-A26E-8F8AE93C1B4A}">
      <dsp:nvSpPr>
        <dsp:cNvPr id="0" name=""/>
        <dsp:cNvSpPr/>
      </dsp:nvSpPr>
      <dsp:spPr>
        <a:xfrm>
          <a:off x="0" y="1736950"/>
          <a:ext cx="4825159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індустріалізації промисловості.</a:t>
          </a:r>
          <a:endParaRPr lang="uk-UA" sz="2000" kern="1200"/>
        </a:p>
      </dsp:txBody>
      <dsp:txXfrm>
        <a:off x="38838" y="1775788"/>
        <a:ext cx="4747483" cy="717924"/>
      </dsp:txXfrm>
    </dsp:sp>
    <dsp:sp modelId="{16A58B77-6CBE-4044-A906-AD4FF0A4CB13}">
      <dsp:nvSpPr>
        <dsp:cNvPr id="0" name=""/>
        <dsp:cNvSpPr/>
      </dsp:nvSpPr>
      <dsp:spPr>
        <a:xfrm>
          <a:off x="0" y="2590150"/>
          <a:ext cx="4825159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культурної революції.</a:t>
          </a:r>
          <a:endParaRPr lang="uk-UA" sz="2000" kern="1200"/>
        </a:p>
      </dsp:txBody>
      <dsp:txXfrm>
        <a:off x="38838" y="2628988"/>
        <a:ext cx="4747483" cy="717924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063789-F398-4B1E-BAA7-FD2068AF45BE}">
      <dsp:nvSpPr>
        <dsp:cNvPr id="0" name=""/>
        <dsp:cNvSpPr/>
      </dsp:nvSpPr>
      <dsp:spPr>
        <a:xfrm>
          <a:off x="0" y="75190"/>
          <a:ext cx="4825159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1" kern="1200"/>
            <a:t>«Вона недостатньо показувала прогресивну роль у житті українського народу російського царя та бояр...»</a:t>
          </a:r>
          <a:endParaRPr lang="uk-UA" sz="1400" kern="1200"/>
        </a:p>
      </dsp:txBody>
      <dsp:txXfrm>
        <a:off x="38381" y="113571"/>
        <a:ext cx="4748397" cy="709478"/>
      </dsp:txXfrm>
    </dsp:sp>
    <dsp:sp modelId="{65627C9B-31D9-460A-918A-0AA4DE16D9AF}">
      <dsp:nvSpPr>
        <dsp:cNvPr id="0" name=""/>
        <dsp:cNvSpPr/>
      </dsp:nvSpPr>
      <dsp:spPr>
        <a:xfrm>
          <a:off x="0" y="901750"/>
          <a:ext cx="4825159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1" kern="1200"/>
            <a:t>«У ній перебільшена роль Московського царства у визвольній боротьбі українського народу...»</a:t>
          </a:r>
          <a:endParaRPr lang="uk-UA" sz="1400" kern="1200"/>
        </a:p>
      </dsp:txBody>
      <dsp:txXfrm>
        <a:off x="38381" y="940131"/>
        <a:ext cx="4748397" cy="709478"/>
      </dsp:txXfrm>
    </dsp:sp>
    <dsp:sp modelId="{BA8D0D31-8A23-432B-AD08-C7B8937258F0}">
      <dsp:nvSpPr>
        <dsp:cNvPr id="0" name=""/>
        <dsp:cNvSpPr/>
      </dsp:nvSpPr>
      <dsp:spPr>
        <a:xfrm>
          <a:off x="0" y="1728310"/>
          <a:ext cx="4825159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1" kern="1200"/>
            <a:t>«При написанні лібрето опери автором були знехтувані історичні факти...»</a:t>
          </a:r>
          <a:endParaRPr lang="uk-UA" sz="1400" kern="1200"/>
        </a:p>
      </dsp:txBody>
      <dsp:txXfrm>
        <a:off x="38381" y="1766691"/>
        <a:ext cx="4748397" cy="709478"/>
      </dsp:txXfrm>
    </dsp:sp>
    <dsp:sp modelId="{484726BB-676A-42A0-B0B2-A0A15D640B92}">
      <dsp:nvSpPr>
        <dsp:cNvPr id="0" name=""/>
        <dsp:cNvSpPr/>
      </dsp:nvSpPr>
      <dsp:spPr>
        <a:xfrm>
          <a:off x="0" y="2554869"/>
          <a:ext cx="4825159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1" kern="1200"/>
            <a:t>«У ній перебільшена роль керівника Національно-визвольної війни українського народу середини ХVІІ ст. ...»</a:t>
          </a:r>
          <a:endParaRPr lang="uk-UA" sz="1400" kern="1200"/>
        </a:p>
      </dsp:txBody>
      <dsp:txXfrm>
        <a:off x="38381" y="2593250"/>
        <a:ext cx="4748397" cy="709478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4F2D6D-DE22-42A5-98A9-B4178F3DA1CD}">
      <dsp:nvSpPr>
        <dsp:cNvPr id="0" name=""/>
        <dsp:cNvSpPr/>
      </dsp:nvSpPr>
      <dsp:spPr>
        <a:xfrm rot="10800000">
          <a:off x="982643" y="307"/>
          <a:ext cx="3208730" cy="69771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67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акції «пацифікації».</a:t>
          </a:r>
          <a:endParaRPr lang="uk-UA" sz="1900" kern="1200"/>
        </a:p>
      </dsp:txBody>
      <dsp:txXfrm rot="10800000">
        <a:off x="1157072" y="307"/>
        <a:ext cx="3034301" cy="697716"/>
      </dsp:txXfrm>
    </dsp:sp>
    <dsp:sp modelId="{F1835F15-C7B4-42ED-8C8C-4F69DCB1228B}">
      <dsp:nvSpPr>
        <dsp:cNvPr id="0" name=""/>
        <dsp:cNvSpPr/>
      </dsp:nvSpPr>
      <dsp:spPr>
        <a:xfrm>
          <a:off x="633785" y="307"/>
          <a:ext cx="697716" cy="69771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9DEF70-10A0-4E83-9FE1-5F57E2709BB2}">
      <dsp:nvSpPr>
        <dsp:cNvPr id="0" name=""/>
        <dsp:cNvSpPr/>
      </dsp:nvSpPr>
      <dsp:spPr>
        <a:xfrm rot="10800000">
          <a:off x="982643" y="906297"/>
          <a:ext cx="3208730" cy="69771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67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політики «радянізації».</a:t>
          </a:r>
          <a:endParaRPr lang="uk-UA" sz="1900" kern="1200"/>
        </a:p>
      </dsp:txBody>
      <dsp:txXfrm rot="10800000">
        <a:off x="1157072" y="906297"/>
        <a:ext cx="3034301" cy="697716"/>
      </dsp:txXfrm>
    </dsp:sp>
    <dsp:sp modelId="{755F144F-AEC2-4EBA-A84D-FD69BA444F6A}">
      <dsp:nvSpPr>
        <dsp:cNvPr id="0" name=""/>
        <dsp:cNvSpPr/>
      </dsp:nvSpPr>
      <dsp:spPr>
        <a:xfrm>
          <a:off x="633785" y="906297"/>
          <a:ext cx="697716" cy="69771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719415-6F3B-40C7-B8BB-DD70032B5B82}">
      <dsp:nvSpPr>
        <dsp:cNvPr id="0" name=""/>
        <dsp:cNvSpPr/>
      </dsp:nvSpPr>
      <dsp:spPr>
        <a:xfrm rot="10800000">
          <a:off x="982643" y="1812286"/>
          <a:ext cx="3208730" cy="69771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67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операції «Вісла».</a:t>
          </a:r>
          <a:endParaRPr lang="uk-UA" sz="1900" kern="1200" dirty="0"/>
        </a:p>
      </dsp:txBody>
      <dsp:txXfrm rot="10800000">
        <a:off x="1157072" y="1812286"/>
        <a:ext cx="3034301" cy="697716"/>
      </dsp:txXfrm>
    </dsp:sp>
    <dsp:sp modelId="{26A55424-72CE-4D88-BA3B-EC4100F699F9}">
      <dsp:nvSpPr>
        <dsp:cNvPr id="0" name=""/>
        <dsp:cNvSpPr/>
      </dsp:nvSpPr>
      <dsp:spPr>
        <a:xfrm>
          <a:off x="633785" y="1812286"/>
          <a:ext cx="697716" cy="69771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30C54C-92B1-4A55-8F2D-6A6DE6E417B0}">
      <dsp:nvSpPr>
        <dsp:cNvPr id="0" name=""/>
        <dsp:cNvSpPr/>
      </dsp:nvSpPr>
      <dsp:spPr>
        <a:xfrm rot="10800000">
          <a:off x="982643" y="2718276"/>
          <a:ext cx="3208730" cy="69771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67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плану «Ост».</a:t>
          </a:r>
          <a:endParaRPr lang="uk-UA" sz="1900" kern="1200"/>
        </a:p>
      </dsp:txBody>
      <dsp:txXfrm rot="10800000">
        <a:off x="1157072" y="2718276"/>
        <a:ext cx="3034301" cy="697716"/>
      </dsp:txXfrm>
    </dsp:sp>
    <dsp:sp modelId="{2A8041AE-9BEF-4DAD-85B3-78270969C035}">
      <dsp:nvSpPr>
        <dsp:cNvPr id="0" name=""/>
        <dsp:cNvSpPr/>
      </dsp:nvSpPr>
      <dsp:spPr>
        <a:xfrm>
          <a:off x="633785" y="2718276"/>
          <a:ext cx="697716" cy="69771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ABF6F9-8CF5-4018-9661-E3D1B720ECEE}">
      <dsp:nvSpPr>
        <dsp:cNvPr id="0" name=""/>
        <dsp:cNvSpPr/>
      </dsp:nvSpPr>
      <dsp:spPr>
        <a:xfrm>
          <a:off x="0" y="30550"/>
          <a:ext cx="4825159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активна діяльність підпілля ОУН і загонів УПА на Закерзонні</a:t>
          </a:r>
          <a:endParaRPr lang="uk-UA" sz="2000" kern="1200"/>
        </a:p>
      </dsp:txBody>
      <dsp:txXfrm>
        <a:off x="38838" y="69388"/>
        <a:ext cx="4747483" cy="717924"/>
      </dsp:txXfrm>
    </dsp:sp>
    <dsp:sp modelId="{1627AB8F-DDF1-4E97-A560-FA92215A7C28}">
      <dsp:nvSpPr>
        <dsp:cNvPr id="0" name=""/>
        <dsp:cNvSpPr/>
      </dsp:nvSpPr>
      <dsp:spPr>
        <a:xfrm>
          <a:off x="0" y="883750"/>
          <a:ext cx="4825159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прагнення радянського керівництва приєднати Закарпаття до УРСР</a:t>
          </a:r>
          <a:endParaRPr lang="uk-UA" sz="2000" kern="1200"/>
        </a:p>
      </dsp:txBody>
      <dsp:txXfrm>
        <a:off x="38838" y="922588"/>
        <a:ext cx="4747483" cy="717924"/>
      </dsp:txXfrm>
    </dsp:sp>
    <dsp:sp modelId="{8A6660B2-0644-40B6-92A6-35DA8EA6BF5F}">
      <dsp:nvSpPr>
        <dsp:cNvPr id="0" name=""/>
        <dsp:cNvSpPr/>
      </dsp:nvSpPr>
      <dsp:spPr>
        <a:xfrm>
          <a:off x="0" y="1736950"/>
          <a:ext cx="4825159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переселення у західні області УРСР спеціалістів з Наддніпрянщини</a:t>
          </a:r>
          <a:endParaRPr lang="uk-UA" sz="2000" kern="1200"/>
        </a:p>
      </dsp:txBody>
      <dsp:txXfrm>
        <a:off x="38838" y="1775788"/>
        <a:ext cx="4747483" cy="717924"/>
      </dsp:txXfrm>
    </dsp:sp>
    <dsp:sp modelId="{394E8B7B-D1BB-4583-9506-43A6468E37A9}">
      <dsp:nvSpPr>
        <dsp:cNvPr id="0" name=""/>
        <dsp:cNvSpPr/>
      </dsp:nvSpPr>
      <dsp:spPr>
        <a:xfrm>
          <a:off x="0" y="2590150"/>
          <a:ext cx="4825159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намагання забезпечити відбудову Донбасу робочою силою</a:t>
          </a:r>
          <a:endParaRPr lang="uk-UA" sz="2000" kern="1200"/>
        </a:p>
      </dsp:txBody>
      <dsp:txXfrm>
        <a:off x="38838" y="2628988"/>
        <a:ext cx="4747483" cy="717924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3C2B4F-1CD3-4906-A493-4F6F9AA2C899}">
      <dsp:nvSpPr>
        <dsp:cNvPr id="0" name=""/>
        <dsp:cNvSpPr/>
      </dsp:nvSpPr>
      <dsp:spPr>
        <a:xfrm>
          <a:off x="840841" y="0"/>
          <a:ext cx="3764049" cy="3764049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0C99A8-A89F-411E-9D3C-72EF58F83DD9}">
      <dsp:nvSpPr>
        <dsp:cNvPr id="0" name=""/>
        <dsp:cNvSpPr/>
      </dsp:nvSpPr>
      <dsp:spPr>
        <a:xfrm>
          <a:off x="1198426" y="357584"/>
          <a:ext cx="1467979" cy="14679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«Захід».</a:t>
          </a:r>
          <a:endParaRPr lang="uk-UA" sz="1800" kern="1200"/>
        </a:p>
      </dsp:txBody>
      <dsp:txXfrm>
        <a:off x="1270087" y="429245"/>
        <a:ext cx="1324657" cy="1324657"/>
      </dsp:txXfrm>
    </dsp:sp>
    <dsp:sp modelId="{045364C6-D90E-4C74-A2DB-1C0AC66F0D34}">
      <dsp:nvSpPr>
        <dsp:cNvPr id="0" name=""/>
        <dsp:cNvSpPr/>
      </dsp:nvSpPr>
      <dsp:spPr>
        <a:xfrm>
          <a:off x="2779326" y="357584"/>
          <a:ext cx="1467979" cy="14679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«Вісла».</a:t>
          </a:r>
          <a:endParaRPr lang="uk-UA" sz="1800" kern="1200"/>
        </a:p>
      </dsp:txBody>
      <dsp:txXfrm>
        <a:off x="2850987" y="429245"/>
        <a:ext cx="1324657" cy="1324657"/>
      </dsp:txXfrm>
    </dsp:sp>
    <dsp:sp modelId="{F8F5E31A-8448-43AA-88DD-58E762D41E8D}">
      <dsp:nvSpPr>
        <dsp:cNvPr id="0" name=""/>
        <dsp:cNvSpPr/>
      </dsp:nvSpPr>
      <dsp:spPr>
        <a:xfrm>
          <a:off x="1198426" y="1938485"/>
          <a:ext cx="1467979" cy="14679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«Хвиля».</a:t>
          </a:r>
          <a:endParaRPr lang="uk-UA" sz="1800" kern="1200"/>
        </a:p>
      </dsp:txBody>
      <dsp:txXfrm>
        <a:off x="1270087" y="2010146"/>
        <a:ext cx="1324657" cy="1324657"/>
      </dsp:txXfrm>
    </dsp:sp>
    <dsp:sp modelId="{43E70A52-12C5-4CC0-92F3-8F9BAB141712}">
      <dsp:nvSpPr>
        <dsp:cNvPr id="0" name=""/>
        <dsp:cNvSpPr/>
      </dsp:nvSpPr>
      <dsp:spPr>
        <a:xfrm>
          <a:off x="2779326" y="1938485"/>
          <a:ext cx="1467979" cy="14679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«Кордон».</a:t>
          </a:r>
          <a:endParaRPr lang="uk-UA" sz="1800" kern="1200"/>
        </a:p>
      </dsp:txBody>
      <dsp:txXfrm>
        <a:off x="2850987" y="2010146"/>
        <a:ext cx="1324657" cy="1324657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F5D583-E563-4F7C-B3EA-42A252602FF5}">
      <dsp:nvSpPr>
        <dsp:cNvPr id="0" name=""/>
        <dsp:cNvSpPr/>
      </dsp:nvSpPr>
      <dsp:spPr>
        <a:xfrm>
          <a:off x="0" y="32743"/>
          <a:ext cx="4825159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урядом Української РСР.</a:t>
          </a:r>
          <a:endParaRPr lang="uk-UA" sz="2000" kern="1200"/>
        </a:p>
      </dsp:txBody>
      <dsp:txXfrm>
        <a:off x="38784" y="71527"/>
        <a:ext cx="4747591" cy="716935"/>
      </dsp:txXfrm>
    </dsp:sp>
    <dsp:sp modelId="{5A013C85-9D66-4E8A-B73E-E2E50BEE1233}">
      <dsp:nvSpPr>
        <dsp:cNvPr id="0" name=""/>
        <dsp:cNvSpPr/>
      </dsp:nvSpPr>
      <dsp:spPr>
        <a:xfrm>
          <a:off x="0" y="884846"/>
          <a:ext cx="4825159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адміністрацією рейхскомісаріату «Україна».</a:t>
          </a:r>
          <a:endParaRPr lang="uk-UA" sz="2000" kern="1200"/>
        </a:p>
      </dsp:txBody>
      <dsp:txXfrm>
        <a:off x="38784" y="923630"/>
        <a:ext cx="4747591" cy="716935"/>
      </dsp:txXfrm>
    </dsp:sp>
    <dsp:sp modelId="{BC56AB95-2FCA-4061-85DC-F89E001152F0}">
      <dsp:nvSpPr>
        <dsp:cNvPr id="0" name=""/>
        <dsp:cNvSpPr/>
      </dsp:nvSpPr>
      <dsp:spPr>
        <a:xfrm>
          <a:off x="0" y="1736950"/>
          <a:ext cx="4825159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Українською головною визвольною радою.</a:t>
          </a:r>
          <a:endParaRPr lang="uk-UA" sz="2000" kern="1200"/>
        </a:p>
      </dsp:txBody>
      <dsp:txXfrm>
        <a:off x="38784" y="1775734"/>
        <a:ext cx="4747591" cy="716935"/>
      </dsp:txXfrm>
    </dsp:sp>
    <dsp:sp modelId="{58D79A78-AB75-42A8-82C2-227DB985A6CC}">
      <dsp:nvSpPr>
        <dsp:cNvPr id="0" name=""/>
        <dsp:cNvSpPr/>
      </dsp:nvSpPr>
      <dsp:spPr>
        <a:xfrm>
          <a:off x="0" y="2589053"/>
          <a:ext cx="4825159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урядом Польської Народної Республіки.</a:t>
          </a:r>
          <a:endParaRPr lang="uk-UA" sz="2000" kern="1200" dirty="0"/>
        </a:p>
      </dsp:txBody>
      <dsp:txXfrm>
        <a:off x="38784" y="2627837"/>
        <a:ext cx="4747591" cy="716935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F08CCD-3B03-4285-84CF-A3ECE4BF9F6A}">
      <dsp:nvSpPr>
        <dsp:cNvPr id="0" name=""/>
        <dsp:cNvSpPr/>
      </dsp:nvSpPr>
      <dsp:spPr>
        <a:xfrm>
          <a:off x="704429" y="0"/>
          <a:ext cx="3416300" cy="341630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BAC8FD-6F38-4055-8ECB-3F9F5F2FAE66}">
      <dsp:nvSpPr>
        <dsp:cNvPr id="0" name=""/>
        <dsp:cNvSpPr/>
      </dsp:nvSpPr>
      <dsp:spPr>
        <a:xfrm>
          <a:off x="1028978" y="324548"/>
          <a:ext cx="1332357" cy="133235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1939 р.</a:t>
          </a:r>
          <a:endParaRPr lang="uk-UA" sz="3300" kern="1200"/>
        </a:p>
      </dsp:txBody>
      <dsp:txXfrm>
        <a:off x="1094018" y="389588"/>
        <a:ext cx="1202277" cy="1202277"/>
      </dsp:txXfrm>
    </dsp:sp>
    <dsp:sp modelId="{318EED3B-F39A-47FE-AA6B-4A0D688AE52D}">
      <dsp:nvSpPr>
        <dsp:cNvPr id="0" name=""/>
        <dsp:cNvSpPr/>
      </dsp:nvSpPr>
      <dsp:spPr>
        <a:xfrm>
          <a:off x="2463824" y="324548"/>
          <a:ext cx="1332357" cy="133235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1944 р.</a:t>
          </a:r>
          <a:endParaRPr lang="uk-UA" sz="3300" kern="1200"/>
        </a:p>
      </dsp:txBody>
      <dsp:txXfrm>
        <a:off x="2528864" y="389588"/>
        <a:ext cx="1202277" cy="1202277"/>
      </dsp:txXfrm>
    </dsp:sp>
    <dsp:sp modelId="{39CFFB33-1A91-4AEE-B6B6-C40401880865}">
      <dsp:nvSpPr>
        <dsp:cNvPr id="0" name=""/>
        <dsp:cNvSpPr/>
      </dsp:nvSpPr>
      <dsp:spPr>
        <a:xfrm>
          <a:off x="1028978" y="1759394"/>
          <a:ext cx="1332357" cy="133235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1946 р.</a:t>
          </a:r>
          <a:endParaRPr lang="uk-UA" sz="3300" kern="1200"/>
        </a:p>
      </dsp:txBody>
      <dsp:txXfrm>
        <a:off x="1094018" y="1824434"/>
        <a:ext cx="1202277" cy="1202277"/>
      </dsp:txXfrm>
    </dsp:sp>
    <dsp:sp modelId="{BB63B0A4-F8E4-4150-85A4-6662685F973A}">
      <dsp:nvSpPr>
        <dsp:cNvPr id="0" name=""/>
        <dsp:cNvSpPr/>
      </dsp:nvSpPr>
      <dsp:spPr>
        <a:xfrm>
          <a:off x="2463824" y="1759394"/>
          <a:ext cx="1332357" cy="133235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1949 р.</a:t>
          </a:r>
          <a:endParaRPr lang="uk-UA" sz="3300" kern="1200"/>
        </a:p>
      </dsp:txBody>
      <dsp:txXfrm>
        <a:off x="2528864" y="1824434"/>
        <a:ext cx="1202277" cy="1202277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B5799D-C227-4E76-AEBC-D12F420897F9}">
      <dsp:nvSpPr>
        <dsp:cNvPr id="0" name=""/>
        <dsp:cNvSpPr/>
      </dsp:nvSpPr>
      <dsp:spPr>
        <a:xfrm>
          <a:off x="0" y="114429"/>
          <a:ext cx="4825159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А. Мельника, голову Проводу українських націоналістів.</a:t>
          </a:r>
          <a:endParaRPr lang="uk-UA" sz="1900" kern="1200"/>
        </a:p>
      </dsp:txBody>
      <dsp:txXfrm>
        <a:off x="36896" y="151325"/>
        <a:ext cx="4751367" cy="682028"/>
      </dsp:txXfrm>
    </dsp:sp>
    <dsp:sp modelId="{1A6B8524-B3DB-4577-9523-8BA43404BA00}">
      <dsp:nvSpPr>
        <dsp:cNvPr id="0" name=""/>
        <dsp:cNvSpPr/>
      </dsp:nvSpPr>
      <dsp:spPr>
        <a:xfrm>
          <a:off x="0" y="924970"/>
          <a:ext cx="4825159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А. Волошина, президента Карпатської України.</a:t>
          </a:r>
          <a:endParaRPr lang="uk-UA" sz="1900" kern="1200"/>
        </a:p>
      </dsp:txBody>
      <dsp:txXfrm>
        <a:off x="36896" y="961866"/>
        <a:ext cx="4751367" cy="682028"/>
      </dsp:txXfrm>
    </dsp:sp>
    <dsp:sp modelId="{2D39E1C1-611C-45B8-83A5-7C8E865E1262}">
      <dsp:nvSpPr>
        <dsp:cNvPr id="0" name=""/>
        <dsp:cNvSpPr/>
      </dsp:nvSpPr>
      <dsp:spPr>
        <a:xfrm>
          <a:off x="0" y="1735510"/>
          <a:ext cx="4825159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В. Липинського, засновника українського монархічного руху.</a:t>
          </a:r>
          <a:endParaRPr lang="uk-UA" sz="1900" kern="1200"/>
        </a:p>
      </dsp:txBody>
      <dsp:txXfrm>
        <a:off x="36896" y="1772406"/>
        <a:ext cx="4751367" cy="682028"/>
      </dsp:txXfrm>
    </dsp:sp>
    <dsp:sp modelId="{91A56468-E843-405D-B03F-D4000908BC24}">
      <dsp:nvSpPr>
        <dsp:cNvPr id="0" name=""/>
        <dsp:cNvSpPr/>
      </dsp:nvSpPr>
      <dsp:spPr>
        <a:xfrm>
          <a:off x="0" y="2546050"/>
          <a:ext cx="4825159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Й. Сліпого, митрополита Української греко-католицької церкви.</a:t>
          </a:r>
          <a:endParaRPr lang="uk-UA" sz="1900" kern="1200"/>
        </a:p>
      </dsp:txBody>
      <dsp:txXfrm>
        <a:off x="36896" y="2582946"/>
        <a:ext cx="4751367" cy="682028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782952-2F88-4E87-9D87-872C02642B47}">
      <dsp:nvSpPr>
        <dsp:cNvPr id="0" name=""/>
        <dsp:cNvSpPr/>
      </dsp:nvSpPr>
      <dsp:spPr>
        <a:xfrm>
          <a:off x="0" y="198310"/>
          <a:ext cx="4825159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митрополитів Української греко-католицької церкви.</a:t>
          </a:r>
          <a:endParaRPr lang="uk-UA" sz="1800" kern="1200"/>
        </a:p>
      </dsp:txBody>
      <dsp:txXfrm>
        <a:off x="34954" y="233264"/>
        <a:ext cx="4755251" cy="646132"/>
      </dsp:txXfrm>
    </dsp:sp>
    <dsp:sp modelId="{8E8E8B31-D726-4C56-918F-E01E20E7670D}">
      <dsp:nvSpPr>
        <dsp:cNvPr id="0" name=""/>
        <dsp:cNvSpPr/>
      </dsp:nvSpPr>
      <dsp:spPr>
        <a:xfrm>
          <a:off x="0" y="966190"/>
          <a:ext cx="4825159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ініціаторів створення Української автокефальної православної церкви.</a:t>
          </a:r>
          <a:endParaRPr lang="uk-UA" sz="1800" kern="1200"/>
        </a:p>
      </dsp:txBody>
      <dsp:txXfrm>
        <a:off x="34954" y="1001144"/>
        <a:ext cx="4755251" cy="646132"/>
      </dsp:txXfrm>
    </dsp:sp>
    <dsp:sp modelId="{27CF1F37-374E-4835-BD1C-2FBE51B8DDFB}">
      <dsp:nvSpPr>
        <dsp:cNvPr id="0" name=""/>
        <dsp:cNvSpPr/>
      </dsp:nvSpPr>
      <dsp:spPr>
        <a:xfrm>
          <a:off x="0" y="1734070"/>
          <a:ext cx="4825159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активних учасників неканонічного Львівського церковного собору 1946 р.</a:t>
          </a:r>
          <a:endParaRPr lang="uk-UA" sz="1800" kern="1200"/>
        </a:p>
      </dsp:txBody>
      <dsp:txXfrm>
        <a:off x="34954" y="1769024"/>
        <a:ext cx="4755251" cy="646132"/>
      </dsp:txXfrm>
    </dsp:sp>
    <dsp:sp modelId="{1AEA7D5C-CFFD-45F8-B8B2-2B17F8782DB6}">
      <dsp:nvSpPr>
        <dsp:cNvPr id="0" name=""/>
        <dsp:cNvSpPr/>
      </dsp:nvSpPr>
      <dsp:spPr>
        <a:xfrm>
          <a:off x="0" y="2501949"/>
          <a:ext cx="4825159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фундаторів Української православної церкви Київського патріархату.</a:t>
          </a:r>
          <a:endParaRPr lang="uk-UA" sz="1800" kern="1200"/>
        </a:p>
      </dsp:txBody>
      <dsp:txXfrm>
        <a:off x="34954" y="2536903"/>
        <a:ext cx="4755251" cy="646132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935F4A-665D-464A-94E4-3E0F9E91B292}">
      <dsp:nvSpPr>
        <dsp:cNvPr id="0" name=""/>
        <dsp:cNvSpPr/>
      </dsp:nvSpPr>
      <dsp:spPr>
        <a:xfrm>
          <a:off x="0" y="28128"/>
          <a:ext cx="4825157" cy="16526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акт вищого органу державної влади про повне або часткове звільнення від покарання осіб, щодо яких суд виніс вирок.</a:t>
          </a:r>
          <a:endParaRPr lang="uk-UA" sz="1900" kern="1200"/>
        </a:p>
      </dsp:txBody>
      <dsp:txXfrm>
        <a:off x="80676" y="108804"/>
        <a:ext cx="4663805" cy="1491309"/>
      </dsp:txXfrm>
    </dsp:sp>
    <dsp:sp modelId="{FDC26D77-59C0-462B-B0D2-77F5021BA4B7}">
      <dsp:nvSpPr>
        <dsp:cNvPr id="0" name=""/>
        <dsp:cNvSpPr/>
      </dsp:nvSpPr>
      <dsp:spPr>
        <a:xfrm>
          <a:off x="0" y="1735510"/>
          <a:ext cx="4825157" cy="16526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форма оскарження офіційно прийнятого судового рішення, що подається засудженими або їхніми захисниками до вищої посадової особи.</a:t>
          </a:r>
          <a:endParaRPr lang="uk-UA" sz="1900" kern="1200"/>
        </a:p>
      </dsp:txBody>
      <dsp:txXfrm>
        <a:off x="80676" y="1816186"/>
        <a:ext cx="4663805" cy="1491309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9A20C3-7211-4DF5-889F-33D9D1F5D929}">
      <dsp:nvSpPr>
        <dsp:cNvPr id="0" name=""/>
        <dsp:cNvSpPr/>
      </dsp:nvSpPr>
      <dsp:spPr>
        <a:xfrm>
          <a:off x="0" y="35770"/>
          <a:ext cx="4825159" cy="16450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запобіжний захід державного впливу, застосований до осіб, що вчинили злочини, за які законом передбачено покарання у вигляді позбавлення волі.</a:t>
          </a:r>
          <a:endParaRPr lang="uk-UA" sz="1900" kern="1200"/>
        </a:p>
      </dsp:txBody>
      <dsp:txXfrm>
        <a:off x="80303" y="116073"/>
        <a:ext cx="4664553" cy="1484414"/>
      </dsp:txXfrm>
    </dsp:sp>
    <dsp:sp modelId="{9B7F3673-EE43-47E5-A1EC-554996A3438C}">
      <dsp:nvSpPr>
        <dsp:cNvPr id="0" name=""/>
        <dsp:cNvSpPr/>
      </dsp:nvSpPr>
      <dsp:spPr>
        <a:xfrm>
          <a:off x="0" y="1735510"/>
          <a:ext cx="4825159" cy="16450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комплекс заходів державних органів, спрямованих на виправдання й відновлення в правах неправильно звинувачених, зганьблених чи засуджених осіб.</a:t>
          </a:r>
          <a:endParaRPr lang="uk-UA" sz="1900" kern="1200"/>
        </a:p>
      </dsp:txBody>
      <dsp:txXfrm>
        <a:off x="80303" y="1815813"/>
        <a:ext cx="4664553" cy="1484414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5C24EE-E8DE-4AEE-B6E6-C31CD00C1285}">
      <dsp:nvSpPr>
        <dsp:cNvPr id="0" name=""/>
        <dsp:cNvSpPr/>
      </dsp:nvSpPr>
      <dsp:spPr>
        <a:xfrm rot="10800000">
          <a:off x="982642" y="308"/>
          <a:ext cx="3208730" cy="6977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673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«Живописці соціалістичного реалізму»</a:t>
          </a:r>
          <a:endParaRPr lang="uk-UA" sz="1500" kern="1200"/>
        </a:p>
      </dsp:txBody>
      <dsp:txXfrm rot="10800000">
        <a:off x="1157071" y="308"/>
        <a:ext cx="3034301" cy="697715"/>
      </dsp:txXfrm>
    </dsp:sp>
    <dsp:sp modelId="{458CED6A-86B3-4007-A232-79BDEB51AA22}">
      <dsp:nvSpPr>
        <dsp:cNvPr id="0" name=""/>
        <dsp:cNvSpPr/>
      </dsp:nvSpPr>
      <dsp:spPr>
        <a:xfrm>
          <a:off x="633784" y="308"/>
          <a:ext cx="697715" cy="6977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AA3F36-ABBC-47E9-9523-2A00FE9B5FB8}">
      <dsp:nvSpPr>
        <dsp:cNvPr id="0" name=""/>
        <dsp:cNvSpPr/>
      </dsp:nvSpPr>
      <dsp:spPr>
        <a:xfrm rot="10800000">
          <a:off x="982642" y="906297"/>
          <a:ext cx="3208730" cy="6977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673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«Українське наївне мистецтво»</a:t>
          </a:r>
          <a:endParaRPr lang="uk-UA" sz="1500" kern="1200"/>
        </a:p>
      </dsp:txBody>
      <dsp:txXfrm rot="10800000">
        <a:off x="1157071" y="906297"/>
        <a:ext cx="3034301" cy="697715"/>
      </dsp:txXfrm>
    </dsp:sp>
    <dsp:sp modelId="{76EFA61D-B873-4F65-9616-D4E7F29284E0}">
      <dsp:nvSpPr>
        <dsp:cNvPr id="0" name=""/>
        <dsp:cNvSpPr/>
      </dsp:nvSpPr>
      <dsp:spPr>
        <a:xfrm>
          <a:off x="633784" y="906297"/>
          <a:ext cx="697715" cy="6977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BB3B2F-BBB0-4501-9C8F-BA2A72764BF6}">
      <dsp:nvSpPr>
        <dsp:cNvPr id="0" name=""/>
        <dsp:cNvSpPr/>
      </dsp:nvSpPr>
      <dsp:spPr>
        <a:xfrm rot="10800000">
          <a:off x="982642" y="1812287"/>
          <a:ext cx="3208730" cy="6977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673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«Поети-шістдесятники України»</a:t>
          </a:r>
          <a:endParaRPr lang="uk-UA" sz="1500" kern="1200"/>
        </a:p>
      </dsp:txBody>
      <dsp:txXfrm rot="10800000">
        <a:off x="1157071" y="1812287"/>
        <a:ext cx="3034301" cy="697715"/>
      </dsp:txXfrm>
    </dsp:sp>
    <dsp:sp modelId="{AAA57757-F319-42CA-849C-D6377C56336A}">
      <dsp:nvSpPr>
        <dsp:cNvPr id="0" name=""/>
        <dsp:cNvSpPr/>
      </dsp:nvSpPr>
      <dsp:spPr>
        <a:xfrm>
          <a:off x="633784" y="1812287"/>
          <a:ext cx="697715" cy="6977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AFC577-B265-41E1-BA55-48DF8D38724C}">
      <dsp:nvSpPr>
        <dsp:cNvPr id="0" name=""/>
        <dsp:cNvSpPr/>
      </dsp:nvSpPr>
      <dsp:spPr>
        <a:xfrm rot="10800000">
          <a:off x="982642" y="2718276"/>
          <a:ext cx="3208730" cy="6977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673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«Українське поетичне кіно»</a:t>
          </a:r>
          <a:endParaRPr lang="uk-UA" sz="1500" kern="1200"/>
        </a:p>
      </dsp:txBody>
      <dsp:txXfrm rot="10800000">
        <a:off x="1157071" y="2718276"/>
        <a:ext cx="3034301" cy="697715"/>
      </dsp:txXfrm>
    </dsp:sp>
    <dsp:sp modelId="{061971C0-7C4B-4219-8585-B756CF387F51}">
      <dsp:nvSpPr>
        <dsp:cNvPr id="0" name=""/>
        <dsp:cNvSpPr/>
      </dsp:nvSpPr>
      <dsp:spPr>
        <a:xfrm>
          <a:off x="633784" y="2718276"/>
          <a:ext cx="697715" cy="6977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DD8228-D03E-4E17-9479-8034E17F00B4}">
      <dsp:nvSpPr>
        <dsp:cNvPr id="0" name=""/>
        <dsp:cNvSpPr/>
      </dsp:nvSpPr>
      <dsp:spPr>
        <a:xfrm rot="10800000">
          <a:off x="945942" y="1968"/>
          <a:ext cx="3208730" cy="55091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293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Т. Яблонська</a:t>
          </a:r>
          <a:endParaRPr lang="uk-UA" sz="2300" kern="1200"/>
        </a:p>
      </dsp:txBody>
      <dsp:txXfrm rot="10800000">
        <a:off x="1083670" y="1968"/>
        <a:ext cx="3071002" cy="550911"/>
      </dsp:txXfrm>
    </dsp:sp>
    <dsp:sp modelId="{84896578-7F3D-4229-9573-B93E7443B26C}">
      <dsp:nvSpPr>
        <dsp:cNvPr id="0" name=""/>
        <dsp:cNvSpPr/>
      </dsp:nvSpPr>
      <dsp:spPr>
        <a:xfrm>
          <a:off x="670486" y="1968"/>
          <a:ext cx="550911" cy="55091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16ADA1-4451-47F9-9AAC-8636826FA033}">
      <dsp:nvSpPr>
        <dsp:cNvPr id="0" name=""/>
        <dsp:cNvSpPr/>
      </dsp:nvSpPr>
      <dsp:spPr>
        <a:xfrm rot="10800000">
          <a:off x="945942" y="717331"/>
          <a:ext cx="3208730" cy="55091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293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К. Білокур</a:t>
          </a:r>
          <a:endParaRPr lang="uk-UA" sz="2300" kern="1200"/>
        </a:p>
      </dsp:txBody>
      <dsp:txXfrm rot="10800000">
        <a:off x="1083670" y="717331"/>
        <a:ext cx="3071002" cy="550911"/>
      </dsp:txXfrm>
    </dsp:sp>
    <dsp:sp modelId="{9D0193B2-B412-47F4-BA57-CFB81EB02D37}">
      <dsp:nvSpPr>
        <dsp:cNvPr id="0" name=""/>
        <dsp:cNvSpPr/>
      </dsp:nvSpPr>
      <dsp:spPr>
        <a:xfrm>
          <a:off x="670486" y="717331"/>
          <a:ext cx="550911" cy="55091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6BFDB0-B677-4721-BE38-8240D3AE4D6F}">
      <dsp:nvSpPr>
        <dsp:cNvPr id="0" name=""/>
        <dsp:cNvSpPr/>
      </dsp:nvSpPr>
      <dsp:spPr>
        <a:xfrm rot="10800000">
          <a:off x="945942" y="1432694"/>
          <a:ext cx="3208730" cy="55091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293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М. Примаченко</a:t>
          </a:r>
          <a:endParaRPr lang="uk-UA" sz="2300" kern="1200"/>
        </a:p>
      </dsp:txBody>
      <dsp:txXfrm rot="10800000">
        <a:off x="1083670" y="1432694"/>
        <a:ext cx="3071002" cy="550911"/>
      </dsp:txXfrm>
    </dsp:sp>
    <dsp:sp modelId="{6B114ABA-6FEF-4050-A656-A9F74E24A6DF}">
      <dsp:nvSpPr>
        <dsp:cNvPr id="0" name=""/>
        <dsp:cNvSpPr/>
      </dsp:nvSpPr>
      <dsp:spPr>
        <a:xfrm>
          <a:off x="670486" y="1432694"/>
          <a:ext cx="550911" cy="55091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D5E948-97EF-4E81-8364-C2D9E66232D0}">
      <dsp:nvSpPr>
        <dsp:cNvPr id="0" name=""/>
        <dsp:cNvSpPr/>
      </dsp:nvSpPr>
      <dsp:spPr>
        <a:xfrm rot="10800000">
          <a:off x="945942" y="2148057"/>
          <a:ext cx="3208730" cy="55091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293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В. Касіян</a:t>
          </a:r>
          <a:endParaRPr lang="uk-UA" sz="2300" kern="1200"/>
        </a:p>
      </dsp:txBody>
      <dsp:txXfrm rot="10800000">
        <a:off x="1083670" y="2148057"/>
        <a:ext cx="3071002" cy="550911"/>
      </dsp:txXfrm>
    </dsp:sp>
    <dsp:sp modelId="{0C06BECC-71FA-42FA-B1BF-53DDCC82492E}">
      <dsp:nvSpPr>
        <dsp:cNvPr id="0" name=""/>
        <dsp:cNvSpPr/>
      </dsp:nvSpPr>
      <dsp:spPr>
        <a:xfrm>
          <a:off x="670486" y="2148057"/>
          <a:ext cx="550911" cy="55091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CA4E96-BBD0-46FC-BA96-27D3EE3B3FC0}">
      <dsp:nvSpPr>
        <dsp:cNvPr id="0" name=""/>
        <dsp:cNvSpPr/>
      </dsp:nvSpPr>
      <dsp:spPr>
        <a:xfrm rot="10800000">
          <a:off x="945942" y="2863419"/>
          <a:ext cx="3208730" cy="55091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293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Г. Нарбут</a:t>
          </a:r>
          <a:endParaRPr lang="uk-UA" sz="2300" kern="1200"/>
        </a:p>
      </dsp:txBody>
      <dsp:txXfrm rot="10800000">
        <a:off x="1083670" y="2863419"/>
        <a:ext cx="3071002" cy="550911"/>
      </dsp:txXfrm>
    </dsp:sp>
    <dsp:sp modelId="{22048D89-3721-4DEF-A7D9-8EA9B8DFA7CC}">
      <dsp:nvSpPr>
        <dsp:cNvPr id="0" name=""/>
        <dsp:cNvSpPr/>
      </dsp:nvSpPr>
      <dsp:spPr>
        <a:xfrm>
          <a:off x="670486" y="2863419"/>
          <a:ext cx="550911" cy="55091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498ADD-4883-4DC4-8E7B-F56BD611D123}">
      <dsp:nvSpPr>
        <dsp:cNvPr id="0" name=""/>
        <dsp:cNvSpPr/>
      </dsp:nvSpPr>
      <dsp:spPr>
        <a:xfrm>
          <a:off x="0" y="34870"/>
          <a:ext cx="4825157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/>
            <a:t>Т. Яблонська</a:t>
          </a:r>
          <a:endParaRPr lang="uk-UA" sz="3200" kern="1200"/>
        </a:p>
      </dsp:txBody>
      <dsp:txXfrm>
        <a:off x="37467" y="72337"/>
        <a:ext cx="4750223" cy="692586"/>
      </dsp:txXfrm>
    </dsp:sp>
    <dsp:sp modelId="{0F3A48B7-AB82-4033-89BD-60632966DC52}">
      <dsp:nvSpPr>
        <dsp:cNvPr id="0" name=""/>
        <dsp:cNvSpPr/>
      </dsp:nvSpPr>
      <dsp:spPr>
        <a:xfrm>
          <a:off x="0" y="894550"/>
          <a:ext cx="4825157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/>
            <a:t>М. Самокиш</a:t>
          </a:r>
          <a:endParaRPr lang="uk-UA" sz="3200" kern="1200"/>
        </a:p>
      </dsp:txBody>
      <dsp:txXfrm>
        <a:off x="37467" y="932017"/>
        <a:ext cx="4750223" cy="692586"/>
      </dsp:txXfrm>
    </dsp:sp>
    <dsp:sp modelId="{21EEE935-CED4-4A09-AAD2-97F6C85A8403}">
      <dsp:nvSpPr>
        <dsp:cNvPr id="0" name=""/>
        <dsp:cNvSpPr/>
      </dsp:nvSpPr>
      <dsp:spPr>
        <a:xfrm>
          <a:off x="0" y="1754230"/>
          <a:ext cx="4825157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/>
            <a:t>К. Білокур</a:t>
          </a:r>
          <a:endParaRPr lang="uk-UA" sz="3200" kern="1200"/>
        </a:p>
      </dsp:txBody>
      <dsp:txXfrm>
        <a:off x="37467" y="1791697"/>
        <a:ext cx="4750223" cy="692586"/>
      </dsp:txXfrm>
    </dsp:sp>
    <dsp:sp modelId="{9B6410A8-D28A-4B56-92EA-C67881337628}">
      <dsp:nvSpPr>
        <dsp:cNvPr id="0" name=""/>
        <dsp:cNvSpPr/>
      </dsp:nvSpPr>
      <dsp:spPr>
        <a:xfrm>
          <a:off x="0" y="2613910"/>
          <a:ext cx="4825157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/>
            <a:t>Ф. Кричевський</a:t>
          </a:r>
          <a:endParaRPr lang="uk-UA" sz="3200" kern="1200"/>
        </a:p>
      </dsp:txBody>
      <dsp:txXfrm>
        <a:off x="37467" y="2651377"/>
        <a:ext cx="4750223" cy="6925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349CE0-6FE0-4803-BB91-45B2E5486D61}" type="datetimeFigureOut">
              <a:rPr lang="uk-UA" smtClean="0"/>
              <a:t>14.03.2025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9AF9F8-39B4-4FB0-AD37-9BE010E7D8E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37996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9AF9F8-39B4-4FB0-AD37-9BE010E7D8ED}" type="slidenum">
              <a:rPr lang="uk-UA" smtClean="0"/>
              <a:t>40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19918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1F9B21EC-B021-4AD0-817E-E09DF8766171}" type="datetimeFigureOut">
              <a:rPr lang="uk-UA" smtClean="0"/>
              <a:t>14.03.2025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uk-UA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B2A8849F-2918-4FC2-B1D8-B4601733434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13864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21EC-B021-4AD0-817E-E09DF8766171}" type="datetimeFigureOut">
              <a:rPr lang="uk-UA" smtClean="0"/>
              <a:t>14.03.2025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8849F-2918-4FC2-B1D8-B4601733434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64930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21EC-B021-4AD0-817E-E09DF8766171}" type="datetimeFigureOut">
              <a:rPr lang="uk-UA" smtClean="0"/>
              <a:t>14.03.2025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8849F-2918-4FC2-B1D8-B4601733434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91786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21EC-B021-4AD0-817E-E09DF8766171}" type="datetimeFigureOut">
              <a:rPr lang="uk-UA" smtClean="0"/>
              <a:t>14.03.2025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8849F-2918-4FC2-B1D8-B4601733434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81228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21EC-B021-4AD0-817E-E09DF8766171}" type="datetimeFigureOut">
              <a:rPr lang="uk-UA" smtClean="0"/>
              <a:t>14.03.2025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8849F-2918-4FC2-B1D8-B4601733434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24605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21EC-B021-4AD0-817E-E09DF8766171}" type="datetimeFigureOut">
              <a:rPr lang="uk-UA" smtClean="0"/>
              <a:t>14.03.2025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8849F-2918-4FC2-B1D8-B4601733434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68467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21EC-B021-4AD0-817E-E09DF8766171}" type="datetimeFigureOut">
              <a:rPr lang="uk-UA" smtClean="0"/>
              <a:t>14.03.2025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8849F-2918-4FC2-B1D8-B4601733434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7630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21EC-B021-4AD0-817E-E09DF8766171}" type="datetimeFigureOut">
              <a:rPr lang="uk-UA" smtClean="0"/>
              <a:t>14.03.2025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8849F-2918-4FC2-B1D8-B4601733434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03645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21EC-B021-4AD0-817E-E09DF8766171}" type="datetimeFigureOut">
              <a:rPr lang="uk-UA" smtClean="0"/>
              <a:t>14.03.2025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8849F-2918-4FC2-B1D8-B4601733434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08778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фотографі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21EC-B021-4AD0-817E-E09DF8766171}" type="datetimeFigureOut">
              <a:rPr lang="uk-UA" smtClean="0"/>
              <a:t>14.03.2025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8849F-2918-4FC2-B1D8-B4601733434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75948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Назва та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21EC-B021-4AD0-817E-E09DF8766171}" type="datetimeFigureOut">
              <a:rPr lang="uk-UA" smtClean="0"/>
              <a:t>14.03.2025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8849F-2918-4FC2-B1D8-B4601733434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201179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21EC-B021-4AD0-817E-E09DF8766171}" type="datetimeFigureOut">
              <a:rPr lang="uk-UA" smtClean="0"/>
              <a:t>14.03.2025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8849F-2918-4FC2-B1D8-B4601733434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5716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ка назв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21EC-B021-4AD0-817E-E09DF8766171}" type="datetimeFigureOut">
              <a:rPr lang="uk-UA" smtClean="0"/>
              <a:t>14.03.2025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8849F-2918-4FC2-B1D8-B4601733434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74974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21EC-B021-4AD0-817E-E09DF8766171}" type="datetimeFigureOut">
              <a:rPr lang="uk-UA" smtClean="0"/>
              <a:t>14.03.2025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8849F-2918-4FC2-B1D8-B4601733434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427484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ки з малю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21EC-B021-4AD0-817E-E09DF8766171}" type="datetimeFigureOut">
              <a:rPr lang="uk-UA" smtClean="0"/>
              <a:t>14.03.2025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8849F-2918-4FC2-B1D8-B4601733434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965773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21EC-B021-4AD0-817E-E09DF8766171}" type="datetimeFigureOut">
              <a:rPr lang="uk-UA" smtClean="0"/>
              <a:t>14.03.2025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8849F-2918-4FC2-B1D8-B4601733434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910571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21EC-B021-4AD0-817E-E09DF8766171}" type="datetimeFigureOut">
              <a:rPr lang="uk-UA" smtClean="0"/>
              <a:t>14.03.2025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8849F-2918-4FC2-B1D8-B4601733434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52788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F9B21EC-B021-4AD0-817E-E09DF8766171}" type="datetimeFigureOut">
              <a:rPr lang="uk-UA" smtClean="0"/>
              <a:t>14.03.2025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uk-UA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B2A8849F-2918-4FC2-B1D8-B4601733434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0729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0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11.jpe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14.jpe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7" Type="http://schemas.openxmlformats.org/officeDocument/2006/relationships/image" Target="../media/image15.jpe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7" Type="http://schemas.openxmlformats.org/officeDocument/2006/relationships/image" Target="../media/image16.jpeg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7" Type="http://schemas.openxmlformats.org/officeDocument/2006/relationships/image" Target="../media/image17.jpe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6.xml"/><Relationship Id="rId3" Type="http://schemas.openxmlformats.org/officeDocument/2006/relationships/diagramLayout" Target="../diagrams/layout15.xml"/><Relationship Id="rId7" Type="http://schemas.openxmlformats.org/officeDocument/2006/relationships/diagramData" Target="../diagrams/data16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5.xml"/><Relationship Id="rId11" Type="http://schemas.microsoft.com/office/2007/relationships/diagramDrawing" Target="../diagrams/drawing16.xml"/><Relationship Id="rId5" Type="http://schemas.openxmlformats.org/officeDocument/2006/relationships/diagramColors" Target="../diagrams/colors15.xml"/><Relationship Id="rId10" Type="http://schemas.openxmlformats.org/officeDocument/2006/relationships/diagramColors" Target="../diagrams/colors16.xml"/><Relationship Id="rId4" Type="http://schemas.openxmlformats.org/officeDocument/2006/relationships/diagramQuickStyle" Target="../diagrams/quickStyle15.xml"/><Relationship Id="rId9" Type="http://schemas.openxmlformats.org/officeDocument/2006/relationships/diagramQuickStyle" Target="../diagrams/quickStyle1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8.xml"/><Relationship Id="rId3" Type="http://schemas.openxmlformats.org/officeDocument/2006/relationships/diagramLayout" Target="../diagrams/layout17.xml"/><Relationship Id="rId7" Type="http://schemas.openxmlformats.org/officeDocument/2006/relationships/diagramData" Target="../diagrams/data18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7.xml"/><Relationship Id="rId11" Type="http://schemas.microsoft.com/office/2007/relationships/diagramDrawing" Target="../diagrams/drawing18.xml"/><Relationship Id="rId5" Type="http://schemas.openxmlformats.org/officeDocument/2006/relationships/diagramColors" Target="../diagrams/colors17.xml"/><Relationship Id="rId10" Type="http://schemas.openxmlformats.org/officeDocument/2006/relationships/diagramColors" Target="../diagrams/colors18.xml"/><Relationship Id="rId4" Type="http://schemas.openxmlformats.org/officeDocument/2006/relationships/diagramQuickStyle" Target="../diagrams/quickStyle17.xml"/><Relationship Id="rId9" Type="http://schemas.openxmlformats.org/officeDocument/2006/relationships/diagramQuickStyle" Target="../diagrams/quickStyle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1.xml"/><Relationship Id="rId3" Type="http://schemas.openxmlformats.org/officeDocument/2006/relationships/diagramLayout" Target="../diagrams/layout20.xml"/><Relationship Id="rId7" Type="http://schemas.openxmlformats.org/officeDocument/2006/relationships/diagramData" Target="../diagrams/data21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0.xml"/><Relationship Id="rId11" Type="http://schemas.microsoft.com/office/2007/relationships/diagramDrawing" Target="../diagrams/drawing21.xml"/><Relationship Id="rId5" Type="http://schemas.openxmlformats.org/officeDocument/2006/relationships/diagramColors" Target="../diagrams/colors20.xml"/><Relationship Id="rId10" Type="http://schemas.openxmlformats.org/officeDocument/2006/relationships/diagramColors" Target="../diagrams/colors21.xml"/><Relationship Id="rId4" Type="http://schemas.openxmlformats.org/officeDocument/2006/relationships/diagramQuickStyle" Target="../diagrams/quickStyle20.xml"/><Relationship Id="rId9" Type="http://schemas.openxmlformats.org/officeDocument/2006/relationships/diagramQuickStyle" Target="../diagrams/quickStyle2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7" Type="http://schemas.openxmlformats.org/officeDocument/2006/relationships/image" Target="../media/image18.jpeg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4.xml"/><Relationship Id="rId7" Type="http://schemas.microsoft.com/office/2007/relationships/diagramDrawing" Target="../diagrams/drawing24.xm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4.xml"/><Relationship Id="rId5" Type="http://schemas.openxmlformats.org/officeDocument/2006/relationships/diagramQuickStyle" Target="../diagrams/quickStyle24.xml"/><Relationship Id="rId4" Type="http://schemas.openxmlformats.org/officeDocument/2006/relationships/diagramLayout" Target="../diagrams/layout2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7" Type="http://schemas.openxmlformats.org/officeDocument/2006/relationships/image" Target="../media/image20.jpeg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7.xml"/><Relationship Id="rId7" Type="http://schemas.microsoft.com/office/2007/relationships/diagramDrawing" Target="../diagrams/drawing3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7.xml"/><Relationship Id="rId5" Type="http://schemas.openxmlformats.org/officeDocument/2006/relationships/diagramQuickStyle" Target="../diagrams/quickStyle37.xml"/><Relationship Id="rId4" Type="http://schemas.openxmlformats.org/officeDocument/2006/relationships/diagramLayout" Target="../diagrams/layout3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8.xml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8.xml"/><Relationship Id="rId5" Type="http://schemas.openxmlformats.org/officeDocument/2006/relationships/diagramColors" Target="../diagrams/colors38.xml"/><Relationship Id="rId4" Type="http://schemas.openxmlformats.org/officeDocument/2006/relationships/diagramQuickStyle" Target="../diagrams/quickStyle3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9.xml"/><Relationship Id="rId2" Type="http://schemas.openxmlformats.org/officeDocument/2006/relationships/diagramData" Target="../diagrams/data3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9.xml"/><Relationship Id="rId5" Type="http://schemas.openxmlformats.org/officeDocument/2006/relationships/diagramColors" Target="../diagrams/colors39.xml"/><Relationship Id="rId4" Type="http://schemas.openxmlformats.org/officeDocument/2006/relationships/diagramQuickStyle" Target="../diagrams/quickStyle3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0.xml"/><Relationship Id="rId7" Type="http://schemas.openxmlformats.org/officeDocument/2006/relationships/image" Target="../media/image21.png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0.xml"/><Relationship Id="rId5" Type="http://schemas.openxmlformats.org/officeDocument/2006/relationships/diagramColors" Target="../diagrams/colors40.xml"/><Relationship Id="rId4" Type="http://schemas.openxmlformats.org/officeDocument/2006/relationships/diagramQuickStyle" Target="../diagrams/quickStyle4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1.xml"/><Relationship Id="rId2" Type="http://schemas.openxmlformats.org/officeDocument/2006/relationships/diagramData" Target="../diagrams/data4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1.xml"/><Relationship Id="rId5" Type="http://schemas.openxmlformats.org/officeDocument/2006/relationships/diagramColors" Target="../diagrams/colors41.xml"/><Relationship Id="rId4" Type="http://schemas.openxmlformats.org/officeDocument/2006/relationships/diagramQuickStyle" Target="../diagrams/quickStyle4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2.xml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2.xml"/><Relationship Id="rId5" Type="http://schemas.openxmlformats.org/officeDocument/2006/relationships/diagramColors" Target="../diagrams/colors42.xml"/><Relationship Id="rId4" Type="http://schemas.openxmlformats.org/officeDocument/2006/relationships/diagramQuickStyle" Target="../diagrams/quickStyle4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3.xml"/><Relationship Id="rId7" Type="http://schemas.openxmlformats.org/officeDocument/2006/relationships/image" Target="../media/image22.jpeg"/><Relationship Id="rId2" Type="http://schemas.openxmlformats.org/officeDocument/2006/relationships/diagramData" Target="../diagrams/data4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3.xml"/><Relationship Id="rId5" Type="http://schemas.openxmlformats.org/officeDocument/2006/relationships/diagramColors" Target="../diagrams/colors43.xml"/><Relationship Id="rId4" Type="http://schemas.openxmlformats.org/officeDocument/2006/relationships/diagramQuickStyle" Target="../diagrams/quickStyle43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diagramLayout" Target="../diagrams/layout44.xml"/><Relationship Id="rId7" Type="http://schemas.openxmlformats.org/officeDocument/2006/relationships/image" Target="../media/image23.png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4.xml"/><Relationship Id="rId5" Type="http://schemas.openxmlformats.org/officeDocument/2006/relationships/diagramColors" Target="../diagrams/colors44.xml"/><Relationship Id="rId4" Type="http://schemas.openxmlformats.org/officeDocument/2006/relationships/diagramQuickStyle" Target="../diagrams/quickStyle44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6.xml"/><Relationship Id="rId3" Type="http://schemas.openxmlformats.org/officeDocument/2006/relationships/diagramLayout" Target="../diagrams/layout45.xml"/><Relationship Id="rId7" Type="http://schemas.openxmlformats.org/officeDocument/2006/relationships/diagramData" Target="../diagrams/data46.xml"/><Relationship Id="rId2" Type="http://schemas.openxmlformats.org/officeDocument/2006/relationships/diagramData" Target="../diagrams/data4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5.xml"/><Relationship Id="rId11" Type="http://schemas.microsoft.com/office/2007/relationships/diagramDrawing" Target="../diagrams/drawing46.xml"/><Relationship Id="rId5" Type="http://schemas.openxmlformats.org/officeDocument/2006/relationships/diagramColors" Target="../diagrams/colors45.xml"/><Relationship Id="rId10" Type="http://schemas.openxmlformats.org/officeDocument/2006/relationships/diagramColors" Target="../diagrams/colors46.xml"/><Relationship Id="rId4" Type="http://schemas.openxmlformats.org/officeDocument/2006/relationships/diagramQuickStyle" Target="../diagrams/quickStyle45.xml"/><Relationship Id="rId9" Type="http://schemas.openxmlformats.org/officeDocument/2006/relationships/diagramQuickStyle" Target="../diagrams/quickStyle46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diagramLayout" Target="../diagrams/layout47.xml"/><Relationship Id="rId7" Type="http://schemas.openxmlformats.org/officeDocument/2006/relationships/image" Target="../media/image25.png"/><Relationship Id="rId2" Type="http://schemas.openxmlformats.org/officeDocument/2006/relationships/diagramData" Target="../diagrams/data4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7.xml"/><Relationship Id="rId11" Type="http://schemas.openxmlformats.org/officeDocument/2006/relationships/image" Target="../media/image29.png"/><Relationship Id="rId5" Type="http://schemas.openxmlformats.org/officeDocument/2006/relationships/diagramColors" Target="../diagrams/colors47.xml"/><Relationship Id="rId10" Type="http://schemas.openxmlformats.org/officeDocument/2006/relationships/image" Target="../media/image28.png"/><Relationship Id="rId4" Type="http://schemas.openxmlformats.org/officeDocument/2006/relationships/diagramQuickStyle" Target="../diagrams/quickStyle47.xml"/><Relationship Id="rId9" Type="http://schemas.openxmlformats.org/officeDocument/2006/relationships/image" Target="../media/image27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diagramLayout" Target="../diagrams/layout48.xml"/><Relationship Id="rId7" Type="http://schemas.openxmlformats.org/officeDocument/2006/relationships/image" Target="../media/image30.png"/><Relationship Id="rId2" Type="http://schemas.openxmlformats.org/officeDocument/2006/relationships/diagramData" Target="../diagrams/data4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8.xml"/><Relationship Id="rId5" Type="http://schemas.openxmlformats.org/officeDocument/2006/relationships/diagramColors" Target="../diagrams/colors48.xml"/><Relationship Id="rId10" Type="http://schemas.openxmlformats.org/officeDocument/2006/relationships/image" Target="../media/image33.png"/><Relationship Id="rId4" Type="http://schemas.openxmlformats.org/officeDocument/2006/relationships/diagramQuickStyle" Target="../diagrams/quickStyle48.xml"/><Relationship Id="rId9" Type="http://schemas.openxmlformats.org/officeDocument/2006/relationships/image" Target="../media/image32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diagramLayout" Target="../diagrams/layout49.xml"/><Relationship Id="rId7" Type="http://schemas.openxmlformats.org/officeDocument/2006/relationships/image" Target="../media/image34.png"/><Relationship Id="rId2" Type="http://schemas.openxmlformats.org/officeDocument/2006/relationships/diagramData" Target="../diagrams/data4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9.xml"/><Relationship Id="rId11" Type="http://schemas.openxmlformats.org/officeDocument/2006/relationships/image" Target="../media/image38.png"/><Relationship Id="rId5" Type="http://schemas.openxmlformats.org/officeDocument/2006/relationships/diagramColors" Target="../diagrams/colors49.xml"/><Relationship Id="rId10" Type="http://schemas.openxmlformats.org/officeDocument/2006/relationships/image" Target="../media/image37.png"/><Relationship Id="rId4" Type="http://schemas.openxmlformats.org/officeDocument/2006/relationships/diagramQuickStyle" Target="../diagrams/quickStyle49.xml"/><Relationship Id="rId9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CFFC70-F34A-CD53-91B0-F06BE3EB45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err="1"/>
              <a:t>Україна</a:t>
            </a:r>
            <a:r>
              <a:rPr lang="ru-RU" dirty="0"/>
              <a:t> в </a:t>
            </a:r>
            <a:r>
              <a:rPr lang="ru-RU" dirty="0" err="1"/>
              <a:t>перші</a:t>
            </a:r>
            <a:r>
              <a:rPr lang="ru-RU" dirty="0"/>
              <a:t> </a:t>
            </a:r>
            <a:r>
              <a:rPr lang="ru-RU" dirty="0" err="1"/>
              <a:t>повоєнні</a:t>
            </a:r>
            <a:r>
              <a:rPr lang="ru-RU" dirty="0"/>
              <a:t> роки</a:t>
            </a:r>
            <a:endParaRPr lang="uk-UA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D1081CB9-FFB2-E6B3-C7C7-6A2BFACF75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84888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20E5BA-E542-96C7-D232-C2107A8C5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радянських</a:t>
            </a:r>
            <a:r>
              <a:rPr lang="ru-RU" dirty="0"/>
              <a:t> </a:t>
            </a:r>
            <a:r>
              <a:rPr lang="ru-RU" dirty="0" err="1"/>
              <a:t>агітаційних</a:t>
            </a:r>
            <a:r>
              <a:rPr lang="ru-RU" dirty="0"/>
              <a:t> </a:t>
            </a:r>
            <a:r>
              <a:rPr lang="ru-RU" dirty="0" err="1"/>
              <a:t>плакатів</a:t>
            </a:r>
            <a:r>
              <a:rPr lang="ru-RU" dirty="0"/>
              <a:t>.</a:t>
            </a:r>
            <a:endParaRPr lang="uk-UA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2826F5A-56C2-D9F6-FD82-DAD75F234AB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022" y="2287795"/>
            <a:ext cx="2769691" cy="4198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7F7FB17A-8D5B-440B-BB65-B5985F1FA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7570" y="2296696"/>
            <a:ext cx="3078928" cy="4187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227452CA-58B0-26E7-E8FC-4155CD2CD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6638" y="2296696"/>
            <a:ext cx="2769691" cy="4209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>
            <a:extLst>
              <a:ext uri="{FF2B5EF4-FFF2-40B4-BE49-F238E27FC236}">
                <a16:creationId xmlns:a16="http://schemas.microsoft.com/office/drawing/2014/main" id="{C32C7A8C-8834-E971-2D1B-ABE2CBA11E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5099" y="2321017"/>
            <a:ext cx="3020273" cy="4155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337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BDFDF5-2725-B064-F795-98E85384F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радянських</a:t>
            </a:r>
            <a:r>
              <a:rPr lang="ru-RU" dirty="0"/>
              <a:t> </a:t>
            </a:r>
            <a:r>
              <a:rPr lang="ru-RU" dirty="0" err="1"/>
              <a:t>агітаційних</a:t>
            </a:r>
            <a:r>
              <a:rPr lang="ru-RU" dirty="0"/>
              <a:t> </a:t>
            </a:r>
            <a:r>
              <a:rPr lang="ru-RU" dirty="0" err="1"/>
              <a:t>плакатів</a:t>
            </a:r>
            <a:r>
              <a:rPr lang="ru-RU" dirty="0"/>
              <a:t>.</a:t>
            </a:r>
            <a:endParaRPr lang="uk-UA" dirty="0"/>
          </a:p>
        </p:txBody>
      </p:sp>
      <p:sp>
        <p:nvSpPr>
          <p:cNvPr id="6" name="Місце для тексту 5">
            <a:extLst>
              <a:ext uri="{FF2B5EF4-FFF2-40B4-BE49-F238E27FC236}">
                <a16:creationId xmlns:a16="http://schemas.microsoft.com/office/drawing/2014/main" id="{488FC159-395D-C966-7A83-F8EC507CB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03" y="2603500"/>
            <a:ext cx="4825157" cy="576262"/>
          </a:xfrm>
        </p:spPr>
        <p:txBody>
          <a:bodyPr/>
          <a:lstStyle/>
          <a:p>
            <a:r>
              <a:rPr lang="ru-RU" sz="1800" dirty="0" err="1"/>
              <a:t>Суцільною</a:t>
            </a:r>
            <a:r>
              <a:rPr lang="ru-RU" sz="1800" dirty="0"/>
              <a:t> </a:t>
            </a:r>
            <a:r>
              <a:rPr lang="ru-RU" sz="1800" dirty="0" err="1"/>
              <a:t>колективізацією</a:t>
            </a:r>
            <a:r>
              <a:rPr lang="ru-RU" sz="1800" dirty="0"/>
              <a:t> </a:t>
            </a:r>
            <a:r>
              <a:rPr lang="ru-RU" sz="1800" dirty="0" err="1"/>
              <a:t>бідняцько-середняцьких</a:t>
            </a:r>
            <a:r>
              <a:rPr lang="ru-RU" sz="1800" dirty="0"/>
              <a:t> </a:t>
            </a:r>
            <a:r>
              <a:rPr lang="ru-RU" sz="1800" dirty="0" err="1"/>
              <a:t>господарств</a:t>
            </a:r>
            <a:r>
              <a:rPr lang="ru-RU" sz="1800" dirty="0"/>
              <a:t> </a:t>
            </a:r>
            <a:r>
              <a:rPr lang="ru-RU" sz="1800" dirty="0" err="1"/>
              <a:t>ліквідуємо</a:t>
            </a:r>
            <a:r>
              <a:rPr lang="ru-RU" sz="1800" dirty="0"/>
              <a:t> </a:t>
            </a:r>
            <a:r>
              <a:rPr lang="ru-RU" sz="1800" dirty="0" err="1"/>
              <a:t>кулацтво</a:t>
            </a:r>
            <a:r>
              <a:rPr lang="ru-RU" sz="1800" dirty="0"/>
              <a:t> як </a:t>
            </a:r>
            <a:r>
              <a:rPr lang="ru-RU" sz="1800" dirty="0" err="1"/>
              <a:t>клас</a:t>
            </a:r>
            <a:r>
              <a:rPr lang="ru-RU" sz="1800" dirty="0"/>
              <a:t>.</a:t>
            </a:r>
            <a:endParaRPr lang="uk-UA" sz="1800" dirty="0"/>
          </a:p>
        </p:txBody>
      </p:sp>
      <p:sp>
        <p:nvSpPr>
          <p:cNvPr id="8" name="Місце для тексту 7">
            <a:extLst>
              <a:ext uri="{FF2B5EF4-FFF2-40B4-BE49-F238E27FC236}">
                <a16:creationId xmlns:a16="http://schemas.microsoft.com/office/drawing/2014/main" id="{BB9724D1-0B00-680E-ABB5-A5F9FE9503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632334" y="6281738"/>
            <a:ext cx="4825159" cy="576262"/>
          </a:xfrm>
        </p:spPr>
        <p:txBody>
          <a:bodyPr/>
          <a:lstStyle/>
          <a:p>
            <a:r>
              <a:rPr lang="uk-UA" sz="1800" dirty="0"/>
              <a:t>Нова п’ятирічка – п’ятирічка великого будівництва. Відбудуємо та введемо в дію 5900 підприємств!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B5C0B90-997B-AEDF-FD78-858334F51F6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853" y="3179761"/>
            <a:ext cx="2065481" cy="2840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A59B9B6-5E88-BF67-0B9C-EB745D8FD477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3886" y="3179761"/>
            <a:ext cx="2065481" cy="2840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Місце для тексту 7">
            <a:extLst>
              <a:ext uri="{FF2B5EF4-FFF2-40B4-BE49-F238E27FC236}">
                <a16:creationId xmlns:a16="http://schemas.microsoft.com/office/drawing/2014/main" id="{DFE8DC1C-3FB1-8004-35FE-2CDF39C5FC03}"/>
              </a:ext>
            </a:extLst>
          </p:cNvPr>
          <p:cNvSpPr txBox="1">
            <a:spLocks/>
          </p:cNvSpPr>
          <p:nvPr/>
        </p:nvSpPr>
        <p:spPr>
          <a:xfrm>
            <a:off x="5168199" y="2536063"/>
            <a:ext cx="4825159" cy="5762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400" b="0" i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 err="1"/>
              <a:t>Товариші</a:t>
            </a:r>
            <a:r>
              <a:rPr lang="ru-RU" sz="1800" dirty="0"/>
              <a:t> </a:t>
            </a:r>
            <a:r>
              <a:rPr lang="ru-RU" sz="1800" dirty="0" err="1"/>
              <a:t>селяни</a:t>
            </a:r>
            <a:r>
              <a:rPr lang="ru-RU" sz="1800" dirty="0"/>
              <a:t>! </a:t>
            </a:r>
            <a:r>
              <a:rPr lang="ru-RU" sz="1800" dirty="0" err="1"/>
              <a:t>Здавайте</a:t>
            </a:r>
            <a:r>
              <a:rPr lang="ru-RU" sz="1800" dirty="0"/>
              <a:t> </a:t>
            </a:r>
            <a:r>
              <a:rPr lang="ru-RU" sz="1800" dirty="0" err="1"/>
              <a:t>хлібний</a:t>
            </a:r>
            <a:r>
              <a:rPr lang="ru-RU" sz="1800" dirty="0"/>
              <a:t> </a:t>
            </a:r>
            <a:r>
              <a:rPr lang="ru-RU" sz="1800" dirty="0" err="1"/>
              <a:t>податок</a:t>
            </a:r>
            <a:r>
              <a:rPr lang="ru-RU" sz="1800" dirty="0"/>
              <a:t>! </a:t>
            </a:r>
            <a:r>
              <a:rPr lang="ru-RU" sz="1800" dirty="0" err="1"/>
              <a:t>Робітники</a:t>
            </a:r>
            <a:r>
              <a:rPr lang="ru-RU" sz="1800" dirty="0"/>
              <a:t> й Червона </a:t>
            </a:r>
            <a:r>
              <a:rPr lang="ru-RU" sz="1800" dirty="0" err="1"/>
              <a:t>Армія</a:t>
            </a:r>
            <a:r>
              <a:rPr lang="ru-RU" sz="1800" dirty="0"/>
              <a:t> </a:t>
            </a:r>
            <a:r>
              <a:rPr lang="ru-RU" sz="1800" dirty="0" err="1"/>
              <a:t>ждуть</a:t>
            </a:r>
            <a:r>
              <a:rPr lang="ru-RU" sz="1800" dirty="0"/>
              <a:t> </a:t>
            </a:r>
            <a:r>
              <a:rPr lang="ru-RU" sz="1800" dirty="0" err="1"/>
              <a:t>хліба</a:t>
            </a:r>
            <a:r>
              <a:rPr lang="ru-RU" sz="1800" dirty="0"/>
              <a:t>! </a:t>
            </a:r>
            <a:r>
              <a:rPr lang="ru-RU" sz="1800" dirty="0" err="1"/>
              <a:t>Податок</a:t>
            </a:r>
            <a:r>
              <a:rPr lang="ru-RU" sz="1800" dirty="0"/>
              <a:t> </a:t>
            </a:r>
            <a:r>
              <a:rPr lang="ru-RU" sz="1800" dirty="0" err="1"/>
              <a:t>переможе</a:t>
            </a:r>
            <a:r>
              <a:rPr lang="ru-RU" sz="1800" dirty="0"/>
              <a:t> голод!</a:t>
            </a:r>
            <a:endParaRPr lang="uk-UA" sz="1800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917FB544-A24C-3E08-1859-5CC801F8E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7775" y="3179761"/>
            <a:ext cx="1946005" cy="2675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Місце для тексту 7">
            <a:extLst>
              <a:ext uri="{FF2B5EF4-FFF2-40B4-BE49-F238E27FC236}">
                <a16:creationId xmlns:a16="http://schemas.microsoft.com/office/drawing/2014/main" id="{DB16BA2E-2616-5C9A-9CA3-9FBA5D6B5A0A}"/>
              </a:ext>
            </a:extLst>
          </p:cNvPr>
          <p:cNvSpPr txBox="1">
            <a:spLocks/>
          </p:cNvSpPr>
          <p:nvPr/>
        </p:nvSpPr>
        <p:spPr>
          <a:xfrm>
            <a:off x="7503786" y="6250919"/>
            <a:ext cx="4825159" cy="5762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400" b="0" i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 err="1"/>
              <a:t>Більше</a:t>
            </a:r>
            <a:r>
              <a:rPr lang="ru-RU" sz="1800" dirty="0"/>
              <a:t> </a:t>
            </a:r>
            <a:r>
              <a:rPr lang="ru-RU" sz="1800" dirty="0" err="1"/>
              <a:t>хліба</a:t>
            </a:r>
            <a:r>
              <a:rPr lang="ru-RU" sz="1800" dirty="0"/>
              <a:t> для фронту та </a:t>
            </a:r>
            <a:r>
              <a:rPr lang="ru-RU" sz="1800" dirty="0" err="1"/>
              <a:t>тилу</a:t>
            </a:r>
            <a:r>
              <a:rPr lang="ru-RU" sz="1800" dirty="0"/>
              <a:t>! </a:t>
            </a:r>
            <a:r>
              <a:rPr lang="ru-RU" sz="1800" dirty="0" err="1"/>
              <a:t>Зібрати</a:t>
            </a:r>
            <a:r>
              <a:rPr lang="ru-RU" sz="1800" dirty="0"/>
              <a:t> </a:t>
            </a:r>
            <a:r>
              <a:rPr lang="ru-RU" sz="1800" dirty="0" err="1"/>
              <a:t>врожай</a:t>
            </a:r>
            <a:r>
              <a:rPr lang="ru-RU" sz="1800" dirty="0"/>
              <a:t> </a:t>
            </a:r>
            <a:r>
              <a:rPr lang="ru-RU" sz="1800" dirty="0" err="1"/>
              <a:t>повністю</a:t>
            </a:r>
            <a:r>
              <a:rPr lang="ru-RU" sz="1800" dirty="0"/>
              <a:t>!</a:t>
            </a:r>
            <a:endParaRPr lang="uk-UA" sz="1800" dirty="0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30292D8E-FC36-9CAC-622C-049668279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6590" y="3179761"/>
            <a:ext cx="1899300" cy="2611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4106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F6D6A3-A279-6949-7395-E68AE9589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судження</a:t>
            </a:r>
            <a:r>
              <a:rPr lang="ru-RU" dirty="0"/>
              <a:t> </a:t>
            </a:r>
            <a:r>
              <a:rPr lang="ru-RU" dirty="0" err="1"/>
              <a:t>щодо</a:t>
            </a:r>
            <a:r>
              <a:rPr lang="ru-RU" dirty="0"/>
              <a:t> </a:t>
            </a:r>
            <a:r>
              <a:rPr lang="ru-RU" dirty="0" err="1"/>
              <a:t>зображеного</a:t>
            </a:r>
            <a:r>
              <a:rPr lang="ru-RU" dirty="0"/>
              <a:t> плаката є </a:t>
            </a:r>
            <a:r>
              <a:rPr lang="ru-RU" dirty="0" err="1"/>
              <a:t>правильними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9" name="Місце для вмісту 8">
            <a:extLst>
              <a:ext uri="{FF2B5EF4-FFF2-40B4-BE49-F238E27FC236}">
                <a16:creationId xmlns:a16="http://schemas.microsoft.com/office/drawing/2014/main" id="{29BA4D5C-4CC6-08FC-3229-23B7EF72F91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35208271"/>
              </p:ext>
            </p:extLst>
          </p:nvPr>
        </p:nvGraphicFramePr>
        <p:xfrm>
          <a:off x="6208712" y="2603500"/>
          <a:ext cx="48251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098" name="Picture 2">
            <a:extLst>
              <a:ext uri="{FF2B5EF4-FFF2-40B4-BE49-F238E27FC236}">
                <a16:creationId xmlns:a16="http://schemas.microsoft.com/office/drawing/2014/main" id="{64C05857-A5EE-24F7-F286-B687D46BBE1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700" y="2639187"/>
            <a:ext cx="4824413" cy="3344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1394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759D79F-577D-A5BC-9C7D-C3586A31B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Господарство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4CA92AD8-24EA-0887-7FD5-F37D2F0A94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05801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3426E4-FFEB-2584-E03C-F857BCDF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 err="1"/>
              <a:t>Якими</a:t>
            </a:r>
            <a:r>
              <a:rPr lang="ru-RU" sz="2800" dirty="0"/>
              <a:t> були </a:t>
            </a:r>
            <a:r>
              <a:rPr lang="ru-RU" sz="2800" dirty="0" err="1"/>
              <a:t>особливості</a:t>
            </a:r>
            <a:r>
              <a:rPr lang="ru-RU" sz="2800" dirty="0"/>
              <a:t> </a:t>
            </a:r>
            <a:r>
              <a:rPr lang="ru-RU" sz="2800" dirty="0" err="1"/>
              <a:t>процесу</a:t>
            </a:r>
            <a:r>
              <a:rPr lang="ru-RU" sz="2800" dirty="0"/>
              <a:t> </a:t>
            </a:r>
            <a:r>
              <a:rPr lang="ru-RU" sz="2800" dirty="0" err="1"/>
              <a:t>післявоєнної</a:t>
            </a:r>
            <a:r>
              <a:rPr lang="ru-RU" sz="2800" dirty="0"/>
              <a:t> </a:t>
            </a:r>
            <a:r>
              <a:rPr lang="ru-RU" sz="2800" dirty="0" err="1"/>
              <a:t>відбудови</a:t>
            </a:r>
            <a:r>
              <a:rPr lang="ru-RU" sz="2800" dirty="0"/>
              <a:t> народного </a:t>
            </a:r>
            <a:r>
              <a:rPr lang="ru-RU" sz="2800" dirty="0" err="1"/>
              <a:t>господарства</a:t>
            </a:r>
            <a:r>
              <a:rPr lang="ru-RU" sz="2800" dirty="0"/>
              <a:t> УРСР (1945 — початок 1950-х </a:t>
            </a:r>
            <a:r>
              <a:rPr lang="ru-RU" sz="2800" dirty="0" err="1"/>
              <a:t>років</a:t>
            </a:r>
            <a:r>
              <a:rPr lang="ru-RU" sz="2800" dirty="0"/>
              <a:t>)?</a:t>
            </a:r>
            <a:endParaRPr lang="uk-UA" sz="28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7004474-83D9-4A4E-64FD-AF00B4598FD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89004851"/>
              </p:ext>
            </p:extLst>
          </p:nvPr>
        </p:nvGraphicFramePr>
        <p:xfrm>
          <a:off x="1154954" y="2603500"/>
          <a:ext cx="4825158" cy="34163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6D48F216-DA51-4B65-93D2-C6D77FC9E62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4114432"/>
              </p:ext>
            </p:extLst>
          </p:nvPr>
        </p:nvGraphicFramePr>
        <p:xfrm>
          <a:off x="6208712" y="2603500"/>
          <a:ext cx="48251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67236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9C5223-EE54-8F2F-E880-002535450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61A22E6-5703-B783-A81B-8E94403065B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7DB19867-9B64-0958-1B2E-5BE9E3FDA5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95480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12C053-0053-F8F0-BE41-EEAA82863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покладено</a:t>
            </a:r>
            <a:r>
              <a:rPr lang="ru-RU" dirty="0"/>
              <a:t> в основу </a:t>
            </a:r>
            <a:r>
              <a:rPr lang="ru-RU" dirty="0" err="1"/>
              <a:t>зазначеної</a:t>
            </a:r>
            <a:r>
              <a:rPr lang="ru-RU" dirty="0"/>
              <a:t> </a:t>
            </a:r>
            <a:r>
              <a:rPr lang="ru-RU" dirty="0" err="1"/>
              <a:t>моделі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2898BA22-AE16-A9BC-440A-F9EEF1B7CD6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FFC315DE-02C3-0C04-F9B8-41E44ED324B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6539808"/>
              </p:ext>
            </p:extLst>
          </p:nvPr>
        </p:nvGraphicFramePr>
        <p:xfrm>
          <a:off x="6208712" y="2603500"/>
          <a:ext cx="48251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8104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08A1BF-6C77-4779-8FE7-4CACA30B8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z="3200" dirty="0"/>
              <a:t>Що було однією з особливостей післявоєнної відбудови Української РСР (1945 — початок 1950-х рр.)?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242F576-12B4-0D43-0653-A70D8F78C7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551D3F4-C012-D3CD-D71E-8D6219AD99C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17223980"/>
              </p:ext>
            </p:extLst>
          </p:nvPr>
        </p:nvGraphicFramePr>
        <p:xfrm>
          <a:off x="6208712" y="2603500"/>
          <a:ext cx="48251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76047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67F707-2935-30B3-27B8-5E661B735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/>
              <a:t>У </a:t>
            </a:r>
            <a:r>
              <a:rPr lang="ru-RU" sz="3200" dirty="0" err="1"/>
              <a:t>чому</a:t>
            </a:r>
            <a:r>
              <a:rPr lang="ru-RU" sz="3200" dirty="0"/>
              <a:t> </a:t>
            </a:r>
            <a:r>
              <a:rPr lang="ru-RU" sz="3200" dirty="0" err="1"/>
              <a:t>полягала</a:t>
            </a:r>
            <a:r>
              <a:rPr lang="ru-RU" sz="3200" dirty="0"/>
              <a:t> </a:t>
            </a:r>
            <a:r>
              <a:rPr lang="ru-RU" sz="3200" dirty="0" err="1"/>
              <a:t>особливість</a:t>
            </a:r>
            <a:r>
              <a:rPr lang="ru-RU" sz="3200" dirty="0"/>
              <a:t> </a:t>
            </a:r>
            <a:r>
              <a:rPr lang="ru-RU" sz="3200" dirty="0" err="1"/>
              <a:t>відбудови</a:t>
            </a:r>
            <a:r>
              <a:rPr lang="ru-RU" sz="3200" dirty="0"/>
              <a:t> народного </a:t>
            </a:r>
            <a:r>
              <a:rPr lang="ru-RU" sz="3200" dirty="0" err="1"/>
              <a:t>господарства</a:t>
            </a:r>
            <a:r>
              <a:rPr lang="ru-RU" sz="3200" dirty="0"/>
              <a:t> </a:t>
            </a:r>
            <a:r>
              <a:rPr lang="ru-RU" sz="3200" dirty="0" err="1"/>
              <a:t>Української</a:t>
            </a:r>
            <a:r>
              <a:rPr lang="ru-RU" sz="3200" dirty="0"/>
              <a:t> РСР </a:t>
            </a:r>
            <a:r>
              <a:rPr lang="ru-RU" sz="3200" dirty="0" err="1"/>
              <a:t>після</a:t>
            </a:r>
            <a:r>
              <a:rPr lang="ru-RU" sz="3200" dirty="0"/>
              <a:t> </a:t>
            </a:r>
            <a:r>
              <a:rPr lang="ru-RU" sz="3200" dirty="0" err="1"/>
              <a:t>Другої</a:t>
            </a:r>
            <a:r>
              <a:rPr lang="ru-RU" sz="3200" dirty="0"/>
              <a:t> </a:t>
            </a:r>
            <a:r>
              <a:rPr lang="ru-RU" sz="3200" dirty="0" err="1"/>
              <a:t>світової</a:t>
            </a:r>
            <a:r>
              <a:rPr lang="ru-RU" sz="3200" dirty="0"/>
              <a:t> </a:t>
            </a:r>
            <a:r>
              <a:rPr lang="ru-RU" sz="3200" dirty="0" err="1"/>
              <a:t>війни</a:t>
            </a:r>
            <a:r>
              <a:rPr lang="ru-RU" sz="3200" dirty="0"/>
              <a:t>?</a:t>
            </a:r>
            <a:endParaRPr lang="uk-UA" sz="32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8B8594A-8EDD-34E7-05BB-BE3D616A38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50E040B-4089-6E0E-BED0-EDDF323D79B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51383621"/>
              </p:ext>
            </p:extLst>
          </p:nvPr>
        </p:nvGraphicFramePr>
        <p:xfrm>
          <a:off x="6208712" y="2603500"/>
          <a:ext cx="48251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6876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F5D644-45D7-0CA7-4E5C-BAEED2C0F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dirty="0" err="1"/>
              <a:t>Із</a:t>
            </a:r>
            <a:r>
              <a:rPr lang="ru-RU" sz="2400" dirty="0"/>
              <a:t> </a:t>
            </a:r>
            <a:r>
              <a:rPr lang="ru-RU" sz="2400" dirty="0" err="1"/>
              <a:t>якою</a:t>
            </a:r>
            <a:r>
              <a:rPr lang="ru-RU" sz="2400" dirty="0"/>
              <a:t> метою </a:t>
            </a:r>
            <a:r>
              <a:rPr lang="ru-RU" sz="2400" dirty="0" err="1"/>
              <a:t>партійно-радянське</a:t>
            </a:r>
            <a:r>
              <a:rPr lang="ru-RU" sz="2400" dirty="0"/>
              <a:t> </a:t>
            </a:r>
            <a:r>
              <a:rPr lang="ru-RU" sz="2400" dirty="0" err="1"/>
              <a:t>керівництво</a:t>
            </a:r>
            <a:r>
              <a:rPr lang="ru-RU" sz="2400" dirty="0"/>
              <a:t> СРСР і УРСР у </a:t>
            </a:r>
            <a:r>
              <a:rPr lang="ru-RU" sz="2400" dirty="0" err="1"/>
              <a:t>другій</a:t>
            </a:r>
            <a:r>
              <a:rPr lang="ru-RU" sz="2400" dirty="0"/>
              <a:t> </a:t>
            </a:r>
            <a:r>
              <a:rPr lang="ru-RU" sz="2400" dirty="0" err="1"/>
              <a:t>половині</a:t>
            </a:r>
            <a:r>
              <a:rPr lang="ru-RU" sz="2400" dirty="0"/>
              <a:t> 1940 — на початку 1950-х </a:t>
            </a:r>
            <a:r>
              <a:rPr lang="ru-RU" sz="2400" dirty="0" err="1"/>
              <a:t>рр</a:t>
            </a:r>
            <a:r>
              <a:rPr lang="ru-RU" sz="2400" dirty="0"/>
              <a:t>. </a:t>
            </a:r>
            <a:r>
              <a:rPr lang="ru-RU" sz="2400" dirty="0" err="1"/>
              <a:t>розповсюджувало</a:t>
            </a:r>
            <a:r>
              <a:rPr lang="ru-RU" sz="2400" dirty="0"/>
              <a:t> </a:t>
            </a:r>
            <a:r>
              <a:rPr lang="ru-RU" sz="2400" dirty="0" err="1"/>
              <a:t>зображений</a:t>
            </a:r>
            <a:r>
              <a:rPr lang="ru-RU" sz="2400" dirty="0"/>
              <a:t> плакат?</a:t>
            </a:r>
            <a:endParaRPr lang="uk-UA" sz="24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E20664F-98AC-F79E-9514-63B2CB5DC2A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64278245"/>
              </p:ext>
            </p:extLst>
          </p:nvPr>
        </p:nvGraphicFramePr>
        <p:xfrm>
          <a:off x="6208712" y="2603500"/>
          <a:ext cx="48251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B86A8884-46B4-DFB0-601D-418281B1426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764" y="2603500"/>
            <a:ext cx="5171636" cy="341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2668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6503D0-C566-E539-FABD-23D1F96E3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Задекларовану</a:t>
            </a:r>
            <a:r>
              <a:rPr lang="ru-RU" dirty="0"/>
              <a:t> на </a:t>
            </a:r>
            <a:r>
              <a:rPr lang="ru-RU" dirty="0" err="1"/>
              <a:t>радянському</a:t>
            </a:r>
            <a:r>
              <a:rPr lang="ru-RU" dirty="0"/>
              <a:t> </a:t>
            </a:r>
            <a:r>
              <a:rPr lang="ru-RU" dirty="0" err="1"/>
              <a:t>плакаті</a:t>
            </a:r>
            <a:r>
              <a:rPr lang="ru-RU" dirty="0"/>
              <a:t> мету досягали</a:t>
            </a:r>
            <a:endParaRPr lang="uk-UA" dirty="0"/>
          </a:p>
        </p:txBody>
      </p:sp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24876AD3-40CB-6AA8-946F-44C537DF650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078182" y="2370744"/>
            <a:ext cx="2539657" cy="4337872"/>
          </a:xfrm>
          <a:prstGeom prst="rect">
            <a:avLst/>
          </a:prstGeom>
        </p:spPr>
      </p:pic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4455F662-44A3-F35E-BB23-F7863A726E7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24403370"/>
              </p:ext>
            </p:extLst>
          </p:nvPr>
        </p:nvGraphicFramePr>
        <p:xfrm>
          <a:off x="6208712" y="2603500"/>
          <a:ext cx="48251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30999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D196ED-48D0-40CB-1627-3CABC66CB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/>
              <a:t>Яка з </a:t>
            </a:r>
            <a:r>
              <a:rPr lang="ru-RU" sz="2800" dirty="0" err="1"/>
              <a:t>діаграм</a:t>
            </a:r>
            <a:r>
              <a:rPr lang="ru-RU" sz="2800" dirty="0"/>
              <a:t> </a:t>
            </a:r>
            <a:r>
              <a:rPr lang="ru-RU" sz="2800" dirty="0" err="1"/>
              <a:t>структури</a:t>
            </a:r>
            <a:r>
              <a:rPr lang="ru-RU" sz="2800" dirty="0"/>
              <a:t> </a:t>
            </a:r>
            <a:r>
              <a:rPr lang="ru-RU" sz="2800" dirty="0" err="1"/>
              <a:t>капіталовкладень</a:t>
            </a:r>
            <a:r>
              <a:rPr lang="ru-RU" sz="2800" dirty="0"/>
              <a:t> у </a:t>
            </a:r>
            <a:r>
              <a:rPr lang="ru-RU" sz="2800" dirty="0" err="1"/>
              <a:t>народне</a:t>
            </a:r>
            <a:r>
              <a:rPr lang="ru-RU" sz="2800" dirty="0"/>
              <a:t> </a:t>
            </a:r>
            <a:r>
              <a:rPr lang="ru-RU" sz="2800" dirty="0" err="1"/>
              <a:t>господарство</a:t>
            </a:r>
            <a:r>
              <a:rPr lang="ru-RU" sz="2800" dirty="0"/>
              <a:t> </a:t>
            </a:r>
            <a:r>
              <a:rPr lang="ru-RU" sz="2800" dirty="0" err="1"/>
              <a:t>підтверджує</a:t>
            </a:r>
            <a:r>
              <a:rPr lang="ru-RU" sz="2800" dirty="0"/>
              <a:t> думку </a:t>
            </a:r>
            <a:r>
              <a:rPr lang="ru-RU" sz="2800" dirty="0" err="1"/>
              <a:t>історика</a:t>
            </a:r>
            <a:r>
              <a:rPr lang="ru-RU" sz="2800" dirty="0"/>
              <a:t>?</a:t>
            </a:r>
            <a:endParaRPr lang="uk-UA" sz="28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E03D0C0-3A85-0C64-DE73-77C85B6E2B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«характерною </a:t>
            </a:r>
            <a:r>
              <a:rPr lang="ru-RU" dirty="0" err="1"/>
              <a:t>рисою</a:t>
            </a:r>
            <a:r>
              <a:rPr lang="ru-RU" dirty="0"/>
              <a:t> </a:t>
            </a:r>
            <a:r>
              <a:rPr lang="ru-RU" dirty="0" err="1"/>
              <a:t>стратегії</a:t>
            </a:r>
            <a:r>
              <a:rPr lang="ru-RU" dirty="0"/>
              <a:t> </a:t>
            </a:r>
            <a:r>
              <a:rPr lang="ru-RU" dirty="0" err="1"/>
              <a:t>радянського</a:t>
            </a:r>
            <a:r>
              <a:rPr lang="ru-RU" dirty="0"/>
              <a:t> </a:t>
            </a:r>
            <a:r>
              <a:rPr lang="ru-RU" dirty="0" err="1"/>
              <a:t>керівництва</a:t>
            </a:r>
            <a:r>
              <a:rPr lang="ru-RU" dirty="0"/>
              <a:t> у </a:t>
            </a:r>
            <a:r>
              <a:rPr lang="ru-RU" dirty="0" err="1"/>
              <a:t>процесі</a:t>
            </a:r>
            <a:r>
              <a:rPr lang="ru-RU" dirty="0"/>
              <a:t> </a:t>
            </a:r>
            <a:r>
              <a:rPr lang="ru-RU" dirty="0" err="1"/>
              <a:t>відбудови</a:t>
            </a:r>
            <a:r>
              <a:rPr lang="ru-RU" dirty="0"/>
              <a:t>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повернення</a:t>
            </a:r>
            <a:r>
              <a:rPr lang="ru-RU" dirty="0"/>
              <a:t> до </a:t>
            </a:r>
            <a:r>
              <a:rPr lang="ru-RU" dirty="0" err="1"/>
              <a:t>довоєнної</a:t>
            </a:r>
            <a:r>
              <a:rPr lang="ru-RU" dirty="0"/>
              <a:t> </a:t>
            </a:r>
            <a:r>
              <a:rPr lang="ru-RU" dirty="0" err="1"/>
              <a:t>моделі</a:t>
            </a:r>
            <a:r>
              <a:rPr lang="ru-RU" dirty="0"/>
              <a:t> </a:t>
            </a:r>
            <a:r>
              <a:rPr lang="ru-RU" dirty="0" err="1"/>
              <a:t>розвитку</a:t>
            </a:r>
            <a:r>
              <a:rPr lang="ru-RU" dirty="0"/>
              <a:t> народного </a:t>
            </a:r>
            <a:r>
              <a:rPr lang="ru-RU" dirty="0" err="1"/>
              <a:t>господарства</a:t>
            </a:r>
            <a:r>
              <a:rPr lang="ru-RU" dirty="0"/>
              <a:t> УРСР. В </a:t>
            </a:r>
            <a:r>
              <a:rPr lang="ru-RU" dirty="0" err="1"/>
              <a:t>основі</a:t>
            </a:r>
            <a:r>
              <a:rPr lang="ru-RU" dirty="0"/>
              <a:t> </a:t>
            </a:r>
            <a:r>
              <a:rPr lang="ru-RU" dirty="0" err="1"/>
              <a:t>цієї</a:t>
            </a:r>
            <a:r>
              <a:rPr lang="ru-RU" dirty="0"/>
              <a:t> </a:t>
            </a:r>
            <a:r>
              <a:rPr lang="ru-RU" dirty="0" err="1"/>
              <a:t>моделі</a:t>
            </a:r>
            <a:r>
              <a:rPr lang="ru-RU" dirty="0"/>
              <a:t> лежала </a:t>
            </a:r>
            <a:r>
              <a:rPr lang="ru-RU" dirty="0" err="1"/>
              <a:t>примітивна</a:t>
            </a:r>
            <a:r>
              <a:rPr lang="ru-RU" dirty="0"/>
              <a:t> схема </a:t>
            </a:r>
            <a:r>
              <a:rPr lang="ru-RU" dirty="0" err="1"/>
              <a:t>індустріалізації</a:t>
            </a:r>
            <a:r>
              <a:rPr lang="ru-RU" dirty="0"/>
              <a:t>...» </a:t>
            </a:r>
            <a:endParaRPr lang="uk-UA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30AD072-C5E1-78E4-1415-50EDAA0EF5C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653"/>
          <a:stretch/>
        </p:blipFill>
        <p:spPr bwMode="auto">
          <a:xfrm>
            <a:off x="6096000" y="3073334"/>
            <a:ext cx="1704869" cy="2319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54500865-7BFE-CF51-153E-6E03DF9DF3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89" r="48764"/>
          <a:stretch/>
        </p:blipFill>
        <p:spPr bwMode="auto">
          <a:xfrm>
            <a:off x="8124305" y="2256898"/>
            <a:ext cx="1704869" cy="2319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FEB34DEF-277F-B77A-F051-8D30087460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90" r="24663"/>
          <a:stretch/>
        </p:blipFill>
        <p:spPr bwMode="auto">
          <a:xfrm>
            <a:off x="8124305" y="4538690"/>
            <a:ext cx="1704869" cy="2319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D19AA70A-F08B-9307-2128-25995171B0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417" r="1236"/>
          <a:stretch/>
        </p:blipFill>
        <p:spPr bwMode="auto">
          <a:xfrm>
            <a:off x="10145057" y="3073334"/>
            <a:ext cx="1704869" cy="2319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6135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2B46F4-EC51-8C15-F608-4217F6ACE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38199"/>
            <a:ext cx="8761413" cy="706964"/>
          </a:xfrm>
        </p:spPr>
        <p:txBody>
          <a:bodyPr/>
          <a:lstStyle/>
          <a:p>
            <a:r>
              <a:rPr lang="ru-RU" sz="2400" dirty="0" err="1"/>
              <a:t>Спираючись</a:t>
            </a:r>
            <a:r>
              <a:rPr lang="ru-RU" sz="2400" dirty="0"/>
              <a:t> на </a:t>
            </a:r>
            <a:r>
              <a:rPr lang="ru-RU" sz="2400" dirty="0" err="1"/>
              <a:t>діаграму</a:t>
            </a:r>
            <a:r>
              <a:rPr lang="ru-RU" sz="2400" dirty="0"/>
              <a:t>, </a:t>
            </a:r>
            <a:r>
              <a:rPr lang="ru-RU" sz="2400" dirty="0" err="1"/>
              <a:t>визначте</a:t>
            </a:r>
            <a:r>
              <a:rPr lang="ru-RU" sz="2400" dirty="0"/>
              <a:t> </a:t>
            </a:r>
            <a:r>
              <a:rPr lang="ru-RU" sz="2400" dirty="0" err="1"/>
              <a:t>домінуючу</a:t>
            </a:r>
            <a:r>
              <a:rPr lang="ru-RU" sz="2400" dirty="0"/>
              <a:t> за </a:t>
            </a:r>
            <a:r>
              <a:rPr lang="ru-RU" sz="2400" dirty="0" err="1"/>
              <a:t>рівнем</a:t>
            </a:r>
            <a:r>
              <a:rPr lang="ru-RU" sz="2400" dirty="0"/>
              <a:t> </a:t>
            </a:r>
            <a:r>
              <a:rPr lang="ru-RU" sz="2400" dirty="0" err="1"/>
              <a:t>капіталовкладень</a:t>
            </a:r>
            <a:r>
              <a:rPr lang="ru-RU" sz="2400" dirty="0"/>
              <a:t> </a:t>
            </a:r>
            <a:r>
              <a:rPr lang="ru-RU" sz="2400" dirty="0" err="1"/>
              <a:t>галузь</a:t>
            </a:r>
            <a:r>
              <a:rPr lang="ru-RU" sz="2400" dirty="0"/>
              <a:t> народного </a:t>
            </a:r>
            <a:r>
              <a:rPr lang="ru-RU" sz="2400" dirty="0" err="1"/>
              <a:t>господарства</a:t>
            </a:r>
            <a:r>
              <a:rPr lang="ru-RU" sz="2400" dirty="0"/>
              <a:t> УРСР у роки </a:t>
            </a:r>
            <a:r>
              <a:rPr lang="ru-RU" sz="2400" dirty="0" err="1"/>
              <a:t>післявоєнної</a:t>
            </a:r>
            <a:r>
              <a:rPr lang="ru-RU" sz="2400" dirty="0"/>
              <a:t> </a:t>
            </a:r>
            <a:r>
              <a:rPr lang="ru-RU" sz="2400" dirty="0" err="1"/>
              <a:t>відбудови</a:t>
            </a:r>
            <a:r>
              <a:rPr lang="ru-RU" sz="2400" dirty="0"/>
              <a:t>:</a:t>
            </a:r>
            <a:endParaRPr lang="uk-UA" sz="24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0BE08FF-130E-632F-E8FC-E8D204C076D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8061871"/>
              </p:ext>
            </p:extLst>
          </p:nvPr>
        </p:nvGraphicFramePr>
        <p:xfrm>
          <a:off x="6208712" y="2603500"/>
          <a:ext cx="48251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194" name="Picture 2">
            <a:extLst>
              <a:ext uri="{FF2B5EF4-FFF2-40B4-BE49-F238E27FC236}">
                <a16:creationId xmlns:a16="http://schemas.microsoft.com/office/drawing/2014/main" id="{FF3C73DA-1E08-892D-D2CB-7CCC02C597F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700" y="2893057"/>
            <a:ext cx="4824413" cy="2837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16949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0FE5D4-77E9-8856-E774-61472D583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/>
              <a:t>Яка </a:t>
            </a:r>
            <a:r>
              <a:rPr lang="ru-RU" sz="2800" dirty="0" err="1"/>
              <a:t>галузь</a:t>
            </a:r>
            <a:r>
              <a:rPr lang="ru-RU" sz="2800" dirty="0"/>
              <a:t> </a:t>
            </a:r>
            <a:r>
              <a:rPr lang="ru-RU" sz="2800" dirty="0" err="1"/>
              <a:t>домінувала</a:t>
            </a:r>
            <a:r>
              <a:rPr lang="ru-RU" sz="2800" dirty="0"/>
              <a:t> за </a:t>
            </a:r>
            <a:r>
              <a:rPr lang="ru-RU" sz="2800" dirty="0" err="1"/>
              <a:t>рівнем</a:t>
            </a:r>
            <a:r>
              <a:rPr lang="ru-RU" sz="2800" dirty="0"/>
              <a:t> </a:t>
            </a:r>
            <a:r>
              <a:rPr lang="ru-RU" sz="2800" dirty="0" err="1"/>
              <a:t>капіталовкладень</a:t>
            </a:r>
            <a:r>
              <a:rPr lang="ru-RU" sz="2800" dirty="0"/>
              <a:t> у </a:t>
            </a:r>
            <a:r>
              <a:rPr lang="ru-RU" sz="2800" dirty="0" err="1"/>
              <a:t>народне</a:t>
            </a:r>
            <a:r>
              <a:rPr lang="ru-RU" sz="2800" dirty="0"/>
              <a:t> </a:t>
            </a:r>
            <a:r>
              <a:rPr lang="ru-RU" sz="2800" dirty="0" err="1"/>
              <a:t>господарство</a:t>
            </a:r>
            <a:r>
              <a:rPr lang="ru-RU" sz="2800" dirty="0"/>
              <a:t> </a:t>
            </a:r>
            <a:r>
              <a:rPr lang="ru-RU" sz="2800" dirty="0" err="1"/>
              <a:t>Української</a:t>
            </a:r>
            <a:r>
              <a:rPr lang="ru-RU" sz="2800" dirty="0"/>
              <a:t> РСР у роки </a:t>
            </a:r>
            <a:r>
              <a:rPr lang="ru-RU" sz="2800" dirty="0" err="1"/>
              <a:t>післявоєнної</a:t>
            </a:r>
            <a:r>
              <a:rPr lang="ru-RU" sz="2800" dirty="0"/>
              <a:t> </a:t>
            </a:r>
            <a:r>
              <a:rPr lang="ru-RU" sz="2800" dirty="0" err="1"/>
              <a:t>відбудови</a:t>
            </a:r>
            <a:r>
              <a:rPr lang="ru-RU" sz="2800" dirty="0"/>
              <a:t>?</a:t>
            </a:r>
            <a:endParaRPr lang="uk-UA" sz="28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38909CB-74AB-BD96-5862-359AE7B0A0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AE95D1E-ED08-3BDC-0345-9A6B521D197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79060376"/>
              </p:ext>
            </p:extLst>
          </p:nvPr>
        </p:nvGraphicFramePr>
        <p:xfrm>
          <a:off x="6208712" y="2603500"/>
          <a:ext cx="48251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93627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6420EB-9B4B-8666-B77C-7D9D409AD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Хто</a:t>
            </a:r>
            <a:r>
              <a:rPr lang="ru-RU" dirty="0"/>
              <a:t> є автором </a:t>
            </a:r>
            <a:r>
              <a:rPr lang="ru-RU" dirty="0" err="1"/>
              <a:t>картини</a:t>
            </a:r>
            <a:r>
              <a:rPr lang="ru-RU" dirty="0"/>
              <a:t>, </a:t>
            </a:r>
            <a:r>
              <a:rPr lang="ru-RU" dirty="0" err="1"/>
              <a:t>репродукцію</a:t>
            </a:r>
            <a:r>
              <a:rPr lang="ru-RU" dirty="0"/>
              <a:t> </a:t>
            </a:r>
            <a:r>
              <a:rPr lang="ru-RU" dirty="0" err="1"/>
              <a:t>якої</a:t>
            </a:r>
            <a:r>
              <a:rPr lang="ru-RU" dirty="0"/>
              <a:t> </a:t>
            </a:r>
            <a:r>
              <a:rPr lang="ru-RU" dirty="0" err="1"/>
              <a:t>зображено</a:t>
            </a:r>
            <a:r>
              <a:rPr lang="ru-RU" dirty="0"/>
              <a:t> на фото?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BFACEC0-BAFC-8A0B-5E97-57844A02E2E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76687987"/>
              </p:ext>
            </p:extLst>
          </p:nvPr>
        </p:nvGraphicFramePr>
        <p:xfrm>
          <a:off x="6208712" y="2603500"/>
          <a:ext cx="48251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4" name="Picture 2">
            <a:extLst>
              <a:ext uri="{FF2B5EF4-FFF2-40B4-BE49-F238E27FC236}">
                <a16:creationId xmlns:a16="http://schemas.microsoft.com/office/drawing/2014/main" id="{454BF196-C3D9-3E6A-CFE4-C0D886341B7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700" y="2771858"/>
            <a:ext cx="4824413" cy="3079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45768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0F8504-5C0D-FD87-4776-3246479CA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dirty="0" err="1"/>
              <a:t>Чи</a:t>
            </a:r>
            <a:r>
              <a:rPr lang="ru-RU" sz="2400" dirty="0"/>
              <a:t> </a:t>
            </a:r>
            <a:r>
              <a:rPr lang="ru-RU" sz="2400" dirty="0" err="1"/>
              <a:t>відображено</a:t>
            </a:r>
            <a:r>
              <a:rPr lang="ru-RU" sz="2400" dirty="0"/>
              <a:t> в </a:t>
            </a:r>
            <a:r>
              <a:rPr lang="ru-RU" sz="2400" dirty="0" err="1"/>
              <a:t>уривках</a:t>
            </a:r>
            <a:r>
              <a:rPr lang="ru-RU" sz="2400" dirty="0"/>
              <a:t> з </a:t>
            </a:r>
            <a:r>
              <a:rPr lang="ru-RU" sz="2400" dirty="0" err="1"/>
              <a:t>історичних</a:t>
            </a:r>
            <a:r>
              <a:rPr lang="ru-RU" sz="2400" dirty="0"/>
              <a:t> </a:t>
            </a:r>
            <a:r>
              <a:rPr lang="ru-RU" sz="2400" dirty="0" err="1"/>
              <a:t>джерел</a:t>
            </a:r>
            <a:r>
              <a:rPr lang="ru-RU" sz="2400" dirty="0"/>
              <a:t> </a:t>
            </a:r>
            <a:r>
              <a:rPr lang="ru-RU" sz="2400" dirty="0" err="1"/>
              <a:t>особливості</a:t>
            </a:r>
            <a:r>
              <a:rPr lang="ru-RU" sz="2400" dirty="0"/>
              <a:t> </a:t>
            </a:r>
            <a:r>
              <a:rPr lang="ru-RU" sz="2400" dirty="0" err="1"/>
              <a:t>економічного</a:t>
            </a:r>
            <a:r>
              <a:rPr lang="ru-RU" sz="2400" dirty="0"/>
              <a:t> </a:t>
            </a:r>
            <a:r>
              <a:rPr lang="ru-RU" sz="2400" dirty="0" err="1"/>
              <a:t>розвитку</a:t>
            </a:r>
            <a:r>
              <a:rPr lang="ru-RU" sz="2400" dirty="0"/>
              <a:t> УРСР у </a:t>
            </a:r>
            <a:r>
              <a:rPr lang="ru-RU" sz="2400" dirty="0" err="1"/>
              <a:t>період</a:t>
            </a:r>
            <a:r>
              <a:rPr lang="ru-RU" sz="2400" dirty="0"/>
              <a:t> </a:t>
            </a:r>
            <a:r>
              <a:rPr lang="ru-RU" sz="2400" dirty="0" err="1"/>
              <a:t>післявоєнної</a:t>
            </a:r>
            <a:r>
              <a:rPr lang="ru-RU" sz="2400" dirty="0"/>
              <a:t> </a:t>
            </a:r>
            <a:r>
              <a:rPr lang="ru-RU" sz="2400" dirty="0" err="1"/>
              <a:t>відбудови</a:t>
            </a:r>
            <a:r>
              <a:rPr lang="ru-RU" sz="2400" dirty="0"/>
              <a:t> (1945 — початок 1950-х </a:t>
            </a:r>
            <a:r>
              <a:rPr lang="ru-RU" sz="2400" dirty="0" err="1"/>
              <a:t>рр</a:t>
            </a:r>
            <a:r>
              <a:rPr lang="ru-RU" sz="2400" dirty="0"/>
              <a:t>.)?</a:t>
            </a:r>
            <a:endParaRPr lang="uk-UA" sz="24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7BE35C1-33C5-DC7B-CF6D-4B4C6F9BDD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uk-UA" i="1" dirty="0"/>
              <a:t>«...Характерним для цього періоду було суттєве зниження плану </a:t>
            </a:r>
            <a:r>
              <a:rPr lang="uk-UA" i="1" dirty="0" err="1"/>
              <a:t>закупівель</a:t>
            </a:r>
            <a:r>
              <a:rPr lang="uk-UA" i="1" dirty="0"/>
              <a:t> зерна, підвищення у 1,5 — 2 рази цін на сільськогосподарську продукцію, збільшення капіталовкладень у сільське господарство».</a:t>
            </a:r>
          </a:p>
          <a:p>
            <a:r>
              <a:rPr lang="uk-UA" i="1" dirty="0"/>
              <a:t>«...Темпи промислового розвитку Західної України були вищими, ніж на сході УРСР. У роки четвертої п’ятирічки тут споруджено понад 2,5 тис. великих і середніх промислових підприємств».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446104F-8CD0-D4E8-9749-E9F0B24F7F5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38674810"/>
              </p:ext>
            </p:extLst>
          </p:nvPr>
        </p:nvGraphicFramePr>
        <p:xfrm>
          <a:off x="6208712" y="2603500"/>
          <a:ext cx="48251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34062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FB68F9D-68D2-8529-A4C8-A0EA17241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Політика</a:t>
            </a:r>
          </a:p>
        </p:txBody>
      </p:sp>
      <p:sp>
        <p:nvSpPr>
          <p:cNvPr id="6" name="Місце для тексту 5">
            <a:extLst>
              <a:ext uri="{FF2B5EF4-FFF2-40B4-BE49-F238E27FC236}">
                <a16:creationId xmlns:a16="http://schemas.microsoft.com/office/drawing/2014/main" id="{8A10A193-6287-E521-E017-06A62E5C1E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274449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A1E8F9-094A-3E5A-4D27-8AA9E1DE0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572" y="838199"/>
            <a:ext cx="9501963" cy="706964"/>
          </a:xfrm>
        </p:spPr>
        <p:txBody>
          <a:bodyPr/>
          <a:lstStyle/>
          <a:p>
            <a:r>
              <a:rPr lang="ru-RU" sz="3200" dirty="0" err="1"/>
              <a:t>Якою</a:t>
            </a:r>
            <a:r>
              <a:rPr lang="ru-RU" sz="3200" dirty="0"/>
              <a:t> цифрою на </a:t>
            </a:r>
            <a:r>
              <a:rPr lang="ru-RU" sz="3200" dirty="0" err="1"/>
              <a:t>карті</a:t>
            </a:r>
            <a:r>
              <a:rPr lang="ru-RU" sz="3200" dirty="0"/>
              <a:t> </a:t>
            </a:r>
            <a:r>
              <a:rPr lang="ru-RU" sz="3200" dirty="0" err="1"/>
              <a:t>позначено</a:t>
            </a:r>
            <a:r>
              <a:rPr lang="ru-RU" sz="3200" dirty="0"/>
              <a:t> </a:t>
            </a:r>
            <a:r>
              <a:rPr lang="ru-RU" sz="3200" dirty="0" err="1"/>
              <a:t>регіон</a:t>
            </a:r>
            <a:r>
              <a:rPr lang="ru-RU" sz="3200" dirty="0"/>
              <a:t>, </a:t>
            </a:r>
            <a:r>
              <a:rPr lang="ru-RU" sz="3200" dirty="0" err="1"/>
              <a:t>що</a:t>
            </a:r>
            <a:r>
              <a:rPr lang="ru-RU" sz="3200" dirty="0"/>
              <a:t> </a:t>
            </a:r>
            <a:r>
              <a:rPr lang="ru-RU" sz="3200" dirty="0" err="1"/>
              <a:t>ввійшов</a:t>
            </a:r>
            <a:r>
              <a:rPr lang="ru-RU" sz="3200" dirty="0"/>
              <a:t> до складу </a:t>
            </a:r>
            <a:r>
              <a:rPr lang="ru-RU" sz="3200" dirty="0" err="1"/>
              <a:t>Української</a:t>
            </a:r>
            <a:r>
              <a:rPr lang="ru-RU" sz="3200" dirty="0"/>
              <a:t> РСР 1945 р.?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B1F3763-3C39-0AD7-D1D2-162B1D937B2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0767931"/>
              </p:ext>
            </p:extLst>
          </p:nvPr>
        </p:nvGraphicFramePr>
        <p:xfrm>
          <a:off x="6208712" y="2603500"/>
          <a:ext cx="48251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A1F8BFFB-540B-6918-1ABF-C66C566129C3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0123" y="2603500"/>
            <a:ext cx="3035567" cy="341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00579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CEF0E2-6EDD-DABD-5AF3-2D910D96E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38199"/>
            <a:ext cx="8761413" cy="706964"/>
          </a:xfrm>
        </p:spPr>
        <p:txBody>
          <a:bodyPr/>
          <a:lstStyle/>
          <a:p>
            <a:r>
              <a:rPr lang="ru-RU" sz="3200" dirty="0"/>
              <a:t>На </a:t>
            </a:r>
            <a:r>
              <a:rPr lang="ru-RU" sz="3200" dirty="0" err="1"/>
              <a:t>карто-схемі</a:t>
            </a:r>
            <a:r>
              <a:rPr lang="ru-RU" sz="3200" dirty="0"/>
              <a:t> заштриховано </a:t>
            </a:r>
            <a:r>
              <a:rPr lang="ru-RU" sz="3200" dirty="0" err="1"/>
              <a:t>територію</a:t>
            </a:r>
            <a:r>
              <a:rPr lang="ru-RU" sz="3200" dirty="0"/>
              <a:t>, </a:t>
            </a:r>
            <a:r>
              <a:rPr lang="ru-RU" sz="3200" dirty="0" err="1"/>
              <a:t>що</a:t>
            </a:r>
            <a:r>
              <a:rPr lang="ru-RU" sz="3200" dirty="0"/>
              <a:t> </a:t>
            </a:r>
            <a:r>
              <a:rPr lang="ru-RU" sz="3200" dirty="0" err="1"/>
              <a:t>увійшла</a:t>
            </a:r>
            <a:r>
              <a:rPr lang="ru-RU" sz="3200" dirty="0"/>
              <a:t> до складу УРСР на </a:t>
            </a:r>
            <a:r>
              <a:rPr lang="ru-RU" sz="3200" dirty="0" err="1"/>
              <a:t>підставі</a:t>
            </a:r>
            <a:r>
              <a:rPr lang="ru-RU" sz="3200" dirty="0"/>
              <a:t> договору </a:t>
            </a:r>
            <a:r>
              <a:rPr lang="ru-RU" sz="3200" dirty="0" err="1"/>
              <a:t>між</a:t>
            </a:r>
            <a:r>
              <a:rPr lang="ru-RU" sz="3200" dirty="0"/>
              <a:t> СРСР та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022EFC3-D353-B4B7-72A1-30ED4C21E28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61495062"/>
              </p:ext>
            </p:extLst>
          </p:nvPr>
        </p:nvGraphicFramePr>
        <p:xfrm>
          <a:off x="6208712" y="2603500"/>
          <a:ext cx="48251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122" name="Picture 2">
            <a:extLst>
              <a:ext uri="{FF2B5EF4-FFF2-40B4-BE49-F238E27FC236}">
                <a16:creationId xmlns:a16="http://schemas.microsoft.com/office/drawing/2014/main" id="{D857DE0A-5E58-9F71-B572-37345B16612E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700" y="2700529"/>
            <a:ext cx="4824413" cy="3222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6060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D3BE06-9A4B-9CD3-F6B3-27308BF11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 err="1"/>
              <a:t>Установіть</a:t>
            </a:r>
            <a:r>
              <a:rPr lang="ru-RU" sz="3200" dirty="0"/>
              <a:t> </a:t>
            </a:r>
            <a:r>
              <a:rPr lang="ru-RU" sz="3200" dirty="0" err="1"/>
              <a:t>послідовність</a:t>
            </a:r>
            <a:r>
              <a:rPr lang="ru-RU" sz="3200" dirty="0"/>
              <a:t> </a:t>
            </a:r>
            <a:r>
              <a:rPr lang="ru-RU" sz="3200" dirty="0" err="1"/>
              <a:t>суспільно-політичних</a:t>
            </a:r>
            <a:r>
              <a:rPr lang="ru-RU" sz="3200" dirty="0"/>
              <a:t> </a:t>
            </a:r>
            <a:r>
              <a:rPr lang="ru-RU" sz="3200" dirty="0" err="1"/>
              <a:t>подій</a:t>
            </a:r>
            <a:r>
              <a:rPr lang="ru-RU" sz="3200" dirty="0"/>
              <a:t> 1940 — </a:t>
            </a:r>
            <a:r>
              <a:rPr lang="ru-RU" sz="3200" dirty="0" err="1"/>
              <a:t>першої</a:t>
            </a:r>
            <a:r>
              <a:rPr lang="ru-RU" sz="3200" dirty="0"/>
              <a:t> </a:t>
            </a:r>
            <a:r>
              <a:rPr lang="ru-RU" sz="3200" dirty="0" err="1"/>
              <a:t>половини</a:t>
            </a:r>
            <a:r>
              <a:rPr lang="ru-RU" sz="3200" dirty="0"/>
              <a:t> 1950-х </a:t>
            </a:r>
            <a:r>
              <a:rPr lang="ru-RU" sz="3200" dirty="0" err="1"/>
              <a:t>рр</a:t>
            </a:r>
            <a:r>
              <a:rPr lang="ru-RU" sz="3200" dirty="0"/>
              <a:t>.</a:t>
            </a:r>
            <a:endParaRPr lang="uk-UA" sz="3200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9F424180-1171-875F-6ADD-FA90FFD6D21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309468536"/>
              </p:ext>
            </p:extLst>
          </p:nvPr>
        </p:nvGraphicFramePr>
        <p:xfrm>
          <a:off x="1154954" y="2603500"/>
          <a:ext cx="4825158" cy="34163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4B8758A-C615-2AC9-DC78-3C52DF067CA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04592402"/>
              </p:ext>
            </p:extLst>
          </p:nvPr>
        </p:nvGraphicFramePr>
        <p:xfrm>
          <a:off x="6208712" y="2603500"/>
          <a:ext cx="48251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5705422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06177D-9FF7-AC4A-9045-1B10CA32F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 err="1"/>
              <a:t>Які</a:t>
            </a:r>
            <a:r>
              <a:rPr lang="ru-RU" sz="2800" dirty="0"/>
              <a:t> </a:t>
            </a:r>
            <a:r>
              <a:rPr lang="ru-RU" sz="2800" dirty="0" err="1"/>
              <a:t>події</a:t>
            </a:r>
            <a:r>
              <a:rPr lang="ru-RU" sz="2800" dirty="0"/>
              <a:t> </a:t>
            </a:r>
            <a:r>
              <a:rPr lang="ru-RU" sz="2800" dirty="0" err="1"/>
              <a:t>суспільно-політичного</a:t>
            </a:r>
            <a:r>
              <a:rPr lang="ru-RU" sz="2800" dirty="0"/>
              <a:t> </a:t>
            </a:r>
            <a:r>
              <a:rPr lang="ru-RU" sz="2800" dirty="0" err="1"/>
              <a:t>життя</a:t>
            </a:r>
            <a:r>
              <a:rPr lang="ru-RU" sz="2800" dirty="0"/>
              <a:t> УРСР </a:t>
            </a:r>
            <a:r>
              <a:rPr lang="ru-RU" sz="2800" dirty="0" err="1"/>
              <a:t>відбулися</a:t>
            </a:r>
            <a:r>
              <a:rPr lang="ru-RU" sz="2800" dirty="0"/>
              <a:t> в </a:t>
            </a:r>
            <a:r>
              <a:rPr lang="ru-RU" sz="2800" dirty="0" err="1"/>
              <a:t>період</a:t>
            </a:r>
            <a:r>
              <a:rPr lang="ru-RU" sz="2800" dirty="0"/>
              <a:t> </a:t>
            </a:r>
            <a:r>
              <a:rPr lang="ru-RU" sz="2800" dirty="0" err="1"/>
              <a:t>повоєнної</a:t>
            </a:r>
            <a:r>
              <a:rPr lang="ru-RU" sz="2800" dirty="0"/>
              <a:t> </a:t>
            </a:r>
            <a:r>
              <a:rPr lang="ru-RU" sz="2800" dirty="0" err="1"/>
              <a:t>відбудови</a:t>
            </a:r>
            <a:r>
              <a:rPr lang="ru-RU" sz="2800" dirty="0"/>
              <a:t> (1946 — початок 1950-х </a:t>
            </a:r>
            <a:r>
              <a:rPr lang="ru-RU" sz="2800" dirty="0" err="1"/>
              <a:t>рр</a:t>
            </a:r>
            <a:r>
              <a:rPr lang="ru-RU" sz="2800" dirty="0"/>
              <a:t>.)?</a:t>
            </a:r>
            <a:endParaRPr lang="uk-UA" sz="28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EEB858E-18E6-0E0D-8928-06D8538E0E2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42779441"/>
              </p:ext>
            </p:extLst>
          </p:nvPr>
        </p:nvGraphicFramePr>
        <p:xfrm>
          <a:off x="1154954" y="2603500"/>
          <a:ext cx="4825158" cy="34163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BD0BC920-08D8-6442-F62D-4AE71A1510A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18478316"/>
              </p:ext>
            </p:extLst>
          </p:nvPr>
        </p:nvGraphicFramePr>
        <p:xfrm>
          <a:off x="6208712" y="2603500"/>
          <a:ext cx="48251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4031192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BB6030-DB53-9B5F-D40D-083318ADC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z="2800" dirty="0"/>
              <a:t>Слова Й. Сталіна </a:t>
            </a:r>
            <a:r>
              <a:rPr lang="ru-RU" sz="2800" dirty="0" err="1"/>
              <a:t>адресовані</a:t>
            </a:r>
            <a:r>
              <a:rPr lang="ru-RU" sz="2800" dirty="0"/>
              <a:t> </a:t>
            </a:r>
            <a:r>
              <a:rPr lang="ru-RU" sz="2800" dirty="0" err="1"/>
              <a:t>першому</a:t>
            </a:r>
            <a:r>
              <a:rPr lang="ru-RU" sz="2800" dirty="0"/>
              <a:t> </a:t>
            </a:r>
            <a:r>
              <a:rPr lang="ru-RU" sz="2800" dirty="0" err="1"/>
              <a:t>секретареві</a:t>
            </a:r>
            <a:r>
              <a:rPr lang="ru-RU" sz="2800" dirty="0"/>
              <a:t> ЦК КП(б)У М. </a:t>
            </a:r>
            <a:r>
              <a:rPr lang="ru-RU" sz="2800" dirty="0" err="1"/>
              <a:t>Хрущову</a:t>
            </a:r>
            <a:r>
              <a:rPr lang="ru-RU" sz="2800" dirty="0"/>
              <a:t> з приводу </a:t>
            </a:r>
            <a:r>
              <a:rPr lang="ru-RU" sz="2800" dirty="0" err="1"/>
              <a:t>повідомлень</a:t>
            </a:r>
            <a:r>
              <a:rPr lang="ru-RU" sz="2800" dirty="0"/>
              <a:t> про </a:t>
            </a:r>
            <a:r>
              <a:rPr lang="ru-RU" sz="2800" dirty="0" err="1"/>
              <a:t>значні</a:t>
            </a:r>
            <a:r>
              <a:rPr lang="ru-RU" sz="2800" dirty="0"/>
              <a:t> </a:t>
            </a:r>
            <a:r>
              <a:rPr lang="ru-RU" sz="2800" dirty="0" err="1"/>
              <a:t>жертви</a:t>
            </a:r>
            <a:r>
              <a:rPr lang="ru-RU" sz="2800" dirty="0"/>
              <a:t> </a:t>
            </a:r>
            <a:r>
              <a:rPr lang="ru-RU" sz="2800" dirty="0" err="1"/>
              <a:t>під</a:t>
            </a:r>
            <a:r>
              <a:rPr lang="ru-RU" sz="2800" dirty="0"/>
              <a:t> час</a:t>
            </a:r>
            <a:endParaRPr lang="uk-UA" sz="28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DECC06B-DEE4-9C05-CE29-F21B9B76E01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1B945EA-B2B9-8E8A-5FDA-69904593D7F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88938083"/>
              </p:ext>
            </p:extLst>
          </p:nvPr>
        </p:nvGraphicFramePr>
        <p:xfrm>
          <a:off x="6208712" y="2603500"/>
          <a:ext cx="48251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25347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8969C5-0661-C20B-0C0F-765873A2E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38199"/>
            <a:ext cx="8761413" cy="706964"/>
          </a:xfrm>
        </p:spPr>
        <p:txBody>
          <a:bodyPr/>
          <a:lstStyle/>
          <a:p>
            <a:r>
              <a:rPr lang="uk-UA" sz="3200" dirty="0"/>
              <a:t>Хронологічні рамки якого явища історії України є зайвими в цьому логічному ланцюжку: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070652E-8B08-D643-A20B-22C3A0543CF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29509392"/>
              </p:ext>
            </p:extLst>
          </p:nvPr>
        </p:nvGraphicFramePr>
        <p:xfrm>
          <a:off x="1154954" y="2603500"/>
          <a:ext cx="4825158" cy="34163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5DA5CB35-E3A8-DF7F-7033-93412304655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85410896"/>
              </p:ext>
            </p:extLst>
          </p:nvPr>
        </p:nvGraphicFramePr>
        <p:xfrm>
          <a:off x="6208712" y="2603500"/>
          <a:ext cx="48251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1525951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6AE7AF-12DE-3474-563F-F8B38B1B0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 err="1"/>
              <a:t>Що</a:t>
            </a:r>
            <a:r>
              <a:rPr lang="ru-RU" sz="2800" dirty="0"/>
              <a:t> </a:t>
            </a:r>
            <a:r>
              <a:rPr lang="ru-RU" sz="2800" dirty="0" err="1"/>
              <a:t>було</a:t>
            </a:r>
            <a:r>
              <a:rPr lang="ru-RU" sz="2800" dirty="0"/>
              <a:t> одним </a:t>
            </a:r>
            <a:r>
              <a:rPr lang="ru-RU" sz="2800" dirty="0" err="1"/>
              <a:t>із</a:t>
            </a:r>
            <a:r>
              <a:rPr lang="ru-RU" sz="2800" dirty="0"/>
              <a:t> </a:t>
            </a:r>
            <a:r>
              <a:rPr lang="ru-RU" sz="2800" dirty="0" err="1"/>
              <a:t>наслідків</a:t>
            </a:r>
            <a:r>
              <a:rPr lang="ru-RU" sz="2800" dirty="0"/>
              <a:t> </a:t>
            </a:r>
            <a:r>
              <a:rPr lang="ru-RU" sz="2800" dirty="0" err="1"/>
              <a:t>депортації</a:t>
            </a:r>
            <a:r>
              <a:rPr lang="ru-RU" sz="2800" dirty="0"/>
              <a:t> в 1944 р. </a:t>
            </a:r>
            <a:r>
              <a:rPr lang="ru-RU" sz="2800" dirty="0" err="1"/>
              <a:t>кримських</a:t>
            </a:r>
            <a:r>
              <a:rPr lang="ru-RU" sz="2800" dirty="0"/>
              <a:t> татар </a:t>
            </a:r>
            <a:r>
              <a:rPr lang="ru-RU" sz="2800" dirty="0" err="1"/>
              <a:t>із</a:t>
            </a:r>
            <a:r>
              <a:rPr lang="ru-RU" sz="2800" dirty="0"/>
              <a:t> </a:t>
            </a:r>
            <a:r>
              <a:rPr lang="ru-RU" sz="2800" dirty="0" err="1"/>
              <a:t>території</a:t>
            </a:r>
            <a:r>
              <a:rPr lang="ru-RU" sz="2800" dirty="0"/>
              <a:t> </a:t>
            </a:r>
            <a:r>
              <a:rPr lang="ru-RU" sz="2800" dirty="0" err="1"/>
              <a:t>Криму</a:t>
            </a:r>
            <a:r>
              <a:rPr lang="ru-RU" sz="2800" dirty="0"/>
              <a:t>?</a:t>
            </a:r>
            <a:endParaRPr lang="uk-UA" sz="28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93D210D-C7A9-6ED4-3D37-35473CB02D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AE08F11-1555-A6A1-07C3-7DAB578EE02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19211676"/>
              </p:ext>
            </p:extLst>
          </p:nvPr>
        </p:nvGraphicFramePr>
        <p:xfrm>
          <a:off x="6208712" y="2603500"/>
          <a:ext cx="48251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17576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8B1937-FAAD-8A38-DD5B-DE1894A66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 err="1"/>
              <a:t>Відображені</a:t>
            </a:r>
            <a:r>
              <a:rPr lang="ru-RU" sz="2800" dirty="0"/>
              <a:t> на </a:t>
            </a:r>
            <a:r>
              <a:rPr lang="ru-RU" sz="2800" dirty="0" err="1"/>
              <a:t>діаграмах</a:t>
            </a:r>
            <a:r>
              <a:rPr lang="ru-RU" sz="2800" dirty="0"/>
              <a:t> </a:t>
            </a:r>
            <a:r>
              <a:rPr lang="ru-RU" sz="2800" dirty="0" err="1"/>
              <a:t>зміни</a:t>
            </a:r>
            <a:r>
              <a:rPr lang="ru-RU" sz="2800" dirty="0"/>
              <a:t> </a:t>
            </a:r>
            <a:r>
              <a:rPr lang="ru-RU" sz="2800" dirty="0" err="1"/>
              <a:t>національного</a:t>
            </a:r>
            <a:r>
              <a:rPr lang="ru-RU" sz="2800" dirty="0"/>
              <a:t> складу </a:t>
            </a:r>
            <a:r>
              <a:rPr lang="ru-RU" sz="2800" dirty="0" err="1"/>
              <a:t>населення</a:t>
            </a:r>
            <a:r>
              <a:rPr lang="ru-RU" sz="2800" dirty="0"/>
              <a:t> </a:t>
            </a:r>
            <a:r>
              <a:rPr lang="ru-RU" sz="2800" dirty="0" err="1"/>
              <a:t>Криму</a:t>
            </a:r>
            <a:r>
              <a:rPr lang="ru-RU" sz="2800" dirty="0"/>
              <a:t> стали </a:t>
            </a:r>
            <a:r>
              <a:rPr lang="ru-RU" sz="2800" dirty="0" err="1"/>
              <a:t>наслідком</a:t>
            </a:r>
            <a:endParaRPr lang="uk-UA" sz="28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DD1FB39-5834-63E4-050B-98F6920F2E9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45518009"/>
              </p:ext>
            </p:extLst>
          </p:nvPr>
        </p:nvGraphicFramePr>
        <p:xfrm>
          <a:off x="6208712" y="2603500"/>
          <a:ext cx="48251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098" name="Picture 2">
            <a:extLst>
              <a:ext uri="{FF2B5EF4-FFF2-40B4-BE49-F238E27FC236}">
                <a16:creationId xmlns:a16="http://schemas.microsoft.com/office/drawing/2014/main" id="{CD2DDDA8-57EB-7AF6-819E-F3E2FFE5C62E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700" y="3175942"/>
            <a:ext cx="4824413" cy="2271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07186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CFB994-41C5-E762-A4CE-E87BCFC4F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зумовило</a:t>
            </a:r>
            <a:r>
              <a:rPr lang="ru-RU" dirty="0"/>
              <a:t> </a:t>
            </a:r>
            <a:r>
              <a:rPr lang="ru-RU" dirty="0" err="1"/>
              <a:t>появу</a:t>
            </a:r>
            <a:r>
              <a:rPr lang="ru-RU" dirty="0"/>
              <a:t> </a:t>
            </a:r>
            <a:r>
              <a:rPr lang="ru-RU" dirty="0" err="1"/>
              <a:t>плакатів-закликів</a:t>
            </a:r>
            <a:r>
              <a:rPr lang="ru-RU" dirty="0"/>
              <a:t>, </a:t>
            </a:r>
            <a:r>
              <a:rPr lang="ru-RU" dirty="0" err="1"/>
              <a:t>зображених</a:t>
            </a:r>
            <a:r>
              <a:rPr lang="ru-RU" dirty="0"/>
              <a:t> на фото?</a:t>
            </a:r>
            <a:endParaRPr lang="uk-UA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6B919BB-F3DA-7FC2-D001-3EB86BF4ACF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6398" y="2177935"/>
            <a:ext cx="4120537" cy="341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Місце для вмісту 3">
            <a:extLst>
              <a:ext uri="{FF2B5EF4-FFF2-40B4-BE49-F238E27FC236}">
                <a16:creationId xmlns:a16="http://schemas.microsoft.com/office/drawing/2014/main" id="{F8CE8B51-2ABE-9BC4-DEFD-30CDFCE26227}"/>
              </a:ext>
            </a:extLst>
          </p:cNvPr>
          <p:cNvSpPr txBox="1">
            <a:spLocks/>
          </p:cNvSpPr>
          <p:nvPr/>
        </p:nvSpPr>
        <p:spPr>
          <a:xfrm>
            <a:off x="7106485" y="2561166"/>
            <a:ext cx="4825159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500"/>
              </a:lnSpc>
              <a:spcAft>
                <a:spcPts val="750"/>
              </a:spcAft>
              <a:buNone/>
            </a:pPr>
            <a:endParaRPr lang="uk-UA" b="0" i="0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6" name="Місце для вмісту 3">
            <a:extLst>
              <a:ext uri="{FF2B5EF4-FFF2-40B4-BE49-F238E27FC236}">
                <a16:creationId xmlns:a16="http://schemas.microsoft.com/office/drawing/2014/main" id="{34CB442A-A222-0512-3D91-D8682F7003AD}"/>
              </a:ext>
            </a:extLst>
          </p:cNvPr>
          <p:cNvSpPr txBox="1">
            <a:spLocks/>
          </p:cNvSpPr>
          <p:nvPr/>
        </p:nvSpPr>
        <p:spPr>
          <a:xfrm>
            <a:off x="0" y="5594235"/>
            <a:ext cx="6882938" cy="1348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200" dirty="0" err="1"/>
              <a:t>Товариші</a:t>
            </a:r>
            <a:r>
              <a:rPr lang="ru-RU" sz="1200" dirty="0"/>
              <a:t> </a:t>
            </a:r>
            <a:r>
              <a:rPr lang="ru-RU" sz="1200" dirty="0" err="1"/>
              <a:t>колгоспники</a:t>
            </a:r>
            <a:r>
              <a:rPr lang="ru-RU" sz="1200" dirty="0"/>
              <a:t> й </a:t>
            </a:r>
            <a:r>
              <a:rPr lang="ru-RU" sz="1200" dirty="0" err="1"/>
              <a:t>колгоспниці</a:t>
            </a:r>
            <a:r>
              <a:rPr lang="ru-RU" sz="1200" dirty="0"/>
              <a:t>!</a:t>
            </a:r>
          </a:p>
          <a:p>
            <a:r>
              <a:rPr lang="ru-RU" sz="1200" dirty="0" err="1"/>
              <a:t>Переселяйтеся</a:t>
            </a:r>
            <a:r>
              <a:rPr lang="ru-RU" sz="1200" dirty="0"/>
              <a:t> в </a:t>
            </a:r>
            <a:r>
              <a:rPr lang="ru-RU" sz="1200" dirty="0" err="1"/>
              <a:t>багату</a:t>
            </a:r>
            <a:r>
              <a:rPr lang="ru-RU" sz="1200" dirty="0"/>
              <a:t> й </a:t>
            </a:r>
            <a:r>
              <a:rPr lang="ru-RU" sz="1200" dirty="0" err="1"/>
              <a:t>родючу</a:t>
            </a:r>
            <a:endParaRPr lang="ru-RU" sz="1200" dirty="0"/>
          </a:p>
          <a:p>
            <a:r>
              <a:rPr lang="ru-RU" sz="1200" dirty="0"/>
              <a:t>КРИМСЬКУ ОБЛАСТЬ</a:t>
            </a:r>
          </a:p>
          <a:p>
            <a:r>
              <a:rPr lang="ru-RU" sz="1200" dirty="0"/>
              <a:t>У 1951 </a:t>
            </a:r>
            <a:r>
              <a:rPr lang="ru-RU" sz="1200" dirty="0" err="1"/>
              <a:t>році</a:t>
            </a:r>
            <a:r>
              <a:rPr lang="ru-RU" sz="1200" dirty="0"/>
              <a:t> проходить </a:t>
            </a:r>
            <a:r>
              <a:rPr lang="ru-RU" sz="1200" dirty="0" err="1"/>
              <a:t>переселення</a:t>
            </a:r>
            <a:r>
              <a:rPr lang="ru-RU" sz="1200" dirty="0"/>
              <a:t> </a:t>
            </a:r>
            <a:r>
              <a:rPr lang="ru-RU" sz="1200" dirty="0" err="1"/>
              <a:t>колгоспників</a:t>
            </a:r>
            <a:r>
              <a:rPr lang="ru-RU" sz="1200" dirty="0"/>
              <a:t> у </a:t>
            </a:r>
            <a:r>
              <a:rPr lang="ru-RU" sz="1200" dirty="0" err="1"/>
              <a:t>колгоспи</a:t>
            </a:r>
            <a:r>
              <a:rPr lang="ru-RU" sz="1200" dirty="0"/>
              <a:t> </a:t>
            </a:r>
            <a:r>
              <a:rPr lang="ru-RU" sz="1200" dirty="0" err="1"/>
              <a:t>Кримської</a:t>
            </a:r>
            <a:r>
              <a:rPr lang="ru-RU" sz="1200" dirty="0"/>
              <a:t> </a:t>
            </a:r>
            <a:r>
              <a:rPr lang="ru-RU" sz="1200" dirty="0" err="1"/>
              <a:t>області</a:t>
            </a:r>
            <a:endParaRPr lang="uk-UA" sz="1200" dirty="0"/>
          </a:p>
        </p:txBody>
      </p:sp>
      <p:graphicFrame>
        <p:nvGraphicFramePr>
          <p:cNvPr id="9" name="Місце для вмісту 8">
            <a:extLst>
              <a:ext uri="{FF2B5EF4-FFF2-40B4-BE49-F238E27FC236}">
                <a16:creationId xmlns:a16="http://schemas.microsoft.com/office/drawing/2014/main" id="{836396B2-F475-E7C8-9A38-ABF17B4B8C9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24026534"/>
              </p:ext>
            </p:extLst>
          </p:nvPr>
        </p:nvGraphicFramePr>
        <p:xfrm>
          <a:off x="6208712" y="2603500"/>
          <a:ext cx="48251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295068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A30597-56D9-6C9C-49C0-234815623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факти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свідчать</a:t>
            </a:r>
            <a:r>
              <a:rPr lang="ru-RU" dirty="0"/>
              <a:t> про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94D9299-1B23-4E4C-DE95-EC35BB0B94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 err="1"/>
              <a:t>Утворення</a:t>
            </a:r>
            <a:r>
              <a:rPr lang="ru-RU" dirty="0"/>
              <a:t> наркомату </a:t>
            </a:r>
            <a:r>
              <a:rPr lang="ru-RU" dirty="0" err="1"/>
              <a:t>закордонних</a:t>
            </a:r>
            <a:r>
              <a:rPr lang="ru-RU" dirty="0"/>
              <a:t> справ УРСР (1944 р.), </a:t>
            </a:r>
          </a:p>
          <a:p>
            <a:r>
              <a:rPr lang="ru-RU" dirty="0" err="1"/>
              <a:t>Вступ</a:t>
            </a:r>
            <a:r>
              <a:rPr lang="ru-RU" dirty="0"/>
              <a:t> </a:t>
            </a:r>
            <a:r>
              <a:rPr lang="ru-RU" dirty="0" err="1"/>
              <a:t>республіки</a:t>
            </a:r>
            <a:r>
              <a:rPr lang="ru-RU" dirty="0"/>
              <a:t> до </a:t>
            </a:r>
            <a:r>
              <a:rPr lang="ru-RU" dirty="0" err="1"/>
              <a:t>Організації</a:t>
            </a:r>
            <a:r>
              <a:rPr lang="ru-RU" dirty="0"/>
              <a:t> </a:t>
            </a:r>
            <a:r>
              <a:rPr lang="ru-RU" dirty="0" err="1"/>
              <a:t>Об’єднаних</a:t>
            </a:r>
            <a:r>
              <a:rPr lang="ru-RU" dirty="0"/>
              <a:t> </a:t>
            </a:r>
            <a:r>
              <a:rPr lang="ru-RU" dirty="0" err="1"/>
              <a:t>Націй</a:t>
            </a:r>
            <a:r>
              <a:rPr lang="ru-RU" dirty="0"/>
              <a:t> (1945 р.) 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A60CED8-AA95-A4E3-5247-A1080C4D12C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53857612"/>
              </p:ext>
            </p:extLst>
          </p:nvPr>
        </p:nvGraphicFramePr>
        <p:xfrm>
          <a:off x="6208712" y="2603500"/>
          <a:ext cx="48251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13803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250B27-B0AE-8FFB-78B7-9B31615F4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 яку </a:t>
            </a:r>
            <a:r>
              <a:rPr lang="ru-RU" dirty="0" err="1"/>
              <a:t>міжнародну</a:t>
            </a:r>
            <a:r>
              <a:rPr lang="ru-RU" dirty="0"/>
              <a:t> </a:t>
            </a:r>
            <a:r>
              <a:rPr lang="ru-RU" dirty="0" err="1"/>
              <a:t>організацію</a:t>
            </a:r>
            <a:r>
              <a:rPr lang="ru-RU" dirty="0"/>
              <a:t> </a:t>
            </a:r>
            <a:r>
              <a:rPr lang="ru-RU" dirty="0" err="1"/>
              <a:t>йдеться</a:t>
            </a:r>
            <a:r>
              <a:rPr lang="ru-RU" dirty="0"/>
              <a:t> в </a:t>
            </a:r>
            <a:r>
              <a:rPr lang="ru-RU" dirty="0" err="1"/>
              <a:t>цитованому</a:t>
            </a:r>
            <a:r>
              <a:rPr lang="ru-RU" dirty="0"/>
              <a:t> </a:t>
            </a:r>
            <a:r>
              <a:rPr lang="ru-RU" dirty="0" err="1"/>
              <a:t>документі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B6D5D03-6913-F61E-2EFF-4C6B683218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«Засідання рекомендує, щоб Українська Радянська Соціалістична Республіка і Білоруська Радянська Соціалістична Республіка були запрошені стати членами-засновниками пропонованої Міжнародної Організації…»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E435C71-5178-0D8A-5099-B6FA6914A77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41918374"/>
              </p:ext>
            </p:extLst>
          </p:nvPr>
        </p:nvGraphicFramePr>
        <p:xfrm>
          <a:off x="6208712" y="2603500"/>
          <a:ext cx="48251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11709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C5756C-8175-7BC0-8A08-EC84E8B7F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/>
              <a:t>У </a:t>
            </a:r>
            <a:r>
              <a:rPr lang="ru-RU" sz="3200" dirty="0" err="1"/>
              <a:t>якому</a:t>
            </a:r>
            <a:r>
              <a:rPr lang="ru-RU" sz="3200" dirty="0"/>
              <a:t> </a:t>
            </a:r>
            <a:r>
              <a:rPr lang="ru-RU" sz="3200" dirty="0" err="1"/>
              <a:t>році</a:t>
            </a:r>
            <a:r>
              <a:rPr lang="ru-RU" sz="3200" dirty="0"/>
              <a:t> </a:t>
            </a:r>
            <a:r>
              <a:rPr lang="ru-RU" sz="3200" dirty="0" err="1"/>
              <a:t>Українська</a:t>
            </a:r>
            <a:r>
              <a:rPr lang="ru-RU" sz="3200" dirty="0"/>
              <a:t> РСР стала членом </a:t>
            </a:r>
            <a:r>
              <a:rPr lang="ru-RU" sz="3200" dirty="0" err="1"/>
              <a:t>Організації</a:t>
            </a:r>
            <a:r>
              <a:rPr lang="ru-RU" sz="3200" dirty="0"/>
              <a:t> </a:t>
            </a:r>
            <a:r>
              <a:rPr lang="ru-RU" sz="3200" dirty="0" err="1"/>
              <a:t>Об’єднаних</a:t>
            </a:r>
            <a:r>
              <a:rPr lang="ru-RU" sz="3200" dirty="0"/>
              <a:t> </a:t>
            </a:r>
            <a:r>
              <a:rPr lang="ru-RU" sz="3200" dirty="0" err="1"/>
              <a:t>Націй</a:t>
            </a:r>
            <a:r>
              <a:rPr lang="ru-RU" sz="3200" dirty="0"/>
              <a:t>?</a:t>
            </a:r>
            <a:endParaRPr lang="uk-UA" sz="32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1A26D4F-0EB9-0DC9-F7AC-C87E99E9549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7E34CD2-CD15-2144-4E69-C4555B19873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52952682"/>
              </p:ext>
            </p:extLst>
          </p:nvPr>
        </p:nvGraphicFramePr>
        <p:xfrm>
          <a:off x="6208712" y="2603500"/>
          <a:ext cx="48251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46612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05304A-D818-7CB1-CAAC-90D8B95DA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Хто очолював урядові делегації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4582C68-D333-F4E3-070B-BA10540D2B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 err="1"/>
              <a:t>Української</a:t>
            </a:r>
            <a:r>
              <a:rPr lang="ru-RU" dirty="0"/>
              <a:t> РСР на Сан-</a:t>
            </a:r>
            <a:r>
              <a:rPr lang="ru-RU" dirty="0" err="1"/>
              <a:t>Франциській</a:t>
            </a:r>
            <a:r>
              <a:rPr lang="ru-RU" dirty="0"/>
              <a:t> (1945 р.), </a:t>
            </a:r>
            <a:r>
              <a:rPr lang="ru-RU" dirty="0" err="1"/>
              <a:t>Паризькій</a:t>
            </a:r>
            <a:r>
              <a:rPr lang="ru-RU" dirty="0"/>
              <a:t> (1946—1947 </a:t>
            </a:r>
            <a:r>
              <a:rPr lang="ru-RU" dirty="0" err="1"/>
              <a:t>рр</a:t>
            </a:r>
            <a:r>
              <a:rPr lang="ru-RU" dirty="0"/>
              <a:t>.) та </a:t>
            </a:r>
            <a:r>
              <a:rPr lang="ru-RU" dirty="0" err="1"/>
              <a:t>Дунайській</a:t>
            </a:r>
            <a:r>
              <a:rPr lang="ru-RU" dirty="0"/>
              <a:t> (1948 р.) </a:t>
            </a:r>
            <a:r>
              <a:rPr lang="ru-RU" dirty="0" err="1"/>
              <a:t>міжнародних</a:t>
            </a:r>
            <a:r>
              <a:rPr lang="ru-RU" dirty="0"/>
              <a:t> </a:t>
            </a:r>
            <a:r>
              <a:rPr lang="ru-RU" dirty="0" err="1"/>
              <a:t>конференціях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D14DA4B-3492-E056-E711-80F27E93BC6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47866154"/>
              </p:ext>
            </p:extLst>
          </p:nvPr>
        </p:nvGraphicFramePr>
        <p:xfrm>
          <a:off x="6208712" y="2603500"/>
          <a:ext cx="48251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46320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1BD011-B5F7-2F51-50B8-3C4633225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якою</a:t>
            </a:r>
            <a:r>
              <a:rPr lang="ru-RU" dirty="0"/>
              <a:t> метою в </a:t>
            </a:r>
            <a:r>
              <a:rPr lang="ru-RU" dirty="0" err="1"/>
              <a:t>Україні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9DC9DF8-1E98-F6BE-1CDF-7E747C21E4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 err="1"/>
              <a:t>наприкінці</a:t>
            </a:r>
            <a:r>
              <a:rPr lang="ru-RU" dirty="0"/>
              <a:t> 1940 — початку 1950-х </a:t>
            </a:r>
            <a:r>
              <a:rPr lang="ru-RU" dirty="0" err="1"/>
              <a:t>рр</a:t>
            </a:r>
            <a:r>
              <a:rPr lang="ru-RU" dirty="0"/>
              <a:t>. </a:t>
            </a:r>
            <a:r>
              <a:rPr lang="ru-RU" dirty="0" err="1"/>
              <a:t>розгорнуто</a:t>
            </a:r>
            <a:r>
              <a:rPr lang="ru-RU" dirty="0"/>
              <a:t> </a:t>
            </a:r>
            <a:r>
              <a:rPr lang="ru-RU" dirty="0" err="1"/>
              <a:t>кампанії</a:t>
            </a:r>
            <a:r>
              <a:rPr lang="ru-RU" dirty="0"/>
              <a:t> </a:t>
            </a:r>
            <a:r>
              <a:rPr lang="ru-RU" dirty="0" err="1"/>
              <a:t>боротьби</a:t>
            </a:r>
            <a:r>
              <a:rPr lang="ru-RU" dirty="0"/>
              <a:t> </a:t>
            </a:r>
            <a:r>
              <a:rPr lang="ru-RU" dirty="0" err="1"/>
              <a:t>проти</a:t>
            </a:r>
            <a:r>
              <a:rPr lang="ru-RU" dirty="0"/>
              <a:t> «</a:t>
            </a:r>
            <a:r>
              <a:rPr lang="ru-RU" dirty="0" err="1"/>
              <a:t>космополітизму</a:t>
            </a:r>
            <a:r>
              <a:rPr lang="ru-RU" dirty="0"/>
              <a:t>» та «</a:t>
            </a:r>
            <a:r>
              <a:rPr lang="ru-RU" dirty="0" err="1"/>
              <a:t>низькопоклонства</a:t>
            </a:r>
            <a:r>
              <a:rPr lang="ru-RU" dirty="0"/>
              <a:t> перед Заходом»?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5591CAA-0686-3844-229B-BD66B4DE242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93195187"/>
              </p:ext>
            </p:extLst>
          </p:nvPr>
        </p:nvGraphicFramePr>
        <p:xfrm>
          <a:off x="6208712" y="2603500"/>
          <a:ext cx="48251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84140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28081E-08B5-4E38-7B19-9E7886F24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 err="1"/>
              <a:t>Кампанія</a:t>
            </a:r>
            <a:r>
              <a:rPr lang="ru-RU" sz="2800" dirty="0"/>
              <a:t> </a:t>
            </a:r>
            <a:r>
              <a:rPr lang="ru-RU" sz="2800" dirty="0" err="1"/>
              <a:t>боротьби</a:t>
            </a:r>
            <a:r>
              <a:rPr lang="ru-RU" sz="2800" dirty="0"/>
              <a:t> з «</a:t>
            </a:r>
            <a:r>
              <a:rPr lang="ru-RU" sz="2800" dirty="0" err="1"/>
              <a:t>безрідним</a:t>
            </a:r>
            <a:r>
              <a:rPr lang="ru-RU" sz="2800" dirty="0"/>
              <a:t> </a:t>
            </a:r>
            <a:r>
              <a:rPr lang="ru-RU" sz="2800" dirty="0" err="1"/>
              <a:t>космополітизмом</a:t>
            </a:r>
            <a:r>
              <a:rPr lang="ru-RU" sz="2800" dirty="0"/>
              <a:t>», </a:t>
            </a:r>
            <a:r>
              <a:rPr lang="ru-RU" sz="2800" dirty="0" err="1"/>
              <a:t>що</a:t>
            </a:r>
            <a:r>
              <a:rPr lang="ru-RU" sz="2800" dirty="0"/>
              <a:t> </a:t>
            </a:r>
            <a:r>
              <a:rPr lang="ru-RU" sz="2800" dirty="0" err="1"/>
              <a:t>розгорнулася</a:t>
            </a:r>
            <a:r>
              <a:rPr lang="ru-RU" sz="2800" dirty="0"/>
              <a:t> в УРСР у </a:t>
            </a:r>
            <a:r>
              <a:rPr lang="ru-RU" sz="2800" dirty="0" err="1"/>
              <a:t>повоєнні</a:t>
            </a:r>
            <a:r>
              <a:rPr lang="ru-RU" sz="2800" dirty="0"/>
              <a:t> роки, мала </a:t>
            </a:r>
            <a:r>
              <a:rPr lang="ru-RU" sz="2800" dirty="0" err="1"/>
              <a:t>яскраво</a:t>
            </a:r>
            <a:r>
              <a:rPr lang="ru-RU" sz="2800" dirty="0"/>
              <a:t> </a:t>
            </a:r>
            <a:r>
              <a:rPr lang="ru-RU" sz="2800" dirty="0" err="1"/>
              <a:t>виражений</a:t>
            </a:r>
            <a:endParaRPr lang="uk-UA" sz="28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4F876A0-A44C-29F2-2413-A588504E2E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DFBFA09-2819-1EC3-BF79-1DACB561A8A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32789460"/>
              </p:ext>
            </p:extLst>
          </p:nvPr>
        </p:nvGraphicFramePr>
        <p:xfrm>
          <a:off x="6208712" y="2603500"/>
          <a:ext cx="48251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47679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DBE949-4A0F-BAA1-F19E-EDEC0853E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Укажіть</a:t>
            </a:r>
            <a:r>
              <a:rPr lang="ru-RU" dirty="0"/>
              <a:t> </a:t>
            </a:r>
            <a:r>
              <a:rPr lang="ru-RU" dirty="0" err="1"/>
              <a:t>період</a:t>
            </a:r>
            <a:r>
              <a:rPr lang="ru-RU" dirty="0"/>
              <a:t> </a:t>
            </a:r>
            <a:r>
              <a:rPr lang="ru-RU" dirty="0" err="1"/>
              <a:t>розвитку</a:t>
            </a:r>
            <a:r>
              <a:rPr lang="ru-RU" dirty="0"/>
              <a:t> </a:t>
            </a:r>
            <a:r>
              <a:rPr lang="ru-RU" dirty="0" err="1"/>
              <a:t>українського</a:t>
            </a:r>
            <a:r>
              <a:rPr lang="ru-RU" dirty="0"/>
              <a:t> </a:t>
            </a:r>
            <a:r>
              <a:rPr lang="ru-RU" dirty="0" err="1"/>
              <a:t>суспільства</a:t>
            </a:r>
            <a:r>
              <a:rPr lang="ru-RU" dirty="0"/>
              <a:t>,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365B2F7-DD1F-42AE-306A-55EF844BC5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 err="1"/>
              <a:t>характерними</a:t>
            </a:r>
            <a:r>
              <a:rPr lang="ru-RU" dirty="0"/>
              <a:t> рисами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була</a:t>
            </a:r>
            <a:r>
              <a:rPr lang="ru-RU" dirty="0"/>
              <a:t> </a:t>
            </a:r>
            <a:r>
              <a:rPr lang="ru-RU" dirty="0" err="1"/>
              <a:t>боротьба</a:t>
            </a:r>
            <a:r>
              <a:rPr lang="ru-RU" dirty="0"/>
              <a:t> </a:t>
            </a:r>
            <a:r>
              <a:rPr lang="ru-RU" dirty="0" err="1"/>
              <a:t>влади</a:t>
            </a:r>
            <a:r>
              <a:rPr lang="ru-RU" dirty="0"/>
              <a:t> з </a:t>
            </a:r>
            <a:r>
              <a:rPr lang="ru-RU" dirty="0" err="1"/>
              <a:t>проявами</a:t>
            </a:r>
            <a:r>
              <a:rPr lang="ru-RU" dirty="0"/>
              <a:t> “</a:t>
            </a:r>
            <a:r>
              <a:rPr lang="ru-RU" dirty="0" err="1"/>
              <a:t>українського</a:t>
            </a:r>
            <a:r>
              <a:rPr lang="ru-RU" dirty="0"/>
              <a:t> буржуазного </a:t>
            </a:r>
            <a:r>
              <a:rPr lang="ru-RU" dirty="0" err="1"/>
              <a:t>націоналізму</a:t>
            </a:r>
            <a:r>
              <a:rPr lang="ru-RU" dirty="0"/>
              <a:t>”, з “</a:t>
            </a:r>
            <a:r>
              <a:rPr lang="ru-RU" dirty="0" err="1"/>
              <a:t>космополітизмом</a:t>
            </a:r>
            <a:r>
              <a:rPr lang="ru-RU" dirty="0"/>
              <a:t>” та “</a:t>
            </a:r>
            <a:r>
              <a:rPr lang="ru-RU" dirty="0" err="1"/>
              <a:t>низькопоклонством</a:t>
            </a:r>
            <a:r>
              <a:rPr lang="ru-RU" dirty="0"/>
              <a:t> перед Заходом”.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D9EC8BA-39B7-9EDD-8D69-FCC419FAF56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22515066"/>
              </p:ext>
            </p:extLst>
          </p:nvPr>
        </p:nvGraphicFramePr>
        <p:xfrm>
          <a:off x="6211890" y="2603500"/>
          <a:ext cx="48251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387568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9B972B-2812-789B-E723-B5303B72D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38199"/>
            <a:ext cx="8761413" cy="706964"/>
          </a:xfrm>
        </p:spPr>
        <p:txBody>
          <a:bodyPr/>
          <a:lstStyle/>
          <a:p>
            <a:r>
              <a:rPr lang="ru-RU" sz="2400" dirty="0" err="1"/>
              <a:t>Укажіть</a:t>
            </a:r>
            <a:r>
              <a:rPr lang="ru-RU" sz="2400" dirty="0"/>
              <a:t> </a:t>
            </a:r>
            <a:r>
              <a:rPr lang="ru-RU" sz="2400" dirty="0" err="1"/>
              <a:t>уривок</a:t>
            </a:r>
            <a:r>
              <a:rPr lang="ru-RU" sz="2400" dirty="0"/>
              <a:t> з </a:t>
            </a:r>
            <a:r>
              <a:rPr lang="ru-RU" sz="2400" dirty="0" err="1"/>
              <a:t>історичного</a:t>
            </a:r>
            <a:r>
              <a:rPr lang="ru-RU" sz="2400" dirty="0"/>
              <a:t> </a:t>
            </a:r>
            <a:r>
              <a:rPr lang="ru-RU" sz="2400" dirty="0" err="1"/>
              <a:t>джерела</a:t>
            </a:r>
            <a:r>
              <a:rPr lang="ru-RU" sz="2400" dirty="0"/>
              <a:t>, де </a:t>
            </a:r>
            <a:r>
              <a:rPr lang="ru-RU" sz="2400" dirty="0" err="1"/>
              <a:t>відображено</a:t>
            </a:r>
            <a:r>
              <a:rPr lang="ru-RU" sz="2400" dirty="0"/>
              <a:t> проблему </a:t>
            </a:r>
            <a:r>
              <a:rPr lang="ru-RU" sz="2400" dirty="0" err="1"/>
              <a:t>радянської</a:t>
            </a:r>
            <a:r>
              <a:rPr lang="ru-RU" sz="2400" dirty="0"/>
              <a:t> </a:t>
            </a:r>
            <a:r>
              <a:rPr lang="ru-RU" sz="2400" dirty="0" err="1"/>
              <a:t>дійсності</a:t>
            </a:r>
            <a:r>
              <a:rPr lang="ru-RU" sz="2400" dirty="0"/>
              <a:t> </a:t>
            </a:r>
            <a:r>
              <a:rPr lang="ru-RU" sz="2400" dirty="0" err="1"/>
              <a:t>кінця</a:t>
            </a:r>
            <a:r>
              <a:rPr lang="ru-RU" sz="2400" dirty="0"/>
              <a:t> 1940-х – початку 1950-х </a:t>
            </a:r>
            <a:r>
              <a:rPr lang="ru-RU" sz="2400" dirty="0" err="1"/>
              <a:t>рр</a:t>
            </a:r>
            <a:r>
              <a:rPr lang="ru-RU" sz="2400" dirty="0"/>
              <a:t>., на </a:t>
            </a:r>
            <a:r>
              <a:rPr lang="ru-RU" sz="2400" dirty="0" err="1"/>
              <a:t>якій</a:t>
            </a:r>
            <a:r>
              <a:rPr lang="ru-RU" sz="2400" dirty="0"/>
              <a:t> </a:t>
            </a:r>
            <a:r>
              <a:rPr lang="ru-RU" sz="2400" dirty="0" err="1"/>
              <a:t>фокусує</a:t>
            </a:r>
            <a:r>
              <a:rPr lang="ru-RU" sz="2400" dirty="0"/>
              <a:t> </a:t>
            </a:r>
            <a:r>
              <a:rPr lang="ru-RU" sz="2400" dirty="0" err="1"/>
              <a:t>увагу</a:t>
            </a:r>
            <a:r>
              <a:rPr lang="ru-RU" sz="2400" dirty="0"/>
              <a:t> карикатура?</a:t>
            </a:r>
            <a:endParaRPr lang="uk-UA" sz="24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5EE1B21-A1A2-B869-92D8-170A9E6EAF5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27231366"/>
              </p:ext>
            </p:extLst>
          </p:nvPr>
        </p:nvGraphicFramePr>
        <p:xfrm>
          <a:off x="6208712" y="2277687"/>
          <a:ext cx="5778241" cy="45803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218" name="Picture 2">
            <a:extLst>
              <a:ext uri="{FF2B5EF4-FFF2-40B4-BE49-F238E27FC236}">
                <a16:creationId xmlns:a16="http://schemas.microsoft.com/office/drawing/2014/main" id="{E105B97D-E9E8-7250-F116-2CF4A7168A8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1388" y="2603500"/>
            <a:ext cx="2813037" cy="341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4932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FD6B28-277F-E290-EA70-45662EC65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38199"/>
            <a:ext cx="8761413" cy="706964"/>
          </a:xfrm>
        </p:spPr>
        <p:txBody>
          <a:bodyPr/>
          <a:lstStyle/>
          <a:p>
            <a:r>
              <a:rPr lang="ru-RU" sz="3200" dirty="0" err="1"/>
              <a:t>Що</a:t>
            </a:r>
            <a:r>
              <a:rPr lang="ru-RU" sz="3200" dirty="0"/>
              <a:t> стало причиною </a:t>
            </a:r>
            <a:r>
              <a:rPr lang="ru-RU" sz="3200" dirty="0" err="1"/>
              <a:t>явища</a:t>
            </a:r>
            <a:r>
              <a:rPr lang="ru-RU" sz="3200" dirty="0"/>
              <a:t> в </a:t>
            </a:r>
            <a:r>
              <a:rPr lang="ru-RU" sz="3200" dirty="0" err="1"/>
              <a:t>історії</a:t>
            </a:r>
            <a:r>
              <a:rPr lang="ru-RU" sz="3200" dirty="0"/>
              <a:t> СРСР та УРСР, </a:t>
            </a:r>
            <a:r>
              <a:rPr lang="ru-RU" sz="3200" dirty="0" err="1"/>
              <a:t>відображеного</a:t>
            </a:r>
            <a:r>
              <a:rPr lang="ru-RU" sz="3200" dirty="0"/>
              <a:t> в </a:t>
            </a:r>
            <a:r>
              <a:rPr lang="ru-RU" sz="3200" dirty="0" err="1"/>
              <a:t>уривку</a:t>
            </a:r>
            <a:r>
              <a:rPr lang="ru-RU" sz="3200" dirty="0"/>
              <a:t> з </a:t>
            </a:r>
            <a:r>
              <a:rPr lang="ru-RU" sz="3200" dirty="0" err="1"/>
              <a:t>історичного</a:t>
            </a:r>
            <a:r>
              <a:rPr lang="ru-RU" sz="3200" dirty="0"/>
              <a:t> </a:t>
            </a:r>
            <a:r>
              <a:rPr lang="ru-RU" sz="3200" dirty="0" err="1"/>
              <a:t>джерела</a:t>
            </a:r>
            <a:r>
              <a:rPr lang="ru-RU" sz="3200" dirty="0"/>
              <a:t>: </a:t>
            </a:r>
            <a:endParaRPr lang="uk-UA" sz="32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A5385B5-BF68-7312-CD52-E3B1C90D2D6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«…у нас </a:t>
            </a:r>
            <a:r>
              <a:rPr lang="ru-RU" i="1" dirty="0" err="1"/>
              <a:t>фактично</a:t>
            </a:r>
            <a:r>
              <a:rPr lang="ru-RU" i="1" dirty="0"/>
              <a:t> </a:t>
            </a:r>
            <a:r>
              <a:rPr lang="ru-RU" i="1" dirty="0" err="1"/>
              <a:t>відсутні</a:t>
            </a:r>
            <a:r>
              <a:rPr lang="ru-RU" i="1" dirty="0"/>
              <a:t> </a:t>
            </a:r>
            <a:r>
              <a:rPr lang="ru-RU" i="1" dirty="0" err="1"/>
              <a:t>вартісні</a:t>
            </a:r>
            <a:r>
              <a:rPr lang="ru-RU" i="1" dirty="0"/>
              <a:t> </a:t>
            </a:r>
            <a:r>
              <a:rPr lang="ru-RU" i="1" dirty="0" err="1"/>
              <a:t>відношення</a:t>
            </a:r>
            <a:r>
              <a:rPr lang="ru-RU" i="1" dirty="0"/>
              <a:t>, а </a:t>
            </a:r>
            <a:r>
              <a:rPr lang="ru-RU" i="1" dirty="0" err="1"/>
              <a:t>ціни</a:t>
            </a:r>
            <a:r>
              <a:rPr lang="ru-RU" i="1" dirty="0"/>
              <a:t> не </a:t>
            </a:r>
            <a:r>
              <a:rPr lang="ru-RU" i="1" dirty="0" err="1"/>
              <a:t>грають</a:t>
            </a:r>
            <a:r>
              <a:rPr lang="ru-RU" i="1" dirty="0"/>
              <a:t> </a:t>
            </a:r>
            <a:r>
              <a:rPr lang="ru-RU" i="1" dirty="0" err="1"/>
              <a:t>ролі</a:t>
            </a:r>
            <a:r>
              <a:rPr lang="ru-RU" i="1" dirty="0"/>
              <a:t>. Головне – </a:t>
            </a:r>
            <a:r>
              <a:rPr lang="ru-RU" i="1" dirty="0" err="1"/>
              <a:t>централізований</a:t>
            </a:r>
            <a:r>
              <a:rPr lang="ru-RU" i="1" dirty="0"/>
              <a:t> </a:t>
            </a:r>
            <a:r>
              <a:rPr lang="ru-RU" i="1" dirty="0" err="1"/>
              <a:t>розподіл</a:t>
            </a:r>
            <a:r>
              <a:rPr lang="ru-RU" i="1" dirty="0"/>
              <a:t>...»?</a:t>
            </a:r>
            <a:endParaRPr lang="uk-UA" i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BA9B29D-51AC-1BCD-0B8F-C78FB5DD269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00387071"/>
              </p:ext>
            </p:extLst>
          </p:nvPr>
        </p:nvGraphicFramePr>
        <p:xfrm>
          <a:off x="6208712" y="2603500"/>
          <a:ext cx="48251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592275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070C80-D718-6013-59B9-71CB0A38F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38199"/>
            <a:ext cx="8761413" cy="706964"/>
          </a:xfrm>
        </p:spPr>
        <p:txBody>
          <a:bodyPr/>
          <a:lstStyle/>
          <a:p>
            <a:r>
              <a:rPr lang="ru-RU" sz="2400" dirty="0" err="1"/>
              <a:t>Які</a:t>
            </a:r>
            <a:r>
              <a:rPr lang="ru-RU" sz="2400" dirty="0"/>
              <a:t> </a:t>
            </a:r>
            <a:r>
              <a:rPr lang="ru-RU" sz="2400" dirty="0" err="1"/>
              <a:t>поняття</a:t>
            </a:r>
            <a:r>
              <a:rPr lang="ru-RU" sz="2400" dirty="0"/>
              <a:t> та </a:t>
            </a:r>
            <a:r>
              <a:rPr lang="ru-RU" sz="2400" dirty="0" err="1"/>
              <a:t>терміни</a:t>
            </a:r>
            <a:r>
              <a:rPr lang="ru-RU" sz="2400" dirty="0"/>
              <a:t> </a:t>
            </a:r>
            <a:r>
              <a:rPr lang="ru-RU" sz="2400" dirty="0" err="1"/>
              <a:t>потрібно</a:t>
            </a:r>
            <a:r>
              <a:rPr lang="ru-RU" sz="2400" dirty="0"/>
              <a:t> </a:t>
            </a:r>
            <a:r>
              <a:rPr lang="ru-RU" sz="2400" dirty="0" err="1"/>
              <a:t>використовувати</a:t>
            </a:r>
            <a:r>
              <a:rPr lang="ru-RU" sz="2400" dirty="0"/>
              <a:t>, </a:t>
            </a:r>
            <a:r>
              <a:rPr lang="ru-RU" sz="2400" dirty="0" err="1"/>
              <a:t>характеризуючи</a:t>
            </a:r>
            <a:r>
              <a:rPr lang="ru-RU" sz="2400" dirty="0"/>
              <a:t> </a:t>
            </a:r>
            <a:r>
              <a:rPr lang="ru-RU" sz="2400" dirty="0" err="1"/>
              <a:t>процес</a:t>
            </a:r>
            <a:r>
              <a:rPr lang="ru-RU" sz="2400" dirty="0"/>
              <a:t> </a:t>
            </a:r>
            <a:r>
              <a:rPr lang="ru-RU" sz="2400" dirty="0" err="1"/>
              <a:t>радянізації</a:t>
            </a:r>
            <a:r>
              <a:rPr lang="ru-RU" sz="2400" dirty="0"/>
              <a:t> </a:t>
            </a:r>
            <a:r>
              <a:rPr lang="ru-RU" sz="2400" dirty="0" err="1"/>
              <a:t>західних</a:t>
            </a:r>
            <a:r>
              <a:rPr lang="ru-RU" sz="2400" dirty="0"/>
              <a:t> областей </a:t>
            </a:r>
            <a:r>
              <a:rPr lang="ru-RU" sz="2400" dirty="0" err="1"/>
              <a:t>України</a:t>
            </a:r>
            <a:r>
              <a:rPr lang="ru-RU" sz="2400" dirty="0"/>
              <a:t> в </a:t>
            </a:r>
            <a:r>
              <a:rPr lang="ru-RU" sz="2400" dirty="0" err="1"/>
              <a:t>період</a:t>
            </a:r>
            <a:r>
              <a:rPr lang="ru-RU" sz="2400" dirty="0"/>
              <a:t> </a:t>
            </a:r>
            <a:r>
              <a:rPr lang="ru-RU" sz="2400" dirty="0" err="1"/>
              <a:t>післявоєнної</a:t>
            </a:r>
            <a:r>
              <a:rPr lang="ru-RU" sz="2400" dirty="0"/>
              <a:t> </a:t>
            </a:r>
            <a:r>
              <a:rPr lang="ru-RU" sz="2400" dirty="0" err="1"/>
              <a:t>відбудови</a:t>
            </a:r>
            <a:r>
              <a:rPr lang="ru-RU" sz="2400" dirty="0"/>
              <a:t> (1945 — початок 1950-х </a:t>
            </a:r>
            <a:r>
              <a:rPr lang="ru-RU" sz="2400" dirty="0" err="1"/>
              <a:t>рр</a:t>
            </a:r>
            <a:r>
              <a:rPr lang="ru-RU" sz="2400" dirty="0"/>
              <a:t>.)?</a:t>
            </a:r>
            <a:endParaRPr lang="uk-UA" sz="24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72D2821-E7D8-03EA-8318-C1A55BD89F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FD16B2E-FDAB-293F-716A-4E1C4270F44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79071988"/>
              </p:ext>
            </p:extLst>
          </p:nvPr>
        </p:nvGraphicFramePr>
        <p:xfrm>
          <a:off x="6208712" y="2603500"/>
          <a:ext cx="48251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86658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1F6B14-5D7E-A7BF-96D6-7224B3F87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761998"/>
            <a:ext cx="8761413" cy="706964"/>
          </a:xfrm>
        </p:spPr>
        <p:txBody>
          <a:bodyPr/>
          <a:lstStyle/>
          <a:p>
            <a:r>
              <a:rPr lang="ru-RU" sz="2400" dirty="0" err="1"/>
              <a:t>Укажіть</a:t>
            </a:r>
            <a:r>
              <a:rPr lang="ru-RU" sz="2400" dirty="0"/>
              <a:t> </a:t>
            </a:r>
            <a:r>
              <a:rPr lang="ru-RU" sz="2400" dirty="0" err="1"/>
              <a:t>перелік</a:t>
            </a:r>
            <a:r>
              <a:rPr lang="ru-RU" sz="2400" dirty="0"/>
              <a:t> </a:t>
            </a:r>
            <a:r>
              <a:rPr lang="ru-RU" sz="2400" dirty="0" err="1"/>
              <a:t>ключових</a:t>
            </a:r>
            <a:r>
              <a:rPr lang="ru-RU" sz="2400" dirty="0"/>
              <a:t> </a:t>
            </a:r>
            <a:r>
              <a:rPr lang="ru-RU" sz="2400" dirty="0" err="1"/>
              <a:t>термінів</a:t>
            </a:r>
            <a:r>
              <a:rPr lang="ru-RU" sz="2400" dirty="0"/>
              <a:t> і понять, </a:t>
            </a:r>
            <a:r>
              <a:rPr lang="ru-RU" sz="2400" dirty="0" err="1"/>
              <a:t>які</a:t>
            </a:r>
            <a:r>
              <a:rPr lang="ru-RU" sz="2400" dirty="0"/>
              <a:t> </a:t>
            </a:r>
            <a:r>
              <a:rPr lang="ru-RU" sz="2400" dirty="0" err="1"/>
              <a:t>використовуються</a:t>
            </a:r>
            <a:r>
              <a:rPr lang="ru-RU" sz="2400" dirty="0"/>
              <a:t> для характеристики </a:t>
            </a:r>
            <a:r>
              <a:rPr lang="ru-RU" sz="2400" dirty="0" err="1"/>
              <a:t>процесу</a:t>
            </a:r>
            <a:r>
              <a:rPr lang="ru-RU" sz="2400" dirty="0"/>
              <a:t> </a:t>
            </a:r>
            <a:r>
              <a:rPr lang="ru-RU" sz="2400" dirty="0" err="1"/>
              <a:t>радянізації</a:t>
            </a:r>
            <a:r>
              <a:rPr lang="ru-RU" sz="2400" dirty="0"/>
              <a:t> </a:t>
            </a:r>
            <a:r>
              <a:rPr lang="ru-RU" sz="2400" dirty="0" err="1"/>
              <a:t>західних</a:t>
            </a:r>
            <a:r>
              <a:rPr lang="ru-RU" sz="2400" dirty="0"/>
              <a:t> областей </a:t>
            </a:r>
            <a:r>
              <a:rPr lang="ru-RU" sz="2400" dirty="0" err="1"/>
              <a:t>України</a:t>
            </a:r>
            <a:r>
              <a:rPr lang="ru-RU" sz="2400" dirty="0"/>
              <a:t> </a:t>
            </a:r>
            <a:r>
              <a:rPr lang="ru-RU" sz="2400" dirty="0" err="1"/>
              <a:t>після</a:t>
            </a:r>
            <a:r>
              <a:rPr lang="ru-RU" sz="2400" dirty="0"/>
              <a:t> </a:t>
            </a:r>
            <a:r>
              <a:rPr lang="ru-RU" sz="2400" dirty="0" err="1"/>
              <a:t>Другої</a:t>
            </a:r>
            <a:r>
              <a:rPr lang="ru-RU" sz="2400" dirty="0"/>
              <a:t> </a:t>
            </a:r>
            <a:r>
              <a:rPr lang="ru-RU" sz="2400" dirty="0" err="1"/>
              <a:t>світової</a:t>
            </a:r>
            <a:r>
              <a:rPr lang="ru-RU" sz="2400" dirty="0"/>
              <a:t> </a:t>
            </a:r>
            <a:r>
              <a:rPr lang="ru-RU" sz="2400" dirty="0" err="1"/>
              <a:t>війни</a:t>
            </a:r>
            <a:r>
              <a:rPr lang="ru-RU" sz="2400" dirty="0"/>
              <a:t>:</a:t>
            </a:r>
            <a:endParaRPr lang="uk-UA" sz="24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9425787-6243-39D4-BF5D-108ED7A8AD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28AB655-CCE2-EE7D-56D5-A78BCF4F3E3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60767157"/>
              </p:ext>
            </p:extLst>
          </p:nvPr>
        </p:nvGraphicFramePr>
        <p:xfrm>
          <a:off x="6208712" y="2603500"/>
          <a:ext cx="48251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67120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482A38-F1E6-761A-5E16-3DE35DD8F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1289552"/>
            <a:ext cx="8761413" cy="706964"/>
          </a:xfrm>
        </p:spPr>
        <p:txBody>
          <a:bodyPr/>
          <a:lstStyle/>
          <a:p>
            <a:r>
              <a:rPr lang="uk-UA" sz="2800" dirty="0"/>
              <a:t>Відмінність процесу </a:t>
            </a:r>
            <a:r>
              <a:rPr lang="uk-UA" sz="2800" dirty="0" err="1"/>
              <a:t>радянізаціі</a:t>
            </a:r>
            <a:r>
              <a:rPr lang="uk-UA" sz="2800" dirty="0"/>
              <a:t>̈ західних </a:t>
            </a:r>
            <a:r>
              <a:rPr lang="uk-UA" sz="2800" dirty="0" err="1"/>
              <a:t>областеи</a:t>
            </a:r>
            <a:r>
              <a:rPr lang="uk-UA" sz="2800" dirty="0"/>
              <a:t>̆ </a:t>
            </a:r>
            <a:r>
              <a:rPr lang="uk-UA" sz="2800" dirty="0" err="1"/>
              <a:t>України</a:t>
            </a:r>
            <a:r>
              <a:rPr lang="uk-UA" sz="2800" dirty="0"/>
              <a:t> (1944 — 1950-ті рр.) від процесу </a:t>
            </a:r>
            <a:r>
              <a:rPr lang="uk-UA" sz="2800" dirty="0" err="1"/>
              <a:t>радянськоі</a:t>
            </a:r>
            <a:r>
              <a:rPr lang="uk-UA" sz="2800" dirty="0"/>
              <a:t>̈ </a:t>
            </a:r>
            <a:r>
              <a:rPr lang="uk-UA" sz="2800" dirty="0" err="1"/>
              <a:t>модернізаціі</a:t>
            </a:r>
            <a:r>
              <a:rPr lang="uk-UA" sz="2800" dirty="0"/>
              <a:t>̈ </a:t>
            </a:r>
            <a:r>
              <a:rPr lang="uk-UA" sz="2800" dirty="0" err="1"/>
              <a:t>України</a:t>
            </a:r>
            <a:r>
              <a:rPr lang="uk-UA" sz="2800" dirty="0"/>
              <a:t> (1929 — 1938 рр.) полягала в </a:t>
            </a:r>
            <a:r>
              <a:rPr lang="uk-UA" sz="2800" dirty="0" err="1"/>
              <a:t>здійсненні</a:t>
            </a:r>
            <a:br>
              <a:rPr lang="uk-UA" sz="2800" dirty="0"/>
            </a:br>
            <a:br>
              <a:rPr lang="uk-UA" sz="2800" dirty="0"/>
            </a:br>
            <a:endParaRPr lang="uk-UA" sz="28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D006514-B767-91F2-623D-6D251C80EA3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73DBF1A-7610-BA16-AEFD-254CCE90CEF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5828971"/>
              </p:ext>
            </p:extLst>
          </p:nvPr>
        </p:nvGraphicFramePr>
        <p:xfrm>
          <a:off x="6208712" y="2603500"/>
          <a:ext cx="48251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40786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6BD007-786C-03EA-3F76-7505B976E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/>
              <a:t>За </a:t>
            </a:r>
            <a:r>
              <a:rPr lang="ru-RU" sz="3200" dirty="0" err="1"/>
              <a:t>що</a:t>
            </a:r>
            <a:r>
              <a:rPr lang="ru-RU" sz="3200" dirty="0"/>
              <a:t> </a:t>
            </a:r>
            <a:r>
              <a:rPr lang="ru-RU" sz="3200" dirty="0" err="1"/>
              <a:t>партійним</a:t>
            </a:r>
            <a:r>
              <a:rPr lang="ru-RU" sz="3200" dirty="0"/>
              <a:t> </a:t>
            </a:r>
            <a:r>
              <a:rPr lang="ru-RU" sz="3200" dirty="0" err="1"/>
              <a:t>керівництвом</a:t>
            </a:r>
            <a:r>
              <a:rPr lang="ru-RU" sz="3200" dirty="0"/>
              <a:t> УРСР </a:t>
            </a:r>
            <a:r>
              <a:rPr lang="ru-RU" sz="3200" dirty="0" err="1"/>
              <a:t>було</a:t>
            </a:r>
            <a:r>
              <a:rPr lang="ru-RU" sz="3200" dirty="0"/>
              <a:t> </a:t>
            </a:r>
            <a:r>
              <a:rPr lang="ru-RU" sz="3200" dirty="0" err="1"/>
              <a:t>засуджено</a:t>
            </a:r>
            <a:r>
              <a:rPr lang="ru-RU" sz="3200" dirty="0"/>
              <a:t> оперу К. </a:t>
            </a:r>
            <a:r>
              <a:rPr lang="ru-RU" sz="3200" dirty="0" err="1"/>
              <a:t>Данькевича</a:t>
            </a:r>
            <a:r>
              <a:rPr lang="ru-RU" sz="3200" dirty="0"/>
              <a:t> «Богдан </a:t>
            </a:r>
            <a:r>
              <a:rPr lang="ru-RU" sz="3200" dirty="0" err="1"/>
              <a:t>Хмельницький</a:t>
            </a:r>
            <a:r>
              <a:rPr lang="ru-RU" sz="3200" dirty="0"/>
              <a:t>»?</a:t>
            </a:r>
            <a:endParaRPr lang="uk-UA" sz="32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ED2BD23-B78D-99AD-081B-AB2EB51D838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4044544-676A-6C22-CF32-B4411612A4D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97692388"/>
              </p:ext>
            </p:extLst>
          </p:nvPr>
        </p:nvGraphicFramePr>
        <p:xfrm>
          <a:off x="6208712" y="2603500"/>
          <a:ext cx="48251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489117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E7A5FC-651B-16CA-51C4-CBF11D6CA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Ухвалення рішення започаткувало реалізацію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E23AD3A-48A6-87ED-0B12-93BD91B789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«</a:t>
            </a:r>
            <a:r>
              <a:rPr lang="ru-RU" i="1" dirty="0" err="1"/>
              <a:t>Швидкими</a:t>
            </a:r>
            <a:r>
              <a:rPr lang="ru-RU" i="1" dirty="0"/>
              <a:t> темпами </a:t>
            </a:r>
            <a:r>
              <a:rPr lang="ru-RU" i="1" dirty="0" err="1"/>
              <a:t>переселити</a:t>
            </a:r>
            <a:r>
              <a:rPr lang="ru-RU" i="1" dirty="0"/>
              <a:t> </a:t>
            </a:r>
            <a:r>
              <a:rPr lang="ru-RU" i="1" dirty="0" err="1"/>
              <a:t>українців</a:t>
            </a:r>
            <a:r>
              <a:rPr lang="ru-RU" i="1" dirty="0"/>
              <a:t> і </a:t>
            </a:r>
            <a:r>
              <a:rPr lang="ru-RU" i="1" dirty="0" err="1"/>
              <a:t>змішані</a:t>
            </a:r>
            <a:r>
              <a:rPr lang="ru-RU" i="1" dirty="0"/>
              <a:t> </a:t>
            </a:r>
            <a:r>
              <a:rPr lang="ru-RU" i="1" dirty="0" err="1"/>
              <a:t>сім’ї</a:t>
            </a:r>
            <a:r>
              <a:rPr lang="ru-RU" i="1" dirty="0"/>
              <a:t> на </a:t>
            </a:r>
            <a:r>
              <a:rPr lang="ru-RU" i="1" dirty="0" err="1"/>
              <a:t>повернуті</a:t>
            </a:r>
            <a:r>
              <a:rPr lang="ru-RU" i="1" dirty="0"/>
              <a:t> </a:t>
            </a:r>
            <a:r>
              <a:rPr lang="ru-RU" i="1" dirty="0" err="1"/>
              <a:t>території</a:t>
            </a:r>
            <a:r>
              <a:rPr lang="ru-RU" i="1" dirty="0"/>
              <a:t> (</a:t>
            </a:r>
            <a:r>
              <a:rPr lang="ru-RU" i="1" dirty="0" err="1"/>
              <a:t>насамперед</a:t>
            </a:r>
            <a:r>
              <a:rPr lang="ru-RU" i="1" dirty="0"/>
              <a:t> у </a:t>
            </a:r>
            <a:r>
              <a:rPr lang="ru-RU" i="1" dirty="0" err="1"/>
              <a:t>Північну</a:t>
            </a:r>
            <a:r>
              <a:rPr lang="ru-RU" i="1" dirty="0"/>
              <a:t> </a:t>
            </a:r>
            <a:r>
              <a:rPr lang="ru-RU" i="1" dirty="0" err="1"/>
              <a:t>Пруссію</a:t>
            </a:r>
            <a:r>
              <a:rPr lang="ru-RU" i="1" dirty="0"/>
              <a:t>), не </a:t>
            </a:r>
            <a:r>
              <a:rPr lang="ru-RU" i="1" dirty="0" err="1"/>
              <a:t>створюючи</a:t>
            </a:r>
            <a:r>
              <a:rPr lang="ru-RU" i="1" dirty="0"/>
              <a:t> </a:t>
            </a:r>
            <a:r>
              <a:rPr lang="ru-RU" i="1" dirty="0" err="1"/>
              <a:t>компактні</a:t>
            </a:r>
            <a:r>
              <a:rPr lang="ru-RU" i="1" dirty="0"/>
              <a:t> </a:t>
            </a:r>
            <a:r>
              <a:rPr lang="ru-RU" i="1" dirty="0" err="1"/>
              <a:t>групи</a:t>
            </a:r>
            <a:r>
              <a:rPr lang="ru-RU" i="1" dirty="0"/>
              <a:t>, та не </a:t>
            </a:r>
            <a:r>
              <a:rPr lang="ru-RU" i="1" dirty="0" err="1"/>
              <a:t>ближче</a:t>
            </a:r>
            <a:r>
              <a:rPr lang="ru-RU" i="1" dirty="0"/>
              <a:t> </a:t>
            </a:r>
            <a:r>
              <a:rPr lang="ru-RU" i="1" dirty="0" err="1"/>
              <a:t>ніж</a:t>
            </a:r>
            <a:r>
              <a:rPr lang="ru-RU" i="1" dirty="0"/>
              <a:t> 100 км </a:t>
            </a:r>
            <a:r>
              <a:rPr lang="ru-RU" i="1" dirty="0" err="1"/>
              <a:t>від</a:t>
            </a:r>
            <a:r>
              <a:rPr lang="ru-RU" i="1" dirty="0"/>
              <a:t> кордону...»</a:t>
            </a:r>
            <a:endParaRPr lang="uk-UA" i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E335A7F-3BA9-6F90-AE20-E1945140B90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4150084"/>
              </p:ext>
            </p:extLst>
          </p:nvPr>
        </p:nvGraphicFramePr>
        <p:xfrm>
          <a:off x="6208712" y="2603500"/>
          <a:ext cx="48251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567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626895-5081-7F53-E01D-D05FA08C2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Що</a:t>
            </a:r>
            <a:r>
              <a:rPr lang="ru-RU" dirty="0"/>
              <a:t> стало </a:t>
            </a:r>
            <a:r>
              <a:rPr lang="ru-RU" dirty="0" err="1"/>
              <a:t>однією</a:t>
            </a:r>
            <a:r>
              <a:rPr lang="ru-RU" dirty="0"/>
              <a:t> </a:t>
            </a:r>
            <a:r>
              <a:rPr lang="ru-RU" dirty="0" err="1"/>
              <a:t>із</a:t>
            </a:r>
            <a:r>
              <a:rPr lang="ru-RU" dirty="0"/>
              <a:t> причин </a:t>
            </a:r>
            <a:r>
              <a:rPr lang="ru-RU" dirty="0" err="1"/>
              <a:t>проведення</a:t>
            </a:r>
            <a:r>
              <a:rPr lang="ru-RU" dirty="0"/>
              <a:t> </a:t>
            </a:r>
            <a:r>
              <a:rPr lang="ru-RU" dirty="0" err="1"/>
              <a:t>операції</a:t>
            </a:r>
            <a:r>
              <a:rPr lang="ru-RU" dirty="0"/>
              <a:t> «</a:t>
            </a:r>
            <a:r>
              <a:rPr lang="ru-RU" dirty="0" err="1"/>
              <a:t>Вісла</a:t>
            </a:r>
            <a:r>
              <a:rPr lang="ru-RU" dirty="0"/>
              <a:t>»?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FC80831-3AA0-C19E-E2D2-D1AAD72E1B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456B896-77D1-9187-ECE6-E3888A92031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57294971"/>
              </p:ext>
            </p:extLst>
          </p:nvPr>
        </p:nvGraphicFramePr>
        <p:xfrm>
          <a:off x="6208712" y="2603500"/>
          <a:ext cx="48251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488849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18A7C9-FB0A-C387-55F6-A9AE2C6C3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/>
              <a:t>На </a:t>
            </a:r>
            <a:r>
              <a:rPr lang="ru-RU" sz="2800" dirty="0" err="1"/>
              <a:t>території</a:t>
            </a:r>
            <a:r>
              <a:rPr lang="ru-RU" sz="2800" dirty="0"/>
              <a:t>, </a:t>
            </a:r>
            <a:r>
              <a:rPr lang="ru-RU" sz="2800" dirty="0" err="1"/>
              <a:t>виділеній</a:t>
            </a:r>
            <a:r>
              <a:rPr lang="ru-RU" sz="2800" dirty="0"/>
              <a:t> на </a:t>
            </a:r>
            <a:r>
              <a:rPr lang="ru-RU" sz="2800" dirty="0" err="1"/>
              <a:t>картосхемі</a:t>
            </a:r>
            <a:r>
              <a:rPr lang="ru-RU" sz="2800" dirty="0"/>
              <a:t> </a:t>
            </a:r>
            <a:r>
              <a:rPr lang="ru-RU" sz="2800" dirty="0" err="1"/>
              <a:t>червоним</a:t>
            </a:r>
            <a:r>
              <a:rPr lang="ru-RU" sz="2800" dirty="0"/>
              <a:t> </a:t>
            </a:r>
            <a:r>
              <a:rPr lang="ru-RU" sz="2800" dirty="0" err="1"/>
              <a:t>кольором</a:t>
            </a:r>
            <a:r>
              <a:rPr lang="ru-RU" sz="2800" dirty="0"/>
              <a:t>, у 1947 р. </a:t>
            </a:r>
            <a:r>
              <a:rPr lang="ru-RU" sz="2800" dirty="0" err="1"/>
              <a:t>радянськими</a:t>
            </a:r>
            <a:r>
              <a:rPr lang="ru-RU" sz="2800" dirty="0"/>
              <a:t> </a:t>
            </a:r>
            <a:r>
              <a:rPr lang="ru-RU" sz="2800" dirty="0" err="1"/>
              <a:t>каральними</a:t>
            </a:r>
            <a:r>
              <a:rPr lang="ru-RU" sz="2800" dirty="0"/>
              <a:t> органами </a:t>
            </a:r>
            <a:r>
              <a:rPr lang="ru-RU" sz="2800" dirty="0" err="1"/>
              <a:t>було</a:t>
            </a:r>
            <a:r>
              <a:rPr lang="ru-RU" sz="2800" dirty="0"/>
              <a:t> проведено </a:t>
            </a:r>
            <a:r>
              <a:rPr lang="ru-RU" sz="2800" dirty="0" err="1"/>
              <a:t>операцію</a:t>
            </a:r>
            <a:endParaRPr lang="uk-UA" sz="28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3BA5219-C670-164F-5412-A05D416AB00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89477089"/>
              </p:ext>
            </p:extLst>
          </p:nvPr>
        </p:nvGraphicFramePr>
        <p:xfrm>
          <a:off x="6208712" y="2603499"/>
          <a:ext cx="5445732" cy="37640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194" name="Picture 2">
            <a:extLst>
              <a:ext uri="{FF2B5EF4-FFF2-40B4-BE49-F238E27FC236}">
                <a16:creationId xmlns:a16="http://schemas.microsoft.com/office/drawing/2014/main" id="{E739FDD4-AE3C-B207-7EA3-CC488B8FA45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700" y="2611709"/>
            <a:ext cx="4824413" cy="3399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10706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AEBE9B-0174-364C-0944-12911BE92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Листівки такого змісту поширювалися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446AFA4-D48C-E640-E386-A4B2EAD79F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«Переселення є наслідком дій УПА. Це важке, але необхідне рішення, яке забезпечить населенню спокійне життя в нових умовах, створених владою на інших територіях Речі Посполитої. Ті, хто не підкоряться наказу і залишаться в околицях, охоплених переселенською акцією, вважатимуться бандитами...»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FD4BE10-06B0-63C9-ABC6-8360C8516E0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18208744"/>
              </p:ext>
            </p:extLst>
          </p:nvPr>
        </p:nvGraphicFramePr>
        <p:xfrm>
          <a:off x="6208712" y="2603500"/>
          <a:ext cx="48251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476630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3AA91-00C9-75BE-4D55-07F71ACD7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/>
              <a:t>У </a:t>
            </a:r>
            <a:r>
              <a:rPr lang="ru-RU" sz="2800" dirty="0" err="1"/>
              <a:t>якому</a:t>
            </a:r>
            <a:r>
              <a:rPr lang="ru-RU" sz="2800" dirty="0"/>
              <a:t> </a:t>
            </a:r>
            <a:r>
              <a:rPr lang="ru-RU" sz="2800" dirty="0" err="1"/>
              <a:t>році</a:t>
            </a:r>
            <a:r>
              <a:rPr lang="ru-RU" sz="2800" dirty="0"/>
              <a:t> </a:t>
            </a:r>
            <a:r>
              <a:rPr lang="ru-RU" sz="2800" dirty="0" err="1"/>
              <a:t>відбулася</a:t>
            </a:r>
            <a:r>
              <a:rPr lang="ru-RU" sz="2800" dirty="0"/>
              <a:t> </a:t>
            </a:r>
            <a:r>
              <a:rPr lang="ru-RU" sz="2800" dirty="0" err="1"/>
              <a:t>подія</a:t>
            </a:r>
            <a:r>
              <a:rPr lang="ru-RU" sz="2800" dirty="0"/>
              <a:t>, </a:t>
            </a:r>
            <a:r>
              <a:rPr lang="ru-RU" sz="2800" dirty="0" err="1"/>
              <a:t>відображена</a:t>
            </a:r>
            <a:r>
              <a:rPr lang="ru-RU" sz="2800" dirty="0"/>
              <a:t> в </a:t>
            </a:r>
            <a:r>
              <a:rPr lang="ru-RU" sz="2800" dirty="0" err="1"/>
              <a:t>уривку</a:t>
            </a:r>
            <a:r>
              <a:rPr lang="ru-RU" sz="2800" dirty="0"/>
              <a:t> з </a:t>
            </a:r>
            <a:r>
              <a:rPr lang="ru-RU" sz="2800" dirty="0" err="1"/>
              <a:t>історичного</a:t>
            </a:r>
            <a:r>
              <a:rPr lang="ru-RU" sz="2800" dirty="0"/>
              <a:t> </a:t>
            </a:r>
            <a:r>
              <a:rPr lang="ru-RU" sz="2800" dirty="0" err="1"/>
              <a:t>джерела</a:t>
            </a:r>
            <a:endParaRPr lang="uk-UA" sz="28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6D0EF34-9C1C-E1D6-BD80-00AE46DB0C8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dirty="0"/>
              <a:t>«У теперішній ситуації, коли завдяки героїчним подвигам і славній перемозі Радянського Союзу всі українські землі з’єдналися разом... собор постановляє скасувати постанови Берестейського Собору 1596 р., ліквідувати унію... і повернутися до нашої батьківської святої православної віри і Руської Православної Церкви...»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BF1A794-0878-67E2-FFF8-3C5A396925E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70724606"/>
              </p:ext>
            </p:extLst>
          </p:nvPr>
        </p:nvGraphicFramePr>
        <p:xfrm>
          <a:off x="6208712" y="2603500"/>
          <a:ext cx="48251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07660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7E482B-0C58-2CCD-232F-25FC9DF6C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На фото зображено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2956ED7-38B0-3C7B-D004-2F9347563B3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27411785"/>
              </p:ext>
            </p:extLst>
          </p:nvPr>
        </p:nvGraphicFramePr>
        <p:xfrm>
          <a:off x="6208712" y="2603500"/>
          <a:ext cx="48251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148" name="Picture 4">
            <a:extLst>
              <a:ext uri="{FF2B5EF4-FFF2-40B4-BE49-F238E27FC236}">
                <a16:creationId xmlns:a16="http://schemas.microsoft.com/office/drawing/2014/main" id="{8BEEB781-4677-8512-2B20-BF0F7103802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793" y="2603500"/>
            <a:ext cx="2895171" cy="3416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65692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9A7A88-5999-77EF-82E3-90A12C4A0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На фото зображено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E361760-51EC-A62F-E501-20A73458C4E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89278198"/>
              </p:ext>
            </p:extLst>
          </p:nvPr>
        </p:nvGraphicFramePr>
        <p:xfrm>
          <a:off x="6208712" y="2603500"/>
          <a:ext cx="48251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F5890B7A-5EC2-3240-60FC-4557CB265A9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9170" y="2603499"/>
            <a:ext cx="2894119" cy="341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FE6FBBF6-7C23-4DFA-7841-AE64EB7608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807" y="2603499"/>
            <a:ext cx="2591949" cy="341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00847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FDFFAC-C346-EDDC-80EB-E918CF391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«Реабілітація» — це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7F19F17-FF67-5721-B9BA-D5DF64538A2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82027917"/>
              </p:ext>
            </p:extLst>
          </p:nvPr>
        </p:nvGraphicFramePr>
        <p:xfrm>
          <a:off x="1154954" y="2603500"/>
          <a:ext cx="4825158" cy="34163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E0057D56-D56C-62BC-4D38-B3AEE177A8A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236753"/>
              </p:ext>
            </p:extLst>
          </p:nvPr>
        </p:nvGraphicFramePr>
        <p:xfrm>
          <a:off x="6208712" y="2603500"/>
          <a:ext cx="48251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1945232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46133D-AEC2-A158-9919-F36E38567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 err="1"/>
              <a:t>Доберіть</a:t>
            </a:r>
            <a:r>
              <a:rPr lang="ru-RU" sz="2800" dirty="0"/>
              <a:t> до </a:t>
            </a:r>
            <a:r>
              <a:rPr lang="ru-RU" sz="2800" dirty="0" err="1"/>
              <a:t>назви</a:t>
            </a:r>
            <a:r>
              <a:rPr lang="ru-RU" sz="2800" dirty="0"/>
              <a:t> </a:t>
            </a:r>
            <a:r>
              <a:rPr lang="ru-RU" sz="2800" dirty="0" err="1"/>
              <a:t>нумізматичної</a:t>
            </a:r>
            <a:r>
              <a:rPr lang="ru-RU" sz="2800" dirty="0"/>
              <a:t> </a:t>
            </a:r>
            <a:r>
              <a:rPr lang="ru-RU" sz="2800" dirty="0" err="1"/>
              <a:t>колекції</a:t>
            </a:r>
            <a:r>
              <a:rPr lang="ru-RU" sz="2800" dirty="0"/>
              <a:t> (1–4) </a:t>
            </a:r>
            <a:r>
              <a:rPr lang="ru-RU" sz="2800" dirty="0" err="1"/>
              <a:t>відповідну</a:t>
            </a:r>
            <a:r>
              <a:rPr lang="ru-RU" sz="2800" dirty="0"/>
              <a:t> </a:t>
            </a:r>
            <a:r>
              <a:rPr lang="ru-RU" sz="2800" dirty="0" err="1"/>
              <a:t>пам’ятну</a:t>
            </a:r>
            <a:r>
              <a:rPr lang="ru-RU" sz="2800" dirty="0"/>
              <a:t> (</a:t>
            </a:r>
            <a:r>
              <a:rPr lang="ru-RU" sz="2800" dirty="0" err="1"/>
              <a:t>ювілейну</a:t>
            </a:r>
            <a:r>
              <a:rPr lang="ru-RU" sz="2800" dirty="0"/>
              <a:t>) монету, </a:t>
            </a:r>
            <a:r>
              <a:rPr lang="ru-RU" sz="2800" dirty="0" err="1"/>
              <a:t>зображену</a:t>
            </a:r>
            <a:r>
              <a:rPr lang="ru-RU" sz="2800" dirty="0"/>
              <a:t> на фото (А – Д).</a:t>
            </a:r>
            <a:endParaRPr lang="uk-UA" sz="28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CB8749E-E361-F73C-A14E-55CF570B050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50622602"/>
              </p:ext>
            </p:extLst>
          </p:nvPr>
        </p:nvGraphicFramePr>
        <p:xfrm>
          <a:off x="1154954" y="2603500"/>
          <a:ext cx="4825158" cy="34163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146" name="Picture 2">
            <a:extLst>
              <a:ext uri="{FF2B5EF4-FFF2-40B4-BE49-F238E27FC236}">
                <a16:creationId xmlns:a16="http://schemas.microsoft.com/office/drawing/2014/main" id="{41582A55-4CDC-C39E-3986-CFAA89B0EFA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9158" y="2368008"/>
            <a:ext cx="2277825" cy="2251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59B597B6-B755-DE26-752F-A405D0529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1273" y="2422700"/>
            <a:ext cx="2225449" cy="2199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93176C8-AE56-DE52-8D05-2B84B3DE113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1475" y="3414894"/>
            <a:ext cx="2160378" cy="2225450"/>
          </a:xfrm>
          <a:prstGeom prst="rect">
            <a:avLst/>
          </a:prstGeom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6A4C0F29-C63B-4F15-FF07-E1F088E15A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4867" y="4619800"/>
            <a:ext cx="2186406" cy="216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>
            <a:extLst>
              <a:ext uri="{FF2B5EF4-FFF2-40B4-BE49-F238E27FC236}">
                <a16:creationId xmlns:a16="http://schemas.microsoft.com/office/drawing/2014/main" id="{77D63C16-CAA0-BD4A-A994-2BF30D9CA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5642" y="4624439"/>
            <a:ext cx="2212435" cy="2199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13522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F08656-6301-B957-81B7-A3971EFC0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Визначте</a:t>
            </a:r>
            <a:r>
              <a:rPr lang="ru-RU" dirty="0"/>
              <a:t> авторство (А – Д) </a:t>
            </a:r>
            <a:r>
              <a:rPr lang="ru-RU" dirty="0" err="1"/>
              <a:t>зображених</a:t>
            </a:r>
            <a:r>
              <a:rPr lang="ru-RU" dirty="0"/>
              <a:t> на фото картин (1–4).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E1689DB-9BDF-B72B-D70A-5DAC6C4AD62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76101985"/>
              </p:ext>
            </p:extLst>
          </p:nvPr>
        </p:nvGraphicFramePr>
        <p:xfrm>
          <a:off x="6208712" y="2603500"/>
          <a:ext cx="48251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170" name="Picture 2">
            <a:extLst>
              <a:ext uri="{FF2B5EF4-FFF2-40B4-BE49-F238E27FC236}">
                <a16:creationId xmlns:a16="http://schemas.microsoft.com/office/drawing/2014/main" id="{0096F44A-C5CF-D7C2-F136-2FE6D5B6FA5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232" y="4252320"/>
            <a:ext cx="1936227" cy="2423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A5C16CB6-40F0-D8AA-F89E-9CF2ABC7BE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6713" y="2334955"/>
            <a:ext cx="3762375" cy="204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FF81F672-8FA8-130A-72E0-FF171D83DA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654" y="2158647"/>
            <a:ext cx="2247900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>
            <a:extLst>
              <a:ext uri="{FF2B5EF4-FFF2-40B4-BE49-F238E27FC236}">
                <a16:creationId xmlns:a16="http://schemas.microsoft.com/office/drawing/2014/main" id="{919653F5-2F2F-CE03-FB91-C2F665B96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6713" y="4523045"/>
            <a:ext cx="2390775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33599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9DE36F-ADCB-568B-9B65-3DC869EA3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Визначте</a:t>
            </a:r>
            <a:r>
              <a:rPr lang="ru-RU" dirty="0"/>
              <a:t> авторство (1–4) </a:t>
            </a:r>
            <a:r>
              <a:rPr lang="ru-RU" dirty="0" err="1"/>
              <a:t>зображених</a:t>
            </a:r>
            <a:r>
              <a:rPr lang="ru-RU" dirty="0"/>
              <a:t> на фото картин (А – Д).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2FBB3AF2-FD3D-F2AB-F787-52B443557F2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515837309"/>
              </p:ext>
            </p:extLst>
          </p:nvPr>
        </p:nvGraphicFramePr>
        <p:xfrm>
          <a:off x="0" y="2603500"/>
          <a:ext cx="4825158" cy="34163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3496B3AA-799E-7DFF-ABF1-582BD5E5FBE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5312548" y="2603500"/>
            <a:ext cx="1533525" cy="2009775"/>
          </a:xfrm>
          <a:prstGeom prst="rect">
            <a:avLst/>
          </a:prstGeom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E7A4A235-A4ED-2A6A-B3E3-9E0FFBC77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3719" y="4663018"/>
            <a:ext cx="4286250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id="{19025053-1A45-5BE1-0AD3-F2E1C27C14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0644" y="2333625"/>
            <a:ext cx="2219325" cy="219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>
            <a:extLst>
              <a:ext uri="{FF2B5EF4-FFF2-40B4-BE49-F238E27FC236}">
                <a16:creationId xmlns:a16="http://schemas.microsoft.com/office/drawing/2014/main" id="{672A6BFC-D3A7-9BDC-3589-0A0FED746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806" y="4472518"/>
            <a:ext cx="1476375" cy="218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>
            <a:extLst>
              <a:ext uri="{FF2B5EF4-FFF2-40B4-BE49-F238E27FC236}">
                <a16:creationId xmlns:a16="http://schemas.microsoft.com/office/drawing/2014/main" id="{95B88DBC-3FAC-9246-4A35-7291BDC88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806" y="2130425"/>
            <a:ext cx="1752600" cy="218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42310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Зал засідань">
  <a:themeElements>
    <a:clrScheme name="Зал засідань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Зал засідань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Зал засідань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86</TotalTime>
  <Words>2344</Words>
  <Application>Microsoft Office PowerPoint</Application>
  <PresentationFormat>Широкий екран</PresentationFormat>
  <Paragraphs>263</Paragraphs>
  <Slides>51</Slides>
  <Notes>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51</vt:i4>
      </vt:variant>
    </vt:vector>
  </HeadingPairs>
  <TitlesOfParts>
    <vt:vector size="56" baseType="lpstr">
      <vt:lpstr>Arial</vt:lpstr>
      <vt:lpstr>Calibri</vt:lpstr>
      <vt:lpstr>Century Gothic</vt:lpstr>
      <vt:lpstr>Wingdings 3</vt:lpstr>
      <vt:lpstr>Зал засідань</vt:lpstr>
      <vt:lpstr>Україна в перші повоєнні роки</vt:lpstr>
      <vt:lpstr>Установіть послідовність створення радянських агітаційних плакатів.</vt:lpstr>
      <vt:lpstr>Установіть послідовність створення радянських агітаційних плакатів.</vt:lpstr>
      <vt:lpstr>Які судження щодо зображеного плаката є правильними?</vt:lpstr>
      <vt:lpstr>Господарство</vt:lpstr>
      <vt:lpstr>Якими були особливості процесу післявоєнної відбудови народного господарства УРСР (1945 — початок 1950-х років)?</vt:lpstr>
      <vt:lpstr>Презентація PowerPoint</vt:lpstr>
      <vt:lpstr>Що було покладено в основу зазначеної моделі?</vt:lpstr>
      <vt:lpstr>Що було однією з особливостей післявоєнної відбудови Української РСР (1945 — початок 1950-х рр.)?</vt:lpstr>
      <vt:lpstr>У чому полягала особливість відбудови народного господарства Української РСР після Другої світової війни?</vt:lpstr>
      <vt:lpstr>Із якою метою партійно-радянське керівництво СРСР і УРСР у другій половині 1940 — на початку 1950-х рр. розповсюджувало зображений плакат?</vt:lpstr>
      <vt:lpstr>Задекларовану на радянському плакаті мету досягали</vt:lpstr>
      <vt:lpstr>Яка з діаграм структури капіталовкладень у народне господарство підтверджує думку історика?</vt:lpstr>
      <vt:lpstr>Спираючись на діаграму, визначте домінуючу за рівнем капіталовкладень галузь народного господарства УРСР у роки післявоєнної відбудови:</vt:lpstr>
      <vt:lpstr>Яка галузь домінувала за рівнем капіталовкладень у народне господарство Української РСР у роки післявоєнної відбудови?</vt:lpstr>
      <vt:lpstr>Хто є автором картини, репродукцію якої зображено на фото?</vt:lpstr>
      <vt:lpstr>Чи відображено в уривках з історичних джерел особливості економічного розвитку УРСР у період післявоєнної відбудови (1945 — початок 1950-х рр.)?</vt:lpstr>
      <vt:lpstr>Політика</vt:lpstr>
      <vt:lpstr>Якою цифрою на карті позначено регіон, що ввійшов до складу Української РСР 1945 р.?</vt:lpstr>
      <vt:lpstr>На карто-схемі заштриховано територію, що увійшла до складу УРСР на підставі договору між СРСР та</vt:lpstr>
      <vt:lpstr>Установіть послідовність суспільно-політичних подій 1940 — першої половини 1950-х рр.</vt:lpstr>
      <vt:lpstr>Які події суспільно-політичного життя УРСР відбулися в період повоєнної відбудови (1946 — початок 1950-х рр.)?</vt:lpstr>
      <vt:lpstr>Слова Й. Сталіна адресовані першому секретареві ЦК КП(б)У М. Хрущову з приводу повідомлень про значні жертви під час</vt:lpstr>
      <vt:lpstr>Хронологічні рамки якого явища історії України є зайвими в цьому логічному ланцюжку:</vt:lpstr>
      <vt:lpstr>Що було одним із наслідків депортації в 1944 р. кримських татар із території Криму?</vt:lpstr>
      <vt:lpstr>Відображені на діаграмах зміни національного складу населення Криму стали наслідком</vt:lpstr>
      <vt:lpstr>Що зумовило появу плакатів-закликів, зображених на фото?</vt:lpstr>
      <vt:lpstr>Це факти, що свідчать про</vt:lpstr>
      <vt:lpstr>Про яку міжнародну організацію йдеться в цитованому документі?</vt:lpstr>
      <vt:lpstr>У якому році Українська РСР стала членом Організації Об’єднаних Націй?</vt:lpstr>
      <vt:lpstr>Хто очолював урядові делегації</vt:lpstr>
      <vt:lpstr>Із якою метою в Україні</vt:lpstr>
      <vt:lpstr>Кампанія боротьби з «безрідним космополітизмом», що розгорнулася в УРСР у повоєнні роки, мала яскраво виражений</vt:lpstr>
      <vt:lpstr>Укажіть період розвитку українського суспільства,</vt:lpstr>
      <vt:lpstr>Укажіть уривок з історичного джерела, де відображено проблему радянської дійсності кінця 1940-х – початку 1950-х рр., на якій фокусує увагу карикатура?</vt:lpstr>
      <vt:lpstr>Що стало причиною явища в історії СРСР та УРСР, відображеного в уривку з історичного джерела: </vt:lpstr>
      <vt:lpstr>Які поняття та терміни потрібно використовувати, характеризуючи процес радянізації західних областей України в період післявоєнної відбудови (1945 — початок 1950-х рр.)?</vt:lpstr>
      <vt:lpstr>Укажіть перелік ключових термінів і понять, які використовуються для характеристики процесу радянізації західних областей України після Другої світової війни:</vt:lpstr>
      <vt:lpstr>Відмінність процесу радянізації західних областей України (1944 — 1950-ті рр.) від процесу радянської модернізації України (1929 — 1938 рр.) полягала в здійсненні  </vt:lpstr>
      <vt:lpstr>За що партійним керівництвом УРСР було засуджено оперу К. Данькевича «Богдан Хмельницький»?</vt:lpstr>
      <vt:lpstr>Ухвалення рішення започаткувало реалізацію</vt:lpstr>
      <vt:lpstr>Що стало однією із причин проведення операції «Вісла»?</vt:lpstr>
      <vt:lpstr>На території, виділеній на картосхемі червоним кольором, у 1947 р. радянськими каральними органами було проведено операцію</vt:lpstr>
      <vt:lpstr>Листівки такого змісту поширювалися</vt:lpstr>
      <vt:lpstr>У якому році відбулася подія, відображена в уривку з історичного джерела</vt:lpstr>
      <vt:lpstr>На фото зображено</vt:lpstr>
      <vt:lpstr>На фото зображено</vt:lpstr>
      <vt:lpstr>«Реабілітація» — це</vt:lpstr>
      <vt:lpstr>Доберіть до назви нумізматичної колекції (1–4) відповідну пам’ятну (ювілейну) монету, зображену на фото (А – Д).</vt:lpstr>
      <vt:lpstr>Визначте авторство (А – Д) зображених на фото картин (1–4).</vt:lpstr>
      <vt:lpstr>Визначте авторство (1–4) зображених на фото картин (А – Д).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Сергей Корниенко</dc:creator>
  <cp:lastModifiedBy>Сергей Корниенко</cp:lastModifiedBy>
  <cp:revision>5</cp:revision>
  <dcterms:created xsi:type="dcterms:W3CDTF">2025-03-13T14:32:05Z</dcterms:created>
  <dcterms:modified xsi:type="dcterms:W3CDTF">2025-03-14T15:38:46Z</dcterms:modified>
</cp:coreProperties>
</file>