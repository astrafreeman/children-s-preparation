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ppt/diagrams/data48.xml" ContentType="application/vnd.openxmlformats-officedocument.drawingml.diagramData+xml"/>
  <Override PartName="/ppt/diagrams/layout48.xml" ContentType="application/vnd.openxmlformats-officedocument.drawingml.diagramLayout+xml"/>
  <Override PartName="/ppt/diagrams/quickStyle48.xml" ContentType="application/vnd.openxmlformats-officedocument.drawingml.diagramStyle+xml"/>
  <Override PartName="/ppt/diagrams/colors48.xml" ContentType="application/vnd.openxmlformats-officedocument.drawingml.diagramColors+xml"/>
  <Override PartName="/ppt/diagrams/drawing48.xml" ContentType="application/vnd.ms-office.drawingml.diagramDrawing+xml"/>
  <Override PartName="/ppt/diagrams/data49.xml" ContentType="application/vnd.openxmlformats-officedocument.drawingml.diagramData+xml"/>
  <Override PartName="/ppt/diagrams/layout49.xml" ContentType="application/vnd.openxmlformats-officedocument.drawingml.diagramLayout+xml"/>
  <Override PartName="/ppt/diagrams/quickStyle49.xml" ContentType="application/vnd.openxmlformats-officedocument.drawingml.diagramStyle+xml"/>
  <Override PartName="/ppt/diagrams/colors49.xml" ContentType="application/vnd.openxmlformats-officedocument.drawingml.diagramColors+xml"/>
  <Override PartName="/ppt/diagrams/drawing49.xml" ContentType="application/vnd.ms-office.drawingml.diagramDrawing+xml"/>
  <Override PartName="/ppt/diagrams/data50.xml" ContentType="application/vnd.openxmlformats-officedocument.drawingml.diagramData+xml"/>
  <Override PartName="/ppt/diagrams/layout50.xml" ContentType="application/vnd.openxmlformats-officedocument.drawingml.diagramLayout+xml"/>
  <Override PartName="/ppt/diagrams/quickStyle50.xml" ContentType="application/vnd.openxmlformats-officedocument.drawingml.diagramStyle+xml"/>
  <Override PartName="/ppt/diagrams/colors50.xml" ContentType="application/vnd.openxmlformats-officedocument.drawingml.diagramColors+xml"/>
  <Override PartName="/ppt/diagrams/drawing50.xml" ContentType="application/vnd.ms-office.drawingml.diagramDrawing+xml"/>
  <Override PartName="/ppt/diagrams/data51.xml" ContentType="application/vnd.openxmlformats-officedocument.drawingml.diagramData+xml"/>
  <Override PartName="/ppt/diagrams/layout51.xml" ContentType="application/vnd.openxmlformats-officedocument.drawingml.diagramLayout+xml"/>
  <Override PartName="/ppt/diagrams/quickStyle51.xml" ContentType="application/vnd.openxmlformats-officedocument.drawingml.diagramStyle+xml"/>
  <Override PartName="/ppt/diagrams/colors51.xml" ContentType="application/vnd.openxmlformats-officedocument.drawingml.diagramColors+xml"/>
  <Override PartName="/ppt/diagrams/drawing51.xml" ContentType="application/vnd.ms-office.drawingml.diagramDrawing+xml"/>
  <Override PartName="/ppt/diagrams/data52.xml" ContentType="application/vnd.openxmlformats-officedocument.drawingml.diagramData+xml"/>
  <Override PartName="/ppt/diagrams/layout52.xml" ContentType="application/vnd.openxmlformats-officedocument.drawingml.diagramLayout+xml"/>
  <Override PartName="/ppt/diagrams/quickStyle52.xml" ContentType="application/vnd.openxmlformats-officedocument.drawingml.diagramStyle+xml"/>
  <Override PartName="/ppt/diagrams/colors52.xml" ContentType="application/vnd.openxmlformats-officedocument.drawingml.diagramColors+xml"/>
  <Override PartName="/ppt/diagrams/drawing52.xml" ContentType="application/vnd.ms-office.drawingml.diagramDrawing+xml"/>
  <Override PartName="/ppt/diagrams/data53.xml" ContentType="application/vnd.openxmlformats-officedocument.drawingml.diagramData+xml"/>
  <Override PartName="/ppt/diagrams/layout53.xml" ContentType="application/vnd.openxmlformats-officedocument.drawingml.diagramLayout+xml"/>
  <Override PartName="/ppt/diagrams/quickStyle53.xml" ContentType="application/vnd.openxmlformats-officedocument.drawingml.diagramStyle+xml"/>
  <Override PartName="/ppt/diagrams/colors53.xml" ContentType="application/vnd.openxmlformats-officedocument.drawingml.diagramColors+xml"/>
  <Override PartName="/ppt/diagrams/drawing53.xml" ContentType="application/vnd.ms-office.drawingml.diagramDrawing+xml"/>
  <Override PartName="/ppt/diagrams/data54.xml" ContentType="application/vnd.openxmlformats-officedocument.drawingml.diagramData+xml"/>
  <Override PartName="/ppt/diagrams/layout54.xml" ContentType="application/vnd.openxmlformats-officedocument.drawingml.diagramLayout+xml"/>
  <Override PartName="/ppt/diagrams/quickStyle54.xml" ContentType="application/vnd.openxmlformats-officedocument.drawingml.diagramStyle+xml"/>
  <Override PartName="/ppt/diagrams/colors54.xml" ContentType="application/vnd.openxmlformats-officedocument.drawingml.diagramColors+xml"/>
  <Override PartName="/ppt/diagrams/drawing54.xml" ContentType="application/vnd.ms-office.drawingml.diagramDrawing+xml"/>
  <Override PartName="/ppt/diagrams/data55.xml" ContentType="application/vnd.openxmlformats-officedocument.drawingml.diagramData+xml"/>
  <Override PartName="/ppt/diagrams/layout55.xml" ContentType="application/vnd.openxmlformats-officedocument.drawingml.diagramLayout+xml"/>
  <Override PartName="/ppt/diagrams/quickStyle55.xml" ContentType="application/vnd.openxmlformats-officedocument.drawingml.diagramStyle+xml"/>
  <Override PartName="/ppt/diagrams/colors55.xml" ContentType="application/vnd.openxmlformats-officedocument.drawingml.diagramColors+xml"/>
  <Override PartName="/ppt/diagrams/drawing55.xml" ContentType="application/vnd.ms-office.drawingml.diagramDrawing+xml"/>
  <Override PartName="/ppt/diagrams/data56.xml" ContentType="application/vnd.openxmlformats-officedocument.drawingml.diagramData+xml"/>
  <Override PartName="/ppt/diagrams/layout56.xml" ContentType="application/vnd.openxmlformats-officedocument.drawingml.diagramLayout+xml"/>
  <Override PartName="/ppt/diagrams/quickStyle56.xml" ContentType="application/vnd.openxmlformats-officedocument.drawingml.diagramStyle+xml"/>
  <Override PartName="/ppt/diagrams/colors56.xml" ContentType="application/vnd.openxmlformats-officedocument.drawingml.diagramColors+xml"/>
  <Override PartName="/ppt/diagrams/drawing56.xml" ContentType="application/vnd.ms-office.drawingml.diagramDrawing+xml"/>
  <Override PartName="/ppt/diagrams/data57.xml" ContentType="application/vnd.openxmlformats-officedocument.drawingml.diagramData+xml"/>
  <Override PartName="/ppt/diagrams/layout57.xml" ContentType="application/vnd.openxmlformats-officedocument.drawingml.diagramLayout+xml"/>
  <Override PartName="/ppt/diagrams/quickStyle57.xml" ContentType="application/vnd.openxmlformats-officedocument.drawingml.diagramStyle+xml"/>
  <Override PartName="/ppt/diagrams/colors57.xml" ContentType="application/vnd.openxmlformats-officedocument.drawingml.diagramColors+xml"/>
  <Override PartName="/ppt/diagrams/drawing57.xml" ContentType="application/vnd.ms-office.drawingml.diagramDrawing+xml"/>
  <Override PartName="/ppt/diagrams/data58.xml" ContentType="application/vnd.openxmlformats-officedocument.drawingml.diagramData+xml"/>
  <Override PartName="/ppt/diagrams/layout58.xml" ContentType="application/vnd.openxmlformats-officedocument.drawingml.diagramLayout+xml"/>
  <Override PartName="/ppt/diagrams/quickStyle58.xml" ContentType="application/vnd.openxmlformats-officedocument.drawingml.diagramStyle+xml"/>
  <Override PartName="/ppt/diagrams/colors58.xml" ContentType="application/vnd.openxmlformats-officedocument.drawingml.diagramColors+xml"/>
  <Override PartName="/ppt/diagrams/drawing58.xml" ContentType="application/vnd.ms-office.drawingml.diagramDrawing+xml"/>
  <Override PartName="/ppt/diagrams/data59.xml" ContentType="application/vnd.openxmlformats-officedocument.drawingml.diagramData+xml"/>
  <Override PartName="/ppt/diagrams/layout59.xml" ContentType="application/vnd.openxmlformats-officedocument.drawingml.diagramLayout+xml"/>
  <Override PartName="/ppt/diagrams/quickStyle59.xml" ContentType="application/vnd.openxmlformats-officedocument.drawingml.diagramStyle+xml"/>
  <Override PartName="/ppt/diagrams/colors59.xml" ContentType="application/vnd.openxmlformats-officedocument.drawingml.diagramColors+xml"/>
  <Override PartName="/ppt/diagrams/drawing59.xml" ContentType="application/vnd.ms-office.drawingml.diagramDrawing+xml"/>
  <Override PartName="/ppt/diagrams/data60.xml" ContentType="application/vnd.openxmlformats-officedocument.drawingml.diagramData+xml"/>
  <Override PartName="/ppt/diagrams/layout60.xml" ContentType="application/vnd.openxmlformats-officedocument.drawingml.diagramLayout+xml"/>
  <Override PartName="/ppt/diagrams/quickStyle60.xml" ContentType="application/vnd.openxmlformats-officedocument.drawingml.diagramStyle+xml"/>
  <Override PartName="/ppt/diagrams/colors60.xml" ContentType="application/vnd.openxmlformats-officedocument.drawingml.diagramColors+xml"/>
  <Override PartName="/ppt/diagrams/drawing60.xml" ContentType="application/vnd.ms-office.drawingml.diagramDrawing+xml"/>
  <Override PartName="/ppt/diagrams/data61.xml" ContentType="application/vnd.openxmlformats-officedocument.drawingml.diagramData+xml"/>
  <Override PartName="/ppt/diagrams/layout61.xml" ContentType="application/vnd.openxmlformats-officedocument.drawingml.diagramLayout+xml"/>
  <Override PartName="/ppt/diagrams/quickStyle61.xml" ContentType="application/vnd.openxmlformats-officedocument.drawingml.diagramStyle+xml"/>
  <Override PartName="/ppt/diagrams/colors61.xml" ContentType="application/vnd.openxmlformats-officedocument.drawingml.diagramColors+xml"/>
  <Override PartName="/ppt/diagrams/drawing61.xml" ContentType="application/vnd.ms-office.drawingml.diagramDrawing+xml"/>
  <Override PartName="/ppt/diagrams/data62.xml" ContentType="application/vnd.openxmlformats-officedocument.drawingml.diagramData+xml"/>
  <Override PartName="/ppt/diagrams/layout62.xml" ContentType="application/vnd.openxmlformats-officedocument.drawingml.diagramLayout+xml"/>
  <Override PartName="/ppt/diagrams/quickStyle62.xml" ContentType="application/vnd.openxmlformats-officedocument.drawingml.diagramStyle+xml"/>
  <Override PartName="/ppt/diagrams/colors62.xml" ContentType="application/vnd.openxmlformats-officedocument.drawingml.diagramColors+xml"/>
  <Override PartName="/ppt/diagrams/drawing62.xml" ContentType="application/vnd.ms-office.drawingml.diagramDrawing+xml"/>
  <Override PartName="/ppt/diagrams/data63.xml" ContentType="application/vnd.openxmlformats-officedocument.drawingml.diagramData+xml"/>
  <Override PartName="/ppt/diagrams/layout63.xml" ContentType="application/vnd.openxmlformats-officedocument.drawingml.diagramLayout+xml"/>
  <Override PartName="/ppt/diagrams/quickStyle63.xml" ContentType="application/vnd.openxmlformats-officedocument.drawingml.diagramStyle+xml"/>
  <Override PartName="/ppt/diagrams/colors63.xml" ContentType="application/vnd.openxmlformats-officedocument.drawingml.diagramColors+xml"/>
  <Override PartName="/ppt/diagrams/drawing63.xml" ContentType="application/vnd.ms-office.drawingml.diagramDrawing+xml"/>
  <Override PartName="/ppt/diagrams/data64.xml" ContentType="application/vnd.openxmlformats-officedocument.drawingml.diagramData+xml"/>
  <Override PartName="/ppt/diagrams/layout64.xml" ContentType="application/vnd.openxmlformats-officedocument.drawingml.diagramLayout+xml"/>
  <Override PartName="/ppt/diagrams/quickStyle64.xml" ContentType="application/vnd.openxmlformats-officedocument.drawingml.diagramStyle+xml"/>
  <Override PartName="/ppt/diagrams/colors64.xml" ContentType="application/vnd.openxmlformats-officedocument.drawingml.diagramColors+xml"/>
  <Override PartName="/ppt/diagrams/drawing64.xml" ContentType="application/vnd.ms-office.drawingml.diagramDrawing+xml"/>
  <Override PartName="/ppt/diagrams/data65.xml" ContentType="application/vnd.openxmlformats-officedocument.drawingml.diagramData+xml"/>
  <Override PartName="/ppt/diagrams/layout65.xml" ContentType="application/vnd.openxmlformats-officedocument.drawingml.diagramLayout+xml"/>
  <Override PartName="/ppt/diagrams/quickStyle65.xml" ContentType="application/vnd.openxmlformats-officedocument.drawingml.diagramStyle+xml"/>
  <Override PartName="/ppt/diagrams/colors65.xml" ContentType="application/vnd.openxmlformats-officedocument.drawingml.diagramColors+xml"/>
  <Override PartName="/ppt/diagrams/drawing65.xml" ContentType="application/vnd.ms-office.drawingml.diagramDrawing+xml"/>
  <Override PartName="/ppt/diagrams/data66.xml" ContentType="application/vnd.openxmlformats-officedocument.drawingml.diagramData+xml"/>
  <Override PartName="/ppt/diagrams/layout66.xml" ContentType="application/vnd.openxmlformats-officedocument.drawingml.diagramLayout+xml"/>
  <Override PartName="/ppt/diagrams/quickStyle66.xml" ContentType="application/vnd.openxmlformats-officedocument.drawingml.diagramStyle+xml"/>
  <Override PartName="/ppt/diagrams/colors66.xml" ContentType="application/vnd.openxmlformats-officedocument.drawingml.diagramColors+xml"/>
  <Override PartName="/ppt/diagrams/drawing66.xml" ContentType="application/vnd.ms-office.drawingml.diagramDrawing+xml"/>
  <Override PartName="/ppt/diagrams/data67.xml" ContentType="application/vnd.openxmlformats-officedocument.drawingml.diagramData+xml"/>
  <Override PartName="/ppt/diagrams/layout67.xml" ContentType="application/vnd.openxmlformats-officedocument.drawingml.diagramLayout+xml"/>
  <Override PartName="/ppt/diagrams/quickStyle67.xml" ContentType="application/vnd.openxmlformats-officedocument.drawingml.diagramStyle+xml"/>
  <Override PartName="/ppt/diagrams/colors67.xml" ContentType="application/vnd.openxmlformats-officedocument.drawingml.diagramColors+xml"/>
  <Override PartName="/ppt/diagrams/drawing67.xml" ContentType="application/vnd.ms-office.drawingml.diagramDrawing+xml"/>
  <Override PartName="/ppt/diagrams/data68.xml" ContentType="application/vnd.openxmlformats-officedocument.drawingml.diagramData+xml"/>
  <Override PartName="/ppt/diagrams/layout68.xml" ContentType="application/vnd.openxmlformats-officedocument.drawingml.diagramLayout+xml"/>
  <Override PartName="/ppt/diagrams/quickStyle68.xml" ContentType="application/vnd.openxmlformats-officedocument.drawingml.diagramStyle+xml"/>
  <Override PartName="/ppt/diagrams/colors68.xml" ContentType="application/vnd.openxmlformats-officedocument.drawingml.diagramColors+xml"/>
  <Override PartName="/ppt/diagrams/drawing68.xml" ContentType="application/vnd.ms-office.drawingml.diagramDrawing+xml"/>
  <Override PartName="/ppt/diagrams/data69.xml" ContentType="application/vnd.openxmlformats-officedocument.drawingml.diagramData+xml"/>
  <Override PartName="/ppt/diagrams/layout69.xml" ContentType="application/vnd.openxmlformats-officedocument.drawingml.diagramLayout+xml"/>
  <Override PartName="/ppt/diagrams/quickStyle69.xml" ContentType="application/vnd.openxmlformats-officedocument.drawingml.diagramStyle+xml"/>
  <Override PartName="/ppt/diagrams/colors69.xml" ContentType="application/vnd.openxmlformats-officedocument.drawingml.diagramColors+xml"/>
  <Override PartName="/ppt/diagrams/drawing69.xml" ContentType="application/vnd.ms-office.drawingml.diagramDrawing+xml"/>
  <Override PartName="/ppt/diagrams/data70.xml" ContentType="application/vnd.openxmlformats-officedocument.drawingml.diagramData+xml"/>
  <Override PartName="/ppt/diagrams/layout70.xml" ContentType="application/vnd.openxmlformats-officedocument.drawingml.diagramLayout+xml"/>
  <Override PartName="/ppt/diagrams/quickStyle70.xml" ContentType="application/vnd.openxmlformats-officedocument.drawingml.diagramStyle+xml"/>
  <Override PartName="/ppt/diagrams/colors70.xml" ContentType="application/vnd.openxmlformats-officedocument.drawingml.diagramColors+xml"/>
  <Override PartName="/ppt/diagrams/drawing70.xml" ContentType="application/vnd.ms-office.drawingml.diagramDrawing+xml"/>
  <Override PartName="/ppt/diagrams/data71.xml" ContentType="application/vnd.openxmlformats-officedocument.drawingml.diagramData+xml"/>
  <Override PartName="/ppt/diagrams/layout71.xml" ContentType="application/vnd.openxmlformats-officedocument.drawingml.diagramLayout+xml"/>
  <Override PartName="/ppt/diagrams/quickStyle71.xml" ContentType="application/vnd.openxmlformats-officedocument.drawingml.diagramStyle+xml"/>
  <Override PartName="/ppt/diagrams/colors71.xml" ContentType="application/vnd.openxmlformats-officedocument.drawingml.diagramColors+xml"/>
  <Override PartName="/ppt/diagrams/drawing71.xml" ContentType="application/vnd.ms-office.drawingml.diagramDrawing+xml"/>
  <Override PartName="/ppt/diagrams/data72.xml" ContentType="application/vnd.openxmlformats-officedocument.drawingml.diagramData+xml"/>
  <Override PartName="/ppt/diagrams/layout72.xml" ContentType="application/vnd.openxmlformats-officedocument.drawingml.diagramLayout+xml"/>
  <Override PartName="/ppt/diagrams/quickStyle72.xml" ContentType="application/vnd.openxmlformats-officedocument.drawingml.diagramStyle+xml"/>
  <Override PartName="/ppt/diagrams/colors72.xml" ContentType="application/vnd.openxmlformats-officedocument.drawingml.diagramColors+xml"/>
  <Override PartName="/ppt/diagrams/drawing72.xml" ContentType="application/vnd.ms-office.drawingml.diagramDrawing+xml"/>
  <Override PartName="/ppt/diagrams/data73.xml" ContentType="application/vnd.openxmlformats-officedocument.drawingml.diagramData+xml"/>
  <Override PartName="/ppt/diagrams/layout73.xml" ContentType="application/vnd.openxmlformats-officedocument.drawingml.diagramLayout+xml"/>
  <Override PartName="/ppt/diagrams/quickStyle73.xml" ContentType="application/vnd.openxmlformats-officedocument.drawingml.diagramStyle+xml"/>
  <Override PartName="/ppt/diagrams/colors73.xml" ContentType="application/vnd.openxmlformats-officedocument.drawingml.diagramColors+xml"/>
  <Override PartName="/ppt/diagrams/drawing7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58"/>
  </p:notesMasterIdLst>
  <p:sldIdLst>
    <p:sldId id="256" r:id="rId2"/>
    <p:sldId id="382" r:id="rId3"/>
    <p:sldId id="383" r:id="rId4"/>
    <p:sldId id="384" r:id="rId5"/>
    <p:sldId id="385" r:id="rId6"/>
    <p:sldId id="386" r:id="rId7"/>
    <p:sldId id="346" r:id="rId8"/>
    <p:sldId id="262" r:id="rId9"/>
    <p:sldId id="287" r:id="rId10"/>
    <p:sldId id="369" r:id="rId11"/>
    <p:sldId id="348" r:id="rId12"/>
    <p:sldId id="349" r:id="rId13"/>
    <p:sldId id="272" r:id="rId14"/>
    <p:sldId id="280" r:id="rId15"/>
    <p:sldId id="273" r:id="rId16"/>
    <p:sldId id="286" r:id="rId17"/>
    <p:sldId id="357" r:id="rId18"/>
    <p:sldId id="381" r:id="rId19"/>
    <p:sldId id="376" r:id="rId20"/>
    <p:sldId id="377" r:id="rId21"/>
    <p:sldId id="378" r:id="rId22"/>
    <p:sldId id="379" r:id="rId23"/>
    <p:sldId id="380" r:id="rId24"/>
    <p:sldId id="358" r:id="rId25"/>
    <p:sldId id="361" r:id="rId26"/>
    <p:sldId id="362" r:id="rId27"/>
    <p:sldId id="265" r:id="rId28"/>
    <p:sldId id="267" r:id="rId29"/>
    <p:sldId id="289" r:id="rId30"/>
    <p:sldId id="350" r:id="rId31"/>
    <p:sldId id="375" r:id="rId32"/>
    <p:sldId id="371" r:id="rId33"/>
    <p:sldId id="372" r:id="rId34"/>
    <p:sldId id="373" r:id="rId35"/>
    <p:sldId id="374" r:id="rId36"/>
    <p:sldId id="355" r:id="rId37"/>
    <p:sldId id="353" r:id="rId38"/>
    <p:sldId id="279" r:id="rId39"/>
    <p:sldId id="281" r:id="rId40"/>
    <p:sldId id="282" r:id="rId41"/>
    <p:sldId id="278" r:id="rId42"/>
    <p:sldId id="270" r:id="rId43"/>
    <p:sldId id="344" r:id="rId44"/>
    <p:sldId id="363" r:id="rId45"/>
    <p:sldId id="347" r:id="rId46"/>
    <p:sldId id="351" r:id="rId47"/>
    <p:sldId id="370" r:id="rId48"/>
    <p:sldId id="288" r:id="rId49"/>
    <p:sldId id="345" r:id="rId50"/>
    <p:sldId id="277" r:id="rId51"/>
    <p:sldId id="364" r:id="rId52"/>
    <p:sldId id="359" r:id="rId53"/>
    <p:sldId id="352" r:id="rId54"/>
    <p:sldId id="356" r:id="rId55"/>
    <p:sldId id="360" r:id="rId56"/>
    <p:sldId id="354" r:id="rId5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озділ за замовчуванням" id="{B7B5EEDF-96DB-4C28-8AD0-813B3D7163D4}">
          <p14:sldIdLst>
            <p14:sldId id="256"/>
          </p14:sldIdLst>
        </p14:section>
        <p14:section name="Частина 4" id="{9A436A6B-119A-41DE-A8AC-A5507654AD04}">
          <p14:sldIdLst>
            <p14:sldId id="382"/>
            <p14:sldId id="383"/>
            <p14:sldId id="384"/>
            <p14:sldId id="385"/>
            <p14:sldId id="386"/>
            <p14:sldId id="346"/>
            <p14:sldId id="262"/>
            <p14:sldId id="287"/>
            <p14:sldId id="369"/>
            <p14:sldId id="348"/>
            <p14:sldId id="349"/>
            <p14:sldId id="272"/>
            <p14:sldId id="280"/>
            <p14:sldId id="273"/>
            <p14:sldId id="286"/>
            <p14:sldId id="357"/>
          </p14:sldIdLst>
        </p14:section>
        <p14:section name="Частина 3" id="{92063A2A-80AC-4217-9857-215098CE2944}">
          <p14:sldIdLst>
            <p14:sldId id="381"/>
            <p14:sldId id="376"/>
            <p14:sldId id="377"/>
            <p14:sldId id="378"/>
            <p14:sldId id="379"/>
            <p14:sldId id="380"/>
            <p14:sldId id="358"/>
            <p14:sldId id="361"/>
            <p14:sldId id="362"/>
            <p14:sldId id="265"/>
            <p14:sldId id="267"/>
            <p14:sldId id="289"/>
            <p14:sldId id="350"/>
          </p14:sldIdLst>
        </p14:section>
        <p14:section name="Частина 2" id="{2D207C76-1FEF-4C38-B9BC-DF5B13C6D900}">
          <p14:sldIdLst>
            <p14:sldId id="375"/>
            <p14:sldId id="371"/>
            <p14:sldId id="372"/>
            <p14:sldId id="373"/>
            <p14:sldId id="374"/>
            <p14:sldId id="355"/>
            <p14:sldId id="353"/>
            <p14:sldId id="279"/>
            <p14:sldId id="281"/>
            <p14:sldId id="282"/>
            <p14:sldId id="278"/>
            <p14:sldId id="270"/>
            <p14:sldId id="344"/>
            <p14:sldId id="363"/>
            <p14:sldId id="347"/>
            <p14:sldId id="351"/>
          </p14:sldIdLst>
        </p14:section>
        <p14:section name="Частина 1" id="{A68CFB15-1E48-49B9-8EC1-91F83DD4457D}">
          <p14:sldIdLst>
            <p14:sldId id="370"/>
            <p14:sldId id="288"/>
            <p14:sldId id="345"/>
            <p14:sldId id="277"/>
            <p14:sldId id="364"/>
            <p14:sldId id="359"/>
            <p14:sldId id="352"/>
            <p14:sldId id="356"/>
            <p14:sldId id="360"/>
            <p14:sldId id="35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53" autoAdjust="0"/>
    <p:restoredTop sz="94660"/>
  </p:normalViewPr>
  <p:slideViewPr>
    <p:cSldViewPr snapToGrid="0">
      <p:cViewPr varScale="1">
        <p:scale>
          <a:sx n="58" d="100"/>
          <a:sy n="58" d="100"/>
        </p:scale>
        <p:origin x="96" y="11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9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F0EEE91-576C-43DA-89FB-52E5802D6064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E520E63-F471-45F0-9975-3F2D84EAC33E}">
      <dgm:prSet/>
      <dgm:spPr/>
      <dgm:t>
        <a:bodyPr/>
        <a:lstStyle/>
        <a:p>
          <a:r>
            <a:rPr lang="ru-RU"/>
            <a:t>Укладення Люблінської унії.</a:t>
          </a:r>
          <a:endParaRPr lang="uk-UA"/>
        </a:p>
      </dgm:t>
    </dgm:pt>
    <dgm:pt modelId="{EF5786CF-9BDB-4873-87A6-81C162EE52B1}" type="parTrans" cxnId="{8E63BF0B-F157-4861-9BB0-C393B439C4F7}">
      <dgm:prSet/>
      <dgm:spPr/>
      <dgm:t>
        <a:bodyPr/>
        <a:lstStyle/>
        <a:p>
          <a:endParaRPr lang="uk-UA"/>
        </a:p>
      </dgm:t>
    </dgm:pt>
    <dgm:pt modelId="{966E8EE9-806F-4B17-863F-61657D0C01E2}" type="sibTrans" cxnId="{8E63BF0B-F157-4861-9BB0-C393B439C4F7}">
      <dgm:prSet/>
      <dgm:spPr/>
      <dgm:t>
        <a:bodyPr/>
        <a:lstStyle/>
        <a:p>
          <a:endParaRPr lang="uk-UA"/>
        </a:p>
      </dgm:t>
    </dgm:pt>
    <dgm:pt modelId="{B1285FBC-85C0-4FEE-B135-F2FECC72D184}">
      <dgm:prSet/>
      <dgm:spPr/>
      <dgm:t>
        <a:bodyPr/>
        <a:lstStyle/>
        <a:p>
          <a:r>
            <a:rPr lang="ru-RU"/>
            <a:t>Утворення реєстрового козацтва.</a:t>
          </a:r>
          <a:endParaRPr lang="uk-UA"/>
        </a:p>
      </dgm:t>
    </dgm:pt>
    <dgm:pt modelId="{29DCF8ED-29E9-4767-95F8-F0EA7E160741}" type="parTrans" cxnId="{048B081E-DC4C-4D21-943C-CD15F1817024}">
      <dgm:prSet/>
      <dgm:spPr/>
      <dgm:t>
        <a:bodyPr/>
        <a:lstStyle/>
        <a:p>
          <a:endParaRPr lang="uk-UA"/>
        </a:p>
      </dgm:t>
    </dgm:pt>
    <dgm:pt modelId="{42DA2160-62D9-4BF3-84E1-0D1ACEECE01B}" type="sibTrans" cxnId="{048B081E-DC4C-4D21-943C-CD15F1817024}">
      <dgm:prSet/>
      <dgm:spPr/>
      <dgm:t>
        <a:bodyPr/>
        <a:lstStyle/>
        <a:p>
          <a:endParaRPr lang="uk-UA"/>
        </a:p>
      </dgm:t>
    </dgm:pt>
    <dgm:pt modelId="{A713EF3F-1409-42AB-9DC2-74629B2BD340}">
      <dgm:prSet/>
      <dgm:spPr/>
      <dgm:t>
        <a:bodyPr/>
        <a:lstStyle/>
        <a:p>
          <a:r>
            <a:rPr lang="ru-RU" dirty="0" err="1"/>
            <a:t>Завершення</a:t>
          </a:r>
          <a:r>
            <a:rPr lang="ru-RU" dirty="0"/>
            <a:t> </a:t>
          </a:r>
          <a:r>
            <a:rPr lang="ru-RU" dirty="0" err="1"/>
            <a:t>Хотинськоі</a:t>
          </a:r>
          <a:r>
            <a:rPr lang="ru-RU" dirty="0"/>
            <a:t>̈ </a:t>
          </a:r>
          <a:r>
            <a:rPr lang="ru-RU" dirty="0" err="1"/>
            <a:t>війни</a:t>
          </a:r>
          <a:r>
            <a:rPr lang="ru-RU" dirty="0"/>
            <a:t>.</a:t>
          </a:r>
          <a:endParaRPr lang="uk-UA" dirty="0"/>
        </a:p>
      </dgm:t>
    </dgm:pt>
    <dgm:pt modelId="{ED3C64F3-734E-41E2-A23B-AB951A0F5752}" type="parTrans" cxnId="{8BE6B299-F345-4BD6-9D95-CC34AF5A7C22}">
      <dgm:prSet/>
      <dgm:spPr/>
      <dgm:t>
        <a:bodyPr/>
        <a:lstStyle/>
        <a:p>
          <a:endParaRPr lang="uk-UA"/>
        </a:p>
      </dgm:t>
    </dgm:pt>
    <dgm:pt modelId="{B3DA5989-F132-4C35-A4BE-BA362CCC7406}" type="sibTrans" cxnId="{8BE6B299-F345-4BD6-9D95-CC34AF5A7C22}">
      <dgm:prSet/>
      <dgm:spPr/>
      <dgm:t>
        <a:bodyPr/>
        <a:lstStyle/>
        <a:p>
          <a:endParaRPr lang="uk-UA"/>
        </a:p>
      </dgm:t>
    </dgm:pt>
    <dgm:pt modelId="{20C872D9-777B-47FC-AE4B-4D2623DF0E25}">
      <dgm:prSet/>
      <dgm:spPr/>
      <dgm:t>
        <a:bodyPr/>
        <a:lstStyle/>
        <a:p>
          <a:r>
            <a:rPr lang="ru-RU"/>
            <a:t>Укладення Берестейської унії.</a:t>
          </a:r>
          <a:br>
            <a:rPr lang="ru-RU"/>
          </a:br>
          <a:endParaRPr lang="uk-UA"/>
        </a:p>
      </dgm:t>
    </dgm:pt>
    <dgm:pt modelId="{520DF49A-6668-4266-8F24-DD747666915D}" type="parTrans" cxnId="{16842E1D-9217-4575-B47F-817B4FAC25C7}">
      <dgm:prSet/>
      <dgm:spPr/>
      <dgm:t>
        <a:bodyPr/>
        <a:lstStyle/>
        <a:p>
          <a:endParaRPr lang="uk-UA"/>
        </a:p>
      </dgm:t>
    </dgm:pt>
    <dgm:pt modelId="{E447F9A2-3698-4FFD-A56E-D68B850E09F3}" type="sibTrans" cxnId="{16842E1D-9217-4575-B47F-817B4FAC25C7}">
      <dgm:prSet/>
      <dgm:spPr/>
      <dgm:t>
        <a:bodyPr/>
        <a:lstStyle/>
        <a:p>
          <a:endParaRPr lang="uk-UA"/>
        </a:p>
      </dgm:t>
    </dgm:pt>
    <dgm:pt modelId="{257596AF-3068-438D-B4BC-58DB76A5A973}" type="pres">
      <dgm:prSet presAssocID="{9F0EEE91-576C-43DA-89FB-52E5802D6064}" presName="linearFlow" presStyleCnt="0">
        <dgm:presLayoutVars>
          <dgm:dir/>
          <dgm:resizeHandles val="exact"/>
        </dgm:presLayoutVars>
      </dgm:prSet>
      <dgm:spPr/>
    </dgm:pt>
    <dgm:pt modelId="{95F7AED8-BE93-4C59-8CD5-EAA1BA20C581}" type="pres">
      <dgm:prSet presAssocID="{0E520E63-F471-45F0-9975-3F2D84EAC33E}" presName="composite" presStyleCnt="0"/>
      <dgm:spPr/>
    </dgm:pt>
    <dgm:pt modelId="{52311474-63FF-45C8-96DE-23A595328D68}" type="pres">
      <dgm:prSet presAssocID="{0E520E63-F471-45F0-9975-3F2D84EAC33E}" presName="imgShp" presStyleLbl="fgImgPlace1" presStyleIdx="0" presStyleCnt="4"/>
      <dgm:spPr/>
    </dgm:pt>
    <dgm:pt modelId="{1F4AAB12-1DF7-4707-8158-8FB576E4A0C8}" type="pres">
      <dgm:prSet presAssocID="{0E520E63-F471-45F0-9975-3F2D84EAC33E}" presName="txShp" presStyleLbl="node1" presStyleIdx="0" presStyleCnt="4">
        <dgm:presLayoutVars>
          <dgm:bulletEnabled val="1"/>
        </dgm:presLayoutVars>
      </dgm:prSet>
      <dgm:spPr/>
    </dgm:pt>
    <dgm:pt modelId="{7AFDD26B-0BD3-42EC-95F6-BAECD77C677F}" type="pres">
      <dgm:prSet presAssocID="{966E8EE9-806F-4B17-863F-61657D0C01E2}" presName="spacing" presStyleCnt="0"/>
      <dgm:spPr/>
    </dgm:pt>
    <dgm:pt modelId="{01F9C458-1CCD-4AEB-835E-71064C55D294}" type="pres">
      <dgm:prSet presAssocID="{B1285FBC-85C0-4FEE-B135-F2FECC72D184}" presName="composite" presStyleCnt="0"/>
      <dgm:spPr/>
    </dgm:pt>
    <dgm:pt modelId="{45699EF9-DF5F-4C0B-AE50-05EFE5B7057C}" type="pres">
      <dgm:prSet presAssocID="{B1285FBC-85C0-4FEE-B135-F2FECC72D184}" presName="imgShp" presStyleLbl="fgImgPlace1" presStyleIdx="1" presStyleCnt="4"/>
      <dgm:spPr/>
    </dgm:pt>
    <dgm:pt modelId="{F9156B4F-8F84-45E3-92A1-DE0DB81F5178}" type="pres">
      <dgm:prSet presAssocID="{B1285FBC-85C0-4FEE-B135-F2FECC72D184}" presName="txShp" presStyleLbl="node1" presStyleIdx="1" presStyleCnt="4">
        <dgm:presLayoutVars>
          <dgm:bulletEnabled val="1"/>
        </dgm:presLayoutVars>
      </dgm:prSet>
      <dgm:spPr/>
    </dgm:pt>
    <dgm:pt modelId="{2EFB3AF9-0896-41C0-9794-A5472D01E42D}" type="pres">
      <dgm:prSet presAssocID="{42DA2160-62D9-4BF3-84E1-0D1ACEECE01B}" presName="spacing" presStyleCnt="0"/>
      <dgm:spPr/>
    </dgm:pt>
    <dgm:pt modelId="{BAF54989-3D5F-4C1A-9AD6-48D5093C36A7}" type="pres">
      <dgm:prSet presAssocID="{A713EF3F-1409-42AB-9DC2-74629B2BD340}" presName="composite" presStyleCnt="0"/>
      <dgm:spPr/>
    </dgm:pt>
    <dgm:pt modelId="{3460AA35-A51D-4B1C-947E-76B8C9591623}" type="pres">
      <dgm:prSet presAssocID="{A713EF3F-1409-42AB-9DC2-74629B2BD340}" presName="imgShp" presStyleLbl="fgImgPlace1" presStyleIdx="2" presStyleCnt="4"/>
      <dgm:spPr/>
    </dgm:pt>
    <dgm:pt modelId="{F42C5467-15B6-4ACD-B257-96C2E49251C2}" type="pres">
      <dgm:prSet presAssocID="{A713EF3F-1409-42AB-9DC2-74629B2BD340}" presName="txShp" presStyleLbl="node1" presStyleIdx="2" presStyleCnt="4">
        <dgm:presLayoutVars>
          <dgm:bulletEnabled val="1"/>
        </dgm:presLayoutVars>
      </dgm:prSet>
      <dgm:spPr/>
    </dgm:pt>
    <dgm:pt modelId="{979C2187-DA01-445F-9023-092F684F9D4F}" type="pres">
      <dgm:prSet presAssocID="{B3DA5989-F132-4C35-A4BE-BA362CCC7406}" presName="spacing" presStyleCnt="0"/>
      <dgm:spPr/>
    </dgm:pt>
    <dgm:pt modelId="{66875726-F6CA-407B-BECA-B06CD4B19017}" type="pres">
      <dgm:prSet presAssocID="{20C872D9-777B-47FC-AE4B-4D2623DF0E25}" presName="composite" presStyleCnt="0"/>
      <dgm:spPr/>
    </dgm:pt>
    <dgm:pt modelId="{2B9BFDC1-2FC7-436A-A767-2A06B01B00E3}" type="pres">
      <dgm:prSet presAssocID="{20C872D9-777B-47FC-AE4B-4D2623DF0E25}" presName="imgShp" presStyleLbl="fgImgPlace1" presStyleIdx="3" presStyleCnt="4"/>
      <dgm:spPr/>
    </dgm:pt>
    <dgm:pt modelId="{A50803AC-293C-4347-AE6E-64B00B0A6AC8}" type="pres">
      <dgm:prSet presAssocID="{20C872D9-777B-47FC-AE4B-4D2623DF0E25}" presName="txShp" presStyleLbl="node1" presStyleIdx="3" presStyleCnt="4">
        <dgm:presLayoutVars>
          <dgm:bulletEnabled val="1"/>
        </dgm:presLayoutVars>
      </dgm:prSet>
      <dgm:spPr/>
    </dgm:pt>
  </dgm:ptLst>
  <dgm:cxnLst>
    <dgm:cxn modelId="{8E63BF0B-F157-4861-9BB0-C393B439C4F7}" srcId="{9F0EEE91-576C-43DA-89FB-52E5802D6064}" destId="{0E520E63-F471-45F0-9975-3F2D84EAC33E}" srcOrd="0" destOrd="0" parTransId="{EF5786CF-9BDB-4873-87A6-81C162EE52B1}" sibTransId="{966E8EE9-806F-4B17-863F-61657D0C01E2}"/>
    <dgm:cxn modelId="{16842E1D-9217-4575-B47F-817B4FAC25C7}" srcId="{9F0EEE91-576C-43DA-89FB-52E5802D6064}" destId="{20C872D9-777B-47FC-AE4B-4D2623DF0E25}" srcOrd="3" destOrd="0" parTransId="{520DF49A-6668-4266-8F24-DD747666915D}" sibTransId="{E447F9A2-3698-4FFD-A56E-D68B850E09F3}"/>
    <dgm:cxn modelId="{048B081E-DC4C-4D21-943C-CD15F1817024}" srcId="{9F0EEE91-576C-43DA-89FB-52E5802D6064}" destId="{B1285FBC-85C0-4FEE-B135-F2FECC72D184}" srcOrd="1" destOrd="0" parTransId="{29DCF8ED-29E9-4767-95F8-F0EA7E160741}" sibTransId="{42DA2160-62D9-4BF3-84E1-0D1ACEECE01B}"/>
    <dgm:cxn modelId="{4B45082B-F22D-4BFC-9833-1F8F216AF780}" type="presOf" srcId="{0E520E63-F471-45F0-9975-3F2D84EAC33E}" destId="{1F4AAB12-1DF7-4707-8158-8FB576E4A0C8}" srcOrd="0" destOrd="0" presId="urn:microsoft.com/office/officeart/2005/8/layout/vList3"/>
    <dgm:cxn modelId="{C71A7140-371D-4C2F-9A5A-B01D7EABA390}" type="presOf" srcId="{9F0EEE91-576C-43DA-89FB-52E5802D6064}" destId="{257596AF-3068-438D-B4BC-58DB76A5A973}" srcOrd="0" destOrd="0" presId="urn:microsoft.com/office/officeart/2005/8/layout/vList3"/>
    <dgm:cxn modelId="{9E540172-D3E3-4A35-B95E-F9FB7E713E9C}" type="presOf" srcId="{20C872D9-777B-47FC-AE4B-4D2623DF0E25}" destId="{A50803AC-293C-4347-AE6E-64B00B0A6AC8}" srcOrd="0" destOrd="0" presId="urn:microsoft.com/office/officeart/2005/8/layout/vList3"/>
    <dgm:cxn modelId="{8BE6B299-F345-4BD6-9D95-CC34AF5A7C22}" srcId="{9F0EEE91-576C-43DA-89FB-52E5802D6064}" destId="{A713EF3F-1409-42AB-9DC2-74629B2BD340}" srcOrd="2" destOrd="0" parTransId="{ED3C64F3-734E-41E2-A23B-AB951A0F5752}" sibTransId="{B3DA5989-F132-4C35-A4BE-BA362CCC7406}"/>
    <dgm:cxn modelId="{FCD324B8-2783-4AAB-86DC-8596CC67D253}" type="presOf" srcId="{B1285FBC-85C0-4FEE-B135-F2FECC72D184}" destId="{F9156B4F-8F84-45E3-92A1-DE0DB81F5178}" srcOrd="0" destOrd="0" presId="urn:microsoft.com/office/officeart/2005/8/layout/vList3"/>
    <dgm:cxn modelId="{E04F2BD9-DFB5-461F-A43F-6610C316E370}" type="presOf" srcId="{A713EF3F-1409-42AB-9DC2-74629B2BD340}" destId="{F42C5467-15B6-4ACD-B257-96C2E49251C2}" srcOrd="0" destOrd="0" presId="urn:microsoft.com/office/officeart/2005/8/layout/vList3"/>
    <dgm:cxn modelId="{166E5CC6-2971-4EA2-80FB-31776AEB539E}" type="presParOf" srcId="{257596AF-3068-438D-B4BC-58DB76A5A973}" destId="{95F7AED8-BE93-4C59-8CD5-EAA1BA20C581}" srcOrd="0" destOrd="0" presId="urn:microsoft.com/office/officeart/2005/8/layout/vList3"/>
    <dgm:cxn modelId="{44432CC7-06A6-4C42-86B3-202CC9C6609E}" type="presParOf" srcId="{95F7AED8-BE93-4C59-8CD5-EAA1BA20C581}" destId="{52311474-63FF-45C8-96DE-23A595328D68}" srcOrd="0" destOrd="0" presId="urn:microsoft.com/office/officeart/2005/8/layout/vList3"/>
    <dgm:cxn modelId="{C1F9DF47-D1BC-4651-B55E-0C8EEBD8D122}" type="presParOf" srcId="{95F7AED8-BE93-4C59-8CD5-EAA1BA20C581}" destId="{1F4AAB12-1DF7-4707-8158-8FB576E4A0C8}" srcOrd="1" destOrd="0" presId="urn:microsoft.com/office/officeart/2005/8/layout/vList3"/>
    <dgm:cxn modelId="{AF39A565-6D4A-4ADA-B63D-9743123E1D5E}" type="presParOf" srcId="{257596AF-3068-438D-B4BC-58DB76A5A973}" destId="{7AFDD26B-0BD3-42EC-95F6-BAECD77C677F}" srcOrd="1" destOrd="0" presId="urn:microsoft.com/office/officeart/2005/8/layout/vList3"/>
    <dgm:cxn modelId="{CE50F54D-F5E2-4F06-858D-E2A23DBB2A6A}" type="presParOf" srcId="{257596AF-3068-438D-B4BC-58DB76A5A973}" destId="{01F9C458-1CCD-4AEB-835E-71064C55D294}" srcOrd="2" destOrd="0" presId="urn:microsoft.com/office/officeart/2005/8/layout/vList3"/>
    <dgm:cxn modelId="{4E6CC1C6-9B44-44F1-8B21-8A8EB9AD40E4}" type="presParOf" srcId="{01F9C458-1CCD-4AEB-835E-71064C55D294}" destId="{45699EF9-DF5F-4C0B-AE50-05EFE5B7057C}" srcOrd="0" destOrd="0" presId="urn:microsoft.com/office/officeart/2005/8/layout/vList3"/>
    <dgm:cxn modelId="{86F36B52-C6BC-4265-984C-52E7287BF8CE}" type="presParOf" srcId="{01F9C458-1CCD-4AEB-835E-71064C55D294}" destId="{F9156B4F-8F84-45E3-92A1-DE0DB81F5178}" srcOrd="1" destOrd="0" presId="urn:microsoft.com/office/officeart/2005/8/layout/vList3"/>
    <dgm:cxn modelId="{D988FF06-88D1-492A-9278-6641FFA0F524}" type="presParOf" srcId="{257596AF-3068-438D-B4BC-58DB76A5A973}" destId="{2EFB3AF9-0896-41C0-9794-A5472D01E42D}" srcOrd="3" destOrd="0" presId="urn:microsoft.com/office/officeart/2005/8/layout/vList3"/>
    <dgm:cxn modelId="{C3F0D313-2D59-497A-8AB8-5FEA46901293}" type="presParOf" srcId="{257596AF-3068-438D-B4BC-58DB76A5A973}" destId="{BAF54989-3D5F-4C1A-9AD6-48D5093C36A7}" srcOrd="4" destOrd="0" presId="urn:microsoft.com/office/officeart/2005/8/layout/vList3"/>
    <dgm:cxn modelId="{22A0FDEA-8F7B-43CF-BD6E-714A71546CF3}" type="presParOf" srcId="{BAF54989-3D5F-4C1A-9AD6-48D5093C36A7}" destId="{3460AA35-A51D-4B1C-947E-76B8C9591623}" srcOrd="0" destOrd="0" presId="urn:microsoft.com/office/officeart/2005/8/layout/vList3"/>
    <dgm:cxn modelId="{F39A77C6-07B0-4888-A30E-F621634D4C17}" type="presParOf" srcId="{BAF54989-3D5F-4C1A-9AD6-48D5093C36A7}" destId="{F42C5467-15B6-4ACD-B257-96C2E49251C2}" srcOrd="1" destOrd="0" presId="urn:microsoft.com/office/officeart/2005/8/layout/vList3"/>
    <dgm:cxn modelId="{4D59CDF2-8115-4731-9F17-39FF2CB15ED2}" type="presParOf" srcId="{257596AF-3068-438D-B4BC-58DB76A5A973}" destId="{979C2187-DA01-445F-9023-092F684F9D4F}" srcOrd="5" destOrd="0" presId="urn:microsoft.com/office/officeart/2005/8/layout/vList3"/>
    <dgm:cxn modelId="{E42E8B5E-1275-4948-8DA1-1DB306549A3E}" type="presParOf" srcId="{257596AF-3068-438D-B4BC-58DB76A5A973}" destId="{66875726-F6CA-407B-BECA-B06CD4B19017}" srcOrd="6" destOrd="0" presId="urn:microsoft.com/office/officeart/2005/8/layout/vList3"/>
    <dgm:cxn modelId="{AB6E2A26-7B57-482B-B934-DE8DA70101DD}" type="presParOf" srcId="{66875726-F6CA-407B-BECA-B06CD4B19017}" destId="{2B9BFDC1-2FC7-436A-A767-2A06B01B00E3}" srcOrd="0" destOrd="0" presId="urn:microsoft.com/office/officeart/2005/8/layout/vList3"/>
    <dgm:cxn modelId="{5AD11357-F3A9-428D-9C0F-7B7DAE05226E}" type="presParOf" srcId="{66875726-F6CA-407B-BECA-B06CD4B19017}" destId="{A50803AC-293C-4347-AE6E-64B00B0A6AC8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179FD1F-6404-481C-B5B0-880749CF8301}" type="doc">
      <dgm:prSet loTypeId="urn:microsoft.com/office/officeart/2009/3/layout/StepUpProcess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529BCD6-3C33-4B4A-800F-E0A22FBEE264}">
      <dgm:prSet/>
      <dgm:spPr/>
      <dgm:t>
        <a:bodyPr/>
        <a:lstStyle/>
        <a:p>
          <a:r>
            <a:rPr lang="ru-RU"/>
            <a:t>утворення Києво-Могилянського колегіуму</a:t>
          </a:r>
          <a:endParaRPr lang="uk-UA"/>
        </a:p>
      </dgm:t>
    </dgm:pt>
    <dgm:pt modelId="{BE96E80A-576B-4D9D-9534-69A69A236054}" type="parTrans" cxnId="{C0F80BBD-0A00-424D-AA65-5D92BF1B1148}">
      <dgm:prSet/>
      <dgm:spPr/>
      <dgm:t>
        <a:bodyPr/>
        <a:lstStyle/>
        <a:p>
          <a:endParaRPr lang="uk-UA"/>
        </a:p>
      </dgm:t>
    </dgm:pt>
    <dgm:pt modelId="{239C1C46-DD6E-4BF2-9E9D-7D68AC6E8C4F}" type="sibTrans" cxnId="{C0F80BBD-0A00-424D-AA65-5D92BF1B1148}">
      <dgm:prSet/>
      <dgm:spPr/>
      <dgm:t>
        <a:bodyPr/>
        <a:lstStyle/>
        <a:p>
          <a:endParaRPr lang="uk-UA"/>
        </a:p>
      </dgm:t>
    </dgm:pt>
    <dgm:pt modelId="{67AD65AB-5E36-46F9-87A2-98D914CA119D}">
      <dgm:prSet/>
      <dgm:spPr/>
      <dgm:t>
        <a:bodyPr/>
        <a:lstStyle/>
        <a:p>
          <a:r>
            <a:rPr lang="ru-RU"/>
            <a:t>заснування в Острозі слов’яно-греко-латинської школи</a:t>
          </a:r>
          <a:endParaRPr lang="uk-UA"/>
        </a:p>
      </dgm:t>
    </dgm:pt>
    <dgm:pt modelId="{A062665A-EDEF-40FE-846F-4DAF10725541}" type="parTrans" cxnId="{012E4772-2ABF-4344-902B-339EBD74F509}">
      <dgm:prSet/>
      <dgm:spPr/>
      <dgm:t>
        <a:bodyPr/>
        <a:lstStyle/>
        <a:p>
          <a:endParaRPr lang="uk-UA"/>
        </a:p>
      </dgm:t>
    </dgm:pt>
    <dgm:pt modelId="{D1157E42-4C88-4162-AF67-8670D3CF8F4D}" type="sibTrans" cxnId="{012E4772-2ABF-4344-902B-339EBD74F509}">
      <dgm:prSet/>
      <dgm:spPr/>
      <dgm:t>
        <a:bodyPr/>
        <a:lstStyle/>
        <a:p>
          <a:endParaRPr lang="uk-UA"/>
        </a:p>
      </dgm:t>
    </dgm:pt>
    <dgm:pt modelId="{21B8DB19-8657-43A3-A36B-601DD0C26ED1}">
      <dgm:prSet/>
      <dgm:spPr/>
      <dgm:t>
        <a:bodyPr/>
        <a:lstStyle/>
        <a:p>
          <a:r>
            <a:rPr lang="ru-RU"/>
            <a:t>створення Пересопницького Євангелія</a:t>
          </a:r>
          <a:endParaRPr lang="uk-UA"/>
        </a:p>
      </dgm:t>
    </dgm:pt>
    <dgm:pt modelId="{8C9EE694-D4E2-4638-91FD-0240A917AC84}" type="parTrans" cxnId="{2F798C9F-F10D-4BA8-AAB2-C5096CC715A5}">
      <dgm:prSet/>
      <dgm:spPr/>
      <dgm:t>
        <a:bodyPr/>
        <a:lstStyle/>
        <a:p>
          <a:endParaRPr lang="uk-UA"/>
        </a:p>
      </dgm:t>
    </dgm:pt>
    <dgm:pt modelId="{AE62269A-8D40-4690-A385-9E492CC0AC70}" type="sibTrans" cxnId="{2F798C9F-F10D-4BA8-AAB2-C5096CC715A5}">
      <dgm:prSet/>
      <dgm:spPr/>
      <dgm:t>
        <a:bodyPr/>
        <a:lstStyle/>
        <a:p>
          <a:endParaRPr lang="uk-UA"/>
        </a:p>
      </dgm:t>
    </dgm:pt>
    <dgm:pt modelId="{07CF8C9D-22E9-4B75-B486-03E6C61A216E}">
      <dgm:prSet/>
      <dgm:spPr/>
      <dgm:t>
        <a:bodyPr/>
        <a:lstStyle/>
        <a:p>
          <a:r>
            <a:rPr lang="ru-RU"/>
            <a:t>відновлення вищої православної ієрархії в Речі Посполитій</a:t>
          </a:r>
          <a:endParaRPr lang="uk-UA"/>
        </a:p>
      </dgm:t>
    </dgm:pt>
    <dgm:pt modelId="{8CA04F9E-91EC-4E20-9C91-2675C60FEF41}" type="parTrans" cxnId="{3D30474D-1110-4B81-A076-69F2EE09A2E6}">
      <dgm:prSet/>
      <dgm:spPr/>
      <dgm:t>
        <a:bodyPr/>
        <a:lstStyle/>
        <a:p>
          <a:endParaRPr lang="uk-UA"/>
        </a:p>
      </dgm:t>
    </dgm:pt>
    <dgm:pt modelId="{99B3B9F3-8C2A-4B2E-8337-C827306CF78B}" type="sibTrans" cxnId="{3D30474D-1110-4B81-A076-69F2EE09A2E6}">
      <dgm:prSet/>
      <dgm:spPr/>
      <dgm:t>
        <a:bodyPr/>
        <a:lstStyle/>
        <a:p>
          <a:endParaRPr lang="uk-UA"/>
        </a:p>
      </dgm:t>
    </dgm:pt>
    <dgm:pt modelId="{76E3890D-876D-453E-B4E4-43161A6BE6F9}" type="pres">
      <dgm:prSet presAssocID="{E179FD1F-6404-481C-B5B0-880749CF8301}" presName="rootnode" presStyleCnt="0">
        <dgm:presLayoutVars>
          <dgm:chMax/>
          <dgm:chPref/>
          <dgm:dir/>
          <dgm:animLvl val="lvl"/>
        </dgm:presLayoutVars>
      </dgm:prSet>
      <dgm:spPr/>
    </dgm:pt>
    <dgm:pt modelId="{D35A6B08-F845-40B5-A7C3-029BA55B105B}" type="pres">
      <dgm:prSet presAssocID="{A529BCD6-3C33-4B4A-800F-E0A22FBEE264}" presName="composite" presStyleCnt="0"/>
      <dgm:spPr/>
    </dgm:pt>
    <dgm:pt modelId="{959F5ADE-152E-4CA6-A59B-4C84CE6E5FB2}" type="pres">
      <dgm:prSet presAssocID="{A529BCD6-3C33-4B4A-800F-E0A22FBEE264}" presName="LShape" presStyleLbl="alignNode1" presStyleIdx="0" presStyleCnt="7"/>
      <dgm:spPr/>
    </dgm:pt>
    <dgm:pt modelId="{85B6F954-7EEA-40E3-BB54-B8CAC1100D23}" type="pres">
      <dgm:prSet presAssocID="{A529BCD6-3C33-4B4A-800F-E0A22FBEE264}" presName="ParentText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32419048-5916-441A-B25D-74A5D95FC76A}" type="pres">
      <dgm:prSet presAssocID="{A529BCD6-3C33-4B4A-800F-E0A22FBEE264}" presName="Triangle" presStyleLbl="alignNode1" presStyleIdx="1" presStyleCnt="7"/>
      <dgm:spPr/>
    </dgm:pt>
    <dgm:pt modelId="{E471327F-00A8-4991-AC8A-F062469CA5FD}" type="pres">
      <dgm:prSet presAssocID="{239C1C46-DD6E-4BF2-9E9D-7D68AC6E8C4F}" presName="sibTrans" presStyleCnt="0"/>
      <dgm:spPr/>
    </dgm:pt>
    <dgm:pt modelId="{3798D472-25BD-4211-A6AA-86C8BB10FC5A}" type="pres">
      <dgm:prSet presAssocID="{239C1C46-DD6E-4BF2-9E9D-7D68AC6E8C4F}" presName="space" presStyleCnt="0"/>
      <dgm:spPr/>
    </dgm:pt>
    <dgm:pt modelId="{1BF6D09B-6697-4786-BB90-8F1536226F44}" type="pres">
      <dgm:prSet presAssocID="{67AD65AB-5E36-46F9-87A2-98D914CA119D}" presName="composite" presStyleCnt="0"/>
      <dgm:spPr/>
    </dgm:pt>
    <dgm:pt modelId="{8EA0056B-2579-48EE-B320-1A9F9296DCB8}" type="pres">
      <dgm:prSet presAssocID="{67AD65AB-5E36-46F9-87A2-98D914CA119D}" presName="LShape" presStyleLbl="alignNode1" presStyleIdx="2" presStyleCnt="7"/>
      <dgm:spPr/>
    </dgm:pt>
    <dgm:pt modelId="{B7A56E53-759B-4B6B-B2B9-0009892E2078}" type="pres">
      <dgm:prSet presAssocID="{67AD65AB-5E36-46F9-87A2-98D914CA119D}" presName="ParentText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5BFA7543-1CE7-46C4-80FE-4DBDF98DE3F7}" type="pres">
      <dgm:prSet presAssocID="{67AD65AB-5E36-46F9-87A2-98D914CA119D}" presName="Triangle" presStyleLbl="alignNode1" presStyleIdx="3" presStyleCnt="7"/>
      <dgm:spPr/>
    </dgm:pt>
    <dgm:pt modelId="{2EEBD2A0-DCCD-4997-A296-A8860178F738}" type="pres">
      <dgm:prSet presAssocID="{D1157E42-4C88-4162-AF67-8670D3CF8F4D}" presName="sibTrans" presStyleCnt="0"/>
      <dgm:spPr/>
    </dgm:pt>
    <dgm:pt modelId="{8186E684-9E04-4993-9B10-7E0F957D92EA}" type="pres">
      <dgm:prSet presAssocID="{D1157E42-4C88-4162-AF67-8670D3CF8F4D}" presName="space" presStyleCnt="0"/>
      <dgm:spPr/>
    </dgm:pt>
    <dgm:pt modelId="{853F99C5-7E97-4D73-B8CA-5598A7F5969F}" type="pres">
      <dgm:prSet presAssocID="{21B8DB19-8657-43A3-A36B-601DD0C26ED1}" presName="composite" presStyleCnt="0"/>
      <dgm:spPr/>
    </dgm:pt>
    <dgm:pt modelId="{ECDF3817-33EA-469F-ABD2-E188E4F3B85D}" type="pres">
      <dgm:prSet presAssocID="{21B8DB19-8657-43A3-A36B-601DD0C26ED1}" presName="LShape" presStyleLbl="alignNode1" presStyleIdx="4" presStyleCnt="7"/>
      <dgm:spPr/>
    </dgm:pt>
    <dgm:pt modelId="{1E7FF259-FF25-4CD7-A656-4AABEC6DFCCE}" type="pres">
      <dgm:prSet presAssocID="{21B8DB19-8657-43A3-A36B-601DD0C26ED1}" presName="ParentText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0A18D679-8974-40DF-942D-5E79E3B0CE78}" type="pres">
      <dgm:prSet presAssocID="{21B8DB19-8657-43A3-A36B-601DD0C26ED1}" presName="Triangle" presStyleLbl="alignNode1" presStyleIdx="5" presStyleCnt="7"/>
      <dgm:spPr/>
    </dgm:pt>
    <dgm:pt modelId="{C43CF1FF-34E0-462B-A0EC-2652AF738A71}" type="pres">
      <dgm:prSet presAssocID="{AE62269A-8D40-4690-A385-9E492CC0AC70}" presName="sibTrans" presStyleCnt="0"/>
      <dgm:spPr/>
    </dgm:pt>
    <dgm:pt modelId="{8291A14E-2A53-42EF-AFD0-5FFDB364F58D}" type="pres">
      <dgm:prSet presAssocID="{AE62269A-8D40-4690-A385-9E492CC0AC70}" presName="space" presStyleCnt="0"/>
      <dgm:spPr/>
    </dgm:pt>
    <dgm:pt modelId="{B134051B-DB6C-421B-9245-1C1E29361F53}" type="pres">
      <dgm:prSet presAssocID="{07CF8C9D-22E9-4B75-B486-03E6C61A216E}" presName="composite" presStyleCnt="0"/>
      <dgm:spPr/>
    </dgm:pt>
    <dgm:pt modelId="{55E6EA5A-D9DF-45BB-B141-6AD0EED74DB6}" type="pres">
      <dgm:prSet presAssocID="{07CF8C9D-22E9-4B75-B486-03E6C61A216E}" presName="LShape" presStyleLbl="alignNode1" presStyleIdx="6" presStyleCnt="7"/>
      <dgm:spPr/>
    </dgm:pt>
    <dgm:pt modelId="{3EFA2B2D-79F4-4FC0-BD19-66E1A831C33D}" type="pres">
      <dgm:prSet presAssocID="{07CF8C9D-22E9-4B75-B486-03E6C61A216E}" presName="ParentText" presStyleLbl="revTx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32C3161C-A863-4B23-BF70-E53580F413BE}" type="presOf" srcId="{A529BCD6-3C33-4B4A-800F-E0A22FBEE264}" destId="{85B6F954-7EEA-40E3-BB54-B8CAC1100D23}" srcOrd="0" destOrd="0" presId="urn:microsoft.com/office/officeart/2009/3/layout/StepUpProcess"/>
    <dgm:cxn modelId="{89318D68-1798-4AAD-BB30-BE4A2FE438ED}" type="presOf" srcId="{67AD65AB-5E36-46F9-87A2-98D914CA119D}" destId="{B7A56E53-759B-4B6B-B2B9-0009892E2078}" srcOrd="0" destOrd="0" presId="urn:microsoft.com/office/officeart/2009/3/layout/StepUpProcess"/>
    <dgm:cxn modelId="{3D30474D-1110-4B81-A076-69F2EE09A2E6}" srcId="{E179FD1F-6404-481C-B5B0-880749CF8301}" destId="{07CF8C9D-22E9-4B75-B486-03E6C61A216E}" srcOrd="3" destOrd="0" parTransId="{8CA04F9E-91EC-4E20-9C91-2675C60FEF41}" sibTransId="{99B3B9F3-8C2A-4B2E-8337-C827306CF78B}"/>
    <dgm:cxn modelId="{012E4772-2ABF-4344-902B-339EBD74F509}" srcId="{E179FD1F-6404-481C-B5B0-880749CF8301}" destId="{67AD65AB-5E36-46F9-87A2-98D914CA119D}" srcOrd="1" destOrd="0" parTransId="{A062665A-EDEF-40FE-846F-4DAF10725541}" sibTransId="{D1157E42-4C88-4162-AF67-8670D3CF8F4D}"/>
    <dgm:cxn modelId="{EF179056-63CE-4468-887F-7B9A01985FA3}" type="presOf" srcId="{E179FD1F-6404-481C-B5B0-880749CF8301}" destId="{76E3890D-876D-453E-B4E4-43161A6BE6F9}" srcOrd="0" destOrd="0" presId="urn:microsoft.com/office/officeart/2009/3/layout/StepUpProcess"/>
    <dgm:cxn modelId="{5166E158-1213-474F-95CB-88A6623F5C68}" type="presOf" srcId="{07CF8C9D-22E9-4B75-B486-03E6C61A216E}" destId="{3EFA2B2D-79F4-4FC0-BD19-66E1A831C33D}" srcOrd="0" destOrd="0" presId="urn:microsoft.com/office/officeart/2009/3/layout/StepUpProcess"/>
    <dgm:cxn modelId="{715F3A8D-6E42-4119-9825-0812F980CB15}" type="presOf" srcId="{21B8DB19-8657-43A3-A36B-601DD0C26ED1}" destId="{1E7FF259-FF25-4CD7-A656-4AABEC6DFCCE}" srcOrd="0" destOrd="0" presId="urn:microsoft.com/office/officeart/2009/3/layout/StepUpProcess"/>
    <dgm:cxn modelId="{2F798C9F-F10D-4BA8-AAB2-C5096CC715A5}" srcId="{E179FD1F-6404-481C-B5B0-880749CF8301}" destId="{21B8DB19-8657-43A3-A36B-601DD0C26ED1}" srcOrd="2" destOrd="0" parTransId="{8C9EE694-D4E2-4638-91FD-0240A917AC84}" sibTransId="{AE62269A-8D40-4690-A385-9E492CC0AC70}"/>
    <dgm:cxn modelId="{C0F80BBD-0A00-424D-AA65-5D92BF1B1148}" srcId="{E179FD1F-6404-481C-B5B0-880749CF8301}" destId="{A529BCD6-3C33-4B4A-800F-E0A22FBEE264}" srcOrd="0" destOrd="0" parTransId="{BE96E80A-576B-4D9D-9534-69A69A236054}" sibTransId="{239C1C46-DD6E-4BF2-9E9D-7D68AC6E8C4F}"/>
    <dgm:cxn modelId="{EBCA4CC6-8872-4EAA-B713-710CB0F51DEE}" type="presParOf" srcId="{76E3890D-876D-453E-B4E4-43161A6BE6F9}" destId="{D35A6B08-F845-40B5-A7C3-029BA55B105B}" srcOrd="0" destOrd="0" presId="urn:microsoft.com/office/officeart/2009/3/layout/StepUpProcess"/>
    <dgm:cxn modelId="{46A16A4F-C550-4A54-8761-67CF9E312845}" type="presParOf" srcId="{D35A6B08-F845-40B5-A7C3-029BA55B105B}" destId="{959F5ADE-152E-4CA6-A59B-4C84CE6E5FB2}" srcOrd="0" destOrd="0" presId="urn:microsoft.com/office/officeart/2009/3/layout/StepUpProcess"/>
    <dgm:cxn modelId="{A088DD2A-B744-48A7-AF6F-B07C2B7D1C11}" type="presParOf" srcId="{D35A6B08-F845-40B5-A7C3-029BA55B105B}" destId="{85B6F954-7EEA-40E3-BB54-B8CAC1100D23}" srcOrd="1" destOrd="0" presId="urn:microsoft.com/office/officeart/2009/3/layout/StepUpProcess"/>
    <dgm:cxn modelId="{EE053942-33B8-40E7-BA80-3735E0B9A39E}" type="presParOf" srcId="{D35A6B08-F845-40B5-A7C3-029BA55B105B}" destId="{32419048-5916-441A-B25D-74A5D95FC76A}" srcOrd="2" destOrd="0" presId="urn:microsoft.com/office/officeart/2009/3/layout/StepUpProcess"/>
    <dgm:cxn modelId="{37937C87-5341-4ACD-8141-67D859CDBCA2}" type="presParOf" srcId="{76E3890D-876D-453E-B4E4-43161A6BE6F9}" destId="{E471327F-00A8-4991-AC8A-F062469CA5FD}" srcOrd="1" destOrd="0" presId="urn:microsoft.com/office/officeart/2009/3/layout/StepUpProcess"/>
    <dgm:cxn modelId="{C09C113F-50EA-4497-AEB2-8102F77EC691}" type="presParOf" srcId="{E471327F-00A8-4991-AC8A-F062469CA5FD}" destId="{3798D472-25BD-4211-A6AA-86C8BB10FC5A}" srcOrd="0" destOrd="0" presId="urn:microsoft.com/office/officeart/2009/3/layout/StepUpProcess"/>
    <dgm:cxn modelId="{96405025-8782-4621-B342-4D5108E6F82E}" type="presParOf" srcId="{76E3890D-876D-453E-B4E4-43161A6BE6F9}" destId="{1BF6D09B-6697-4786-BB90-8F1536226F44}" srcOrd="2" destOrd="0" presId="urn:microsoft.com/office/officeart/2009/3/layout/StepUpProcess"/>
    <dgm:cxn modelId="{64CFABDD-A23F-49B7-B856-91E1864F0594}" type="presParOf" srcId="{1BF6D09B-6697-4786-BB90-8F1536226F44}" destId="{8EA0056B-2579-48EE-B320-1A9F9296DCB8}" srcOrd="0" destOrd="0" presId="urn:microsoft.com/office/officeart/2009/3/layout/StepUpProcess"/>
    <dgm:cxn modelId="{58F19496-00BC-472C-BF59-8EA572E1AF93}" type="presParOf" srcId="{1BF6D09B-6697-4786-BB90-8F1536226F44}" destId="{B7A56E53-759B-4B6B-B2B9-0009892E2078}" srcOrd="1" destOrd="0" presId="urn:microsoft.com/office/officeart/2009/3/layout/StepUpProcess"/>
    <dgm:cxn modelId="{010D55F8-BDBA-4D57-B981-A40D97BA4BB0}" type="presParOf" srcId="{1BF6D09B-6697-4786-BB90-8F1536226F44}" destId="{5BFA7543-1CE7-46C4-80FE-4DBDF98DE3F7}" srcOrd="2" destOrd="0" presId="urn:microsoft.com/office/officeart/2009/3/layout/StepUpProcess"/>
    <dgm:cxn modelId="{9E35EF1C-EA61-4EC2-B868-9225DBE8FF69}" type="presParOf" srcId="{76E3890D-876D-453E-B4E4-43161A6BE6F9}" destId="{2EEBD2A0-DCCD-4997-A296-A8860178F738}" srcOrd="3" destOrd="0" presId="urn:microsoft.com/office/officeart/2009/3/layout/StepUpProcess"/>
    <dgm:cxn modelId="{84415296-AA74-4DE1-85FD-B9C76EA215F8}" type="presParOf" srcId="{2EEBD2A0-DCCD-4997-A296-A8860178F738}" destId="{8186E684-9E04-4993-9B10-7E0F957D92EA}" srcOrd="0" destOrd="0" presId="urn:microsoft.com/office/officeart/2009/3/layout/StepUpProcess"/>
    <dgm:cxn modelId="{42526618-4D36-46A1-92DE-7348AC7F9B2A}" type="presParOf" srcId="{76E3890D-876D-453E-B4E4-43161A6BE6F9}" destId="{853F99C5-7E97-4D73-B8CA-5598A7F5969F}" srcOrd="4" destOrd="0" presId="urn:microsoft.com/office/officeart/2009/3/layout/StepUpProcess"/>
    <dgm:cxn modelId="{61F207AE-461A-465D-8370-6F21D497D8C8}" type="presParOf" srcId="{853F99C5-7E97-4D73-B8CA-5598A7F5969F}" destId="{ECDF3817-33EA-469F-ABD2-E188E4F3B85D}" srcOrd="0" destOrd="0" presId="urn:microsoft.com/office/officeart/2009/3/layout/StepUpProcess"/>
    <dgm:cxn modelId="{7426A3F8-7BB3-4604-92A1-E74FA0D0E7F3}" type="presParOf" srcId="{853F99C5-7E97-4D73-B8CA-5598A7F5969F}" destId="{1E7FF259-FF25-4CD7-A656-4AABEC6DFCCE}" srcOrd="1" destOrd="0" presId="urn:microsoft.com/office/officeart/2009/3/layout/StepUpProcess"/>
    <dgm:cxn modelId="{C8A8815F-AC6C-46A5-831D-32C01012960A}" type="presParOf" srcId="{853F99C5-7E97-4D73-B8CA-5598A7F5969F}" destId="{0A18D679-8974-40DF-942D-5E79E3B0CE78}" srcOrd="2" destOrd="0" presId="urn:microsoft.com/office/officeart/2009/3/layout/StepUpProcess"/>
    <dgm:cxn modelId="{4B3A1706-3BDD-444A-9BA8-4589D251E3CE}" type="presParOf" srcId="{76E3890D-876D-453E-B4E4-43161A6BE6F9}" destId="{C43CF1FF-34E0-462B-A0EC-2652AF738A71}" srcOrd="5" destOrd="0" presId="urn:microsoft.com/office/officeart/2009/3/layout/StepUpProcess"/>
    <dgm:cxn modelId="{8A22F819-3D42-4C66-9783-46FF5A033DCE}" type="presParOf" srcId="{C43CF1FF-34E0-462B-A0EC-2652AF738A71}" destId="{8291A14E-2A53-42EF-AFD0-5FFDB364F58D}" srcOrd="0" destOrd="0" presId="urn:microsoft.com/office/officeart/2009/3/layout/StepUpProcess"/>
    <dgm:cxn modelId="{31E4760D-FA33-44EA-8D0C-1E06A1541B17}" type="presParOf" srcId="{76E3890D-876D-453E-B4E4-43161A6BE6F9}" destId="{B134051B-DB6C-421B-9245-1C1E29361F53}" srcOrd="6" destOrd="0" presId="urn:microsoft.com/office/officeart/2009/3/layout/StepUpProcess"/>
    <dgm:cxn modelId="{FCE43A0E-B481-4A50-8375-3B535C1884A6}" type="presParOf" srcId="{B134051B-DB6C-421B-9245-1C1E29361F53}" destId="{55E6EA5A-D9DF-45BB-B141-6AD0EED74DB6}" srcOrd="0" destOrd="0" presId="urn:microsoft.com/office/officeart/2009/3/layout/StepUpProcess"/>
    <dgm:cxn modelId="{BD7F953A-6C15-4AF5-B13A-66512A75F6CC}" type="presParOf" srcId="{B134051B-DB6C-421B-9245-1C1E29361F53}" destId="{3EFA2B2D-79F4-4FC0-BD19-66E1A831C33D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0986D55-4EC4-425B-ABF9-174F1C94C0E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87A7BCD-F0F6-4B6F-9334-902BF672AA6E}">
      <dgm:prSet/>
      <dgm:spPr/>
      <dgm:t>
        <a:bodyPr/>
        <a:lstStyle/>
        <a:p>
          <a:r>
            <a:rPr lang="uk-UA" b="0" i="0"/>
            <a:t>Пересопницьке Євангеліє;</a:t>
          </a:r>
          <a:endParaRPr lang="uk-UA"/>
        </a:p>
      </dgm:t>
    </dgm:pt>
    <dgm:pt modelId="{93044288-4EAC-494F-874F-A26080067018}" type="parTrans" cxnId="{A259A89F-EF92-4415-BD57-3C3563E5D1B8}">
      <dgm:prSet/>
      <dgm:spPr/>
      <dgm:t>
        <a:bodyPr/>
        <a:lstStyle/>
        <a:p>
          <a:endParaRPr lang="uk-UA"/>
        </a:p>
      </dgm:t>
    </dgm:pt>
    <dgm:pt modelId="{C8D263C9-999A-493B-A97B-B69597249175}" type="sibTrans" cxnId="{A259A89F-EF92-4415-BD57-3C3563E5D1B8}">
      <dgm:prSet/>
      <dgm:spPr/>
      <dgm:t>
        <a:bodyPr/>
        <a:lstStyle/>
        <a:p>
          <a:endParaRPr lang="uk-UA"/>
        </a:p>
      </dgm:t>
    </dgm:pt>
    <dgm:pt modelId="{7E49F839-A2E4-4860-B59C-F771989D121F}">
      <dgm:prSet/>
      <dgm:spPr/>
      <dgm:t>
        <a:bodyPr/>
        <a:lstStyle/>
        <a:p>
          <a:r>
            <a:rPr lang="uk-UA" b="0" i="0"/>
            <a:t>«Граматика словенська» Л. Зизанія</a:t>
          </a:r>
          <a:endParaRPr lang="uk-UA"/>
        </a:p>
      </dgm:t>
    </dgm:pt>
    <dgm:pt modelId="{5BB2DD0C-C404-4D9B-AFD8-B2BC54ADFB7A}" type="parTrans" cxnId="{89CD1488-32AF-45B6-B2CF-559F1D001915}">
      <dgm:prSet/>
      <dgm:spPr/>
      <dgm:t>
        <a:bodyPr/>
        <a:lstStyle/>
        <a:p>
          <a:endParaRPr lang="uk-UA"/>
        </a:p>
      </dgm:t>
    </dgm:pt>
    <dgm:pt modelId="{AF4FD434-7447-4E95-A3A7-13E6F3018131}" type="sibTrans" cxnId="{89CD1488-32AF-45B6-B2CF-559F1D001915}">
      <dgm:prSet/>
      <dgm:spPr/>
      <dgm:t>
        <a:bodyPr/>
        <a:lstStyle/>
        <a:p>
          <a:endParaRPr lang="uk-UA"/>
        </a:p>
      </dgm:t>
    </dgm:pt>
    <dgm:pt modelId="{AA6FA118-6012-4920-9C2C-8663BE8B3B32}">
      <dgm:prSet/>
      <dgm:spPr/>
      <dgm:t>
        <a:bodyPr/>
        <a:lstStyle/>
        <a:p>
          <a:r>
            <a:rPr lang="uk-UA" b="0" i="0"/>
            <a:t>Острозька Біблія;</a:t>
          </a:r>
          <a:endParaRPr lang="uk-UA"/>
        </a:p>
      </dgm:t>
    </dgm:pt>
    <dgm:pt modelId="{DF48BD08-4970-4A12-A42C-9BB296789A7A}" type="parTrans" cxnId="{5F202E74-53E8-4A73-A528-F0469B37D4BF}">
      <dgm:prSet/>
      <dgm:spPr/>
      <dgm:t>
        <a:bodyPr/>
        <a:lstStyle/>
        <a:p>
          <a:endParaRPr lang="uk-UA"/>
        </a:p>
      </dgm:t>
    </dgm:pt>
    <dgm:pt modelId="{5B76875F-2956-4EB0-8E6D-D4017B8D3D0A}" type="sibTrans" cxnId="{5F202E74-53E8-4A73-A528-F0469B37D4BF}">
      <dgm:prSet/>
      <dgm:spPr/>
      <dgm:t>
        <a:bodyPr/>
        <a:lstStyle/>
        <a:p>
          <a:endParaRPr lang="uk-UA"/>
        </a:p>
      </dgm:t>
    </dgm:pt>
    <dgm:pt modelId="{8EAA82ED-A583-478B-BDFD-5B02C37446F8}">
      <dgm:prSet/>
      <dgm:spPr/>
      <dgm:t>
        <a:bodyPr/>
        <a:lstStyle/>
        <a:p>
          <a:r>
            <a:rPr lang="uk-UA" b="0" i="0"/>
            <a:t>«Хроніка з літописців стародавніх» Ф. Софоновича;</a:t>
          </a:r>
          <a:endParaRPr lang="uk-UA"/>
        </a:p>
      </dgm:t>
    </dgm:pt>
    <dgm:pt modelId="{5BB16A52-23FC-4C37-BBFD-F1998207D7F1}" type="parTrans" cxnId="{81740672-9F5E-4BE9-8EF9-2F4D4D1EAAF1}">
      <dgm:prSet/>
      <dgm:spPr/>
      <dgm:t>
        <a:bodyPr/>
        <a:lstStyle/>
        <a:p>
          <a:endParaRPr lang="uk-UA"/>
        </a:p>
      </dgm:t>
    </dgm:pt>
    <dgm:pt modelId="{EAACD91F-CF6F-407E-A1D2-8C0882130C65}" type="sibTrans" cxnId="{81740672-9F5E-4BE9-8EF9-2F4D4D1EAAF1}">
      <dgm:prSet/>
      <dgm:spPr/>
      <dgm:t>
        <a:bodyPr/>
        <a:lstStyle/>
        <a:p>
          <a:endParaRPr lang="uk-UA"/>
        </a:p>
      </dgm:t>
    </dgm:pt>
    <dgm:pt modelId="{2109557C-97E9-457F-965E-CCE6A73516FB}">
      <dgm:prSet/>
      <dgm:spPr/>
      <dgm:t>
        <a:bodyPr/>
        <a:lstStyle/>
        <a:p>
          <a:r>
            <a:rPr lang="uk-UA" b="0" i="0"/>
            <a:t>«Історія Русів»;</a:t>
          </a:r>
          <a:endParaRPr lang="uk-UA"/>
        </a:p>
      </dgm:t>
    </dgm:pt>
    <dgm:pt modelId="{E2B6C80E-FFB9-4BB1-AA28-1E42133CB322}" type="parTrans" cxnId="{6EE37E60-A3E5-4350-9BCA-B61D96FF4C82}">
      <dgm:prSet/>
      <dgm:spPr/>
      <dgm:t>
        <a:bodyPr/>
        <a:lstStyle/>
        <a:p>
          <a:endParaRPr lang="uk-UA"/>
        </a:p>
      </dgm:t>
    </dgm:pt>
    <dgm:pt modelId="{47DC81C3-967E-4B4A-A4D8-B7EF554A6186}" type="sibTrans" cxnId="{6EE37E60-A3E5-4350-9BCA-B61D96FF4C82}">
      <dgm:prSet/>
      <dgm:spPr/>
      <dgm:t>
        <a:bodyPr/>
        <a:lstStyle/>
        <a:p>
          <a:endParaRPr lang="uk-UA"/>
        </a:p>
      </dgm:t>
    </dgm:pt>
    <dgm:pt modelId="{724BE130-206E-4AE8-866E-272FF5762719}">
      <dgm:prSet/>
      <dgm:spPr/>
      <dgm:t>
        <a:bodyPr/>
        <a:lstStyle/>
        <a:p>
          <a:r>
            <a:rPr lang="uk-UA" b="0" i="0"/>
            <a:t>«Ключ царства небесного» Г. Смотрицького;</a:t>
          </a:r>
          <a:endParaRPr lang="uk-UA"/>
        </a:p>
      </dgm:t>
    </dgm:pt>
    <dgm:pt modelId="{C13D86C9-D8A4-4520-AFE9-E59F2E198585}" type="parTrans" cxnId="{C072181B-79BA-4CB0-9B5B-D3E34CC79D00}">
      <dgm:prSet/>
      <dgm:spPr/>
      <dgm:t>
        <a:bodyPr/>
        <a:lstStyle/>
        <a:p>
          <a:endParaRPr lang="uk-UA"/>
        </a:p>
      </dgm:t>
    </dgm:pt>
    <dgm:pt modelId="{05551945-C71A-4246-8AE1-EABE06D8E35D}" type="sibTrans" cxnId="{C072181B-79BA-4CB0-9B5B-D3E34CC79D00}">
      <dgm:prSet/>
      <dgm:spPr/>
      <dgm:t>
        <a:bodyPr/>
        <a:lstStyle/>
        <a:p>
          <a:endParaRPr lang="uk-UA"/>
        </a:p>
      </dgm:t>
    </dgm:pt>
    <dgm:pt modelId="{3E8FEBB3-EE04-4FDB-BB4E-541529A21130}">
      <dgm:prSet/>
      <dgm:spPr/>
      <dgm:t>
        <a:bodyPr/>
        <a:lstStyle/>
        <a:p>
          <a:r>
            <a:rPr lang="uk-UA" b="0" i="0"/>
            <a:t>«Лексикон славенороський» П. Беринди.</a:t>
          </a:r>
          <a:endParaRPr lang="uk-UA"/>
        </a:p>
      </dgm:t>
    </dgm:pt>
    <dgm:pt modelId="{2A66E2A7-D369-484E-8E71-D9AA77E631B8}" type="parTrans" cxnId="{23D04365-075A-462E-A28D-3C86AB3F8F4C}">
      <dgm:prSet/>
      <dgm:spPr/>
      <dgm:t>
        <a:bodyPr/>
        <a:lstStyle/>
        <a:p>
          <a:endParaRPr lang="uk-UA"/>
        </a:p>
      </dgm:t>
    </dgm:pt>
    <dgm:pt modelId="{C73842E3-78AC-4A4E-AFA1-E14E9B76BD6B}" type="sibTrans" cxnId="{23D04365-075A-462E-A28D-3C86AB3F8F4C}">
      <dgm:prSet/>
      <dgm:spPr/>
      <dgm:t>
        <a:bodyPr/>
        <a:lstStyle/>
        <a:p>
          <a:endParaRPr lang="uk-UA"/>
        </a:p>
      </dgm:t>
    </dgm:pt>
    <dgm:pt modelId="{4DFD6CAD-D1C9-417A-9387-2BC3F1230197}" type="pres">
      <dgm:prSet presAssocID="{C0986D55-4EC4-425B-ABF9-174F1C94C0EE}" presName="linear" presStyleCnt="0">
        <dgm:presLayoutVars>
          <dgm:animLvl val="lvl"/>
          <dgm:resizeHandles val="exact"/>
        </dgm:presLayoutVars>
      </dgm:prSet>
      <dgm:spPr/>
    </dgm:pt>
    <dgm:pt modelId="{75D09251-8E6C-48BC-B08A-A7EB2BD9140B}" type="pres">
      <dgm:prSet presAssocID="{E87A7BCD-F0F6-4B6F-9334-902BF672AA6E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D47152B4-DA8E-461E-9EE0-3CDE1235A98C}" type="pres">
      <dgm:prSet presAssocID="{C8D263C9-999A-493B-A97B-B69597249175}" presName="spacer" presStyleCnt="0"/>
      <dgm:spPr/>
    </dgm:pt>
    <dgm:pt modelId="{7216979D-6F0C-411D-9F07-C6D4E0EAF898}" type="pres">
      <dgm:prSet presAssocID="{7E49F839-A2E4-4860-B59C-F771989D121F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106990EB-9891-43E5-8B62-9051D89CCE3F}" type="pres">
      <dgm:prSet presAssocID="{AF4FD434-7447-4E95-A3A7-13E6F3018131}" presName="spacer" presStyleCnt="0"/>
      <dgm:spPr/>
    </dgm:pt>
    <dgm:pt modelId="{944F06B4-A431-4B75-ADA8-022598735C79}" type="pres">
      <dgm:prSet presAssocID="{AA6FA118-6012-4920-9C2C-8663BE8B3B32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20B3A877-ECF1-4046-9A11-ACFF0BB928D6}" type="pres">
      <dgm:prSet presAssocID="{5B76875F-2956-4EB0-8E6D-D4017B8D3D0A}" presName="spacer" presStyleCnt="0"/>
      <dgm:spPr/>
    </dgm:pt>
    <dgm:pt modelId="{6EC2D8C3-4BDC-46E4-896F-7A76CABB944C}" type="pres">
      <dgm:prSet presAssocID="{8EAA82ED-A583-478B-BDFD-5B02C37446F8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EA80E67E-0D2D-4A11-8674-EEDD21F374A4}" type="pres">
      <dgm:prSet presAssocID="{EAACD91F-CF6F-407E-A1D2-8C0882130C65}" presName="spacer" presStyleCnt="0"/>
      <dgm:spPr/>
    </dgm:pt>
    <dgm:pt modelId="{68CD8D60-C9C3-41E2-BA30-8EC7EB3D3262}" type="pres">
      <dgm:prSet presAssocID="{2109557C-97E9-457F-965E-CCE6A73516FB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57B12DB7-9F4F-42B7-9370-E6C2BFAD92E0}" type="pres">
      <dgm:prSet presAssocID="{47DC81C3-967E-4B4A-A4D8-B7EF554A6186}" presName="spacer" presStyleCnt="0"/>
      <dgm:spPr/>
    </dgm:pt>
    <dgm:pt modelId="{7CB8FCA3-1008-40FE-9393-E1C2AF9CD14A}" type="pres">
      <dgm:prSet presAssocID="{724BE130-206E-4AE8-866E-272FF5762719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FE747320-72C3-4734-A1C2-D39C60E2336E}" type="pres">
      <dgm:prSet presAssocID="{05551945-C71A-4246-8AE1-EABE06D8E35D}" presName="spacer" presStyleCnt="0"/>
      <dgm:spPr/>
    </dgm:pt>
    <dgm:pt modelId="{55F5DFBA-888A-4E12-BB3D-0B2BB039FD64}" type="pres">
      <dgm:prSet presAssocID="{3E8FEBB3-EE04-4FDB-BB4E-541529A21130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8296280F-A007-4A45-8299-F555708527E5}" type="presOf" srcId="{2109557C-97E9-457F-965E-CCE6A73516FB}" destId="{68CD8D60-C9C3-41E2-BA30-8EC7EB3D3262}" srcOrd="0" destOrd="0" presId="urn:microsoft.com/office/officeart/2005/8/layout/vList2"/>
    <dgm:cxn modelId="{C072181B-79BA-4CB0-9B5B-D3E34CC79D00}" srcId="{C0986D55-4EC4-425B-ABF9-174F1C94C0EE}" destId="{724BE130-206E-4AE8-866E-272FF5762719}" srcOrd="5" destOrd="0" parTransId="{C13D86C9-D8A4-4520-AFE9-E59F2E198585}" sibTransId="{05551945-C71A-4246-8AE1-EABE06D8E35D}"/>
    <dgm:cxn modelId="{438D6C33-65ED-406B-B304-D38EF9E8C5C6}" type="presOf" srcId="{8EAA82ED-A583-478B-BDFD-5B02C37446F8}" destId="{6EC2D8C3-4BDC-46E4-896F-7A76CABB944C}" srcOrd="0" destOrd="0" presId="urn:microsoft.com/office/officeart/2005/8/layout/vList2"/>
    <dgm:cxn modelId="{F85F8840-CFFE-4CA3-8DA7-1EBF58651428}" type="presOf" srcId="{E87A7BCD-F0F6-4B6F-9334-902BF672AA6E}" destId="{75D09251-8E6C-48BC-B08A-A7EB2BD9140B}" srcOrd="0" destOrd="0" presId="urn:microsoft.com/office/officeart/2005/8/layout/vList2"/>
    <dgm:cxn modelId="{49742660-437A-4F86-A0EB-F86EBD020A9B}" type="presOf" srcId="{AA6FA118-6012-4920-9C2C-8663BE8B3B32}" destId="{944F06B4-A431-4B75-ADA8-022598735C79}" srcOrd="0" destOrd="0" presId="urn:microsoft.com/office/officeart/2005/8/layout/vList2"/>
    <dgm:cxn modelId="{6EE37E60-A3E5-4350-9BCA-B61D96FF4C82}" srcId="{C0986D55-4EC4-425B-ABF9-174F1C94C0EE}" destId="{2109557C-97E9-457F-965E-CCE6A73516FB}" srcOrd="4" destOrd="0" parTransId="{E2B6C80E-FFB9-4BB1-AA28-1E42133CB322}" sibTransId="{47DC81C3-967E-4B4A-A4D8-B7EF554A6186}"/>
    <dgm:cxn modelId="{23D04365-075A-462E-A28D-3C86AB3F8F4C}" srcId="{C0986D55-4EC4-425B-ABF9-174F1C94C0EE}" destId="{3E8FEBB3-EE04-4FDB-BB4E-541529A21130}" srcOrd="6" destOrd="0" parTransId="{2A66E2A7-D369-484E-8E71-D9AA77E631B8}" sibTransId="{C73842E3-78AC-4A4E-AFA1-E14E9B76BD6B}"/>
    <dgm:cxn modelId="{CF61BE68-34FC-4519-8C26-CE71AB46FADA}" type="presOf" srcId="{3E8FEBB3-EE04-4FDB-BB4E-541529A21130}" destId="{55F5DFBA-888A-4E12-BB3D-0B2BB039FD64}" srcOrd="0" destOrd="0" presId="urn:microsoft.com/office/officeart/2005/8/layout/vList2"/>
    <dgm:cxn modelId="{81740672-9F5E-4BE9-8EF9-2F4D4D1EAAF1}" srcId="{C0986D55-4EC4-425B-ABF9-174F1C94C0EE}" destId="{8EAA82ED-A583-478B-BDFD-5B02C37446F8}" srcOrd="3" destOrd="0" parTransId="{5BB16A52-23FC-4C37-BBFD-F1998207D7F1}" sibTransId="{EAACD91F-CF6F-407E-A1D2-8C0882130C65}"/>
    <dgm:cxn modelId="{4B4D2774-F56E-4E83-9DF6-5664256B7092}" type="presOf" srcId="{724BE130-206E-4AE8-866E-272FF5762719}" destId="{7CB8FCA3-1008-40FE-9393-E1C2AF9CD14A}" srcOrd="0" destOrd="0" presId="urn:microsoft.com/office/officeart/2005/8/layout/vList2"/>
    <dgm:cxn modelId="{5F202E74-53E8-4A73-A528-F0469B37D4BF}" srcId="{C0986D55-4EC4-425B-ABF9-174F1C94C0EE}" destId="{AA6FA118-6012-4920-9C2C-8663BE8B3B32}" srcOrd="2" destOrd="0" parTransId="{DF48BD08-4970-4A12-A42C-9BB296789A7A}" sibTransId="{5B76875F-2956-4EB0-8E6D-D4017B8D3D0A}"/>
    <dgm:cxn modelId="{89CD1488-32AF-45B6-B2CF-559F1D001915}" srcId="{C0986D55-4EC4-425B-ABF9-174F1C94C0EE}" destId="{7E49F839-A2E4-4860-B59C-F771989D121F}" srcOrd="1" destOrd="0" parTransId="{5BB2DD0C-C404-4D9B-AFD8-B2BC54ADFB7A}" sibTransId="{AF4FD434-7447-4E95-A3A7-13E6F3018131}"/>
    <dgm:cxn modelId="{1151AB89-F6AB-4F4D-951C-BB76387C39A2}" type="presOf" srcId="{C0986D55-4EC4-425B-ABF9-174F1C94C0EE}" destId="{4DFD6CAD-D1C9-417A-9387-2BC3F1230197}" srcOrd="0" destOrd="0" presId="urn:microsoft.com/office/officeart/2005/8/layout/vList2"/>
    <dgm:cxn modelId="{A259A89F-EF92-4415-BD57-3C3563E5D1B8}" srcId="{C0986D55-4EC4-425B-ABF9-174F1C94C0EE}" destId="{E87A7BCD-F0F6-4B6F-9334-902BF672AA6E}" srcOrd="0" destOrd="0" parTransId="{93044288-4EAC-494F-874F-A26080067018}" sibTransId="{C8D263C9-999A-493B-A97B-B69597249175}"/>
    <dgm:cxn modelId="{9C7393DA-F256-4B09-A7D9-B675EA0B508F}" type="presOf" srcId="{7E49F839-A2E4-4860-B59C-F771989D121F}" destId="{7216979D-6F0C-411D-9F07-C6D4E0EAF898}" srcOrd="0" destOrd="0" presId="urn:microsoft.com/office/officeart/2005/8/layout/vList2"/>
    <dgm:cxn modelId="{34A46E2A-49D1-445A-9311-B86DB8456842}" type="presParOf" srcId="{4DFD6CAD-D1C9-417A-9387-2BC3F1230197}" destId="{75D09251-8E6C-48BC-B08A-A7EB2BD9140B}" srcOrd="0" destOrd="0" presId="urn:microsoft.com/office/officeart/2005/8/layout/vList2"/>
    <dgm:cxn modelId="{D53D02F4-CCE1-4CB1-95B0-478D69B86D36}" type="presParOf" srcId="{4DFD6CAD-D1C9-417A-9387-2BC3F1230197}" destId="{D47152B4-DA8E-461E-9EE0-3CDE1235A98C}" srcOrd="1" destOrd="0" presId="urn:microsoft.com/office/officeart/2005/8/layout/vList2"/>
    <dgm:cxn modelId="{C8E12134-E2C2-4E9B-8256-FF70044B9164}" type="presParOf" srcId="{4DFD6CAD-D1C9-417A-9387-2BC3F1230197}" destId="{7216979D-6F0C-411D-9F07-C6D4E0EAF898}" srcOrd="2" destOrd="0" presId="urn:microsoft.com/office/officeart/2005/8/layout/vList2"/>
    <dgm:cxn modelId="{9BC2784A-0711-4F59-B0AC-6F96519A9692}" type="presParOf" srcId="{4DFD6CAD-D1C9-417A-9387-2BC3F1230197}" destId="{106990EB-9891-43E5-8B62-9051D89CCE3F}" srcOrd="3" destOrd="0" presId="urn:microsoft.com/office/officeart/2005/8/layout/vList2"/>
    <dgm:cxn modelId="{E12DAE0B-99B0-4CC7-97EC-5AC22BCED523}" type="presParOf" srcId="{4DFD6CAD-D1C9-417A-9387-2BC3F1230197}" destId="{944F06B4-A431-4B75-ADA8-022598735C79}" srcOrd="4" destOrd="0" presId="urn:microsoft.com/office/officeart/2005/8/layout/vList2"/>
    <dgm:cxn modelId="{25DAA9BA-E43B-4215-9372-7ABA1BECDE2C}" type="presParOf" srcId="{4DFD6CAD-D1C9-417A-9387-2BC3F1230197}" destId="{20B3A877-ECF1-4046-9A11-ACFF0BB928D6}" srcOrd="5" destOrd="0" presId="urn:microsoft.com/office/officeart/2005/8/layout/vList2"/>
    <dgm:cxn modelId="{9A675255-FD29-4737-98DA-5896BABE4AA3}" type="presParOf" srcId="{4DFD6CAD-D1C9-417A-9387-2BC3F1230197}" destId="{6EC2D8C3-4BDC-46E4-896F-7A76CABB944C}" srcOrd="6" destOrd="0" presId="urn:microsoft.com/office/officeart/2005/8/layout/vList2"/>
    <dgm:cxn modelId="{AE11C3A9-D596-4D12-8262-0BE95BE162E8}" type="presParOf" srcId="{4DFD6CAD-D1C9-417A-9387-2BC3F1230197}" destId="{EA80E67E-0D2D-4A11-8674-EEDD21F374A4}" srcOrd="7" destOrd="0" presId="urn:microsoft.com/office/officeart/2005/8/layout/vList2"/>
    <dgm:cxn modelId="{AAD9A15D-1DA8-44F5-BB6B-E11C06EA9F01}" type="presParOf" srcId="{4DFD6CAD-D1C9-417A-9387-2BC3F1230197}" destId="{68CD8D60-C9C3-41E2-BA30-8EC7EB3D3262}" srcOrd="8" destOrd="0" presId="urn:microsoft.com/office/officeart/2005/8/layout/vList2"/>
    <dgm:cxn modelId="{59105F15-BF4B-4015-8CAC-45FF8081FAB9}" type="presParOf" srcId="{4DFD6CAD-D1C9-417A-9387-2BC3F1230197}" destId="{57B12DB7-9F4F-42B7-9370-E6C2BFAD92E0}" srcOrd="9" destOrd="0" presId="urn:microsoft.com/office/officeart/2005/8/layout/vList2"/>
    <dgm:cxn modelId="{FC0E8A68-A844-4EE0-BE1E-C24BF82AE538}" type="presParOf" srcId="{4DFD6CAD-D1C9-417A-9387-2BC3F1230197}" destId="{7CB8FCA3-1008-40FE-9393-E1C2AF9CD14A}" srcOrd="10" destOrd="0" presId="urn:microsoft.com/office/officeart/2005/8/layout/vList2"/>
    <dgm:cxn modelId="{EBC0A17B-F542-4514-9305-D1417BBA18D1}" type="presParOf" srcId="{4DFD6CAD-D1C9-417A-9387-2BC3F1230197}" destId="{FE747320-72C3-4734-A1C2-D39C60E2336E}" srcOrd="11" destOrd="0" presId="urn:microsoft.com/office/officeart/2005/8/layout/vList2"/>
    <dgm:cxn modelId="{F2B4FC00-57BC-4A1B-9180-20FF7D3B1587}" type="presParOf" srcId="{4DFD6CAD-D1C9-417A-9387-2BC3F1230197}" destId="{55F5DFBA-888A-4E12-BB3D-0B2BB039FD64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B3DD12F-9C7D-4B45-A428-1C0CDE093B6F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0FD1E1EF-5E0D-4070-8062-660EACFFB23D}">
      <dgm:prSet/>
      <dgm:spPr/>
      <dgm:t>
        <a:bodyPr/>
        <a:lstStyle/>
        <a:p>
          <a:r>
            <a:rPr lang="ru-RU" b="0" i="0"/>
            <a:t>1, 3, 4, 6</a:t>
          </a:r>
          <a:endParaRPr lang="uk-UA"/>
        </a:p>
      </dgm:t>
    </dgm:pt>
    <dgm:pt modelId="{2EC1583B-4F14-4242-9CED-E3FAF8C0649D}" type="parTrans" cxnId="{03398809-3C73-41FA-954E-4D7478C8699D}">
      <dgm:prSet/>
      <dgm:spPr/>
      <dgm:t>
        <a:bodyPr/>
        <a:lstStyle/>
        <a:p>
          <a:endParaRPr lang="uk-UA"/>
        </a:p>
      </dgm:t>
    </dgm:pt>
    <dgm:pt modelId="{4FC67681-3148-426A-9C4D-8EB70B5797F6}" type="sibTrans" cxnId="{03398809-3C73-41FA-954E-4D7478C8699D}">
      <dgm:prSet/>
      <dgm:spPr/>
      <dgm:t>
        <a:bodyPr/>
        <a:lstStyle/>
        <a:p>
          <a:endParaRPr lang="uk-UA"/>
        </a:p>
      </dgm:t>
    </dgm:pt>
    <dgm:pt modelId="{5846B0BF-12F5-4570-AECC-60BB15AD7380}">
      <dgm:prSet/>
      <dgm:spPr/>
      <dgm:t>
        <a:bodyPr/>
        <a:lstStyle/>
        <a:p>
          <a:r>
            <a:rPr lang="ru-RU" b="0" i="0"/>
            <a:t>2, 4, 5, 7</a:t>
          </a:r>
          <a:endParaRPr lang="uk-UA"/>
        </a:p>
      </dgm:t>
    </dgm:pt>
    <dgm:pt modelId="{59724AA8-C2D6-4147-B638-757E8E78CB7F}" type="parTrans" cxnId="{8A6B034F-10BF-4365-9F25-0C17610BD12E}">
      <dgm:prSet/>
      <dgm:spPr/>
      <dgm:t>
        <a:bodyPr/>
        <a:lstStyle/>
        <a:p>
          <a:endParaRPr lang="uk-UA"/>
        </a:p>
      </dgm:t>
    </dgm:pt>
    <dgm:pt modelId="{4ECFF429-E28E-485D-84B1-A9160CB59F60}" type="sibTrans" cxnId="{8A6B034F-10BF-4365-9F25-0C17610BD12E}">
      <dgm:prSet/>
      <dgm:spPr/>
      <dgm:t>
        <a:bodyPr/>
        <a:lstStyle/>
        <a:p>
          <a:endParaRPr lang="uk-UA"/>
        </a:p>
      </dgm:t>
    </dgm:pt>
    <dgm:pt modelId="{A0A1F5F2-34B0-4173-8C7F-778F92DA6C08}">
      <dgm:prSet/>
      <dgm:spPr/>
      <dgm:t>
        <a:bodyPr/>
        <a:lstStyle/>
        <a:p>
          <a:r>
            <a:rPr lang="ru-RU" b="0" i="0"/>
            <a:t>1, 3, 4, 5</a:t>
          </a:r>
          <a:endParaRPr lang="uk-UA"/>
        </a:p>
      </dgm:t>
    </dgm:pt>
    <dgm:pt modelId="{A7BE3C48-CDFA-4C02-93EF-F1DF8C5E7A05}" type="parTrans" cxnId="{5EA3B66D-6535-4754-B250-2EB37EFE14F8}">
      <dgm:prSet/>
      <dgm:spPr/>
      <dgm:t>
        <a:bodyPr/>
        <a:lstStyle/>
        <a:p>
          <a:endParaRPr lang="uk-UA"/>
        </a:p>
      </dgm:t>
    </dgm:pt>
    <dgm:pt modelId="{B556516C-0D9F-4F0C-ACFA-AB81C2B092BB}" type="sibTrans" cxnId="{5EA3B66D-6535-4754-B250-2EB37EFE14F8}">
      <dgm:prSet/>
      <dgm:spPr/>
      <dgm:t>
        <a:bodyPr/>
        <a:lstStyle/>
        <a:p>
          <a:endParaRPr lang="uk-UA"/>
        </a:p>
      </dgm:t>
    </dgm:pt>
    <dgm:pt modelId="{42631067-866F-4FD1-834C-A20CE157827C}">
      <dgm:prSet/>
      <dgm:spPr>
        <a:solidFill>
          <a:srgbClr val="0070C0"/>
        </a:solidFill>
      </dgm:spPr>
      <dgm:t>
        <a:bodyPr/>
        <a:lstStyle/>
        <a:p>
          <a:r>
            <a:rPr lang="ru-RU" b="0" i="0" dirty="0"/>
            <a:t>2, 3, 6, 7</a:t>
          </a:r>
          <a:endParaRPr lang="uk-UA" dirty="0"/>
        </a:p>
      </dgm:t>
    </dgm:pt>
    <dgm:pt modelId="{EC305F4F-E668-4B57-B414-7EE230B1FCAE}" type="parTrans" cxnId="{BBD6AB7A-9349-4FCB-A778-A4373B599FFF}">
      <dgm:prSet/>
      <dgm:spPr/>
      <dgm:t>
        <a:bodyPr/>
        <a:lstStyle/>
        <a:p>
          <a:endParaRPr lang="uk-UA"/>
        </a:p>
      </dgm:t>
    </dgm:pt>
    <dgm:pt modelId="{8846D82B-A765-4AB4-A3D7-6001AE1C6771}" type="sibTrans" cxnId="{BBD6AB7A-9349-4FCB-A778-A4373B599FFF}">
      <dgm:prSet/>
      <dgm:spPr/>
      <dgm:t>
        <a:bodyPr/>
        <a:lstStyle/>
        <a:p>
          <a:endParaRPr lang="uk-UA"/>
        </a:p>
      </dgm:t>
    </dgm:pt>
    <dgm:pt modelId="{F0B24DE8-183B-4F79-9113-FCB07EBE976E}" type="pres">
      <dgm:prSet presAssocID="{9B3DD12F-9C7D-4B45-A428-1C0CDE093B6F}" presName="matrix" presStyleCnt="0">
        <dgm:presLayoutVars>
          <dgm:chMax val="1"/>
          <dgm:dir/>
          <dgm:resizeHandles val="exact"/>
        </dgm:presLayoutVars>
      </dgm:prSet>
      <dgm:spPr/>
    </dgm:pt>
    <dgm:pt modelId="{0F4B6BDC-D1B5-4B5B-A7D0-06CDA2DDAE34}" type="pres">
      <dgm:prSet presAssocID="{9B3DD12F-9C7D-4B45-A428-1C0CDE093B6F}" presName="diamond" presStyleLbl="bgShp" presStyleIdx="0" presStyleCnt="1"/>
      <dgm:spPr/>
    </dgm:pt>
    <dgm:pt modelId="{36709BD9-2C0A-41B0-8BAE-FD86558F55B5}" type="pres">
      <dgm:prSet presAssocID="{9B3DD12F-9C7D-4B45-A428-1C0CDE093B6F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89C457C-61E8-4D51-A53A-AA03C7D99C23}" type="pres">
      <dgm:prSet presAssocID="{9B3DD12F-9C7D-4B45-A428-1C0CDE093B6F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312E25A-4EBE-4AE0-A3A0-E62FFD4342CB}" type="pres">
      <dgm:prSet presAssocID="{9B3DD12F-9C7D-4B45-A428-1C0CDE093B6F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C0EBFFE-E819-4137-8715-BA5C6DFA5F1B}" type="pres">
      <dgm:prSet presAssocID="{9B3DD12F-9C7D-4B45-A428-1C0CDE093B6F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3398809-3C73-41FA-954E-4D7478C8699D}" srcId="{9B3DD12F-9C7D-4B45-A428-1C0CDE093B6F}" destId="{0FD1E1EF-5E0D-4070-8062-660EACFFB23D}" srcOrd="0" destOrd="0" parTransId="{2EC1583B-4F14-4242-9CED-E3FAF8C0649D}" sibTransId="{4FC67681-3148-426A-9C4D-8EB70B5797F6}"/>
    <dgm:cxn modelId="{DCD7C846-5252-4085-8610-6F9B1C81DEB2}" type="presOf" srcId="{A0A1F5F2-34B0-4173-8C7F-778F92DA6C08}" destId="{1312E25A-4EBE-4AE0-A3A0-E62FFD4342CB}" srcOrd="0" destOrd="0" presId="urn:microsoft.com/office/officeart/2005/8/layout/matrix3"/>
    <dgm:cxn modelId="{B21D8447-36FF-4324-A748-B18FD327652F}" type="presOf" srcId="{0FD1E1EF-5E0D-4070-8062-660EACFFB23D}" destId="{36709BD9-2C0A-41B0-8BAE-FD86558F55B5}" srcOrd="0" destOrd="0" presId="urn:microsoft.com/office/officeart/2005/8/layout/matrix3"/>
    <dgm:cxn modelId="{5EA3B66D-6535-4754-B250-2EB37EFE14F8}" srcId="{9B3DD12F-9C7D-4B45-A428-1C0CDE093B6F}" destId="{A0A1F5F2-34B0-4173-8C7F-778F92DA6C08}" srcOrd="2" destOrd="0" parTransId="{A7BE3C48-CDFA-4C02-93EF-F1DF8C5E7A05}" sibTransId="{B556516C-0D9F-4F0C-ACFA-AB81C2B092BB}"/>
    <dgm:cxn modelId="{8A6B034F-10BF-4365-9F25-0C17610BD12E}" srcId="{9B3DD12F-9C7D-4B45-A428-1C0CDE093B6F}" destId="{5846B0BF-12F5-4570-AECC-60BB15AD7380}" srcOrd="1" destOrd="0" parTransId="{59724AA8-C2D6-4147-B638-757E8E78CB7F}" sibTransId="{4ECFF429-E28E-485D-84B1-A9160CB59F60}"/>
    <dgm:cxn modelId="{15CE1D4F-2548-4ED0-91B0-1CDA20264654}" type="presOf" srcId="{5846B0BF-12F5-4570-AECC-60BB15AD7380}" destId="{D89C457C-61E8-4D51-A53A-AA03C7D99C23}" srcOrd="0" destOrd="0" presId="urn:microsoft.com/office/officeart/2005/8/layout/matrix3"/>
    <dgm:cxn modelId="{BBD6AB7A-9349-4FCB-A778-A4373B599FFF}" srcId="{9B3DD12F-9C7D-4B45-A428-1C0CDE093B6F}" destId="{42631067-866F-4FD1-834C-A20CE157827C}" srcOrd="3" destOrd="0" parTransId="{EC305F4F-E668-4B57-B414-7EE230B1FCAE}" sibTransId="{8846D82B-A765-4AB4-A3D7-6001AE1C6771}"/>
    <dgm:cxn modelId="{31187CD9-B625-443A-8B75-E5C8338AE5DE}" type="presOf" srcId="{9B3DD12F-9C7D-4B45-A428-1C0CDE093B6F}" destId="{F0B24DE8-183B-4F79-9113-FCB07EBE976E}" srcOrd="0" destOrd="0" presId="urn:microsoft.com/office/officeart/2005/8/layout/matrix3"/>
    <dgm:cxn modelId="{654A41F6-AC47-4B83-8E1E-236B8D5952E1}" type="presOf" srcId="{42631067-866F-4FD1-834C-A20CE157827C}" destId="{6C0EBFFE-E819-4137-8715-BA5C6DFA5F1B}" srcOrd="0" destOrd="0" presId="urn:microsoft.com/office/officeart/2005/8/layout/matrix3"/>
    <dgm:cxn modelId="{35C5D730-A229-4586-BF57-7EBC43B1B479}" type="presParOf" srcId="{F0B24DE8-183B-4F79-9113-FCB07EBE976E}" destId="{0F4B6BDC-D1B5-4B5B-A7D0-06CDA2DDAE34}" srcOrd="0" destOrd="0" presId="urn:microsoft.com/office/officeart/2005/8/layout/matrix3"/>
    <dgm:cxn modelId="{7D182DD9-81E0-451B-8B17-721D2CBA97D1}" type="presParOf" srcId="{F0B24DE8-183B-4F79-9113-FCB07EBE976E}" destId="{36709BD9-2C0A-41B0-8BAE-FD86558F55B5}" srcOrd="1" destOrd="0" presId="urn:microsoft.com/office/officeart/2005/8/layout/matrix3"/>
    <dgm:cxn modelId="{2EF5DE15-143C-4366-94BA-1BDEE10BE299}" type="presParOf" srcId="{F0B24DE8-183B-4F79-9113-FCB07EBE976E}" destId="{D89C457C-61E8-4D51-A53A-AA03C7D99C23}" srcOrd="2" destOrd="0" presId="urn:microsoft.com/office/officeart/2005/8/layout/matrix3"/>
    <dgm:cxn modelId="{945B3E5A-2C80-4E36-AEBC-542090157180}" type="presParOf" srcId="{F0B24DE8-183B-4F79-9113-FCB07EBE976E}" destId="{1312E25A-4EBE-4AE0-A3A0-E62FFD4342CB}" srcOrd="3" destOrd="0" presId="urn:microsoft.com/office/officeart/2005/8/layout/matrix3"/>
    <dgm:cxn modelId="{DAEFDDC7-ACC9-461A-ABD4-E5B8D2FE1B05}" type="presParOf" srcId="{F0B24DE8-183B-4F79-9113-FCB07EBE976E}" destId="{6C0EBFFE-E819-4137-8715-BA5C6DFA5F1B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B3DD12F-9C7D-4B45-A428-1C0CDE093B6F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FD1E1EF-5E0D-4070-8062-660EACFFB23D}">
      <dgm:prSet/>
      <dgm:spPr/>
      <dgm:t>
        <a:bodyPr/>
        <a:lstStyle/>
        <a:p>
          <a:r>
            <a:rPr lang="ru-RU" b="0" i="0"/>
            <a:t>1, 3, 4, 6</a:t>
          </a:r>
          <a:endParaRPr lang="uk-UA"/>
        </a:p>
      </dgm:t>
    </dgm:pt>
    <dgm:pt modelId="{2EC1583B-4F14-4242-9CED-E3FAF8C0649D}" type="parTrans" cxnId="{03398809-3C73-41FA-954E-4D7478C8699D}">
      <dgm:prSet/>
      <dgm:spPr/>
      <dgm:t>
        <a:bodyPr/>
        <a:lstStyle/>
        <a:p>
          <a:endParaRPr lang="uk-UA"/>
        </a:p>
      </dgm:t>
    </dgm:pt>
    <dgm:pt modelId="{4FC67681-3148-426A-9C4D-8EB70B5797F6}" type="sibTrans" cxnId="{03398809-3C73-41FA-954E-4D7478C8699D}">
      <dgm:prSet/>
      <dgm:spPr/>
      <dgm:t>
        <a:bodyPr/>
        <a:lstStyle/>
        <a:p>
          <a:endParaRPr lang="uk-UA"/>
        </a:p>
      </dgm:t>
    </dgm:pt>
    <dgm:pt modelId="{5846B0BF-12F5-4570-AECC-60BB15AD7380}">
      <dgm:prSet/>
      <dgm:spPr/>
      <dgm:t>
        <a:bodyPr/>
        <a:lstStyle/>
        <a:p>
          <a:r>
            <a:rPr lang="ru-RU" b="0" i="0"/>
            <a:t>2, 4, 5, 7</a:t>
          </a:r>
          <a:endParaRPr lang="uk-UA"/>
        </a:p>
      </dgm:t>
    </dgm:pt>
    <dgm:pt modelId="{59724AA8-C2D6-4147-B638-757E8E78CB7F}" type="parTrans" cxnId="{8A6B034F-10BF-4365-9F25-0C17610BD12E}">
      <dgm:prSet/>
      <dgm:spPr/>
      <dgm:t>
        <a:bodyPr/>
        <a:lstStyle/>
        <a:p>
          <a:endParaRPr lang="uk-UA"/>
        </a:p>
      </dgm:t>
    </dgm:pt>
    <dgm:pt modelId="{4ECFF429-E28E-485D-84B1-A9160CB59F60}" type="sibTrans" cxnId="{8A6B034F-10BF-4365-9F25-0C17610BD12E}">
      <dgm:prSet/>
      <dgm:spPr/>
      <dgm:t>
        <a:bodyPr/>
        <a:lstStyle/>
        <a:p>
          <a:endParaRPr lang="uk-UA"/>
        </a:p>
      </dgm:t>
    </dgm:pt>
    <dgm:pt modelId="{A0A1F5F2-34B0-4173-8C7F-778F92DA6C08}">
      <dgm:prSet/>
      <dgm:spPr/>
      <dgm:t>
        <a:bodyPr/>
        <a:lstStyle/>
        <a:p>
          <a:r>
            <a:rPr lang="ru-RU" b="0" i="0"/>
            <a:t>1, 3, 4, 5</a:t>
          </a:r>
          <a:endParaRPr lang="uk-UA"/>
        </a:p>
      </dgm:t>
    </dgm:pt>
    <dgm:pt modelId="{A7BE3C48-CDFA-4C02-93EF-F1DF8C5E7A05}" type="parTrans" cxnId="{5EA3B66D-6535-4754-B250-2EB37EFE14F8}">
      <dgm:prSet/>
      <dgm:spPr/>
      <dgm:t>
        <a:bodyPr/>
        <a:lstStyle/>
        <a:p>
          <a:endParaRPr lang="uk-UA"/>
        </a:p>
      </dgm:t>
    </dgm:pt>
    <dgm:pt modelId="{B556516C-0D9F-4F0C-ACFA-AB81C2B092BB}" type="sibTrans" cxnId="{5EA3B66D-6535-4754-B250-2EB37EFE14F8}">
      <dgm:prSet/>
      <dgm:spPr/>
      <dgm:t>
        <a:bodyPr/>
        <a:lstStyle/>
        <a:p>
          <a:endParaRPr lang="uk-UA"/>
        </a:p>
      </dgm:t>
    </dgm:pt>
    <dgm:pt modelId="{42631067-866F-4FD1-834C-A20CE157827C}">
      <dgm:prSet/>
      <dgm:spPr/>
      <dgm:t>
        <a:bodyPr/>
        <a:lstStyle/>
        <a:p>
          <a:r>
            <a:rPr lang="ru-RU" b="0" i="0"/>
            <a:t>2, 3, 6, 7</a:t>
          </a:r>
          <a:endParaRPr lang="uk-UA"/>
        </a:p>
      </dgm:t>
    </dgm:pt>
    <dgm:pt modelId="{EC305F4F-E668-4B57-B414-7EE230B1FCAE}" type="parTrans" cxnId="{BBD6AB7A-9349-4FCB-A778-A4373B599FFF}">
      <dgm:prSet/>
      <dgm:spPr/>
      <dgm:t>
        <a:bodyPr/>
        <a:lstStyle/>
        <a:p>
          <a:endParaRPr lang="uk-UA"/>
        </a:p>
      </dgm:t>
    </dgm:pt>
    <dgm:pt modelId="{8846D82B-A765-4AB4-A3D7-6001AE1C6771}" type="sibTrans" cxnId="{BBD6AB7A-9349-4FCB-A778-A4373B599FFF}">
      <dgm:prSet/>
      <dgm:spPr/>
      <dgm:t>
        <a:bodyPr/>
        <a:lstStyle/>
        <a:p>
          <a:endParaRPr lang="uk-UA"/>
        </a:p>
      </dgm:t>
    </dgm:pt>
    <dgm:pt modelId="{F0B24DE8-183B-4F79-9113-FCB07EBE976E}" type="pres">
      <dgm:prSet presAssocID="{9B3DD12F-9C7D-4B45-A428-1C0CDE093B6F}" presName="matrix" presStyleCnt="0">
        <dgm:presLayoutVars>
          <dgm:chMax val="1"/>
          <dgm:dir/>
          <dgm:resizeHandles val="exact"/>
        </dgm:presLayoutVars>
      </dgm:prSet>
      <dgm:spPr/>
    </dgm:pt>
    <dgm:pt modelId="{0F4B6BDC-D1B5-4B5B-A7D0-06CDA2DDAE34}" type="pres">
      <dgm:prSet presAssocID="{9B3DD12F-9C7D-4B45-A428-1C0CDE093B6F}" presName="diamond" presStyleLbl="bgShp" presStyleIdx="0" presStyleCnt="1"/>
      <dgm:spPr/>
    </dgm:pt>
    <dgm:pt modelId="{36709BD9-2C0A-41B0-8BAE-FD86558F55B5}" type="pres">
      <dgm:prSet presAssocID="{9B3DD12F-9C7D-4B45-A428-1C0CDE093B6F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89C457C-61E8-4D51-A53A-AA03C7D99C23}" type="pres">
      <dgm:prSet presAssocID="{9B3DD12F-9C7D-4B45-A428-1C0CDE093B6F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312E25A-4EBE-4AE0-A3A0-E62FFD4342CB}" type="pres">
      <dgm:prSet presAssocID="{9B3DD12F-9C7D-4B45-A428-1C0CDE093B6F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C0EBFFE-E819-4137-8715-BA5C6DFA5F1B}" type="pres">
      <dgm:prSet presAssocID="{9B3DD12F-9C7D-4B45-A428-1C0CDE093B6F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3398809-3C73-41FA-954E-4D7478C8699D}" srcId="{9B3DD12F-9C7D-4B45-A428-1C0CDE093B6F}" destId="{0FD1E1EF-5E0D-4070-8062-660EACFFB23D}" srcOrd="0" destOrd="0" parTransId="{2EC1583B-4F14-4242-9CED-E3FAF8C0649D}" sibTransId="{4FC67681-3148-426A-9C4D-8EB70B5797F6}"/>
    <dgm:cxn modelId="{DCD7C846-5252-4085-8610-6F9B1C81DEB2}" type="presOf" srcId="{A0A1F5F2-34B0-4173-8C7F-778F92DA6C08}" destId="{1312E25A-4EBE-4AE0-A3A0-E62FFD4342CB}" srcOrd="0" destOrd="0" presId="urn:microsoft.com/office/officeart/2005/8/layout/matrix3"/>
    <dgm:cxn modelId="{B21D8447-36FF-4324-A748-B18FD327652F}" type="presOf" srcId="{0FD1E1EF-5E0D-4070-8062-660EACFFB23D}" destId="{36709BD9-2C0A-41B0-8BAE-FD86558F55B5}" srcOrd="0" destOrd="0" presId="urn:microsoft.com/office/officeart/2005/8/layout/matrix3"/>
    <dgm:cxn modelId="{5EA3B66D-6535-4754-B250-2EB37EFE14F8}" srcId="{9B3DD12F-9C7D-4B45-A428-1C0CDE093B6F}" destId="{A0A1F5F2-34B0-4173-8C7F-778F92DA6C08}" srcOrd="2" destOrd="0" parTransId="{A7BE3C48-CDFA-4C02-93EF-F1DF8C5E7A05}" sibTransId="{B556516C-0D9F-4F0C-ACFA-AB81C2B092BB}"/>
    <dgm:cxn modelId="{8A6B034F-10BF-4365-9F25-0C17610BD12E}" srcId="{9B3DD12F-9C7D-4B45-A428-1C0CDE093B6F}" destId="{5846B0BF-12F5-4570-AECC-60BB15AD7380}" srcOrd="1" destOrd="0" parTransId="{59724AA8-C2D6-4147-B638-757E8E78CB7F}" sibTransId="{4ECFF429-E28E-485D-84B1-A9160CB59F60}"/>
    <dgm:cxn modelId="{15CE1D4F-2548-4ED0-91B0-1CDA20264654}" type="presOf" srcId="{5846B0BF-12F5-4570-AECC-60BB15AD7380}" destId="{D89C457C-61E8-4D51-A53A-AA03C7D99C23}" srcOrd="0" destOrd="0" presId="urn:microsoft.com/office/officeart/2005/8/layout/matrix3"/>
    <dgm:cxn modelId="{BBD6AB7A-9349-4FCB-A778-A4373B599FFF}" srcId="{9B3DD12F-9C7D-4B45-A428-1C0CDE093B6F}" destId="{42631067-866F-4FD1-834C-A20CE157827C}" srcOrd="3" destOrd="0" parTransId="{EC305F4F-E668-4B57-B414-7EE230B1FCAE}" sibTransId="{8846D82B-A765-4AB4-A3D7-6001AE1C6771}"/>
    <dgm:cxn modelId="{31187CD9-B625-443A-8B75-E5C8338AE5DE}" type="presOf" srcId="{9B3DD12F-9C7D-4B45-A428-1C0CDE093B6F}" destId="{F0B24DE8-183B-4F79-9113-FCB07EBE976E}" srcOrd="0" destOrd="0" presId="urn:microsoft.com/office/officeart/2005/8/layout/matrix3"/>
    <dgm:cxn modelId="{654A41F6-AC47-4B83-8E1E-236B8D5952E1}" type="presOf" srcId="{42631067-866F-4FD1-834C-A20CE157827C}" destId="{6C0EBFFE-E819-4137-8715-BA5C6DFA5F1B}" srcOrd="0" destOrd="0" presId="urn:microsoft.com/office/officeart/2005/8/layout/matrix3"/>
    <dgm:cxn modelId="{35C5D730-A229-4586-BF57-7EBC43B1B479}" type="presParOf" srcId="{F0B24DE8-183B-4F79-9113-FCB07EBE976E}" destId="{0F4B6BDC-D1B5-4B5B-A7D0-06CDA2DDAE34}" srcOrd="0" destOrd="0" presId="urn:microsoft.com/office/officeart/2005/8/layout/matrix3"/>
    <dgm:cxn modelId="{7D182DD9-81E0-451B-8B17-721D2CBA97D1}" type="presParOf" srcId="{F0B24DE8-183B-4F79-9113-FCB07EBE976E}" destId="{36709BD9-2C0A-41B0-8BAE-FD86558F55B5}" srcOrd="1" destOrd="0" presId="urn:microsoft.com/office/officeart/2005/8/layout/matrix3"/>
    <dgm:cxn modelId="{2EF5DE15-143C-4366-94BA-1BDEE10BE299}" type="presParOf" srcId="{F0B24DE8-183B-4F79-9113-FCB07EBE976E}" destId="{D89C457C-61E8-4D51-A53A-AA03C7D99C23}" srcOrd="2" destOrd="0" presId="urn:microsoft.com/office/officeart/2005/8/layout/matrix3"/>
    <dgm:cxn modelId="{945B3E5A-2C80-4E36-AEBC-542090157180}" type="presParOf" srcId="{F0B24DE8-183B-4F79-9113-FCB07EBE976E}" destId="{1312E25A-4EBE-4AE0-A3A0-E62FFD4342CB}" srcOrd="3" destOrd="0" presId="urn:microsoft.com/office/officeart/2005/8/layout/matrix3"/>
    <dgm:cxn modelId="{DAEFDDC7-ACC9-461A-ABD4-E5B8D2FE1B05}" type="presParOf" srcId="{F0B24DE8-183B-4F79-9113-FCB07EBE976E}" destId="{6C0EBFFE-E819-4137-8715-BA5C6DFA5F1B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D52AC47-9EB0-46F6-934C-07C18EA60F2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5E09B36-6A3F-4C6E-B20E-16617990E429}">
      <dgm:prSet/>
      <dgm:spPr/>
      <dgm:t>
        <a:bodyPr/>
        <a:lstStyle/>
        <a:p>
          <a:r>
            <a:rPr lang="uk-UA" b="0" i="0"/>
            <a:t>поділ Київської митрополії на дві частини з центрами в Києві та Москві</a:t>
          </a:r>
          <a:endParaRPr lang="uk-UA"/>
        </a:p>
      </dgm:t>
    </dgm:pt>
    <dgm:pt modelId="{994110E3-258B-4E47-A350-D4D2178BBC2E}" type="parTrans" cxnId="{69305B31-453B-4A39-AEC3-2485E8D6B505}">
      <dgm:prSet/>
      <dgm:spPr/>
      <dgm:t>
        <a:bodyPr/>
        <a:lstStyle/>
        <a:p>
          <a:endParaRPr lang="uk-UA"/>
        </a:p>
      </dgm:t>
    </dgm:pt>
    <dgm:pt modelId="{22D90FA8-619C-4B19-BB04-25D101A6FABD}" type="sibTrans" cxnId="{69305B31-453B-4A39-AEC3-2485E8D6B505}">
      <dgm:prSet/>
      <dgm:spPr/>
      <dgm:t>
        <a:bodyPr/>
        <a:lstStyle/>
        <a:p>
          <a:endParaRPr lang="uk-UA"/>
        </a:p>
      </dgm:t>
    </dgm:pt>
    <dgm:pt modelId="{1C497532-A199-4E65-A155-C8E3EFE45F07}">
      <dgm:prSet/>
      <dgm:spPr/>
      <dgm:t>
        <a:bodyPr/>
        <a:lstStyle/>
        <a:p>
          <a:r>
            <a:rPr lang="uk-UA" b="0" i="0"/>
            <a:t>висвячення митрополитом Київським Йова Борецького</a:t>
          </a:r>
          <a:endParaRPr lang="uk-UA"/>
        </a:p>
      </dgm:t>
    </dgm:pt>
    <dgm:pt modelId="{FE355C87-B4AC-4367-975A-B8D3ACECD7E1}" type="parTrans" cxnId="{69B679F8-CCFD-4AD6-BF63-63DB35285AE6}">
      <dgm:prSet/>
      <dgm:spPr/>
      <dgm:t>
        <a:bodyPr/>
        <a:lstStyle/>
        <a:p>
          <a:endParaRPr lang="uk-UA"/>
        </a:p>
      </dgm:t>
    </dgm:pt>
    <dgm:pt modelId="{0131B6C9-7B11-4251-B514-9AD7BF4EDF97}" type="sibTrans" cxnId="{69B679F8-CCFD-4AD6-BF63-63DB35285AE6}">
      <dgm:prSet/>
      <dgm:spPr/>
      <dgm:t>
        <a:bodyPr/>
        <a:lstStyle/>
        <a:p>
          <a:endParaRPr lang="uk-UA"/>
        </a:p>
      </dgm:t>
    </dgm:pt>
    <dgm:pt modelId="{1A9F72E2-7A36-4FFE-8C1A-34B11FEDA1B1}">
      <dgm:prSet/>
      <dgm:spPr/>
      <dgm:t>
        <a:bodyPr/>
        <a:lstStyle/>
        <a:p>
          <a:r>
            <a:rPr lang="uk-UA" b="0" i="0"/>
            <a:t>прийняття «Статей заспокоєння руського народу»</a:t>
          </a:r>
          <a:endParaRPr lang="uk-UA"/>
        </a:p>
      </dgm:t>
    </dgm:pt>
    <dgm:pt modelId="{63750B38-6BBD-441F-BCC3-A734A8DB52F4}" type="parTrans" cxnId="{27F0D467-847D-4E1A-9B9E-F47537EF1C1A}">
      <dgm:prSet/>
      <dgm:spPr/>
      <dgm:t>
        <a:bodyPr/>
        <a:lstStyle/>
        <a:p>
          <a:endParaRPr lang="uk-UA"/>
        </a:p>
      </dgm:t>
    </dgm:pt>
    <dgm:pt modelId="{257BF46C-DB70-4F88-A926-4F3672544440}" type="sibTrans" cxnId="{27F0D467-847D-4E1A-9B9E-F47537EF1C1A}">
      <dgm:prSet/>
      <dgm:spPr/>
      <dgm:t>
        <a:bodyPr/>
        <a:lstStyle/>
        <a:p>
          <a:endParaRPr lang="uk-UA"/>
        </a:p>
      </dgm:t>
    </dgm:pt>
    <dgm:pt modelId="{761AECF7-33A4-41EF-80DB-461F4F31D710}">
      <dgm:prSet/>
      <dgm:spPr/>
      <dgm:t>
        <a:bodyPr/>
        <a:lstStyle/>
        <a:p>
          <a:r>
            <a:rPr lang="uk-UA" b="0" i="0"/>
            <a:t>затвердження статуту Львівського Успенського братства</a:t>
          </a:r>
          <a:endParaRPr lang="uk-UA"/>
        </a:p>
      </dgm:t>
    </dgm:pt>
    <dgm:pt modelId="{3C77C7AE-5C0B-47AE-845F-2EAA9688298B}" type="parTrans" cxnId="{51ACA094-CA03-4067-B768-38F39F87B34A}">
      <dgm:prSet/>
      <dgm:spPr/>
      <dgm:t>
        <a:bodyPr/>
        <a:lstStyle/>
        <a:p>
          <a:endParaRPr lang="uk-UA"/>
        </a:p>
      </dgm:t>
    </dgm:pt>
    <dgm:pt modelId="{B83A360E-C75E-4417-A33A-2A2B028F5ED9}" type="sibTrans" cxnId="{51ACA094-CA03-4067-B768-38F39F87B34A}">
      <dgm:prSet/>
      <dgm:spPr/>
      <dgm:t>
        <a:bodyPr/>
        <a:lstStyle/>
        <a:p>
          <a:endParaRPr lang="uk-UA"/>
        </a:p>
      </dgm:t>
    </dgm:pt>
    <dgm:pt modelId="{06CCEC27-432D-466C-8274-A4C46A77E924}" type="pres">
      <dgm:prSet presAssocID="{7D52AC47-9EB0-46F6-934C-07C18EA60F21}" presName="linear" presStyleCnt="0">
        <dgm:presLayoutVars>
          <dgm:animLvl val="lvl"/>
          <dgm:resizeHandles val="exact"/>
        </dgm:presLayoutVars>
      </dgm:prSet>
      <dgm:spPr/>
    </dgm:pt>
    <dgm:pt modelId="{2C5EF14A-5447-4E90-8ED5-D11F80FAF5F0}" type="pres">
      <dgm:prSet presAssocID="{D5E09B36-6A3F-4C6E-B20E-16617990E42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F30EC69-1973-4882-ACC2-D518C75FCF79}" type="pres">
      <dgm:prSet presAssocID="{22D90FA8-619C-4B19-BB04-25D101A6FABD}" presName="spacer" presStyleCnt="0"/>
      <dgm:spPr/>
    </dgm:pt>
    <dgm:pt modelId="{755F8128-E9F7-490E-9176-C95623F82749}" type="pres">
      <dgm:prSet presAssocID="{1C497532-A199-4E65-A155-C8E3EFE45F0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C77FC7E-E70D-4335-BE15-E02C9230EF89}" type="pres">
      <dgm:prSet presAssocID="{0131B6C9-7B11-4251-B514-9AD7BF4EDF97}" presName="spacer" presStyleCnt="0"/>
      <dgm:spPr/>
    </dgm:pt>
    <dgm:pt modelId="{C42094FB-B15B-46E6-BA10-9B3A3BBE1C97}" type="pres">
      <dgm:prSet presAssocID="{1A9F72E2-7A36-4FFE-8C1A-34B11FEDA1B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1541BC9-4485-4B69-A4E5-083BAC790368}" type="pres">
      <dgm:prSet presAssocID="{257BF46C-DB70-4F88-A926-4F3672544440}" presName="spacer" presStyleCnt="0"/>
      <dgm:spPr/>
    </dgm:pt>
    <dgm:pt modelId="{172D654A-7BB0-4934-9235-B64863E36FFA}" type="pres">
      <dgm:prSet presAssocID="{761AECF7-33A4-41EF-80DB-461F4F31D71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6DF6606-7ADF-474E-A8FD-EF4806BE9F7C}" type="presOf" srcId="{761AECF7-33A4-41EF-80DB-461F4F31D710}" destId="{172D654A-7BB0-4934-9235-B64863E36FFA}" srcOrd="0" destOrd="0" presId="urn:microsoft.com/office/officeart/2005/8/layout/vList2"/>
    <dgm:cxn modelId="{69305B31-453B-4A39-AEC3-2485E8D6B505}" srcId="{7D52AC47-9EB0-46F6-934C-07C18EA60F21}" destId="{D5E09B36-6A3F-4C6E-B20E-16617990E429}" srcOrd="0" destOrd="0" parTransId="{994110E3-258B-4E47-A350-D4D2178BBC2E}" sibTransId="{22D90FA8-619C-4B19-BB04-25D101A6FABD}"/>
    <dgm:cxn modelId="{0C7E4841-D7A2-4F07-A3C0-21998305811B}" type="presOf" srcId="{1A9F72E2-7A36-4FFE-8C1A-34B11FEDA1B1}" destId="{C42094FB-B15B-46E6-BA10-9B3A3BBE1C97}" srcOrd="0" destOrd="0" presId="urn:microsoft.com/office/officeart/2005/8/layout/vList2"/>
    <dgm:cxn modelId="{27F0D467-847D-4E1A-9B9E-F47537EF1C1A}" srcId="{7D52AC47-9EB0-46F6-934C-07C18EA60F21}" destId="{1A9F72E2-7A36-4FFE-8C1A-34B11FEDA1B1}" srcOrd="2" destOrd="0" parTransId="{63750B38-6BBD-441F-BCC3-A734A8DB52F4}" sibTransId="{257BF46C-DB70-4F88-A926-4F3672544440}"/>
    <dgm:cxn modelId="{51ACA094-CA03-4067-B768-38F39F87B34A}" srcId="{7D52AC47-9EB0-46F6-934C-07C18EA60F21}" destId="{761AECF7-33A4-41EF-80DB-461F4F31D710}" srcOrd="3" destOrd="0" parTransId="{3C77C7AE-5C0B-47AE-845F-2EAA9688298B}" sibTransId="{B83A360E-C75E-4417-A33A-2A2B028F5ED9}"/>
    <dgm:cxn modelId="{A15481C8-F471-422F-BE77-84E0EC8F440D}" type="presOf" srcId="{7D52AC47-9EB0-46F6-934C-07C18EA60F21}" destId="{06CCEC27-432D-466C-8274-A4C46A77E924}" srcOrd="0" destOrd="0" presId="urn:microsoft.com/office/officeart/2005/8/layout/vList2"/>
    <dgm:cxn modelId="{A80761D2-65F2-4D37-9AD4-82187921F852}" type="presOf" srcId="{D5E09B36-6A3F-4C6E-B20E-16617990E429}" destId="{2C5EF14A-5447-4E90-8ED5-D11F80FAF5F0}" srcOrd="0" destOrd="0" presId="urn:microsoft.com/office/officeart/2005/8/layout/vList2"/>
    <dgm:cxn modelId="{144DE6DD-0C9C-45FE-98B7-7E47A210519E}" type="presOf" srcId="{1C497532-A199-4E65-A155-C8E3EFE45F07}" destId="{755F8128-E9F7-490E-9176-C95623F82749}" srcOrd="0" destOrd="0" presId="urn:microsoft.com/office/officeart/2005/8/layout/vList2"/>
    <dgm:cxn modelId="{69B679F8-CCFD-4AD6-BF63-63DB35285AE6}" srcId="{7D52AC47-9EB0-46F6-934C-07C18EA60F21}" destId="{1C497532-A199-4E65-A155-C8E3EFE45F07}" srcOrd="1" destOrd="0" parTransId="{FE355C87-B4AC-4367-975A-B8D3ACECD7E1}" sibTransId="{0131B6C9-7B11-4251-B514-9AD7BF4EDF97}"/>
    <dgm:cxn modelId="{6CD6E6AC-2A7A-4C3D-B928-F9F63AB85F2B}" type="presParOf" srcId="{06CCEC27-432D-466C-8274-A4C46A77E924}" destId="{2C5EF14A-5447-4E90-8ED5-D11F80FAF5F0}" srcOrd="0" destOrd="0" presId="urn:microsoft.com/office/officeart/2005/8/layout/vList2"/>
    <dgm:cxn modelId="{2FF4A40B-4E75-4C5B-B1AA-2681FDE637F0}" type="presParOf" srcId="{06CCEC27-432D-466C-8274-A4C46A77E924}" destId="{8F30EC69-1973-4882-ACC2-D518C75FCF79}" srcOrd="1" destOrd="0" presId="urn:microsoft.com/office/officeart/2005/8/layout/vList2"/>
    <dgm:cxn modelId="{805ADD3A-3C5B-42D6-A895-C59A3A4E080D}" type="presParOf" srcId="{06CCEC27-432D-466C-8274-A4C46A77E924}" destId="{755F8128-E9F7-490E-9176-C95623F82749}" srcOrd="2" destOrd="0" presId="urn:microsoft.com/office/officeart/2005/8/layout/vList2"/>
    <dgm:cxn modelId="{D120015D-A851-4192-AEB1-D0D24B0AC5A9}" type="presParOf" srcId="{06CCEC27-432D-466C-8274-A4C46A77E924}" destId="{7C77FC7E-E70D-4335-BE15-E02C9230EF89}" srcOrd="3" destOrd="0" presId="urn:microsoft.com/office/officeart/2005/8/layout/vList2"/>
    <dgm:cxn modelId="{EB5817B5-1424-4BA4-8FD5-65B106525955}" type="presParOf" srcId="{06CCEC27-432D-466C-8274-A4C46A77E924}" destId="{C42094FB-B15B-46E6-BA10-9B3A3BBE1C97}" srcOrd="4" destOrd="0" presId="urn:microsoft.com/office/officeart/2005/8/layout/vList2"/>
    <dgm:cxn modelId="{EAAFC6F9-2307-4E4C-B7FA-60ABB73F3687}" type="presParOf" srcId="{06CCEC27-432D-466C-8274-A4C46A77E924}" destId="{41541BC9-4485-4B69-A4E5-083BAC790368}" srcOrd="5" destOrd="0" presId="urn:microsoft.com/office/officeart/2005/8/layout/vList2"/>
    <dgm:cxn modelId="{3DE0D074-DE99-4939-BE36-42E467830ED5}" type="presParOf" srcId="{06CCEC27-432D-466C-8274-A4C46A77E924}" destId="{172D654A-7BB0-4934-9235-B64863E36FF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F9CBCC3-F653-4015-8E93-CEB4FA70609C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864A2566-3E1E-44FC-89F6-8734694CF982}">
      <dgm:prSet/>
      <dgm:spPr/>
      <dgm:t>
        <a:bodyPr/>
        <a:lstStyle/>
        <a:p>
          <a:r>
            <a:rPr lang="ru-RU" b="0" i="0" dirty="0"/>
            <a:t>В. К. </a:t>
          </a:r>
          <a:r>
            <a:rPr lang="ru-RU" b="0" i="0" dirty="0" err="1"/>
            <a:t>Острозькому</a:t>
          </a:r>
          <a:r>
            <a:rPr lang="ru-RU" b="0" i="0" dirty="0"/>
            <a:t>.</a:t>
          </a:r>
          <a:endParaRPr lang="uk-UA" dirty="0"/>
        </a:p>
      </dgm:t>
    </dgm:pt>
    <dgm:pt modelId="{736BC511-F73B-4035-BB8D-493D62E4E8FF}" type="parTrans" cxnId="{B21632FC-70A3-4E2C-9CE6-02017BCE31DB}">
      <dgm:prSet/>
      <dgm:spPr/>
      <dgm:t>
        <a:bodyPr/>
        <a:lstStyle/>
        <a:p>
          <a:endParaRPr lang="uk-UA"/>
        </a:p>
      </dgm:t>
    </dgm:pt>
    <dgm:pt modelId="{3BCC59DC-1090-4CAE-AF7E-D5070D493D4B}" type="sibTrans" cxnId="{B21632FC-70A3-4E2C-9CE6-02017BCE31DB}">
      <dgm:prSet/>
      <dgm:spPr/>
      <dgm:t>
        <a:bodyPr/>
        <a:lstStyle/>
        <a:p>
          <a:endParaRPr lang="uk-UA"/>
        </a:p>
      </dgm:t>
    </dgm:pt>
    <dgm:pt modelId="{30320FBF-13FE-41AE-B5E4-B6A5FF16E42A}">
      <dgm:prSet/>
      <dgm:spPr/>
      <dgm:t>
        <a:bodyPr/>
        <a:lstStyle/>
        <a:p>
          <a:r>
            <a:rPr lang="ru-RU" b="0" i="0" dirty="0"/>
            <a:t>Д. </a:t>
          </a:r>
          <a:r>
            <a:rPr lang="ru-RU" b="0" i="0" dirty="0" err="1"/>
            <a:t>Вишневецькому</a:t>
          </a:r>
          <a:r>
            <a:rPr lang="ru-RU" b="0" i="0" dirty="0"/>
            <a:t>.</a:t>
          </a:r>
          <a:endParaRPr lang="uk-UA" dirty="0"/>
        </a:p>
      </dgm:t>
    </dgm:pt>
    <dgm:pt modelId="{0D2DC5B8-A73E-4EBA-938A-0E4AFBD54C77}" type="parTrans" cxnId="{0922C213-05F4-4EC6-B293-EB35363ED68E}">
      <dgm:prSet/>
      <dgm:spPr/>
      <dgm:t>
        <a:bodyPr/>
        <a:lstStyle/>
        <a:p>
          <a:endParaRPr lang="uk-UA"/>
        </a:p>
      </dgm:t>
    </dgm:pt>
    <dgm:pt modelId="{F0FB0CF1-2889-459D-9B19-4AD9B615FB4D}" type="sibTrans" cxnId="{0922C213-05F4-4EC6-B293-EB35363ED68E}">
      <dgm:prSet/>
      <dgm:spPr/>
      <dgm:t>
        <a:bodyPr/>
        <a:lstStyle/>
        <a:p>
          <a:endParaRPr lang="uk-UA"/>
        </a:p>
      </dgm:t>
    </dgm:pt>
    <dgm:pt modelId="{65C61856-B5B6-44E0-A140-D95A4425B7E3}">
      <dgm:prSet/>
      <dgm:spPr>
        <a:solidFill>
          <a:srgbClr val="0070C0"/>
        </a:solidFill>
      </dgm:spPr>
      <dgm:t>
        <a:bodyPr/>
        <a:lstStyle/>
        <a:p>
          <a:r>
            <a:rPr lang="ru-RU" b="0" i="0" dirty="0"/>
            <a:t>П. Сагайдачному.</a:t>
          </a:r>
          <a:endParaRPr lang="uk-UA" dirty="0"/>
        </a:p>
      </dgm:t>
    </dgm:pt>
    <dgm:pt modelId="{66523C28-6FB1-45F5-8E4A-F97E27664066}" type="parTrans" cxnId="{2D91C495-EAE5-43E6-9D96-874249C3962A}">
      <dgm:prSet/>
      <dgm:spPr/>
      <dgm:t>
        <a:bodyPr/>
        <a:lstStyle/>
        <a:p>
          <a:endParaRPr lang="uk-UA"/>
        </a:p>
      </dgm:t>
    </dgm:pt>
    <dgm:pt modelId="{D7F11B83-72E8-4848-A9A6-BB230C2F657D}" type="sibTrans" cxnId="{2D91C495-EAE5-43E6-9D96-874249C3962A}">
      <dgm:prSet/>
      <dgm:spPr/>
      <dgm:t>
        <a:bodyPr/>
        <a:lstStyle/>
        <a:p>
          <a:endParaRPr lang="uk-UA"/>
        </a:p>
      </dgm:t>
    </dgm:pt>
    <dgm:pt modelId="{DEDCCBE4-7247-4D26-A07A-D0CD01A3393F}">
      <dgm:prSet/>
      <dgm:spPr/>
      <dgm:t>
        <a:bodyPr/>
        <a:lstStyle/>
        <a:p>
          <a:r>
            <a:rPr lang="ru-RU" b="0" i="0"/>
            <a:t>П. Могилі.</a:t>
          </a:r>
          <a:endParaRPr lang="uk-UA"/>
        </a:p>
      </dgm:t>
    </dgm:pt>
    <dgm:pt modelId="{867F0E66-D236-4402-9BDA-700907C4FD7E}" type="parTrans" cxnId="{B474192D-8755-4C08-AE28-13DD42F89E01}">
      <dgm:prSet/>
      <dgm:spPr/>
      <dgm:t>
        <a:bodyPr/>
        <a:lstStyle/>
        <a:p>
          <a:endParaRPr lang="uk-UA"/>
        </a:p>
      </dgm:t>
    </dgm:pt>
    <dgm:pt modelId="{056C8320-27CE-4622-A862-B385192929CF}" type="sibTrans" cxnId="{B474192D-8755-4C08-AE28-13DD42F89E01}">
      <dgm:prSet/>
      <dgm:spPr/>
      <dgm:t>
        <a:bodyPr/>
        <a:lstStyle/>
        <a:p>
          <a:endParaRPr lang="uk-UA"/>
        </a:p>
      </dgm:t>
    </dgm:pt>
    <dgm:pt modelId="{93D5A778-613D-4D0C-A662-3D6433070D93}" type="pres">
      <dgm:prSet presAssocID="{8F9CBCC3-F653-4015-8E93-CEB4FA70609C}" presName="Name0" presStyleCnt="0">
        <dgm:presLayoutVars>
          <dgm:chMax val="7"/>
          <dgm:chPref val="7"/>
          <dgm:dir/>
        </dgm:presLayoutVars>
      </dgm:prSet>
      <dgm:spPr/>
    </dgm:pt>
    <dgm:pt modelId="{46F9C08E-B88C-4613-9A67-1DCBA8BAE1DB}" type="pres">
      <dgm:prSet presAssocID="{8F9CBCC3-F653-4015-8E93-CEB4FA70609C}" presName="Name1" presStyleCnt="0"/>
      <dgm:spPr/>
    </dgm:pt>
    <dgm:pt modelId="{80285902-D1AF-42F0-81ED-675E375042BB}" type="pres">
      <dgm:prSet presAssocID="{8F9CBCC3-F653-4015-8E93-CEB4FA70609C}" presName="cycle" presStyleCnt="0"/>
      <dgm:spPr/>
    </dgm:pt>
    <dgm:pt modelId="{65B8259E-EB90-4D38-ADD8-7449E6823C11}" type="pres">
      <dgm:prSet presAssocID="{8F9CBCC3-F653-4015-8E93-CEB4FA70609C}" presName="srcNode" presStyleLbl="node1" presStyleIdx="0" presStyleCnt="4"/>
      <dgm:spPr/>
    </dgm:pt>
    <dgm:pt modelId="{6C199B12-CD1D-4915-AD9D-FDC6C2A46E5C}" type="pres">
      <dgm:prSet presAssocID="{8F9CBCC3-F653-4015-8E93-CEB4FA70609C}" presName="conn" presStyleLbl="parChTrans1D2" presStyleIdx="0" presStyleCnt="1"/>
      <dgm:spPr/>
    </dgm:pt>
    <dgm:pt modelId="{15FA86E8-F18F-4739-9A79-90E3711A35BC}" type="pres">
      <dgm:prSet presAssocID="{8F9CBCC3-F653-4015-8E93-CEB4FA70609C}" presName="extraNode" presStyleLbl="node1" presStyleIdx="0" presStyleCnt="4"/>
      <dgm:spPr/>
    </dgm:pt>
    <dgm:pt modelId="{C80CCF3E-D6EC-4648-A35E-C0D06ABADC3E}" type="pres">
      <dgm:prSet presAssocID="{8F9CBCC3-F653-4015-8E93-CEB4FA70609C}" presName="dstNode" presStyleLbl="node1" presStyleIdx="0" presStyleCnt="4"/>
      <dgm:spPr/>
    </dgm:pt>
    <dgm:pt modelId="{62BE3EF1-32D1-49FD-B584-82D48AE4780E}" type="pres">
      <dgm:prSet presAssocID="{864A2566-3E1E-44FC-89F6-8734694CF982}" presName="text_1" presStyleLbl="node1" presStyleIdx="0" presStyleCnt="4">
        <dgm:presLayoutVars>
          <dgm:bulletEnabled val="1"/>
        </dgm:presLayoutVars>
      </dgm:prSet>
      <dgm:spPr/>
    </dgm:pt>
    <dgm:pt modelId="{62C19BD5-C9AE-4F5B-AA08-7D4B97BB6399}" type="pres">
      <dgm:prSet presAssocID="{864A2566-3E1E-44FC-89F6-8734694CF982}" presName="accent_1" presStyleCnt="0"/>
      <dgm:spPr/>
    </dgm:pt>
    <dgm:pt modelId="{AEB12FBF-4043-42AE-956E-9D996742AEAA}" type="pres">
      <dgm:prSet presAssocID="{864A2566-3E1E-44FC-89F6-8734694CF982}" presName="accentRepeatNode" presStyleLbl="solidFgAcc1" presStyleIdx="0" presStyleCnt="4"/>
      <dgm:spPr/>
    </dgm:pt>
    <dgm:pt modelId="{20CF7D44-2C51-4387-8E26-BED1BD818A43}" type="pres">
      <dgm:prSet presAssocID="{30320FBF-13FE-41AE-B5E4-B6A5FF16E42A}" presName="text_2" presStyleLbl="node1" presStyleIdx="1" presStyleCnt="4">
        <dgm:presLayoutVars>
          <dgm:bulletEnabled val="1"/>
        </dgm:presLayoutVars>
      </dgm:prSet>
      <dgm:spPr/>
    </dgm:pt>
    <dgm:pt modelId="{400C6B36-EF1D-469C-A265-096FFA8F1B37}" type="pres">
      <dgm:prSet presAssocID="{30320FBF-13FE-41AE-B5E4-B6A5FF16E42A}" presName="accent_2" presStyleCnt="0"/>
      <dgm:spPr/>
    </dgm:pt>
    <dgm:pt modelId="{6B91DDDA-0395-4136-9816-D14611E8949F}" type="pres">
      <dgm:prSet presAssocID="{30320FBF-13FE-41AE-B5E4-B6A5FF16E42A}" presName="accentRepeatNode" presStyleLbl="solidFgAcc1" presStyleIdx="1" presStyleCnt="4"/>
      <dgm:spPr/>
    </dgm:pt>
    <dgm:pt modelId="{6EFD272E-11B0-43B3-BCF8-EAFC2AD88321}" type="pres">
      <dgm:prSet presAssocID="{65C61856-B5B6-44E0-A140-D95A4425B7E3}" presName="text_3" presStyleLbl="node1" presStyleIdx="2" presStyleCnt="4">
        <dgm:presLayoutVars>
          <dgm:bulletEnabled val="1"/>
        </dgm:presLayoutVars>
      </dgm:prSet>
      <dgm:spPr/>
    </dgm:pt>
    <dgm:pt modelId="{665C1B09-5C66-45F7-A044-BA67DD74E8C3}" type="pres">
      <dgm:prSet presAssocID="{65C61856-B5B6-44E0-A140-D95A4425B7E3}" presName="accent_3" presStyleCnt="0"/>
      <dgm:spPr/>
    </dgm:pt>
    <dgm:pt modelId="{259762BE-2309-4C4A-88E4-CED165FBD2BE}" type="pres">
      <dgm:prSet presAssocID="{65C61856-B5B6-44E0-A140-D95A4425B7E3}" presName="accentRepeatNode" presStyleLbl="solidFgAcc1" presStyleIdx="2" presStyleCnt="4"/>
      <dgm:spPr/>
    </dgm:pt>
    <dgm:pt modelId="{33185374-B38C-4190-BBCE-EE27406A72A4}" type="pres">
      <dgm:prSet presAssocID="{DEDCCBE4-7247-4D26-A07A-D0CD01A3393F}" presName="text_4" presStyleLbl="node1" presStyleIdx="3" presStyleCnt="4">
        <dgm:presLayoutVars>
          <dgm:bulletEnabled val="1"/>
        </dgm:presLayoutVars>
      </dgm:prSet>
      <dgm:spPr/>
    </dgm:pt>
    <dgm:pt modelId="{EDC73FBB-EC63-41CA-A5C1-C9F8C85250EF}" type="pres">
      <dgm:prSet presAssocID="{DEDCCBE4-7247-4D26-A07A-D0CD01A3393F}" presName="accent_4" presStyleCnt="0"/>
      <dgm:spPr/>
    </dgm:pt>
    <dgm:pt modelId="{4C5D09A2-E17E-49CC-8EB4-7FD07AB6937D}" type="pres">
      <dgm:prSet presAssocID="{DEDCCBE4-7247-4D26-A07A-D0CD01A3393F}" presName="accentRepeatNode" presStyleLbl="solidFgAcc1" presStyleIdx="3" presStyleCnt="4"/>
      <dgm:spPr/>
    </dgm:pt>
  </dgm:ptLst>
  <dgm:cxnLst>
    <dgm:cxn modelId="{DAF4AA05-46C8-4C2B-A301-24123E8EC736}" type="presOf" srcId="{65C61856-B5B6-44E0-A140-D95A4425B7E3}" destId="{6EFD272E-11B0-43B3-BCF8-EAFC2AD88321}" srcOrd="0" destOrd="0" presId="urn:microsoft.com/office/officeart/2008/layout/VerticalCurvedList"/>
    <dgm:cxn modelId="{9E436D0F-E0A2-485B-A1EB-4E2155235A6E}" type="presOf" srcId="{8F9CBCC3-F653-4015-8E93-CEB4FA70609C}" destId="{93D5A778-613D-4D0C-A662-3D6433070D93}" srcOrd="0" destOrd="0" presId="urn:microsoft.com/office/officeart/2008/layout/VerticalCurvedList"/>
    <dgm:cxn modelId="{0922C213-05F4-4EC6-B293-EB35363ED68E}" srcId="{8F9CBCC3-F653-4015-8E93-CEB4FA70609C}" destId="{30320FBF-13FE-41AE-B5E4-B6A5FF16E42A}" srcOrd="1" destOrd="0" parTransId="{0D2DC5B8-A73E-4EBA-938A-0E4AFBD54C77}" sibTransId="{F0FB0CF1-2889-459D-9B19-4AD9B615FB4D}"/>
    <dgm:cxn modelId="{B474192D-8755-4C08-AE28-13DD42F89E01}" srcId="{8F9CBCC3-F653-4015-8E93-CEB4FA70609C}" destId="{DEDCCBE4-7247-4D26-A07A-D0CD01A3393F}" srcOrd="3" destOrd="0" parTransId="{867F0E66-D236-4402-9BDA-700907C4FD7E}" sibTransId="{056C8320-27CE-4622-A862-B385192929CF}"/>
    <dgm:cxn modelId="{E44EB35F-5588-4976-A698-A53D4F8EA55F}" type="presOf" srcId="{DEDCCBE4-7247-4D26-A07A-D0CD01A3393F}" destId="{33185374-B38C-4190-BBCE-EE27406A72A4}" srcOrd="0" destOrd="0" presId="urn:microsoft.com/office/officeart/2008/layout/VerticalCurvedList"/>
    <dgm:cxn modelId="{2D91C495-EAE5-43E6-9D96-874249C3962A}" srcId="{8F9CBCC3-F653-4015-8E93-CEB4FA70609C}" destId="{65C61856-B5B6-44E0-A140-D95A4425B7E3}" srcOrd="2" destOrd="0" parTransId="{66523C28-6FB1-45F5-8E4A-F97E27664066}" sibTransId="{D7F11B83-72E8-4848-A9A6-BB230C2F657D}"/>
    <dgm:cxn modelId="{6DC0D2B2-8DDF-4E84-950D-89189D7A4141}" type="presOf" srcId="{3BCC59DC-1090-4CAE-AF7E-D5070D493D4B}" destId="{6C199B12-CD1D-4915-AD9D-FDC6C2A46E5C}" srcOrd="0" destOrd="0" presId="urn:microsoft.com/office/officeart/2008/layout/VerticalCurvedList"/>
    <dgm:cxn modelId="{0791E7B3-0D04-49B3-8157-7BE4BF579612}" type="presOf" srcId="{30320FBF-13FE-41AE-B5E4-B6A5FF16E42A}" destId="{20CF7D44-2C51-4387-8E26-BED1BD818A43}" srcOrd="0" destOrd="0" presId="urn:microsoft.com/office/officeart/2008/layout/VerticalCurvedList"/>
    <dgm:cxn modelId="{3F2C60CE-E78C-4900-8101-69186CAB54CA}" type="presOf" srcId="{864A2566-3E1E-44FC-89F6-8734694CF982}" destId="{62BE3EF1-32D1-49FD-B584-82D48AE4780E}" srcOrd="0" destOrd="0" presId="urn:microsoft.com/office/officeart/2008/layout/VerticalCurvedList"/>
    <dgm:cxn modelId="{B21632FC-70A3-4E2C-9CE6-02017BCE31DB}" srcId="{8F9CBCC3-F653-4015-8E93-CEB4FA70609C}" destId="{864A2566-3E1E-44FC-89F6-8734694CF982}" srcOrd="0" destOrd="0" parTransId="{736BC511-F73B-4035-BB8D-493D62E4E8FF}" sibTransId="{3BCC59DC-1090-4CAE-AF7E-D5070D493D4B}"/>
    <dgm:cxn modelId="{E05A3899-3139-4BD9-AE45-11379E5EDDA2}" type="presParOf" srcId="{93D5A778-613D-4D0C-A662-3D6433070D93}" destId="{46F9C08E-B88C-4613-9A67-1DCBA8BAE1DB}" srcOrd="0" destOrd="0" presId="urn:microsoft.com/office/officeart/2008/layout/VerticalCurvedList"/>
    <dgm:cxn modelId="{DB7F8B37-8B6B-4DF3-ADB4-D30A2D242760}" type="presParOf" srcId="{46F9C08E-B88C-4613-9A67-1DCBA8BAE1DB}" destId="{80285902-D1AF-42F0-81ED-675E375042BB}" srcOrd="0" destOrd="0" presId="urn:microsoft.com/office/officeart/2008/layout/VerticalCurvedList"/>
    <dgm:cxn modelId="{5BCCC03F-A5F2-4FD6-A954-5E59231B3308}" type="presParOf" srcId="{80285902-D1AF-42F0-81ED-675E375042BB}" destId="{65B8259E-EB90-4D38-ADD8-7449E6823C11}" srcOrd="0" destOrd="0" presId="urn:microsoft.com/office/officeart/2008/layout/VerticalCurvedList"/>
    <dgm:cxn modelId="{05E53E82-8CFF-4FF3-A3A1-2BF03553B9D9}" type="presParOf" srcId="{80285902-D1AF-42F0-81ED-675E375042BB}" destId="{6C199B12-CD1D-4915-AD9D-FDC6C2A46E5C}" srcOrd="1" destOrd="0" presId="urn:microsoft.com/office/officeart/2008/layout/VerticalCurvedList"/>
    <dgm:cxn modelId="{86FE6F29-095B-461C-903B-F76378CFE4FA}" type="presParOf" srcId="{80285902-D1AF-42F0-81ED-675E375042BB}" destId="{15FA86E8-F18F-4739-9A79-90E3711A35BC}" srcOrd="2" destOrd="0" presId="urn:microsoft.com/office/officeart/2008/layout/VerticalCurvedList"/>
    <dgm:cxn modelId="{3673FA49-B576-4B05-9855-51288CD89C38}" type="presParOf" srcId="{80285902-D1AF-42F0-81ED-675E375042BB}" destId="{C80CCF3E-D6EC-4648-A35E-C0D06ABADC3E}" srcOrd="3" destOrd="0" presId="urn:microsoft.com/office/officeart/2008/layout/VerticalCurvedList"/>
    <dgm:cxn modelId="{43C5F697-B6E5-430E-B3B6-B35FA03D942C}" type="presParOf" srcId="{46F9C08E-B88C-4613-9A67-1DCBA8BAE1DB}" destId="{62BE3EF1-32D1-49FD-B584-82D48AE4780E}" srcOrd="1" destOrd="0" presId="urn:microsoft.com/office/officeart/2008/layout/VerticalCurvedList"/>
    <dgm:cxn modelId="{0FDEC0B5-1A6F-4E9F-8601-BB3B6BD9F250}" type="presParOf" srcId="{46F9C08E-B88C-4613-9A67-1DCBA8BAE1DB}" destId="{62C19BD5-C9AE-4F5B-AA08-7D4B97BB6399}" srcOrd="2" destOrd="0" presId="urn:microsoft.com/office/officeart/2008/layout/VerticalCurvedList"/>
    <dgm:cxn modelId="{0167D459-AE0C-4F5D-A91B-5CDC3C24BF12}" type="presParOf" srcId="{62C19BD5-C9AE-4F5B-AA08-7D4B97BB6399}" destId="{AEB12FBF-4043-42AE-956E-9D996742AEAA}" srcOrd="0" destOrd="0" presId="urn:microsoft.com/office/officeart/2008/layout/VerticalCurvedList"/>
    <dgm:cxn modelId="{20E690D6-135F-49BF-956F-9C37A162E0BF}" type="presParOf" srcId="{46F9C08E-B88C-4613-9A67-1DCBA8BAE1DB}" destId="{20CF7D44-2C51-4387-8E26-BED1BD818A43}" srcOrd="3" destOrd="0" presId="urn:microsoft.com/office/officeart/2008/layout/VerticalCurvedList"/>
    <dgm:cxn modelId="{D163EB97-98D4-444F-A07B-EE41CC210AA7}" type="presParOf" srcId="{46F9C08E-B88C-4613-9A67-1DCBA8BAE1DB}" destId="{400C6B36-EF1D-469C-A265-096FFA8F1B37}" srcOrd="4" destOrd="0" presId="urn:microsoft.com/office/officeart/2008/layout/VerticalCurvedList"/>
    <dgm:cxn modelId="{3D113AC1-7219-4CA6-BB10-700EA92E9D41}" type="presParOf" srcId="{400C6B36-EF1D-469C-A265-096FFA8F1B37}" destId="{6B91DDDA-0395-4136-9816-D14611E8949F}" srcOrd="0" destOrd="0" presId="urn:microsoft.com/office/officeart/2008/layout/VerticalCurvedList"/>
    <dgm:cxn modelId="{076CC08E-6B54-461A-9DDB-4834EC1C7693}" type="presParOf" srcId="{46F9C08E-B88C-4613-9A67-1DCBA8BAE1DB}" destId="{6EFD272E-11B0-43B3-BCF8-EAFC2AD88321}" srcOrd="5" destOrd="0" presId="urn:microsoft.com/office/officeart/2008/layout/VerticalCurvedList"/>
    <dgm:cxn modelId="{08827298-EC3F-494B-91FB-B2075EB3E860}" type="presParOf" srcId="{46F9C08E-B88C-4613-9A67-1DCBA8BAE1DB}" destId="{665C1B09-5C66-45F7-A044-BA67DD74E8C3}" srcOrd="6" destOrd="0" presId="urn:microsoft.com/office/officeart/2008/layout/VerticalCurvedList"/>
    <dgm:cxn modelId="{FD28D324-72A7-438D-8015-E39E0FF2450C}" type="presParOf" srcId="{665C1B09-5C66-45F7-A044-BA67DD74E8C3}" destId="{259762BE-2309-4C4A-88E4-CED165FBD2BE}" srcOrd="0" destOrd="0" presId="urn:microsoft.com/office/officeart/2008/layout/VerticalCurvedList"/>
    <dgm:cxn modelId="{787506A0-82F0-4231-97AC-60630028EBD4}" type="presParOf" srcId="{46F9C08E-B88C-4613-9A67-1DCBA8BAE1DB}" destId="{33185374-B38C-4190-BBCE-EE27406A72A4}" srcOrd="7" destOrd="0" presId="urn:microsoft.com/office/officeart/2008/layout/VerticalCurvedList"/>
    <dgm:cxn modelId="{83C8B937-D565-460B-A854-D6EF4B9A3BA7}" type="presParOf" srcId="{46F9C08E-B88C-4613-9A67-1DCBA8BAE1DB}" destId="{EDC73FBB-EC63-41CA-A5C1-C9F8C85250EF}" srcOrd="8" destOrd="0" presId="urn:microsoft.com/office/officeart/2008/layout/VerticalCurvedList"/>
    <dgm:cxn modelId="{4E12756C-4839-44B6-B617-7A56197F0EB5}" type="presParOf" srcId="{EDC73FBB-EC63-41CA-A5C1-C9F8C85250EF}" destId="{4C5D09A2-E17E-49CC-8EB4-7FD07AB6937D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F9CBCC3-F653-4015-8E93-CEB4FA70609C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64A2566-3E1E-44FC-89F6-8734694CF982}">
      <dgm:prSet/>
      <dgm:spPr/>
      <dgm:t>
        <a:bodyPr/>
        <a:lstStyle/>
        <a:p>
          <a:r>
            <a:rPr lang="ru-RU" b="0" i="0" dirty="0"/>
            <a:t>В. К. </a:t>
          </a:r>
          <a:r>
            <a:rPr lang="ru-RU" b="0" i="0" dirty="0" err="1"/>
            <a:t>Острозькому</a:t>
          </a:r>
          <a:r>
            <a:rPr lang="ru-RU" b="0" i="0" dirty="0"/>
            <a:t>.</a:t>
          </a:r>
          <a:endParaRPr lang="uk-UA" dirty="0"/>
        </a:p>
      </dgm:t>
    </dgm:pt>
    <dgm:pt modelId="{736BC511-F73B-4035-BB8D-493D62E4E8FF}" type="parTrans" cxnId="{B21632FC-70A3-4E2C-9CE6-02017BCE31DB}">
      <dgm:prSet/>
      <dgm:spPr/>
      <dgm:t>
        <a:bodyPr/>
        <a:lstStyle/>
        <a:p>
          <a:endParaRPr lang="uk-UA"/>
        </a:p>
      </dgm:t>
    </dgm:pt>
    <dgm:pt modelId="{3BCC59DC-1090-4CAE-AF7E-D5070D493D4B}" type="sibTrans" cxnId="{B21632FC-70A3-4E2C-9CE6-02017BCE31DB}">
      <dgm:prSet/>
      <dgm:spPr/>
      <dgm:t>
        <a:bodyPr/>
        <a:lstStyle/>
        <a:p>
          <a:endParaRPr lang="uk-UA"/>
        </a:p>
      </dgm:t>
    </dgm:pt>
    <dgm:pt modelId="{30320FBF-13FE-41AE-B5E4-B6A5FF16E42A}">
      <dgm:prSet/>
      <dgm:spPr/>
      <dgm:t>
        <a:bodyPr/>
        <a:lstStyle/>
        <a:p>
          <a:r>
            <a:rPr lang="ru-RU" b="0" i="0"/>
            <a:t>Д. Вишневецькому.</a:t>
          </a:r>
          <a:endParaRPr lang="uk-UA"/>
        </a:p>
      </dgm:t>
    </dgm:pt>
    <dgm:pt modelId="{0D2DC5B8-A73E-4EBA-938A-0E4AFBD54C77}" type="parTrans" cxnId="{0922C213-05F4-4EC6-B293-EB35363ED68E}">
      <dgm:prSet/>
      <dgm:spPr/>
      <dgm:t>
        <a:bodyPr/>
        <a:lstStyle/>
        <a:p>
          <a:endParaRPr lang="uk-UA"/>
        </a:p>
      </dgm:t>
    </dgm:pt>
    <dgm:pt modelId="{F0FB0CF1-2889-459D-9B19-4AD9B615FB4D}" type="sibTrans" cxnId="{0922C213-05F4-4EC6-B293-EB35363ED68E}">
      <dgm:prSet/>
      <dgm:spPr/>
      <dgm:t>
        <a:bodyPr/>
        <a:lstStyle/>
        <a:p>
          <a:endParaRPr lang="uk-UA"/>
        </a:p>
      </dgm:t>
    </dgm:pt>
    <dgm:pt modelId="{65C61856-B5B6-44E0-A140-D95A4425B7E3}">
      <dgm:prSet/>
      <dgm:spPr/>
      <dgm:t>
        <a:bodyPr/>
        <a:lstStyle/>
        <a:p>
          <a:r>
            <a:rPr lang="ru-RU" b="0" i="0"/>
            <a:t>П. Сагайдачному.</a:t>
          </a:r>
          <a:endParaRPr lang="uk-UA"/>
        </a:p>
      </dgm:t>
    </dgm:pt>
    <dgm:pt modelId="{66523C28-6FB1-45F5-8E4A-F97E27664066}" type="parTrans" cxnId="{2D91C495-EAE5-43E6-9D96-874249C3962A}">
      <dgm:prSet/>
      <dgm:spPr/>
      <dgm:t>
        <a:bodyPr/>
        <a:lstStyle/>
        <a:p>
          <a:endParaRPr lang="uk-UA"/>
        </a:p>
      </dgm:t>
    </dgm:pt>
    <dgm:pt modelId="{D7F11B83-72E8-4848-A9A6-BB230C2F657D}" type="sibTrans" cxnId="{2D91C495-EAE5-43E6-9D96-874249C3962A}">
      <dgm:prSet/>
      <dgm:spPr/>
      <dgm:t>
        <a:bodyPr/>
        <a:lstStyle/>
        <a:p>
          <a:endParaRPr lang="uk-UA"/>
        </a:p>
      </dgm:t>
    </dgm:pt>
    <dgm:pt modelId="{DEDCCBE4-7247-4D26-A07A-D0CD01A3393F}">
      <dgm:prSet/>
      <dgm:spPr/>
      <dgm:t>
        <a:bodyPr/>
        <a:lstStyle/>
        <a:p>
          <a:r>
            <a:rPr lang="ru-RU" b="0" i="0"/>
            <a:t>П. Могилі.</a:t>
          </a:r>
          <a:endParaRPr lang="uk-UA"/>
        </a:p>
      </dgm:t>
    </dgm:pt>
    <dgm:pt modelId="{867F0E66-D236-4402-9BDA-700907C4FD7E}" type="parTrans" cxnId="{B474192D-8755-4C08-AE28-13DD42F89E01}">
      <dgm:prSet/>
      <dgm:spPr/>
      <dgm:t>
        <a:bodyPr/>
        <a:lstStyle/>
        <a:p>
          <a:endParaRPr lang="uk-UA"/>
        </a:p>
      </dgm:t>
    </dgm:pt>
    <dgm:pt modelId="{056C8320-27CE-4622-A862-B385192929CF}" type="sibTrans" cxnId="{B474192D-8755-4C08-AE28-13DD42F89E01}">
      <dgm:prSet/>
      <dgm:spPr/>
      <dgm:t>
        <a:bodyPr/>
        <a:lstStyle/>
        <a:p>
          <a:endParaRPr lang="uk-UA"/>
        </a:p>
      </dgm:t>
    </dgm:pt>
    <dgm:pt modelId="{93D5A778-613D-4D0C-A662-3D6433070D93}" type="pres">
      <dgm:prSet presAssocID="{8F9CBCC3-F653-4015-8E93-CEB4FA70609C}" presName="Name0" presStyleCnt="0">
        <dgm:presLayoutVars>
          <dgm:chMax val="7"/>
          <dgm:chPref val="7"/>
          <dgm:dir/>
        </dgm:presLayoutVars>
      </dgm:prSet>
      <dgm:spPr/>
    </dgm:pt>
    <dgm:pt modelId="{46F9C08E-B88C-4613-9A67-1DCBA8BAE1DB}" type="pres">
      <dgm:prSet presAssocID="{8F9CBCC3-F653-4015-8E93-CEB4FA70609C}" presName="Name1" presStyleCnt="0"/>
      <dgm:spPr/>
    </dgm:pt>
    <dgm:pt modelId="{80285902-D1AF-42F0-81ED-675E375042BB}" type="pres">
      <dgm:prSet presAssocID="{8F9CBCC3-F653-4015-8E93-CEB4FA70609C}" presName="cycle" presStyleCnt="0"/>
      <dgm:spPr/>
    </dgm:pt>
    <dgm:pt modelId="{65B8259E-EB90-4D38-ADD8-7449E6823C11}" type="pres">
      <dgm:prSet presAssocID="{8F9CBCC3-F653-4015-8E93-CEB4FA70609C}" presName="srcNode" presStyleLbl="node1" presStyleIdx="0" presStyleCnt="4"/>
      <dgm:spPr/>
    </dgm:pt>
    <dgm:pt modelId="{6C199B12-CD1D-4915-AD9D-FDC6C2A46E5C}" type="pres">
      <dgm:prSet presAssocID="{8F9CBCC3-F653-4015-8E93-CEB4FA70609C}" presName="conn" presStyleLbl="parChTrans1D2" presStyleIdx="0" presStyleCnt="1"/>
      <dgm:spPr/>
    </dgm:pt>
    <dgm:pt modelId="{15FA86E8-F18F-4739-9A79-90E3711A35BC}" type="pres">
      <dgm:prSet presAssocID="{8F9CBCC3-F653-4015-8E93-CEB4FA70609C}" presName="extraNode" presStyleLbl="node1" presStyleIdx="0" presStyleCnt="4"/>
      <dgm:spPr/>
    </dgm:pt>
    <dgm:pt modelId="{C80CCF3E-D6EC-4648-A35E-C0D06ABADC3E}" type="pres">
      <dgm:prSet presAssocID="{8F9CBCC3-F653-4015-8E93-CEB4FA70609C}" presName="dstNode" presStyleLbl="node1" presStyleIdx="0" presStyleCnt="4"/>
      <dgm:spPr/>
    </dgm:pt>
    <dgm:pt modelId="{62BE3EF1-32D1-49FD-B584-82D48AE4780E}" type="pres">
      <dgm:prSet presAssocID="{864A2566-3E1E-44FC-89F6-8734694CF982}" presName="text_1" presStyleLbl="node1" presStyleIdx="0" presStyleCnt="4">
        <dgm:presLayoutVars>
          <dgm:bulletEnabled val="1"/>
        </dgm:presLayoutVars>
      </dgm:prSet>
      <dgm:spPr/>
    </dgm:pt>
    <dgm:pt modelId="{62C19BD5-C9AE-4F5B-AA08-7D4B97BB6399}" type="pres">
      <dgm:prSet presAssocID="{864A2566-3E1E-44FC-89F6-8734694CF982}" presName="accent_1" presStyleCnt="0"/>
      <dgm:spPr/>
    </dgm:pt>
    <dgm:pt modelId="{AEB12FBF-4043-42AE-956E-9D996742AEAA}" type="pres">
      <dgm:prSet presAssocID="{864A2566-3E1E-44FC-89F6-8734694CF982}" presName="accentRepeatNode" presStyleLbl="solidFgAcc1" presStyleIdx="0" presStyleCnt="4"/>
      <dgm:spPr/>
    </dgm:pt>
    <dgm:pt modelId="{20CF7D44-2C51-4387-8E26-BED1BD818A43}" type="pres">
      <dgm:prSet presAssocID="{30320FBF-13FE-41AE-B5E4-B6A5FF16E42A}" presName="text_2" presStyleLbl="node1" presStyleIdx="1" presStyleCnt="4">
        <dgm:presLayoutVars>
          <dgm:bulletEnabled val="1"/>
        </dgm:presLayoutVars>
      </dgm:prSet>
      <dgm:spPr/>
    </dgm:pt>
    <dgm:pt modelId="{400C6B36-EF1D-469C-A265-096FFA8F1B37}" type="pres">
      <dgm:prSet presAssocID="{30320FBF-13FE-41AE-B5E4-B6A5FF16E42A}" presName="accent_2" presStyleCnt="0"/>
      <dgm:spPr/>
    </dgm:pt>
    <dgm:pt modelId="{6B91DDDA-0395-4136-9816-D14611E8949F}" type="pres">
      <dgm:prSet presAssocID="{30320FBF-13FE-41AE-B5E4-B6A5FF16E42A}" presName="accentRepeatNode" presStyleLbl="solidFgAcc1" presStyleIdx="1" presStyleCnt="4"/>
      <dgm:spPr/>
    </dgm:pt>
    <dgm:pt modelId="{6EFD272E-11B0-43B3-BCF8-EAFC2AD88321}" type="pres">
      <dgm:prSet presAssocID="{65C61856-B5B6-44E0-A140-D95A4425B7E3}" presName="text_3" presStyleLbl="node1" presStyleIdx="2" presStyleCnt="4">
        <dgm:presLayoutVars>
          <dgm:bulletEnabled val="1"/>
        </dgm:presLayoutVars>
      </dgm:prSet>
      <dgm:spPr/>
    </dgm:pt>
    <dgm:pt modelId="{665C1B09-5C66-45F7-A044-BA67DD74E8C3}" type="pres">
      <dgm:prSet presAssocID="{65C61856-B5B6-44E0-A140-D95A4425B7E3}" presName="accent_3" presStyleCnt="0"/>
      <dgm:spPr/>
    </dgm:pt>
    <dgm:pt modelId="{259762BE-2309-4C4A-88E4-CED165FBD2BE}" type="pres">
      <dgm:prSet presAssocID="{65C61856-B5B6-44E0-A140-D95A4425B7E3}" presName="accentRepeatNode" presStyleLbl="solidFgAcc1" presStyleIdx="2" presStyleCnt="4"/>
      <dgm:spPr/>
    </dgm:pt>
    <dgm:pt modelId="{33185374-B38C-4190-BBCE-EE27406A72A4}" type="pres">
      <dgm:prSet presAssocID="{DEDCCBE4-7247-4D26-A07A-D0CD01A3393F}" presName="text_4" presStyleLbl="node1" presStyleIdx="3" presStyleCnt="4">
        <dgm:presLayoutVars>
          <dgm:bulletEnabled val="1"/>
        </dgm:presLayoutVars>
      </dgm:prSet>
      <dgm:spPr/>
    </dgm:pt>
    <dgm:pt modelId="{EDC73FBB-EC63-41CA-A5C1-C9F8C85250EF}" type="pres">
      <dgm:prSet presAssocID="{DEDCCBE4-7247-4D26-A07A-D0CD01A3393F}" presName="accent_4" presStyleCnt="0"/>
      <dgm:spPr/>
    </dgm:pt>
    <dgm:pt modelId="{4C5D09A2-E17E-49CC-8EB4-7FD07AB6937D}" type="pres">
      <dgm:prSet presAssocID="{DEDCCBE4-7247-4D26-A07A-D0CD01A3393F}" presName="accentRepeatNode" presStyleLbl="solidFgAcc1" presStyleIdx="3" presStyleCnt="4"/>
      <dgm:spPr/>
    </dgm:pt>
  </dgm:ptLst>
  <dgm:cxnLst>
    <dgm:cxn modelId="{DAF4AA05-46C8-4C2B-A301-24123E8EC736}" type="presOf" srcId="{65C61856-B5B6-44E0-A140-D95A4425B7E3}" destId="{6EFD272E-11B0-43B3-BCF8-EAFC2AD88321}" srcOrd="0" destOrd="0" presId="urn:microsoft.com/office/officeart/2008/layout/VerticalCurvedList"/>
    <dgm:cxn modelId="{9E436D0F-E0A2-485B-A1EB-4E2155235A6E}" type="presOf" srcId="{8F9CBCC3-F653-4015-8E93-CEB4FA70609C}" destId="{93D5A778-613D-4D0C-A662-3D6433070D93}" srcOrd="0" destOrd="0" presId="urn:microsoft.com/office/officeart/2008/layout/VerticalCurvedList"/>
    <dgm:cxn modelId="{0922C213-05F4-4EC6-B293-EB35363ED68E}" srcId="{8F9CBCC3-F653-4015-8E93-CEB4FA70609C}" destId="{30320FBF-13FE-41AE-B5E4-B6A5FF16E42A}" srcOrd="1" destOrd="0" parTransId="{0D2DC5B8-A73E-4EBA-938A-0E4AFBD54C77}" sibTransId="{F0FB0CF1-2889-459D-9B19-4AD9B615FB4D}"/>
    <dgm:cxn modelId="{B474192D-8755-4C08-AE28-13DD42F89E01}" srcId="{8F9CBCC3-F653-4015-8E93-CEB4FA70609C}" destId="{DEDCCBE4-7247-4D26-A07A-D0CD01A3393F}" srcOrd="3" destOrd="0" parTransId="{867F0E66-D236-4402-9BDA-700907C4FD7E}" sibTransId="{056C8320-27CE-4622-A862-B385192929CF}"/>
    <dgm:cxn modelId="{E44EB35F-5588-4976-A698-A53D4F8EA55F}" type="presOf" srcId="{DEDCCBE4-7247-4D26-A07A-D0CD01A3393F}" destId="{33185374-B38C-4190-BBCE-EE27406A72A4}" srcOrd="0" destOrd="0" presId="urn:microsoft.com/office/officeart/2008/layout/VerticalCurvedList"/>
    <dgm:cxn modelId="{2D91C495-EAE5-43E6-9D96-874249C3962A}" srcId="{8F9CBCC3-F653-4015-8E93-CEB4FA70609C}" destId="{65C61856-B5B6-44E0-A140-D95A4425B7E3}" srcOrd="2" destOrd="0" parTransId="{66523C28-6FB1-45F5-8E4A-F97E27664066}" sibTransId="{D7F11B83-72E8-4848-A9A6-BB230C2F657D}"/>
    <dgm:cxn modelId="{6DC0D2B2-8DDF-4E84-950D-89189D7A4141}" type="presOf" srcId="{3BCC59DC-1090-4CAE-AF7E-D5070D493D4B}" destId="{6C199B12-CD1D-4915-AD9D-FDC6C2A46E5C}" srcOrd="0" destOrd="0" presId="urn:microsoft.com/office/officeart/2008/layout/VerticalCurvedList"/>
    <dgm:cxn modelId="{0791E7B3-0D04-49B3-8157-7BE4BF579612}" type="presOf" srcId="{30320FBF-13FE-41AE-B5E4-B6A5FF16E42A}" destId="{20CF7D44-2C51-4387-8E26-BED1BD818A43}" srcOrd="0" destOrd="0" presId="urn:microsoft.com/office/officeart/2008/layout/VerticalCurvedList"/>
    <dgm:cxn modelId="{3F2C60CE-E78C-4900-8101-69186CAB54CA}" type="presOf" srcId="{864A2566-3E1E-44FC-89F6-8734694CF982}" destId="{62BE3EF1-32D1-49FD-B584-82D48AE4780E}" srcOrd="0" destOrd="0" presId="urn:microsoft.com/office/officeart/2008/layout/VerticalCurvedList"/>
    <dgm:cxn modelId="{B21632FC-70A3-4E2C-9CE6-02017BCE31DB}" srcId="{8F9CBCC3-F653-4015-8E93-CEB4FA70609C}" destId="{864A2566-3E1E-44FC-89F6-8734694CF982}" srcOrd="0" destOrd="0" parTransId="{736BC511-F73B-4035-BB8D-493D62E4E8FF}" sibTransId="{3BCC59DC-1090-4CAE-AF7E-D5070D493D4B}"/>
    <dgm:cxn modelId="{E05A3899-3139-4BD9-AE45-11379E5EDDA2}" type="presParOf" srcId="{93D5A778-613D-4D0C-A662-3D6433070D93}" destId="{46F9C08E-B88C-4613-9A67-1DCBA8BAE1DB}" srcOrd="0" destOrd="0" presId="urn:microsoft.com/office/officeart/2008/layout/VerticalCurvedList"/>
    <dgm:cxn modelId="{DB7F8B37-8B6B-4DF3-ADB4-D30A2D242760}" type="presParOf" srcId="{46F9C08E-B88C-4613-9A67-1DCBA8BAE1DB}" destId="{80285902-D1AF-42F0-81ED-675E375042BB}" srcOrd="0" destOrd="0" presId="urn:microsoft.com/office/officeart/2008/layout/VerticalCurvedList"/>
    <dgm:cxn modelId="{5BCCC03F-A5F2-4FD6-A954-5E59231B3308}" type="presParOf" srcId="{80285902-D1AF-42F0-81ED-675E375042BB}" destId="{65B8259E-EB90-4D38-ADD8-7449E6823C11}" srcOrd="0" destOrd="0" presId="urn:microsoft.com/office/officeart/2008/layout/VerticalCurvedList"/>
    <dgm:cxn modelId="{05E53E82-8CFF-4FF3-A3A1-2BF03553B9D9}" type="presParOf" srcId="{80285902-D1AF-42F0-81ED-675E375042BB}" destId="{6C199B12-CD1D-4915-AD9D-FDC6C2A46E5C}" srcOrd="1" destOrd="0" presId="urn:microsoft.com/office/officeart/2008/layout/VerticalCurvedList"/>
    <dgm:cxn modelId="{86FE6F29-095B-461C-903B-F76378CFE4FA}" type="presParOf" srcId="{80285902-D1AF-42F0-81ED-675E375042BB}" destId="{15FA86E8-F18F-4739-9A79-90E3711A35BC}" srcOrd="2" destOrd="0" presId="urn:microsoft.com/office/officeart/2008/layout/VerticalCurvedList"/>
    <dgm:cxn modelId="{3673FA49-B576-4B05-9855-51288CD89C38}" type="presParOf" srcId="{80285902-D1AF-42F0-81ED-675E375042BB}" destId="{C80CCF3E-D6EC-4648-A35E-C0D06ABADC3E}" srcOrd="3" destOrd="0" presId="urn:microsoft.com/office/officeart/2008/layout/VerticalCurvedList"/>
    <dgm:cxn modelId="{43C5F697-B6E5-430E-B3B6-B35FA03D942C}" type="presParOf" srcId="{46F9C08E-B88C-4613-9A67-1DCBA8BAE1DB}" destId="{62BE3EF1-32D1-49FD-B584-82D48AE4780E}" srcOrd="1" destOrd="0" presId="urn:microsoft.com/office/officeart/2008/layout/VerticalCurvedList"/>
    <dgm:cxn modelId="{0FDEC0B5-1A6F-4E9F-8601-BB3B6BD9F250}" type="presParOf" srcId="{46F9C08E-B88C-4613-9A67-1DCBA8BAE1DB}" destId="{62C19BD5-C9AE-4F5B-AA08-7D4B97BB6399}" srcOrd="2" destOrd="0" presId="urn:microsoft.com/office/officeart/2008/layout/VerticalCurvedList"/>
    <dgm:cxn modelId="{0167D459-AE0C-4F5D-A91B-5CDC3C24BF12}" type="presParOf" srcId="{62C19BD5-C9AE-4F5B-AA08-7D4B97BB6399}" destId="{AEB12FBF-4043-42AE-956E-9D996742AEAA}" srcOrd="0" destOrd="0" presId="urn:microsoft.com/office/officeart/2008/layout/VerticalCurvedList"/>
    <dgm:cxn modelId="{20E690D6-135F-49BF-956F-9C37A162E0BF}" type="presParOf" srcId="{46F9C08E-B88C-4613-9A67-1DCBA8BAE1DB}" destId="{20CF7D44-2C51-4387-8E26-BED1BD818A43}" srcOrd="3" destOrd="0" presId="urn:microsoft.com/office/officeart/2008/layout/VerticalCurvedList"/>
    <dgm:cxn modelId="{D163EB97-98D4-444F-A07B-EE41CC210AA7}" type="presParOf" srcId="{46F9C08E-B88C-4613-9A67-1DCBA8BAE1DB}" destId="{400C6B36-EF1D-469C-A265-096FFA8F1B37}" srcOrd="4" destOrd="0" presId="urn:microsoft.com/office/officeart/2008/layout/VerticalCurvedList"/>
    <dgm:cxn modelId="{3D113AC1-7219-4CA6-BB10-700EA92E9D41}" type="presParOf" srcId="{400C6B36-EF1D-469C-A265-096FFA8F1B37}" destId="{6B91DDDA-0395-4136-9816-D14611E8949F}" srcOrd="0" destOrd="0" presId="urn:microsoft.com/office/officeart/2008/layout/VerticalCurvedList"/>
    <dgm:cxn modelId="{076CC08E-6B54-461A-9DDB-4834EC1C7693}" type="presParOf" srcId="{46F9C08E-B88C-4613-9A67-1DCBA8BAE1DB}" destId="{6EFD272E-11B0-43B3-BCF8-EAFC2AD88321}" srcOrd="5" destOrd="0" presId="urn:microsoft.com/office/officeart/2008/layout/VerticalCurvedList"/>
    <dgm:cxn modelId="{08827298-EC3F-494B-91FB-B2075EB3E860}" type="presParOf" srcId="{46F9C08E-B88C-4613-9A67-1DCBA8BAE1DB}" destId="{665C1B09-5C66-45F7-A044-BA67DD74E8C3}" srcOrd="6" destOrd="0" presId="urn:microsoft.com/office/officeart/2008/layout/VerticalCurvedList"/>
    <dgm:cxn modelId="{FD28D324-72A7-438D-8015-E39E0FF2450C}" type="presParOf" srcId="{665C1B09-5C66-45F7-A044-BA67DD74E8C3}" destId="{259762BE-2309-4C4A-88E4-CED165FBD2BE}" srcOrd="0" destOrd="0" presId="urn:microsoft.com/office/officeart/2008/layout/VerticalCurvedList"/>
    <dgm:cxn modelId="{787506A0-82F0-4231-97AC-60630028EBD4}" type="presParOf" srcId="{46F9C08E-B88C-4613-9A67-1DCBA8BAE1DB}" destId="{33185374-B38C-4190-BBCE-EE27406A72A4}" srcOrd="7" destOrd="0" presId="urn:microsoft.com/office/officeart/2008/layout/VerticalCurvedList"/>
    <dgm:cxn modelId="{83C8B937-D565-460B-A854-D6EF4B9A3BA7}" type="presParOf" srcId="{46F9C08E-B88C-4613-9A67-1DCBA8BAE1DB}" destId="{EDC73FBB-EC63-41CA-A5C1-C9F8C85250EF}" srcOrd="8" destOrd="0" presId="urn:microsoft.com/office/officeart/2008/layout/VerticalCurvedList"/>
    <dgm:cxn modelId="{4E12756C-4839-44B6-B617-7A56197F0EB5}" type="presParOf" srcId="{EDC73FBB-EC63-41CA-A5C1-C9F8C85250EF}" destId="{4C5D09A2-E17E-49CC-8EB4-7FD07AB6937D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31327DD-507C-4232-9023-B1502A049DA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021FC1B-3DB7-4431-9631-32D55739B23B}">
      <dgm:prSet/>
      <dgm:spPr/>
      <dgm:t>
        <a:bodyPr/>
        <a:lstStyle/>
        <a:p>
          <a:r>
            <a:rPr lang="ru-RU"/>
            <a:t>створення Пересопницького Євангелія</a:t>
          </a:r>
          <a:endParaRPr lang="uk-UA"/>
        </a:p>
      </dgm:t>
    </dgm:pt>
    <dgm:pt modelId="{BEC02528-988C-4114-B456-90E7498A824B}" type="parTrans" cxnId="{AF411ED1-0C58-44A0-AD61-7D2FBD9EF2A4}">
      <dgm:prSet/>
      <dgm:spPr/>
      <dgm:t>
        <a:bodyPr/>
        <a:lstStyle/>
        <a:p>
          <a:endParaRPr lang="uk-UA"/>
        </a:p>
      </dgm:t>
    </dgm:pt>
    <dgm:pt modelId="{034A0B4A-36E7-4450-B5A6-9FD0EFAE587B}" type="sibTrans" cxnId="{AF411ED1-0C58-44A0-AD61-7D2FBD9EF2A4}">
      <dgm:prSet/>
      <dgm:spPr/>
      <dgm:t>
        <a:bodyPr/>
        <a:lstStyle/>
        <a:p>
          <a:endParaRPr lang="uk-UA"/>
        </a:p>
      </dgm:t>
    </dgm:pt>
    <dgm:pt modelId="{35B42EBE-7CD2-4937-9558-7E8A0211A53D}">
      <dgm:prSet/>
      <dgm:spPr/>
      <dgm:t>
        <a:bodyPr/>
        <a:lstStyle/>
        <a:p>
          <a:r>
            <a:rPr lang="ru-RU"/>
            <a:t>заснування колегіумів у Чернігові, Харкові та Переяславі</a:t>
          </a:r>
          <a:endParaRPr lang="uk-UA"/>
        </a:p>
      </dgm:t>
    </dgm:pt>
    <dgm:pt modelId="{55F8EE78-EE12-47B0-ABF9-85F57F5B0BAC}" type="parTrans" cxnId="{687FE8EF-349F-4F35-9F87-04D800C8FF5A}">
      <dgm:prSet/>
      <dgm:spPr/>
      <dgm:t>
        <a:bodyPr/>
        <a:lstStyle/>
        <a:p>
          <a:endParaRPr lang="uk-UA"/>
        </a:p>
      </dgm:t>
    </dgm:pt>
    <dgm:pt modelId="{ECE46678-8EBF-4A7F-8804-0156583FAACA}" type="sibTrans" cxnId="{687FE8EF-349F-4F35-9F87-04D800C8FF5A}">
      <dgm:prSet/>
      <dgm:spPr/>
      <dgm:t>
        <a:bodyPr/>
        <a:lstStyle/>
        <a:p>
          <a:endParaRPr lang="uk-UA"/>
        </a:p>
      </dgm:t>
    </dgm:pt>
    <dgm:pt modelId="{796BB983-8DE8-4264-9359-2E169A5887D8}">
      <dgm:prSet/>
      <dgm:spPr/>
      <dgm:t>
        <a:bodyPr/>
        <a:lstStyle/>
        <a:p>
          <a:r>
            <a:rPr lang="ru-RU"/>
            <a:t>видання у Львові Іваном Федоровим «Апостола» та «Букваря»</a:t>
          </a:r>
          <a:endParaRPr lang="uk-UA"/>
        </a:p>
      </dgm:t>
    </dgm:pt>
    <dgm:pt modelId="{83EC3D1D-B2CA-4888-A605-1B2B32BCDCFF}" type="parTrans" cxnId="{0F4F611B-C591-4C8C-9FFE-762BFB32DA8B}">
      <dgm:prSet/>
      <dgm:spPr/>
      <dgm:t>
        <a:bodyPr/>
        <a:lstStyle/>
        <a:p>
          <a:endParaRPr lang="uk-UA"/>
        </a:p>
      </dgm:t>
    </dgm:pt>
    <dgm:pt modelId="{2B8FD228-B182-452D-92E9-96E1DE3332F2}" type="sibTrans" cxnId="{0F4F611B-C591-4C8C-9FFE-762BFB32DA8B}">
      <dgm:prSet/>
      <dgm:spPr/>
      <dgm:t>
        <a:bodyPr/>
        <a:lstStyle/>
        <a:p>
          <a:endParaRPr lang="uk-UA"/>
        </a:p>
      </dgm:t>
    </dgm:pt>
    <dgm:pt modelId="{37C23469-0BFF-42A5-A81F-D11FABE55F1D}" type="pres">
      <dgm:prSet presAssocID="{431327DD-507C-4232-9023-B1502A049DA6}" presName="linear" presStyleCnt="0">
        <dgm:presLayoutVars>
          <dgm:animLvl val="lvl"/>
          <dgm:resizeHandles val="exact"/>
        </dgm:presLayoutVars>
      </dgm:prSet>
      <dgm:spPr/>
    </dgm:pt>
    <dgm:pt modelId="{FADDE6A8-74FB-4C32-B404-20F559324D14}" type="pres">
      <dgm:prSet presAssocID="{E021FC1B-3DB7-4431-9631-32D55739B23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0471489-C073-4515-8268-9AC45E610828}" type="pres">
      <dgm:prSet presAssocID="{034A0B4A-36E7-4450-B5A6-9FD0EFAE587B}" presName="spacer" presStyleCnt="0"/>
      <dgm:spPr/>
    </dgm:pt>
    <dgm:pt modelId="{6489EFBB-38AB-499D-87DD-E8823CAE9682}" type="pres">
      <dgm:prSet presAssocID="{35B42EBE-7CD2-4937-9558-7E8A0211A53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4443991-1EF0-4AF6-8418-50087880A56D}" type="pres">
      <dgm:prSet presAssocID="{ECE46678-8EBF-4A7F-8804-0156583FAACA}" presName="spacer" presStyleCnt="0"/>
      <dgm:spPr/>
    </dgm:pt>
    <dgm:pt modelId="{3977C4E9-0ABA-415D-9EAA-64DDF3B7F0EE}" type="pres">
      <dgm:prSet presAssocID="{796BB983-8DE8-4264-9359-2E169A5887D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F4F611B-C591-4C8C-9FFE-762BFB32DA8B}" srcId="{431327DD-507C-4232-9023-B1502A049DA6}" destId="{796BB983-8DE8-4264-9359-2E169A5887D8}" srcOrd="2" destOrd="0" parTransId="{83EC3D1D-B2CA-4888-A605-1B2B32BCDCFF}" sibTransId="{2B8FD228-B182-452D-92E9-96E1DE3332F2}"/>
    <dgm:cxn modelId="{839BA72C-CE76-4F45-BB4D-95E66C08C7B7}" type="presOf" srcId="{431327DD-507C-4232-9023-B1502A049DA6}" destId="{37C23469-0BFF-42A5-A81F-D11FABE55F1D}" srcOrd="0" destOrd="0" presId="urn:microsoft.com/office/officeart/2005/8/layout/vList2"/>
    <dgm:cxn modelId="{87976B63-7267-4C93-9094-A2ADF0187801}" type="presOf" srcId="{796BB983-8DE8-4264-9359-2E169A5887D8}" destId="{3977C4E9-0ABA-415D-9EAA-64DDF3B7F0EE}" srcOrd="0" destOrd="0" presId="urn:microsoft.com/office/officeart/2005/8/layout/vList2"/>
    <dgm:cxn modelId="{BE53C56B-4FDF-4F93-91C2-E792ADDE3A89}" type="presOf" srcId="{35B42EBE-7CD2-4937-9558-7E8A0211A53D}" destId="{6489EFBB-38AB-499D-87DD-E8823CAE9682}" srcOrd="0" destOrd="0" presId="urn:microsoft.com/office/officeart/2005/8/layout/vList2"/>
    <dgm:cxn modelId="{AF411ED1-0C58-44A0-AD61-7D2FBD9EF2A4}" srcId="{431327DD-507C-4232-9023-B1502A049DA6}" destId="{E021FC1B-3DB7-4431-9631-32D55739B23B}" srcOrd="0" destOrd="0" parTransId="{BEC02528-988C-4114-B456-90E7498A824B}" sibTransId="{034A0B4A-36E7-4450-B5A6-9FD0EFAE587B}"/>
    <dgm:cxn modelId="{687FE8EF-349F-4F35-9F87-04D800C8FF5A}" srcId="{431327DD-507C-4232-9023-B1502A049DA6}" destId="{35B42EBE-7CD2-4937-9558-7E8A0211A53D}" srcOrd="1" destOrd="0" parTransId="{55F8EE78-EE12-47B0-ABF9-85F57F5B0BAC}" sibTransId="{ECE46678-8EBF-4A7F-8804-0156583FAACA}"/>
    <dgm:cxn modelId="{721938F5-4A8D-4010-9221-D9D2D6E1E727}" type="presOf" srcId="{E021FC1B-3DB7-4431-9631-32D55739B23B}" destId="{FADDE6A8-74FB-4C32-B404-20F559324D14}" srcOrd="0" destOrd="0" presId="urn:microsoft.com/office/officeart/2005/8/layout/vList2"/>
    <dgm:cxn modelId="{1773143F-7B3F-4D87-B5CB-D641805FDC13}" type="presParOf" srcId="{37C23469-0BFF-42A5-A81F-D11FABE55F1D}" destId="{FADDE6A8-74FB-4C32-B404-20F559324D14}" srcOrd="0" destOrd="0" presId="urn:microsoft.com/office/officeart/2005/8/layout/vList2"/>
    <dgm:cxn modelId="{1C8FB66B-2E15-4BDA-A663-2CA08A423392}" type="presParOf" srcId="{37C23469-0BFF-42A5-A81F-D11FABE55F1D}" destId="{E0471489-C073-4515-8268-9AC45E610828}" srcOrd="1" destOrd="0" presId="urn:microsoft.com/office/officeart/2005/8/layout/vList2"/>
    <dgm:cxn modelId="{87600622-6B91-4A34-AC7E-5A109DFAA505}" type="presParOf" srcId="{37C23469-0BFF-42A5-A81F-D11FABE55F1D}" destId="{6489EFBB-38AB-499D-87DD-E8823CAE9682}" srcOrd="2" destOrd="0" presId="urn:microsoft.com/office/officeart/2005/8/layout/vList2"/>
    <dgm:cxn modelId="{C92201EC-E0FB-4FCF-AE65-ED46A7A3E026}" type="presParOf" srcId="{37C23469-0BFF-42A5-A81F-D11FABE55F1D}" destId="{C4443991-1EF0-4AF6-8418-50087880A56D}" srcOrd="3" destOrd="0" presId="urn:microsoft.com/office/officeart/2005/8/layout/vList2"/>
    <dgm:cxn modelId="{7EA024CA-AF84-4210-B1A6-A152F728E746}" type="presParOf" srcId="{37C23469-0BFF-42A5-A81F-D11FABE55F1D}" destId="{3977C4E9-0ABA-415D-9EAA-64DDF3B7F0E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9C067E3-6F8E-4745-B752-E4FBB72D720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F401D93-7104-4703-AE1A-3A5E45F5FC97}">
      <dgm:prSet/>
      <dgm:spPr/>
      <dgm:t>
        <a:bodyPr/>
        <a:lstStyle/>
        <a:p>
          <a:r>
            <a:rPr lang="ru-RU"/>
            <a:t>створення козацького літопису Самійла Величка</a:t>
          </a:r>
          <a:endParaRPr lang="uk-UA"/>
        </a:p>
      </dgm:t>
    </dgm:pt>
    <dgm:pt modelId="{D652F8CF-26F9-462C-A2A3-CB1933942577}" type="parTrans" cxnId="{CE48B7BC-0DCA-4831-B016-BA82E7F93E87}">
      <dgm:prSet/>
      <dgm:spPr/>
      <dgm:t>
        <a:bodyPr/>
        <a:lstStyle/>
        <a:p>
          <a:endParaRPr lang="uk-UA"/>
        </a:p>
      </dgm:t>
    </dgm:pt>
    <dgm:pt modelId="{6EEBABF1-72B3-4C53-AC02-7F3CE409E773}" type="sibTrans" cxnId="{CE48B7BC-0DCA-4831-B016-BA82E7F93E87}">
      <dgm:prSet/>
      <dgm:spPr/>
      <dgm:t>
        <a:bodyPr/>
        <a:lstStyle/>
        <a:p>
          <a:endParaRPr lang="uk-UA"/>
        </a:p>
      </dgm:t>
    </dgm:pt>
    <dgm:pt modelId="{4B7397B7-9C80-4BFD-A909-638D99B5DB98}">
      <dgm:prSet/>
      <dgm:spPr/>
      <dgm:t>
        <a:bodyPr/>
        <a:lstStyle/>
        <a:p>
          <a:r>
            <a:rPr lang="ru-RU"/>
            <a:t>об’єднання Київської братської та Лаврської шкіл у колегіум</a:t>
          </a:r>
          <a:endParaRPr lang="uk-UA"/>
        </a:p>
      </dgm:t>
    </dgm:pt>
    <dgm:pt modelId="{0D6EC7A9-27BB-4330-B256-DCB83958354E}" type="parTrans" cxnId="{6FD590E5-B80B-47DF-A4CB-24E031370565}">
      <dgm:prSet/>
      <dgm:spPr/>
      <dgm:t>
        <a:bodyPr/>
        <a:lstStyle/>
        <a:p>
          <a:endParaRPr lang="uk-UA"/>
        </a:p>
      </dgm:t>
    </dgm:pt>
    <dgm:pt modelId="{F4DCDF7C-F196-4504-8F9B-BBEE02C75146}" type="sibTrans" cxnId="{6FD590E5-B80B-47DF-A4CB-24E031370565}">
      <dgm:prSet/>
      <dgm:spPr/>
      <dgm:t>
        <a:bodyPr/>
        <a:lstStyle/>
        <a:p>
          <a:endParaRPr lang="uk-UA"/>
        </a:p>
      </dgm:t>
    </dgm:pt>
    <dgm:pt modelId="{5B16F23B-C5D7-4AFC-A5D9-398C4F326DD3}">
      <dgm:prSet/>
      <dgm:spPr/>
      <dgm:t>
        <a:bodyPr/>
        <a:lstStyle/>
        <a:p>
          <a:r>
            <a:rPr lang="ru-RU"/>
            <a:t>видання «Синопсиса» — першого підручника з історії України</a:t>
          </a:r>
          <a:endParaRPr lang="uk-UA"/>
        </a:p>
      </dgm:t>
    </dgm:pt>
    <dgm:pt modelId="{84EAC550-846C-4E8D-BE48-55B5B95DDE65}" type="parTrans" cxnId="{5CBE667C-B244-4789-97B9-6EABC35B7064}">
      <dgm:prSet/>
      <dgm:spPr/>
      <dgm:t>
        <a:bodyPr/>
        <a:lstStyle/>
        <a:p>
          <a:endParaRPr lang="uk-UA"/>
        </a:p>
      </dgm:t>
    </dgm:pt>
    <dgm:pt modelId="{0C45229B-81CE-4596-81F1-DDC0DDBCAC49}" type="sibTrans" cxnId="{5CBE667C-B244-4789-97B9-6EABC35B7064}">
      <dgm:prSet/>
      <dgm:spPr/>
      <dgm:t>
        <a:bodyPr/>
        <a:lstStyle/>
        <a:p>
          <a:endParaRPr lang="uk-UA"/>
        </a:p>
      </dgm:t>
    </dgm:pt>
    <dgm:pt modelId="{C10F450E-04A4-4D7C-8A90-85B5E2EFDEFB}" type="pres">
      <dgm:prSet presAssocID="{A9C067E3-6F8E-4745-B752-E4FBB72D7203}" presName="linear" presStyleCnt="0">
        <dgm:presLayoutVars>
          <dgm:animLvl val="lvl"/>
          <dgm:resizeHandles val="exact"/>
        </dgm:presLayoutVars>
      </dgm:prSet>
      <dgm:spPr/>
    </dgm:pt>
    <dgm:pt modelId="{9077F855-F9B4-470D-BC00-6E720EA60007}" type="pres">
      <dgm:prSet presAssocID="{CF401D93-7104-4703-AE1A-3A5E45F5FC9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82D180F-7969-42FE-BF20-CCEDAE3A9980}" type="pres">
      <dgm:prSet presAssocID="{6EEBABF1-72B3-4C53-AC02-7F3CE409E773}" presName="spacer" presStyleCnt="0"/>
      <dgm:spPr/>
    </dgm:pt>
    <dgm:pt modelId="{81512D89-DB13-4490-A3C5-E2E847C30257}" type="pres">
      <dgm:prSet presAssocID="{4B7397B7-9C80-4BFD-A909-638D99B5DB9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F99E0D5-4608-42EE-8F3B-65AD189E29CC}" type="pres">
      <dgm:prSet presAssocID="{F4DCDF7C-F196-4504-8F9B-BBEE02C75146}" presName="spacer" presStyleCnt="0"/>
      <dgm:spPr/>
    </dgm:pt>
    <dgm:pt modelId="{6103B8AD-0FC5-4481-B8A3-FDD2C553767A}" type="pres">
      <dgm:prSet presAssocID="{5B16F23B-C5D7-4AFC-A5D9-398C4F326DD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CC52808-58E1-4295-ACCE-9244003B911B}" type="presOf" srcId="{4B7397B7-9C80-4BFD-A909-638D99B5DB98}" destId="{81512D89-DB13-4490-A3C5-E2E847C30257}" srcOrd="0" destOrd="0" presId="urn:microsoft.com/office/officeart/2005/8/layout/vList2"/>
    <dgm:cxn modelId="{2E68A964-84C8-4A59-AC6B-C4786FD67D93}" type="presOf" srcId="{5B16F23B-C5D7-4AFC-A5D9-398C4F326DD3}" destId="{6103B8AD-0FC5-4481-B8A3-FDD2C553767A}" srcOrd="0" destOrd="0" presId="urn:microsoft.com/office/officeart/2005/8/layout/vList2"/>
    <dgm:cxn modelId="{A06A6371-3D95-4BD2-A747-45979E7B9F63}" type="presOf" srcId="{CF401D93-7104-4703-AE1A-3A5E45F5FC97}" destId="{9077F855-F9B4-470D-BC00-6E720EA60007}" srcOrd="0" destOrd="0" presId="urn:microsoft.com/office/officeart/2005/8/layout/vList2"/>
    <dgm:cxn modelId="{5F1EC872-3563-4448-8B7E-AC52AB5A7096}" type="presOf" srcId="{A9C067E3-6F8E-4745-B752-E4FBB72D7203}" destId="{C10F450E-04A4-4D7C-8A90-85B5E2EFDEFB}" srcOrd="0" destOrd="0" presId="urn:microsoft.com/office/officeart/2005/8/layout/vList2"/>
    <dgm:cxn modelId="{5CBE667C-B244-4789-97B9-6EABC35B7064}" srcId="{A9C067E3-6F8E-4745-B752-E4FBB72D7203}" destId="{5B16F23B-C5D7-4AFC-A5D9-398C4F326DD3}" srcOrd="2" destOrd="0" parTransId="{84EAC550-846C-4E8D-BE48-55B5B95DDE65}" sibTransId="{0C45229B-81CE-4596-81F1-DDC0DDBCAC49}"/>
    <dgm:cxn modelId="{CE48B7BC-0DCA-4831-B016-BA82E7F93E87}" srcId="{A9C067E3-6F8E-4745-B752-E4FBB72D7203}" destId="{CF401D93-7104-4703-AE1A-3A5E45F5FC97}" srcOrd="0" destOrd="0" parTransId="{D652F8CF-26F9-462C-A2A3-CB1933942577}" sibTransId="{6EEBABF1-72B3-4C53-AC02-7F3CE409E773}"/>
    <dgm:cxn modelId="{6FD590E5-B80B-47DF-A4CB-24E031370565}" srcId="{A9C067E3-6F8E-4745-B752-E4FBB72D7203}" destId="{4B7397B7-9C80-4BFD-A909-638D99B5DB98}" srcOrd="1" destOrd="0" parTransId="{0D6EC7A9-27BB-4330-B256-DCB83958354E}" sibTransId="{F4DCDF7C-F196-4504-8F9B-BBEE02C75146}"/>
    <dgm:cxn modelId="{98DA3BB3-EA58-4588-9B70-24D5E690003E}" type="presParOf" srcId="{C10F450E-04A4-4D7C-8A90-85B5E2EFDEFB}" destId="{9077F855-F9B4-470D-BC00-6E720EA60007}" srcOrd="0" destOrd="0" presId="urn:microsoft.com/office/officeart/2005/8/layout/vList2"/>
    <dgm:cxn modelId="{2DB8DD23-BC56-41D5-8CFA-F35C2C992CE0}" type="presParOf" srcId="{C10F450E-04A4-4D7C-8A90-85B5E2EFDEFB}" destId="{F82D180F-7969-42FE-BF20-CCEDAE3A9980}" srcOrd="1" destOrd="0" presId="urn:microsoft.com/office/officeart/2005/8/layout/vList2"/>
    <dgm:cxn modelId="{FD29050B-772A-4919-8EE7-57C5839D60F8}" type="presParOf" srcId="{C10F450E-04A4-4D7C-8A90-85B5E2EFDEFB}" destId="{81512D89-DB13-4490-A3C5-E2E847C30257}" srcOrd="2" destOrd="0" presId="urn:microsoft.com/office/officeart/2005/8/layout/vList2"/>
    <dgm:cxn modelId="{5A6CB351-8E55-4CBD-B5D5-9A201472F1C1}" type="presParOf" srcId="{C10F450E-04A4-4D7C-8A90-85B5E2EFDEFB}" destId="{EF99E0D5-4608-42EE-8F3B-65AD189E29CC}" srcOrd="3" destOrd="0" presId="urn:microsoft.com/office/officeart/2005/8/layout/vList2"/>
    <dgm:cxn modelId="{DACE6A20-9964-41B3-AB88-8C4362C423CD}" type="presParOf" srcId="{C10F450E-04A4-4D7C-8A90-85B5E2EFDEFB}" destId="{6103B8AD-0FC5-4481-B8A3-FDD2C553767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BE6E508B-19DA-4365-A0BA-9AA56EE104A1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D64298BC-5A57-4462-AFFC-DF6A6CC4434B}">
      <dgm:prSet/>
      <dgm:spPr/>
      <dgm:t>
        <a:bodyPr/>
        <a:lstStyle/>
        <a:p>
          <a:r>
            <a:rPr lang="ru-RU" b="0" i="0"/>
            <a:t>«Ординація Війська Запорозького, що перебуває на службі Речі Посполитої».</a:t>
          </a:r>
          <a:endParaRPr lang="uk-UA"/>
        </a:p>
      </dgm:t>
    </dgm:pt>
    <dgm:pt modelId="{366D008A-91DF-4157-9E3F-8D2DE0F65D3A}" type="parTrans" cxnId="{8AD079BD-874D-47D2-A044-46E3619590E9}">
      <dgm:prSet/>
      <dgm:spPr/>
      <dgm:t>
        <a:bodyPr/>
        <a:lstStyle/>
        <a:p>
          <a:endParaRPr lang="uk-UA"/>
        </a:p>
      </dgm:t>
    </dgm:pt>
    <dgm:pt modelId="{048629B8-85E2-4D3B-9428-2C150734A3B2}" type="sibTrans" cxnId="{8AD079BD-874D-47D2-A044-46E3619590E9}">
      <dgm:prSet/>
      <dgm:spPr/>
      <dgm:t>
        <a:bodyPr/>
        <a:lstStyle/>
        <a:p>
          <a:endParaRPr lang="uk-UA"/>
        </a:p>
      </dgm:t>
    </dgm:pt>
    <dgm:pt modelId="{0258BC83-48A2-4DD1-9C54-E0EABC440077}">
      <dgm:prSet/>
      <dgm:spPr/>
      <dgm:t>
        <a:bodyPr/>
        <a:lstStyle/>
        <a:p>
          <a:r>
            <a:rPr lang="ru-RU" b="0" i="0"/>
            <a:t>Куруківська угода.</a:t>
          </a:r>
          <a:endParaRPr lang="uk-UA"/>
        </a:p>
      </dgm:t>
    </dgm:pt>
    <dgm:pt modelId="{4922899D-7748-4711-8920-E0802FCAA1FD}" type="parTrans" cxnId="{96C61520-821C-4C30-815C-DFF4F48674DD}">
      <dgm:prSet/>
      <dgm:spPr/>
      <dgm:t>
        <a:bodyPr/>
        <a:lstStyle/>
        <a:p>
          <a:endParaRPr lang="uk-UA"/>
        </a:p>
      </dgm:t>
    </dgm:pt>
    <dgm:pt modelId="{C3251772-039F-40E3-A014-9C5EE42900FF}" type="sibTrans" cxnId="{96C61520-821C-4C30-815C-DFF4F48674DD}">
      <dgm:prSet/>
      <dgm:spPr/>
      <dgm:t>
        <a:bodyPr/>
        <a:lstStyle/>
        <a:p>
          <a:endParaRPr lang="uk-UA"/>
        </a:p>
      </dgm:t>
    </dgm:pt>
    <dgm:pt modelId="{43A783EF-6583-4597-8849-7153D42EE697}">
      <dgm:prSet/>
      <dgm:spPr>
        <a:solidFill>
          <a:srgbClr val="0070C0"/>
        </a:solidFill>
      </dgm:spPr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Пункти</a:t>
          </a:r>
          <a:r>
            <a:rPr lang="ru-RU" b="0" i="0" dirty="0"/>
            <a:t> для </a:t>
          </a:r>
          <a:r>
            <a:rPr lang="ru-RU" b="0" i="0" dirty="0" err="1"/>
            <a:t>заспокоєння</a:t>
          </a:r>
          <a:r>
            <a:rPr lang="ru-RU" b="0" i="0" dirty="0"/>
            <a:t> руського народу».</a:t>
          </a:r>
          <a:endParaRPr lang="uk-UA" dirty="0"/>
        </a:p>
      </dgm:t>
    </dgm:pt>
    <dgm:pt modelId="{AE6E069A-73A4-4BF7-AB4F-5182B9CC373B}" type="parTrans" cxnId="{CAEFC96F-C337-4C43-9C16-7506913FDCD6}">
      <dgm:prSet/>
      <dgm:spPr/>
      <dgm:t>
        <a:bodyPr/>
        <a:lstStyle/>
        <a:p>
          <a:endParaRPr lang="uk-UA"/>
        </a:p>
      </dgm:t>
    </dgm:pt>
    <dgm:pt modelId="{FF92AC85-4A80-41CC-8E36-C545D5F22C99}" type="sibTrans" cxnId="{CAEFC96F-C337-4C43-9C16-7506913FDCD6}">
      <dgm:prSet/>
      <dgm:spPr/>
      <dgm:t>
        <a:bodyPr/>
        <a:lstStyle/>
        <a:p>
          <a:endParaRPr lang="uk-UA"/>
        </a:p>
      </dgm:t>
    </dgm:pt>
    <dgm:pt modelId="{E99E2066-F154-4741-8852-6F05BA4B6001}">
      <dgm:prSet/>
      <dgm:spPr/>
      <dgm:t>
        <a:bodyPr/>
        <a:lstStyle/>
        <a:p>
          <a:r>
            <a:rPr lang="ru-RU" b="0" i="0"/>
            <a:t>Люблінська унія.</a:t>
          </a:r>
          <a:endParaRPr lang="uk-UA"/>
        </a:p>
      </dgm:t>
    </dgm:pt>
    <dgm:pt modelId="{D125D11A-64B0-4CBB-875A-101889C94133}" type="parTrans" cxnId="{6C0E3550-CAD9-4175-87AC-FFEC415FF663}">
      <dgm:prSet/>
      <dgm:spPr/>
      <dgm:t>
        <a:bodyPr/>
        <a:lstStyle/>
        <a:p>
          <a:endParaRPr lang="uk-UA"/>
        </a:p>
      </dgm:t>
    </dgm:pt>
    <dgm:pt modelId="{8244E9AE-5704-426F-ACAB-B436EA6F8177}" type="sibTrans" cxnId="{6C0E3550-CAD9-4175-87AC-FFEC415FF663}">
      <dgm:prSet/>
      <dgm:spPr/>
      <dgm:t>
        <a:bodyPr/>
        <a:lstStyle/>
        <a:p>
          <a:endParaRPr lang="uk-UA"/>
        </a:p>
      </dgm:t>
    </dgm:pt>
    <dgm:pt modelId="{D54F8A59-3D09-4960-B195-4D4272F1AD40}" type="pres">
      <dgm:prSet presAssocID="{BE6E508B-19DA-4365-A0BA-9AA56EE104A1}" presName="Name0" presStyleCnt="0">
        <dgm:presLayoutVars>
          <dgm:chMax val="7"/>
          <dgm:chPref val="7"/>
          <dgm:dir/>
        </dgm:presLayoutVars>
      </dgm:prSet>
      <dgm:spPr/>
    </dgm:pt>
    <dgm:pt modelId="{FFDE32DB-E67D-4ED9-8FC4-EB53E183426F}" type="pres">
      <dgm:prSet presAssocID="{BE6E508B-19DA-4365-A0BA-9AA56EE104A1}" presName="Name1" presStyleCnt="0"/>
      <dgm:spPr/>
    </dgm:pt>
    <dgm:pt modelId="{6D449C2D-E6B3-4FF6-985F-D890D8646EC0}" type="pres">
      <dgm:prSet presAssocID="{BE6E508B-19DA-4365-A0BA-9AA56EE104A1}" presName="cycle" presStyleCnt="0"/>
      <dgm:spPr/>
    </dgm:pt>
    <dgm:pt modelId="{EE28C059-091F-4F02-9FC3-030AB4FEF52E}" type="pres">
      <dgm:prSet presAssocID="{BE6E508B-19DA-4365-A0BA-9AA56EE104A1}" presName="srcNode" presStyleLbl="node1" presStyleIdx="0" presStyleCnt="4"/>
      <dgm:spPr/>
    </dgm:pt>
    <dgm:pt modelId="{23019AB3-85A0-4453-B619-8C2FE9E73EC0}" type="pres">
      <dgm:prSet presAssocID="{BE6E508B-19DA-4365-A0BA-9AA56EE104A1}" presName="conn" presStyleLbl="parChTrans1D2" presStyleIdx="0" presStyleCnt="1"/>
      <dgm:spPr/>
    </dgm:pt>
    <dgm:pt modelId="{D9632468-BA69-497B-B759-B423EBBE47DE}" type="pres">
      <dgm:prSet presAssocID="{BE6E508B-19DA-4365-A0BA-9AA56EE104A1}" presName="extraNode" presStyleLbl="node1" presStyleIdx="0" presStyleCnt="4"/>
      <dgm:spPr/>
    </dgm:pt>
    <dgm:pt modelId="{6842C4C6-2722-4742-B8A0-E156ACCF255B}" type="pres">
      <dgm:prSet presAssocID="{BE6E508B-19DA-4365-A0BA-9AA56EE104A1}" presName="dstNode" presStyleLbl="node1" presStyleIdx="0" presStyleCnt="4"/>
      <dgm:spPr/>
    </dgm:pt>
    <dgm:pt modelId="{18234905-12C5-429D-8D93-2FE362F6867A}" type="pres">
      <dgm:prSet presAssocID="{D64298BC-5A57-4462-AFFC-DF6A6CC4434B}" presName="text_1" presStyleLbl="node1" presStyleIdx="0" presStyleCnt="4">
        <dgm:presLayoutVars>
          <dgm:bulletEnabled val="1"/>
        </dgm:presLayoutVars>
      </dgm:prSet>
      <dgm:spPr/>
    </dgm:pt>
    <dgm:pt modelId="{757BDAB9-7A87-4CC1-AE9A-5D93FCD349D1}" type="pres">
      <dgm:prSet presAssocID="{D64298BC-5A57-4462-AFFC-DF6A6CC4434B}" presName="accent_1" presStyleCnt="0"/>
      <dgm:spPr/>
    </dgm:pt>
    <dgm:pt modelId="{7F4B4F89-FCE4-4467-BDE2-A4FE1B51D530}" type="pres">
      <dgm:prSet presAssocID="{D64298BC-5A57-4462-AFFC-DF6A6CC4434B}" presName="accentRepeatNode" presStyleLbl="solidFgAcc1" presStyleIdx="0" presStyleCnt="4"/>
      <dgm:spPr/>
    </dgm:pt>
    <dgm:pt modelId="{59576208-5424-4A62-AFA4-9019BBADB6E6}" type="pres">
      <dgm:prSet presAssocID="{0258BC83-48A2-4DD1-9C54-E0EABC440077}" presName="text_2" presStyleLbl="node1" presStyleIdx="1" presStyleCnt="4">
        <dgm:presLayoutVars>
          <dgm:bulletEnabled val="1"/>
        </dgm:presLayoutVars>
      </dgm:prSet>
      <dgm:spPr/>
    </dgm:pt>
    <dgm:pt modelId="{3CC39045-C5E6-48CE-8CDE-778A9ABCC3A8}" type="pres">
      <dgm:prSet presAssocID="{0258BC83-48A2-4DD1-9C54-E0EABC440077}" presName="accent_2" presStyleCnt="0"/>
      <dgm:spPr/>
    </dgm:pt>
    <dgm:pt modelId="{0339A80A-EBAA-48ED-8EC5-75EFB5F6D9AC}" type="pres">
      <dgm:prSet presAssocID="{0258BC83-48A2-4DD1-9C54-E0EABC440077}" presName="accentRepeatNode" presStyleLbl="solidFgAcc1" presStyleIdx="1" presStyleCnt="4"/>
      <dgm:spPr/>
    </dgm:pt>
    <dgm:pt modelId="{9E139D88-BA57-4731-8F4B-733A1D958744}" type="pres">
      <dgm:prSet presAssocID="{43A783EF-6583-4597-8849-7153D42EE697}" presName="text_3" presStyleLbl="node1" presStyleIdx="2" presStyleCnt="4">
        <dgm:presLayoutVars>
          <dgm:bulletEnabled val="1"/>
        </dgm:presLayoutVars>
      </dgm:prSet>
      <dgm:spPr/>
    </dgm:pt>
    <dgm:pt modelId="{05245765-91F6-4F21-AAA4-B9C252E365D0}" type="pres">
      <dgm:prSet presAssocID="{43A783EF-6583-4597-8849-7153D42EE697}" presName="accent_3" presStyleCnt="0"/>
      <dgm:spPr/>
    </dgm:pt>
    <dgm:pt modelId="{62FE8539-F517-4F1E-9369-A06DC08EC166}" type="pres">
      <dgm:prSet presAssocID="{43A783EF-6583-4597-8849-7153D42EE697}" presName="accentRepeatNode" presStyleLbl="solidFgAcc1" presStyleIdx="2" presStyleCnt="4"/>
      <dgm:spPr/>
    </dgm:pt>
    <dgm:pt modelId="{77F4C03A-BA87-4BED-B683-055F801FF48B}" type="pres">
      <dgm:prSet presAssocID="{E99E2066-F154-4741-8852-6F05BA4B6001}" presName="text_4" presStyleLbl="node1" presStyleIdx="3" presStyleCnt="4">
        <dgm:presLayoutVars>
          <dgm:bulletEnabled val="1"/>
        </dgm:presLayoutVars>
      </dgm:prSet>
      <dgm:spPr/>
    </dgm:pt>
    <dgm:pt modelId="{E3B5D0C5-65B8-45D4-86FD-E2DC11D806F1}" type="pres">
      <dgm:prSet presAssocID="{E99E2066-F154-4741-8852-6F05BA4B6001}" presName="accent_4" presStyleCnt="0"/>
      <dgm:spPr/>
    </dgm:pt>
    <dgm:pt modelId="{4C00FDD8-78C8-4BFB-96F1-11C2C2E0982A}" type="pres">
      <dgm:prSet presAssocID="{E99E2066-F154-4741-8852-6F05BA4B6001}" presName="accentRepeatNode" presStyleLbl="solidFgAcc1" presStyleIdx="3" presStyleCnt="4"/>
      <dgm:spPr/>
    </dgm:pt>
  </dgm:ptLst>
  <dgm:cxnLst>
    <dgm:cxn modelId="{96C61520-821C-4C30-815C-DFF4F48674DD}" srcId="{BE6E508B-19DA-4365-A0BA-9AA56EE104A1}" destId="{0258BC83-48A2-4DD1-9C54-E0EABC440077}" srcOrd="1" destOrd="0" parTransId="{4922899D-7748-4711-8920-E0802FCAA1FD}" sibTransId="{C3251772-039F-40E3-A014-9C5EE42900FF}"/>
    <dgm:cxn modelId="{D2A00F23-F9E0-438C-801E-10E62DA0963F}" type="presOf" srcId="{0258BC83-48A2-4DD1-9C54-E0EABC440077}" destId="{59576208-5424-4A62-AFA4-9019BBADB6E6}" srcOrd="0" destOrd="0" presId="urn:microsoft.com/office/officeart/2008/layout/VerticalCurvedList"/>
    <dgm:cxn modelId="{11A1C227-DA70-47A3-A4C6-F22AE654E09E}" type="presOf" srcId="{048629B8-85E2-4D3B-9428-2C150734A3B2}" destId="{23019AB3-85A0-4453-B619-8C2FE9E73EC0}" srcOrd="0" destOrd="0" presId="urn:microsoft.com/office/officeart/2008/layout/VerticalCurvedList"/>
    <dgm:cxn modelId="{CAEFC96F-C337-4C43-9C16-7506913FDCD6}" srcId="{BE6E508B-19DA-4365-A0BA-9AA56EE104A1}" destId="{43A783EF-6583-4597-8849-7153D42EE697}" srcOrd="2" destOrd="0" parTransId="{AE6E069A-73A4-4BF7-AB4F-5182B9CC373B}" sibTransId="{FF92AC85-4A80-41CC-8E36-C545D5F22C99}"/>
    <dgm:cxn modelId="{6C0E3550-CAD9-4175-87AC-FFEC415FF663}" srcId="{BE6E508B-19DA-4365-A0BA-9AA56EE104A1}" destId="{E99E2066-F154-4741-8852-6F05BA4B6001}" srcOrd="3" destOrd="0" parTransId="{D125D11A-64B0-4CBB-875A-101889C94133}" sibTransId="{8244E9AE-5704-426F-ACAB-B436EA6F8177}"/>
    <dgm:cxn modelId="{74A75370-590B-4E08-BD9B-33B7FA800336}" type="presOf" srcId="{D64298BC-5A57-4462-AFFC-DF6A6CC4434B}" destId="{18234905-12C5-429D-8D93-2FE362F6867A}" srcOrd="0" destOrd="0" presId="urn:microsoft.com/office/officeart/2008/layout/VerticalCurvedList"/>
    <dgm:cxn modelId="{785BE97C-2AE0-4C3D-88A2-8287137E293D}" type="presOf" srcId="{43A783EF-6583-4597-8849-7153D42EE697}" destId="{9E139D88-BA57-4731-8F4B-733A1D958744}" srcOrd="0" destOrd="0" presId="urn:microsoft.com/office/officeart/2008/layout/VerticalCurvedList"/>
    <dgm:cxn modelId="{A073F19E-F120-4F33-9D87-B50E2BD9D275}" type="presOf" srcId="{BE6E508B-19DA-4365-A0BA-9AA56EE104A1}" destId="{D54F8A59-3D09-4960-B195-4D4272F1AD40}" srcOrd="0" destOrd="0" presId="urn:microsoft.com/office/officeart/2008/layout/VerticalCurvedList"/>
    <dgm:cxn modelId="{60ABE4AB-E6F5-4EAB-851B-A5DA6CE796A9}" type="presOf" srcId="{E99E2066-F154-4741-8852-6F05BA4B6001}" destId="{77F4C03A-BA87-4BED-B683-055F801FF48B}" srcOrd="0" destOrd="0" presId="urn:microsoft.com/office/officeart/2008/layout/VerticalCurvedList"/>
    <dgm:cxn modelId="{8AD079BD-874D-47D2-A044-46E3619590E9}" srcId="{BE6E508B-19DA-4365-A0BA-9AA56EE104A1}" destId="{D64298BC-5A57-4462-AFFC-DF6A6CC4434B}" srcOrd="0" destOrd="0" parTransId="{366D008A-91DF-4157-9E3F-8D2DE0F65D3A}" sibTransId="{048629B8-85E2-4D3B-9428-2C150734A3B2}"/>
    <dgm:cxn modelId="{89C6D8E7-C173-474F-91FC-1BFBF0D61A5B}" type="presParOf" srcId="{D54F8A59-3D09-4960-B195-4D4272F1AD40}" destId="{FFDE32DB-E67D-4ED9-8FC4-EB53E183426F}" srcOrd="0" destOrd="0" presId="urn:microsoft.com/office/officeart/2008/layout/VerticalCurvedList"/>
    <dgm:cxn modelId="{C7DD9E12-FD93-4628-A168-41A8EDD05E72}" type="presParOf" srcId="{FFDE32DB-E67D-4ED9-8FC4-EB53E183426F}" destId="{6D449C2D-E6B3-4FF6-985F-D890D8646EC0}" srcOrd="0" destOrd="0" presId="urn:microsoft.com/office/officeart/2008/layout/VerticalCurvedList"/>
    <dgm:cxn modelId="{3A8B8A10-33E3-4783-A37E-153870F235C2}" type="presParOf" srcId="{6D449C2D-E6B3-4FF6-985F-D890D8646EC0}" destId="{EE28C059-091F-4F02-9FC3-030AB4FEF52E}" srcOrd="0" destOrd="0" presId="urn:microsoft.com/office/officeart/2008/layout/VerticalCurvedList"/>
    <dgm:cxn modelId="{532F78D6-2E30-4AD2-A821-D94CDECAD8FB}" type="presParOf" srcId="{6D449C2D-E6B3-4FF6-985F-D890D8646EC0}" destId="{23019AB3-85A0-4453-B619-8C2FE9E73EC0}" srcOrd="1" destOrd="0" presId="urn:microsoft.com/office/officeart/2008/layout/VerticalCurvedList"/>
    <dgm:cxn modelId="{C2A9E506-210A-4D2D-ACCD-F028DDEF488A}" type="presParOf" srcId="{6D449C2D-E6B3-4FF6-985F-D890D8646EC0}" destId="{D9632468-BA69-497B-B759-B423EBBE47DE}" srcOrd="2" destOrd="0" presId="urn:microsoft.com/office/officeart/2008/layout/VerticalCurvedList"/>
    <dgm:cxn modelId="{CB40C799-4333-4CD5-9468-50ED8B852520}" type="presParOf" srcId="{6D449C2D-E6B3-4FF6-985F-D890D8646EC0}" destId="{6842C4C6-2722-4742-B8A0-E156ACCF255B}" srcOrd="3" destOrd="0" presId="urn:microsoft.com/office/officeart/2008/layout/VerticalCurvedList"/>
    <dgm:cxn modelId="{8BE21899-BF0E-4A32-B998-C7D3FFC8EF31}" type="presParOf" srcId="{FFDE32DB-E67D-4ED9-8FC4-EB53E183426F}" destId="{18234905-12C5-429D-8D93-2FE362F6867A}" srcOrd="1" destOrd="0" presId="urn:microsoft.com/office/officeart/2008/layout/VerticalCurvedList"/>
    <dgm:cxn modelId="{FF0D5928-F39B-4982-8B49-9E8AD75C5566}" type="presParOf" srcId="{FFDE32DB-E67D-4ED9-8FC4-EB53E183426F}" destId="{757BDAB9-7A87-4CC1-AE9A-5D93FCD349D1}" srcOrd="2" destOrd="0" presId="urn:microsoft.com/office/officeart/2008/layout/VerticalCurvedList"/>
    <dgm:cxn modelId="{BD998884-B640-48CF-96CE-0BADF61FD70E}" type="presParOf" srcId="{757BDAB9-7A87-4CC1-AE9A-5D93FCD349D1}" destId="{7F4B4F89-FCE4-4467-BDE2-A4FE1B51D530}" srcOrd="0" destOrd="0" presId="urn:microsoft.com/office/officeart/2008/layout/VerticalCurvedList"/>
    <dgm:cxn modelId="{D8A66B81-9051-40CE-B711-B0514B8BA54F}" type="presParOf" srcId="{FFDE32DB-E67D-4ED9-8FC4-EB53E183426F}" destId="{59576208-5424-4A62-AFA4-9019BBADB6E6}" srcOrd="3" destOrd="0" presId="urn:microsoft.com/office/officeart/2008/layout/VerticalCurvedList"/>
    <dgm:cxn modelId="{FE745A95-68BC-4E80-98E6-9E75127046C4}" type="presParOf" srcId="{FFDE32DB-E67D-4ED9-8FC4-EB53E183426F}" destId="{3CC39045-C5E6-48CE-8CDE-778A9ABCC3A8}" srcOrd="4" destOrd="0" presId="urn:microsoft.com/office/officeart/2008/layout/VerticalCurvedList"/>
    <dgm:cxn modelId="{41800BA5-A867-4DF2-AEE1-A12C90F4F788}" type="presParOf" srcId="{3CC39045-C5E6-48CE-8CDE-778A9ABCC3A8}" destId="{0339A80A-EBAA-48ED-8EC5-75EFB5F6D9AC}" srcOrd="0" destOrd="0" presId="urn:microsoft.com/office/officeart/2008/layout/VerticalCurvedList"/>
    <dgm:cxn modelId="{11957FBE-DB45-48E4-B169-7CD08B514C45}" type="presParOf" srcId="{FFDE32DB-E67D-4ED9-8FC4-EB53E183426F}" destId="{9E139D88-BA57-4731-8F4B-733A1D958744}" srcOrd="5" destOrd="0" presId="urn:microsoft.com/office/officeart/2008/layout/VerticalCurvedList"/>
    <dgm:cxn modelId="{5093C3FA-E063-4851-8B4C-07639FB52D92}" type="presParOf" srcId="{FFDE32DB-E67D-4ED9-8FC4-EB53E183426F}" destId="{05245765-91F6-4F21-AAA4-B9C252E365D0}" srcOrd="6" destOrd="0" presId="urn:microsoft.com/office/officeart/2008/layout/VerticalCurvedList"/>
    <dgm:cxn modelId="{6E43A4CD-A93A-478D-908B-359B8B9A5380}" type="presParOf" srcId="{05245765-91F6-4F21-AAA4-B9C252E365D0}" destId="{62FE8539-F517-4F1E-9369-A06DC08EC166}" srcOrd="0" destOrd="0" presId="urn:microsoft.com/office/officeart/2008/layout/VerticalCurvedList"/>
    <dgm:cxn modelId="{D8E7F4F9-AE7F-4603-BF19-5354C2AC1E36}" type="presParOf" srcId="{FFDE32DB-E67D-4ED9-8FC4-EB53E183426F}" destId="{77F4C03A-BA87-4BED-B683-055F801FF48B}" srcOrd="7" destOrd="0" presId="urn:microsoft.com/office/officeart/2008/layout/VerticalCurvedList"/>
    <dgm:cxn modelId="{B4C48CF9-8686-495C-874D-BFC937F7AF36}" type="presParOf" srcId="{FFDE32DB-E67D-4ED9-8FC4-EB53E183426F}" destId="{E3B5D0C5-65B8-45D4-86FD-E2DC11D806F1}" srcOrd="8" destOrd="0" presId="urn:microsoft.com/office/officeart/2008/layout/VerticalCurvedList"/>
    <dgm:cxn modelId="{8EB0776B-5FFF-4D8E-A775-BEDB2AD0A6CD}" type="presParOf" srcId="{E3B5D0C5-65B8-45D4-86FD-E2DC11D806F1}" destId="{4C00FDD8-78C8-4BFB-96F1-11C2C2E0982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BE6E508B-19DA-4365-A0BA-9AA56EE104A1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64298BC-5A57-4462-AFFC-DF6A6CC4434B}">
      <dgm:prSet/>
      <dgm:spPr/>
      <dgm:t>
        <a:bodyPr/>
        <a:lstStyle/>
        <a:p>
          <a:r>
            <a:rPr lang="ru-RU" b="0" i="0"/>
            <a:t>«Ординація Війська Запорозького, що перебуває на службі Речі Посполитої».</a:t>
          </a:r>
          <a:endParaRPr lang="uk-UA"/>
        </a:p>
      </dgm:t>
    </dgm:pt>
    <dgm:pt modelId="{366D008A-91DF-4157-9E3F-8D2DE0F65D3A}" type="parTrans" cxnId="{8AD079BD-874D-47D2-A044-46E3619590E9}">
      <dgm:prSet/>
      <dgm:spPr/>
      <dgm:t>
        <a:bodyPr/>
        <a:lstStyle/>
        <a:p>
          <a:endParaRPr lang="uk-UA"/>
        </a:p>
      </dgm:t>
    </dgm:pt>
    <dgm:pt modelId="{048629B8-85E2-4D3B-9428-2C150734A3B2}" type="sibTrans" cxnId="{8AD079BD-874D-47D2-A044-46E3619590E9}">
      <dgm:prSet/>
      <dgm:spPr/>
      <dgm:t>
        <a:bodyPr/>
        <a:lstStyle/>
        <a:p>
          <a:endParaRPr lang="uk-UA"/>
        </a:p>
      </dgm:t>
    </dgm:pt>
    <dgm:pt modelId="{0258BC83-48A2-4DD1-9C54-E0EABC440077}">
      <dgm:prSet/>
      <dgm:spPr/>
      <dgm:t>
        <a:bodyPr/>
        <a:lstStyle/>
        <a:p>
          <a:r>
            <a:rPr lang="ru-RU" b="0" i="0"/>
            <a:t>Куруківська угода.</a:t>
          </a:r>
          <a:endParaRPr lang="uk-UA"/>
        </a:p>
      </dgm:t>
    </dgm:pt>
    <dgm:pt modelId="{4922899D-7748-4711-8920-E0802FCAA1FD}" type="parTrans" cxnId="{96C61520-821C-4C30-815C-DFF4F48674DD}">
      <dgm:prSet/>
      <dgm:spPr/>
      <dgm:t>
        <a:bodyPr/>
        <a:lstStyle/>
        <a:p>
          <a:endParaRPr lang="uk-UA"/>
        </a:p>
      </dgm:t>
    </dgm:pt>
    <dgm:pt modelId="{C3251772-039F-40E3-A014-9C5EE42900FF}" type="sibTrans" cxnId="{96C61520-821C-4C30-815C-DFF4F48674DD}">
      <dgm:prSet/>
      <dgm:spPr/>
      <dgm:t>
        <a:bodyPr/>
        <a:lstStyle/>
        <a:p>
          <a:endParaRPr lang="uk-UA"/>
        </a:p>
      </dgm:t>
    </dgm:pt>
    <dgm:pt modelId="{43A783EF-6583-4597-8849-7153D42EE697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Пункти</a:t>
          </a:r>
          <a:r>
            <a:rPr lang="ru-RU" b="0" i="0" dirty="0"/>
            <a:t> для </a:t>
          </a:r>
          <a:r>
            <a:rPr lang="ru-RU" b="0" i="0" dirty="0" err="1"/>
            <a:t>заспокоєння</a:t>
          </a:r>
          <a:r>
            <a:rPr lang="ru-RU" b="0" i="0" dirty="0"/>
            <a:t> руського народу».</a:t>
          </a:r>
          <a:endParaRPr lang="uk-UA" dirty="0"/>
        </a:p>
      </dgm:t>
    </dgm:pt>
    <dgm:pt modelId="{AE6E069A-73A4-4BF7-AB4F-5182B9CC373B}" type="parTrans" cxnId="{CAEFC96F-C337-4C43-9C16-7506913FDCD6}">
      <dgm:prSet/>
      <dgm:spPr/>
      <dgm:t>
        <a:bodyPr/>
        <a:lstStyle/>
        <a:p>
          <a:endParaRPr lang="uk-UA"/>
        </a:p>
      </dgm:t>
    </dgm:pt>
    <dgm:pt modelId="{FF92AC85-4A80-41CC-8E36-C545D5F22C99}" type="sibTrans" cxnId="{CAEFC96F-C337-4C43-9C16-7506913FDCD6}">
      <dgm:prSet/>
      <dgm:spPr/>
      <dgm:t>
        <a:bodyPr/>
        <a:lstStyle/>
        <a:p>
          <a:endParaRPr lang="uk-UA"/>
        </a:p>
      </dgm:t>
    </dgm:pt>
    <dgm:pt modelId="{E99E2066-F154-4741-8852-6F05BA4B6001}">
      <dgm:prSet/>
      <dgm:spPr/>
      <dgm:t>
        <a:bodyPr/>
        <a:lstStyle/>
        <a:p>
          <a:r>
            <a:rPr lang="ru-RU" b="0" i="0"/>
            <a:t>Люблінська унія.</a:t>
          </a:r>
          <a:endParaRPr lang="uk-UA"/>
        </a:p>
      </dgm:t>
    </dgm:pt>
    <dgm:pt modelId="{D125D11A-64B0-4CBB-875A-101889C94133}" type="parTrans" cxnId="{6C0E3550-CAD9-4175-87AC-FFEC415FF663}">
      <dgm:prSet/>
      <dgm:spPr/>
      <dgm:t>
        <a:bodyPr/>
        <a:lstStyle/>
        <a:p>
          <a:endParaRPr lang="uk-UA"/>
        </a:p>
      </dgm:t>
    </dgm:pt>
    <dgm:pt modelId="{8244E9AE-5704-426F-ACAB-B436EA6F8177}" type="sibTrans" cxnId="{6C0E3550-CAD9-4175-87AC-FFEC415FF663}">
      <dgm:prSet/>
      <dgm:spPr/>
      <dgm:t>
        <a:bodyPr/>
        <a:lstStyle/>
        <a:p>
          <a:endParaRPr lang="uk-UA"/>
        </a:p>
      </dgm:t>
    </dgm:pt>
    <dgm:pt modelId="{D54F8A59-3D09-4960-B195-4D4272F1AD40}" type="pres">
      <dgm:prSet presAssocID="{BE6E508B-19DA-4365-A0BA-9AA56EE104A1}" presName="Name0" presStyleCnt="0">
        <dgm:presLayoutVars>
          <dgm:chMax val="7"/>
          <dgm:chPref val="7"/>
          <dgm:dir/>
        </dgm:presLayoutVars>
      </dgm:prSet>
      <dgm:spPr/>
    </dgm:pt>
    <dgm:pt modelId="{FFDE32DB-E67D-4ED9-8FC4-EB53E183426F}" type="pres">
      <dgm:prSet presAssocID="{BE6E508B-19DA-4365-A0BA-9AA56EE104A1}" presName="Name1" presStyleCnt="0"/>
      <dgm:spPr/>
    </dgm:pt>
    <dgm:pt modelId="{6D449C2D-E6B3-4FF6-985F-D890D8646EC0}" type="pres">
      <dgm:prSet presAssocID="{BE6E508B-19DA-4365-A0BA-9AA56EE104A1}" presName="cycle" presStyleCnt="0"/>
      <dgm:spPr/>
    </dgm:pt>
    <dgm:pt modelId="{EE28C059-091F-4F02-9FC3-030AB4FEF52E}" type="pres">
      <dgm:prSet presAssocID="{BE6E508B-19DA-4365-A0BA-9AA56EE104A1}" presName="srcNode" presStyleLbl="node1" presStyleIdx="0" presStyleCnt="4"/>
      <dgm:spPr/>
    </dgm:pt>
    <dgm:pt modelId="{23019AB3-85A0-4453-B619-8C2FE9E73EC0}" type="pres">
      <dgm:prSet presAssocID="{BE6E508B-19DA-4365-A0BA-9AA56EE104A1}" presName="conn" presStyleLbl="parChTrans1D2" presStyleIdx="0" presStyleCnt="1"/>
      <dgm:spPr/>
    </dgm:pt>
    <dgm:pt modelId="{D9632468-BA69-497B-B759-B423EBBE47DE}" type="pres">
      <dgm:prSet presAssocID="{BE6E508B-19DA-4365-A0BA-9AA56EE104A1}" presName="extraNode" presStyleLbl="node1" presStyleIdx="0" presStyleCnt="4"/>
      <dgm:spPr/>
    </dgm:pt>
    <dgm:pt modelId="{6842C4C6-2722-4742-B8A0-E156ACCF255B}" type="pres">
      <dgm:prSet presAssocID="{BE6E508B-19DA-4365-A0BA-9AA56EE104A1}" presName="dstNode" presStyleLbl="node1" presStyleIdx="0" presStyleCnt="4"/>
      <dgm:spPr/>
    </dgm:pt>
    <dgm:pt modelId="{18234905-12C5-429D-8D93-2FE362F6867A}" type="pres">
      <dgm:prSet presAssocID="{D64298BC-5A57-4462-AFFC-DF6A6CC4434B}" presName="text_1" presStyleLbl="node1" presStyleIdx="0" presStyleCnt="4">
        <dgm:presLayoutVars>
          <dgm:bulletEnabled val="1"/>
        </dgm:presLayoutVars>
      </dgm:prSet>
      <dgm:spPr/>
    </dgm:pt>
    <dgm:pt modelId="{757BDAB9-7A87-4CC1-AE9A-5D93FCD349D1}" type="pres">
      <dgm:prSet presAssocID="{D64298BC-5A57-4462-AFFC-DF6A6CC4434B}" presName="accent_1" presStyleCnt="0"/>
      <dgm:spPr/>
    </dgm:pt>
    <dgm:pt modelId="{7F4B4F89-FCE4-4467-BDE2-A4FE1B51D530}" type="pres">
      <dgm:prSet presAssocID="{D64298BC-5A57-4462-AFFC-DF6A6CC4434B}" presName="accentRepeatNode" presStyleLbl="solidFgAcc1" presStyleIdx="0" presStyleCnt="4"/>
      <dgm:spPr/>
    </dgm:pt>
    <dgm:pt modelId="{59576208-5424-4A62-AFA4-9019BBADB6E6}" type="pres">
      <dgm:prSet presAssocID="{0258BC83-48A2-4DD1-9C54-E0EABC440077}" presName="text_2" presStyleLbl="node1" presStyleIdx="1" presStyleCnt="4">
        <dgm:presLayoutVars>
          <dgm:bulletEnabled val="1"/>
        </dgm:presLayoutVars>
      </dgm:prSet>
      <dgm:spPr/>
    </dgm:pt>
    <dgm:pt modelId="{3CC39045-C5E6-48CE-8CDE-778A9ABCC3A8}" type="pres">
      <dgm:prSet presAssocID="{0258BC83-48A2-4DD1-9C54-E0EABC440077}" presName="accent_2" presStyleCnt="0"/>
      <dgm:spPr/>
    </dgm:pt>
    <dgm:pt modelId="{0339A80A-EBAA-48ED-8EC5-75EFB5F6D9AC}" type="pres">
      <dgm:prSet presAssocID="{0258BC83-48A2-4DD1-9C54-E0EABC440077}" presName="accentRepeatNode" presStyleLbl="solidFgAcc1" presStyleIdx="1" presStyleCnt="4"/>
      <dgm:spPr/>
    </dgm:pt>
    <dgm:pt modelId="{9E139D88-BA57-4731-8F4B-733A1D958744}" type="pres">
      <dgm:prSet presAssocID="{43A783EF-6583-4597-8849-7153D42EE697}" presName="text_3" presStyleLbl="node1" presStyleIdx="2" presStyleCnt="4">
        <dgm:presLayoutVars>
          <dgm:bulletEnabled val="1"/>
        </dgm:presLayoutVars>
      </dgm:prSet>
      <dgm:spPr/>
    </dgm:pt>
    <dgm:pt modelId="{05245765-91F6-4F21-AAA4-B9C252E365D0}" type="pres">
      <dgm:prSet presAssocID="{43A783EF-6583-4597-8849-7153D42EE697}" presName="accent_3" presStyleCnt="0"/>
      <dgm:spPr/>
    </dgm:pt>
    <dgm:pt modelId="{62FE8539-F517-4F1E-9369-A06DC08EC166}" type="pres">
      <dgm:prSet presAssocID="{43A783EF-6583-4597-8849-7153D42EE697}" presName="accentRepeatNode" presStyleLbl="solidFgAcc1" presStyleIdx="2" presStyleCnt="4"/>
      <dgm:spPr/>
    </dgm:pt>
    <dgm:pt modelId="{77F4C03A-BA87-4BED-B683-055F801FF48B}" type="pres">
      <dgm:prSet presAssocID="{E99E2066-F154-4741-8852-6F05BA4B6001}" presName="text_4" presStyleLbl="node1" presStyleIdx="3" presStyleCnt="4">
        <dgm:presLayoutVars>
          <dgm:bulletEnabled val="1"/>
        </dgm:presLayoutVars>
      </dgm:prSet>
      <dgm:spPr/>
    </dgm:pt>
    <dgm:pt modelId="{E3B5D0C5-65B8-45D4-86FD-E2DC11D806F1}" type="pres">
      <dgm:prSet presAssocID="{E99E2066-F154-4741-8852-6F05BA4B6001}" presName="accent_4" presStyleCnt="0"/>
      <dgm:spPr/>
    </dgm:pt>
    <dgm:pt modelId="{4C00FDD8-78C8-4BFB-96F1-11C2C2E0982A}" type="pres">
      <dgm:prSet presAssocID="{E99E2066-F154-4741-8852-6F05BA4B6001}" presName="accentRepeatNode" presStyleLbl="solidFgAcc1" presStyleIdx="3" presStyleCnt="4"/>
      <dgm:spPr/>
    </dgm:pt>
  </dgm:ptLst>
  <dgm:cxnLst>
    <dgm:cxn modelId="{96C61520-821C-4C30-815C-DFF4F48674DD}" srcId="{BE6E508B-19DA-4365-A0BA-9AA56EE104A1}" destId="{0258BC83-48A2-4DD1-9C54-E0EABC440077}" srcOrd="1" destOrd="0" parTransId="{4922899D-7748-4711-8920-E0802FCAA1FD}" sibTransId="{C3251772-039F-40E3-A014-9C5EE42900FF}"/>
    <dgm:cxn modelId="{D2A00F23-F9E0-438C-801E-10E62DA0963F}" type="presOf" srcId="{0258BC83-48A2-4DD1-9C54-E0EABC440077}" destId="{59576208-5424-4A62-AFA4-9019BBADB6E6}" srcOrd="0" destOrd="0" presId="urn:microsoft.com/office/officeart/2008/layout/VerticalCurvedList"/>
    <dgm:cxn modelId="{11A1C227-DA70-47A3-A4C6-F22AE654E09E}" type="presOf" srcId="{048629B8-85E2-4D3B-9428-2C150734A3B2}" destId="{23019AB3-85A0-4453-B619-8C2FE9E73EC0}" srcOrd="0" destOrd="0" presId="urn:microsoft.com/office/officeart/2008/layout/VerticalCurvedList"/>
    <dgm:cxn modelId="{CAEFC96F-C337-4C43-9C16-7506913FDCD6}" srcId="{BE6E508B-19DA-4365-A0BA-9AA56EE104A1}" destId="{43A783EF-6583-4597-8849-7153D42EE697}" srcOrd="2" destOrd="0" parTransId="{AE6E069A-73A4-4BF7-AB4F-5182B9CC373B}" sibTransId="{FF92AC85-4A80-41CC-8E36-C545D5F22C99}"/>
    <dgm:cxn modelId="{6C0E3550-CAD9-4175-87AC-FFEC415FF663}" srcId="{BE6E508B-19DA-4365-A0BA-9AA56EE104A1}" destId="{E99E2066-F154-4741-8852-6F05BA4B6001}" srcOrd="3" destOrd="0" parTransId="{D125D11A-64B0-4CBB-875A-101889C94133}" sibTransId="{8244E9AE-5704-426F-ACAB-B436EA6F8177}"/>
    <dgm:cxn modelId="{74A75370-590B-4E08-BD9B-33B7FA800336}" type="presOf" srcId="{D64298BC-5A57-4462-AFFC-DF6A6CC4434B}" destId="{18234905-12C5-429D-8D93-2FE362F6867A}" srcOrd="0" destOrd="0" presId="urn:microsoft.com/office/officeart/2008/layout/VerticalCurvedList"/>
    <dgm:cxn modelId="{785BE97C-2AE0-4C3D-88A2-8287137E293D}" type="presOf" srcId="{43A783EF-6583-4597-8849-7153D42EE697}" destId="{9E139D88-BA57-4731-8F4B-733A1D958744}" srcOrd="0" destOrd="0" presId="urn:microsoft.com/office/officeart/2008/layout/VerticalCurvedList"/>
    <dgm:cxn modelId="{A073F19E-F120-4F33-9D87-B50E2BD9D275}" type="presOf" srcId="{BE6E508B-19DA-4365-A0BA-9AA56EE104A1}" destId="{D54F8A59-3D09-4960-B195-4D4272F1AD40}" srcOrd="0" destOrd="0" presId="urn:microsoft.com/office/officeart/2008/layout/VerticalCurvedList"/>
    <dgm:cxn modelId="{60ABE4AB-E6F5-4EAB-851B-A5DA6CE796A9}" type="presOf" srcId="{E99E2066-F154-4741-8852-6F05BA4B6001}" destId="{77F4C03A-BA87-4BED-B683-055F801FF48B}" srcOrd="0" destOrd="0" presId="urn:microsoft.com/office/officeart/2008/layout/VerticalCurvedList"/>
    <dgm:cxn modelId="{8AD079BD-874D-47D2-A044-46E3619590E9}" srcId="{BE6E508B-19DA-4365-A0BA-9AA56EE104A1}" destId="{D64298BC-5A57-4462-AFFC-DF6A6CC4434B}" srcOrd="0" destOrd="0" parTransId="{366D008A-91DF-4157-9E3F-8D2DE0F65D3A}" sibTransId="{048629B8-85E2-4D3B-9428-2C150734A3B2}"/>
    <dgm:cxn modelId="{89C6D8E7-C173-474F-91FC-1BFBF0D61A5B}" type="presParOf" srcId="{D54F8A59-3D09-4960-B195-4D4272F1AD40}" destId="{FFDE32DB-E67D-4ED9-8FC4-EB53E183426F}" srcOrd="0" destOrd="0" presId="urn:microsoft.com/office/officeart/2008/layout/VerticalCurvedList"/>
    <dgm:cxn modelId="{C7DD9E12-FD93-4628-A168-41A8EDD05E72}" type="presParOf" srcId="{FFDE32DB-E67D-4ED9-8FC4-EB53E183426F}" destId="{6D449C2D-E6B3-4FF6-985F-D890D8646EC0}" srcOrd="0" destOrd="0" presId="urn:microsoft.com/office/officeart/2008/layout/VerticalCurvedList"/>
    <dgm:cxn modelId="{3A8B8A10-33E3-4783-A37E-153870F235C2}" type="presParOf" srcId="{6D449C2D-E6B3-4FF6-985F-D890D8646EC0}" destId="{EE28C059-091F-4F02-9FC3-030AB4FEF52E}" srcOrd="0" destOrd="0" presId="urn:microsoft.com/office/officeart/2008/layout/VerticalCurvedList"/>
    <dgm:cxn modelId="{532F78D6-2E30-4AD2-A821-D94CDECAD8FB}" type="presParOf" srcId="{6D449C2D-E6B3-4FF6-985F-D890D8646EC0}" destId="{23019AB3-85A0-4453-B619-8C2FE9E73EC0}" srcOrd="1" destOrd="0" presId="urn:microsoft.com/office/officeart/2008/layout/VerticalCurvedList"/>
    <dgm:cxn modelId="{C2A9E506-210A-4D2D-ACCD-F028DDEF488A}" type="presParOf" srcId="{6D449C2D-E6B3-4FF6-985F-D890D8646EC0}" destId="{D9632468-BA69-497B-B759-B423EBBE47DE}" srcOrd="2" destOrd="0" presId="urn:microsoft.com/office/officeart/2008/layout/VerticalCurvedList"/>
    <dgm:cxn modelId="{CB40C799-4333-4CD5-9468-50ED8B852520}" type="presParOf" srcId="{6D449C2D-E6B3-4FF6-985F-D890D8646EC0}" destId="{6842C4C6-2722-4742-B8A0-E156ACCF255B}" srcOrd="3" destOrd="0" presId="urn:microsoft.com/office/officeart/2008/layout/VerticalCurvedList"/>
    <dgm:cxn modelId="{8BE21899-BF0E-4A32-B998-C7D3FFC8EF31}" type="presParOf" srcId="{FFDE32DB-E67D-4ED9-8FC4-EB53E183426F}" destId="{18234905-12C5-429D-8D93-2FE362F6867A}" srcOrd="1" destOrd="0" presId="urn:microsoft.com/office/officeart/2008/layout/VerticalCurvedList"/>
    <dgm:cxn modelId="{FF0D5928-F39B-4982-8B49-9E8AD75C5566}" type="presParOf" srcId="{FFDE32DB-E67D-4ED9-8FC4-EB53E183426F}" destId="{757BDAB9-7A87-4CC1-AE9A-5D93FCD349D1}" srcOrd="2" destOrd="0" presId="urn:microsoft.com/office/officeart/2008/layout/VerticalCurvedList"/>
    <dgm:cxn modelId="{BD998884-B640-48CF-96CE-0BADF61FD70E}" type="presParOf" srcId="{757BDAB9-7A87-4CC1-AE9A-5D93FCD349D1}" destId="{7F4B4F89-FCE4-4467-BDE2-A4FE1B51D530}" srcOrd="0" destOrd="0" presId="urn:microsoft.com/office/officeart/2008/layout/VerticalCurvedList"/>
    <dgm:cxn modelId="{D8A66B81-9051-40CE-B711-B0514B8BA54F}" type="presParOf" srcId="{FFDE32DB-E67D-4ED9-8FC4-EB53E183426F}" destId="{59576208-5424-4A62-AFA4-9019BBADB6E6}" srcOrd="3" destOrd="0" presId="urn:microsoft.com/office/officeart/2008/layout/VerticalCurvedList"/>
    <dgm:cxn modelId="{FE745A95-68BC-4E80-98E6-9E75127046C4}" type="presParOf" srcId="{FFDE32DB-E67D-4ED9-8FC4-EB53E183426F}" destId="{3CC39045-C5E6-48CE-8CDE-778A9ABCC3A8}" srcOrd="4" destOrd="0" presId="urn:microsoft.com/office/officeart/2008/layout/VerticalCurvedList"/>
    <dgm:cxn modelId="{41800BA5-A867-4DF2-AEE1-A12C90F4F788}" type="presParOf" srcId="{3CC39045-C5E6-48CE-8CDE-778A9ABCC3A8}" destId="{0339A80A-EBAA-48ED-8EC5-75EFB5F6D9AC}" srcOrd="0" destOrd="0" presId="urn:microsoft.com/office/officeart/2008/layout/VerticalCurvedList"/>
    <dgm:cxn modelId="{11957FBE-DB45-48E4-B169-7CD08B514C45}" type="presParOf" srcId="{FFDE32DB-E67D-4ED9-8FC4-EB53E183426F}" destId="{9E139D88-BA57-4731-8F4B-733A1D958744}" srcOrd="5" destOrd="0" presId="urn:microsoft.com/office/officeart/2008/layout/VerticalCurvedList"/>
    <dgm:cxn modelId="{5093C3FA-E063-4851-8B4C-07639FB52D92}" type="presParOf" srcId="{FFDE32DB-E67D-4ED9-8FC4-EB53E183426F}" destId="{05245765-91F6-4F21-AAA4-B9C252E365D0}" srcOrd="6" destOrd="0" presId="urn:microsoft.com/office/officeart/2008/layout/VerticalCurvedList"/>
    <dgm:cxn modelId="{6E43A4CD-A93A-478D-908B-359B8B9A5380}" type="presParOf" srcId="{05245765-91F6-4F21-AAA4-B9C252E365D0}" destId="{62FE8539-F517-4F1E-9369-A06DC08EC166}" srcOrd="0" destOrd="0" presId="urn:microsoft.com/office/officeart/2008/layout/VerticalCurvedList"/>
    <dgm:cxn modelId="{D8E7F4F9-AE7F-4603-BF19-5354C2AC1E36}" type="presParOf" srcId="{FFDE32DB-E67D-4ED9-8FC4-EB53E183426F}" destId="{77F4C03A-BA87-4BED-B683-055F801FF48B}" srcOrd="7" destOrd="0" presId="urn:microsoft.com/office/officeart/2008/layout/VerticalCurvedList"/>
    <dgm:cxn modelId="{B4C48CF9-8686-495C-874D-BFC937F7AF36}" type="presParOf" srcId="{FFDE32DB-E67D-4ED9-8FC4-EB53E183426F}" destId="{E3B5D0C5-65B8-45D4-86FD-E2DC11D806F1}" srcOrd="8" destOrd="0" presId="urn:microsoft.com/office/officeart/2008/layout/VerticalCurvedList"/>
    <dgm:cxn modelId="{8EB0776B-5FFF-4D8E-A775-BEDB2AD0A6CD}" type="presParOf" srcId="{E3B5D0C5-65B8-45D4-86FD-E2DC11D806F1}" destId="{4C00FDD8-78C8-4BFB-96F1-11C2C2E0982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AA3E105D-667C-4CBB-B880-DB9309A13593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0F6D5CFC-0F01-42F6-BCD8-F0138B56CFD3}">
      <dgm:prSet/>
      <dgm:spPr/>
      <dgm:t>
        <a:bodyPr/>
        <a:lstStyle/>
        <a:p>
          <a:r>
            <a:rPr lang="ru-RU" b="0" i="0"/>
            <a:t>розширити повноваження греко-католицької церкви</a:t>
          </a:r>
          <a:endParaRPr lang="uk-UA"/>
        </a:p>
      </dgm:t>
    </dgm:pt>
    <dgm:pt modelId="{D9B3B8F3-8913-402F-8170-66AEE74401E5}" type="parTrans" cxnId="{2B71D22D-51E3-44B7-9A9B-1E12A9E3ED3B}">
      <dgm:prSet/>
      <dgm:spPr/>
      <dgm:t>
        <a:bodyPr/>
        <a:lstStyle/>
        <a:p>
          <a:endParaRPr lang="uk-UA"/>
        </a:p>
      </dgm:t>
    </dgm:pt>
    <dgm:pt modelId="{B6DB6EC2-3DD2-4734-BEE5-DBD127A2496D}" type="sibTrans" cxnId="{2B71D22D-51E3-44B7-9A9B-1E12A9E3ED3B}">
      <dgm:prSet/>
      <dgm:spPr/>
      <dgm:t>
        <a:bodyPr/>
        <a:lstStyle/>
        <a:p>
          <a:endParaRPr lang="uk-UA"/>
        </a:p>
      </dgm:t>
    </dgm:pt>
    <dgm:pt modelId="{8630174A-7B97-44B5-A492-78FB0577CB2A}">
      <dgm:prSet/>
      <dgm:spPr>
        <a:solidFill>
          <a:srgbClr val="0070C0"/>
        </a:solidFill>
      </dgm:spPr>
      <dgm:t>
        <a:bodyPr/>
        <a:lstStyle/>
        <a:p>
          <a:r>
            <a:rPr lang="ru-RU" b="0" i="0" dirty="0" err="1"/>
            <a:t>зняти</a:t>
          </a:r>
          <a:r>
            <a:rPr lang="ru-RU" b="0" i="0" dirty="0"/>
            <a:t> </a:t>
          </a:r>
          <a:r>
            <a:rPr lang="ru-RU" b="0" i="0" dirty="0" err="1"/>
            <a:t>гостроту</a:t>
          </a:r>
          <a:r>
            <a:rPr lang="ru-RU" b="0" i="0" dirty="0"/>
            <a:t> </a:t>
          </a:r>
          <a:r>
            <a:rPr lang="ru-RU" b="0" i="0" dirty="0" err="1"/>
            <a:t>міжконфесійного</a:t>
          </a:r>
          <a:r>
            <a:rPr lang="ru-RU" b="0" i="0" dirty="0"/>
            <a:t> </a:t>
          </a:r>
          <a:r>
            <a:rPr lang="ru-RU" b="0" i="0" dirty="0" err="1"/>
            <a:t>протистояння</a:t>
          </a:r>
          <a:r>
            <a:rPr lang="ru-RU" b="0" i="0" dirty="0"/>
            <a:t> в </a:t>
          </a:r>
          <a:r>
            <a:rPr lang="ru-RU" b="0" i="0" dirty="0" err="1"/>
            <a:t>суспільстві</a:t>
          </a:r>
          <a:endParaRPr lang="uk-UA" dirty="0"/>
        </a:p>
      </dgm:t>
    </dgm:pt>
    <dgm:pt modelId="{305AA27C-B256-465A-B4A4-B4D874C3C3BF}" type="parTrans" cxnId="{F32BC9BD-9FF1-4C8E-BDAB-B17CDF164873}">
      <dgm:prSet/>
      <dgm:spPr/>
      <dgm:t>
        <a:bodyPr/>
        <a:lstStyle/>
        <a:p>
          <a:endParaRPr lang="uk-UA"/>
        </a:p>
      </dgm:t>
    </dgm:pt>
    <dgm:pt modelId="{D9083072-671C-47E4-B30A-4756A79375AE}" type="sibTrans" cxnId="{F32BC9BD-9FF1-4C8E-BDAB-B17CDF164873}">
      <dgm:prSet/>
      <dgm:spPr/>
      <dgm:t>
        <a:bodyPr/>
        <a:lstStyle/>
        <a:p>
          <a:endParaRPr lang="uk-UA"/>
        </a:p>
      </dgm:t>
    </dgm:pt>
    <dgm:pt modelId="{B1DBC4D7-CD1A-4EE8-85DE-452388AFB006}">
      <dgm:prSet/>
      <dgm:spPr/>
      <dgm:t>
        <a:bodyPr/>
        <a:lstStyle/>
        <a:p>
          <a:r>
            <a:rPr lang="ru-RU" b="0" i="0"/>
            <a:t>розділити на українських землях світську та духовну владу</a:t>
          </a:r>
          <a:endParaRPr lang="uk-UA"/>
        </a:p>
      </dgm:t>
    </dgm:pt>
    <dgm:pt modelId="{60CB6A8A-19AF-4C22-B5AF-A38E72805820}" type="parTrans" cxnId="{0D20DBBA-6E37-439D-8B23-367B1B3FA7C5}">
      <dgm:prSet/>
      <dgm:spPr/>
      <dgm:t>
        <a:bodyPr/>
        <a:lstStyle/>
        <a:p>
          <a:endParaRPr lang="uk-UA"/>
        </a:p>
      </dgm:t>
    </dgm:pt>
    <dgm:pt modelId="{CB24975D-82F7-45D2-811E-A48342ABF172}" type="sibTrans" cxnId="{0D20DBBA-6E37-439D-8B23-367B1B3FA7C5}">
      <dgm:prSet/>
      <dgm:spPr/>
      <dgm:t>
        <a:bodyPr/>
        <a:lstStyle/>
        <a:p>
          <a:endParaRPr lang="uk-UA"/>
        </a:p>
      </dgm:t>
    </dgm:pt>
    <dgm:pt modelId="{C904BC9E-F6C2-49B2-8416-4FEFD37E4E08}">
      <dgm:prSet/>
      <dgm:spPr/>
      <dgm:t>
        <a:bodyPr/>
        <a:lstStyle/>
        <a:p>
          <a:r>
            <a:rPr lang="ru-RU" b="0" i="0"/>
            <a:t>скасувати рішення Берестейського церковного собору</a:t>
          </a:r>
          <a:endParaRPr lang="uk-UA"/>
        </a:p>
      </dgm:t>
    </dgm:pt>
    <dgm:pt modelId="{C898C732-5C5B-4865-B5E0-448A5760413F}" type="parTrans" cxnId="{D8537BC5-246F-4546-A7A7-2F6302D83BEF}">
      <dgm:prSet/>
      <dgm:spPr/>
      <dgm:t>
        <a:bodyPr/>
        <a:lstStyle/>
        <a:p>
          <a:endParaRPr lang="uk-UA"/>
        </a:p>
      </dgm:t>
    </dgm:pt>
    <dgm:pt modelId="{2A9DDF17-0AB8-49C9-9222-5427B1039453}" type="sibTrans" cxnId="{D8537BC5-246F-4546-A7A7-2F6302D83BEF}">
      <dgm:prSet/>
      <dgm:spPr/>
      <dgm:t>
        <a:bodyPr/>
        <a:lstStyle/>
        <a:p>
          <a:endParaRPr lang="uk-UA"/>
        </a:p>
      </dgm:t>
    </dgm:pt>
    <dgm:pt modelId="{B9A07753-2A10-4809-8BB0-F40171BB2058}" type="pres">
      <dgm:prSet presAssocID="{AA3E105D-667C-4CBB-B880-DB9309A13593}" presName="Name0" presStyleCnt="0">
        <dgm:presLayoutVars>
          <dgm:chMax val="7"/>
          <dgm:chPref val="7"/>
          <dgm:dir/>
        </dgm:presLayoutVars>
      </dgm:prSet>
      <dgm:spPr/>
    </dgm:pt>
    <dgm:pt modelId="{AB8604D5-C9CF-4B84-BCFE-AB06289C0AD6}" type="pres">
      <dgm:prSet presAssocID="{AA3E105D-667C-4CBB-B880-DB9309A13593}" presName="Name1" presStyleCnt="0"/>
      <dgm:spPr/>
    </dgm:pt>
    <dgm:pt modelId="{5A3C00C7-9895-4428-9659-8AFC70D793F4}" type="pres">
      <dgm:prSet presAssocID="{AA3E105D-667C-4CBB-B880-DB9309A13593}" presName="cycle" presStyleCnt="0"/>
      <dgm:spPr/>
    </dgm:pt>
    <dgm:pt modelId="{A50D2A9D-D680-419E-A070-4AF1B539B679}" type="pres">
      <dgm:prSet presAssocID="{AA3E105D-667C-4CBB-B880-DB9309A13593}" presName="srcNode" presStyleLbl="node1" presStyleIdx="0" presStyleCnt="4"/>
      <dgm:spPr/>
    </dgm:pt>
    <dgm:pt modelId="{BC226F74-510F-4547-BF9F-B3CD9806A4E9}" type="pres">
      <dgm:prSet presAssocID="{AA3E105D-667C-4CBB-B880-DB9309A13593}" presName="conn" presStyleLbl="parChTrans1D2" presStyleIdx="0" presStyleCnt="1"/>
      <dgm:spPr/>
    </dgm:pt>
    <dgm:pt modelId="{A2497F15-372B-4791-B965-B7B4863F0112}" type="pres">
      <dgm:prSet presAssocID="{AA3E105D-667C-4CBB-B880-DB9309A13593}" presName="extraNode" presStyleLbl="node1" presStyleIdx="0" presStyleCnt="4"/>
      <dgm:spPr/>
    </dgm:pt>
    <dgm:pt modelId="{48ED325B-BD16-4F8B-8B2C-6EBF6BEFAAB4}" type="pres">
      <dgm:prSet presAssocID="{AA3E105D-667C-4CBB-B880-DB9309A13593}" presName="dstNode" presStyleLbl="node1" presStyleIdx="0" presStyleCnt="4"/>
      <dgm:spPr/>
    </dgm:pt>
    <dgm:pt modelId="{9B1F32BA-A063-4C23-B582-169188C73FBF}" type="pres">
      <dgm:prSet presAssocID="{0F6D5CFC-0F01-42F6-BCD8-F0138B56CFD3}" presName="text_1" presStyleLbl="node1" presStyleIdx="0" presStyleCnt="4">
        <dgm:presLayoutVars>
          <dgm:bulletEnabled val="1"/>
        </dgm:presLayoutVars>
      </dgm:prSet>
      <dgm:spPr/>
    </dgm:pt>
    <dgm:pt modelId="{FF0E89DA-0B36-4473-AC93-662A1C10A9DB}" type="pres">
      <dgm:prSet presAssocID="{0F6D5CFC-0F01-42F6-BCD8-F0138B56CFD3}" presName="accent_1" presStyleCnt="0"/>
      <dgm:spPr/>
    </dgm:pt>
    <dgm:pt modelId="{D415BD4A-F190-430D-8D94-A4E72AAA92A5}" type="pres">
      <dgm:prSet presAssocID="{0F6D5CFC-0F01-42F6-BCD8-F0138B56CFD3}" presName="accentRepeatNode" presStyleLbl="solidFgAcc1" presStyleIdx="0" presStyleCnt="4"/>
      <dgm:spPr/>
    </dgm:pt>
    <dgm:pt modelId="{0A121E89-560F-4754-975B-1CE0F09CA723}" type="pres">
      <dgm:prSet presAssocID="{8630174A-7B97-44B5-A492-78FB0577CB2A}" presName="text_2" presStyleLbl="node1" presStyleIdx="1" presStyleCnt="4">
        <dgm:presLayoutVars>
          <dgm:bulletEnabled val="1"/>
        </dgm:presLayoutVars>
      </dgm:prSet>
      <dgm:spPr/>
    </dgm:pt>
    <dgm:pt modelId="{70BD40D1-4EAD-4B4F-8127-AD2B44BB3720}" type="pres">
      <dgm:prSet presAssocID="{8630174A-7B97-44B5-A492-78FB0577CB2A}" presName="accent_2" presStyleCnt="0"/>
      <dgm:spPr/>
    </dgm:pt>
    <dgm:pt modelId="{E6E8D55B-9379-4972-A2AB-7A4E4D6EB2AF}" type="pres">
      <dgm:prSet presAssocID="{8630174A-7B97-44B5-A492-78FB0577CB2A}" presName="accentRepeatNode" presStyleLbl="solidFgAcc1" presStyleIdx="1" presStyleCnt="4"/>
      <dgm:spPr/>
    </dgm:pt>
    <dgm:pt modelId="{C753C333-CD53-437A-B2E7-72F7E534A06E}" type="pres">
      <dgm:prSet presAssocID="{B1DBC4D7-CD1A-4EE8-85DE-452388AFB006}" presName="text_3" presStyleLbl="node1" presStyleIdx="2" presStyleCnt="4">
        <dgm:presLayoutVars>
          <dgm:bulletEnabled val="1"/>
        </dgm:presLayoutVars>
      </dgm:prSet>
      <dgm:spPr/>
    </dgm:pt>
    <dgm:pt modelId="{A972BCBA-6D62-49EB-A8F0-15C91E092784}" type="pres">
      <dgm:prSet presAssocID="{B1DBC4D7-CD1A-4EE8-85DE-452388AFB006}" presName="accent_3" presStyleCnt="0"/>
      <dgm:spPr/>
    </dgm:pt>
    <dgm:pt modelId="{2B20BF62-7A4F-47E2-9C1A-8B79E9B86E97}" type="pres">
      <dgm:prSet presAssocID="{B1DBC4D7-CD1A-4EE8-85DE-452388AFB006}" presName="accentRepeatNode" presStyleLbl="solidFgAcc1" presStyleIdx="2" presStyleCnt="4"/>
      <dgm:spPr/>
    </dgm:pt>
    <dgm:pt modelId="{92E6B4C7-CB32-4E2A-ACC2-AA86E57A8302}" type="pres">
      <dgm:prSet presAssocID="{C904BC9E-F6C2-49B2-8416-4FEFD37E4E08}" presName="text_4" presStyleLbl="node1" presStyleIdx="3" presStyleCnt="4">
        <dgm:presLayoutVars>
          <dgm:bulletEnabled val="1"/>
        </dgm:presLayoutVars>
      </dgm:prSet>
      <dgm:spPr/>
    </dgm:pt>
    <dgm:pt modelId="{099CEF7A-25A5-44F7-A6EE-6BA67E1DD40B}" type="pres">
      <dgm:prSet presAssocID="{C904BC9E-F6C2-49B2-8416-4FEFD37E4E08}" presName="accent_4" presStyleCnt="0"/>
      <dgm:spPr/>
    </dgm:pt>
    <dgm:pt modelId="{34FB6BC7-1FFC-4B2D-833D-42BBD301F8CD}" type="pres">
      <dgm:prSet presAssocID="{C904BC9E-F6C2-49B2-8416-4FEFD37E4E08}" presName="accentRepeatNode" presStyleLbl="solidFgAcc1" presStyleIdx="3" presStyleCnt="4"/>
      <dgm:spPr/>
    </dgm:pt>
  </dgm:ptLst>
  <dgm:cxnLst>
    <dgm:cxn modelId="{45EA9B0F-1268-4679-853D-6F1A3C82C3C1}" type="presOf" srcId="{C904BC9E-F6C2-49B2-8416-4FEFD37E4E08}" destId="{92E6B4C7-CB32-4E2A-ACC2-AA86E57A8302}" srcOrd="0" destOrd="0" presId="urn:microsoft.com/office/officeart/2008/layout/VerticalCurvedList"/>
    <dgm:cxn modelId="{F2B61219-E010-46AE-BB0C-6731DE99A6B3}" type="presOf" srcId="{AA3E105D-667C-4CBB-B880-DB9309A13593}" destId="{B9A07753-2A10-4809-8BB0-F40171BB2058}" srcOrd="0" destOrd="0" presId="urn:microsoft.com/office/officeart/2008/layout/VerticalCurvedList"/>
    <dgm:cxn modelId="{2B71D22D-51E3-44B7-9A9B-1E12A9E3ED3B}" srcId="{AA3E105D-667C-4CBB-B880-DB9309A13593}" destId="{0F6D5CFC-0F01-42F6-BCD8-F0138B56CFD3}" srcOrd="0" destOrd="0" parTransId="{D9B3B8F3-8913-402F-8170-66AEE74401E5}" sibTransId="{B6DB6EC2-3DD2-4734-BEE5-DBD127A2496D}"/>
    <dgm:cxn modelId="{58614167-31A9-41E5-B457-D2815FC18EA3}" type="presOf" srcId="{B6DB6EC2-3DD2-4734-BEE5-DBD127A2496D}" destId="{BC226F74-510F-4547-BF9F-B3CD9806A4E9}" srcOrd="0" destOrd="0" presId="urn:microsoft.com/office/officeart/2008/layout/VerticalCurvedList"/>
    <dgm:cxn modelId="{2B76348D-886C-4D78-8A68-CC6148DD006F}" type="presOf" srcId="{0F6D5CFC-0F01-42F6-BCD8-F0138B56CFD3}" destId="{9B1F32BA-A063-4C23-B582-169188C73FBF}" srcOrd="0" destOrd="0" presId="urn:microsoft.com/office/officeart/2008/layout/VerticalCurvedList"/>
    <dgm:cxn modelId="{0D20DBBA-6E37-439D-8B23-367B1B3FA7C5}" srcId="{AA3E105D-667C-4CBB-B880-DB9309A13593}" destId="{B1DBC4D7-CD1A-4EE8-85DE-452388AFB006}" srcOrd="2" destOrd="0" parTransId="{60CB6A8A-19AF-4C22-B5AF-A38E72805820}" sibTransId="{CB24975D-82F7-45D2-811E-A48342ABF172}"/>
    <dgm:cxn modelId="{F32BC9BD-9FF1-4C8E-BDAB-B17CDF164873}" srcId="{AA3E105D-667C-4CBB-B880-DB9309A13593}" destId="{8630174A-7B97-44B5-A492-78FB0577CB2A}" srcOrd="1" destOrd="0" parTransId="{305AA27C-B256-465A-B4A4-B4D874C3C3BF}" sibTransId="{D9083072-671C-47E4-B30A-4756A79375AE}"/>
    <dgm:cxn modelId="{D8537BC5-246F-4546-A7A7-2F6302D83BEF}" srcId="{AA3E105D-667C-4CBB-B880-DB9309A13593}" destId="{C904BC9E-F6C2-49B2-8416-4FEFD37E4E08}" srcOrd="3" destOrd="0" parTransId="{C898C732-5C5B-4865-B5E0-448A5760413F}" sibTransId="{2A9DDF17-0AB8-49C9-9222-5427B1039453}"/>
    <dgm:cxn modelId="{F0D517DC-CB37-4589-B911-4242211FC9E9}" type="presOf" srcId="{8630174A-7B97-44B5-A492-78FB0577CB2A}" destId="{0A121E89-560F-4754-975B-1CE0F09CA723}" srcOrd="0" destOrd="0" presId="urn:microsoft.com/office/officeart/2008/layout/VerticalCurvedList"/>
    <dgm:cxn modelId="{9AB2ECF7-933A-4210-9C7A-96C9B07BE0B5}" type="presOf" srcId="{B1DBC4D7-CD1A-4EE8-85DE-452388AFB006}" destId="{C753C333-CD53-437A-B2E7-72F7E534A06E}" srcOrd="0" destOrd="0" presId="urn:microsoft.com/office/officeart/2008/layout/VerticalCurvedList"/>
    <dgm:cxn modelId="{57588F92-3E0C-4418-86BE-D8E035C3A509}" type="presParOf" srcId="{B9A07753-2A10-4809-8BB0-F40171BB2058}" destId="{AB8604D5-C9CF-4B84-BCFE-AB06289C0AD6}" srcOrd="0" destOrd="0" presId="urn:microsoft.com/office/officeart/2008/layout/VerticalCurvedList"/>
    <dgm:cxn modelId="{5C6DCB33-D325-4889-8BA0-9AE47965BEA4}" type="presParOf" srcId="{AB8604D5-C9CF-4B84-BCFE-AB06289C0AD6}" destId="{5A3C00C7-9895-4428-9659-8AFC70D793F4}" srcOrd="0" destOrd="0" presId="urn:microsoft.com/office/officeart/2008/layout/VerticalCurvedList"/>
    <dgm:cxn modelId="{B3A1D9B5-0FAF-4C7F-B858-84A1BF5409F1}" type="presParOf" srcId="{5A3C00C7-9895-4428-9659-8AFC70D793F4}" destId="{A50D2A9D-D680-419E-A070-4AF1B539B679}" srcOrd="0" destOrd="0" presId="urn:microsoft.com/office/officeart/2008/layout/VerticalCurvedList"/>
    <dgm:cxn modelId="{B2AC8487-3D3B-438F-8965-B1ADE4BF02F6}" type="presParOf" srcId="{5A3C00C7-9895-4428-9659-8AFC70D793F4}" destId="{BC226F74-510F-4547-BF9F-B3CD9806A4E9}" srcOrd="1" destOrd="0" presId="urn:microsoft.com/office/officeart/2008/layout/VerticalCurvedList"/>
    <dgm:cxn modelId="{5870AB8F-0B12-4439-8DBE-450415612E0C}" type="presParOf" srcId="{5A3C00C7-9895-4428-9659-8AFC70D793F4}" destId="{A2497F15-372B-4791-B965-B7B4863F0112}" srcOrd="2" destOrd="0" presId="urn:microsoft.com/office/officeart/2008/layout/VerticalCurvedList"/>
    <dgm:cxn modelId="{04175E95-A0B4-4E82-AC69-2FEA28BF48AF}" type="presParOf" srcId="{5A3C00C7-9895-4428-9659-8AFC70D793F4}" destId="{48ED325B-BD16-4F8B-8B2C-6EBF6BEFAAB4}" srcOrd="3" destOrd="0" presId="urn:microsoft.com/office/officeart/2008/layout/VerticalCurvedList"/>
    <dgm:cxn modelId="{DF02C43C-ABEC-4C72-8E71-D84568220741}" type="presParOf" srcId="{AB8604D5-C9CF-4B84-BCFE-AB06289C0AD6}" destId="{9B1F32BA-A063-4C23-B582-169188C73FBF}" srcOrd="1" destOrd="0" presId="urn:microsoft.com/office/officeart/2008/layout/VerticalCurvedList"/>
    <dgm:cxn modelId="{DF3A368B-5DAB-4943-A5DC-EF543FAFAE50}" type="presParOf" srcId="{AB8604D5-C9CF-4B84-BCFE-AB06289C0AD6}" destId="{FF0E89DA-0B36-4473-AC93-662A1C10A9DB}" srcOrd="2" destOrd="0" presId="urn:microsoft.com/office/officeart/2008/layout/VerticalCurvedList"/>
    <dgm:cxn modelId="{4ECF90F0-9329-4098-B0FC-7F7533911BFF}" type="presParOf" srcId="{FF0E89DA-0B36-4473-AC93-662A1C10A9DB}" destId="{D415BD4A-F190-430D-8D94-A4E72AAA92A5}" srcOrd="0" destOrd="0" presId="urn:microsoft.com/office/officeart/2008/layout/VerticalCurvedList"/>
    <dgm:cxn modelId="{FAED7371-CC0A-44B9-8370-FE27CECE9739}" type="presParOf" srcId="{AB8604D5-C9CF-4B84-BCFE-AB06289C0AD6}" destId="{0A121E89-560F-4754-975B-1CE0F09CA723}" srcOrd="3" destOrd="0" presId="urn:microsoft.com/office/officeart/2008/layout/VerticalCurvedList"/>
    <dgm:cxn modelId="{FE8D8074-B7FC-4F16-A877-4E1AB31F393E}" type="presParOf" srcId="{AB8604D5-C9CF-4B84-BCFE-AB06289C0AD6}" destId="{70BD40D1-4EAD-4B4F-8127-AD2B44BB3720}" srcOrd="4" destOrd="0" presId="urn:microsoft.com/office/officeart/2008/layout/VerticalCurvedList"/>
    <dgm:cxn modelId="{D6F84022-FA9B-47F3-A92F-B780F0B292C2}" type="presParOf" srcId="{70BD40D1-4EAD-4B4F-8127-AD2B44BB3720}" destId="{E6E8D55B-9379-4972-A2AB-7A4E4D6EB2AF}" srcOrd="0" destOrd="0" presId="urn:microsoft.com/office/officeart/2008/layout/VerticalCurvedList"/>
    <dgm:cxn modelId="{DDEF2436-5F77-4598-A1FB-F68B87CC28F6}" type="presParOf" srcId="{AB8604D5-C9CF-4B84-BCFE-AB06289C0AD6}" destId="{C753C333-CD53-437A-B2E7-72F7E534A06E}" srcOrd="5" destOrd="0" presId="urn:microsoft.com/office/officeart/2008/layout/VerticalCurvedList"/>
    <dgm:cxn modelId="{B49C1EE7-0C24-47C7-8B98-501C2F89D2A3}" type="presParOf" srcId="{AB8604D5-C9CF-4B84-BCFE-AB06289C0AD6}" destId="{A972BCBA-6D62-49EB-A8F0-15C91E092784}" srcOrd="6" destOrd="0" presId="urn:microsoft.com/office/officeart/2008/layout/VerticalCurvedList"/>
    <dgm:cxn modelId="{2FF0BBD3-C99A-4277-B641-B81FA652F7F9}" type="presParOf" srcId="{A972BCBA-6D62-49EB-A8F0-15C91E092784}" destId="{2B20BF62-7A4F-47E2-9C1A-8B79E9B86E97}" srcOrd="0" destOrd="0" presId="urn:microsoft.com/office/officeart/2008/layout/VerticalCurvedList"/>
    <dgm:cxn modelId="{BC4AA243-AB0B-4618-A068-2EE3A816AC8B}" type="presParOf" srcId="{AB8604D5-C9CF-4B84-BCFE-AB06289C0AD6}" destId="{92E6B4C7-CB32-4E2A-ACC2-AA86E57A8302}" srcOrd="7" destOrd="0" presId="urn:microsoft.com/office/officeart/2008/layout/VerticalCurvedList"/>
    <dgm:cxn modelId="{71565469-8124-47AB-A3E4-498B9379D7BF}" type="presParOf" srcId="{AB8604D5-C9CF-4B84-BCFE-AB06289C0AD6}" destId="{099CEF7A-25A5-44F7-A6EE-6BA67E1DD40B}" srcOrd="8" destOrd="0" presId="urn:microsoft.com/office/officeart/2008/layout/VerticalCurvedList"/>
    <dgm:cxn modelId="{126C8D02-B96F-428A-B4AC-6991CB96C6B2}" type="presParOf" srcId="{099CEF7A-25A5-44F7-A6EE-6BA67E1DD40B}" destId="{34FB6BC7-1FFC-4B2D-833D-42BBD301F8CD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AA3E105D-667C-4CBB-B880-DB9309A13593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F6D5CFC-0F01-42F6-BCD8-F0138B56CFD3}">
      <dgm:prSet/>
      <dgm:spPr/>
      <dgm:t>
        <a:bodyPr/>
        <a:lstStyle/>
        <a:p>
          <a:r>
            <a:rPr lang="ru-RU" b="0" i="0"/>
            <a:t>розширити повноваження греко-католицької церкви</a:t>
          </a:r>
          <a:endParaRPr lang="uk-UA"/>
        </a:p>
      </dgm:t>
    </dgm:pt>
    <dgm:pt modelId="{D9B3B8F3-8913-402F-8170-66AEE74401E5}" type="parTrans" cxnId="{2B71D22D-51E3-44B7-9A9B-1E12A9E3ED3B}">
      <dgm:prSet/>
      <dgm:spPr/>
      <dgm:t>
        <a:bodyPr/>
        <a:lstStyle/>
        <a:p>
          <a:endParaRPr lang="uk-UA"/>
        </a:p>
      </dgm:t>
    </dgm:pt>
    <dgm:pt modelId="{B6DB6EC2-3DD2-4734-BEE5-DBD127A2496D}" type="sibTrans" cxnId="{2B71D22D-51E3-44B7-9A9B-1E12A9E3ED3B}">
      <dgm:prSet/>
      <dgm:spPr/>
      <dgm:t>
        <a:bodyPr/>
        <a:lstStyle/>
        <a:p>
          <a:endParaRPr lang="uk-UA"/>
        </a:p>
      </dgm:t>
    </dgm:pt>
    <dgm:pt modelId="{8630174A-7B97-44B5-A492-78FB0577CB2A}">
      <dgm:prSet/>
      <dgm:spPr/>
      <dgm:t>
        <a:bodyPr/>
        <a:lstStyle/>
        <a:p>
          <a:r>
            <a:rPr lang="ru-RU" b="0" i="0" dirty="0" err="1"/>
            <a:t>зняти</a:t>
          </a:r>
          <a:r>
            <a:rPr lang="ru-RU" b="0" i="0" dirty="0"/>
            <a:t> </a:t>
          </a:r>
          <a:r>
            <a:rPr lang="ru-RU" b="0" i="0" dirty="0" err="1"/>
            <a:t>гостроту</a:t>
          </a:r>
          <a:r>
            <a:rPr lang="ru-RU" b="0" i="0" dirty="0"/>
            <a:t> </a:t>
          </a:r>
          <a:r>
            <a:rPr lang="ru-RU" b="0" i="0" dirty="0" err="1"/>
            <a:t>міжконфесійного</a:t>
          </a:r>
          <a:r>
            <a:rPr lang="ru-RU" b="0" i="0" dirty="0"/>
            <a:t> </a:t>
          </a:r>
          <a:r>
            <a:rPr lang="ru-RU" b="0" i="0" dirty="0" err="1"/>
            <a:t>протистояння</a:t>
          </a:r>
          <a:r>
            <a:rPr lang="ru-RU" b="0" i="0" dirty="0"/>
            <a:t> в </a:t>
          </a:r>
          <a:r>
            <a:rPr lang="ru-RU" b="0" i="0"/>
            <a:t>суспільстві</a:t>
          </a:r>
          <a:endParaRPr lang="uk-UA" dirty="0"/>
        </a:p>
      </dgm:t>
    </dgm:pt>
    <dgm:pt modelId="{305AA27C-B256-465A-B4A4-B4D874C3C3BF}" type="parTrans" cxnId="{F32BC9BD-9FF1-4C8E-BDAB-B17CDF164873}">
      <dgm:prSet/>
      <dgm:spPr/>
      <dgm:t>
        <a:bodyPr/>
        <a:lstStyle/>
        <a:p>
          <a:endParaRPr lang="uk-UA"/>
        </a:p>
      </dgm:t>
    </dgm:pt>
    <dgm:pt modelId="{D9083072-671C-47E4-B30A-4756A79375AE}" type="sibTrans" cxnId="{F32BC9BD-9FF1-4C8E-BDAB-B17CDF164873}">
      <dgm:prSet/>
      <dgm:spPr/>
      <dgm:t>
        <a:bodyPr/>
        <a:lstStyle/>
        <a:p>
          <a:endParaRPr lang="uk-UA"/>
        </a:p>
      </dgm:t>
    </dgm:pt>
    <dgm:pt modelId="{B1DBC4D7-CD1A-4EE8-85DE-452388AFB006}">
      <dgm:prSet/>
      <dgm:spPr/>
      <dgm:t>
        <a:bodyPr/>
        <a:lstStyle/>
        <a:p>
          <a:r>
            <a:rPr lang="ru-RU" b="0" i="0"/>
            <a:t>розділити на українських землях світську та духовну владу</a:t>
          </a:r>
          <a:endParaRPr lang="uk-UA"/>
        </a:p>
      </dgm:t>
    </dgm:pt>
    <dgm:pt modelId="{60CB6A8A-19AF-4C22-B5AF-A38E72805820}" type="parTrans" cxnId="{0D20DBBA-6E37-439D-8B23-367B1B3FA7C5}">
      <dgm:prSet/>
      <dgm:spPr/>
      <dgm:t>
        <a:bodyPr/>
        <a:lstStyle/>
        <a:p>
          <a:endParaRPr lang="uk-UA"/>
        </a:p>
      </dgm:t>
    </dgm:pt>
    <dgm:pt modelId="{CB24975D-82F7-45D2-811E-A48342ABF172}" type="sibTrans" cxnId="{0D20DBBA-6E37-439D-8B23-367B1B3FA7C5}">
      <dgm:prSet/>
      <dgm:spPr/>
      <dgm:t>
        <a:bodyPr/>
        <a:lstStyle/>
        <a:p>
          <a:endParaRPr lang="uk-UA"/>
        </a:p>
      </dgm:t>
    </dgm:pt>
    <dgm:pt modelId="{C904BC9E-F6C2-49B2-8416-4FEFD37E4E08}">
      <dgm:prSet/>
      <dgm:spPr/>
      <dgm:t>
        <a:bodyPr/>
        <a:lstStyle/>
        <a:p>
          <a:r>
            <a:rPr lang="ru-RU" b="0" i="0"/>
            <a:t>скасувати рішення Берестейського церковного собору</a:t>
          </a:r>
          <a:endParaRPr lang="uk-UA"/>
        </a:p>
      </dgm:t>
    </dgm:pt>
    <dgm:pt modelId="{C898C732-5C5B-4865-B5E0-448A5760413F}" type="parTrans" cxnId="{D8537BC5-246F-4546-A7A7-2F6302D83BEF}">
      <dgm:prSet/>
      <dgm:spPr/>
      <dgm:t>
        <a:bodyPr/>
        <a:lstStyle/>
        <a:p>
          <a:endParaRPr lang="uk-UA"/>
        </a:p>
      </dgm:t>
    </dgm:pt>
    <dgm:pt modelId="{2A9DDF17-0AB8-49C9-9222-5427B1039453}" type="sibTrans" cxnId="{D8537BC5-246F-4546-A7A7-2F6302D83BEF}">
      <dgm:prSet/>
      <dgm:spPr/>
      <dgm:t>
        <a:bodyPr/>
        <a:lstStyle/>
        <a:p>
          <a:endParaRPr lang="uk-UA"/>
        </a:p>
      </dgm:t>
    </dgm:pt>
    <dgm:pt modelId="{B9A07753-2A10-4809-8BB0-F40171BB2058}" type="pres">
      <dgm:prSet presAssocID="{AA3E105D-667C-4CBB-B880-DB9309A13593}" presName="Name0" presStyleCnt="0">
        <dgm:presLayoutVars>
          <dgm:chMax val="7"/>
          <dgm:chPref val="7"/>
          <dgm:dir/>
        </dgm:presLayoutVars>
      </dgm:prSet>
      <dgm:spPr/>
    </dgm:pt>
    <dgm:pt modelId="{AB8604D5-C9CF-4B84-BCFE-AB06289C0AD6}" type="pres">
      <dgm:prSet presAssocID="{AA3E105D-667C-4CBB-B880-DB9309A13593}" presName="Name1" presStyleCnt="0"/>
      <dgm:spPr/>
    </dgm:pt>
    <dgm:pt modelId="{5A3C00C7-9895-4428-9659-8AFC70D793F4}" type="pres">
      <dgm:prSet presAssocID="{AA3E105D-667C-4CBB-B880-DB9309A13593}" presName="cycle" presStyleCnt="0"/>
      <dgm:spPr/>
    </dgm:pt>
    <dgm:pt modelId="{A50D2A9D-D680-419E-A070-4AF1B539B679}" type="pres">
      <dgm:prSet presAssocID="{AA3E105D-667C-4CBB-B880-DB9309A13593}" presName="srcNode" presStyleLbl="node1" presStyleIdx="0" presStyleCnt="4"/>
      <dgm:spPr/>
    </dgm:pt>
    <dgm:pt modelId="{BC226F74-510F-4547-BF9F-B3CD9806A4E9}" type="pres">
      <dgm:prSet presAssocID="{AA3E105D-667C-4CBB-B880-DB9309A13593}" presName="conn" presStyleLbl="parChTrans1D2" presStyleIdx="0" presStyleCnt="1"/>
      <dgm:spPr/>
    </dgm:pt>
    <dgm:pt modelId="{A2497F15-372B-4791-B965-B7B4863F0112}" type="pres">
      <dgm:prSet presAssocID="{AA3E105D-667C-4CBB-B880-DB9309A13593}" presName="extraNode" presStyleLbl="node1" presStyleIdx="0" presStyleCnt="4"/>
      <dgm:spPr/>
    </dgm:pt>
    <dgm:pt modelId="{48ED325B-BD16-4F8B-8B2C-6EBF6BEFAAB4}" type="pres">
      <dgm:prSet presAssocID="{AA3E105D-667C-4CBB-B880-DB9309A13593}" presName="dstNode" presStyleLbl="node1" presStyleIdx="0" presStyleCnt="4"/>
      <dgm:spPr/>
    </dgm:pt>
    <dgm:pt modelId="{9B1F32BA-A063-4C23-B582-169188C73FBF}" type="pres">
      <dgm:prSet presAssocID="{0F6D5CFC-0F01-42F6-BCD8-F0138B56CFD3}" presName="text_1" presStyleLbl="node1" presStyleIdx="0" presStyleCnt="4">
        <dgm:presLayoutVars>
          <dgm:bulletEnabled val="1"/>
        </dgm:presLayoutVars>
      </dgm:prSet>
      <dgm:spPr/>
    </dgm:pt>
    <dgm:pt modelId="{FF0E89DA-0B36-4473-AC93-662A1C10A9DB}" type="pres">
      <dgm:prSet presAssocID="{0F6D5CFC-0F01-42F6-BCD8-F0138B56CFD3}" presName="accent_1" presStyleCnt="0"/>
      <dgm:spPr/>
    </dgm:pt>
    <dgm:pt modelId="{D415BD4A-F190-430D-8D94-A4E72AAA92A5}" type="pres">
      <dgm:prSet presAssocID="{0F6D5CFC-0F01-42F6-BCD8-F0138B56CFD3}" presName="accentRepeatNode" presStyleLbl="solidFgAcc1" presStyleIdx="0" presStyleCnt="4"/>
      <dgm:spPr/>
    </dgm:pt>
    <dgm:pt modelId="{0A121E89-560F-4754-975B-1CE0F09CA723}" type="pres">
      <dgm:prSet presAssocID="{8630174A-7B97-44B5-A492-78FB0577CB2A}" presName="text_2" presStyleLbl="node1" presStyleIdx="1" presStyleCnt="4">
        <dgm:presLayoutVars>
          <dgm:bulletEnabled val="1"/>
        </dgm:presLayoutVars>
      </dgm:prSet>
      <dgm:spPr/>
    </dgm:pt>
    <dgm:pt modelId="{70BD40D1-4EAD-4B4F-8127-AD2B44BB3720}" type="pres">
      <dgm:prSet presAssocID="{8630174A-7B97-44B5-A492-78FB0577CB2A}" presName="accent_2" presStyleCnt="0"/>
      <dgm:spPr/>
    </dgm:pt>
    <dgm:pt modelId="{E6E8D55B-9379-4972-A2AB-7A4E4D6EB2AF}" type="pres">
      <dgm:prSet presAssocID="{8630174A-7B97-44B5-A492-78FB0577CB2A}" presName="accentRepeatNode" presStyleLbl="solidFgAcc1" presStyleIdx="1" presStyleCnt="4"/>
      <dgm:spPr/>
    </dgm:pt>
    <dgm:pt modelId="{C753C333-CD53-437A-B2E7-72F7E534A06E}" type="pres">
      <dgm:prSet presAssocID="{B1DBC4D7-CD1A-4EE8-85DE-452388AFB006}" presName="text_3" presStyleLbl="node1" presStyleIdx="2" presStyleCnt="4">
        <dgm:presLayoutVars>
          <dgm:bulletEnabled val="1"/>
        </dgm:presLayoutVars>
      </dgm:prSet>
      <dgm:spPr/>
    </dgm:pt>
    <dgm:pt modelId="{A972BCBA-6D62-49EB-A8F0-15C91E092784}" type="pres">
      <dgm:prSet presAssocID="{B1DBC4D7-CD1A-4EE8-85DE-452388AFB006}" presName="accent_3" presStyleCnt="0"/>
      <dgm:spPr/>
    </dgm:pt>
    <dgm:pt modelId="{2B20BF62-7A4F-47E2-9C1A-8B79E9B86E97}" type="pres">
      <dgm:prSet presAssocID="{B1DBC4D7-CD1A-4EE8-85DE-452388AFB006}" presName="accentRepeatNode" presStyleLbl="solidFgAcc1" presStyleIdx="2" presStyleCnt="4"/>
      <dgm:spPr/>
    </dgm:pt>
    <dgm:pt modelId="{92E6B4C7-CB32-4E2A-ACC2-AA86E57A8302}" type="pres">
      <dgm:prSet presAssocID="{C904BC9E-F6C2-49B2-8416-4FEFD37E4E08}" presName="text_4" presStyleLbl="node1" presStyleIdx="3" presStyleCnt="4">
        <dgm:presLayoutVars>
          <dgm:bulletEnabled val="1"/>
        </dgm:presLayoutVars>
      </dgm:prSet>
      <dgm:spPr/>
    </dgm:pt>
    <dgm:pt modelId="{099CEF7A-25A5-44F7-A6EE-6BA67E1DD40B}" type="pres">
      <dgm:prSet presAssocID="{C904BC9E-F6C2-49B2-8416-4FEFD37E4E08}" presName="accent_4" presStyleCnt="0"/>
      <dgm:spPr/>
    </dgm:pt>
    <dgm:pt modelId="{34FB6BC7-1FFC-4B2D-833D-42BBD301F8CD}" type="pres">
      <dgm:prSet presAssocID="{C904BC9E-F6C2-49B2-8416-4FEFD37E4E08}" presName="accentRepeatNode" presStyleLbl="solidFgAcc1" presStyleIdx="3" presStyleCnt="4"/>
      <dgm:spPr/>
    </dgm:pt>
  </dgm:ptLst>
  <dgm:cxnLst>
    <dgm:cxn modelId="{45EA9B0F-1268-4679-853D-6F1A3C82C3C1}" type="presOf" srcId="{C904BC9E-F6C2-49B2-8416-4FEFD37E4E08}" destId="{92E6B4C7-CB32-4E2A-ACC2-AA86E57A8302}" srcOrd="0" destOrd="0" presId="urn:microsoft.com/office/officeart/2008/layout/VerticalCurvedList"/>
    <dgm:cxn modelId="{F2B61219-E010-46AE-BB0C-6731DE99A6B3}" type="presOf" srcId="{AA3E105D-667C-4CBB-B880-DB9309A13593}" destId="{B9A07753-2A10-4809-8BB0-F40171BB2058}" srcOrd="0" destOrd="0" presId="urn:microsoft.com/office/officeart/2008/layout/VerticalCurvedList"/>
    <dgm:cxn modelId="{2B71D22D-51E3-44B7-9A9B-1E12A9E3ED3B}" srcId="{AA3E105D-667C-4CBB-B880-DB9309A13593}" destId="{0F6D5CFC-0F01-42F6-BCD8-F0138B56CFD3}" srcOrd="0" destOrd="0" parTransId="{D9B3B8F3-8913-402F-8170-66AEE74401E5}" sibTransId="{B6DB6EC2-3DD2-4734-BEE5-DBD127A2496D}"/>
    <dgm:cxn modelId="{58614167-31A9-41E5-B457-D2815FC18EA3}" type="presOf" srcId="{B6DB6EC2-3DD2-4734-BEE5-DBD127A2496D}" destId="{BC226F74-510F-4547-BF9F-B3CD9806A4E9}" srcOrd="0" destOrd="0" presId="urn:microsoft.com/office/officeart/2008/layout/VerticalCurvedList"/>
    <dgm:cxn modelId="{2B76348D-886C-4D78-8A68-CC6148DD006F}" type="presOf" srcId="{0F6D5CFC-0F01-42F6-BCD8-F0138B56CFD3}" destId="{9B1F32BA-A063-4C23-B582-169188C73FBF}" srcOrd="0" destOrd="0" presId="urn:microsoft.com/office/officeart/2008/layout/VerticalCurvedList"/>
    <dgm:cxn modelId="{0D20DBBA-6E37-439D-8B23-367B1B3FA7C5}" srcId="{AA3E105D-667C-4CBB-B880-DB9309A13593}" destId="{B1DBC4D7-CD1A-4EE8-85DE-452388AFB006}" srcOrd="2" destOrd="0" parTransId="{60CB6A8A-19AF-4C22-B5AF-A38E72805820}" sibTransId="{CB24975D-82F7-45D2-811E-A48342ABF172}"/>
    <dgm:cxn modelId="{F32BC9BD-9FF1-4C8E-BDAB-B17CDF164873}" srcId="{AA3E105D-667C-4CBB-B880-DB9309A13593}" destId="{8630174A-7B97-44B5-A492-78FB0577CB2A}" srcOrd="1" destOrd="0" parTransId="{305AA27C-B256-465A-B4A4-B4D874C3C3BF}" sibTransId="{D9083072-671C-47E4-B30A-4756A79375AE}"/>
    <dgm:cxn modelId="{D8537BC5-246F-4546-A7A7-2F6302D83BEF}" srcId="{AA3E105D-667C-4CBB-B880-DB9309A13593}" destId="{C904BC9E-F6C2-49B2-8416-4FEFD37E4E08}" srcOrd="3" destOrd="0" parTransId="{C898C732-5C5B-4865-B5E0-448A5760413F}" sibTransId="{2A9DDF17-0AB8-49C9-9222-5427B1039453}"/>
    <dgm:cxn modelId="{F0D517DC-CB37-4589-B911-4242211FC9E9}" type="presOf" srcId="{8630174A-7B97-44B5-A492-78FB0577CB2A}" destId="{0A121E89-560F-4754-975B-1CE0F09CA723}" srcOrd="0" destOrd="0" presId="urn:microsoft.com/office/officeart/2008/layout/VerticalCurvedList"/>
    <dgm:cxn modelId="{9AB2ECF7-933A-4210-9C7A-96C9B07BE0B5}" type="presOf" srcId="{B1DBC4D7-CD1A-4EE8-85DE-452388AFB006}" destId="{C753C333-CD53-437A-B2E7-72F7E534A06E}" srcOrd="0" destOrd="0" presId="urn:microsoft.com/office/officeart/2008/layout/VerticalCurvedList"/>
    <dgm:cxn modelId="{57588F92-3E0C-4418-86BE-D8E035C3A509}" type="presParOf" srcId="{B9A07753-2A10-4809-8BB0-F40171BB2058}" destId="{AB8604D5-C9CF-4B84-BCFE-AB06289C0AD6}" srcOrd="0" destOrd="0" presId="urn:microsoft.com/office/officeart/2008/layout/VerticalCurvedList"/>
    <dgm:cxn modelId="{5C6DCB33-D325-4889-8BA0-9AE47965BEA4}" type="presParOf" srcId="{AB8604D5-C9CF-4B84-BCFE-AB06289C0AD6}" destId="{5A3C00C7-9895-4428-9659-8AFC70D793F4}" srcOrd="0" destOrd="0" presId="urn:microsoft.com/office/officeart/2008/layout/VerticalCurvedList"/>
    <dgm:cxn modelId="{B3A1D9B5-0FAF-4C7F-B858-84A1BF5409F1}" type="presParOf" srcId="{5A3C00C7-9895-4428-9659-8AFC70D793F4}" destId="{A50D2A9D-D680-419E-A070-4AF1B539B679}" srcOrd="0" destOrd="0" presId="urn:microsoft.com/office/officeart/2008/layout/VerticalCurvedList"/>
    <dgm:cxn modelId="{B2AC8487-3D3B-438F-8965-B1ADE4BF02F6}" type="presParOf" srcId="{5A3C00C7-9895-4428-9659-8AFC70D793F4}" destId="{BC226F74-510F-4547-BF9F-B3CD9806A4E9}" srcOrd="1" destOrd="0" presId="urn:microsoft.com/office/officeart/2008/layout/VerticalCurvedList"/>
    <dgm:cxn modelId="{5870AB8F-0B12-4439-8DBE-450415612E0C}" type="presParOf" srcId="{5A3C00C7-9895-4428-9659-8AFC70D793F4}" destId="{A2497F15-372B-4791-B965-B7B4863F0112}" srcOrd="2" destOrd="0" presId="urn:microsoft.com/office/officeart/2008/layout/VerticalCurvedList"/>
    <dgm:cxn modelId="{04175E95-A0B4-4E82-AC69-2FEA28BF48AF}" type="presParOf" srcId="{5A3C00C7-9895-4428-9659-8AFC70D793F4}" destId="{48ED325B-BD16-4F8B-8B2C-6EBF6BEFAAB4}" srcOrd="3" destOrd="0" presId="urn:microsoft.com/office/officeart/2008/layout/VerticalCurvedList"/>
    <dgm:cxn modelId="{DF02C43C-ABEC-4C72-8E71-D84568220741}" type="presParOf" srcId="{AB8604D5-C9CF-4B84-BCFE-AB06289C0AD6}" destId="{9B1F32BA-A063-4C23-B582-169188C73FBF}" srcOrd="1" destOrd="0" presId="urn:microsoft.com/office/officeart/2008/layout/VerticalCurvedList"/>
    <dgm:cxn modelId="{DF3A368B-5DAB-4943-A5DC-EF543FAFAE50}" type="presParOf" srcId="{AB8604D5-C9CF-4B84-BCFE-AB06289C0AD6}" destId="{FF0E89DA-0B36-4473-AC93-662A1C10A9DB}" srcOrd="2" destOrd="0" presId="urn:microsoft.com/office/officeart/2008/layout/VerticalCurvedList"/>
    <dgm:cxn modelId="{4ECF90F0-9329-4098-B0FC-7F7533911BFF}" type="presParOf" srcId="{FF0E89DA-0B36-4473-AC93-662A1C10A9DB}" destId="{D415BD4A-F190-430D-8D94-A4E72AAA92A5}" srcOrd="0" destOrd="0" presId="urn:microsoft.com/office/officeart/2008/layout/VerticalCurvedList"/>
    <dgm:cxn modelId="{FAED7371-CC0A-44B9-8370-FE27CECE9739}" type="presParOf" srcId="{AB8604D5-C9CF-4B84-BCFE-AB06289C0AD6}" destId="{0A121E89-560F-4754-975B-1CE0F09CA723}" srcOrd="3" destOrd="0" presId="urn:microsoft.com/office/officeart/2008/layout/VerticalCurvedList"/>
    <dgm:cxn modelId="{FE8D8074-B7FC-4F16-A877-4E1AB31F393E}" type="presParOf" srcId="{AB8604D5-C9CF-4B84-BCFE-AB06289C0AD6}" destId="{70BD40D1-4EAD-4B4F-8127-AD2B44BB3720}" srcOrd="4" destOrd="0" presId="urn:microsoft.com/office/officeart/2008/layout/VerticalCurvedList"/>
    <dgm:cxn modelId="{D6F84022-FA9B-47F3-A92F-B780F0B292C2}" type="presParOf" srcId="{70BD40D1-4EAD-4B4F-8127-AD2B44BB3720}" destId="{E6E8D55B-9379-4972-A2AB-7A4E4D6EB2AF}" srcOrd="0" destOrd="0" presId="urn:microsoft.com/office/officeart/2008/layout/VerticalCurvedList"/>
    <dgm:cxn modelId="{DDEF2436-5F77-4598-A1FB-F68B87CC28F6}" type="presParOf" srcId="{AB8604D5-C9CF-4B84-BCFE-AB06289C0AD6}" destId="{C753C333-CD53-437A-B2E7-72F7E534A06E}" srcOrd="5" destOrd="0" presId="urn:microsoft.com/office/officeart/2008/layout/VerticalCurvedList"/>
    <dgm:cxn modelId="{B49C1EE7-0C24-47C7-8B98-501C2F89D2A3}" type="presParOf" srcId="{AB8604D5-C9CF-4B84-BCFE-AB06289C0AD6}" destId="{A972BCBA-6D62-49EB-A8F0-15C91E092784}" srcOrd="6" destOrd="0" presId="urn:microsoft.com/office/officeart/2008/layout/VerticalCurvedList"/>
    <dgm:cxn modelId="{2FF0BBD3-C99A-4277-B641-B81FA652F7F9}" type="presParOf" srcId="{A972BCBA-6D62-49EB-A8F0-15C91E092784}" destId="{2B20BF62-7A4F-47E2-9C1A-8B79E9B86E97}" srcOrd="0" destOrd="0" presId="urn:microsoft.com/office/officeart/2008/layout/VerticalCurvedList"/>
    <dgm:cxn modelId="{BC4AA243-AB0B-4618-A068-2EE3A816AC8B}" type="presParOf" srcId="{AB8604D5-C9CF-4B84-BCFE-AB06289C0AD6}" destId="{92E6B4C7-CB32-4E2A-ACC2-AA86E57A8302}" srcOrd="7" destOrd="0" presId="urn:microsoft.com/office/officeart/2008/layout/VerticalCurvedList"/>
    <dgm:cxn modelId="{71565469-8124-47AB-A3E4-498B9379D7BF}" type="presParOf" srcId="{AB8604D5-C9CF-4B84-BCFE-AB06289C0AD6}" destId="{099CEF7A-25A5-44F7-A6EE-6BA67E1DD40B}" srcOrd="8" destOrd="0" presId="urn:microsoft.com/office/officeart/2008/layout/VerticalCurvedList"/>
    <dgm:cxn modelId="{126C8D02-B96F-428A-B4AC-6991CB96C6B2}" type="presParOf" srcId="{099CEF7A-25A5-44F7-A6EE-6BA67E1DD40B}" destId="{34FB6BC7-1FFC-4B2D-833D-42BBD301F8CD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B4A1C04E-D17F-472A-836C-640A745CFDDA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5F9B822-0AC7-4309-8059-861EE6533DC7}">
      <dgm:prSet/>
      <dgm:spPr/>
      <dgm:t>
        <a:bodyPr/>
        <a:lstStyle/>
        <a:p>
          <a:r>
            <a:rPr lang="ru-RU" b="0" i="0"/>
            <a:t>«Києво-Печерський патерик».</a:t>
          </a:r>
          <a:endParaRPr lang="uk-UA"/>
        </a:p>
      </dgm:t>
    </dgm:pt>
    <dgm:pt modelId="{214A3CF7-EBC3-4DE0-B307-0FB1A0342787}" type="parTrans" cxnId="{F81745BD-C1C4-4AB0-9888-BD568A5BD72E}">
      <dgm:prSet/>
      <dgm:spPr/>
      <dgm:t>
        <a:bodyPr/>
        <a:lstStyle/>
        <a:p>
          <a:endParaRPr lang="uk-UA"/>
        </a:p>
      </dgm:t>
    </dgm:pt>
    <dgm:pt modelId="{65BD6DEA-EF2D-4446-9908-0D1FF9751421}" type="sibTrans" cxnId="{F81745BD-C1C4-4AB0-9888-BD568A5BD72E}">
      <dgm:prSet/>
      <dgm:spPr/>
      <dgm:t>
        <a:bodyPr/>
        <a:lstStyle/>
        <a:p>
          <a:endParaRPr lang="uk-UA"/>
        </a:p>
      </dgm:t>
    </dgm:pt>
    <dgm:pt modelId="{0C7802D5-63DD-49E9-8A81-1AD50446BC2B}">
      <dgm:prSet/>
      <dgm:spPr/>
      <dgm:t>
        <a:bodyPr/>
        <a:lstStyle/>
        <a:p>
          <a:r>
            <a:rPr lang="ru-RU" b="0" i="0"/>
            <a:t>«Пересопницьке Євангеліє».</a:t>
          </a:r>
          <a:endParaRPr lang="uk-UA"/>
        </a:p>
      </dgm:t>
    </dgm:pt>
    <dgm:pt modelId="{233B7B6E-87EB-461A-ADD8-35067DC6146B}" type="parTrans" cxnId="{B9B4F0FA-BE4D-41D6-8CAC-02DEC4E99194}">
      <dgm:prSet/>
      <dgm:spPr/>
      <dgm:t>
        <a:bodyPr/>
        <a:lstStyle/>
        <a:p>
          <a:endParaRPr lang="uk-UA"/>
        </a:p>
      </dgm:t>
    </dgm:pt>
    <dgm:pt modelId="{1B24504D-EE3C-4112-8EB5-54972B03EE9F}" type="sibTrans" cxnId="{B9B4F0FA-BE4D-41D6-8CAC-02DEC4E99194}">
      <dgm:prSet/>
      <dgm:spPr/>
      <dgm:t>
        <a:bodyPr/>
        <a:lstStyle/>
        <a:p>
          <a:endParaRPr lang="uk-UA"/>
        </a:p>
      </dgm:t>
    </dgm:pt>
    <dgm:pt modelId="{0781505B-E721-466C-9811-ECA3E1B1567F}">
      <dgm:prSet/>
      <dgm:spPr/>
      <dgm:t>
        <a:bodyPr/>
        <a:lstStyle/>
        <a:p>
          <a:r>
            <a:rPr lang="ru-RU" b="0" i="0"/>
            <a:t>«Синопсис».</a:t>
          </a:r>
          <a:endParaRPr lang="uk-UA"/>
        </a:p>
      </dgm:t>
    </dgm:pt>
    <dgm:pt modelId="{4EC5D5B8-E710-445E-A7D8-9A56D972AC9B}" type="parTrans" cxnId="{0F313B97-D7AD-4581-8E52-A56183120916}">
      <dgm:prSet/>
      <dgm:spPr/>
      <dgm:t>
        <a:bodyPr/>
        <a:lstStyle/>
        <a:p>
          <a:endParaRPr lang="uk-UA"/>
        </a:p>
      </dgm:t>
    </dgm:pt>
    <dgm:pt modelId="{F9B02E80-0676-45CA-86B6-C80058E6E257}" type="sibTrans" cxnId="{0F313B97-D7AD-4581-8E52-A56183120916}">
      <dgm:prSet/>
      <dgm:spPr/>
      <dgm:t>
        <a:bodyPr/>
        <a:lstStyle/>
        <a:p>
          <a:endParaRPr lang="uk-UA"/>
        </a:p>
      </dgm:t>
    </dgm:pt>
    <dgm:pt modelId="{E89E62E1-6017-4DC8-AFFE-061A812C6217}">
      <dgm:prSet/>
      <dgm:spPr/>
      <dgm:t>
        <a:bodyPr/>
        <a:lstStyle/>
        <a:p>
          <a:r>
            <a:rPr lang="ru-RU" b="0" i="0"/>
            <a:t>«Православне ісповідання віри».</a:t>
          </a:r>
          <a:endParaRPr lang="uk-UA"/>
        </a:p>
      </dgm:t>
    </dgm:pt>
    <dgm:pt modelId="{674278BE-EB5B-4BF1-AFA8-F56CE78F91EE}" type="parTrans" cxnId="{23EC57F4-CF58-4084-9666-C42B1AC34265}">
      <dgm:prSet/>
      <dgm:spPr/>
      <dgm:t>
        <a:bodyPr/>
        <a:lstStyle/>
        <a:p>
          <a:endParaRPr lang="uk-UA"/>
        </a:p>
      </dgm:t>
    </dgm:pt>
    <dgm:pt modelId="{8AD4C5DE-55DB-4BFC-8747-EDED8020DCDF}" type="sibTrans" cxnId="{23EC57F4-CF58-4084-9666-C42B1AC34265}">
      <dgm:prSet/>
      <dgm:spPr/>
      <dgm:t>
        <a:bodyPr/>
        <a:lstStyle/>
        <a:p>
          <a:endParaRPr lang="uk-UA"/>
        </a:p>
      </dgm:t>
    </dgm:pt>
    <dgm:pt modelId="{A5E87418-47AE-410A-ACB4-CFA6D62649EC}" type="pres">
      <dgm:prSet presAssocID="{B4A1C04E-D17F-472A-836C-640A745CFDDA}" presName="linearFlow" presStyleCnt="0">
        <dgm:presLayoutVars>
          <dgm:dir/>
          <dgm:resizeHandles val="exact"/>
        </dgm:presLayoutVars>
      </dgm:prSet>
      <dgm:spPr/>
    </dgm:pt>
    <dgm:pt modelId="{B183ADB9-A6D9-4328-880B-8A2B007D3B39}" type="pres">
      <dgm:prSet presAssocID="{D5F9B822-0AC7-4309-8059-861EE6533DC7}" presName="composite" presStyleCnt="0"/>
      <dgm:spPr/>
    </dgm:pt>
    <dgm:pt modelId="{59FF2953-C0AB-41B5-9F0E-DFCE975CEB49}" type="pres">
      <dgm:prSet presAssocID="{D5F9B822-0AC7-4309-8059-861EE6533DC7}" presName="imgShp" presStyleLbl="fgImgPlace1" presStyleIdx="0" presStyleCnt="4"/>
      <dgm:spPr/>
    </dgm:pt>
    <dgm:pt modelId="{D3E01442-BB37-4249-82FA-77FC54707529}" type="pres">
      <dgm:prSet presAssocID="{D5F9B822-0AC7-4309-8059-861EE6533DC7}" presName="txShp" presStyleLbl="node1" presStyleIdx="0" presStyleCnt="4">
        <dgm:presLayoutVars>
          <dgm:bulletEnabled val="1"/>
        </dgm:presLayoutVars>
      </dgm:prSet>
      <dgm:spPr/>
    </dgm:pt>
    <dgm:pt modelId="{3F6F8428-288D-4CEC-84A8-C4108B5A8A70}" type="pres">
      <dgm:prSet presAssocID="{65BD6DEA-EF2D-4446-9908-0D1FF9751421}" presName="spacing" presStyleCnt="0"/>
      <dgm:spPr/>
    </dgm:pt>
    <dgm:pt modelId="{9B18B2C5-4C5A-4186-A903-4746EE72D30D}" type="pres">
      <dgm:prSet presAssocID="{0C7802D5-63DD-49E9-8A81-1AD50446BC2B}" presName="composite" presStyleCnt="0"/>
      <dgm:spPr/>
    </dgm:pt>
    <dgm:pt modelId="{C7A64F94-061F-4E15-8520-0D90DA5CEE26}" type="pres">
      <dgm:prSet presAssocID="{0C7802D5-63DD-49E9-8A81-1AD50446BC2B}" presName="imgShp" presStyleLbl="fgImgPlace1" presStyleIdx="1" presStyleCnt="4"/>
      <dgm:spPr/>
    </dgm:pt>
    <dgm:pt modelId="{26B49A58-E9C5-4B96-9EC7-50916FB6C2D5}" type="pres">
      <dgm:prSet presAssocID="{0C7802D5-63DD-49E9-8A81-1AD50446BC2B}" presName="txShp" presStyleLbl="node1" presStyleIdx="1" presStyleCnt="4">
        <dgm:presLayoutVars>
          <dgm:bulletEnabled val="1"/>
        </dgm:presLayoutVars>
      </dgm:prSet>
      <dgm:spPr/>
    </dgm:pt>
    <dgm:pt modelId="{D835820D-A786-48DC-A12C-A592B30A82AE}" type="pres">
      <dgm:prSet presAssocID="{1B24504D-EE3C-4112-8EB5-54972B03EE9F}" presName="spacing" presStyleCnt="0"/>
      <dgm:spPr/>
    </dgm:pt>
    <dgm:pt modelId="{16FBF0FB-A338-4E8F-BDF4-D22FC94F5F69}" type="pres">
      <dgm:prSet presAssocID="{0781505B-E721-466C-9811-ECA3E1B1567F}" presName="composite" presStyleCnt="0"/>
      <dgm:spPr/>
    </dgm:pt>
    <dgm:pt modelId="{7C496BF9-64B7-444E-A41E-A2593303C3E1}" type="pres">
      <dgm:prSet presAssocID="{0781505B-E721-466C-9811-ECA3E1B1567F}" presName="imgShp" presStyleLbl="fgImgPlace1" presStyleIdx="2" presStyleCnt="4"/>
      <dgm:spPr/>
    </dgm:pt>
    <dgm:pt modelId="{1FE982FB-56CD-4658-BE8E-86EA65366752}" type="pres">
      <dgm:prSet presAssocID="{0781505B-E721-466C-9811-ECA3E1B1567F}" presName="txShp" presStyleLbl="node1" presStyleIdx="2" presStyleCnt="4">
        <dgm:presLayoutVars>
          <dgm:bulletEnabled val="1"/>
        </dgm:presLayoutVars>
      </dgm:prSet>
      <dgm:spPr/>
    </dgm:pt>
    <dgm:pt modelId="{EBDB6DA9-EC39-49AA-8B04-48AF4A20AAE0}" type="pres">
      <dgm:prSet presAssocID="{F9B02E80-0676-45CA-86B6-C80058E6E257}" presName="spacing" presStyleCnt="0"/>
      <dgm:spPr/>
    </dgm:pt>
    <dgm:pt modelId="{B01F2E52-D571-4735-A58F-722A9812E09B}" type="pres">
      <dgm:prSet presAssocID="{E89E62E1-6017-4DC8-AFFE-061A812C6217}" presName="composite" presStyleCnt="0"/>
      <dgm:spPr/>
    </dgm:pt>
    <dgm:pt modelId="{460B01D7-F8E9-4A84-B21A-65E4A62E4B07}" type="pres">
      <dgm:prSet presAssocID="{E89E62E1-6017-4DC8-AFFE-061A812C6217}" presName="imgShp" presStyleLbl="fgImgPlace1" presStyleIdx="3" presStyleCnt="4"/>
      <dgm:spPr/>
    </dgm:pt>
    <dgm:pt modelId="{3F9A6440-AC57-4197-B183-888543C227BB}" type="pres">
      <dgm:prSet presAssocID="{E89E62E1-6017-4DC8-AFFE-061A812C6217}" presName="txShp" presStyleLbl="node1" presStyleIdx="3" presStyleCnt="4">
        <dgm:presLayoutVars>
          <dgm:bulletEnabled val="1"/>
        </dgm:presLayoutVars>
      </dgm:prSet>
      <dgm:spPr/>
    </dgm:pt>
  </dgm:ptLst>
  <dgm:cxnLst>
    <dgm:cxn modelId="{EA98D627-49F4-4F6B-B1E1-8987767CC807}" type="presOf" srcId="{E89E62E1-6017-4DC8-AFFE-061A812C6217}" destId="{3F9A6440-AC57-4197-B183-888543C227BB}" srcOrd="0" destOrd="0" presId="urn:microsoft.com/office/officeart/2005/8/layout/vList3"/>
    <dgm:cxn modelId="{0B97FA76-4FEF-4046-B75F-DE148DB2F67B}" type="presOf" srcId="{0781505B-E721-466C-9811-ECA3E1B1567F}" destId="{1FE982FB-56CD-4658-BE8E-86EA65366752}" srcOrd="0" destOrd="0" presId="urn:microsoft.com/office/officeart/2005/8/layout/vList3"/>
    <dgm:cxn modelId="{99088E77-96C2-4749-96B8-6002B618B543}" type="presOf" srcId="{0C7802D5-63DD-49E9-8A81-1AD50446BC2B}" destId="{26B49A58-E9C5-4B96-9EC7-50916FB6C2D5}" srcOrd="0" destOrd="0" presId="urn:microsoft.com/office/officeart/2005/8/layout/vList3"/>
    <dgm:cxn modelId="{60E5257F-B04F-49F4-BF35-D14E2A2FB837}" type="presOf" srcId="{D5F9B822-0AC7-4309-8059-861EE6533DC7}" destId="{D3E01442-BB37-4249-82FA-77FC54707529}" srcOrd="0" destOrd="0" presId="urn:microsoft.com/office/officeart/2005/8/layout/vList3"/>
    <dgm:cxn modelId="{0F313B97-D7AD-4581-8E52-A56183120916}" srcId="{B4A1C04E-D17F-472A-836C-640A745CFDDA}" destId="{0781505B-E721-466C-9811-ECA3E1B1567F}" srcOrd="2" destOrd="0" parTransId="{4EC5D5B8-E710-445E-A7D8-9A56D972AC9B}" sibTransId="{F9B02E80-0676-45CA-86B6-C80058E6E257}"/>
    <dgm:cxn modelId="{F81745BD-C1C4-4AB0-9888-BD568A5BD72E}" srcId="{B4A1C04E-D17F-472A-836C-640A745CFDDA}" destId="{D5F9B822-0AC7-4309-8059-861EE6533DC7}" srcOrd="0" destOrd="0" parTransId="{214A3CF7-EBC3-4DE0-B307-0FB1A0342787}" sibTransId="{65BD6DEA-EF2D-4446-9908-0D1FF9751421}"/>
    <dgm:cxn modelId="{592D3BEC-A6CB-4658-A8A1-BE6DB702DEB7}" type="presOf" srcId="{B4A1C04E-D17F-472A-836C-640A745CFDDA}" destId="{A5E87418-47AE-410A-ACB4-CFA6D62649EC}" srcOrd="0" destOrd="0" presId="urn:microsoft.com/office/officeart/2005/8/layout/vList3"/>
    <dgm:cxn modelId="{23EC57F4-CF58-4084-9666-C42B1AC34265}" srcId="{B4A1C04E-D17F-472A-836C-640A745CFDDA}" destId="{E89E62E1-6017-4DC8-AFFE-061A812C6217}" srcOrd="3" destOrd="0" parTransId="{674278BE-EB5B-4BF1-AFA8-F56CE78F91EE}" sibTransId="{8AD4C5DE-55DB-4BFC-8747-EDED8020DCDF}"/>
    <dgm:cxn modelId="{B9B4F0FA-BE4D-41D6-8CAC-02DEC4E99194}" srcId="{B4A1C04E-D17F-472A-836C-640A745CFDDA}" destId="{0C7802D5-63DD-49E9-8A81-1AD50446BC2B}" srcOrd="1" destOrd="0" parTransId="{233B7B6E-87EB-461A-ADD8-35067DC6146B}" sibTransId="{1B24504D-EE3C-4112-8EB5-54972B03EE9F}"/>
    <dgm:cxn modelId="{05863660-0FE8-42FA-8AD7-DBE6417B8A1E}" type="presParOf" srcId="{A5E87418-47AE-410A-ACB4-CFA6D62649EC}" destId="{B183ADB9-A6D9-4328-880B-8A2B007D3B39}" srcOrd="0" destOrd="0" presId="urn:microsoft.com/office/officeart/2005/8/layout/vList3"/>
    <dgm:cxn modelId="{5AA0C7D0-0C3F-4C4C-AE8D-0DD27C887DD9}" type="presParOf" srcId="{B183ADB9-A6D9-4328-880B-8A2B007D3B39}" destId="{59FF2953-C0AB-41B5-9F0E-DFCE975CEB49}" srcOrd="0" destOrd="0" presId="urn:microsoft.com/office/officeart/2005/8/layout/vList3"/>
    <dgm:cxn modelId="{48B47EFD-9E40-4A20-8028-B406132B099D}" type="presParOf" srcId="{B183ADB9-A6D9-4328-880B-8A2B007D3B39}" destId="{D3E01442-BB37-4249-82FA-77FC54707529}" srcOrd="1" destOrd="0" presId="urn:microsoft.com/office/officeart/2005/8/layout/vList3"/>
    <dgm:cxn modelId="{7B868DC0-FE3B-4E84-B00E-FBFCD985D11E}" type="presParOf" srcId="{A5E87418-47AE-410A-ACB4-CFA6D62649EC}" destId="{3F6F8428-288D-4CEC-84A8-C4108B5A8A70}" srcOrd="1" destOrd="0" presId="urn:microsoft.com/office/officeart/2005/8/layout/vList3"/>
    <dgm:cxn modelId="{1E64DFC2-A776-4F66-AB1F-65BC71A0ACD6}" type="presParOf" srcId="{A5E87418-47AE-410A-ACB4-CFA6D62649EC}" destId="{9B18B2C5-4C5A-4186-A903-4746EE72D30D}" srcOrd="2" destOrd="0" presId="urn:microsoft.com/office/officeart/2005/8/layout/vList3"/>
    <dgm:cxn modelId="{AEED5146-5CBD-427C-B1A2-94561B88B9B9}" type="presParOf" srcId="{9B18B2C5-4C5A-4186-A903-4746EE72D30D}" destId="{C7A64F94-061F-4E15-8520-0D90DA5CEE26}" srcOrd="0" destOrd="0" presId="urn:microsoft.com/office/officeart/2005/8/layout/vList3"/>
    <dgm:cxn modelId="{DC950003-837F-4DC5-919C-D6E9C4B9818C}" type="presParOf" srcId="{9B18B2C5-4C5A-4186-A903-4746EE72D30D}" destId="{26B49A58-E9C5-4B96-9EC7-50916FB6C2D5}" srcOrd="1" destOrd="0" presId="urn:microsoft.com/office/officeart/2005/8/layout/vList3"/>
    <dgm:cxn modelId="{5F4D1049-3CBB-4D40-9C69-9F668E303888}" type="presParOf" srcId="{A5E87418-47AE-410A-ACB4-CFA6D62649EC}" destId="{D835820D-A786-48DC-A12C-A592B30A82AE}" srcOrd="3" destOrd="0" presId="urn:microsoft.com/office/officeart/2005/8/layout/vList3"/>
    <dgm:cxn modelId="{1FB35216-B82C-48E2-A1A2-18E3A2CD3B4F}" type="presParOf" srcId="{A5E87418-47AE-410A-ACB4-CFA6D62649EC}" destId="{16FBF0FB-A338-4E8F-BDF4-D22FC94F5F69}" srcOrd="4" destOrd="0" presId="urn:microsoft.com/office/officeart/2005/8/layout/vList3"/>
    <dgm:cxn modelId="{FB5F36BC-2927-48AB-BD13-1DE03AED5B1A}" type="presParOf" srcId="{16FBF0FB-A338-4E8F-BDF4-D22FC94F5F69}" destId="{7C496BF9-64B7-444E-A41E-A2593303C3E1}" srcOrd="0" destOrd="0" presId="urn:microsoft.com/office/officeart/2005/8/layout/vList3"/>
    <dgm:cxn modelId="{81AB27A2-410D-4235-9C0B-DDCEAE09A61A}" type="presParOf" srcId="{16FBF0FB-A338-4E8F-BDF4-D22FC94F5F69}" destId="{1FE982FB-56CD-4658-BE8E-86EA65366752}" srcOrd="1" destOrd="0" presId="urn:microsoft.com/office/officeart/2005/8/layout/vList3"/>
    <dgm:cxn modelId="{88B8BE5A-D48A-4F1E-B75F-43252EFAC402}" type="presParOf" srcId="{A5E87418-47AE-410A-ACB4-CFA6D62649EC}" destId="{EBDB6DA9-EC39-49AA-8B04-48AF4A20AAE0}" srcOrd="5" destOrd="0" presId="urn:microsoft.com/office/officeart/2005/8/layout/vList3"/>
    <dgm:cxn modelId="{E323959D-4BC5-42A7-99C5-0D4F7F322BAE}" type="presParOf" srcId="{A5E87418-47AE-410A-ACB4-CFA6D62649EC}" destId="{B01F2E52-D571-4735-A58F-722A9812E09B}" srcOrd="6" destOrd="0" presId="urn:microsoft.com/office/officeart/2005/8/layout/vList3"/>
    <dgm:cxn modelId="{2F0423E3-A907-4402-BE58-4E57CC836F06}" type="presParOf" srcId="{B01F2E52-D571-4735-A58F-722A9812E09B}" destId="{460B01D7-F8E9-4A84-B21A-65E4A62E4B07}" srcOrd="0" destOrd="0" presId="urn:microsoft.com/office/officeart/2005/8/layout/vList3"/>
    <dgm:cxn modelId="{4004AE9F-78D2-4495-855C-B3905B74D2AF}" type="presParOf" srcId="{B01F2E52-D571-4735-A58F-722A9812E09B}" destId="{3F9A6440-AC57-4197-B183-888543C227B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E4C66786-4A0F-4E17-B5CE-B753366E24BB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9B574D2-B250-4818-A07B-9762AA401A4A}">
      <dgm:prSet/>
      <dgm:spPr/>
      <dgm:t>
        <a:bodyPr/>
        <a:lstStyle/>
        <a:p>
          <a:r>
            <a:rPr lang="ru-RU" b="0" i="0"/>
            <a:t>Львівського університету</a:t>
          </a:r>
          <a:endParaRPr lang="uk-UA"/>
        </a:p>
      </dgm:t>
    </dgm:pt>
    <dgm:pt modelId="{41B1F49C-FB56-4E82-B997-E786F47B674E}" type="parTrans" cxnId="{56F72251-89AA-4861-BCC2-9546167D4E2B}">
      <dgm:prSet/>
      <dgm:spPr/>
      <dgm:t>
        <a:bodyPr/>
        <a:lstStyle/>
        <a:p>
          <a:endParaRPr lang="uk-UA"/>
        </a:p>
      </dgm:t>
    </dgm:pt>
    <dgm:pt modelId="{3255134A-6C10-4545-82F9-24FEEAAC221D}" type="sibTrans" cxnId="{56F72251-89AA-4861-BCC2-9546167D4E2B}">
      <dgm:prSet/>
      <dgm:spPr/>
      <dgm:t>
        <a:bodyPr/>
        <a:lstStyle/>
        <a:p>
          <a:endParaRPr lang="uk-UA"/>
        </a:p>
      </dgm:t>
    </dgm:pt>
    <dgm:pt modelId="{A697E31F-84AB-476A-B934-F06C2E48D501}">
      <dgm:prSet/>
      <dgm:spPr/>
      <dgm:t>
        <a:bodyPr/>
        <a:lstStyle/>
        <a:p>
          <a:r>
            <a:rPr lang="ru-RU" b="0" i="0"/>
            <a:t>Києво-Могилянського колегіуму</a:t>
          </a:r>
          <a:endParaRPr lang="uk-UA"/>
        </a:p>
      </dgm:t>
    </dgm:pt>
    <dgm:pt modelId="{2F448224-CAFA-4342-9987-E92DAB861B33}" type="parTrans" cxnId="{D80086A7-E205-4C3D-832C-B6E7D7DFC9A1}">
      <dgm:prSet/>
      <dgm:spPr/>
      <dgm:t>
        <a:bodyPr/>
        <a:lstStyle/>
        <a:p>
          <a:endParaRPr lang="uk-UA"/>
        </a:p>
      </dgm:t>
    </dgm:pt>
    <dgm:pt modelId="{4077EDA7-5EE2-4B98-AEB2-2495D82A0792}" type="sibTrans" cxnId="{D80086A7-E205-4C3D-832C-B6E7D7DFC9A1}">
      <dgm:prSet/>
      <dgm:spPr/>
      <dgm:t>
        <a:bodyPr/>
        <a:lstStyle/>
        <a:p>
          <a:endParaRPr lang="uk-UA"/>
        </a:p>
      </dgm:t>
    </dgm:pt>
    <dgm:pt modelId="{25CD6792-9A99-44DF-8623-FBA7C8B6E85E}">
      <dgm:prSet/>
      <dgm:spPr/>
      <dgm:t>
        <a:bodyPr/>
        <a:lstStyle/>
        <a:p>
          <a:r>
            <a:rPr lang="ru-RU" b="0" i="0"/>
            <a:t>Луцької братської школи</a:t>
          </a:r>
          <a:endParaRPr lang="uk-UA"/>
        </a:p>
      </dgm:t>
    </dgm:pt>
    <dgm:pt modelId="{451F4321-D7A3-4B13-98B2-43E26CEA5429}" type="parTrans" cxnId="{49643FBA-E3B0-4E42-A2D9-C2A2656E7795}">
      <dgm:prSet/>
      <dgm:spPr/>
      <dgm:t>
        <a:bodyPr/>
        <a:lstStyle/>
        <a:p>
          <a:endParaRPr lang="uk-UA"/>
        </a:p>
      </dgm:t>
    </dgm:pt>
    <dgm:pt modelId="{C6353011-9EE3-4CE7-AF55-DD822297417B}" type="sibTrans" cxnId="{49643FBA-E3B0-4E42-A2D9-C2A2656E7795}">
      <dgm:prSet/>
      <dgm:spPr/>
      <dgm:t>
        <a:bodyPr/>
        <a:lstStyle/>
        <a:p>
          <a:endParaRPr lang="uk-UA"/>
        </a:p>
      </dgm:t>
    </dgm:pt>
    <dgm:pt modelId="{D9E8989C-186F-4B10-90D4-124302867E56}">
      <dgm:prSet/>
      <dgm:spPr/>
      <dgm:t>
        <a:bodyPr/>
        <a:lstStyle/>
        <a:p>
          <a:r>
            <a:rPr lang="ru-RU" b="0" i="0"/>
            <a:t>Острозької академії</a:t>
          </a:r>
          <a:endParaRPr lang="uk-UA"/>
        </a:p>
      </dgm:t>
    </dgm:pt>
    <dgm:pt modelId="{863C0C4F-4F67-4E61-93EC-67E40BCFA621}" type="parTrans" cxnId="{375CBFF9-682D-42D0-AF9B-0F0DB22CBF49}">
      <dgm:prSet/>
      <dgm:spPr/>
      <dgm:t>
        <a:bodyPr/>
        <a:lstStyle/>
        <a:p>
          <a:endParaRPr lang="uk-UA"/>
        </a:p>
      </dgm:t>
    </dgm:pt>
    <dgm:pt modelId="{D2F83EF6-2739-44EB-A865-D22EAD0C2B60}" type="sibTrans" cxnId="{375CBFF9-682D-42D0-AF9B-0F0DB22CBF49}">
      <dgm:prSet/>
      <dgm:spPr/>
      <dgm:t>
        <a:bodyPr/>
        <a:lstStyle/>
        <a:p>
          <a:endParaRPr lang="uk-UA"/>
        </a:p>
      </dgm:t>
    </dgm:pt>
    <dgm:pt modelId="{024BA627-DC3E-4C45-A40F-E3C1316BD10B}" type="pres">
      <dgm:prSet presAssocID="{E4C66786-4A0F-4E17-B5CE-B753366E24BB}" presName="matrix" presStyleCnt="0">
        <dgm:presLayoutVars>
          <dgm:chMax val="1"/>
          <dgm:dir/>
          <dgm:resizeHandles val="exact"/>
        </dgm:presLayoutVars>
      </dgm:prSet>
      <dgm:spPr/>
    </dgm:pt>
    <dgm:pt modelId="{89CE4CD7-8B72-42AD-8FB6-9C66B6C25DC6}" type="pres">
      <dgm:prSet presAssocID="{E4C66786-4A0F-4E17-B5CE-B753366E24BB}" presName="diamond" presStyleLbl="bgShp" presStyleIdx="0" presStyleCnt="1"/>
      <dgm:spPr/>
    </dgm:pt>
    <dgm:pt modelId="{A0DBBF0B-C566-4198-8162-4749B62339CD}" type="pres">
      <dgm:prSet presAssocID="{E4C66786-4A0F-4E17-B5CE-B753366E24BB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45D2FF7-918A-4D9B-8EAE-2004E9B06B0E}" type="pres">
      <dgm:prSet presAssocID="{E4C66786-4A0F-4E17-B5CE-B753366E24BB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5402F39-95BF-4450-ABEC-1FBBB2068636}" type="pres">
      <dgm:prSet presAssocID="{E4C66786-4A0F-4E17-B5CE-B753366E24BB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58614F5-8CE0-441E-BA86-E4B188489E6B}" type="pres">
      <dgm:prSet presAssocID="{E4C66786-4A0F-4E17-B5CE-B753366E24BB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A354506-2292-4292-A184-5CD554915C1B}" type="presOf" srcId="{E9B574D2-B250-4818-A07B-9762AA401A4A}" destId="{A0DBBF0B-C566-4198-8162-4749B62339CD}" srcOrd="0" destOrd="0" presId="urn:microsoft.com/office/officeart/2005/8/layout/matrix3"/>
    <dgm:cxn modelId="{EE804D65-04B2-4F7B-9AF7-38E622C4418D}" type="presOf" srcId="{E4C66786-4A0F-4E17-B5CE-B753366E24BB}" destId="{024BA627-DC3E-4C45-A40F-E3C1316BD10B}" srcOrd="0" destOrd="0" presId="urn:microsoft.com/office/officeart/2005/8/layout/matrix3"/>
    <dgm:cxn modelId="{5C55EA65-76C1-4CEC-87C4-56BE3658652C}" type="presOf" srcId="{D9E8989C-186F-4B10-90D4-124302867E56}" destId="{858614F5-8CE0-441E-BA86-E4B188489E6B}" srcOrd="0" destOrd="0" presId="urn:microsoft.com/office/officeart/2005/8/layout/matrix3"/>
    <dgm:cxn modelId="{56F72251-89AA-4861-BCC2-9546167D4E2B}" srcId="{E4C66786-4A0F-4E17-B5CE-B753366E24BB}" destId="{E9B574D2-B250-4818-A07B-9762AA401A4A}" srcOrd="0" destOrd="0" parTransId="{41B1F49C-FB56-4E82-B997-E786F47B674E}" sibTransId="{3255134A-6C10-4545-82F9-24FEEAAC221D}"/>
    <dgm:cxn modelId="{D728107B-75B1-4419-866D-E73B383F4F54}" type="presOf" srcId="{25CD6792-9A99-44DF-8623-FBA7C8B6E85E}" destId="{F5402F39-95BF-4450-ABEC-1FBBB2068636}" srcOrd="0" destOrd="0" presId="urn:microsoft.com/office/officeart/2005/8/layout/matrix3"/>
    <dgm:cxn modelId="{D80086A7-E205-4C3D-832C-B6E7D7DFC9A1}" srcId="{E4C66786-4A0F-4E17-B5CE-B753366E24BB}" destId="{A697E31F-84AB-476A-B934-F06C2E48D501}" srcOrd="1" destOrd="0" parTransId="{2F448224-CAFA-4342-9987-E92DAB861B33}" sibTransId="{4077EDA7-5EE2-4B98-AEB2-2495D82A0792}"/>
    <dgm:cxn modelId="{49643FBA-E3B0-4E42-A2D9-C2A2656E7795}" srcId="{E4C66786-4A0F-4E17-B5CE-B753366E24BB}" destId="{25CD6792-9A99-44DF-8623-FBA7C8B6E85E}" srcOrd="2" destOrd="0" parTransId="{451F4321-D7A3-4B13-98B2-43E26CEA5429}" sibTransId="{C6353011-9EE3-4CE7-AF55-DD822297417B}"/>
    <dgm:cxn modelId="{C937F2DA-C6A9-417A-956D-332CC1C68C03}" type="presOf" srcId="{A697E31F-84AB-476A-B934-F06C2E48D501}" destId="{545D2FF7-918A-4D9B-8EAE-2004E9B06B0E}" srcOrd="0" destOrd="0" presId="urn:microsoft.com/office/officeart/2005/8/layout/matrix3"/>
    <dgm:cxn modelId="{375CBFF9-682D-42D0-AF9B-0F0DB22CBF49}" srcId="{E4C66786-4A0F-4E17-B5CE-B753366E24BB}" destId="{D9E8989C-186F-4B10-90D4-124302867E56}" srcOrd="3" destOrd="0" parTransId="{863C0C4F-4F67-4E61-93EC-67E40BCFA621}" sibTransId="{D2F83EF6-2739-44EB-A865-D22EAD0C2B60}"/>
    <dgm:cxn modelId="{EDA9881B-16E6-4B0F-905C-5C02B6B7AC8F}" type="presParOf" srcId="{024BA627-DC3E-4C45-A40F-E3C1316BD10B}" destId="{89CE4CD7-8B72-42AD-8FB6-9C66B6C25DC6}" srcOrd="0" destOrd="0" presId="urn:microsoft.com/office/officeart/2005/8/layout/matrix3"/>
    <dgm:cxn modelId="{9CE8C41E-5EFF-492A-88BE-F7C92906C5B0}" type="presParOf" srcId="{024BA627-DC3E-4C45-A40F-E3C1316BD10B}" destId="{A0DBBF0B-C566-4198-8162-4749B62339CD}" srcOrd="1" destOrd="0" presId="urn:microsoft.com/office/officeart/2005/8/layout/matrix3"/>
    <dgm:cxn modelId="{00B65C8E-B1C9-4B04-A0A8-A37348DCBA00}" type="presParOf" srcId="{024BA627-DC3E-4C45-A40F-E3C1316BD10B}" destId="{545D2FF7-918A-4D9B-8EAE-2004E9B06B0E}" srcOrd="2" destOrd="0" presId="urn:microsoft.com/office/officeart/2005/8/layout/matrix3"/>
    <dgm:cxn modelId="{4435C8CC-26A6-4C3B-815E-AD2BEE79C7DC}" type="presParOf" srcId="{024BA627-DC3E-4C45-A40F-E3C1316BD10B}" destId="{F5402F39-95BF-4450-ABEC-1FBBB2068636}" srcOrd="3" destOrd="0" presId="urn:microsoft.com/office/officeart/2005/8/layout/matrix3"/>
    <dgm:cxn modelId="{86FCCA22-A5B0-400D-9D6C-41CDF869C566}" type="presParOf" srcId="{024BA627-DC3E-4C45-A40F-E3C1316BD10B}" destId="{858614F5-8CE0-441E-BA86-E4B188489E6B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9E9F3AD4-460A-4777-952A-BC4D37981F19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71CE84C-A831-445F-81ED-66DDB6F33AEB}">
      <dgm:prSet/>
      <dgm:spPr/>
      <dgm:t>
        <a:bodyPr/>
        <a:lstStyle/>
        <a:p>
          <a:r>
            <a:rPr lang="uk-UA" b="0" i="0"/>
            <a:t>комедія</a:t>
          </a:r>
          <a:endParaRPr lang="uk-UA"/>
        </a:p>
      </dgm:t>
    </dgm:pt>
    <dgm:pt modelId="{12F3A963-5669-4914-B112-5F86DAE3626B}" type="parTrans" cxnId="{C61641FB-D64C-4924-AAAA-351470411076}">
      <dgm:prSet/>
      <dgm:spPr/>
      <dgm:t>
        <a:bodyPr/>
        <a:lstStyle/>
        <a:p>
          <a:endParaRPr lang="uk-UA"/>
        </a:p>
      </dgm:t>
    </dgm:pt>
    <dgm:pt modelId="{926CC963-C18F-4882-A4C2-FBC3EB4D4C66}" type="sibTrans" cxnId="{C61641FB-D64C-4924-AAAA-351470411076}">
      <dgm:prSet/>
      <dgm:spPr/>
      <dgm:t>
        <a:bodyPr/>
        <a:lstStyle/>
        <a:p>
          <a:endParaRPr lang="uk-UA"/>
        </a:p>
      </dgm:t>
    </dgm:pt>
    <dgm:pt modelId="{6272B807-BF20-4C5D-AD7A-01B280C1B342}">
      <dgm:prSet/>
      <dgm:spPr/>
      <dgm:t>
        <a:bodyPr/>
        <a:lstStyle/>
        <a:p>
          <a:r>
            <a:rPr lang="uk-UA" b="0" i="0"/>
            <a:t>містерія</a:t>
          </a:r>
          <a:endParaRPr lang="uk-UA"/>
        </a:p>
      </dgm:t>
    </dgm:pt>
    <dgm:pt modelId="{8E88157B-F7BF-4827-B018-DB554D2C4E41}" type="parTrans" cxnId="{9F46D860-C36C-4240-A5D8-933491BE15F3}">
      <dgm:prSet/>
      <dgm:spPr/>
      <dgm:t>
        <a:bodyPr/>
        <a:lstStyle/>
        <a:p>
          <a:endParaRPr lang="uk-UA"/>
        </a:p>
      </dgm:t>
    </dgm:pt>
    <dgm:pt modelId="{13F566AD-4E08-43D6-8153-D38E7F6E24B6}" type="sibTrans" cxnId="{9F46D860-C36C-4240-A5D8-933491BE15F3}">
      <dgm:prSet/>
      <dgm:spPr/>
      <dgm:t>
        <a:bodyPr/>
        <a:lstStyle/>
        <a:p>
          <a:endParaRPr lang="uk-UA"/>
        </a:p>
      </dgm:t>
    </dgm:pt>
    <dgm:pt modelId="{46F687F7-0D3E-4ED3-9BF6-D1D3BE8951C1}">
      <dgm:prSet/>
      <dgm:spPr/>
      <dgm:t>
        <a:bodyPr/>
        <a:lstStyle/>
        <a:p>
          <a:r>
            <a:rPr lang="uk-UA" b="0" i="0"/>
            <a:t>прелюдія</a:t>
          </a:r>
          <a:endParaRPr lang="uk-UA"/>
        </a:p>
      </dgm:t>
    </dgm:pt>
    <dgm:pt modelId="{D1E8C100-F3C3-4DF3-8AFE-717DE74E0F7E}" type="parTrans" cxnId="{D6D7ABCD-EAFA-4522-9BFF-18CF8189DD00}">
      <dgm:prSet/>
      <dgm:spPr/>
      <dgm:t>
        <a:bodyPr/>
        <a:lstStyle/>
        <a:p>
          <a:endParaRPr lang="uk-UA"/>
        </a:p>
      </dgm:t>
    </dgm:pt>
    <dgm:pt modelId="{7E3DA371-3492-4952-AE1D-E804A761DEB1}" type="sibTrans" cxnId="{D6D7ABCD-EAFA-4522-9BFF-18CF8189DD00}">
      <dgm:prSet/>
      <dgm:spPr/>
      <dgm:t>
        <a:bodyPr/>
        <a:lstStyle/>
        <a:p>
          <a:endParaRPr lang="uk-UA"/>
        </a:p>
      </dgm:t>
    </dgm:pt>
    <dgm:pt modelId="{1CB1180F-F7B5-48C1-AA93-236FCD530F6A}">
      <dgm:prSet/>
      <dgm:spPr/>
      <dgm:t>
        <a:bodyPr/>
        <a:lstStyle/>
        <a:p>
          <a:r>
            <a:rPr lang="uk-UA" b="0" i="0"/>
            <a:t>інтермедія</a:t>
          </a:r>
          <a:endParaRPr lang="uk-UA"/>
        </a:p>
      </dgm:t>
    </dgm:pt>
    <dgm:pt modelId="{3253838B-D223-4B41-9D72-25F5F2C656B0}" type="parTrans" cxnId="{E05A470D-BAB3-46C9-A776-ACE74280713A}">
      <dgm:prSet/>
      <dgm:spPr/>
      <dgm:t>
        <a:bodyPr/>
        <a:lstStyle/>
        <a:p>
          <a:endParaRPr lang="uk-UA"/>
        </a:p>
      </dgm:t>
    </dgm:pt>
    <dgm:pt modelId="{442C9F6D-5D89-470A-8E4D-5038955B06EA}" type="sibTrans" cxnId="{E05A470D-BAB3-46C9-A776-ACE74280713A}">
      <dgm:prSet/>
      <dgm:spPr/>
      <dgm:t>
        <a:bodyPr/>
        <a:lstStyle/>
        <a:p>
          <a:endParaRPr lang="uk-UA"/>
        </a:p>
      </dgm:t>
    </dgm:pt>
    <dgm:pt modelId="{E56EB746-66D6-4F90-BE09-1024FC86B861}" type="pres">
      <dgm:prSet presAssocID="{9E9F3AD4-460A-4777-952A-BC4D37981F19}" presName="matrix" presStyleCnt="0">
        <dgm:presLayoutVars>
          <dgm:chMax val="1"/>
          <dgm:dir/>
          <dgm:resizeHandles val="exact"/>
        </dgm:presLayoutVars>
      </dgm:prSet>
      <dgm:spPr/>
    </dgm:pt>
    <dgm:pt modelId="{18D92C34-F7C6-4087-8453-5FB92FD1F78E}" type="pres">
      <dgm:prSet presAssocID="{9E9F3AD4-460A-4777-952A-BC4D37981F19}" presName="diamond" presStyleLbl="bgShp" presStyleIdx="0" presStyleCnt="1"/>
      <dgm:spPr/>
    </dgm:pt>
    <dgm:pt modelId="{BFC24C64-A560-4E87-A65B-ED5EEE55B438}" type="pres">
      <dgm:prSet presAssocID="{9E9F3AD4-460A-4777-952A-BC4D37981F1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673A7CD8-63FD-4568-8ABF-8393B84BC029}" type="pres">
      <dgm:prSet presAssocID="{9E9F3AD4-460A-4777-952A-BC4D37981F1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1B31A64-F364-4EF1-A9F0-8A650BECA8E8}" type="pres">
      <dgm:prSet presAssocID="{9E9F3AD4-460A-4777-952A-BC4D37981F1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924AC84B-6565-4099-AED7-77882659893C}" type="pres">
      <dgm:prSet presAssocID="{9E9F3AD4-460A-4777-952A-BC4D37981F1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AABFE902-619A-4BC3-A70C-8CAEA028EE6C}" type="presOf" srcId="{271CE84C-A831-445F-81ED-66DDB6F33AEB}" destId="{BFC24C64-A560-4E87-A65B-ED5EEE55B438}" srcOrd="0" destOrd="0" presId="urn:microsoft.com/office/officeart/2005/8/layout/matrix3"/>
    <dgm:cxn modelId="{E05A470D-BAB3-46C9-A776-ACE74280713A}" srcId="{9E9F3AD4-460A-4777-952A-BC4D37981F19}" destId="{1CB1180F-F7B5-48C1-AA93-236FCD530F6A}" srcOrd="3" destOrd="0" parTransId="{3253838B-D223-4B41-9D72-25F5F2C656B0}" sibTransId="{442C9F6D-5D89-470A-8E4D-5038955B06EA}"/>
    <dgm:cxn modelId="{26443D30-1D2D-43CB-A11C-60822155EBE4}" type="presOf" srcId="{1CB1180F-F7B5-48C1-AA93-236FCD530F6A}" destId="{924AC84B-6565-4099-AED7-77882659893C}" srcOrd="0" destOrd="0" presId="urn:microsoft.com/office/officeart/2005/8/layout/matrix3"/>
    <dgm:cxn modelId="{9F46D860-C36C-4240-A5D8-933491BE15F3}" srcId="{9E9F3AD4-460A-4777-952A-BC4D37981F19}" destId="{6272B807-BF20-4C5D-AD7A-01B280C1B342}" srcOrd="1" destOrd="0" parTransId="{8E88157B-F7BF-4827-B018-DB554D2C4E41}" sibTransId="{13F566AD-4E08-43D6-8153-D38E7F6E24B6}"/>
    <dgm:cxn modelId="{E4E2AB4F-5A02-4FAB-A0E6-BE7556862A96}" type="presOf" srcId="{6272B807-BF20-4C5D-AD7A-01B280C1B342}" destId="{673A7CD8-63FD-4568-8ABF-8393B84BC029}" srcOrd="0" destOrd="0" presId="urn:microsoft.com/office/officeart/2005/8/layout/matrix3"/>
    <dgm:cxn modelId="{08BB8054-D0BC-41B3-A16A-ECB1217AD7D8}" type="presOf" srcId="{9E9F3AD4-460A-4777-952A-BC4D37981F19}" destId="{E56EB746-66D6-4F90-BE09-1024FC86B861}" srcOrd="0" destOrd="0" presId="urn:microsoft.com/office/officeart/2005/8/layout/matrix3"/>
    <dgm:cxn modelId="{D6D7ABCD-EAFA-4522-9BFF-18CF8189DD00}" srcId="{9E9F3AD4-460A-4777-952A-BC4D37981F19}" destId="{46F687F7-0D3E-4ED3-9BF6-D1D3BE8951C1}" srcOrd="2" destOrd="0" parTransId="{D1E8C100-F3C3-4DF3-8AFE-717DE74E0F7E}" sibTransId="{7E3DA371-3492-4952-AE1D-E804A761DEB1}"/>
    <dgm:cxn modelId="{6C1038DA-B119-48B3-A886-E8DC2D1A300B}" type="presOf" srcId="{46F687F7-0D3E-4ED3-9BF6-D1D3BE8951C1}" destId="{B1B31A64-F364-4EF1-A9F0-8A650BECA8E8}" srcOrd="0" destOrd="0" presId="urn:microsoft.com/office/officeart/2005/8/layout/matrix3"/>
    <dgm:cxn modelId="{C61641FB-D64C-4924-AAAA-351470411076}" srcId="{9E9F3AD4-460A-4777-952A-BC4D37981F19}" destId="{271CE84C-A831-445F-81ED-66DDB6F33AEB}" srcOrd="0" destOrd="0" parTransId="{12F3A963-5669-4914-B112-5F86DAE3626B}" sibTransId="{926CC963-C18F-4882-A4C2-FBC3EB4D4C66}"/>
    <dgm:cxn modelId="{29016C6D-C17C-4E16-BDD3-D8B20E1EE1DA}" type="presParOf" srcId="{E56EB746-66D6-4F90-BE09-1024FC86B861}" destId="{18D92C34-F7C6-4087-8453-5FB92FD1F78E}" srcOrd="0" destOrd="0" presId="urn:microsoft.com/office/officeart/2005/8/layout/matrix3"/>
    <dgm:cxn modelId="{06D00F95-42B4-4F4D-B893-EF3E029916DC}" type="presParOf" srcId="{E56EB746-66D6-4F90-BE09-1024FC86B861}" destId="{BFC24C64-A560-4E87-A65B-ED5EEE55B438}" srcOrd="1" destOrd="0" presId="urn:microsoft.com/office/officeart/2005/8/layout/matrix3"/>
    <dgm:cxn modelId="{3B2D9061-2248-4B37-AB6C-B0971FCD6D4A}" type="presParOf" srcId="{E56EB746-66D6-4F90-BE09-1024FC86B861}" destId="{673A7CD8-63FD-4568-8ABF-8393B84BC029}" srcOrd="2" destOrd="0" presId="urn:microsoft.com/office/officeart/2005/8/layout/matrix3"/>
    <dgm:cxn modelId="{506F005C-B7C2-406C-A845-B1E27B9B1A4D}" type="presParOf" srcId="{E56EB746-66D6-4F90-BE09-1024FC86B861}" destId="{B1B31A64-F364-4EF1-A9F0-8A650BECA8E8}" srcOrd="3" destOrd="0" presId="urn:microsoft.com/office/officeart/2005/8/layout/matrix3"/>
    <dgm:cxn modelId="{3CAC9213-A89F-4794-BC3A-D4C26F6155FE}" type="presParOf" srcId="{E56EB746-66D6-4F90-BE09-1024FC86B861}" destId="{924AC84B-6565-4099-AED7-77882659893C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9E88E6DE-1BDA-498C-8A2A-4F5FEF7FC87A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B55CC1F-85E7-4B93-B5C3-C5C82EEE62AA}">
      <dgm:prSet/>
      <dgm:spPr/>
      <dgm:t>
        <a:bodyPr/>
        <a:lstStyle/>
        <a:p>
          <a:r>
            <a:rPr lang="uk-UA" b="0" i="0"/>
            <a:t>укладення Берестейської церковної унії</a:t>
          </a:r>
          <a:endParaRPr lang="uk-UA"/>
        </a:p>
      </dgm:t>
    </dgm:pt>
    <dgm:pt modelId="{CA94281D-FBF6-4814-B6B7-63AD920FC835}" type="parTrans" cxnId="{BAE3E37F-B694-4017-9659-0A1F2D48E39D}">
      <dgm:prSet/>
      <dgm:spPr/>
      <dgm:t>
        <a:bodyPr/>
        <a:lstStyle/>
        <a:p>
          <a:endParaRPr lang="uk-UA"/>
        </a:p>
      </dgm:t>
    </dgm:pt>
    <dgm:pt modelId="{EE248363-AA24-419D-8360-FF5802F3505F}" type="sibTrans" cxnId="{BAE3E37F-B694-4017-9659-0A1F2D48E39D}">
      <dgm:prSet/>
      <dgm:spPr/>
      <dgm:t>
        <a:bodyPr/>
        <a:lstStyle/>
        <a:p>
          <a:endParaRPr lang="uk-UA"/>
        </a:p>
      </dgm:t>
    </dgm:pt>
    <dgm:pt modelId="{A3DC0667-A985-4A22-8224-D4A06B32A7AF}">
      <dgm:prSet/>
      <dgm:spPr/>
      <dgm:t>
        <a:bodyPr/>
        <a:lstStyle/>
        <a:p>
          <a:r>
            <a:rPr lang="uk-UA" b="0" i="0"/>
            <a:t>створення козацьких літописів Г. Граб’янки та С. Величка</a:t>
          </a:r>
          <a:endParaRPr lang="uk-UA"/>
        </a:p>
      </dgm:t>
    </dgm:pt>
    <dgm:pt modelId="{E500A715-063A-4080-918B-C26E39BDC914}" type="parTrans" cxnId="{7C52B2F8-A271-408C-B2E3-101241FE75C8}">
      <dgm:prSet/>
      <dgm:spPr/>
      <dgm:t>
        <a:bodyPr/>
        <a:lstStyle/>
        <a:p>
          <a:endParaRPr lang="uk-UA"/>
        </a:p>
      </dgm:t>
    </dgm:pt>
    <dgm:pt modelId="{71F6E4D9-A40A-46C1-B701-2DF0E3CF09A2}" type="sibTrans" cxnId="{7C52B2F8-A271-408C-B2E3-101241FE75C8}">
      <dgm:prSet/>
      <dgm:spPr/>
      <dgm:t>
        <a:bodyPr/>
        <a:lstStyle/>
        <a:p>
          <a:endParaRPr lang="uk-UA"/>
        </a:p>
      </dgm:t>
    </dgm:pt>
    <dgm:pt modelId="{3AD262FA-B80E-4560-83A5-6E3BCEA5427C}">
      <dgm:prSet/>
      <dgm:spPr/>
      <dgm:t>
        <a:bodyPr/>
        <a:lstStyle/>
        <a:p>
          <a:r>
            <a:rPr lang="uk-UA" b="0" i="0"/>
            <a:t>відновлення в Речі Посполитій вищої православної ієрархії на чолі з митрополитом Й. Борецьким</a:t>
          </a:r>
          <a:endParaRPr lang="uk-UA"/>
        </a:p>
      </dgm:t>
    </dgm:pt>
    <dgm:pt modelId="{0076FC58-999A-4E9D-85D7-8F0740C6B0D7}" type="parTrans" cxnId="{2383AB09-3260-4748-A308-CD1AD15F0125}">
      <dgm:prSet/>
      <dgm:spPr/>
      <dgm:t>
        <a:bodyPr/>
        <a:lstStyle/>
        <a:p>
          <a:endParaRPr lang="uk-UA"/>
        </a:p>
      </dgm:t>
    </dgm:pt>
    <dgm:pt modelId="{52B226C4-A561-42DF-8D06-9D7EC3858F09}" type="sibTrans" cxnId="{2383AB09-3260-4748-A308-CD1AD15F0125}">
      <dgm:prSet/>
      <dgm:spPr/>
      <dgm:t>
        <a:bodyPr/>
        <a:lstStyle/>
        <a:p>
          <a:endParaRPr lang="uk-UA"/>
        </a:p>
      </dgm:t>
    </dgm:pt>
    <dgm:pt modelId="{60948036-A830-4C6B-85E8-16DA9CEDDC59}" type="pres">
      <dgm:prSet presAssocID="{9E88E6DE-1BDA-498C-8A2A-4F5FEF7FC87A}" presName="Name0" presStyleCnt="0">
        <dgm:presLayoutVars>
          <dgm:chMax val="7"/>
          <dgm:chPref val="7"/>
          <dgm:dir/>
        </dgm:presLayoutVars>
      </dgm:prSet>
      <dgm:spPr/>
    </dgm:pt>
    <dgm:pt modelId="{A53676FA-D4F1-44A5-940C-80EF38B95D59}" type="pres">
      <dgm:prSet presAssocID="{9E88E6DE-1BDA-498C-8A2A-4F5FEF7FC87A}" presName="Name1" presStyleCnt="0"/>
      <dgm:spPr/>
    </dgm:pt>
    <dgm:pt modelId="{02FEF188-0763-4EC8-B4B3-7FFCE8B636B5}" type="pres">
      <dgm:prSet presAssocID="{9E88E6DE-1BDA-498C-8A2A-4F5FEF7FC87A}" presName="cycle" presStyleCnt="0"/>
      <dgm:spPr/>
    </dgm:pt>
    <dgm:pt modelId="{196A7C7E-205B-47B4-B965-EA115B0126AA}" type="pres">
      <dgm:prSet presAssocID="{9E88E6DE-1BDA-498C-8A2A-4F5FEF7FC87A}" presName="srcNode" presStyleLbl="node1" presStyleIdx="0" presStyleCnt="3"/>
      <dgm:spPr/>
    </dgm:pt>
    <dgm:pt modelId="{2D3E8EA5-22DE-4CCE-AD33-5B4E4C6101DC}" type="pres">
      <dgm:prSet presAssocID="{9E88E6DE-1BDA-498C-8A2A-4F5FEF7FC87A}" presName="conn" presStyleLbl="parChTrans1D2" presStyleIdx="0" presStyleCnt="1"/>
      <dgm:spPr/>
    </dgm:pt>
    <dgm:pt modelId="{018F37C5-DB21-48D0-976D-BF27BF74BB98}" type="pres">
      <dgm:prSet presAssocID="{9E88E6DE-1BDA-498C-8A2A-4F5FEF7FC87A}" presName="extraNode" presStyleLbl="node1" presStyleIdx="0" presStyleCnt="3"/>
      <dgm:spPr/>
    </dgm:pt>
    <dgm:pt modelId="{A2D76058-660E-4EA9-A959-77E90480D48C}" type="pres">
      <dgm:prSet presAssocID="{9E88E6DE-1BDA-498C-8A2A-4F5FEF7FC87A}" presName="dstNode" presStyleLbl="node1" presStyleIdx="0" presStyleCnt="3"/>
      <dgm:spPr/>
    </dgm:pt>
    <dgm:pt modelId="{CF0565E2-6D24-4E6F-AC04-07392953145F}" type="pres">
      <dgm:prSet presAssocID="{7B55CC1F-85E7-4B93-B5C3-C5C82EEE62AA}" presName="text_1" presStyleLbl="node1" presStyleIdx="0" presStyleCnt="3">
        <dgm:presLayoutVars>
          <dgm:bulletEnabled val="1"/>
        </dgm:presLayoutVars>
      </dgm:prSet>
      <dgm:spPr/>
    </dgm:pt>
    <dgm:pt modelId="{EA541E41-B6EF-42EB-AF1E-E77A9D2EF68B}" type="pres">
      <dgm:prSet presAssocID="{7B55CC1F-85E7-4B93-B5C3-C5C82EEE62AA}" presName="accent_1" presStyleCnt="0"/>
      <dgm:spPr/>
    </dgm:pt>
    <dgm:pt modelId="{6C81CCAD-6E1C-49D7-8930-27B274216C3A}" type="pres">
      <dgm:prSet presAssocID="{7B55CC1F-85E7-4B93-B5C3-C5C82EEE62AA}" presName="accentRepeatNode" presStyleLbl="solidFgAcc1" presStyleIdx="0" presStyleCnt="3"/>
      <dgm:spPr/>
    </dgm:pt>
    <dgm:pt modelId="{5754CBCA-4762-4074-9D46-268C7F604B42}" type="pres">
      <dgm:prSet presAssocID="{A3DC0667-A985-4A22-8224-D4A06B32A7AF}" presName="text_2" presStyleLbl="node1" presStyleIdx="1" presStyleCnt="3">
        <dgm:presLayoutVars>
          <dgm:bulletEnabled val="1"/>
        </dgm:presLayoutVars>
      </dgm:prSet>
      <dgm:spPr/>
    </dgm:pt>
    <dgm:pt modelId="{6124CB6A-05BF-4F5B-9B3F-38DBC6F09143}" type="pres">
      <dgm:prSet presAssocID="{A3DC0667-A985-4A22-8224-D4A06B32A7AF}" presName="accent_2" presStyleCnt="0"/>
      <dgm:spPr/>
    </dgm:pt>
    <dgm:pt modelId="{47EFF80E-B75E-4A71-A427-C36EDA4B211F}" type="pres">
      <dgm:prSet presAssocID="{A3DC0667-A985-4A22-8224-D4A06B32A7AF}" presName="accentRepeatNode" presStyleLbl="solidFgAcc1" presStyleIdx="1" presStyleCnt="3"/>
      <dgm:spPr/>
    </dgm:pt>
    <dgm:pt modelId="{D999D06D-540D-4F5A-A126-2276C231F043}" type="pres">
      <dgm:prSet presAssocID="{3AD262FA-B80E-4560-83A5-6E3BCEA5427C}" presName="text_3" presStyleLbl="node1" presStyleIdx="2" presStyleCnt="3">
        <dgm:presLayoutVars>
          <dgm:bulletEnabled val="1"/>
        </dgm:presLayoutVars>
      </dgm:prSet>
      <dgm:spPr/>
    </dgm:pt>
    <dgm:pt modelId="{A97FF019-1CD1-4C57-AEA3-BC47DA411BCF}" type="pres">
      <dgm:prSet presAssocID="{3AD262FA-B80E-4560-83A5-6E3BCEA5427C}" presName="accent_3" presStyleCnt="0"/>
      <dgm:spPr/>
    </dgm:pt>
    <dgm:pt modelId="{45D8C726-B4A3-425B-9A8D-C81DE3825FCD}" type="pres">
      <dgm:prSet presAssocID="{3AD262FA-B80E-4560-83A5-6E3BCEA5427C}" presName="accentRepeatNode" presStyleLbl="solidFgAcc1" presStyleIdx="2" presStyleCnt="3"/>
      <dgm:spPr/>
    </dgm:pt>
  </dgm:ptLst>
  <dgm:cxnLst>
    <dgm:cxn modelId="{2383AB09-3260-4748-A308-CD1AD15F0125}" srcId="{9E88E6DE-1BDA-498C-8A2A-4F5FEF7FC87A}" destId="{3AD262FA-B80E-4560-83A5-6E3BCEA5427C}" srcOrd="2" destOrd="0" parTransId="{0076FC58-999A-4E9D-85D7-8F0740C6B0D7}" sibTransId="{52B226C4-A561-42DF-8D06-9D7EC3858F09}"/>
    <dgm:cxn modelId="{67319D19-39A0-41CD-AD65-E321ED8A63C7}" type="presOf" srcId="{7B55CC1F-85E7-4B93-B5C3-C5C82EEE62AA}" destId="{CF0565E2-6D24-4E6F-AC04-07392953145F}" srcOrd="0" destOrd="0" presId="urn:microsoft.com/office/officeart/2008/layout/VerticalCurvedList"/>
    <dgm:cxn modelId="{E937A045-3AAD-4CEC-926E-67187F0342A3}" type="presOf" srcId="{EE248363-AA24-419D-8360-FF5802F3505F}" destId="{2D3E8EA5-22DE-4CCE-AD33-5B4E4C6101DC}" srcOrd="0" destOrd="0" presId="urn:microsoft.com/office/officeart/2008/layout/VerticalCurvedList"/>
    <dgm:cxn modelId="{84314468-6605-4156-9B3E-3AA1FF0CE908}" type="presOf" srcId="{3AD262FA-B80E-4560-83A5-6E3BCEA5427C}" destId="{D999D06D-540D-4F5A-A126-2276C231F043}" srcOrd="0" destOrd="0" presId="urn:microsoft.com/office/officeart/2008/layout/VerticalCurvedList"/>
    <dgm:cxn modelId="{1AAA894B-A811-48E2-88E6-BDDB520BF2A4}" type="presOf" srcId="{9E88E6DE-1BDA-498C-8A2A-4F5FEF7FC87A}" destId="{60948036-A830-4C6B-85E8-16DA9CEDDC59}" srcOrd="0" destOrd="0" presId="urn:microsoft.com/office/officeart/2008/layout/VerticalCurvedList"/>
    <dgm:cxn modelId="{BAE3E37F-B694-4017-9659-0A1F2D48E39D}" srcId="{9E88E6DE-1BDA-498C-8A2A-4F5FEF7FC87A}" destId="{7B55CC1F-85E7-4B93-B5C3-C5C82EEE62AA}" srcOrd="0" destOrd="0" parTransId="{CA94281D-FBF6-4814-B6B7-63AD920FC835}" sibTransId="{EE248363-AA24-419D-8360-FF5802F3505F}"/>
    <dgm:cxn modelId="{CDD1F595-2E43-4D63-8FEB-FF7DF5676680}" type="presOf" srcId="{A3DC0667-A985-4A22-8224-D4A06B32A7AF}" destId="{5754CBCA-4762-4074-9D46-268C7F604B42}" srcOrd="0" destOrd="0" presId="urn:microsoft.com/office/officeart/2008/layout/VerticalCurvedList"/>
    <dgm:cxn modelId="{7C52B2F8-A271-408C-B2E3-101241FE75C8}" srcId="{9E88E6DE-1BDA-498C-8A2A-4F5FEF7FC87A}" destId="{A3DC0667-A985-4A22-8224-D4A06B32A7AF}" srcOrd="1" destOrd="0" parTransId="{E500A715-063A-4080-918B-C26E39BDC914}" sibTransId="{71F6E4D9-A40A-46C1-B701-2DF0E3CF09A2}"/>
    <dgm:cxn modelId="{9DB3C947-C79E-4436-9D5B-29A83EF8B769}" type="presParOf" srcId="{60948036-A830-4C6B-85E8-16DA9CEDDC59}" destId="{A53676FA-D4F1-44A5-940C-80EF38B95D59}" srcOrd="0" destOrd="0" presId="urn:microsoft.com/office/officeart/2008/layout/VerticalCurvedList"/>
    <dgm:cxn modelId="{56DCB5C3-D371-4523-9C67-D2A0D168B63C}" type="presParOf" srcId="{A53676FA-D4F1-44A5-940C-80EF38B95D59}" destId="{02FEF188-0763-4EC8-B4B3-7FFCE8B636B5}" srcOrd="0" destOrd="0" presId="urn:microsoft.com/office/officeart/2008/layout/VerticalCurvedList"/>
    <dgm:cxn modelId="{F125FF67-D763-49BB-9C7B-430DC3C8DEF1}" type="presParOf" srcId="{02FEF188-0763-4EC8-B4B3-7FFCE8B636B5}" destId="{196A7C7E-205B-47B4-B965-EA115B0126AA}" srcOrd="0" destOrd="0" presId="urn:microsoft.com/office/officeart/2008/layout/VerticalCurvedList"/>
    <dgm:cxn modelId="{5EAB3D73-ADB7-445F-8219-45148F3FC0EC}" type="presParOf" srcId="{02FEF188-0763-4EC8-B4B3-7FFCE8B636B5}" destId="{2D3E8EA5-22DE-4CCE-AD33-5B4E4C6101DC}" srcOrd="1" destOrd="0" presId="urn:microsoft.com/office/officeart/2008/layout/VerticalCurvedList"/>
    <dgm:cxn modelId="{E728558B-586B-4BE3-9F65-926D99D78F96}" type="presParOf" srcId="{02FEF188-0763-4EC8-B4B3-7FFCE8B636B5}" destId="{018F37C5-DB21-48D0-976D-BF27BF74BB98}" srcOrd="2" destOrd="0" presId="urn:microsoft.com/office/officeart/2008/layout/VerticalCurvedList"/>
    <dgm:cxn modelId="{280E424D-AA32-4DF5-BFBC-20124E4B68A2}" type="presParOf" srcId="{02FEF188-0763-4EC8-B4B3-7FFCE8B636B5}" destId="{A2D76058-660E-4EA9-A959-77E90480D48C}" srcOrd="3" destOrd="0" presId="urn:microsoft.com/office/officeart/2008/layout/VerticalCurvedList"/>
    <dgm:cxn modelId="{C30C1373-D351-4174-AFCF-E2B0039E5DC9}" type="presParOf" srcId="{A53676FA-D4F1-44A5-940C-80EF38B95D59}" destId="{CF0565E2-6D24-4E6F-AC04-07392953145F}" srcOrd="1" destOrd="0" presId="urn:microsoft.com/office/officeart/2008/layout/VerticalCurvedList"/>
    <dgm:cxn modelId="{58ADA21E-CF8E-44F1-9610-7AE034425591}" type="presParOf" srcId="{A53676FA-D4F1-44A5-940C-80EF38B95D59}" destId="{EA541E41-B6EF-42EB-AF1E-E77A9D2EF68B}" srcOrd="2" destOrd="0" presId="urn:microsoft.com/office/officeart/2008/layout/VerticalCurvedList"/>
    <dgm:cxn modelId="{D33EA704-AE76-440D-826C-BC9D4A3E27DD}" type="presParOf" srcId="{EA541E41-B6EF-42EB-AF1E-E77A9D2EF68B}" destId="{6C81CCAD-6E1C-49D7-8930-27B274216C3A}" srcOrd="0" destOrd="0" presId="urn:microsoft.com/office/officeart/2008/layout/VerticalCurvedList"/>
    <dgm:cxn modelId="{753E0805-EFEE-4F75-AF93-4216AEF4C8ED}" type="presParOf" srcId="{A53676FA-D4F1-44A5-940C-80EF38B95D59}" destId="{5754CBCA-4762-4074-9D46-268C7F604B42}" srcOrd="3" destOrd="0" presId="urn:microsoft.com/office/officeart/2008/layout/VerticalCurvedList"/>
    <dgm:cxn modelId="{7422EF24-8D9F-4CF1-893B-87422482526E}" type="presParOf" srcId="{A53676FA-D4F1-44A5-940C-80EF38B95D59}" destId="{6124CB6A-05BF-4F5B-9B3F-38DBC6F09143}" srcOrd="4" destOrd="0" presId="urn:microsoft.com/office/officeart/2008/layout/VerticalCurvedList"/>
    <dgm:cxn modelId="{40FB00BC-3131-40A3-8828-6780A860CE60}" type="presParOf" srcId="{6124CB6A-05BF-4F5B-9B3F-38DBC6F09143}" destId="{47EFF80E-B75E-4A71-A427-C36EDA4B211F}" srcOrd="0" destOrd="0" presId="urn:microsoft.com/office/officeart/2008/layout/VerticalCurvedList"/>
    <dgm:cxn modelId="{2E82D5C9-E2E5-4AEB-9EC0-541168CA3A41}" type="presParOf" srcId="{A53676FA-D4F1-44A5-940C-80EF38B95D59}" destId="{D999D06D-540D-4F5A-A126-2276C231F043}" srcOrd="5" destOrd="0" presId="urn:microsoft.com/office/officeart/2008/layout/VerticalCurvedList"/>
    <dgm:cxn modelId="{AD99C920-ADEB-4F03-BBAB-3F19964B5D6D}" type="presParOf" srcId="{A53676FA-D4F1-44A5-940C-80EF38B95D59}" destId="{A97FF019-1CD1-4C57-AEA3-BC47DA411BCF}" srcOrd="6" destOrd="0" presId="urn:microsoft.com/office/officeart/2008/layout/VerticalCurvedList"/>
    <dgm:cxn modelId="{B8DEC691-8D5A-4378-B04E-DE4368414B72}" type="presParOf" srcId="{A97FF019-1CD1-4C57-AEA3-BC47DA411BCF}" destId="{45D8C726-B4A3-425B-9A8D-C81DE3825FCD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4931CA15-4D56-45F2-9C44-7024FB4759E4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7261AC9-3C9E-4493-A773-E62BB2C4A4C9}">
      <dgm:prSet/>
      <dgm:spPr/>
      <dgm:t>
        <a:bodyPr/>
        <a:lstStyle/>
        <a:p>
          <a:r>
            <a:rPr lang="uk-UA" b="0" i="0"/>
            <a:t>видання Ш. Фіолем у Кракові перших східнослов’янських книг кириличним шрифтом «Часослова» та «Октоїха»</a:t>
          </a:r>
          <a:endParaRPr lang="uk-UA"/>
        </a:p>
      </dgm:t>
    </dgm:pt>
    <dgm:pt modelId="{ADDBAC47-759A-40DF-A13F-8C9E103101C8}" type="parTrans" cxnId="{2257AF30-7669-45DB-A3E7-3959C9E37F24}">
      <dgm:prSet/>
      <dgm:spPr/>
      <dgm:t>
        <a:bodyPr/>
        <a:lstStyle/>
        <a:p>
          <a:endParaRPr lang="uk-UA"/>
        </a:p>
      </dgm:t>
    </dgm:pt>
    <dgm:pt modelId="{0A958AB3-3030-447D-A8D5-AE1ABA80EA9F}" type="sibTrans" cxnId="{2257AF30-7669-45DB-A3E7-3959C9E37F24}">
      <dgm:prSet/>
      <dgm:spPr/>
      <dgm:t>
        <a:bodyPr/>
        <a:lstStyle/>
        <a:p>
          <a:endParaRPr lang="uk-UA"/>
        </a:p>
      </dgm:t>
    </dgm:pt>
    <dgm:pt modelId="{F0DD0EE6-0AE8-4AF3-BD32-1B3E569EBEB2}">
      <dgm:prSet/>
      <dgm:spPr/>
      <dgm:t>
        <a:bodyPr/>
        <a:lstStyle/>
        <a:p>
          <a:r>
            <a:rPr lang="uk-UA" b="0" i="0"/>
            <a:t>створення в Острозі першої на українських землях слов’яно-греко-латинської школи</a:t>
          </a:r>
          <a:endParaRPr lang="uk-UA"/>
        </a:p>
      </dgm:t>
    </dgm:pt>
    <dgm:pt modelId="{3CA01E9D-BD27-4750-97C3-37969C3CB53E}" type="parTrans" cxnId="{16059957-E3F0-4562-8B89-B5206E9189EE}">
      <dgm:prSet/>
      <dgm:spPr/>
      <dgm:t>
        <a:bodyPr/>
        <a:lstStyle/>
        <a:p>
          <a:endParaRPr lang="uk-UA"/>
        </a:p>
      </dgm:t>
    </dgm:pt>
    <dgm:pt modelId="{BAE962C4-F7EB-4EA2-8004-9E35D4831E2F}" type="sibTrans" cxnId="{16059957-E3F0-4562-8B89-B5206E9189EE}">
      <dgm:prSet/>
      <dgm:spPr/>
      <dgm:t>
        <a:bodyPr/>
        <a:lstStyle/>
        <a:p>
          <a:endParaRPr lang="uk-UA"/>
        </a:p>
      </dgm:t>
    </dgm:pt>
    <dgm:pt modelId="{2D342086-2845-40F8-93FA-9CD331F1C813}">
      <dgm:prSet/>
      <dgm:spPr/>
      <dgm:t>
        <a:bodyPr/>
        <a:lstStyle/>
        <a:p>
          <a:r>
            <a:rPr lang="uk-UA" b="0" i="0"/>
            <a:t>спорудження в Козельці І. Григоровичем-Барським собору Різдва Богородиці</a:t>
          </a:r>
          <a:endParaRPr lang="uk-UA"/>
        </a:p>
      </dgm:t>
    </dgm:pt>
    <dgm:pt modelId="{98E4E995-D8D9-4057-88B8-D1960DFAE032}" type="parTrans" cxnId="{746DDB93-96F9-4FBB-BB26-9687D831628A}">
      <dgm:prSet/>
      <dgm:spPr/>
      <dgm:t>
        <a:bodyPr/>
        <a:lstStyle/>
        <a:p>
          <a:endParaRPr lang="uk-UA"/>
        </a:p>
      </dgm:t>
    </dgm:pt>
    <dgm:pt modelId="{C2302CB4-2D50-45A6-9835-A4C377BCAFCE}" type="sibTrans" cxnId="{746DDB93-96F9-4FBB-BB26-9687D831628A}">
      <dgm:prSet/>
      <dgm:spPr/>
      <dgm:t>
        <a:bodyPr/>
        <a:lstStyle/>
        <a:p>
          <a:endParaRPr lang="uk-UA"/>
        </a:p>
      </dgm:t>
    </dgm:pt>
    <dgm:pt modelId="{ED0D2BB2-3D27-4CEF-9ABA-F8AAA5A42C3E}" type="pres">
      <dgm:prSet presAssocID="{4931CA15-4D56-45F2-9C44-7024FB4759E4}" presName="Name0" presStyleCnt="0">
        <dgm:presLayoutVars>
          <dgm:chMax val="7"/>
          <dgm:chPref val="7"/>
          <dgm:dir/>
        </dgm:presLayoutVars>
      </dgm:prSet>
      <dgm:spPr/>
    </dgm:pt>
    <dgm:pt modelId="{CC24DEE9-992A-4C04-ACC1-5A195CA9CC1D}" type="pres">
      <dgm:prSet presAssocID="{4931CA15-4D56-45F2-9C44-7024FB4759E4}" presName="Name1" presStyleCnt="0"/>
      <dgm:spPr/>
    </dgm:pt>
    <dgm:pt modelId="{0CE53F1A-4681-4BE8-A99E-29F880003F75}" type="pres">
      <dgm:prSet presAssocID="{4931CA15-4D56-45F2-9C44-7024FB4759E4}" presName="cycle" presStyleCnt="0"/>
      <dgm:spPr/>
    </dgm:pt>
    <dgm:pt modelId="{7C1CA00C-7F72-4030-9565-53E45122743D}" type="pres">
      <dgm:prSet presAssocID="{4931CA15-4D56-45F2-9C44-7024FB4759E4}" presName="srcNode" presStyleLbl="node1" presStyleIdx="0" presStyleCnt="3"/>
      <dgm:spPr/>
    </dgm:pt>
    <dgm:pt modelId="{481FE932-A718-4DAF-9B67-82C2540726B3}" type="pres">
      <dgm:prSet presAssocID="{4931CA15-4D56-45F2-9C44-7024FB4759E4}" presName="conn" presStyleLbl="parChTrans1D2" presStyleIdx="0" presStyleCnt="1"/>
      <dgm:spPr/>
    </dgm:pt>
    <dgm:pt modelId="{689C54D1-EB03-4D72-B5C3-9CFF1B699F3F}" type="pres">
      <dgm:prSet presAssocID="{4931CA15-4D56-45F2-9C44-7024FB4759E4}" presName="extraNode" presStyleLbl="node1" presStyleIdx="0" presStyleCnt="3"/>
      <dgm:spPr/>
    </dgm:pt>
    <dgm:pt modelId="{ECFCFE8D-89EB-40FD-AB89-048EC8099396}" type="pres">
      <dgm:prSet presAssocID="{4931CA15-4D56-45F2-9C44-7024FB4759E4}" presName="dstNode" presStyleLbl="node1" presStyleIdx="0" presStyleCnt="3"/>
      <dgm:spPr/>
    </dgm:pt>
    <dgm:pt modelId="{EDAE9F41-16E2-4302-AF84-37A158FB78E7}" type="pres">
      <dgm:prSet presAssocID="{47261AC9-3C9E-4493-A773-E62BB2C4A4C9}" presName="text_1" presStyleLbl="node1" presStyleIdx="0" presStyleCnt="3">
        <dgm:presLayoutVars>
          <dgm:bulletEnabled val="1"/>
        </dgm:presLayoutVars>
      </dgm:prSet>
      <dgm:spPr/>
    </dgm:pt>
    <dgm:pt modelId="{C6207350-2641-4D5D-ABD3-44856B016F59}" type="pres">
      <dgm:prSet presAssocID="{47261AC9-3C9E-4493-A773-E62BB2C4A4C9}" presName="accent_1" presStyleCnt="0"/>
      <dgm:spPr/>
    </dgm:pt>
    <dgm:pt modelId="{AFDFC737-9F67-41FA-88FF-A992068E546B}" type="pres">
      <dgm:prSet presAssocID="{47261AC9-3C9E-4493-A773-E62BB2C4A4C9}" presName="accentRepeatNode" presStyleLbl="solidFgAcc1" presStyleIdx="0" presStyleCnt="3"/>
      <dgm:spPr/>
    </dgm:pt>
    <dgm:pt modelId="{565D141B-ABEF-44C3-9228-9915EB55B139}" type="pres">
      <dgm:prSet presAssocID="{F0DD0EE6-0AE8-4AF3-BD32-1B3E569EBEB2}" presName="text_2" presStyleLbl="node1" presStyleIdx="1" presStyleCnt="3">
        <dgm:presLayoutVars>
          <dgm:bulletEnabled val="1"/>
        </dgm:presLayoutVars>
      </dgm:prSet>
      <dgm:spPr/>
    </dgm:pt>
    <dgm:pt modelId="{A30D37F8-19C5-460D-B1A4-201AD5B38366}" type="pres">
      <dgm:prSet presAssocID="{F0DD0EE6-0AE8-4AF3-BD32-1B3E569EBEB2}" presName="accent_2" presStyleCnt="0"/>
      <dgm:spPr/>
    </dgm:pt>
    <dgm:pt modelId="{DDD71486-91DC-40DA-9EFB-B480724D29AD}" type="pres">
      <dgm:prSet presAssocID="{F0DD0EE6-0AE8-4AF3-BD32-1B3E569EBEB2}" presName="accentRepeatNode" presStyleLbl="solidFgAcc1" presStyleIdx="1" presStyleCnt="3"/>
      <dgm:spPr/>
    </dgm:pt>
    <dgm:pt modelId="{E5778179-1A66-478F-BD1B-B6619DEF1ED3}" type="pres">
      <dgm:prSet presAssocID="{2D342086-2845-40F8-93FA-9CD331F1C813}" presName="text_3" presStyleLbl="node1" presStyleIdx="2" presStyleCnt="3">
        <dgm:presLayoutVars>
          <dgm:bulletEnabled val="1"/>
        </dgm:presLayoutVars>
      </dgm:prSet>
      <dgm:spPr/>
    </dgm:pt>
    <dgm:pt modelId="{4E696298-48FE-47A1-AC65-A94FC7EDCEF8}" type="pres">
      <dgm:prSet presAssocID="{2D342086-2845-40F8-93FA-9CD331F1C813}" presName="accent_3" presStyleCnt="0"/>
      <dgm:spPr/>
    </dgm:pt>
    <dgm:pt modelId="{933D222F-3A37-41EA-931C-4D0A545E1717}" type="pres">
      <dgm:prSet presAssocID="{2D342086-2845-40F8-93FA-9CD331F1C813}" presName="accentRepeatNode" presStyleLbl="solidFgAcc1" presStyleIdx="2" presStyleCnt="3"/>
      <dgm:spPr/>
    </dgm:pt>
  </dgm:ptLst>
  <dgm:cxnLst>
    <dgm:cxn modelId="{2257AF30-7669-45DB-A3E7-3959C9E37F24}" srcId="{4931CA15-4D56-45F2-9C44-7024FB4759E4}" destId="{47261AC9-3C9E-4493-A773-E62BB2C4A4C9}" srcOrd="0" destOrd="0" parTransId="{ADDBAC47-759A-40DF-A13F-8C9E103101C8}" sibTransId="{0A958AB3-3030-447D-A8D5-AE1ABA80EA9F}"/>
    <dgm:cxn modelId="{5F1B3747-6BEE-4278-9A80-712D941E0B6B}" type="presOf" srcId="{F0DD0EE6-0AE8-4AF3-BD32-1B3E569EBEB2}" destId="{565D141B-ABEF-44C3-9228-9915EB55B139}" srcOrd="0" destOrd="0" presId="urn:microsoft.com/office/officeart/2008/layout/VerticalCurvedList"/>
    <dgm:cxn modelId="{16059957-E3F0-4562-8B89-B5206E9189EE}" srcId="{4931CA15-4D56-45F2-9C44-7024FB4759E4}" destId="{F0DD0EE6-0AE8-4AF3-BD32-1B3E569EBEB2}" srcOrd="1" destOrd="0" parTransId="{3CA01E9D-BD27-4750-97C3-37969C3CB53E}" sibTransId="{BAE962C4-F7EB-4EA2-8004-9E35D4831E2F}"/>
    <dgm:cxn modelId="{746DDB93-96F9-4FBB-BB26-9687D831628A}" srcId="{4931CA15-4D56-45F2-9C44-7024FB4759E4}" destId="{2D342086-2845-40F8-93FA-9CD331F1C813}" srcOrd="2" destOrd="0" parTransId="{98E4E995-D8D9-4057-88B8-D1960DFAE032}" sibTransId="{C2302CB4-2D50-45A6-9835-A4C377BCAFCE}"/>
    <dgm:cxn modelId="{F778B7A4-BA55-4E8D-8A37-21FC18DBD911}" type="presOf" srcId="{47261AC9-3C9E-4493-A773-E62BB2C4A4C9}" destId="{EDAE9F41-16E2-4302-AF84-37A158FB78E7}" srcOrd="0" destOrd="0" presId="urn:microsoft.com/office/officeart/2008/layout/VerticalCurvedList"/>
    <dgm:cxn modelId="{AA73BCB5-8997-4844-B38F-E00086BCAE72}" type="presOf" srcId="{4931CA15-4D56-45F2-9C44-7024FB4759E4}" destId="{ED0D2BB2-3D27-4CEF-9ABA-F8AAA5A42C3E}" srcOrd="0" destOrd="0" presId="urn:microsoft.com/office/officeart/2008/layout/VerticalCurvedList"/>
    <dgm:cxn modelId="{988167DF-6829-4EDE-9813-22B67957E6E0}" type="presOf" srcId="{2D342086-2845-40F8-93FA-9CD331F1C813}" destId="{E5778179-1A66-478F-BD1B-B6619DEF1ED3}" srcOrd="0" destOrd="0" presId="urn:microsoft.com/office/officeart/2008/layout/VerticalCurvedList"/>
    <dgm:cxn modelId="{C537B2E6-8290-4F92-8C2A-D9B3D03C963B}" type="presOf" srcId="{0A958AB3-3030-447D-A8D5-AE1ABA80EA9F}" destId="{481FE932-A718-4DAF-9B67-82C2540726B3}" srcOrd="0" destOrd="0" presId="urn:microsoft.com/office/officeart/2008/layout/VerticalCurvedList"/>
    <dgm:cxn modelId="{38965EF2-9099-42E6-B2BB-AD3EDD11A724}" type="presParOf" srcId="{ED0D2BB2-3D27-4CEF-9ABA-F8AAA5A42C3E}" destId="{CC24DEE9-992A-4C04-ACC1-5A195CA9CC1D}" srcOrd="0" destOrd="0" presId="urn:microsoft.com/office/officeart/2008/layout/VerticalCurvedList"/>
    <dgm:cxn modelId="{19F3EE31-C2A0-4E0B-B858-C8C25A7779CD}" type="presParOf" srcId="{CC24DEE9-992A-4C04-ACC1-5A195CA9CC1D}" destId="{0CE53F1A-4681-4BE8-A99E-29F880003F75}" srcOrd="0" destOrd="0" presId="urn:microsoft.com/office/officeart/2008/layout/VerticalCurvedList"/>
    <dgm:cxn modelId="{B6E5D315-26BF-41E3-973C-14A6D970D105}" type="presParOf" srcId="{0CE53F1A-4681-4BE8-A99E-29F880003F75}" destId="{7C1CA00C-7F72-4030-9565-53E45122743D}" srcOrd="0" destOrd="0" presId="urn:microsoft.com/office/officeart/2008/layout/VerticalCurvedList"/>
    <dgm:cxn modelId="{1D422C61-5A78-4178-BBB1-75427882724F}" type="presParOf" srcId="{0CE53F1A-4681-4BE8-A99E-29F880003F75}" destId="{481FE932-A718-4DAF-9B67-82C2540726B3}" srcOrd="1" destOrd="0" presId="urn:microsoft.com/office/officeart/2008/layout/VerticalCurvedList"/>
    <dgm:cxn modelId="{5DF569B6-F124-47E5-8EA5-E4FE38427A25}" type="presParOf" srcId="{0CE53F1A-4681-4BE8-A99E-29F880003F75}" destId="{689C54D1-EB03-4D72-B5C3-9CFF1B699F3F}" srcOrd="2" destOrd="0" presId="urn:microsoft.com/office/officeart/2008/layout/VerticalCurvedList"/>
    <dgm:cxn modelId="{1D2445D5-E04B-4BD1-A950-314EEE99E897}" type="presParOf" srcId="{0CE53F1A-4681-4BE8-A99E-29F880003F75}" destId="{ECFCFE8D-89EB-40FD-AB89-048EC8099396}" srcOrd="3" destOrd="0" presId="urn:microsoft.com/office/officeart/2008/layout/VerticalCurvedList"/>
    <dgm:cxn modelId="{E823D67B-1E97-4976-A470-FA0569D00B8C}" type="presParOf" srcId="{CC24DEE9-992A-4C04-ACC1-5A195CA9CC1D}" destId="{EDAE9F41-16E2-4302-AF84-37A158FB78E7}" srcOrd="1" destOrd="0" presId="urn:microsoft.com/office/officeart/2008/layout/VerticalCurvedList"/>
    <dgm:cxn modelId="{1D3F1AAF-8E39-4862-86CC-0BC6AAAC58B8}" type="presParOf" srcId="{CC24DEE9-992A-4C04-ACC1-5A195CA9CC1D}" destId="{C6207350-2641-4D5D-ABD3-44856B016F59}" srcOrd="2" destOrd="0" presId="urn:microsoft.com/office/officeart/2008/layout/VerticalCurvedList"/>
    <dgm:cxn modelId="{EA3B4B84-C6F8-49A4-8BA3-6A2E1025B59C}" type="presParOf" srcId="{C6207350-2641-4D5D-ABD3-44856B016F59}" destId="{AFDFC737-9F67-41FA-88FF-A992068E546B}" srcOrd="0" destOrd="0" presId="urn:microsoft.com/office/officeart/2008/layout/VerticalCurvedList"/>
    <dgm:cxn modelId="{3E97DB22-D09E-478E-A5F4-35F544E2408F}" type="presParOf" srcId="{CC24DEE9-992A-4C04-ACC1-5A195CA9CC1D}" destId="{565D141B-ABEF-44C3-9228-9915EB55B139}" srcOrd="3" destOrd="0" presId="urn:microsoft.com/office/officeart/2008/layout/VerticalCurvedList"/>
    <dgm:cxn modelId="{DE7A8B0C-1E0E-4522-9A51-DDA4118C83F0}" type="presParOf" srcId="{CC24DEE9-992A-4C04-ACC1-5A195CA9CC1D}" destId="{A30D37F8-19C5-460D-B1A4-201AD5B38366}" srcOrd="4" destOrd="0" presId="urn:microsoft.com/office/officeart/2008/layout/VerticalCurvedList"/>
    <dgm:cxn modelId="{13D70BD8-1B09-4377-BF3A-DABC2A2C4C0F}" type="presParOf" srcId="{A30D37F8-19C5-460D-B1A4-201AD5B38366}" destId="{DDD71486-91DC-40DA-9EFB-B480724D29AD}" srcOrd="0" destOrd="0" presId="urn:microsoft.com/office/officeart/2008/layout/VerticalCurvedList"/>
    <dgm:cxn modelId="{5DA0EDEE-3F60-43C0-A1C5-F927EC4253BA}" type="presParOf" srcId="{CC24DEE9-992A-4C04-ACC1-5A195CA9CC1D}" destId="{E5778179-1A66-478F-BD1B-B6619DEF1ED3}" srcOrd="5" destOrd="0" presId="urn:microsoft.com/office/officeart/2008/layout/VerticalCurvedList"/>
    <dgm:cxn modelId="{8D463A0F-FA74-46AE-8539-7CB789A41F1F}" type="presParOf" srcId="{CC24DEE9-992A-4C04-ACC1-5A195CA9CC1D}" destId="{4E696298-48FE-47A1-AC65-A94FC7EDCEF8}" srcOrd="6" destOrd="0" presId="urn:microsoft.com/office/officeart/2008/layout/VerticalCurvedList"/>
    <dgm:cxn modelId="{BE7DF4C2-9E96-4EEA-B3F1-0DA061DB551E}" type="presParOf" srcId="{4E696298-48FE-47A1-AC65-A94FC7EDCEF8}" destId="{933D222F-3A37-41EA-931C-4D0A545E1717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7457E533-ED18-437D-A314-084F7CE627CE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5BD7CD3-E0B2-4A9F-AA59-9779ED7E3A8A}">
      <dgm:prSet/>
      <dgm:spPr/>
      <dgm:t>
        <a:bodyPr/>
        <a:lstStyle/>
        <a:p>
          <a:r>
            <a:rPr lang="ru-RU"/>
            <a:t>одну з подій Хотинської війни.</a:t>
          </a:r>
          <a:endParaRPr lang="uk-UA"/>
        </a:p>
      </dgm:t>
    </dgm:pt>
    <dgm:pt modelId="{4C4107D4-824E-498A-8F56-DE5D039EE6CC}" type="parTrans" cxnId="{0772EB4D-8B4B-4963-97B1-9CA9C5048C38}">
      <dgm:prSet/>
      <dgm:spPr/>
      <dgm:t>
        <a:bodyPr/>
        <a:lstStyle/>
        <a:p>
          <a:endParaRPr lang="uk-UA"/>
        </a:p>
      </dgm:t>
    </dgm:pt>
    <dgm:pt modelId="{A0800EDC-E7BF-4D78-A539-A56E7AE24F61}" type="sibTrans" cxnId="{0772EB4D-8B4B-4963-97B1-9CA9C5048C38}">
      <dgm:prSet/>
      <dgm:spPr/>
      <dgm:t>
        <a:bodyPr/>
        <a:lstStyle/>
        <a:p>
          <a:endParaRPr lang="uk-UA"/>
        </a:p>
      </dgm:t>
    </dgm:pt>
    <dgm:pt modelId="{F7AE6B3B-B6AC-4137-90A4-3FD1E439D9BE}">
      <dgm:prSet/>
      <dgm:spPr/>
      <dgm:t>
        <a:bodyPr/>
        <a:lstStyle/>
        <a:p>
          <a:r>
            <a:rPr lang="ru-RU" dirty="0" err="1"/>
            <a:t>захоплення</a:t>
          </a:r>
          <a:r>
            <a:rPr lang="ru-RU" dirty="0"/>
            <a:t> </a:t>
          </a:r>
          <a:r>
            <a:rPr lang="ru-RU" dirty="0" err="1"/>
            <a:t>запорозькими</a:t>
          </a:r>
          <a:r>
            <a:rPr lang="ru-RU" dirty="0"/>
            <a:t> козаками </a:t>
          </a:r>
          <a:r>
            <a:rPr lang="ru-RU" dirty="0" err="1"/>
            <a:t>фортеці</a:t>
          </a:r>
          <a:r>
            <a:rPr lang="ru-RU" dirty="0"/>
            <a:t> Кафа.</a:t>
          </a:r>
          <a:endParaRPr lang="uk-UA" dirty="0"/>
        </a:p>
      </dgm:t>
    </dgm:pt>
    <dgm:pt modelId="{46A48395-5A1F-4247-8F63-7DE82F8F65DE}" type="parTrans" cxnId="{E7BD6831-C817-4C88-A7E5-9A0A85FEE4BF}">
      <dgm:prSet/>
      <dgm:spPr/>
      <dgm:t>
        <a:bodyPr/>
        <a:lstStyle/>
        <a:p>
          <a:endParaRPr lang="uk-UA"/>
        </a:p>
      </dgm:t>
    </dgm:pt>
    <dgm:pt modelId="{C38DD435-BB1C-48DC-9A3D-2DF519A9F2F4}" type="sibTrans" cxnId="{E7BD6831-C817-4C88-A7E5-9A0A85FEE4BF}">
      <dgm:prSet/>
      <dgm:spPr/>
      <dgm:t>
        <a:bodyPr/>
        <a:lstStyle/>
        <a:p>
          <a:endParaRPr lang="uk-UA"/>
        </a:p>
      </dgm:t>
    </dgm:pt>
    <dgm:pt modelId="{6FF4A8E2-7B65-485E-B790-F8A849C8D80E}">
      <dgm:prSet/>
      <dgm:spPr/>
      <dgm:t>
        <a:bodyPr/>
        <a:lstStyle/>
        <a:p>
          <a:r>
            <a:rPr lang="ru-RU" dirty="0" err="1"/>
            <a:t>вторгнення</a:t>
          </a:r>
          <a:r>
            <a:rPr lang="ru-RU" dirty="0"/>
            <a:t> в </a:t>
          </a:r>
          <a:r>
            <a:rPr lang="ru-RU" dirty="0" err="1"/>
            <a:t>Молдавію</a:t>
          </a:r>
          <a:r>
            <a:rPr lang="ru-RU" dirty="0"/>
            <a:t> </a:t>
          </a:r>
          <a:r>
            <a:rPr lang="ru-RU" dirty="0" err="1"/>
            <a:t>козаків</a:t>
          </a:r>
          <a:r>
            <a:rPr lang="ru-RU" dirty="0"/>
            <a:t> С. Наливайка.</a:t>
          </a:r>
          <a:endParaRPr lang="uk-UA" dirty="0"/>
        </a:p>
      </dgm:t>
    </dgm:pt>
    <dgm:pt modelId="{6567D321-93EF-4524-9030-41D4F8F880FE}" type="parTrans" cxnId="{B737A586-9607-4AAF-8689-B3355736E435}">
      <dgm:prSet/>
      <dgm:spPr/>
      <dgm:t>
        <a:bodyPr/>
        <a:lstStyle/>
        <a:p>
          <a:endParaRPr lang="uk-UA"/>
        </a:p>
      </dgm:t>
    </dgm:pt>
    <dgm:pt modelId="{717C5165-1173-4B4E-B723-8E843637D7BE}" type="sibTrans" cxnId="{B737A586-9607-4AAF-8689-B3355736E435}">
      <dgm:prSet/>
      <dgm:spPr/>
      <dgm:t>
        <a:bodyPr/>
        <a:lstStyle/>
        <a:p>
          <a:endParaRPr lang="uk-UA"/>
        </a:p>
      </dgm:t>
    </dgm:pt>
    <dgm:pt modelId="{33B01EBB-371F-4540-9061-634C0691B39E}">
      <dgm:prSet/>
      <dgm:spPr/>
      <dgm:t>
        <a:bodyPr/>
        <a:lstStyle/>
        <a:p>
          <a:r>
            <a:rPr lang="ru-RU" dirty="0" err="1"/>
            <a:t>захоплення</a:t>
          </a:r>
          <a:r>
            <a:rPr lang="ru-RU" dirty="0"/>
            <a:t> </a:t>
          </a:r>
          <a:r>
            <a:rPr lang="ru-RU" dirty="0" err="1"/>
            <a:t>запорозькими</a:t>
          </a:r>
          <a:r>
            <a:rPr lang="ru-RU" dirty="0"/>
            <a:t> козаками </a:t>
          </a:r>
          <a:r>
            <a:rPr lang="ru-RU" dirty="0" err="1"/>
            <a:t>фортеці</a:t>
          </a:r>
          <a:r>
            <a:rPr lang="ru-RU" dirty="0"/>
            <a:t> Кодак</a:t>
          </a:r>
          <a:endParaRPr lang="uk-UA" dirty="0"/>
        </a:p>
      </dgm:t>
    </dgm:pt>
    <dgm:pt modelId="{74D54B15-2F76-46F2-B16D-F27B8B084D1F}" type="parTrans" cxnId="{B90AFABF-B8C4-44BA-B35B-2FA05C52685A}">
      <dgm:prSet/>
      <dgm:spPr/>
      <dgm:t>
        <a:bodyPr/>
        <a:lstStyle/>
        <a:p>
          <a:endParaRPr lang="uk-UA"/>
        </a:p>
      </dgm:t>
    </dgm:pt>
    <dgm:pt modelId="{4E84189B-64E5-45BA-BD2E-33E47BB9B0DB}" type="sibTrans" cxnId="{B90AFABF-B8C4-44BA-B35B-2FA05C52685A}">
      <dgm:prSet/>
      <dgm:spPr/>
      <dgm:t>
        <a:bodyPr/>
        <a:lstStyle/>
        <a:p>
          <a:endParaRPr lang="uk-UA"/>
        </a:p>
      </dgm:t>
    </dgm:pt>
    <dgm:pt modelId="{8B2AE37C-D61F-40FF-AD11-036303D166EB}" type="pres">
      <dgm:prSet presAssocID="{7457E533-ED18-437D-A314-084F7CE627CE}" presName="linearFlow" presStyleCnt="0">
        <dgm:presLayoutVars>
          <dgm:dir/>
          <dgm:resizeHandles val="exact"/>
        </dgm:presLayoutVars>
      </dgm:prSet>
      <dgm:spPr/>
    </dgm:pt>
    <dgm:pt modelId="{FC950AE4-100C-4247-A664-5AF3F979C511}" type="pres">
      <dgm:prSet presAssocID="{D5BD7CD3-E0B2-4A9F-AA59-9779ED7E3A8A}" presName="composite" presStyleCnt="0"/>
      <dgm:spPr/>
    </dgm:pt>
    <dgm:pt modelId="{DFD88616-1439-4582-9487-7EEFD9BEFA7E}" type="pres">
      <dgm:prSet presAssocID="{D5BD7CD3-E0B2-4A9F-AA59-9779ED7E3A8A}" presName="imgShp" presStyleLbl="fgImgPlace1" presStyleIdx="0" presStyleCnt="4"/>
      <dgm:spPr/>
    </dgm:pt>
    <dgm:pt modelId="{66BB2BD8-8BAB-44B3-B7E3-957F094C8169}" type="pres">
      <dgm:prSet presAssocID="{D5BD7CD3-E0B2-4A9F-AA59-9779ED7E3A8A}" presName="txShp" presStyleLbl="node1" presStyleIdx="0" presStyleCnt="4">
        <dgm:presLayoutVars>
          <dgm:bulletEnabled val="1"/>
        </dgm:presLayoutVars>
      </dgm:prSet>
      <dgm:spPr/>
    </dgm:pt>
    <dgm:pt modelId="{90845CA0-7040-4C7A-856A-180DCAA30461}" type="pres">
      <dgm:prSet presAssocID="{A0800EDC-E7BF-4D78-A539-A56E7AE24F61}" presName="spacing" presStyleCnt="0"/>
      <dgm:spPr/>
    </dgm:pt>
    <dgm:pt modelId="{5D9B43F0-7B30-48B9-BBEB-1EF63B116036}" type="pres">
      <dgm:prSet presAssocID="{F7AE6B3B-B6AC-4137-90A4-3FD1E439D9BE}" presName="composite" presStyleCnt="0"/>
      <dgm:spPr/>
    </dgm:pt>
    <dgm:pt modelId="{1C20129A-5985-4AA8-864D-0E8634F2660D}" type="pres">
      <dgm:prSet presAssocID="{F7AE6B3B-B6AC-4137-90A4-3FD1E439D9BE}" presName="imgShp" presStyleLbl="fgImgPlace1" presStyleIdx="1" presStyleCnt="4"/>
      <dgm:spPr/>
    </dgm:pt>
    <dgm:pt modelId="{24FE4D50-82E7-4B49-95D9-F9A7DE74CB94}" type="pres">
      <dgm:prSet presAssocID="{F7AE6B3B-B6AC-4137-90A4-3FD1E439D9BE}" presName="txShp" presStyleLbl="node1" presStyleIdx="1" presStyleCnt="4">
        <dgm:presLayoutVars>
          <dgm:bulletEnabled val="1"/>
        </dgm:presLayoutVars>
      </dgm:prSet>
      <dgm:spPr/>
    </dgm:pt>
    <dgm:pt modelId="{2ADF98CC-F4C2-4A97-8327-DF1F24AAAD85}" type="pres">
      <dgm:prSet presAssocID="{C38DD435-BB1C-48DC-9A3D-2DF519A9F2F4}" presName="spacing" presStyleCnt="0"/>
      <dgm:spPr/>
    </dgm:pt>
    <dgm:pt modelId="{C4B754FB-9EAA-4C31-B3BA-C24B3ECA94E9}" type="pres">
      <dgm:prSet presAssocID="{6FF4A8E2-7B65-485E-B790-F8A849C8D80E}" presName="composite" presStyleCnt="0"/>
      <dgm:spPr/>
    </dgm:pt>
    <dgm:pt modelId="{399C2D1D-1049-4939-90B4-D2E1698F1B92}" type="pres">
      <dgm:prSet presAssocID="{6FF4A8E2-7B65-485E-B790-F8A849C8D80E}" presName="imgShp" presStyleLbl="fgImgPlace1" presStyleIdx="2" presStyleCnt="4"/>
      <dgm:spPr/>
    </dgm:pt>
    <dgm:pt modelId="{58F61FFA-6FAB-4160-A79F-3125AF49A160}" type="pres">
      <dgm:prSet presAssocID="{6FF4A8E2-7B65-485E-B790-F8A849C8D80E}" presName="txShp" presStyleLbl="node1" presStyleIdx="2" presStyleCnt="4">
        <dgm:presLayoutVars>
          <dgm:bulletEnabled val="1"/>
        </dgm:presLayoutVars>
      </dgm:prSet>
      <dgm:spPr/>
    </dgm:pt>
    <dgm:pt modelId="{4580D5C0-2037-4AD2-97EB-ED5E68790DE7}" type="pres">
      <dgm:prSet presAssocID="{717C5165-1173-4B4E-B723-8E843637D7BE}" presName="spacing" presStyleCnt="0"/>
      <dgm:spPr/>
    </dgm:pt>
    <dgm:pt modelId="{91621FDB-D7AB-469C-90D5-82302322B3DF}" type="pres">
      <dgm:prSet presAssocID="{33B01EBB-371F-4540-9061-634C0691B39E}" presName="composite" presStyleCnt="0"/>
      <dgm:spPr/>
    </dgm:pt>
    <dgm:pt modelId="{3A9AF015-F7E1-4C4F-BE97-2AB110E96468}" type="pres">
      <dgm:prSet presAssocID="{33B01EBB-371F-4540-9061-634C0691B39E}" presName="imgShp" presStyleLbl="fgImgPlace1" presStyleIdx="3" presStyleCnt="4"/>
      <dgm:spPr/>
    </dgm:pt>
    <dgm:pt modelId="{7EA85C71-EBC7-4D6B-99F4-56F5B099DE17}" type="pres">
      <dgm:prSet presAssocID="{33B01EBB-371F-4540-9061-634C0691B39E}" presName="txShp" presStyleLbl="node1" presStyleIdx="3" presStyleCnt="4">
        <dgm:presLayoutVars>
          <dgm:bulletEnabled val="1"/>
        </dgm:presLayoutVars>
      </dgm:prSet>
      <dgm:spPr/>
    </dgm:pt>
  </dgm:ptLst>
  <dgm:cxnLst>
    <dgm:cxn modelId="{F923562E-E686-4041-8832-1619660B0FDE}" type="presOf" srcId="{D5BD7CD3-E0B2-4A9F-AA59-9779ED7E3A8A}" destId="{66BB2BD8-8BAB-44B3-B7E3-957F094C8169}" srcOrd="0" destOrd="0" presId="urn:microsoft.com/office/officeart/2005/8/layout/vList3"/>
    <dgm:cxn modelId="{E7BD6831-C817-4C88-A7E5-9A0A85FEE4BF}" srcId="{7457E533-ED18-437D-A314-084F7CE627CE}" destId="{F7AE6B3B-B6AC-4137-90A4-3FD1E439D9BE}" srcOrd="1" destOrd="0" parTransId="{46A48395-5A1F-4247-8F63-7DE82F8F65DE}" sibTransId="{C38DD435-BB1C-48DC-9A3D-2DF519A9F2F4}"/>
    <dgm:cxn modelId="{7571824B-EE81-461D-959B-033178815691}" type="presOf" srcId="{7457E533-ED18-437D-A314-084F7CE627CE}" destId="{8B2AE37C-D61F-40FF-AD11-036303D166EB}" srcOrd="0" destOrd="0" presId="urn:microsoft.com/office/officeart/2005/8/layout/vList3"/>
    <dgm:cxn modelId="{0772EB4D-8B4B-4963-97B1-9CA9C5048C38}" srcId="{7457E533-ED18-437D-A314-084F7CE627CE}" destId="{D5BD7CD3-E0B2-4A9F-AA59-9779ED7E3A8A}" srcOrd="0" destOrd="0" parTransId="{4C4107D4-824E-498A-8F56-DE5D039EE6CC}" sibTransId="{A0800EDC-E7BF-4D78-A539-A56E7AE24F61}"/>
    <dgm:cxn modelId="{E1AA5454-EE67-43CD-B5EE-7A51A7B3F1D1}" type="presOf" srcId="{33B01EBB-371F-4540-9061-634C0691B39E}" destId="{7EA85C71-EBC7-4D6B-99F4-56F5B099DE17}" srcOrd="0" destOrd="0" presId="urn:microsoft.com/office/officeart/2005/8/layout/vList3"/>
    <dgm:cxn modelId="{B737A586-9607-4AAF-8689-B3355736E435}" srcId="{7457E533-ED18-437D-A314-084F7CE627CE}" destId="{6FF4A8E2-7B65-485E-B790-F8A849C8D80E}" srcOrd="2" destOrd="0" parTransId="{6567D321-93EF-4524-9030-41D4F8F880FE}" sibTransId="{717C5165-1173-4B4E-B723-8E843637D7BE}"/>
    <dgm:cxn modelId="{B90AFABF-B8C4-44BA-B35B-2FA05C52685A}" srcId="{7457E533-ED18-437D-A314-084F7CE627CE}" destId="{33B01EBB-371F-4540-9061-634C0691B39E}" srcOrd="3" destOrd="0" parTransId="{74D54B15-2F76-46F2-B16D-F27B8B084D1F}" sibTransId="{4E84189B-64E5-45BA-BD2E-33E47BB9B0DB}"/>
    <dgm:cxn modelId="{CBCCE0C0-E682-4662-87F2-06D8C6441D76}" type="presOf" srcId="{F7AE6B3B-B6AC-4137-90A4-3FD1E439D9BE}" destId="{24FE4D50-82E7-4B49-95D9-F9A7DE74CB94}" srcOrd="0" destOrd="0" presId="urn:microsoft.com/office/officeart/2005/8/layout/vList3"/>
    <dgm:cxn modelId="{CD07CBCE-6B3F-4089-8565-D1D74885F6E3}" type="presOf" srcId="{6FF4A8E2-7B65-485E-B790-F8A849C8D80E}" destId="{58F61FFA-6FAB-4160-A79F-3125AF49A160}" srcOrd="0" destOrd="0" presId="urn:microsoft.com/office/officeart/2005/8/layout/vList3"/>
    <dgm:cxn modelId="{6E8B1F45-7EA5-4D6E-8461-45BDEE4D5291}" type="presParOf" srcId="{8B2AE37C-D61F-40FF-AD11-036303D166EB}" destId="{FC950AE4-100C-4247-A664-5AF3F979C511}" srcOrd="0" destOrd="0" presId="urn:microsoft.com/office/officeart/2005/8/layout/vList3"/>
    <dgm:cxn modelId="{E280669D-7F6E-4B84-B8D5-D5F80D41D251}" type="presParOf" srcId="{FC950AE4-100C-4247-A664-5AF3F979C511}" destId="{DFD88616-1439-4582-9487-7EEFD9BEFA7E}" srcOrd="0" destOrd="0" presId="urn:microsoft.com/office/officeart/2005/8/layout/vList3"/>
    <dgm:cxn modelId="{7EFBC99B-2CB3-4DB5-92D8-52F3493660C0}" type="presParOf" srcId="{FC950AE4-100C-4247-A664-5AF3F979C511}" destId="{66BB2BD8-8BAB-44B3-B7E3-957F094C8169}" srcOrd="1" destOrd="0" presId="urn:microsoft.com/office/officeart/2005/8/layout/vList3"/>
    <dgm:cxn modelId="{23B81D1E-DA06-4E62-AAC2-A31243B0BB3D}" type="presParOf" srcId="{8B2AE37C-D61F-40FF-AD11-036303D166EB}" destId="{90845CA0-7040-4C7A-856A-180DCAA30461}" srcOrd="1" destOrd="0" presId="urn:microsoft.com/office/officeart/2005/8/layout/vList3"/>
    <dgm:cxn modelId="{3B50EB1A-FF4E-46BC-9BE6-2CC3A9842E74}" type="presParOf" srcId="{8B2AE37C-D61F-40FF-AD11-036303D166EB}" destId="{5D9B43F0-7B30-48B9-BBEB-1EF63B116036}" srcOrd="2" destOrd="0" presId="urn:microsoft.com/office/officeart/2005/8/layout/vList3"/>
    <dgm:cxn modelId="{86382629-FE74-4787-A8B4-B172FD49835C}" type="presParOf" srcId="{5D9B43F0-7B30-48B9-BBEB-1EF63B116036}" destId="{1C20129A-5985-4AA8-864D-0E8634F2660D}" srcOrd="0" destOrd="0" presId="urn:microsoft.com/office/officeart/2005/8/layout/vList3"/>
    <dgm:cxn modelId="{12F7B6A4-301C-4C53-867A-66D388BF336E}" type="presParOf" srcId="{5D9B43F0-7B30-48B9-BBEB-1EF63B116036}" destId="{24FE4D50-82E7-4B49-95D9-F9A7DE74CB94}" srcOrd="1" destOrd="0" presId="urn:microsoft.com/office/officeart/2005/8/layout/vList3"/>
    <dgm:cxn modelId="{D2BDD8AA-EB6F-43A7-94B9-9404E272DA05}" type="presParOf" srcId="{8B2AE37C-D61F-40FF-AD11-036303D166EB}" destId="{2ADF98CC-F4C2-4A97-8327-DF1F24AAAD85}" srcOrd="3" destOrd="0" presId="urn:microsoft.com/office/officeart/2005/8/layout/vList3"/>
    <dgm:cxn modelId="{51E866B5-6CFF-4086-ABA4-A4559EF69BE9}" type="presParOf" srcId="{8B2AE37C-D61F-40FF-AD11-036303D166EB}" destId="{C4B754FB-9EAA-4C31-B3BA-C24B3ECA94E9}" srcOrd="4" destOrd="0" presId="urn:microsoft.com/office/officeart/2005/8/layout/vList3"/>
    <dgm:cxn modelId="{5EB02288-C2CF-43AD-B6FF-7F3D39FDDD7D}" type="presParOf" srcId="{C4B754FB-9EAA-4C31-B3BA-C24B3ECA94E9}" destId="{399C2D1D-1049-4939-90B4-D2E1698F1B92}" srcOrd="0" destOrd="0" presId="urn:microsoft.com/office/officeart/2005/8/layout/vList3"/>
    <dgm:cxn modelId="{FBCDFECE-9528-4773-8E29-38339B969314}" type="presParOf" srcId="{C4B754FB-9EAA-4C31-B3BA-C24B3ECA94E9}" destId="{58F61FFA-6FAB-4160-A79F-3125AF49A160}" srcOrd="1" destOrd="0" presId="urn:microsoft.com/office/officeart/2005/8/layout/vList3"/>
    <dgm:cxn modelId="{3537DAFC-8011-43FB-879B-C1BCD229EFA3}" type="presParOf" srcId="{8B2AE37C-D61F-40FF-AD11-036303D166EB}" destId="{4580D5C0-2037-4AD2-97EB-ED5E68790DE7}" srcOrd="5" destOrd="0" presId="urn:microsoft.com/office/officeart/2005/8/layout/vList3"/>
    <dgm:cxn modelId="{C3304515-B7BF-48F1-953A-F47A07B4ED52}" type="presParOf" srcId="{8B2AE37C-D61F-40FF-AD11-036303D166EB}" destId="{91621FDB-D7AB-469C-90D5-82302322B3DF}" srcOrd="6" destOrd="0" presId="urn:microsoft.com/office/officeart/2005/8/layout/vList3"/>
    <dgm:cxn modelId="{4BFF02C4-262C-4250-B5E4-8C235B3E10F8}" type="presParOf" srcId="{91621FDB-D7AB-469C-90D5-82302322B3DF}" destId="{3A9AF015-F7E1-4C4F-BE97-2AB110E96468}" srcOrd="0" destOrd="0" presId="urn:microsoft.com/office/officeart/2005/8/layout/vList3"/>
    <dgm:cxn modelId="{0A2FF955-5AAD-4E23-99A5-ABDF64AB4BB5}" type="presParOf" srcId="{91621FDB-D7AB-469C-90D5-82302322B3DF}" destId="{7EA85C71-EBC7-4D6B-99F4-56F5B099DE1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A160E9AF-AEF3-4117-9737-302EDFC8F9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80C586B-2AC9-4773-9190-68EC939A7EDD}">
      <dgm:prSet/>
      <dgm:spPr/>
      <dgm:t>
        <a:bodyPr/>
        <a:lstStyle/>
        <a:p>
          <a:r>
            <a:rPr lang="ru-RU" b="0" i="0"/>
            <a:t>“Процес об’єднання Великого князівства Литовського та Польського королівства в єдину державу започаткований Городельською, а завершений Кревською унією 1569 р.”</a:t>
          </a:r>
          <a:endParaRPr lang="uk-UA"/>
        </a:p>
      </dgm:t>
    </dgm:pt>
    <dgm:pt modelId="{48C3E8F2-8729-43E7-A9BD-C703F3A838B3}" type="parTrans" cxnId="{53E8E027-7F70-4B39-B9C7-4A6595842956}">
      <dgm:prSet/>
      <dgm:spPr/>
      <dgm:t>
        <a:bodyPr/>
        <a:lstStyle/>
        <a:p>
          <a:endParaRPr lang="uk-UA"/>
        </a:p>
      </dgm:t>
    </dgm:pt>
    <dgm:pt modelId="{98370A44-A452-4428-97FD-3138EBBCEB5C}" type="sibTrans" cxnId="{53E8E027-7F70-4B39-B9C7-4A6595842956}">
      <dgm:prSet/>
      <dgm:spPr/>
      <dgm:t>
        <a:bodyPr/>
        <a:lstStyle/>
        <a:p>
          <a:endParaRPr lang="uk-UA"/>
        </a:p>
      </dgm:t>
    </dgm:pt>
    <dgm:pt modelId="{5EEF2382-C3EE-486D-A3BF-87A3A80D3F72}">
      <dgm:prSet/>
      <dgm:spPr/>
      <dgm:t>
        <a:bodyPr/>
        <a:lstStyle/>
        <a:p>
          <a:r>
            <a:rPr lang="ru-RU" b="0" i="0" dirty="0"/>
            <a:t>“</a:t>
          </a:r>
          <a:r>
            <a:rPr lang="ru-RU" b="0" i="0" dirty="0" err="1"/>
            <a:t>Запорожці</a:t>
          </a:r>
          <a:r>
            <a:rPr lang="ru-RU" b="0" i="0" dirty="0"/>
            <a:t> на </a:t>
          </a:r>
          <a:r>
            <a:rPr lang="ru-RU" b="0" i="0" dirty="0" err="1"/>
            <a:t>чолі</a:t>
          </a:r>
          <a:r>
            <a:rPr lang="ru-RU" b="0" i="0" dirty="0"/>
            <a:t> з П. </a:t>
          </a:r>
          <a:r>
            <a:rPr lang="ru-RU" b="0" i="0" dirty="0" err="1"/>
            <a:t>Сагайдачним</a:t>
          </a:r>
          <a:r>
            <a:rPr lang="ru-RU" b="0" i="0" dirty="0"/>
            <a:t> у 1616 р. </a:t>
          </a:r>
          <a:r>
            <a:rPr lang="ru-RU" b="0" i="0" dirty="0" err="1"/>
            <a:t>здобули</a:t>
          </a:r>
          <a:r>
            <a:rPr lang="ru-RU" b="0" i="0" dirty="0"/>
            <a:t> Кафу, а в 1621 р. взяли участь у </a:t>
          </a:r>
          <a:r>
            <a:rPr lang="ru-RU" b="0" i="0" dirty="0" err="1"/>
            <a:t>Хотинській</a:t>
          </a:r>
          <a:r>
            <a:rPr lang="ru-RU" b="0" i="0" dirty="0"/>
            <a:t> </a:t>
          </a:r>
          <a:r>
            <a:rPr lang="ru-RU" b="0" i="0" dirty="0" err="1"/>
            <a:t>війні</a:t>
          </a:r>
          <a:r>
            <a:rPr lang="ru-RU" b="0" i="0" dirty="0"/>
            <a:t> на </a:t>
          </a:r>
          <a:r>
            <a:rPr lang="ru-RU" b="0" i="0" dirty="0" err="1"/>
            <a:t>боці</a:t>
          </a:r>
          <a:r>
            <a:rPr lang="ru-RU" b="0" i="0" dirty="0"/>
            <a:t> </a:t>
          </a:r>
          <a:r>
            <a:rPr lang="ru-RU" b="0" i="0" dirty="0" err="1"/>
            <a:t>Речі</a:t>
          </a:r>
          <a:r>
            <a:rPr lang="ru-RU" b="0" i="0" dirty="0"/>
            <a:t> </a:t>
          </a:r>
          <a:r>
            <a:rPr lang="ru-RU" b="0" i="0" dirty="0" err="1"/>
            <a:t>Посполитої</a:t>
          </a:r>
          <a:r>
            <a:rPr lang="ru-RU" b="0" i="0" dirty="0"/>
            <a:t> </a:t>
          </a:r>
          <a:r>
            <a:rPr lang="ru-RU" b="0" i="0" dirty="0" err="1"/>
            <a:t>проти</a:t>
          </a:r>
          <a:r>
            <a:rPr lang="ru-RU" b="0" i="0" dirty="0"/>
            <a:t> </a:t>
          </a:r>
          <a:r>
            <a:rPr lang="ru-RU" b="0" i="0" dirty="0" err="1"/>
            <a:t>Османської</a:t>
          </a:r>
          <a:r>
            <a:rPr lang="ru-RU" b="0" i="0" dirty="0"/>
            <a:t> </a:t>
          </a:r>
          <a:r>
            <a:rPr lang="ru-RU" b="0" i="0" dirty="0" err="1"/>
            <a:t>імперії</a:t>
          </a:r>
          <a:r>
            <a:rPr lang="ru-RU" b="0" i="0" dirty="0"/>
            <a:t>”.</a:t>
          </a:r>
          <a:endParaRPr lang="uk-UA" dirty="0"/>
        </a:p>
      </dgm:t>
    </dgm:pt>
    <dgm:pt modelId="{7559917D-F646-4045-9E44-135474FACDA7}" type="parTrans" cxnId="{619961B0-402A-499A-A401-7E5261EA8F01}">
      <dgm:prSet/>
      <dgm:spPr/>
      <dgm:t>
        <a:bodyPr/>
        <a:lstStyle/>
        <a:p>
          <a:endParaRPr lang="uk-UA"/>
        </a:p>
      </dgm:t>
    </dgm:pt>
    <dgm:pt modelId="{834940AE-3AAA-43E5-855F-4315A7A115AB}" type="sibTrans" cxnId="{619961B0-402A-499A-A401-7E5261EA8F01}">
      <dgm:prSet/>
      <dgm:spPr/>
      <dgm:t>
        <a:bodyPr/>
        <a:lstStyle/>
        <a:p>
          <a:endParaRPr lang="uk-UA"/>
        </a:p>
      </dgm:t>
    </dgm:pt>
    <dgm:pt modelId="{D05C516F-162B-4526-970F-0EED077293B4}" type="pres">
      <dgm:prSet presAssocID="{A160E9AF-AEF3-4117-9737-302EDFC8F9A2}" presName="linear" presStyleCnt="0">
        <dgm:presLayoutVars>
          <dgm:animLvl val="lvl"/>
          <dgm:resizeHandles val="exact"/>
        </dgm:presLayoutVars>
      </dgm:prSet>
      <dgm:spPr/>
    </dgm:pt>
    <dgm:pt modelId="{36A4E9B1-C81D-434B-9A70-E11BCD13FC96}" type="pres">
      <dgm:prSet presAssocID="{480C586B-2AC9-4773-9190-68EC939A7ED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CA8C5D5-C9F7-4507-A332-2C6A4AC225D0}" type="pres">
      <dgm:prSet presAssocID="{98370A44-A452-4428-97FD-3138EBBCEB5C}" presName="spacer" presStyleCnt="0"/>
      <dgm:spPr/>
    </dgm:pt>
    <dgm:pt modelId="{F60304B1-DD64-451E-8961-1F130AC97FE4}" type="pres">
      <dgm:prSet presAssocID="{5EEF2382-C3EE-486D-A3BF-87A3A80D3F72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53E8E027-7F70-4B39-B9C7-4A6595842956}" srcId="{A160E9AF-AEF3-4117-9737-302EDFC8F9A2}" destId="{480C586B-2AC9-4773-9190-68EC939A7EDD}" srcOrd="0" destOrd="0" parTransId="{48C3E8F2-8729-43E7-A9BD-C703F3A838B3}" sibTransId="{98370A44-A452-4428-97FD-3138EBBCEB5C}"/>
    <dgm:cxn modelId="{F1A3256E-E7CD-41ED-B49E-F801780EA26B}" type="presOf" srcId="{480C586B-2AC9-4773-9190-68EC939A7EDD}" destId="{36A4E9B1-C81D-434B-9A70-E11BCD13FC96}" srcOrd="0" destOrd="0" presId="urn:microsoft.com/office/officeart/2005/8/layout/vList2"/>
    <dgm:cxn modelId="{619961B0-402A-499A-A401-7E5261EA8F01}" srcId="{A160E9AF-AEF3-4117-9737-302EDFC8F9A2}" destId="{5EEF2382-C3EE-486D-A3BF-87A3A80D3F72}" srcOrd="1" destOrd="0" parTransId="{7559917D-F646-4045-9E44-135474FACDA7}" sibTransId="{834940AE-3AAA-43E5-855F-4315A7A115AB}"/>
    <dgm:cxn modelId="{8D3F86B4-3484-4E5E-ADD2-316E78EB4520}" type="presOf" srcId="{5EEF2382-C3EE-486D-A3BF-87A3A80D3F72}" destId="{F60304B1-DD64-451E-8961-1F130AC97FE4}" srcOrd="0" destOrd="0" presId="urn:microsoft.com/office/officeart/2005/8/layout/vList2"/>
    <dgm:cxn modelId="{4F9B18CA-7FC6-40DA-A348-85FE496BDE23}" type="presOf" srcId="{A160E9AF-AEF3-4117-9737-302EDFC8F9A2}" destId="{D05C516F-162B-4526-970F-0EED077293B4}" srcOrd="0" destOrd="0" presId="urn:microsoft.com/office/officeart/2005/8/layout/vList2"/>
    <dgm:cxn modelId="{E6B6CB0F-08DF-4541-81AA-2218228BFA0D}" type="presParOf" srcId="{D05C516F-162B-4526-970F-0EED077293B4}" destId="{36A4E9B1-C81D-434B-9A70-E11BCD13FC96}" srcOrd="0" destOrd="0" presId="urn:microsoft.com/office/officeart/2005/8/layout/vList2"/>
    <dgm:cxn modelId="{6178F6D0-6089-4356-90C0-6CE7B90AE772}" type="presParOf" srcId="{D05C516F-162B-4526-970F-0EED077293B4}" destId="{7CA8C5D5-C9F7-4507-A332-2C6A4AC225D0}" srcOrd="1" destOrd="0" presId="urn:microsoft.com/office/officeart/2005/8/layout/vList2"/>
    <dgm:cxn modelId="{B5A73D20-9FE9-4003-9614-7BC349B2178D}" type="presParOf" srcId="{D05C516F-162B-4526-970F-0EED077293B4}" destId="{F60304B1-DD64-451E-8961-1F130AC97FE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BF3919D3-A000-491F-94E1-F8C14FF0BF0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CD3F899-A846-41A6-A577-AEB3741AB5AA}">
      <dgm:prSet/>
      <dgm:spPr/>
      <dgm:t>
        <a:bodyPr/>
        <a:lstStyle/>
        <a:p>
          <a:r>
            <a:rPr lang="uk-UA" b="0" i="0"/>
            <a:t>“Іов Борецький, обійнявши посаду Київського православного митрополита в 1596 р., одразу ж долучився до очолюваної князем К. Острозьким боротьби проти унії з Римом”.</a:t>
          </a:r>
          <a:endParaRPr lang="uk-UA"/>
        </a:p>
      </dgm:t>
    </dgm:pt>
    <dgm:pt modelId="{003F1EC5-0ABE-4F46-BF1E-E46FAB91537E}" type="parTrans" cxnId="{B12C65E9-9383-4366-A6C9-E9BBABC473F6}">
      <dgm:prSet/>
      <dgm:spPr/>
      <dgm:t>
        <a:bodyPr/>
        <a:lstStyle/>
        <a:p>
          <a:endParaRPr lang="uk-UA"/>
        </a:p>
      </dgm:t>
    </dgm:pt>
    <dgm:pt modelId="{8DE55D14-FB05-40D9-B699-399ED0651C71}" type="sibTrans" cxnId="{B12C65E9-9383-4366-A6C9-E9BBABC473F6}">
      <dgm:prSet/>
      <dgm:spPr/>
      <dgm:t>
        <a:bodyPr/>
        <a:lstStyle/>
        <a:p>
          <a:endParaRPr lang="uk-UA"/>
        </a:p>
      </dgm:t>
    </dgm:pt>
    <dgm:pt modelId="{155931C8-F494-4B28-BE10-4843704985AE}">
      <dgm:prSet/>
      <dgm:spPr/>
      <dgm:t>
        <a:bodyPr/>
        <a:lstStyle/>
        <a:p>
          <a:r>
            <a:rPr lang="uk-UA" b="0" i="0" dirty="0"/>
            <a:t>“Утворення реєстрового козацтва пов’язане з ім’ям польського короля Яна ІІ Казимира, який у 1410 р. затвердив перший список найнятих козаків – реєстровців”</a:t>
          </a:r>
          <a:endParaRPr lang="uk-UA" dirty="0"/>
        </a:p>
      </dgm:t>
    </dgm:pt>
    <dgm:pt modelId="{78FDC670-D867-4689-BA3A-292880F57FCD}" type="parTrans" cxnId="{6BD6F1EC-B701-46E6-A735-A96F94C91F4F}">
      <dgm:prSet/>
      <dgm:spPr/>
      <dgm:t>
        <a:bodyPr/>
        <a:lstStyle/>
        <a:p>
          <a:endParaRPr lang="uk-UA"/>
        </a:p>
      </dgm:t>
    </dgm:pt>
    <dgm:pt modelId="{EEA39989-B55F-44B1-96A0-0ED048460E65}" type="sibTrans" cxnId="{6BD6F1EC-B701-46E6-A735-A96F94C91F4F}">
      <dgm:prSet/>
      <dgm:spPr/>
      <dgm:t>
        <a:bodyPr/>
        <a:lstStyle/>
        <a:p>
          <a:endParaRPr lang="uk-UA"/>
        </a:p>
      </dgm:t>
    </dgm:pt>
    <dgm:pt modelId="{86997BBC-DC24-45E1-92F0-F081C9001FC0}" type="pres">
      <dgm:prSet presAssocID="{BF3919D3-A000-491F-94E1-F8C14FF0BF0D}" presName="linear" presStyleCnt="0">
        <dgm:presLayoutVars>
          <dgm:animLvl val="lvl"/>
          <dgm:resizeHandles val="exact"/>
        </dgm:presLayoutVars>
      </dgm:prSet>
      <dgm:spPr/>
    </dgm:pt>
    <dgm:pt modelId="{EC46ABEB-F2D1-42EE-A72F-B236D6AFB3E3}" type="pres">
      <dgm:prSet presAssocID="{6CD3F899-A846-41A6-A577-AEB3741AB5A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C9CCE11-9C5E-4761-8CE8-4762C5862275}" type="pres">
      <dgm:prSet presAssocID="{8DE55D14-FB05-40D9-B699-399ED0651C71}" presName="spacer" presStyleCnt="0"/>
      <dgm:spPr/>
    </dgm:pt>
    <dgm:pt modelId="{B7EB674A-4FA3-483A-B70C-5A47B784D649}" type="pres">
      <dgm:prSet presAssocID="{155931C8-F494-4B28-BE10-4843704985AE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C7D60B60-6D96-4D76-9A11-C252983AE140}" type="presOf" srcId="{155931C8-F494-4B28-BE10-4843704985AE}" destId="{B7EB674A-4FA3-483A-B70C-5A47B784D649}" srcOrd="0" destOrd="0" presId="urn:microsoft.com/office/officeart/2005/8/layout/vList2"/>
    <dgm:cxn modelId="{70843161-7058-466E-A1E4-918DC04E0A3E}" type="presOf" srcId="{BF3919D3-A000-491F-94E1-F8C14FF0BF0D}" destId="{86997BBC-DC24-45E1-92F0-F081C9001FC0}" srcOrd="0" destOrd="0" presId="urn:microsoft.com/office/officeart/2005/8/layout/vList2"/>
    <dgm:cxn modelId="{87F09095-ACF3-476A-A934-D3CE490B9D1A}" type="presOf" srcId="{6CD3F899-A846-41A6-A577-AEB3741AB5AA}" destId="{EC46ABEB-F2D1-42EE-A72F-B236D6AFB3E3}" srcOrd="0" destOrd="0" presId="urn:microsoft.com/office/officeart/2005/8/layout/vList2"/>
    <dgm:cxn modelId="{B12C65E9-9383-4366-A6C9-E9BBABC473F6}" srcId="{BF3919D3-A000-491F-94E1-F8C14FF0BF0D}" destId="{6CD3F899-A846-41A6-A577-AEB3741AB5AA}" srcOrd="0" destOrd="0" parTransId="{003F1EC5-0ABE-4F46-BF1E-E46FAB91537E}" sibTransId="{8DE55D14-FB05-40D9-B699-399ED0651C71}"/>
    <dgm:cxn modelId="{6BD6F1EC-B701-46E6-A735-A96F94C91F4F}" srcId="{BF3919D3-A000-491F-94E1-F8C14FF0BF0D}" destId="{155931C8-F494-4B28-BE10-4843704985AE}" srcOrd="1" destOrd="0" parTransId="{78FDC670-D867-4689-BA3A-292880F57FCD}" sibTransId="{EEA39989-B55F-44B1-96A0-0ED048460E65}"/>
    <dgm:cxn modelId="{E4000D4A-04F4-41D5-9078-1D9576509145}" type="presParOf" srcId="{86997BBC-DC24-45E1-92F0-F081C9001FC0}" destId="{EC46ABEB-F2D1-42EE-A72F-B236D6AFB3E3}" srcOrd="0" destOrd="0" presId="urn:microsoft.com/office/officeart/2005/8/layout/vList2"/>
    <dgm:cxn modelId="{F940C7A9-B83C-4C7C-B098-0C3A0C14E01D}" type="presParOf" srcId="{86997BBC-DC24-45E1-92F0-F081C9001FC0}" destId="{AC9CCE11-9C5E-4761-8CE8-4762C5862275}" srcOrd="1" destOrd="0" presId="urn:microsoft.com/office/officeart/2005/8/layout/vList2"/>
    <dgm:cxn modelId="{279C6710-D8C0-4790-83B0-D035C41EA5A0}" type="presParOf" srcId="{86997BBC-DC24-45E1-92F0-F081C9001FC0}" destId="{B7EB674A-4FA3-483A-B70C-5A47B784D649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6AE5E2CF-95C3-4932-AF16-99E1770213CC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14A8BEA-DA69-43FD-B94E-80592EFA4992}">
      <dgm:prSet/>
      <dgm:spPr/>
      <dgm:t>
        <a:bodyPr/>
        <a:lstStyle/>
        <a:p>
          <a:r>
            <a:rPr lang="ru-RU" b="0" i="0" dirty="0"/>
            <a:t>Д. </a:t>
          </a:r>
          <a:r>
            <a:rPr lang="ru-RU" b="0" i="0" dirty="0" err="1"/>
            <a:t>Вишневецького</a:t>
          </a:r>
          <a:r>
            <a:rPr lang="ru-RU" b="0" i="0" dirty="0"/>
            <a:t> (</a:t>
          </a:r>
          <a:r>
            <a:rPr lang="ru-RU" b="0" i="0" dirty="0" err="1"/>
            <a:t>Байди</a:t>
          </a:r>
          <a:r>
            <a:rPr lang="ru-RU" b="0" i="0" dirty="0"/>
            <a:t>)</a:t>
          </a:r>
          <a:endParaRPr lang="uk-UA" dirty="0"/>
        </a:p>
      </dgm:t>
    </dgm:pt>
    <dgm:pt modelId="{412C3F01-4AE0-470E-9FEC-F559102B664D}" type="parTrans" cxnId="{C02F6F31-C065-4782-BDF2-F228693873D5}">
      <dgm:prSet/>
      <dgm:spPr/>
      <dgm:t>
        <a:bodyPr/>
        <a:lstStyle/>
        <a:p>
          <a:endParaRPr lang="uk-UA"/>
        </a:p>
      </dgm:t>
    </dgm:pt>
    <dgm:pt modelId="{47A7FA0B-830F-4F2E-8BCA-F12830AB0DEA}" type="sibTrans" cxnId="{C02F6F31-C065-4782-BDF2-F228693873D5}">
      <dgm:prSet/>
      <dgm:spPr/>
      <dgm:t>
        <a:bodyPr/>
        <a:lstStyle/>
        <a:p>
          <a:endParaRPr lang="uk-UA"/>
        </a:p>
      </dgm:t>
    </dgm:pt>
    <dgm:pt modelId="{56E7B2A5-2ADF-4457-90DD-FF9133C79A5B}">
      <dgm:prSet/>
      <dgm:spPr/>
      <dgm:t>
        <a:bodyPr/>
        <a:lstStyle/>
        <a:p>
          <a:r>
            <a:rPr lang="ru-RU" b="0" i="0"/>
            <a:t>П. Конашевича-Сагайдачного</a:t>
          </a:r>
          <a:endParaRPr lang="uk-UA"/>
        </a:p>
      </dgm:t>
    </dgm:pt>
    <dgm:pt modelId="{DDCE0E57-86F4-4181-AE5E-17980882FBC1}" type="parTrans" cxnId="{D6C93D2B-7C95-4E26-9C82-C709FF19F248}">
      <dgm:prSet/>
      <dgm:spPr/>
      <dgm:t>
        <a:bodyPr/>
        <a:lstStyle/>
        <a:p>
          <a:endParaRPr lang="uk-UA"/>
        </a:p>
      </dgm:t>
    </dgm:pt>
    <dgm:pt modelId="{6ADFE39E-16DE-4D26-B618-4BA44B9284D9}" type="sibTrans" cxnId="{D6C93D2B-7C95-4E26-9C82-C709FF19F248}">
      <dgm:prSet/>
      <dgm:spPr/>
      <dgm:t>
        <a:bodyPr/>
        <a:lstStyle/>
        <a:p>
          <a:endParaRPr lang="uk-UA"/>
        </a:p>
      </dgm:t>
    </dgm:pt>
    <dgm:pt modelId="{F109D1F1-8249-4A1B-A6E0-D1EF139E6823}">
      <dgm:prSet/>
      <dgm:spPr/>
      <dgm:t>
        <a:bodyPr/>
        <a:lstStyle/>
        <a:p>
          <a:r>
            <a:rPr lang="ru-RU" b="0" i="0"/>
            <a:t>Т. Федоровича (Трясила)</a:t>
          </a:r>
          <a:endParaRPr lang="uk-UA"/>
        </a:p>
      </dgm:t>
    </dgm:pt>
    <dgm:pt modelId="{E443AA7F-4D01-4D94-A572-5C9E2185B882}" type="parTrans" cxnId="{C623A2C9-5F26-44F3-BEDB-746CC062FFF2}">
      <dgm:prSet/>
      <dgm:spPr/>
      <dgm:t>
        <a:bodyPr/>
        <a:lstStyle/>
        <a:p>
          <a:endParaRPr lang="uk-UA"/>
        </a:p>
      </dgm:t>
    </dgm:pt>
    <dgm:pt modelId="{8ADFF1C0-413B-42C0-A439-BC841A1DE68A}" type="sibTrans" cxnId="{C623A2C9-5F26-44F3-BEDB-746CC062FFF2}">
      <dgm:prSet/>
      <dgm:spPr/>
      <dgm:t>
        <a:bodyPr/>
        <a:lstStyle/>
        <a:p>
          <a:endParaRPr lang="uk-UA"/>
        </a:p>
      </dgm:t>
    </dgm:pt>
    <dgm:pt modelId="{9F83362A-C4CE-4D96-AF5D-C0943A3DA29E}">
      <dgm:prSet/>
      <dgm:spPr/>
      <dgm:t>
        <a:bodyPr/>
        <a:lstStyle/>
        <a:p>
          <a:r>
            <a:rPr lang="ru-RU" b="0" i="0" dirty="0"/>
            <a:t>К. </a:t>
          </a:r>
          <a:r>
            <a:rPr lang="ru-RU" b="0" i="0" dirty="0" err="1"/>
            <a:t>Косинського</a:t>
          </a:r>
          <a:endParaRPr lang="uk-UA" dirty="0"/>
        </a:p>
      </dgm:t>
    </dgm:pt>
    <dgm:pt modelId="{3AE5F72E-29A7-46F1-A75D-925D0E935870}" type="parTrans" cxnId="{3888721A-A373-4F30-A20A-D93A741D1463}">
      <dgm:prSet/>
      <dgm:spPr/>
      <dgm:t>
        <a:bodyPr/>
        <a:lstStyle/>
        <a:p>
          <a:endParaRPr lang="uk-UA"/>
        </a:p>
      </dgm:t>
    </dgm:pt>
    <dgm:pt modelId="{CE8AD25E-694B-4FA5-AB98-1571BB6CC8D3}" type="sibTrans" cxnId="{3888721A-A373-4F30-A20A-D93A741D1463}">
      <dgm:prSet/>
      <dgm:spPr/>
      <dgm:t>
        <a:bodyPr/>
        <a:lstStyle/>
        <a:p>
          <a:endParaRPr lang="uk-UA"/>
        </a:p>
      </dgm:t>
    </dgm:pt>
    <dgm:pt modelId="{C4DBA6D9-6BE6-4565-BA35-9F3DB851D990}" type="pres">
      <dgm:prSet presAssocID="{6AE5E2CF-95C3-4932-AF16-99E1770213CC}" presName="linearFlow" presStyleCnt="0">
        <dgm:presLayoutVars>
          <dgm:dir/>
          <dgm:resizeHandles val="exact"/>
        </dgm:presLayoutVars>
      </dgm:prSet>
      <dgm:spPr/>
    </dgm:pt>
    <dgm:pt modelId="{BADA7363-E2D9-4A44-BA23-75FA90EE79C1}" type="pres">
      <dgm:prSet presAssocID="{414A8BEA-DA69-43FD-B94E-80592EFA4992}" presName="composite" presStyleCnt="0"/>
      <dgm:spPr/>
    </dgm:pt>
    <dgm:pt modelId="{9FFFC46D-3CDB-47FE-A20D-B55F22F4A3E1}" type="pres">
      <dgm:prSet presAssocID="{414A8BEA-DA69-43FD-B94E-80592EFA4992}" presName="imgShp" presStyleLbl="fgImgPlace1" presStyleIdx="0" presStyleCnt="4"/>
      <dgm:spPr/>
    </dgm:pt>
    <dgm:pt modelId="{741FCF04-B371-4355-9C90-0CC61A805C09}" type="pres">
      <dgm:prSet presAssocID="{414A8BEA-DA69-43FD-B94E-80592EFA4992}" presName="txShp" presStyleLbl="node1" presStyleIdx="0" presStyleCnt="4">
        <dgm:presLayoutVars>
          <dgm:bulletEnabled val="1"/>
        </dgm:presLayoutVars>
      </dgm:prSet>
      <dgm:spPr/>
    </dgm:pt>
    <dgm:pt modelId="{E486BC78-1925-40E2-A533-5D225B827768}" type="pres">
      <dgm:prSet presAssocID="{47A7FA0B-830F-4F2E-8BCA-F12830AB0DEA}" presName="spacing" presStyleCnt="0"/>
      <dgm:spPr/>
    </dgm:pt>
    <dgm:pt modelId="{B3C7C1B2-460C-4C70-BDA3-13314559ECC8}" type="pres">
      <dgm:prSet presAssocID="{56E7B2A5-2ADF-4457-90DD-FF9133C79A5B}" presName="composite" presStyleCnt="0"/>
      <dgm:spPr/>
    </dgm:pt>
    <dgm:pt modelId="{4CDD415F-DDCC-4799-9258-7056CDB9D3FA}" type="pres">
      <dgm:prSet presAssocID="{56E7B2A5-2ADF-4457-90DD-FF9133C79A5B}" presName="imgShp" presStyleLbl="fgImgPlace1" presStyleIdx="1" presStyleCnt="4"/>
      <dgm:spPr/>
    </dgm:pt>
    <dgm:pt modelId="{E7E2918C-F209-4BDD-94C0-AC0FC5AFEB71}" type="pres">
      <dgm:prSet presAssocID="{56E7B2A5-2ADF-4457-90DD-FF9133C79A5B}" presName="txShp" presStyleLbl="node1" presStyleIdx="1" presStyleCnt="4">
        <dgm:presLayoutVars>
          <dgm:bulletEnabled val="1"/>
        </dgm:presLayoutVars>
      </dgm:prSet>
      <dgm:spPr/>
    </dgm:pt>
    <dgm:pt modelId="{742CD6D8-D8B1-4AC5-BF05-238664FE6AD7}" type="pres">
      <dgm:prSet presAssocID="{6ADFE39E-16DE-4D26-B618-4BA44B9284D9}" presName="spacing" presStyleCnt="0"/>
      <dgm:spPr/>
    </dgm:pt>
    <dgm:pt modelId="{E2C3664A-C83D-4358-99B7-4332A560692A}" type="pres">
      <dgm:prSet presAssocID="{F109D1F1-8249-4A1B-A6E0-D1EF139E6823}" presName="composite" presStyleCnt="0"/>
      <dgm:spPr/>
    </dgm:pt>
    <dgm:pt modelId="{4213FF65-A383-48B8-9171-61E048264F45}" type="pres">
      <dgm:prSet presAssocID="{F109D1F1-8249-4A1B-A6E0-D1EF139E6823}" presName="imgShp" presStyleLbl="fgImgPlace1" presStyleIdx="2" presStyleCnt="4"/>
      <dgm:spPr/>
    </dgm:pt>
    <dgm:pt modelId="{FC3AC061-BD5E-436F-B157-F41D0642DBED}" type="pres">
      <dgm:prSet presAssocID="{F109D1F1-8249-4A1B-A6E0-D1EF139E6823}" presName="txShp" presStyleLbl="node1" presStyleIdx="2" presStyleCnt="4">
        <dgm:presLayoutVars>
          <dgm:bulletEnabled val="1"/>
        </dgm:presLayoutVars>
      </dgm:prSet>
      <dgm:spPr/>
    </dgm:pt>
    <dgm:pt modelId="{27A9E3C0-B4D5-453A-88A5-A68492E0BC87}" type="pres">
      <dgm:prSet presAssocID="{8ADFF1C0-413B-42C0-A439-BC841A1DE68A}" presName="spacing" presStyleCnt="0"/>
      <dgm:spPr/>
    </dgm:pt>
    <dgm:pt modelId="{9AC7E934-2032-47B8-9D04-2DD8108F9C59}" type="pres">
      <dgm:prSet presAssocID="{9F83362A-C4CE-4D96-AF5D-C0943A3DA29E}" presName="composite" presStyleCnt="0"/>
      <dgm:spPr/>
    </dgm:pt>
    <dgm:pt modelId="{2DDBD1F9-F34C-4FDE-A5BF-4277F0E00BC1}" type="pres">
      <dgm:prSet presAssocID="{9F83362A-C4CE-4D96-AF5D-C0943A3DA29E}" presName="imgShp" presStyleLbl="fgImgPlace1" presStyleIdx="3" presStyleCnt="4"/>
      <dgm:spPr/>
    </dgm:pt>
    <dgm:pt modelId="{C0226E53-249E-4507-865F-178F275B5271}" type="pres">
      <dgm:prSet presAssocID="{9F83362A-C4CE-4D96-AF5D-C0943A3DA29E}" presName="txShp" presStyleLbl="node1" presStyleIdx="3" presStyleCnt="4">
        <dgm:presLayoutVars>
          <dgm:bulletEnabled val="1"/>
        </dgm:presLayoutVars>
      </dgm:prSet>
      <dgm:spPr/>
    </dgm:pt>
  </dgm:ptLst>
  <dgm:cxnLst>
    <dgm:cxn modelId="{38E46606-8A6B-4B30-A7E8-FCFC5ADABF6B}" type="presOf" srcId="{6AE5E2CF-95C3-4932-AF16-99E1770213CC}" destId="{C4DBA6D9-6BE6-4565-BA35-9F3DB851D990}" srcOrd="0" destOrd="0" presId="urn:microsoft.com/office/officeart/2005/8/layout/vList3"/>
    <dgm:cxn modelId="{3888721A-A373-4F30-A20A-D93A741D1463}" srcId="{6AE5E2CF-95C3-4932-AF16-99E1770213CC}" destId="{9F83362A-C4CE-4D96-AF5D-C0943A3DA29E}" srcOrd="3" destOrd="0" parTransId="{3AE5F72E-29A7-46F1-A75D-925D0E935870}" sibTransId="{CE8AD25E-694B-4FA5-AB98-1571BB6CC8D3}"/>
    <dgm:cxn modelId="{D6C93D2B-7C95-4E26-9C82-C709FF19F248}" srcId="{6AE5E2CF-95C3-4932-AF16-99E1770213CC}" destId="{56E7B2A5-2ADF-4457-90DD-FF9133C79A5B}" srcOrd="1" destOrd="0" parTransId="{DDCE0E57-86F4-4181-AE5E-17980882FBC1}" sibTransId="{6ADFE39E-16DE-4D26-B618-4BA44B9284D9}"/>
    <dgm:cxn modelId="{C02F6F31-C065-4782-BDF2-F228693873D5}" srcId="{6AE5E2CF-95C3-4932-AF16-99E1770213CC}" destId="{414A8BEA-DA69-43FD-B94E-80592EFA4992}" srcOrd="0" destOrd="0" parTransId="{412C3F01-4AE0-470E-9FEC-F559102B664D}" sibTransId="{47A7FA0B-830F-4F2E-8BCA-F12830AB0DEA}"/>
    <dgm:cxn modelId="{FC094972-875D-4D7E-A6AB-ADCAD5C46679}" type="presOf" srcId="{9F83362A-C4CE-4D96-AF5D-C0943A3DA29E}" destId="{C0226E53-249E-4507-865F-178F275B5271}" srcOrd="0" destOrd="0" presId="urn:microsoft.com/office/officeart/2005/8/layout/vList3"/>
    <dgm:cxn modelId="{EBC8B753-86D7-4ABC-84F6-AEA33C1BF0A4}" type="presOf" srcId="{414A8BEA-DA69-43FD-B94E-80592EFA4992}" destId="{741FCF04-B371-4355-9C90-0CC61A805C09}" srcOrd="0" destOrd="0" presId="urn:microsoft.com/office/officeart/2005/8/layout/vList3"/>
    <dgm:cxn modelId="{BFDDFE8A-6F7A-4888-9A7F-DAD6BB5630DF}" type="presOf" srcId="{56E7B2A5-2ADF-4457-90DD-FF9133C79A5B}" destId="{E7E2918C-F209-4BDD-94C0-AC0FC5AFEB71}" srcOrd="0" destOrd="0" presId="urn:microsoft.com/office/officeart/2005/8/layout/vList3"/>
    <dgm:cxn modelId="{C623A2C9-5F26-44F3-BEDB-746CC062FFF2}" srcId="{6AE5E2CF-95C3-4932-AF16-99E1770213CC}" destId="{F109D1F1-8249-4A1B-A6E0-D1EF139E6823}" srcOrd="2" destOrd="0" parTransId="{E443AA7F-4D01-4D94-A572-5C9E2185B882}" sibTransId="{8ADFF1C0-413B-42C0-A439-BC841A1DE68A}"/>
    <dgm:cxn modelId="{382CEED2-A902-4AE8-8D65-BEB508B63F01}" type="presOf" srcId="{F109D1F1-8249-4A1B-A6E0-D1EF139E6823}" destId="{FC3AC061-BD5E-436F-B157-F41D0642DBED}" srcOrd="0" destOrd="0" presId="urn:microsoft.com/office/officeart/2005/8/layout/vList3"/>
    <dgm:cxn modelId="{2B5D4885-4043-449E-BB14-0F0DCA38E00B}" type="presParOf" srcId="{C4DBA6D9-6BE6-4565-BA35-9F3DB851D990}" destId="{BADA7363-E2D9-4A44-BA23-75FA90EE79C1}" srcOrd="0" destOrd="0" presId="urn:microsoft.com/office/officeart/2005/8/layout/vList3"/>
    <dgm:cxn modelId="{B12F9793-2CF0-4EA4-B9C9-FA009EA054E1}" type="presParOf" srcId="{BADA7363-E2D9-4A44-BA23-75FA90EE79C1}" destId="{9FFFC46D-3CDB-47FE-A20D-B55F22F4A3E1}" srcOrd="0" destOrd="0" presId="urn:microsoft.com/office/officeart/2005/8/layout/vList3"/>
    <dgm:cxn modelId="{043D5149-7AFF-4438-9804-A95B35F20DF4}" type="presParOf" srcId="{BADA7363-E2D9-4A44-BA23-75FA90EE79C1}" destId="{741FCF04-B371-4355-9C90-0CC61A805C09}" srcOrd="1" destOrd="0" presId="urn:microsoft.com/office/officeart/2005/8/layout/vList3"/>
    <dgm:cxn modelId="{FA5EB616-FB70-4903-B72C-EB46ACD02426}" type="presParOf" srcId="{C4DBA6D9-6BE6-4565-BA35-9F3DB851D990}" destId="{E486BC78-1925-40E2-A533-5D225B827768}" srcOrd="1" destOrd="0" presId="urn:microsoft.com/office/officeart/2005/8/layout/vList3"/>
    <dgm:cxn modelId="{140EE44A-A644-4C92-A441-1EE1870AF533}" type="presParOf" srcId="{C4DBA6D9-6BE6-4565-BA35-9F3DB851D990}" destId="{B3C7C1B2-460C-4C70-BDA3-13314559ECC8}" srcOrd="2" destOrd="0" presId="urn:microsoft.com/office/officeart/2005/8/layout/vList3"/>
    <dgm:cxn modelId="{6A63680B-645C-435F-9480-6494D861EC3E}" type="presParOf" srcId="{B3C7C1B2-460C-4C70-BDA3-13314559ECC8}" destId="{4CDD415F-DDCC-4799-9258-7056CDB9D3FA}" srcOrd="0" destOrd="0" presId="urn:microsoft.com/office/officeart/2005/8/layout/vList3"/>
    <dgm:cxn modelId="{D35B075D-3E1D-4524-9336-828DD01E835D}" type="presParOf" srcId="{B3C7C1B2-460C-4C70-BDA3-13314559ECC8}" destId="{E7E2918C-F209-4BDD-94C0-AC0FC5AFEB71}" srcOrd="1" destOrd="0" presId="urn:microsoft.com/office/officeart/2005/8/layout/vList3"/>
    <dgm:cxn modelId="{612BDE07-F6DD-44DB-A12E-E7AF5EC2F1AB}" type="presParOf" srcId="{C4DBA6D9-6BE6-4565-BA35-9F3DB851D990}" destId="{742CD6D8-D8B1-4AC5-BF05-238664FE6AD7}" srcOrd="3" destOrd="0" presId="urn:microsoft.com/office/officeart/2005/8/layout/vList3"/>
    <dgm:cxn modelId="{2FDC3DFF-5D8E-4624-96AA-E1514936CD43}" type="presParOf" srcId="{C4DBA6D9-6BE6-4565-BA35-9F3DB851D990}" destId="{E2C3664A-C83D-4358-99B7-4332A560692A}" srcOrd="4" destOrd="0" presId="urn:microsoft.com/office/officeart/2005/8/layout/vList3"/>
    <dgm:cxn modelId="{F5A6CFC3-5D64-47DC-8638-8D44AC5E8112}" type="presParOf" srcId="{E2C3664A-C83D-4358-99B7-4332A560692A}" destId="{4213FF65-A383-48B8-9171-61E048264F45}" srcOrd="0" destOrd="0" presId="urn:microsoft.com/office/officeart/2005/8/layout/vList3"/>
    <dgm:cxn modelId="{94728517-21AF-4E8F-905D-5176BBB93956}" type="presParOf" srcId="{E2C3664A-C83D-4358-99B7-4332A560692A}" destId="{FC3AC061-BD5E-436F-B157-F41D0642DBED}" srcOrd="1" destOrd="0" presId="urn:microsoft.com/office/officeart/2005/8/layout/vList3"/>
    <dgm:cxn modelId="{1972ADC2-58C5-4DAC-B140-17D8DA78C30C}" type="presParOf" srcId="{C4DBA6D9-6BE6-4565-BA35-9F3DB851D990}" destId="{27A9E3C0-B4D5-453A-88A5-A68492E0BC87}" srcOrd="5" destOrd="0" presId="urn:microsoft.com/office/officeart/2005/8/layout/vList3"/>
    <dgm:cxn modelId="{5DB14AD7-B2B5-468E-8905-E55B654FC97E}" type="presParOf" srcId="{C4DBA6D9-6BE6-4565-BA35-9F3DB851D990}" destId="{9AC7E934-2032-47B8-9D04-2DD8108F9C59}" srcOrd="6" destOrd="0" presId="urn:microsoft.com/office/officeart/2005/8/layout/vList3"/>
    <dgm:cxn modelId="{73F0ADDD-CB67-494F-8B49-83110E238EA6}" type="presParOf" srcId="{9AC7E934-2032-47B8-9D04-2DD8108F9C59}" destId="{2DDBD1F9-F34C-4FDE-A5BF-4277F0E00BC1}" srcOrd="0" destOrd="0" presId="urn:microsoft.com/office/officeart/2005/8/layout/vList3"/>
    <dgm:cxn modelId="{B86AE55C-AB34-4FDA-BA4B-7D3C011A1645}" type="presParOf" srcId="{9AC7E934-2032-47B8-9D04-2DD8108F9C59}" destId="{C0226E53-249E-4507-865F-178F275B5271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29AA1B25-90D5-4968-ABBF-41A67C73CD19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835E01F-D379-4765-B1D1-966230D4FD90}">
      <dgm:prSet/>
      <dgm:spPr/>
      <dgm:t>
        <a:bodyPr/>
        <a:lstStyle/>
        <a:p>
          <a:r>
            <a:rPr lang="ru-RU" b="0" i="0"/>
            <a:t>утворення Речі Посполитої</a:t>
          </a:r>
          <a:endParaRPr lang="uk-UA"/>
        </a:p>
      </dgm:t>
    </dgm:pt>
    <dgm:pt modelId="{8363A505-9909-45A3-818F-6AA0C1448503}" type="parTrans" cxnId="{6FDB3482-9E3F-452B-BAAD-901D15B6C524}">
      <dgm:prSet/>
      <dgm:spPr/>
      <dgm:t>
        <a:bodyPr/>
        <a:lstStyle/>
        <a:p>
          <a:endParaRPr lang="uk-UA"/>
        </a:p>
      </dgm:t>
    </dgm:pt>
    <dgm:pt modelId="{040D70F6-C5FA-4A23-B1FB-53FB6DCB13F4}" type="sibTrans" cxnId="{6FDB3482-9E3F-452B-BAAD-901D15B6C524}">
      <dgm:prSet/>
      <dgm:spPr/>
      <dgm:t>
        <a:bodyPr/>
        <a:lstStyle/>
        <a:p>
          <a:endParaRPr lang="uk-UA"/>
        </a:p>
      </dgm:t>
    </dgm:pt>
    <dgm:pt modelId="{AF706220-98B0-4983-B9A0-CE1BE886BFFE}">
      <dgm:prSet/>
      <dgm:spPr/>
      <dgm:t>
        <a:bodyPr/>
        <a:lstStyle/>
        <a:p>
          <a:r>
            <a:rPr lang="ru-RU" b="0" i="0"/>
            <a:t>укладення Берестейської унії</a:t>
          </a:r>
          <a:endParaRPr lang="uk-UA"/>
        </a:p>
      </dgm:t>
    </dgm:pt>
    <dgm:pt modelId="{D44CAACF-C93A-42C2-A94D-E9275FD2932B}" type="parTrans" cxnId="{B9EAA8DC-A2C3-48DF-AB4A-7C1C20262DBE}">
      <dgm:prSet/>
      <dgm:spPr/>
      <dgm:t>
        <a:bodyPr/>
        <a:lstStyle/>
        <a:p>
          <a:endParaRPr lang="uk-UA"/>
        </a:p>
      </dgm:t>
    </dgm:pt>
    <dgm:pt modelId="{FE8B7260-1CC0-4713-815C-CDC42701A68A}" type="sibTrans" cxnId="{B9EAA8DC-A2C3-48DF-AB4A-7C1C20262DBE}">
      <dgm:prSet/>
      <dgm:spPr/>
      <dgm:t>
        <a:bodyPr/>
        <a:lstStyle/>
        <a:p>
          <a:endParaRPr lang="uk-UA"/>
        </a:p>
      </dgm:t>
    </dgm:pt>
    <dgm:pt modelId="{D83CC2B4-0276-4F27-9403-DCF6F6924C9F}">
      <dgm:prSet/>
      <dgm:spPr/>
      <dgm:t>
        <a:bodyPr/>
        <a:lstStyle/>
        <a:p>
          <a:r>
            <a:rPr lang="ru-RU" b="0" i="0"/>
            <a:t>заснування перших православних братств у Львові</a:t>
          </a:r>
          <a:endParaRPr lang="uk-UA"/>
        </a:p>
      </dgm:t>
    </dgm:pt>
    <dgm:pt modelId="{D717A0B9-6FE0-414B-840A-CB85B0C5A56A}" type="parTrans" cxnId="{A75D0A07-A740-4CEA-AE23-E5A74F8EE7C8}">
      <dgm:prSet/>
      <dgm:spPr/>
      <dgm:t>
        <a:bodyPr/>
        <a:lstStyle/>
        <a:p>
          <a:endParaRPr lang="uk-UA"/>
        </a:p>
      </dgm:t>
    </dgm:pt>
    <dgm:pt modelId="{649CDE69-797C-4F39-81C5-68D55324A73E}" type="sibTrans" cxnId="{A75D0A07-A740-4CEA-AE23-E5A74F8EE7C8}">
      <dgm:prSet/>
      <dgm:spPr/>
      <dgm:t>
        <a:bodyPr/>
        <a:lstStyle/>
        <a:p>
          <a:endParaRPr lang="uk-UA"/>
        </a:p>
      </dgm:t>
    </dgm:pt>
    <dgm:pt modelId="{071FE7C5-2E81-414C-B0C4-C3272D0AEA65}">
      <dgm:prSet/>
      <dgm:spPr/>
      <dgm:t>
        <a:bodyPr/>
        <a:lstStyle/>
        <a:p>
          <a:r>
            <a:rPr lang="ru-RU" b="0" i="0" dirty="0" err="1"/>
            <a:t>обрання</a:t>
          </a:r>
          <a:r>
            <a:rPr lang="ru-RU" b="0" i="0" dirty="0"/>
            <a:t> П. </a:t>
          </a:r>
          <a:r>
            <a:rPr lang="ru-RU" b="0" i="0" dirty="0" err="1"/>
            <a:t>Могили</a:t>
          </a:r>
          <a:r>
            <a:rPr lang="ru-RU" b="0" i="0" dirty="0"/>
            <a:t> </a:t>
          </a:r>
          <a:r>
            <a:rPr lang="ru-RU" b="0" i="0" dirty="0" err="1"/>
            <a:t>Київським</a:t>
          </a:r>
          <a:r>
            <a:rPr lang="ru-RU" b="0" i="0" dirty="0"/>
            <a:t> митрополитом</a:t>
          </a:r>
          <a:endParaRPr lang="uk-UA" dirty="0"/>
        </a:p>
      </dgm:t>
    </dgm:pt>
    <dgm:pt modelId="{8DF2E8F1-1C9C-4196-B3F4-DED4DC765BA4}" type="parTrans" cxnId="{75ECA945-E8F7-48E2-A535-C4E7885BA44D}">
      <dgm:prSet/>
      <dgm:spPr/>
      <dgm:t>
        <a:bodyPr/>
        <a:lstStyle/>
        <a:p>
          <a:endParaRPr lang="uk-UA"/>
        </a:p>
      </dgm:t>
    </dgm:pt>
    <dgm:pt modelId="{E08B856A-0CD8-40E9-8580-11C37C532A92}" type="sibTrans" cxnId="{75ECA945-E8F7-48E2-A535-C4E7885BA44D}">
      <dgm:prSet/>
      <dgm:spPr/>
      <dgm:t>
        <a:bodyPr/>
        <a:lstStyle/>
        <a:p>
          <a:endParaRPr lang="uk-UA"/>
        </a:p>
      </dgm:t>
    </dgm:pt>
    <dgm:pt modelId="{387C2962-9971-4A19-ADF7-65CA24E8EDE5}" type="pres">
      <dgm:prSet presAssocID="{29AA1B25-90D5-4968-ABBF-41A67C73CD19}" presName="Name0" presStyleCnt="0">
        <dgm:presLayoutVars>
          <dgm:chMax val="7"/>
          <dgm:chPref val="7"/>
          <dgm:dir/>
        </dgm:presLayoutVars>
      </dgm:prSet>
      <dgm:spPr/>
    </dgm:pt>
    <dgm:pt modelId="{13FB46D0-1592-49CA-90B1-1A68E6E2CDCF}" type="pres">
      <dgm:prSet presAssocID="{29AA1B25-90D5-4968-ABBF-41A67C73CD19}" presName="Name1" presStyleCnt="0"/>
      <dgm:spPr/>
    </dgm:pt>
    <dgm:pt modelId="{D142703D-981C-4D75-A611-AA450D1850C5}" type="pres">
      <dgm:prSet presAssocID="{29AA1B25-90D5-4968-ABBF-41A67C73CD19}" presName="cycle" presStyleCnt="0"/>
      <dgm:spPr/>
    </dgm:pt>
    <dgm:pt modelId="{4FAD7D2C-FB54-400D-A873-BC40E7A2A0F0}" type="pres">
      <dgm:prSet presAssocID="{29AA1B25-90D5-4968-ABBF-41A67C73CD19}" presName="srcNode" presStyleLbl="node1" presStyleIdx="0" presStyleCnt="4"/>
      <dgm:spPr/>
    </dgm:pt>
    <dgm:pt modelId="{51EDA6E4-DE79-4F33-A13B-5C0F8E6C5568}" type="pres">
      <dgm:prSet presAssocID="{29AA1B25-90D5-4968-ABBF-41A67C73CD19}" presName="conn" presStyleLbl="parChTrans1D2" presStyleIdx="0" presStyleCnt="1"/>
      <dgm:spPr/>
    </dgm:pt>
    <dgm:pt modelId="{ECEFE852-5E13-4241-B5B3-11EBED98A003}" type="pres">
      <dgm:prSet presAssocID="{29AA1B25-90D5-4968-ABBF-41A67C73CD19}" presName="extraNode" presStyleLbl="node1" presStyleIdx="0" presStyleCnt="4"/>
      <dgm:spPr/>
    </dgm:pt>
    <dgm:pt modelId="{18520B7E-E1B4-41CB-8494-8C0F8D4301DF}" type="pres">
      <dgm:prSet presAssocID="{29AA1B25-90D5-4968-ABBF-41A67C73CD19}" presName="dstNode" presStyleLbl="node1" presStyleIdx="0" presStyleCnt="4"/>
      <dgm:spPr/>
    </dgm:pt>
    <dgm:pt modelId="{868B1B8E-6A62-4C8C-8471-5DCE20774716}" type="pres">
      <dgm:prSet presAssocID="{4835E01F-D379-4765-B1D1-966230D4FD90}" presName="text_1" presStyleLbl="node1" presStyleIdx="0" presStyleCnt="4">
        <dgm:presLayoutVars>
          <dgm:bulletEnabled val="1"/>
        </dgm:presLayoutVars>
      </dgm:prSet>
      <dgm:spPr/>
    </dgm:pt>
    <dgm:pt modelId="{587E6802-D9B5-4A8A-BDC3-54E5D465ECD2}" type="pres">
      <dgm:prSet presAssocID="{4835E01F-D379-4765-B1D1-966230D4FD90}" presName="accent_1" presStyleCnt="0"/>
      <dgm:spPr/>
    </dgm:pt>
    <dgm:pt modelId="{40635C73-4D99-462B-8720-BEE107AED7B2}" type="pres">
      <dgm:prSet presAssocID="{4835E01F-D379-4765-B1D1-966230D4FD90}" presName="accentRepeatNode" presStyleLbl="solidFgAcc1" presStyleIdx="0" presStyleCnt="4"/>
      <dgm:spPr/>
    </dgm:pt>
    <dgm:pt modelId="{F1B74BC0-82DB-428B-B9E7-7A5A4F95CB5C}" type="pres">
      <dgm:prSet presAssocID="{AF706220-98B0-4983-B9A0-CE1BE886BFFE}" presName="text_2" presStyleLbl="node1" presStyleIdx="1" presStyleCnt="4">
        <dgm:presLayoutVars>
          <dgm:bulletEnabled val="1"/>
        </dgm:presLayoutVars>
      </dgm:prSet>
      <dgm:spPr/>
    </dgm:pt>
    <dgm:pt modelId="{EC59EC56-3A07-4C89-977D-B220E11E2BF2}" type="pres">
      <dgm:prSet presAssocID="{AF706220-98B0-4983-B9A0-CE1BE886BFFE}" presName="accent_2" presStyleCnt="0"/>
      <dgm:spPr/>
    </dgm:pt>
    <dgm:pt modelId="{7BA66C6C-6675-438E-A292-80056BDB7711}" type="pres">
      <dgm:prSet presAssocID="{AF706220-98B0-4983-B9A0-CE1BE886BFFE}" presName="accentRepeatNode" presStyleLbl="solidFgAcc1" presStyleIdx="1" presStyleCnt="4"/>
      <dgm:spPr/>
    </dgm:pt>
    <dgm:pt modelId="{829B9BE1-C49F-4EFB-9B9E-06326116F9BB}" type="pres">
      <dgm:prSet presAssocID="{D83CC2B4-0276-4F27-9403-DCF6F6924C9F}" presName="text_3" presStyleLbl="node1" presStyleIdx="2" presStyleCnt="4">
        <dgm:presLayoutVars>
          <dgm:bulletEnabled val="1"/>
        </dgm:presLayoutVars>
      </dgm:prSet>
      <dgm:spPr/>
    </dgm:pt>
    <dgm:pt modelId="{4099CD6F-E949-4754-9F35-4230D7B85288}" type="pres">
      <dgm:prSet presAssocID="{D83CC2B4-0276-4F27-9403-DCF6F6924C9F}" presName="accent_3" presStyleCnt="0"/>
      <dgm:spPr/>
    </dgm:pt>
    <dgm:pt modelId="{F7454233-1232-47AF-A4A4-D5EAAA4F7676}" type="pres">
      <dgm:prSet presAssocID="{D83CC2B4-0276-4F27-9403-DCF6F6924C9F}" presName="accentRepeatNode" presStyleLbl="solidFgAcc1" presStyleIdx="2" presStyleCnt="4"/>
      <dgm:spPr/>
    </dgm:pt>
    <dgm:pt modelId="{53A42687-F4F5-4265-9BA3-09DDF050EE6B}" type="pres">
      <dgm:prSet presAssocID="{071FE7C5-2E81-414C-B0C4-C3272D0AEA65}" presName="text_4" presStyleLbl="node1" presStyleIdx="3" presStyleCnt="4">
        <dgm:presLayoutVars>
          <dgm:bulletEnabled val="1"/>
        </dgm:presLayoutVars>
      </dgm:prSet>
      <dgm:spPr/>
    </dgm:pt>
    <dgm:pt modelId="{5AB1ED2D-A529-4CFE-B5D7-FBCBAEFF9A1B}" type="pres">
      <dgm:prSet presAssocID="{071FE7C5-2E81-414C-B0C4-C3272D0AEA65}" presName="accent_4" presStyleCnt="0"/>
      <dgm:spPr/>
    </dgm:pt>
    <dgm:pt modelId="{A740B261-DBBB-4421-B8C4-D6B01BBABF1A}" type="pres">
      <dgm:prSet presAssocID="{071FE7C5-2E81-414C-B0C4-C3272D0AEA65}" presName="accentRepeatNode" presStyleLbl="solidFgAcc1" presStyleIdx="3" presStyleCnt="4"/>
      <dgm:spPr/>
    </dgm:pt>
  </dgm:ptLst>
  <dgm:cxnLst>
    <dgm:cxn modelId="{A75D0A07-A740-4CEA-AE23-E5A74F8EE7C8}" srcId="{29AA1B25-90D5-4968-ABBF-41A67C73CD19}" destId="{D83CC2B4-0276-4F27-9403-DCF6F6924C9F}" srcOrd="2" destOrd="0" parTransId="{D717A0B9-6FE0-414B-840A-CB85B0C5A56A}" sibTransId="{649CDE69-797C-4F39-81C5-68D55324A73E}"/>
    <dgm:cxn modelId="{479FF817-AA6E-4D8C-A960-17D96A9025DD}" type="presOf" srcId="{4835E01F-D379-4765-B1D1-966230D4FD90}" destId="{868B1B8E-6A62-4C8C-8471-5DCE20774716}" srcOrd="0" destOrd="0" presId="urn:microsoft.com/office/officeart/2008/layout/VerticalCurvedList"/>
    <dgm:cxn modelId="{FC339934-9ED6-4771-B9AF-AD4246F61CCB}" type="presOf" srcId="{040D70F6-C5FA-4A23-B1FB-53FB6DCB13F4}" destId="{51EDA6E4-DE79-4F33-A13B-5C0F8E6C5568}" srcOrd="0" destOrd="0" presId="urn:microsoft.com/office/officeart/2008/layout/VerticalCurvedList"/>
    <dgm:cxn modelId="{A20E625F-BEEB-4E3B-8DDE-78D94F0BCF67}" type="presOf" srcId="{071FE7C5-2E81-414C-B0C4-C3272D0AEA65}" destId="{53A42687-F4F5-4265-9BA3-09DDF050EE6B}" srcOrd="0" destOrd="0" presId="urn:microsoft.com/office/officeart/2008/layout/VerticalCurvedList"/>
    <dgm:cxn modelId="{75ECA945-E8F7-48E2-A535-C4E7885BA44D}" srcId="{29AA1B25-90D5-4968-ABBF-41A67C73CD19}" destId="{071FE7C5-2E81-414C-B0C4-C3272D0AEA65}" srcOrd="3" destOrd="0" parTransId="{8DF2E8F1-1C9C-4196-B3F4-DED4DC765BA4}" sibTransId="{E08B856A-0CD8-40E9-8580-11C37C532A92}"/>
    <dgm:cxn modelId="{70AADF81-ABE1-4F42-8696-3BECAE97DC8E}" type="presOf" srcId="{29AA1B25-90D5-4968-ABBF-41A67C73CD19}" destId="{387C2962-9971-4A19-ADF7-65CA24E8EDE5}" srcOrd="0" destOrd="0" presId="urn:microsoft.com/office/officeart/2008/layout/VerticalCurvedList"/>
    <dgm:cxn modelId="{6FDB3482-9E3F-452B-BAAD-901D15B6C524}" srcId="{29AA1B25-90D5-4968-ABBF-41A67C73CD19}" destId="{4835E01F-D379-4765-B1D1-966230D4FD90}" srcOrd="0" destOrd="0" parTransId="{8363A505-9909-45A3-818F-6AA0C1448503}" sibTransId="{040D70F6-C5FA-4A23-B1FB-53FB6DCB13F4}"/>
    <dgm:cxn modelId="{821C9898-12C3-4B7C-B546-38C1F2B0FFDC}" type="presOf" srcId="{AF706220-98B0-4983-B9A0-CE1BE886BFFE}" destId="{F1B74BC0-82DB-428B-B9E7-7A5A4F95CB5C}" srcOrd="0" destOrd="0" presId="urn:microsoft.com/office/officeart/2008/layout/VerticalCurvedList"/>
    <dgm:cxn modelId="{B9EAA8DC-A2C3-48DF-AB4A-7C1C20262DBE}" srcId="{29AA1B25-90D5-4968-ABBF-41A67C73CD19}" destId="{AF706220-98B0-4983-B9A0-CE1BE886BFFE}" srcOrd="1" destOrd="0" parTransId="{D44CAACF-C93A-42C2-A94D-E9275FD2932B}" sibTransId="{FE8B7260-1CC0-4713-815C-CDC42701A68A}"/>
    <dgm:cxn modelId="{C72B2CEF-93E4-49BE-8AD8-C05F49A46780}" type="presOf" srcId="{D83CC2B4-0276-4F27-9403-DCF6F6924C9F}" destId="{829B9BE1-C49F-4EFB-9B9E-06326116F9BB}" srcOrd="0" destOrd="0" presId="urn:microsoft.com/office/officeart/2008/layout/VerticalCurvedList"/>
    <dgm:cxn modelId="{B8AC41AB-1EBA-427C-A75E-D55573347863}" type="presParOf" srcId="{387C2962-9971-4A19-ADF7-65CA24E8EDE5}" destId="{13FB46D0-1592-49CA-90B1-1A68E6E2CDCF}" srcOrd="0" destOrd="0" presId="urn:microsoft.com/office/officeart/2008/layout/VerticalCurvedList"/>
    <dgm:cxn modelId="{15F0FFF5-A909-4F29-8BA5-23C949587DDE}" type="presParOf" srcId="{13FB46D0-1592-49CA-90B1-1A68E6E2CDCF}" destId="{D142703D-981C-4D75-A611-AA450D1850C5}" srcOrd="0" destOrd="0" presId="urn:microsoft.com/office/officeart/2008/layout/VerticalCurvedList"/>
    <dgm:cxn modelId="{92F7814F-68FC-4A4A-B31E-4ABF008E61ED}" type="presParOf" srcId="{D142703D-981C-4D75-A611-AA450D1850C5}" destId="{4FAD7D2C-FB54-400D-A873-BC40E7A2A0F0}" srcOrd="0" destOrd="0" presId="urn:microsoft.com/office/officeart/2008/layout/VerticalCurvedList"/>
    <dgm:cxn modelId="{A8F1FC05-E6FA-427A-AC2D-03AD06E669A1}" type="presParOf" srcId="{D142703D-981C-4D75-A611-AA450D1850C5}" destId="{51EDA6E4-DE79-4F33-A13B-5C0F8E6C5568}" srcOrd="1" destOrd="0" presId="urn:microsoft.com/office/officeart/2008/layout/VerticalCurvedList"/>
    <dgm:cxn modelId="{0FE46739-6ABB-4948-83F8-668264F0E5A1}" type="presParOf" srcId="{D142703D-981C-4D75-A611-AA450D1850C5}" destId="{ECEFE852-5E13-4241-B5B3-11EBED98A003}" srcOrd="2" destOrd="0" presId="urn:microsoft.com/office/officeart/2008/layout/VerticalCurvedList"/>
    <dgm:cxn modelId="{44C53287-DC18-4447-9E46-78FA38D05A68}" type="presParOf" srcId="{D142703D-981C-4D75-A611-AA450D1850C5}" destId="{18520B7E-E1B4-41CB-8494-8C0F8D4301DF}" srcOrd="3" destOrd="0" presId="urn:microsoft.com/office/officeart/2008/layout/VerticalCurvedList"/>
    <dgm:cxn modelId="{ACC8177F-B7ED-4ABB-929A-9BB20416A09A}" type="presParOf" srcId="{13FB46D0-1592-49CA-90B1-1A68E6E2CDCF}" destId="{868B1B8E-6A62-4C8C-8471-5DCE20774716}" srcOrd="1" destOrd="0" presId="urn:microsoft.com/office/officeart/2008/layout/VerticalCurvedList"/>
    <dgm:cxn modelId="{E8B3975B-981E-41F1-BD44-A27130E7CDEB}" type="presParOf" srcId="{13FB46D0-1592-49CA-90B1-1A68E6E2CDCF}" destId="{587E6802-D9B5-4A8A-BDC3-54E5D465ECD2}" srcOrd="2" destOrd="0" presId="urn:microsoft.com/office/officeart/2008/layout/VerticalCurvedList"/>
    <dgm:cxn modelId="{A19F449E-55BD-4FFA-A06F-46D0E9FD495E}" type="presParOf" srcId="{587E6802-D9B5-4A8A-BDC3-54E5D465ECD2}" destId="{40635C73-4D99-462B-8720-BEE107AED7B2}" srcOrd="0" destOrd="0" presId="urn:microsoft.com/office/officeart/2008/layout/VerticalCurvedList"/>
    <dgm:cxn modelId="{FDBD347B-B67D-4C60-8563-ACF6D9AE9408}" type="presParOf" srcId="{13FB46D0-1592-49CA-90B1-1A68E6E2CDCF}" destId="{F1B74BC0-82DB-428B-B9E7-7A5A4F95CB5C}" srcOrd="3" destOrd="0" presId="urn:microsoft.com/office/officeart/2008/layout/VerticalCurvedList"/>
    <dgm:cxn modelId="{48A03E27-A641-4295-B0B6-A4E9B385FA61}" type="presParOf" srcId="{13FB46D0-1592-49CA-90B1-1A68E6E2CDCF}" destId="{EC59EC56-3A07-4C89-977D-B220E11E2BF2}" srcOrd="4" destOrd="0" presId="urn:microsoft.com/office/officeart/2008/layout/VerticalCurvedList"/>
    <dgm:cxn modelId="{AB4E07DF-2F3C-432F-B5B8-CF954862C3F1}" type="presParOf" srcId="{EC59EC56-3A07-4C89-977D-B220E11E2BF2}" destId="{7BA66C6C-6675-438E-A292-80056BDB7711}" srcOrd="0" destOrd="0" presId="urn:microsoft.com/office/officeart/2008/layout/VerticalCurvedList"/>
    <dgm:cxn modelId="{74DF738F-293D-465F-8C6D-8F7BE43695BF}" type="presParOf" srcId="{13FB46D0-1592-49CA-90B1-1A68E6E2CDCF}" destId="{829B9BE1-C49F-4EFB-9B9E-06326116F9BB}" srcOrd="5" destOrd="0" presId="urn:microsoft.com/office/officeart/2008/layout/VerticalCurvedList"/>
    <dgm:cxn modelId="{FD2F3C4C-0E15-4C2D-B6BE-9A8AC2821C71}" type="presParOf" srcId="{13FB46D0-1592-49CA-90B1-1A68E6E2CDCF}" destId="{4099CD6F-E949-4754-9F35-4230D7B85288}" srcOrd="6" destOrd="0" presId="urn:microsoft.com/office/officeart/2008/layout/VerticalCurvedList"/>
    <dgm:cxn modelId="{EBE0074D-F3A5-4619-9B19-6ED61BFC07C7}" type="presParOf" srcId="{4099CD6F-E949-4754-9F35-4230D7B85288}" destId="{F7454233-1232-47AF-A4A4-D5EAAA4F7676}" srcOrd="0" destOrd="0" presId="urn:microsoft.com/office/officeart/2008/layout/VerticalCurvedList"/>
    <dgm:cxn modelId="{E37025E6-E793-44FF-AD5F-C886A2156E9E}" type="presParOf" srcId="{13FB46D0-1592-49CA-90B1-1A68E6E2CDCF}" destId="{53A42687-F4F5-4265-9BA3-09DDF050EE6B}" srcOrd="7" destOrd="0" presId="urn:microsoft.com/office/officeart/2008/layout/VerticalCurvedList"/>
    <dgm:cxn modelId="{A649EEAC-786A-46DC-AF2D-E2A70C10EF5B}" type="presParOf" srcId="{13FB46D0-1592-49CA-90B1-1A68E6E2CDCF}" destId="{5AB1ED2D-A529-4CFE-B5D7-FBCBAEFF9A1B}" srcOrd="8" destOrd="0" presId="urn:microsoft.com/office/officeart/2008/layout/VerticalCurvedList"/>
    <dgm:cxn modelId="{C63DC6F8-920B-4F9D-9963-AA4E7C7A77BC}" type="presParOf" srcId="{5AB1ED2D-A529-4CFE-B5D7-FBCBAEFF9A1B}" destId="{A740B261-DBBB-4421-B8C4-D6B01BBABF1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D87EF544-EBF7-47FF-83C9-BA4CDC005032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CE37F0A-BF02-493C-9C1B-07DE67BC5AA3}">
      <dgm:prSet/>
      <dgm:spPr/>
      <dgm:t>
        <a:bodyPr/>
        <a:lstStyle/>
        <a:p>
          <a:r>
            <a:rPr lang="ru-RU" b="0" i="0"/>
            <a:t>реформування православної церкви</a:t>
          </a:r>
          <a:endParaRPr lang="uk-UA"/>
        </a:p>
      </dgm:t>
    </dgm:pt>
    <dgm:pt modelId="{C64AE03A-B18E-4FBD-B74F-C4A48550D7B6}" type="parTrans" cxnId="{DE9ACCC2-C116-4F88-B961-B12971C46C71}">
      <dgm:prSet/>
      <dgm:spPr/>
      <dgm:t>
        <a:bodyPr/>
        <a:lstStyle/>
        <a:p>
          <a:endParaRPr lang="uk-UA"/>
        </a:p>
      </dgm:t>
    </dgm:pt>
    <dgm:pt modelId="{C0B9B030-902D-42FD-AE03-ACBF325E857C}" type="sibTrans" cxnId="{DE9ACCC2-C116-4F88-B961-B12971C46C71}">
      <dgm:prSet/>
      <dgm:spPr/>
      <dgm:t>
        <a:bodyPr/>
        <a:lstStyle/>
        <a:p>
          <a:endParaRPr lang="uk-UA"/>
        </a:p>
      </dgm:t>
    </dgm:pt>
    <dgm:pt modelId="{71CDF109-E26A-460A-B611-FC01F4AF0590}">
      <dgm:prSet/>
      <dgm:spPr/>
      <dgm:t>
        <a:bodyPr/>
        <a:lstStyle/>
        <a:p>
          <a:r>
            <a:rPr lang="ru-RU" b="0" i="0"/>
            <a:t>масове покозачення селянства</a:t>
          </a:r>
          <a:endParaRPr lang="uk-UA"/>
        </a:p>
      </dgm:t>
    </dgm:pt>
    <dgm:pt modelId="{E84EA7B3-75D1-4303-B030-D8F41EE1A80C}" type="parTrans" cxnId="{13D7F874-2666-44A6-AC35-40B0F981A5A7}">
      <dgm:prSet/>
      <dgm:spPr/>
      <dgm:t>
        <a:bodyPr/>
        <a:lstStyle/>
        <a:p>
          <a:endParaRPr lang="uk-UA"/>
        </a:p>
      </dgm:t>
    </dgm:pt>
    <dgm:pt modelId="{D9BABC80-0E94-4C3D-B748-FB16327B5F82}" type="sibTrans" cxnId="{13D7F874-2666-44A6-AC35-40B0F981A5A7}">
      <dgm:prSet/>
      <dgm:spPr/>
      <dgm:t>
        <a:bodyPr/>
        <a:lstStyle/>
        <a:p>
          <a:endParaRPr lang="uk-UA"/>
        </a:p>
      </dgm:t>
    </dgm:pt>
    <dgm:pt modelId="{A0BBCCE8-6AF4-439D-A1AA-275F95D34E1A}">
      <dgm:prSet/>
      <dgm:spPr/>
      <dgm:t>
        <a:bodyPr/>
        <a:lstStyle/>
        <a:p>
          <a:r>
            <a:rPr lang="ru-RU" b="0" i="0" dirty="0" err="1"/>
            <a:t>поширення</a:t>
          </a:r>
          <a:r>
            <a:rPr lang="ru-RU" b="0" i="0" dirty="0"/>
            <a:t> </a:t>
          </a:r>
          <a:r>
            <a:rPr lang="ru-RU" b="0" i="0" dirty="0" err="1"/>
            <a:t>фільварків</a:t>
          </a:r>
          <a:endParaRPr lang="uk-UA" dirty="0"/>
        </a:p>
      </dgm:t>
    </dgm:pt>
    <dgm:pt modelId="{4F7C6A14-ED3C-4CB3-93C8-4A6048F618A2}" type="parTrans" cxnId="{5BA0E87F-91F5-4AB3-8DED-3723CDC48152}">
      <dgm:prSet/>
      <dgm:spPr/>
      <dgm:t>
        <a:bodyPr/>
        <a:lstStyle/>
        <a:p>
          <a:endParaRPr lang="uk-UA"/>
        </a:p>
      </dgm:t>
    </dgm:pt>
    <dgm:pt modelId="{B2D4BA75-8E2D-4C13-B32D-F49D1B9BDCAD}" type="sibTrans" cxnId="{5BA0E87F-91F5-4AB3-8DED-3723CDC48152}">
      <dgm:prSet/>
      <dgm:spPr/>
      <dgm:t>
        <a:bodyPr/>
        <a:lstStyle/>
        <a:p>
          <a:endParaRPr lang="uk-UA"/>
        </a:p>
      </dgm:t>
    </dgm:pt>
    <dgm:pt modelId="{28525123-B687-4B61-B17F-589EC7049BB7}">
      <dgm:prSet/>
      <dgm:spPr/>
      <dgm:t>
        <a:bodyPr/>
        <a:lstStyle/>
        <a:p>
          <a:r>
            <a:rPr lang="ru-RU" b="0" i="0"/>
            <a:t>започаткування книгодрукування</a:t>
          </a:r>
          <a:endParaRPr lang="uk-UA"/>
        </a:p>
      </dgm:t>
    </dgm:pt>
    <dgm:pt modelId="{99A4BFC2-A5DF-44B0-B166-7EBDB734E2D5}" type="parTrans" cxnId="{2A5F4F22-D0DD-4688-957F-E1407EABB845}">
      <dgm:prSet/>
      <dgm:spPr/>
      <dgm:t>
        <a:bodyPr/>
        <a:lstStyle/>
        <a:p>
          <a:endParaRPr lang="uk-UA"/>
        </a:p>
      </dgm:t>
    </dgm:pt>
    <dgm:pt modelId="{C20BD3D4-75D4-4515-B2C3-CFAC3EB1B181}" type="sibTrans" cxnId="{2A5F4F22-D0DD-4688-957F-E1407EABB845}">
      <dgm:prSet/>
      <dgm:spPr/>
      <dgm:t>
        <a:bodyPr/>
        <a:lstStyle/>
        <a:p>
          <a:endParaRPr lang="uk-UA"/>
        </a:p>
      </dgm:t>
    </dgm:pt>
    <dgm:pt modelId="{98E12BBB-6E03-4885-B2FD-6119CE8600D4}">
      <dgm:prSet/>
      <dgm:spPr/>
      <dgm:t>
        <a:bodyPr/>
        <a:lstStyle/>
        <a:p>
          <a:r>
            <a:rPr lang="ru-RU" b="0" i="0" dirty="0" err="1"/>
            <a:t>розкол</a:t>
          </a:r>
          <a:r>
            <a:rPr lang="ru-RU" b="0" i="0" dirty="0"/>
            <a:t> </a:t>
          </a:r>
          <a:r>
            <a:rPr lang="ru-RU" b="0" i="0" dirty="0" err="1"/>
            <a:t>православної</a:t>
          </a:r>
          <a:r>
            <a:rPr lang="ru-RU" b="0" i="0" dirty="0"/>
            <a:t> церкви</a:t>
          </a:r>
          <a:endParaRPr lang="uk-UA" dirty="0"/>
        </a:p>
      </dgm:t>
    </dgm:pt>
    <dgm:pt modelId="{4356243F-4470-40CF-973C-D41C232C74EC}" type="parTrans" cxnId="{84C8BC65-3FA4-44A8-B7AE-1B3F2AB4956C}">
      <dgm:prSet/>
      <dgm:spPr/>
      <dgm:t>
        <a:bodyPr/>
        <a:lstStyle/>
        <a:p>
          <a:endParaRPr lang="uk-UA"/>
        </a:p>
      </dgm:t>
    </dgm:pt>
    <dgm:pt modelId="{26D4B216-4A1B-44FD-BBBA-65FBF1163066}" type="sibTrans" cxnId="{84C8BC65-3FA4-44A8-B7AE-1B3F2AB4956C}">
      <dgm:prSet/>
      <dgm:spPr/>
      <dgm:t>
        <a:bodyPr/>
        <a:lstStyle/>
        <a:p>
          <a:endParaRPr lang="uk-UA"/>
        </a:p>
      </dgm:t>
    </dgm:pt>
    <dgm:pt modelId="{61087D7C-5353-4F21-B241-9D700258443E}" type="pres">
      <dgm:prSet presAssocID="{D87EF544-EBF7-47FF-83C9-BA4CDC005032}" presName="linearFlow" presStyleCnt="0">
        <dgm:presLayoutVars>
          <dgm:dir/>
          <dgm:resizeHandles val="exact"/>
        </dgm:presLayoutVars>
      </dgm:prSet>
      <dgm:spPr/>
    </dgm:pt>
    <dgm:pt modelId="{A308CB0D-5D00-4E1C-99B5-33DF50612D20}" type="pres">
      <dgm:prSet presAssocID="{7CE37F0A-BF02-493C-9C1B-07DE67BC5AA3}" presName="composite" presStyleCnt="0"/>
      <dgm:spPr/>
    </dgm:pt>
    <dgm:pt modelId="{5DB7A8DF-33F7-418A-B7A9-BC382A1470F0}" type="pres">
      <dgm:prSet presAssocID="{7CE37F0A-BF02-493C-9C1B-07DE67BC5AA3}" presName="imgShp" presStyleLbl="fgImgPlace1" presStyleIdx="0" presStyleCnt="5"/>
      <dgm:spPr/>
    </dgm:pt>
    <dgm:pt modelId="{F865C387-3FD1-4442-A7CA-441A31017EF9}" type="pres">
      <dgm:prSet presAssocID="{7CE37F0A-BF02-493C-9C1B-07DE67BC5AA3}" presName="txShp" presStyleLbl="node1" presStyleIdx="0" presStyleCnt="5">
        <dgm:presLayoutVars>
          <dgm:bulletEnabled val="1"/>
        </dgm:presLayoutVars>
      </dgm:prSet>
      <dgm:spPr/>
    </dgm:pt>
    <dgm:pt modelId="{ED0E6BD8-B9BD-4267-8F53-4983C440D07A}" type="pres">
      <dgm:prSet presAssocID="{C0B9B030-902D-42FD-AE03-ACBF325E857C}" presName="spacing" presStyleCnt="0"/>
      <dgm:spPr/>
    </dgm:pt>
    <dgm:pt modelId="{0951E657-B8B1-4DB4-B18A-DE3310E15B7E}" type="pres">
      <dgm:prSet presAssocID="{71CDF109-E26A-460A-B611-FC01F4AF0590}" presName="composite" presStyleCnt="0"/>
      <dgm:spPr/>
    </dgm:pt>
    <dgm:pt modelId="{AD142DC0-E4D8-4546-84A8-6C6999377999}" type="pres">
      <dgm:prSet presAssocID="{71CDF109-E26A-460A-B611-FC01F4AF0590}" presName="imgShp" presStyleLbl="fgImgPlace1" presStyleIdx="1" presStyleCnt="5"/>
      <dgm:spPr/>
    </dgm:pt>
    <dgm:pt modelId="{20663FBE-204D-4371-A742-DA4AAE9C140A}" type="pres">
      <dgm:prSet presAssocID="{71CDF109-E26A-460A-B611-FC01F4AF0590}" presName="txShp" presStyleLbl="node1" presStyleIdx="1" presStyleCnt="5">
        <dgm:presLayoutVars>
          <dgm:bulletEnabled val="1"/>
        </dgm:presLayoutVars>
      </dgm:prSet>
      <dgm:spPr/>
    </dgm:pt>
    <dgm:pt modelId="{F38DD6AD-5D51-44FB-A523-0BDFA2E44454}" type="pres">
      <dgm:prSet presAssocID="{D9BABC80-0E94-4C3D-B748-FB16327B5F82}" presName="spacing" presStyleCnt="0"/>
      <dgm:spPr/>
    </dgm:pt>
    <dgm:pt modelId="{7689FF38-2AEE-43A7-BB0E-F8C5F6E12487}" type="pres">
      <dgm:prSet presAssocID="{A0BBCCE8-6AF4-439D-A1AA-275F95D34E1A}" presName="composite" presStyleCnt="0"/>
      <dgm:spPr/>
    </dgm:pt>
    <dgm:pt modelId="{10951289-5FAE-4B4E-AC16-4B2F616D0FE7}" type="pres">
      <dgm:prSet presAssocID="{A0BBCCE8-6AF4-439D-A1AA-275F95D34E1A}" presName="imgShp" presStyleLbl="fgImgPlace1" presStyleIdx="2" presStyleCnt="5"/>
      <dgm:spPr/>
    </dgm:pt>
    <dgm:pt modelId="{F3C7A9E4-50F2-4AFC-942D-01CAF23B6B54}" type="pres">
      <dgm:prSet presAssocID="{A0BBCCE8-6AF4-439D-A1AA-275F95D34E1A}" presName="txShp" presStyleLbl="node1" presStyleIdx="2" presStyleCnt="5">
        <dgm:presLayoutVars>
          <dgm:bulletEnabled val="1"/>
        </dgm:presLayoutVars>
      </dgm:prSet>
      <dgm:spPr/>
    </dgm:pt>
    <dgm:pt modelId="{90F893F1-ADF5-4C44-9B69-3D253B9AB66C}" type="pres">
      <dgm:prSet presAssocID="{B2D4BA75-8E2D-4C13-B32D-F49D1B9BDCAD}" presName="spacing" presStyleCnt="0"/>
      <dgm:spPr/>
    </dgm:pt>
    <dgm:pt modelId="{051F57DD-EB24-4F14-9157-AAC313A0D884}" type="pres">
      <dgm:prSet presAssocID="{28525123-B687-4B61-B17F-589EC7049BB7}" presName="composite" presStyleCnt="0"/>
      <dgm:spPr/>
    </dgm:pt>
    <dgm:pt modelId="{BD25E9AD-B543-41E0-990A-B23DBE2DA7E8}" type="pres">
      <dgm:prSet presAssocID="{28525123-B687-4B61-B17F-589EC7049BB7}" presName="imgShp" presStyleLbl="fgImgPlace1" presStyleIdx="3" presStyleCnt="5"/>
      <dgm:spPr/>
    </dgm:pt>
    <dgm:pt modelId="{86F66858-FDE9-4E4B-AD00-81DBDAA97F70}" type="pres">
      <dgm:prSet presAssocID="{28525123-B687-4B61-B17F-589EC7049BB7}" presName="txShp" presStyleLbl="node1" presStyleIdx="3" presStyleCnt="5">
        <dgm:presLayoutVars>
          <dgm:bulletEnabled val="1"/>
        </dgm:presLayoutVars>
      </dgm:prSet>
      <dgm:spPr/>
    </dgm:pt>
    <dgm:pt modelId="{2AC8B630-1A77-46C7-A689-2B0EAE2B554C}" type="pres">
      <dgm:prSet presAssocID="{C20BD3D4-75D4-4515-B2C3-CFAC3EB1B181}" presName="spacing" presStyleCnt="0"/>
      <dgm:spPr/>
    </dgm:pt>
    <dgm:pt modelId="{2BE23E80-1A03-4C7A-9553-36B71BDEF7A6}" type="pres">
      <dgm:prSet presAssocID="{98E12BBB-6E03-4885-B2FD-6119CE8600D4}" presName="composite" presStyleCnt="0"/>
      <dgm:spPr/>
    </dgm:pt>
    <dgm:pt modelId="{2F202C64-8B22-41BC-AA4D-6E7F76E6FC68}" type="pres">
      <dgm:prSet presAssocID="{98E12BBB-6E03-4885-B2FD-6119CE8600D4}" presName="imgShp" presStyleLbl="fgImgPlace1" presStyleIdx="4" presStyleCnt="5"/>
      <dgm:spPr/>
    </dgm:pt>
    <dgm:pt modelId="{D5D89EB5-52C8-4C2E-843F-C31EF6AA38D1}" type="pres">
      <dgm:prSet presAssocID="{98E12BBB-6E03-4885-B2FD-6119CE8600D4}" presName="txShp" presStyleLbl="node1" presStyleIdx="4" presStyleCnt="5">
        <dgm:presLayoutVars>
          <dgm:bulletEnabled val="1"/>
        </dgm:presLayoutVars>
      </dgm:prSet>
      <dgm:spPr/>
    </dgm:pt>
  </dgm:ptLst>
  <dgm:cxnLst>
    <dgm:cxn modelId="{F7813A0F-9D6E-4A8E-97D0-E50AC98D74BD}" type="presOf" srcId="{71CDF109-E26A-460A-B611-FC01F4AF0590}" destId="{20663FBE-204D-4371-A742-DA4AAE9C140A}" srcOrd="0" destOrd="0" presId="urn:microsoft.com/office/officeart/2005/8/layout/vList3"/>
    <dgm:cxn modelId="{2A5F4F22-D0DD-4688-957F-E1407EABB845}" srcId="{D87EF544-EBF7-47FF-83C9-BA4CDC005032}" destId="{28525123-B687-4B61-B17F-589EC7049BB7}" srcOrd="3" destOrd="0" parTransId="{99A4BFC2-A5DF-44B0-B166-7EBDB734E2D5}" sibTransId="{C20BD3D4-75D4-4515-B2C3-CFAC3EB1B181}"/>
    <dgm:cxn modelId="{29703D5B-A71C-4E91-8482-70EDAAE52BD7}" type="presOf" srcId="{98E12BBB-6E03-4885-B2FD-6119CE8600D4}" destId="{D5D89EB5-52C8-4C2E-843F-C31EF6AA38D1}" srcOrd="0" destOrd="0" presId="urn:microsoft.com/office/officeart/2005/8/layout/vList3"/>
    <dgm:cxn modelId="{EC6DD863-6989-4625-95CA-6219F24527BB}" type="presOf" srcId="{D87EF544-EBF7-47FF-83C9-BA4CDC005032}" destId="{61087D7C-5353-4F21-B241-9D700258443E}" srcOrd="0" destOrd="0" presId="urn:microsoft.com/office/officeart/2005/8/layout/vList3"/>
    <dgm:cxn modelId="{84C8BC65-3FA4-44A8-B7AE-1B3F2AB4956C}" srcId="{D87EF544-EBF7-47FF-83C9-BA4CDC005032}" destId="{98E12BBB-6E03-4885-B2FD-6119CE8600D4}" srcOrd="4" destOrd="0" parTransId="{4356243F-4470-40CF-973C-D41C232C74EC}" sibTransId="{26D4B216-4A1B-44FD-BBBA-65FBF1163066}"/>
    <dgm:cxn modelId="{D4B92B6E-F842-4EA0-B9F9-DB8B93811E66}" type="presOf" srcId="{A0BBCCE8-6AF4-439D-A1AA-275F95D34E1A}" destId="{F3C7A9E4-50F2-4AFC-942D-01CAF23B6B54}" srcOrd="0" destOrd="0" presId="urn:microsoft.com/office/officeart/2005/8/layout/vList3"/>
    <dgm:cxn modelId="{13D7F874-2666-44A6-AC35-40B0F981A5A7}" srcId="{D87EF544-EBF7-47FF-83C9-BA4CDC005032}" destId="{71CDF109-E26A-460A-B611-FC01F4AF0590}" srcOrd="1" destOrd="0" parTransId="{E84EA7B3-75D1-4303-B030-D8F41EE1A80C}" sibTransId="{D9BABC80-0E94-4C3D-B748-FB16327B5F82}"/>
    <dgm:cxn modelId="{5BA0E87F-91F5-4AB3-8DED-3723CDC48152}" srcId="{D87EF544-EBF7-47FF-83C9-BA4CDC005032}" destId="{A0BBCCE8-6AF4-439D-A1AA-275F95D34E1A}" srcOrd="2" destOrd="0" parTransId="{4F7C6A14-ED3C-4CB3-93C8-4A6048F618A2}" sibTransId="{B2D4BA75-8E2D-4C13-B32D-F49D1B9BDCAD}"/>
    <dgm:cxn modelId="{DE9ACCC2-C116-4F88-B961-B12971C46C71}" srcId="{D87EF544-EBF7-47FF-83C9-BA4CDC005032}" destId="{7CE37F0A-BF02-493C-9C1B-07DE67BC5AA3}" srcOrd="0" destOrd="0" parTransId="{C64AE03A-B18E-4FBD-B74F-C4A48550D7B6}" sibTransId="{C0B9B030-902D-42FD-AE03-ACBF325E857C}"/>
    <dgm:cxn modelId="{908575D8-8624-458B-BB8A-56392C70D24D}" type="presOf" srcId="{7CE37F0A-BF02-493C-9C1B-07DE67BC5AA3}" destId="{F865C387-3FD1-4442-A7CA-441A31017EF9}" srcOrd="0" destOrd="0" presId="urn:microsoft.com/office/officeart/2005/8/layout/vList3"/>
    <dgm:cxn modelId="{C15B4DD9-8F7A-4F8A-BB38-9F22382189BE}" type="presOf" srcId="{28525123-B687-4B61-B17F-589EC7049BB7}" destId="{86F66858-FDE9-4E4B-AD00-81DBDAA97F70}" srcOrd="0" destOrd="0" presId="urn:microsoft.com/office/officeart/2005/8/layout/vList3"/>
    <dgm:cxn modelId="{13811DFF-1ABA-44DA-BF5C-DD43B02F1DE9}" type="presParOf" srcId="{61087D7C-5353-4F21-B241-9D700258443E}" destId="{A308CB0D-5D00-4E1C-99B5-33DF50612D20}" srcOrd="0" destOrd="0" presId="urn:microsoft.com/office/officeart/2005/8/layout/vList3"/>
    <dgm:cxn modelId="{463D61D2-DFC2-46B1-94D8-6EB4EBB3905E}" type="presParOf" srcId="{A308CB0D-5D00-4E1C-99B5-33DF50612D20}" destId="{5DB7A8DF-33F7-418A-B7A9-BC382A1470F0}" srcOrd="0" destOrd="0" presId="urn:microsoft.com/office/officeart/2005/8/layout/vList3"/>
    <dgm:cxn modelId="{0B861269-A976-46AA-818D-384F915A48E7}" type="presParOf" srcId="{A308CB0D-5D00-4E1C-99B5-33DF50612D20}" destId="{F865C387-3FD1-4442-A7CA-441A31017EF9}" srcOrd="1" destOrd="0" presId="urn:microsoft.com/office/officeart/2005/8/layout/vList3"/>
    <dgm:cxn modelId="{323CD9E0-73C7-4F1A-B3A1-95B575055F14}" type="presParOf" srcId="{61087D7C-5353-4F21-B241-9D700258443E}" destId="{ED0E6BD8-B9BD-4267-8F53-4983C440D07A}" srcOrd="1" destOrd="0" presId="urn:microsoft.com/office/officeart/2005/8/layout/vList3"/>
    <dgm:cxn modelId="{DC988D5C-7330-460F-A611-7AE22956523E}" type="presParOf" srcId="{61087D7C-5353-4F21-B241-9D700258443E}" destId="{0951E657-B8B1-4DB4-B18A-DE3310E15B7E}" srcOrd="2" destOrd="0" presId="urn:microsoft.com/office/officeart/2005/8/layout/vList3"/>
    <dgm:cxn modelId="{6F1CE9BC-ED22-4D44-AEA8-AEB335E196A9}" type="presParOf" srcId="{0951E657-B8B1-4DB4-B18A-DE3310E15B7E}" destId="{AD142DC0-E4D8-4546-84A8-6C6999377999}" srcOrd="0" destOrd="0" presId="urn:microsoft.com/office/officeart/2005/8/layout/vList3"/>
    <dgm:cxn modelId="{B517BBB9-ED56-4C22-AF42-2927130E410F}" type="presParOf" srcId="{0951E657-B8B1-4DB4-B18A-DE3310E15B7E}" destId="{20663FBE-204D-4371-A742-DA4AAE9C140A}" srcOrd="1" destOrd="0" presId="urn:microsoft.com/office/officeart/2005/8/layout/vList3"/>
    <dgm:cxn modelId="{2A441D28-601B-44E5-AD16-CE8860AECEBB}" type="presParOf" srcId="{61087D7C-5353-4F21-B241-9D700258443E}" destId="{F38DD6AD-5D51-44FB-A523-0BDFA2E44454}" srcOrd="3" destOrd="0" presId="urn:microsoft.com/office/officeart/2005/8/layout/vList3"/>
    <dgm:cxn modelId="{90A500F5-B7CF-4980-8845-6646385827C4}" type="presParOf" srcId="{61087D7C-5353-4F21-B241-9D700258443E}" destId="{7689FF38-2AEE-43A7-BB0E-F8C5F6E12487}" srcOrd="4" destOrd="0" presId="urn:microsoft.com/office/officeart/2005/8/layout/vList3"/>
    <dgm:cxn modelId="{10D97757-0D5A-48C9-8A8C-A53EC0D2E2DF}" type="presParOf" srcId="{7689FF38-2AEE-43A7-BB0E-F8C5F6E12487}" destId="{10951289-5FAE-4B4E-AC16-4B2F616D0FE7}" srcOrd="0" destOrd="0" presId="urn:microsoft.com/office/officeart/2005/8/layout/vList3"/>
    <dgm:cxn modelId="{C3A56378-C0C5-471E-A328-7D416ED28257}" type="presParOf" srcId="{7689FF38-2AEE-43A7-BB0E-F8C5F6E12487}" destId="{F3C7A9E4-50F2-4AFC-942D-01CAF23B6B54}" srcOrd="1" destOrd="0" presId="urn:microsoft.com/office/officeart/2005/8/layout/vList3"/>
    <dgm:cxn modelId="{5D3CBFA5-93FA-427E-BC7C-55211BFA3DE8}" type="presParOf" srcId="{61087D7C-5353-4F21-B241-9D700258443E}" destId="{90F893F1-ADF5-4C44-9B69-3D253B9AB66C}" srcOrd="5" destOrd="0" presId="urn:microsoft.com/office/officeart/2005/8/layout/vList3"/>
    <dgm:cxn modelId="{3070BADB-7EF7-43A6-BD82-86C0C9786F83}" type="presParOf" srcId="{61087D7C-5353-4F21-B241-9D700258443E}" destId="{051F57DD-EB24-4F14-9157-AAC313A0D884}" srcOrd="6" destOrd="0" presId="urn:microsoft.com/office/officeart/2005/8/layout/vList3"/>
    <dgm:cxn modelId="{236B348E-9703-425E-B12B-A93DAD855397}" type="presParOf" srcId="{051F57DD-EB24-4F14-9157-AAC313A0D884}" destId="{BD25E9AD-B543-41E0-990A-B23DBE2DA7E8}" srcOrd="0" destOrd="0" presId="urn:microsoft.com/office/officeart/2005/8/layout/vList3"/>
    <dgm:cxn modelId="{6109472A-CC23-4325-8647-8FCF5E9CB7DB}" type="presParOf" srcId="{051F57DD-EB24-4F14-9157-AAC313A0D884}" destId="{86F66858-FDE9-4E4B-AD00-81DBDAA97F70}" srcOrd="1" destOrd="0" presId="urn:microsoft.com/office/officeart/2005/8/layout/vList3"/>
    <dgm:cxn modelId="{A43AC198-FCB4-4E07-87D3-70883943FEBB}" type="presParOf" srcId="{61087D7C-5353-4F21-B241-9D700258443E}" destId="{2AC8B630-1A77-46C7-A689-2B0EAE2B554C}" srcOrd="7" destOrd="0" presId="urn:microsoft.com/office/officeart/2005/8/layout/vList3"/>
    <dgm:cxn modelId="{49346A44-AD1E-4032-8F06-C498BCC7BE3E}" type="presParOf" srcId="{61087D7C-5353-4F21-B241-9D700258443E}" destId="{2BE23E80-1A03-4C7A-9553-36B71BDEF7A6}" srcOrd="8" destOrd="0" presId="urn:microsoft.com/office/officeart/2005/8/layout/vList3"/>
    <dgm:cxn modelId="{E4F82ED3-451E-4E7F-8CE6-1FC0A6709F18}" type="presParOf" srcId="{2BE23E80-1A03-4C7A-9553-36B71BDEF7A6}" destId="{2F202C64-8B22-41BC-AA4D-6E7F76E6FC68}" srcOrd="0" destOrd="0" presId="urn:microsoft.com/office/officeart/2005/8/layout/vList3"/>
    <dgm:cxn modelId="{6DC5BFFE-DF32-4443-B4D2-344956EC977C}" type="presParOf" srcId="{2BE23E80-1A03-4C7A-9553-36B71BDEF7A6}" destId="{D5D89EB5-52C8-4C2E-843F-C31EF6AA38D1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A0444ECF-A28C-4494-8FDC-E63AFDC3C97A}" type="doc">
      <dgm:prSet loTypeId="urn:microsoft.com/office/officeart/2008/layout/LinedList" loCatId="list" qsTypeId="urn:microsoft.com/office/officeart/2005/8/quickstyle/simple3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0FAFAE5-07C2-4408-8B6B-886D13AFEED0}">
      <dgm:prSet/>
      <dgm:spPr/>
      <dgm:t>
        <a:bodyPr/>
        <a:lstStyle/>
        <a:p>
          <a:r>
            <a:rPr lang="uk-UA" b="0" i="0" dirty="0"/>
            <a:t>«…вдруге перебрав собі гетьманську булаву, зібрав козаків реєстрових та запорозьких і чимдуж поспішив під Хотин на підмогу Владиславу.., став обіч королевича в осаді…»</a:t>
          </a:r>
          <a:endParaRPr lang="uk-UA" i="0" dirty="0"/>
        </a:p>
      </dgm:t>
    </dgm:pt>
    <dgm:pt modelId="{8B8D0D78-E335-4248-9547-E5CDDC7A38B3}" type="parTrans" cxnId="{F7322F68-0F9C-4237-B144-42EAFB775AF6}">
      <dgm:prSet/>
      <dgm:spPr/>
      <dgm:t>
        <a:bodyPr/>
        <a:lstStyle/>
        <a:p>
          <a:endParaRPr lang="uk-UA" i="1"/>
        </a:p>
      </dgm:t>
    </dgm:pt>
    <dgm:pt modelId="{BD9736B9-3972-4F62-B519-E6889196D391}" type="sibTrans" cxnId="{F7322F68-0F9C-4237-B144-42EAFB775AF6}">
      <dgm:prSet/>
      <dgm:spPr/>
      <dgm:t>
        <a:bodyPr/>
        <a:lstStyle/>
        <a:p>
          <a:endParaRPr lang="uk-UA" i="1"/>
        </a:p>
      </dgm:t>
    </dgm:pt>
    <dgm:pt modelId="{06BE7415-4839-4995-8578-D8D16F38BD33}">
      <dgm:prSet/>
      <dgm:spPr/>
      <dgm:t>
        <a:bodyPr/>
        <a:lstStyle/>
        <a:p>
          <a:r>
            <a:rPr lang="uk-UA" b="0" i="0" dirty="0"/>
            <a:t>«…Петро Конашевич-Сагайдачний… ходив з військом запорозьким по воді на Кафу, повоював її добре, силу бранців християнських з неволі звільнив і з добичею великою з Чорного моря повернувся…»</a:t>
          </a:r>
          <a:endParaRPr lang="uk-UA" i="0" dirty="0"/>
        </a:p>
      </dgm:t>
    </dgm:pt>
    <dgm:pt modelId="{4259BA57-57D1-4CFA-B1E8-C348CABC307F}" type="parTrans" cxnId="{C8F1B92B-6BDB-4856-8944-1E01C17DF3A8}">
      <dgm:prSet/>
      <dgm:spPr/>
      <dgm:t>
        <a:bodyPr/>
        <a:lstStyle/>
        <a:p>
          <a:endParaRPr lang="uk-UA" i="1"/>
        </a:p>
      </dgm:t>
    </dgm:pt>
    <dgm:pt modelId="{D89E7596-F1A3-4ABF-9CDA-08C8DA45FC36}" type="sibTrans" cxnId="{C8F1B92B-6BDB-4856-8944-1E01C17DF3A8}">
      <dgm:prSet/>
      <dgm:spPr/>
      <dgm:t>
        <a:bodyPr/>
        <a:lstStyle/>
        <a:p>
          <a:endParaRPr lang="uk-UA" i="1"/>
        </a:p>
      </dgm:t>
    </dgm:pt>
    <dgm:pt modelId="{1D6B374B-67AD-4A20-A64F-AB5E14940CA2}" type="pres">
      <dgm:prSet presAssocID="{A0444ECF-A28C-4494-8FDC-E63AFDC3C97A}" presName="vert0" presStyleCnt="0">
        <dgm:presLayoutVars>
          <dgm:dir/>
          <dgm:animOne val="branch"/>
          <dgm:animLvl val="lvl"/>
        </dgm:presLayoutVars>
      </dgm:prSet>
      <dgm:spPr/>
    </dgm:pt>
    <dgm:pt modelId="{83E75274-35CC-45FC-BC42-219A2AC38CA3}" type="pres">
      <dgm:prSet presAssocID="{50FAFAE5-07C2-4408-8B6B-886D13AFEED0}" presName="thickLine" presStyleLbl="alignNode1" presStyleIdx="0" presStyleCnt="2"/>
      <dgm:spPr/>
    </dgm:pt>
    <dgm:pt modelId="{0A698072-5270-49D3-B75E-F5056A55BA3C}" type="pres">
      <dgm:prSet presAssocID="{50FAFAE5-07C2-4408-8B6B-886D13AFEED0}" presName="horz1" presStyleCnt="0"/>
      <dgm:spPr/>
    </dgm:pt>
    <dgm:pt modelId="{3836C25A-A6FC-4FAB-9B1A-AD5459388A83}" type="pres">
      <dgm:prSet presAssocID="{50FAFAE5-07C2-4408-8B6B-886D13AFEED0}" presName="tx1" presStyleLbl="revTx" presStyleIdx="0" presStyleCnt="2"/>
      <dgm:spPr/>
    </dgm:pt>
    <dgm:pt modelId="{6252340E-113A-47F0-ABF7-FDF5F6936967}" type="pres">
      <dgm:prSet presAssocID="{50FAFAE5-07C2-4408-8B6B-886D13AFEED0}" presName="vert1" presStyleCnt="0"/>
      <dgm:spPr/>
    </dgm:pt>
    <dgm:pt modelId="{2DC48655-5E13-47A0-AB6A-F44FF56C54C7}" type="pres">
      <dgm:prSet presAssocID="{06BE7415-4839-4995-8578-D8D16F38BD33}" presName="thickLine" presStyleLbl="alignNode1" presStyleIdx="1" presStyleCnt="2"/>
      <dgm:spPr/>
    </dgm:pt>
    <dgm:pt modelId="{6553C549-5EEC-4596-8B4C-E1A91A198F20}" type="pres">
      <dgm:prSet presAssocID="{06BE7415-4839-4995-8578-D8D16F38BD33}" presName="horz1" presStyleCnt="0"/>
      <dgm:spPr/>
    </dgm:pt>
    <dgm:pt modelId="{FEACDE06-B44B-46E9-8A76-B04205D3C77C}" type="pres">
      <dgm:prSet presAssocID="{06BE7415-4839-4995-8578-D8D16F38BD33}" presName="tx1" presStyleLbl="revTx" presStyleIdx="1" presStyleCnt="2"/>
      <dgm:spPr/>
    </dgm:pt>
    <dgm:pt modelId="{AA9D304F-FBAA-453D-A55F-95FFEC3A03F6}" type="pres">
      <dgm:prSet presAssocID="{06BE7415-4839-4995-8578-D8D16F38BD33}" presName="vert1" presStyleCnt="0"/>
      <dgm:spPr/>
    </dgm:pt>
  </dgm:ptLst>
  <dgm:cxnLst>
    <dgm:cxn modelId="{C8F1B92B-6BDB-4856-8944-1E01C17DF3A8}" srcId="{A0444ECF-A28C-4494-8FDC-E63AFDC3C97A}" destId="{06BE7415-4839-4995-8578-D8D16F38BD33}" srcOrd="1" destOrd="0" parTransId="{4259BA57-57D1-4CFA-B1E8-C348CABC307F}" sibTransId="{D89E7596-F1A3-4ABF-9CDA-08C8DA45FC36}"/>
    <dgm:cxn modelId="{F7322F68-0F9C-4237-B144-42EAFB775AF6}" srcId="{A0444ECF-A28C-4494-8FDC-E63AFDC3C97A}" destId="{50FAFAE5-07C2-4408-8B6B-886D13AFEED0}" srcOrd="0" destOrd="0" parTransId="{8B8D0D78-E335-4248-9547-E5CDDC7A38B3}" sibTransId="{BD9736B9-3972-4F62-B519-E6889196D391}"/>
    <dgm:cxn modelId="{93C9F173-CD65-430A-BF64-3E27518169A0}" type="presOf" srcId="{50FAFAE5-07C2-4408-8B6B-886D13AFEED0}" destId="{3836C25A-A6FC-4FAB-9B1A-AD5459388A83}" srcOrd="0" destOrd="0" presId="urn:microsoft.com/office/officeart/2008/layout/LinedList"/>
    <dgm:cxn modelId="{F9D28EB7-2BCE-42FA-A759-94D4765822FD}" type="presOf" srcId="{06BE7415-4839-4995-8578-D8D16F38BD33}" destId="{FEACDE06-B44B-46E9-8A76-B04205D3C77C}" srcOrd="0" destOrd="0" presId="urn:microsoft.com/office/officeart/2008/layout/LinedList"/>
    <dgm:cxn modelId="{792A7FD4-5CAC-41EC-A14D-A6F53B2B9839}" type="presOf" srcId="{A0444ECF-A28C-4494-8FDC-E63AFDC3C97A}" destId="{1D6B374B-67AD-4A20-A64F-AB5E14940CA2}" srcOrd="0" destOrd="0" presId="urn:microsoft.com/office/officeart/2008/layout/LinedList"/>
    <dgm:cxn modelId="{32E55A80-C7E1-48DD-8E74-CB489758F94A}" type="presParOf" srcId="{1D6B374B-67AD-4A20-A64F-AB5E14940CA2}" destId="{83E75274-35CC-45FC-BC42-219A2AC38CA3}" srcOrd="0" destOrd="0" presId="urn:microsoft.com/office/officeart/2008/layout/LinedList"/>
    <dgm:cxn modelId="{CC13E11C-354B-4DA0-A505-01C39B47FCD9}" type="presParOf" srcId="{1D6B374B-67AD-4A20-A64F-AB5E14940CA2}" destId="{0A698072-5270-49D3-B75E-F5056A55BA3C}" srcOrd="1" destOrd="0" presId="urn:microsoft.com/office/officeart/2008/layout/LinedList"/>
    <dgm:cxn modelId="{5659ECEE-042F-40C5-81A2-D1C9A6AD546C}" type="presParOf" srcId="{0A698072-5270-49D3-B75E-F5056A55BA3C}" destId="{3836C25A-A6FC-4FAB-9B1A-AD5459388A83}" srcOrd="0" destOrd="0" presId="urn:microsoft.com/office/officeart/2008/layout/LinedList"/>
    <dgm:cxn modelId="{36E1DF41-8FB1-4410-B853-8FEF4E7E0B53}" type="presParOf" srcId="{0A698072-5270-49D3-B75E-F5056A55BA3C}" destId="{6252340E-113A-47F0-ABF7-FDF5F6936967}" srcOrd="1" destOrd="0" presId="urn:microsoft.com/office/officeart/2008/layout/LinedList"/>
    <dgm:cxn modelId="{80B2823B-6CFF-446A-8DCD-5F755DE70078}" type="presParOf" srcId="{1D6B374B-67AD-4A20-A64F-AB5E14940CA2}" destId="{2DC48655-5E13-47A0-AB6A-F44FF56C54C7}" srcOrd="2" destOrd="0" presId="urn:microsoft.com/office/officeart/2008/layout/LinedList"/>
    <dgm:cxn modelId="{494A4C28-85B4-41E2-BAD1-B58B7FB76798}" type="presParOf" srcId="{1D6B374B-67AD-4A20-A64F-AB5E14940CA2}" destId="{6553C549-5EEC-4596-8B4C-E1A91A198F20}" srcOrd="3" destOrd="0" presId="urn:microsoft.com/office/officeart/2008/layout/LinedList"/>
    <dgm:cxn modelId="{BE61DEC0-283D-44DE-95FA-42B6CB6F8F87}" type="presParOf" srcId="{6553C549-5EEC-4596-8B4C-E1A91A198F20}" destId="{FEACDE06-B44B-46E9-8A76-B04205D3C77C}" srcOrd="0" destOrd="0" presId="urn:microsoft.com/office/officeart/2008/layout/LinedList"/>
    <dgm:cxn modelId="{511BCDE1-8232-46E0-B0BE-0CE42B3CAD1F}" type="presParOf" srcId="{6553C549-5EEC-4596-8B4C-E1A91A198F20}" destId="{AA9D304F-FBAA-453D-A55F-95FFEC3A03F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C4CFE35E-6C9C-4A00-B303-4043FC6451A6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97A4190-8177-4787-BFE8-3AAC2FD609DA}">
      <dgm:prSet/>
      <dgm:spPr/>
      <dgm:t>
        <a:bodyPr/>
        <a:lstStyle/>
        <a:p>
          <a:r>
            <a:rPr lang="ru-RU" b="0" i="0" dirty="0"/>
            <a:t>«…козаки </a:t>
          </a:r>
          <a:r>
            <a:rPr lang="ru-RU" b="0" i="0" dirty="0" err="1"/>
            <a:t>зібралися</a:t>
          </a:r>
          <a:r>
            <a:rPr lang="ru-RU" b="0" i="0" dirty="0"/>
            <a:t>, </a:t>
          </a:r>
          <a:r>
            <a:rPr lang="ru-RU" b="0" i="0" dirty="0" err="1"/>
            <a:t>настановили</a:t>
          </a:r>
          <a:r>
            <a:rPr lang="ru-RU" b="0" i="0" dirty="0"/>
            <a:t> </a:t>
          </a:r>
          <a:r>
            <a:rPr lang="ru-RU" b="0" i="0" dirty="0" err="1"/>
            <a:t>гетьманом</a:t>
          </a:r>
          <a:r>
            <a:rPr lang="ru-RU" b="0" i="0" dirty="0"/>
            <a:t> Павлюка й </a:t>
          </a:r>
          <a:r>
            <a:rPr lang="ru-RU" b="0" i="0" dirty="0" err="1"/>
            <a:t>вирушили</a:t>
          </a:r>
          <a:r>
            <a:rPr lang="ru-RU" b="0" i="0" dirty="0"/>
            <a:t> на </a:t>
          </a:r>
          <a:r>
            <a:rPr lang="ru-RU" b="0" i="0" dirty="0" err="1"/>
            <a:t>Кумейки</a:t>
          </a:r>
          <a:r>
            <a:rPr lang="ru-RU" b="0" i="0" dirty="0"/>
            <a:t> </a:t>
          </a:r>
          <a:r>
            <a:rPr lang="ru-RU" b="0" i="0" dirty="0" err="1"/>
            <a:t>супроти</a:t>
          </a:r>
          <a:r>
            <a:rPr lang="ru-RU" b="0" i="0" dirty="0"/>
            <a:t> </a:t>
          </a:r>
          <a:r>
            <a:rPr lang="ru-RU" b="0" i="0" dirty="0" err="1"/>
            <a:t>ляхів</a:t>
          </a:r>
          <a:r>
            <a:rPr lang="ru-RU" b="0" i="0" dirty="0"/>
            <a:t>, </a:t>
          </a:r>
          <a:r>
            <a:rPr lang="ru-RU" b="0" i="0" dirty="0" err="1"/>
            <a:t>але</a:t>
          </a:r>
          <a:r>
            <a:rPr lang="ru-RU" b="0" i="0" dirty="0"/>
            <a:t> </a:t>
          </a:r>
          <a:r>
            <a:rPr lang="ru-RU" b="0" i="0" dirty="0" err="1"/>
            <a:t>під</a:t>
          </a:r>
          <a:r>
            <a:rPr lang="ru-RU" b="0" i="0" dirty="0"/>
            <a:t> </a:t>
          </a:r>
          <a:r>
            <a:rPr lang="ru-RU" b="0" i="0" dirty="0" err="1"/>
            <a:t>Кумейками</a:t>
          </a:r>
          <a:r>
            <a:rPr lang="ru-RU" b="0" i="0" dirty="0"/>
            <a:t> </a:t>
          </a:r>
          <a:r>
            <a:rPr lang="ru-RU" b="0" i="0" dirty="0" err="1"/>
            <a:t>коронний</a:t>
          </a:r>
          <a:r>
            <a:rPr lang="ru-RU" b="0" i="0" dirty="0"/>
            <a:t> </a:t>
          </a:r>
          <a:r>
            <a:rPr lang="ru-RU" b="0" i="0" dirty="0" err="1"/>
            <a:t>гетьман</a:t>
          </a:r>
          <a:r>
            <a:rPr lang="ru-RU" b="0" i="0" dirty="0"/>
            <a:t> </a:t>
          </a:r>
          <a:r>
            <a:rPr lang="ru-RU" b="0" i="0" dirty="0" err="1"/>
            <a:t>Конецпольський</a:t>
          </a:r>
          <a:r>
            <a:rPr lang="ru-RU" b="0" i="0" dirty="0"/>
            <a:t>, до </a:t>
          </a:r>
          <a:r>
            <a:rPr lang="ru-RU" b="0" i="0" dirty="0" err="1"/>
            <a:t>підступу</a:t>
          </a:r>
          <a:r>
            <a:rPr lang="ru-RU" b="0" i="0" dirty="0"/>
            <a:t> </a:t>
          </a:r>
          <a:r>
            <a:rPr lang="ru-RU" b="0" i="0" dirty="0" err="1"/>
            <a:t>вдавшися</a:t>
          </a:r>
          <a:r>
            <a:rPr lang="ru-RU" b="0" i="0" dirty="0"/>
            <a:t>, </a:t>
          </a:r>
          <a:r>
            <a:rPr lang="ru-RU" b="0" i="0" dirty="0" err="1"/>
            <a:t>здолав</a:t>
          </a:r>
          <a:r>
            <a:rPr lang="ru-RU" b="0" i="0" dirty="0"/>
            <a:t> </a:t>
          </a:r>
          <a:r>
            <a:rPr lang="ru-RU" b="0" i="0" dirty="0" err="1"/>
            <a:t>козаків</a:t>
          </a:r>
          <a:r>
            <a:rPr lang="ru-RU" b="0" i="0" dirty="0"/>
            <a:t>…»</a:t>
          </a:r>
          <a:endParaRPr lang="uk-UA" i="0" dirty="0"/>
        </a:p>
      </dgm:t>
    </dgm:pt>
    <dgm:pt modelId="{D3439B6B-2544-44D5-9693-5D2699F5658B}" type="parTrans" cxnId="{D898FFA3-51CB-41CA-BD14-2FA2F927E7B3}">
      <dgm:prSet/>
      <dgm:spPr/>
      <dgm:t>
        <a:bodyPr/>
        <a:lstStyle/>
        <a:p>
          <a:endParaRPr lang="uk-UA"/>
        </a:p>
      </dgm:t>
    </dgm:pt>
    <dgm:pt modelId="{A1735840-FDAA-41A5-82AC-5E8D4BD73275}" type="sibTrans" cxnId="{D898FFA3-51CB-41CA-BD14-2FA2F927E7B3}">
      <dgm:prSet/>
      <dgm:spPr/>
      <dgm:t>
        <a:bodyPr/>
        <a:lstStyle/>
        <a:p>
          <a:endParaRPr lang="uk-UA"/>
        </a:p>
      </dgm:t>
    </dgm:pt>
    <dgm:pt modelId="{916F74A1-537E-43A5-B292-D398CAF26428}">
      <dgm:prSet/>
      <dgm:spPr/>
      <dgm:t>
        <a:bodyPr/>
        <a:lstStyle/>
        <a:p>
          <a:r>
            <a:rPr lang="ru-RU" b="0" i="0" dirty="0"/>
            <a:t>«…король </a:t>
          </a:r>
          <a:r>
            <a:rPr lang="ru-RU" b="0" i="0" dirty="0" err="1"/>
            <a:t>Баторій</a:t>
          </a:r>
          <a:r>
            <a:rPr lang="ru-RU" b="0" i="0" dirty="0"/>
            <a:t>, </a:t>
          </a:r>
          <a:r>
            <a:rPr lang="ru-RU" b="0" i="0" dirty="0" err="1"/>
            <a:t>настановив</a:t>
          </a:r>
          <a:r>
            <a:rPr lang="ru-RU" b="0" i="0" dirty="0"/>
            <a:t> козакам </a:t>
          </a:r>
          <a:r>
            <a:rPr lang="ru-RU" b="0" i="0" dirty="0" err="1"/>
            <a:t>гетьмана</a:t>
          </a:r>
          <a:r>
            <a:rPr lang="ru-RU" b="0" i="0" dirty="0"/>
            <a:t>, прислав </a:t>
          </a:r>
          <a:r>
            <a:rPr lang="ru-RU" b="0" i="0" dirty="0" err="1"/>
            <a:t>корогву</a:t>
          </a:r>
          <a:r>
            <a:rPr lang="ru-RU" b="0" i="0" dirty="0"/>
            <a:t>, бунчук та булаву, печатку </a:t>
          </a:r>
          <a:r>
            <a:rPr lang="ru-RU" b="0" i="0" dirty="0" err="1"/>
            <a:t>гербову</a:t>
          </a:r>
          <a:r>
            <a:rPr lang="ru-RU" b="0" i="0" dirty="0"/>
            <a:t>,.. </a:t>
          </a:r>
          <a:r>
            <a:rPr lang="ru-RU" b="0" i="0" dirty="0" err="1"/>
            <a:t>віддав</a:t>
          </a:r>
          <a:r>
            <a:rPr lang="ru-RU" b="0" i="0" dirty="0"/>
            <a:t> для пристанища </a:t>
          </a:r>
          <a:r>
            <a:rPr lang="ru-RU" b="0" i="0" dirty="0" err="1"/>
            <a:t>місто</a:t>
          </a:r>
          <a:r>
            <a:rPr lang="ru-RU" b="0" i="0" dirty="0"/>
            <a:t> </a:t>
          </a:r>
          <a:r>
            <a:rPr lang="ru-RU" b="0" i="0" dirty="0" err="1"/>
            <a:t>Терехтемирів</a:t>
          </a:r>
          <a:r>
            <a:rPr lang="ru-RU" b="0" i="0" dirty="0"/>
            <a:t> з </a:t>
          </a:r>
          <a:r>
            <a:rPr lang="ru-RU" b="0" i="0" dirty="0" err="1"/>
            <a:t>монастирем</a:t>
          </a:r>
          <a:r>
            <a:rPr lang="ru-RU" b="0" i="0" dirty="0"/>
            <a:t>, </a:t>
          </a:r>
          <a:r>
            <a:rPr lang="ru-RU" b="0" i="0" dirty="0" err="1"/>
            <a:t>аби</a:t>
          </a:r>
          <a:r>
            <a:rPr lang="ru-RU" b="0" i="0" dirty="0"/>
            <a:t> вони в </a:t>
          </a:r>
          <a:r>
            <a:rPr lang="ru-RU" b="0" i="0" dirty="0" err="1"/>
            <a:t>ньому</a:t>
          </a:r>
          <a:r>
            <a:rPr lang="ru-RU" b="0" i="0" dirty="0"/>
            <a:t> </a:t>
          </a:r>
          <a:r>
            <a:rPr lang="ru-RU" b="0" i="0" dirty="0" err="1"/>
            <a:t>зимували</a:t>
          </a:r>
          <a:r>
            <a:rPr lang="ru-RU" b="0" i="0" dirty="0"/>
            <a:t>, а за службу </a:t>
          </a:r>
          <a:r>
            <a:rPr lang="ru-RU" b="0" i="0" dirty="0" err="1"/>
            <a:t>поклав</a:t>
          </a:r>
          <a:r>
            <a:rPr lang="ru-RU" b="0" i="0" dirty="0"/>
            <a:t> </a:t>
          </a:r>
          <a:r>
            <a:rPr lang="ru-RU" b="0" i="0" dirty="0" err="1"/>
            <a:t>їм</a:t>
          </a:r>
          <a:r>
            <a:rPr lang="ru-RU" b="0" i="0" dirty="0"/>
            <a:t> по </a:t>
          </a:r>
          <a:r>
            <a:rPr lang="ru-RU" b="0" i="0" dirty="0" err="1"/>
            <a:t>червінцеві</a:t>
          </a:r>
          <a:r>
            <a:rPr lang="ru-RU" b="0" i="0" dirty="0"/>
            <a:t> та по кожуху…»</a:t>
          </a:r>
          <a:endParaRPr lang="uk-UA" i="0" dirty="0"/>
        </a:p>
      </dgm:t>
    </dgm:pt>
    <dgm:pt modelId="{17F56FBD-662C-4825-BC9F-96A750CB3691}" type="parTrans" cxnId="{137055ED-350E-42C2-A69E-318E8E86DA73}">
      <dgm:prSet/>
      <dgm:spPr/>
      <dgm:t>
        <a:bodyPr/>
        <a:lstStyle/>
        <a:p>
          <a:endParaRPr lang="uk-UA"/>
        </a:p>
      </dgm:t>
    </dgm:pt>
    <dgm:pt modelId="{7A77F328-BD0C-44FA-BFB9-C4C872E00C71}" type="sibTrans" cxnId="{137055ED-350E-42C2-A69E-318E8E86DA73}">
      <dgm:prSet/>
      <dgm:spPr/>
      <dgm:t>
        <a:bodyPr/>
        <a:lstStyle/>
        <a:p>
          <a:endParaRPr lang="uk-UA"/>
        </a:p>
      </dgm:t>
    </dgm:pt>
    <dgm:pt modelId="{3A0FF995-DA4D-4EFE-BDBF-E471B4E4A13E}" type="pres">
      <dgm:prSet presAssocID="{C4CFE35E-6C9C-4A00-B303-4043FC6451A6}" presName="vert0" presStyleCnt="0">
        <dgm:presLayoutVars>
          <dgm:dir/>
          <dgm:animOne val="branch"/>
          <dgm:animLvl val="lvl"/>
        </dgm:presLayoutVars>
      </dgm:prSet>
      <dgm:spPr/>
    </dgm:pt>
    <dgm:pt modelId="{50A24E7C-A039-423C-8C2D-602051483BC0}" type="pres">
      <dgm:prSet presAssocID="{A97A4190-8177-4787-BFE8-3AAC2FD609DA}" presName="thickLine" presStyleLbl="alignNode1" presStyleIdx="0" presStyleCnt="2"/>
      <dgm:spPr/>
    </dgm:pt>
    <dgm:pt modelId="{300E7AF9-2C31-4569-A911-3139A1B57AEA}" type="pres">
      <dgm:prSet presAssocID="{A97A4190-8177-4787-BFE8-3AAC2FD609DA}" presName="horz1" presStyleCnt="0"/>
      <dgm:spPr/>
    </dgm:pt>
    <dgm:pt modelId="{56992336-E7B9-47B2-BADB-FA6536AE559C}" type="pres">
      <dgm:prSet presAssocID="{A97A4190-8177-4787-BFE8-3AAC2FD609DA}" presName="tx1" presStyleLbl="revTx" presStyleIdx="0" presStyleCnt="2"/>
      <dgm:spPr/>
    </dgm:pt>
    <dgm:pt modelId="{9A70F1D7-A95C-441C-92BE-616391859237}" type="pres">
      <dgm:prSet presAssocID="{A97A4190-8177-4787-BFE8-3AAC2FD609DA}" presName="vert1" presStyleCnt="0"/>
      <dgm:spPr/>
    </dgm:pt>
    <dgm:pt modelId="{FB3DDC1B-0852-4314-B8D5-AB2F7D65FA34}" type="pres">
      <dgm:prSet presAssocID="{916F74A1-537E-43A5-B292-D398CAF26428}" presName="thickLine" presStyleLbl="alignNode1" presStyleIdx="1" presStyleCnt="2"/>
      <dgm:spPr/>
    </dgm:pt>
    <dgm:pt modelId="{D0447F19-BBA8-4DEB-B507-AF91ECCC1CAD}" type="pres">
      <dgm:prSet presAssocID="{916F74A1-537E-43A5-B292-D398CAF26428}" presName="horz1" presStyleCnt="0"/>
      <dgm:spPr/>
    </dgm:pt>
    <dgm:pt modelId="{0D25DE98-E438-4755-990E-7A982F216418}" type="pres">
      <dgm:prSet presAssocID="{916F74A1-537E-43A5-B292-D398CAF26428}" presName="tx1" presStyleLbl="revTx" presStyleIdx="1" presStyleCnt="2"/>
      <dgm:spPr/>
    </dgm:pt>
    <dgm:pt modelId="{20F9253F-65B3-4741-B7E0-3DEB8740C459}" type="pres">
      <dgm:prSet presAssocID="{916F74A1-537E-43A5-B292-D398CAF26428}" presName="vert1" presStyleCnt="0"/>
      <dgm:spPr/>
    </dgm:pt>
  </dgm:ptLst>
  <dgm:cxnLst>
    <dgm:cxn modelId="{87AEB147-AEB0-40F8-97EB-664930C00C55}" type="presOf" srcId="{A97A4190-8177-4787-BFE8-3AAC2FD609DA}" destId="{56992336-E7B9-47B2-BADB-FA6536AE559C}" srcOrd="0" destOrd="0" presId="urn:microsoft.com/office/officeart/2008/layout/LinedList"/>
    <dgm:cxn modelId="{D898FFA3-51CB-41CA-BD14-2FA2F927E7B3}" srcId="{C4CFE35E-6C9C-4A00-B303-4043FC6451A6}" destId="{A97A4190-8177-4787-BFE8-3AAC2FD609DA}" srcOrd="0" destOrd="0" parTransId="{D3439B6B-2544-44D5-9693-5D2699F5658B}" sibTransId="{A1735840-FDAA-41A5-82AC-5E8D4BD73275}"/>
    <dgm:cxn modelId="{3FD39BCF-D0F9-42F1-82D9-A41F8215414C}" type="presOf" srcId="{C4CFE35E-6C9C-4A00-B303-4043FC6451A6}" destId="{3A0FF995-DA4D-4EFE-BDBF-E471B4E4A13E}" srcOrd="0" destOrd="0" presId="urn:microsoft.com/office/officeart/2008/layout/LinedList"/>
    <dgm:cxn modelId="{17860EDC-5D79-4CD9-99D7-5D2AB923E756}" type="presOf" srcId="{916F74A1-537E-43A5-B292-D398CAF26428}" destId="{0D25DE98-E438-4755-990E-7A982F216418}" srcOrd="0" destOrd="0" presId="urn:microsoft.com/office/officeart/2008/layout/LinedList"/>
    <dgm:cxn modelId="{137055ED-350E-42C2-A69E-318E8E86DA73}" srcId="{C4CFE35E-6C9C-4A00-B303-4043FC6451A6}" destId="{916F74A1-537E-43A5-B292-D398CAF26428}" srcOrd="1" destOrd="0" parTransId="{17F56FBD-662C-4825-BC9F-96A750CB3691}" sibTransId="{7A77F328-BD0C-44FA-BFB9-C4C872E00C71}"/>
    <dgm:cxn modelId="{19BEB77E-167E-4E09-8D54-EA6051655C8E}" type="presParOf" srcId="{3A0FF995-DA4D-4EFE-BDBF-E471B4E4A13E}" destId="{50A24E7C-A039-423C-8C2D-602051483BC0}" srcOrd="0" destOrd="0" presId="urn:microsoft.com/office/officeart/2008/layout/LinedList"/>
    <dgm:cxn modelId="{73CFB7E5-178D-4549-B223-002E2C36113D}" type="presParOf" srcId="{3A0FF995-DA4D-4EFE-BDBF-E471B4E4A13E}" destId="{300E7AF9-2C31-4569-A911-3139A1B57AEA}" srcOrd="1" destOrd="0" presId="urn:microsoft.com/office/officeart/2008/layout/LinedList"/>
    <dgm:cxn modelId="{B77F9D0C-A49F-49E9-856C-13A3738E5AAE}" type="presParOf" srcId="{300E7AF9-2C31-4569-A911-3139A1B57AEA}" destId="{56992336-E7B9-47B2-BADB-FA6536AE559C}" srcOrd="0" destOrd="0" presId="urn:microsoft.com/office/officeart/2008/layout/LinedList"/>
    <dgm:cxn modelId="{223F6BCF-5944-4FD5-9BA1-0B278F949F33}" type="presParOf" srcId="{300E7AF9-2C31-4569-A911-3139A1B57AEA}" destId="{9A70F1D7-A95C-441C-92BE-616391859237}" srcOrd="1" destOrd="0" presId="urn:microsoft.com/office/officeart/2008/layout/LinedList"/>
    <dgm:cxn modelId="{E0848A14-AEB8-4E5B-BBB9-A2B56B153777}" type="presParOf" srcId="{3A0FF995-DA4D-4EFE-BDBF-E471B4E4A13E}" destId="{FB3DDC1B-0852-4314-B8D5-AB2F7D65FA34}" srcOrd="2" destOrd="0" presId="urn:microsoft.com/office/officeart/2008/layout/LinedList"/>
    <dgm:cxn modelId="{103FDBFE-D6C0-493C-83EA-F14F3BDA0749}" type="presParOf" srcId="{3A0FF995-DA4D-4EFE-BDBF-E471B4E4A13E}" destId="{D0447F19-BBA8-4DEB-B507-AF91ECCC1CAD}" srcOrd="3" destOrd="0" presId="urn:microsoft.com/office/officeart/2008/layout/LinedList"/>
    <dgm:cxn modelId="{99F5CBE1-CB7B-4689-AF76-F49F6652A614}" type="presParOf" srcId="{D0447F19-BBA8-4DEB-B507-AF91ECCC1CAD}" destId="{0D25DE98-E438-4755-990E-7A982F216418}" srcOrd="0" destOrd="0" presId="urn:microsoft.com/office/officeart/2008/layout/LinedList"/>
    <dgm:cxn modelId="{B5BD9C39-6CD3-4E0B-8882-6D2CBCA49D19}" type="presParOf" srcId="{D0447F19-BBA8-4DEB-B507-AF91ECCC1CAD}" destId="{20F9253F-65B3-4741-B7E0-3DEB8740C45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385A1C26-9910-4889-A8CA-3228C9F1F71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3EB5D15-7E4B-4559-B79B-F973035BB39E}">
      <dgm:prSet/>
      <dgm:spPr/>
      <dgm:t>
        <a:bodyPr/>
        <a:lstStyle/>
        <a:p>
          <a:r>
            <a:rPr lang="ru-RU" b="0" i="0" dirty="0"/>
            <a:t>Василь-</a:t>
          </a:r>
          <a:r>
            <a:rPr lang="ru-RU" b="0" i="0" dirty="0" err="1"/>
            <a:t>Констянтин</a:t>
          </a:r>
          <a:r>
            <a:rPr lang="ru-RU" b="0" i="0" dirty="0"/>
            <a:t> </a:t>
          </a:r>
          <a:r>
            <a:rPr lang="ru-RU" b="0" i="0" dirty="0" err="1"/>
            <a:t>Острозький</a:t>
          </a:r>
          <a:endParaRPr lang="uk-UA" dirty="0"/>
        </a:p>
      </dgm:t>
    </dgm:pt>
    <dgm:pt modelId="{99FB49FE-05A2-4B8E-B1F6-6B6D9B599266}" type="parTrans" cxnId="{93E7805D-21A7-4DE3-BD2A-98FBBA7FCEC1}">
      <dgm:prSet/>
      <dgm:spPr/>
      <dgm:t>
        <a:bodyPr/>
        <a:lstStyle/>
        <a:p>
          <a:endParaRPr lang="uk-UA"/>
        </a:p>
      </dgm:t>
    </dgm:pt>
    <dgm:pt modelId="{018D6DD7-59CE-4D6A-82C6-FE542380C163}" type="sibTrans" cxnId="{93E7805D-21A7-4DE3-BD2A-98FBBA7FCEC1}">
      <dgm:prSet/>
      <dgm:spPr/>
      <dgm:t>
        <a:bodyPr/>
        <a:lstStyle/>
        <a:p>
          <a:endParaRPr lang="uk-UA"/>
        </a:p>
      </dgm:t>
    </dgm:pt>
    <dgm:pt modelId="{7FB20171-76A6-4CCB-BE63-D8AF28F883C5}">
      <dgm:prSet/>
      <dgm:spPr/>
      <dgm:t>
        <a:bodyPr/>
        <a:lstStyle/>
        <a:p>
          <a:r>
            <a:rPr lang="ru-RU" b="0" i="0"/>
            <a:t>Дмитро Вишневецький</a:t>
          </a:r>
          <a:endParaRPr lang="uk-UA"/>
        </a:p>
      </dgm:t>
    </dgm:pt>
    <dgm:pt modelId="{FE38918E-48A0-4C56-9FCC-EA66188F85E0}" type="parTrans" cxnId="{02E4882B-3A02-43BB-811A-6ABA75EC154F}">
      <dgm:prSet/>
      <dgm:spPr/>
      <dgm:t>
        <a:bodyPr/>
        <a:lstStyle/>
        <a:p>
          <a:endParaRPr lang="uk-UA"/>
        </a:p>
      </dgm:t>
    </dgm:pt>
    <dgm:pt modelId="{3D1A2288-3B5F-435A-ADE7-3DBBD132924A}" type="sibTrans" cxnId="{02E4882B-3A02-43BB-811A-6ABA75EC154F}">
      <dgm:prSet/>
      <dgm:spPr/>
      <dgm:t>
        <a:bodyPr/>
        <a:lstStyle/>
        <a:p>
          <a:endParaRPr lang="uk-UA"/>
        </a:p>
      </dgm:t>
    </dgm:pt>
    <dgm:pt modelId="{7C67DEDA-D621-413D-A477-3EFF18620582}">
      <dgm:prSet/>
      <dgm:spPr/>
      <dgm:t>
        <a:bodyPr/>
        <a:lstStyle/>
        <a:p>
          <a:r>
            <a:rPr lang="ru-RU" b="0" i="0"/>
            <a:t>Петро Могила</a:t>
          </a:r>
          <a:endParaRPr lang="uk-UA"/>
        </a:p>
      </dgm:t>
    </dgm:pt>
    <dgm:pt modelId="{351C051E-9D44-49C6-A25B-C03A47A4DCEC}" type="parTrans" cxnId="{166741D9-4E30-4140-B891-A3DCCE322AA3}">
      <dgm:prSet/>
      <dgm:spPr/>
      <dgm:t>
        <a:bodyPr/>
        <a:lstStyle/>
        <a:p>
          <a:endParaRPr lang="uk-UA"/>
        </a:p>
      </dgm:t>
    </dgm:pt>
    <dgm:pt modelId="{983FD182-010D-4241-8720-1E524648931B}" type="sibTrans" cxnId="{166741D9-4E30-4140-B891-A3DCCE322AA3}">
      <dgm:prSet/>
      <dgm:spPr/>
      <dgm:t>
        <a:bodyPr/>
        <a:lstStyle/>
        <a:p>
          <a:endParaRPr lang="uk-UA"/>
        </a:p>
      </dgm:t>
    </dgm:pt>
    <dgm:pt modelId="{84BA466F-7988-4B54-94C0-A4882C2C4115}">
      <dgm:prSet/>
      <dgm:spPr/>
      <dgm:t>
        <a:bodyPr/>
        <a:lstStyle/>
        <a:p>
          <a:r>
            <a:rPr lang="ru-RU" b="0" i="0" dirty="0"/>
            <a:t>Богдан </a:t>
          </a:r>
          <a:r>
            <a:rPr lang="ru-RU" b="0" i="0" dirty="0" err="1"/>
            <a:t>Хмельницький</a:t>
          </a:r>
          <a:endParaRPr lang="uk-UA" dirty="0"/>
        </a:p>
      </dgm:t>
    </dgm:pt>
    <dgm:pt modelId="{1D33462C-AD6E-43D8-B54B-B2D1FB132F62}" type="parTrans" cxnId="{F9745ADD-E906-42B2-9D59-D9D002D5AC5C}">
      <dgm:prSet/>
      <dgm:spPr/>
      <dgm:t>
        <a:bodyPr/>
        <a:lstStyle/>
        <a:p>
          <a:endParaRPr lang="uk-UA"/>
        </a:p>
      </dgm:t>
    </dgm:pt>
    <dgm:pt modelId="{9AB5CB5B-34F9-4B0F-96F1-F7B06FD47FB4}" type="sibTrans" cxnId="{F9745ADD-E906-42B2-9D59-D9D002D5AC5C}">
      <dgm:prSet/>
      <dgm:spPr/>
      <dgm:t>
        <a:bodyPr/>
        <a:lstStyle/>
        <a:p>
          <a:endParaRPr lang="uk-UA"/>
        </a:p>
      </dgm:t>
    </dgm:pt>
    <dgm:pt modelId="{A13942B0-9EBD-4E0C-815B-053D6FCA3A3C}" type="pres">
      <dgm:prSet presAssocID="{385A1C26-9910-4889-A8CA-3228C9F1F714}" presName="linear" presStyleCnt="0">
        <dgm:presLayoutVars>
          <dgm:animLvl val="lvl"/>
          <dgm:resizeHandles val="exact"/>
        </dgm:presLayoutVars>
      </dgm:prSet>
      <dgm:spPr/>
    </dgm:pt>
    <dgm:pt modelId="{1D7DBDE3-2D9F-4334-8125-1995CC797FEB}" type="pres">
      <dgm:prSet presAssocID="{63EB5D15-7E4B-4559-B79B-F973035BB39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B8E54D6-94DA-4D6A-8AE6-5AC568C50986}" type="pres">
      <dgm:prSet presAssocID="{018D6DD7-59CE-4D6A-82C6-FE542380C163}" presName="spacer" presStyleCnt="0"/>
      <dgm:spPr/>
    </dgm:pt>
    <dgm:pt modelId="{86E70CAA-EDE1-4389-9F91-3CEE6AC998F1}" type="pres">
      <dgm:prSet presAssocID="{7FB20171-76A6-4CCB-BE63-D8AF28F883C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3308672-A911-4C3F-9AA4-023F773C259D}" type="pres">
      <dgm:prSet presAssocID="{3D1A2288-3B5F-435A-ADE7-3DBBD132924A}" presName="spacer" presStyleCnt="0"/>
      <dgm:spPr/>
    </dgm:pt>
    <dgm:pt modelId="{4E5F6736-EE0D-4CAC-B450-8327AB57270D}" type="pres">
      <dgm:prSet presAssocID="{7C67DEDA-D621-413D-A477-3EFF1862058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0EBBC7F-DA2E-4C86-AE48-DE471A5C00E4}" type="pres">
      <dgm:prSet presAssocID="{983FD182-010D-4241-8720-1E524648931B}" presName="spacer" presStyleCnt="0"/>
      <dgm:spPr/>
    </dgm:pt>
    <dgm:pt modelId="{DB14C3B5-828F-44FC-88DF-B9840750629C}" type="pres">
      <dgm:prSet presAssocID="{84BA466F-7988-4B54-94C0-A4882C2C411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C9DC913-693E-49C1-A3E4-3867913EF0D8}" type="presOf" srcId="{7C67DEDA-D621-413D-A477-3EFF18620582}" destId="{4E5F6736-EE0D-4CAC-B450-8327AB57270D}" srcOrd="0" destOrd="0" presId="urn:microsoft.com/office/officeart/2005/8/layout/vList2"/>
    <dgm:cxn modelId="{02E4882B-3A02-43BB-811A-6ABA75EC154F}" srcId="{385A1C26-9910-4889-A8CA-3228C9F1F714}" destId="{7FB20171-76A6-4CCB-BE63-D8AF28F883C5}" srcOrd="1" destOrd="0" parTransId="{FE38918E-48A0-4C56-9FCC-EA66188F85E0}" sibTransId="{3D1A2288-3B5F-435A-ADE7-3DBBD132924A}"/>
    <dgm:cxn modelId="{3749173A-A51E-4F4F-B790-178E513F7FCA}" type="presOf" srcId="{63EB5D15-7E4B-4559-B79B-F973035BB39E}" destId="{1D7DBDE3-2D9F-4334-8125-1995CC797FEB}" srcOrd="0" destOrd="0" presId="urn:microsoft.com/office/officeart/2005/8/layout/vList2"/>
    <dgm:cxn modelId="{93E7805D-21A7-4DE3-BD2A-98FBBA7FCEC1}" srcId="{385A1C26-9910-4889-A8CA-3228C9F1F714}" destId="{63EB5D15-7E4B-4559-B79B-F973035BB39E}" srcOrd="0" destOrd="0" parTransId="{99FB49FE-05A2-4B8E-B1F6-6B6D9B599266}" sibTransId="{018D6DD7-59CE-4D6A-82C6-FE542380C163}"/>
    <dgm:cxn modelId="{48A99379-C8C8-4822-B9AF-E5C5A70982E7}" type="presOf" srcId="{84BA466F-7988-4B54-94C0-A4882C2C4115}" destId="{DB14C3B5-828F-44FC-88DF-B9840750629C}" srcOrd="0" destOrd="0" presId="urn:microsoft.com/office/officeart/2005/8/layout/vList2"/>
    <dgm:cxn modelId="{875686D7-9715-44B3-9179-4199528C75A3}" type="presOf" srcId="{385A1C26-9910-4889-A8CA-3228C9F1F714}" destId="{A13942B0-9EBD-4E0C-815B-053D6FCA3A3C}" srcOrd="0" destOrd="0" presId="urn:microsoft.com/office/officeart/2005/8/layout/vList2"/>
    <dgm:cxn modelId="{166741D9-4E30-4140-B891-A3DCCE322AA3}" srcId="{385A1C26-9910-4889-A8CA-3228C9F1F714}" destId="{7C67DEDA-D621-413D-A477-3EFF18620582}" srcOrd="2" destOrd="0" parTransId="{351C051E-9D44-49C6-A25B-C03A47A4DCEC}" sibTransId="{983FD182-010D-4241-8720-1E524648931B}"/>
    <dgm:cxn modelId="{F9745ADD-E906-42B2-9D59-D9D002D5AC5C}" srcId="{385A1C26-9910-4889-A8CA-3228C9F1F714}" destId="{84BA466F-7988-4B54-94C0-A4882C2C4115}" srcOrd="3" destOrd="0" parTransId="{1D33462C-AD6E-43D8-B54B-B2D1FB132F62}" sibTransId="{9AB5CB5B-34F9-4B0F-96F1-F7B06FD47FB4}"/>
    <dgm:cxn modelId="{B14715E1-F626-4DE0-A13A-433D2C5787E2}" type="presOf" srcId="{7FB20171-76A6-4CCB-BE63-D8AF28F883C5}" destId="{86E70CAA-EDE1-4389-9F91-3CEE6AC998F1}" srcOrd="0" destOrd="0" presId="urn:microsoft.com/office/officeart/2005/8/layout/vList2"/>
    <dgm:cxn modelId="{0E97C754-B76B-48A1-8075-613D3E789375}" type="presParOf" srcId="{A13942B0-9EBD-4E0C-815B-053D6FCA3A3C}" destId="{1D7DBDE3-2D9F-4334-8125-1995CC797FEB}" srcOrd="0" destOrd="0" presId="urn:microsoft.com/office/officeart/2005/8/layout/vList2"/>
    <dgm:cxn modelId="{50111536-2A64-4572-8EC0-D543DA2FA3B1}" type="presParOf" srcId="{A13942B0-9EBD-4E0C-815B-053D6FCA3A3C}" destId="{4B8E54D6-94DA-4D6A-8AE6-5AC568C50986}" srcOrd="1" destOrd="0" presId="urn:microsoft.com/office/officeart/2005/8/layout/vList2"/>
    <dgm:cxn modelId="{F0C700D7-0E4B-4B01-A5B0-D19FAC4F4082}" type="presParOf" srcId="{A13942B0-9EBD-4E0C-815B-053D6FCA3A3C}" destId="{86E70CAA-EDE1-4389-9F91-3CEE6AC998F1}" srcOrd="2" destOrd="0" presId="urn:microsoft.com/office/officeart/2005/8/layout/vList2"/>
    <dgm:cxn modelId="{419BFE1E-AF61-4CBA-B0CA-F02F1A0EEE7C}" type="presParOf" srcId="{A13942B0-9EBD-4E0C-815B-053D6FCA3A3C}" destId="{C3308672-A911-4C3F-9AA4-023F773C259D}" srcOrd="3" destOrd="0" presId="urn:microsoft.com/office/officeart/2005/8/layout/vList2"/>
    <dgm:cxn modelId="{8EEB4EB9-9455-4498-8E2F-78D257F86369}" type="presParOf" srcId="{A13942B0-9EBD-4E0C-815B-053D6FCA3A3C}" destId="{4E5F6736-EE0D-4CAC-B450-8327AB57270D}" srcOrd="4" destOrd="0" presId="urn:microsoft.com/office/officeart/2005/8/layout/vList2"/>
    <dgm:cxn modelId="{9DF72DB1-3EC1-40BB-9C79-9E092C59BC92}" type="presParOf" srcId="{A13942B0-9EBD-4E0C-815B-053D6FCA3A3C}" destId="{B0EBBC7F-DA2E-4C86-AE48-DE471A5C00E4}" srcOrd="5" destOrd="0" presId="urn:microsoft.com/office/officeart/2005/8/layout/vList2"/>
    <dgm:cxn modelId="{FBF6A88F-7C0C-4110-99B1-8AA893688026}" type="presParOf" srcId="{A13942B0-9EBD-4E0C-815B-053D6FCA3A3C}" destId="{DB14C3B5-828F-44FC-88DF-B9840750629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98CFF9A7-DB2E-43FD-A435-92249F2C7DEA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D53F94C-9F5C-4B6A-87DC-D7F43B5224F2}">
      <dgm:prSet/>
      <dgm:spPr/>
      <dgm:t>
        <a:bodyPr/>
        <a:lstStyle/>
        <a:p>
          <a:r>
            <a:rPr lang="uk-UA" b="0" i="0"/>
            <a:t>заснував перший на українських землях науково-освітній осередок, центр вищої освіти</a:t>
          </a:r>
          <a:endParaRPr lang="uk-UA"/>
        </a:p>
      </dgm:t>
    </dgm:pt>
    <dgm:pt modelId="{A3C78D9A-A441-4ED2-AFDE-AEE7961F2DDE}" type="parTrans" cxnId="{EEF2DCF2-1D95-44C8-9C18-01813AC3C50F}">
      <dgm:prSet/>
      <dgm:spPr/>
      <dgm:t>
        <a:bodyPr/>
        <a:lstStyle/>
        <a:p>
          <a:endParaRPr lang="uk-UA"/>
        </a:p>
      </dgm:t>
    </dgm:pt>
    <dgm:pt modelId="{135C5543-1533-4722-AD78-EF83F95987C9}" type="sibTrans" cxnId="{EEF2DCF2-1D95-44C8-9C18-01813AC3C50F}">
      <dgm:prSet/>
      <dgm:spPr/>
      <dgm:t>
        <a:bodyPr/>
        <a:lstStyle/>
        <a:p>
          <a:endParaRPr lang="uk-UA"/>
        </a:p>
      </dgm:t>
    </dgm:pt>
    <dgm:pt modelId="{805292AB-B930-4FF2-999F-95D51DB590DC}">
      <dgm:prSet/>
      <dgm:spPr/>
      <dgm:t>
        <a:bodyPr/>
        <a:lstStyle/>
        <a:p>
          <a:r>
            <a:rPr lang="uk-UA" b="0" i="0" dirty="0"/>
            <a:t>здійснив реформу православної церкви на українських землях</a:t>
          </a:r>
          <a:endParaRPr lang="uk-UA" dirty="0"/>
        </a:p>
      </dgm:t>
    </dgm:pt>
    <dgm:pt modelId="{E4E70664-C997-4A38-BB2F-BAACD4E1A2D0}" type="parTrans" cxnId="{B879554F-764D-45D1-AA8B-BD26DCC5A3C2}">
      <dgm:prSet/>
      <dgm:spPr/>
      <dgm:t>
        <a:bodyPr/>
        <a:lstStyle/>
        <a:p>
          <a:endParaRPr lang="uk-UA"/>
        </a:p>
      </dgm:t>
    </dgm:pt>
    <dgm:pt modelId="{DD42128C-AC44-4987-86AB-07B766BAF967}" type="sibTrans" cxnId="{B879554F-764D-45D1-AA8B-BD26DCC5A3C2}">
      <dgm:prSet/>
      <dgm:spPr/>
      <dgm:t>
        <a:bodyPr/>
        <a:lstStyle/>
        <a:p>
          <a:endParaRPr lang="uk-UA"/>
        </a:p>
      </dgm:t>
    </dgm:pt>
    <dgm:pt modelId="{514D6483-3D6B-4CCA-9056-B2A6088F9676}">
      <dgm:prSet/>
      <dgm:spPr/>
      <dgm:t>
        <a:bodyPr/>
        <a:lstStyle/>
        <a:p>
          <a:r>
            <a:rPr lang="uk-UA" b="0" i="0" dirty="0"/>
            <a:t>заснував Українську козацьку державу</a:t>
          </a:r>
          <a:endParaRPr lang="uk-UA" dirty="0"/>
        </a:p>
      </dgm:t>
    </dgm:pt>
    <dgm:pt modelId="{67605FA8-DDD4-4FC2-B6CA-F6FB9CA6ABB7}" type="parTrans" cxnId="{28E568DD-65FD-4B79-B60E-6A3DF8F8E658}">
      <dgm:prSet/>
      <dgm:spPr/>
      <dgm:t>
        <a:bodyPr/>
        <a:lstStyle/>
        <a:p>
          <a:endParaRPr lang="uk-UA"/>
        </a:p>
      </dgm:t>
    </dgm:pt>
    <dgm:pt modelId="{03E9C43E-0BA0-4BAC-86B4-330CB4539B1D}" type="sibTrans" cxnId="{28E568DD-65FD-4B79-B60E-6A3DF8F8E658}">
      <dgm:prSet/>
      <dgm:spPr/>
      <dgm:t>
        <a:bodyPr/>
        <a:lstStyle/>
        <a:p>
          <a:endParaRPr lang="uk-UA"/>
        </a:p>
      </dgm:t>
    </dgm:pt>
    <dgm:pt modelId="{EDC83B13-EF3A-4B12-81A4-5612E6A30F2C}">
      <dgm:prSet/>
      <dgm:spPr/>
      <dgm:t>
        <a:bodyPr/>
        <a:lstStyle/>
        <a:p>
          <a:r>
            <a:rPr lang="uk-UA" b="0" i="0"/>
            <a:t>першим підняв козацтво на боротьбу за свої станові права</a:t>
          </a:r>
          <a:endParaRPr lang="uk-UA"/>
        </a:p>
      </dgm:t>
    </dgm:pt>
    <dgm:pt modelId="{45268AE6-7665-4146-99ED-137FF3D4C2AB}" type="parTrans" cxnId="{F8CC0517-D0E5-4AF5-B975-256616391B6A}">
      <dgm:prSet/>
      <dgm:spPr/>
      <dgm:t>
        <a:bodyPr/>
        <a:lstStyle/>
        <a:p>
          <a:endParaRPr lang="uk-UA"/>
        </a:p>
      </dgm:t>
    </dgm:pt>
    <dgm:pt modelId="{980DC5D7-E30B-425D-849B-1AFB637ABF0D}" type="sibTrans" cxnId="{F8CC0517-D0E5-4AF5-B975-256616391B6A}">
      <dgm:prSet/>
      <dgm:spPr/>
      <dgm:t>
        <a:bodyPr/>
        <a:lstStyle/>
        <a:p>
          <a:endParaRPr lang="uk-UA"/>
        </a:p>
      </dgm:t>
    </dgm:pt>
    <dgm:pt modelId="{1EF823F1-678F-4DE3-8E51-73CF002A4D6E}">
      <dgm:prSet/>
      <dgm:spPr/>
      <dgm:t>
        <a:bodyPr/>
        <a:lstStyle/>
        <a:p>
          <a:r>
            <a:rPr lang="uk-UA" b="0" i="0" dirty="0"/>
            <a:t>започаткував традицію створення Січі – центру запорозького козацтва</a:t>
          </a:r>
          <a:endParaRPr lang="uk-UA" dirty="0"/>
        </a:p>
      </dgm:t>
    </dgm:pt>
    <dgm:pt modelId="{E1F47D6E-852F-4F4C-97A9-AA128712A3B9}" type="parTrans" cxnId="{1C0498DB-CBD8-425E-BFD9-60CE63CAD654}">
      <dgm:prSet/>
      <dgm:spPr/>
      <dgm:t>
        <a:bodyPr/>
        <a:lstStyle/>
        <a:p>
          <a:endParaRPr lang="uk-UA"/>
        </a:p>
      </dgm:t>
    </dgm:pt>
    <dgm:pt modelId="{DB6D1398-FDFD-4332-85A0-21CF4C0BCC0F}" type="sibTrans" cxnId="{1C0498DB-CBD8-425E-BFD9-60CE63CAD654}">
      <dgm:prSet/>
      <dgm:spPr/>
      <dgm:t>
        <a:bodyPr/>
        <a:lstStyle/>
        <a:p>
          <a:endParaRPr lang="uk-UA"/>
        </a:p>
      </dgm:t>
    </dgm:pt>
    <dgm:pt modelId="{23320A53-EA56-48E2-B55A-73B5255FA075}" type="pres">
      <dgm:prSet presAssocID="{98CFF9A7-DB2E-43FD-A435-92249F2C7DEA}" presName="linearFlow" presStyleCnt="0">
        <dgm:presLayoutVars>
          <dgm:dir/>
          <dgm:resizeHandles val="exact"/>
        </dgm:presLayoutVars>
      </dgm:prSet>
      <dgm:spPr/>
    </dgm:pt>
    <dgm:pt modelId="{7DA5B1C5-04D9-4D6C-96FF-256484DC1F23}" type="pres">
      <dgm:prSet presAssocID="{ED53F94C-9F5C-4B6A-87DC-D7F43B5224F2}" presName="composite" presStyleCnt="0"/>
      <dgm:spPr/>
    </dgm:pt>
    <dgm:pt modelId="{08CBD6D4-0A9D-4AE2-B2F8-9A198BDCBC31}" type="pres">
      <dgm:prSet presAssocID="{ED53F94C-9F5C-4B6A-87DC-D7F43B5224F2}" presName="imgShp" presStyleLbl="fgImgPlace1" presStyleIdx="0" presStyleCnt="5"/>
      <dgm:spPr/>
    </dgm:pt>
    <dgm:pt modelId="{5EC8C9B3-B7E1-437E-8382-95B0E2ED8237}" type="pres">
      <dgm:prSet presAssocID="{ED53F94C-9F5C-4B6A-87DC-D7F43B5224F2}" presName="txShp" presStyleLbl="node1" presStyleIdx="0" presStyleCnt="5">
        <dgm:presLayoutVars>
          <dgm:bulletEnabled val="1"/>
        </dgm:presLayoutVars>
      </dgm:prSet>
      <dgm:spPr/>
    </dgm:pt>
    <dgm:pt modelId="{D262ECAD-FC97-437C-A4E4-B726A1FECB1D}" type="pres">
      <dgm:prSet presAssocID="{135C5543-1533-4722-AD78-EF83F95987C9}" presName="spacing" presStyleCnt="0"/>
      <dgm:spPr/>
    </dgm:pt>
    <dgm:pt modelId="{B8AE221E-438C-4F9A-BE30-4F138507D9D9}" type="pres">
      <dgm:prSet presAssocID="{805292AB-B930-4FF2-999F-95D51DB590DC}" presName="composite" presStyleCnt="0"/>
      <dgm:spPr/>
    </dgm:pt>
    <dgm:pt modelId="{D52DCCD1-9E03-41D4-8125-823FEE8D756C}" type="pres">
      <dgm:prSet presAssocID="{805292AB-B930-4FF2-999F-95D51DB590DC}" presName="imgShp" presStyleLbl="fgImgPlace1" presStyleIdx="1" presStyleCnt="5"/>
      <dgm:spPr/>
    </dgm:pt>
    <dgm:pt modelId="{A9BAB247-5097-493C-A07D-29467243AE56}" type="pres">
      <dgm:prSet presAssocID="{805292AB-B930-4FF2-999F-95D51DB590DC}" presName="txShp" presStyleLbl="node1" presStyleIdx="1" presStyleCnt="5">
        <dgm:presLayoutVars>
          <dgm:bulletEnabled val="1"/>
        </dgm:presLayoutVars>
      </dgm:prSet>
      <dgm:spPr/>
    </dgm:pt>
    <dgm:pt modelId="{724BD8D8-91C8-47B1-82CA-5071EEA7C412}" type="pres">
      <dgm:prSet presAssocID="{DD42128C-AC44-4987-86AB-07B766BAF967}" presName="spacing" presStyleCnt="0"/>
      <dgm:spPr/>
    </dgm:pt>
    <dgm:pt modelId="{63AC290C-0128-4184-A75D-CD9ED156F5E2}" type="pres">
      <dgm:prSet presAssocID="{514D6483-3D6B-4CCA-9056-B2A6088F9676}" presName="composite" presStyleCnt="0"/>
      <dgm:spPr/>
    </dgm:pt>
    <dgm:pt modelId="{5EC9432D-D73A-464F-BBC8-429ECBA378BB}" type="pres">
      <dgm:prSet presAssocID="{514D6483-3D6B-4CCA-9056-B2A6088F9676}" presName="imgShp" presStyleLbl="fgImgPlace1" presStyleIdx="2" presStyleCnt="5"/>
      <dgm:spPr/>
    </dgm:pt>
    <dgm:pt modelId="{DF1B6531-B474-465C-8E68-63C61B4D15A4}" type="pres">
      <dgm:prSet presAssocID="{514D6483-3D6B-4CCA-9056-B2A6088F9676}" presName="txShp" presStyleLbl="node1" presStyleIdx="2" presStyleCnt="5">
        <dgm:presLayoutVars>
          <dgm:bulletEnabled val="1"/>
        </dgm:presLayoutVars>
      </dgm:prSet>
      <dgm:spPr/>
    </dgm:pt>
    <dgm:pt modelId="{9CABCFA7-4334-4433-8F63-7C39A04FD21E}" type="pres">
      <dgm:prSet presAssocID="{03E9C43E-0BA0-4BAC-86B4-330CB4539B1D}" presName="spacing" presStyleCnt="0"/>
      <dgm:spPr/>
    </dgm:pt>
    <dgm:pt modelId="{1682383E-A5EE-4577-82B1-548B6D18AFDF}" type="pres">
      <dgm:prSet presAssocID="{EDC83B13-EF3A-4B12-81A4-5612E6A30F2C}" presName="composite" presStyleCnt="0"/>
      <dgm:spPr/>
    </dgm:pt>
    <dgm:pt modelId="{1A5D53D0-C8EF-4F12-94F4-FFFA1B53AB63}" type="pres">
      <dgm:prSet presAssocID="{EDC83B13-EF3A-4B12-81A4-5612E6A30F2C}" presName="imgShp" presStyleLbl="fgImgPlace1" presStyleIdx="3" presStyleCnt="5"/>
      <dgm:spPr/>
    </dgm:pt>
    <dgm:pt modelId="{8DADD1CA-7E31-41CB-82A8-25248816809B}" type="pres">
      <dgm:prSet presAssocID="{EDC83B13-EF3A-4B12-81A4-5612E6A30F2C}" presName="txShp" presStyleLbl="node1" presStyleIdx="3" presStyleCnt="5">
        <dgm:presLayoutVars>
          <dgm:bulletEnabled val="1"/>
        </dgm:presLayoutVars>
      </dgm:prSet>
      <dgm:spPr/>
    </dgm:pt>
    <dgm:pt modelId="{41888520-4203-4A6A-B7BC-46C1D1F0D65D}" type="pres">
      <dgm:prSet presAssocID="{980DC5D7-E30B-425D-849B-1AFB637ABF0D}" presName="spacing" presStyleCnt="0"/>
      <dgm:spPr/>
    </dgm:pt>
    <dgm:pt modelId="{2AD8C5CA-1DE6-43A4-A753-6E3BED8529C2}" type="pres">
      <dgm:prSet presAssocID="{1EF823F1-678F-4DE3-8E51-73CF002A4D6E}" presName="composite" presStyleCnt="0"/>
      <dgm:spPr/>
    </dgm:pt>
    <dgm:pt modelId="{96BAB2BD-1AAA-4330-931F-E72AD91536F1}" type="pres">
      <dgm:prSet presAssocID="{1EF823F1-678F-4DE3-8E51-73CF002A4D6E}" presName="imgShp" presStyleLbl="fgImgPlace1" presStyleIdx="4" presStyleCnt="5"/>
      <dgm:spPr/>
    </dgm:pt>
    <dgm:pt modelId="{3CAEC617-65BB-4E42-BE33-160F1E01C715}" type="pres">
      <dgm:prSet presAssocID="{1EF823F1-678F-4DE3-8E51-73CF002A4D6E}" presName="txShp" presStyleLbl="node1" presStyleIdx="4" presStyleCnt="5">
        <dgm:presLayoutVars>
          <dgm:bulletEnabled val="1"/>
        </dgm:presLayoutVars>
      </dgm:prSet>
      <dgm:spPr/>
    </dgm:pt>
  </dgm:ptLst>
  <dgm:cxnLst>
    <dgm:cxn modelId="{F8CC0517-D0E5-4AF5-B975-256616391B6A}" srcId="{98CFF9A7-DB2E-43FD-A435-92249F2C7DEA}" destId="{EDC83B13-EF3A-4B12-81A4-5612E6A30F2C}" srcOrd="3" destOrd="0" parTransId="{45268AE6-7665-4146-99ED-137FF3D4C2AB}" sibTransId="{980DC5D7-E30B-425D-849B-1AFB637ABF0D}"/>
    <dgm:cxn modelId="{B879554F-764D-45D1-AA8B-BD26DCC5A3C2}" srcId="{98CFF9A7-DB2E-43FD-A435-92249F2C7DEA}" destId="{805292AB-B930-4FF2-999F-95D51DB590DC}" srcOrd="1" destOrd="0" parTransId="{E4E70664-C997-4A38-BB2F-BAACD4E1A2D0}" sibTransId="{DD42128C-AC44-4987-86AB-07B766BAF967}"/>
    <dgm:cxn modelId="{E0252C74-3535-4BBA-9C4E-902B5380E308}" type="presOf" srcId="{805292AB-B930-4FF2-999F-95D51DB590DC}" destId="{A9BAB247-5097-493C-A07D-29467243AE56}" srcOrd="0" destOrd="0" presId="urn:microsoft.com/office/officeart/2005/8/layout/vList3"/>
    <dgm:cxn modelId="{3F9979AF-6D94-4C8F-8DEC-E1747868666A}" type="presOf" srcId="{EDC83B13-EF3A-4B12-81A4-5612E6A30F2C}" destId="{8DADD1CA-7E31-41CB-82A8-25248816809B}" srcOrd="0" destOrd="0" presId="urn:microsoft.com/office/officeart/2005/8/layout/vList3"/>
    <dgm:cxn modelId="{7D1B7EC0-6818-4773-9295-F74A80C83C53}" type="presOf" srcId="{1EF823F1-678F-4DE3-8E51-73CF002A4D6E}" destId="{3CAEC617-65BB-4E42-BE33-160F1E01C715}" srcOrd="0" destOrd="0" presId="urn:microsoft.com/office/officeart/2005/8/layout/vList3"/>
    <dgm:cxn modelId="{1FAE50D8-5C15-49A4-B237-910E4A508D6E}" type="presOf" srcId="{514D6483-3D6B-4CCA-9056-B2A6088F9676}" destId="{DF1B6531-B474-465C-8E68-63C61B4D15A4}" srcOrd="0" destOrd="0" presId="urn:microsoft.com/office/officeart/2005/8/layout/vList3"/>
    <dgm:cxn modelId="{1C0498DB-CBD8-425E-BFD9-60CE63CAD654}" srcId="{98CFF9A7-DB2E-43FD-A435-92249F2C7DEA}" destId="{1EF823F1-678F-4DE3-8E51-73CF002A4D6E}" srcOrd="4" destOrd="0" parTransId="{E1F47D6E-852F-4F4C-97A9-AA128712A3B9}" sibTransId="{DB6D1398-FDFD-4332-85A0-21CF4C0BCC0F}"/>
    <dgm:cxn modelId="{28E568DD-65FD-4B79-B60E-6A3DF8F8E658}" srcId="{98CFF9A7-DB2E-43FD-A435-92249F2C7DEA}" destId="{514D6483-3D6B-4CCA-9056-B2A6088F9676}" srcOrd="2" destOrd="0" parTransId="{67605FA8-DDD4-4FC2-B6CA-F6FB9CA6ABB7}" sibTransId="{03E9C43E-0BA0-4BAC-86B4-330CB4539B1D}"/>
    <dgm:cxn modelId="{93DB1AF2-F3EE-4388-9AD3-83010808C7F2}" type="presOf" srcId="{ED53F94C-9F5C-4B6A-87DC-D7F43B5224F2}" destId="{5EC8C9B3-B7E1-437E-8382-95B0E2ED8237}" srcOrd="0" destOrd="0" presId="urn:microsoft.com/office/officeart/2005/8/layout/vList3"/>
    <dgm:cxn modelId="{EEF2DCF2-1D95-44C8-9C18-01813AC3C50F}" srcId="{98CFF9A7-DB2E-43FD-A435-92249F2C7DEA}" destId="{ED53F94C-9F5C-4B6A-87DC-D7F43B5224F2}" srcOrd="0" destOrd="0" parTransId="{A3C78D9A-A441-4ED2-AFDE-AEE7961F2DDE}" sibTransId="{135C5543-1533-4722-AD78-EF83F95987C9}"/>
    <dgm:cxn modelId="{9B2253FB-E15C-449B-8FF2-4D51CEC7D047}" type="presOf" srcId="{98CFF9A7-DB2E-43FD-A435-92249F2C7DEA}" destId="{23320A53-EA56-48E2-B55A-73B5255FA075}" srcOrd="0" destOrd="0" presId="urn:microsoft.com/office/officeart/2005/8/layout/vList3"/>
    <dgm:cxn modelId="{DFF01A9D-939F-476E-B176-9FA615CBB030}" type="presParOf" srcId="{23320A53-EA56-48E2-B55A-73B5255FA075}" destId="{7DA5B1C5-04D9-4D6C-96FF-256484DC1F23}" srcOrd="0" destOrd="0" presId="urn:microsoft.com/office/officeart/2005/8/layout/vList3"/>
    <dgm:cxn modelId="{6121D5FD-04DF-4F8A-815B-A9CEB14FA19C}" type="presParOf" srcId="{7DA5B1C5-04D9-4D6C-96FF-256484DC1F23}" destId="{08CBD6D4-0A9D-4AE2-B2F8-9A198BDCBC31}" srcOrd="0" destOrd="0" presId="urn:microsoft.com/office/officeart/2005/8/layout/vList3"/>
    <dgm:cxn modelId="{47B2D000-0911-4F81-917F-92DF8CCA5BF1}" type="presParOf" srcId="{7DA5B1C5-04D9-4D6C-96FF-256484DC1F23}" destId="{5EC8C9B3-B7E1-437E-8382-95B0E2ED8237}" srcOrd="1" destOrd="0" presId="urn:microsoft.com/office/officeart/2005/8/layout/vList3"/>
    <dgm:cxn modelId="{BB763DD7-7055-471C-8E06-318305C2D666}" type="presParOf" srcId="{23320A53-EA56-48E2-B55A-73B5255FA075}" destId="{D262ECAD-FC97-437C-A4E4-B726A1FECB1D}" srcOrd="1" destOrd="0" presId="urn:microsoft.com/office/officeart/2005/8/layout/vList3"/>
    <dgm:cxn modelId="{A229722C-5BA4-4432-ABCB-A39571CE6A10}" type="presParOf" srcId="{23320A53-EA56-48E2-B55A-73B5255FA075}" destId="{B8AE221E-438C-4F9A-BE30-4F138507D9D9}" srcOrd="2" destOrd="0" presId="urn:microsoft.com/office/officeart/2005/8/layout/vList3"/>
    <dgm:cxn modelId="{AF8F16F8-098E-4901-8F21-30768897DD9B}" type="presParOf" srcId="{B8AE221E-438C-4F9A-BE30-4F138507D9D9}" destId="{D52DCCD1-9E03-41D4-8125-823FEE8D756C}" srcOrd="0" destOrd="0" presId="urn:microsoft.com/office/officeart/2005/8/layout/vList3"/>
    <dgm:cxn modelId="{FE150F95-1AA3-4BCF-ADB6-10F1B7412E64}" type="presParOf" srcId="{B8AE221E-438C-4F9A-BE30-4F138507D9D9}" destId="{A9BAB247-5097-493C-A07D-29467243AE56}" srcOrd="1" destOrd="0" presId="urn:microsoft.com/office/officeart/2005/8/layout/vList3"/>
    <dgm:cxn modelId="{76FA89D7-8BBE-43FE-B2F1-CB0282D940B8}" type="presParOf" srcId="{23320A53-EA56-48E2-B55A-73B5255FA075}" destId="{724BD8D8-91C8-47B1-82CA-5071EEA7C412}" srcOrd="3" destOrd="0" presId="urn:microsoft.com/office/officeart/2005/8/layout/vList3"/>
    <dgm:cxn modelId="{7D7BBAAF-68CA-48D8-975C-3BFB5609CC61}" type="presParOf" srcId="{23320A53-EA56-48E2-B55A-73B5255FA075}" destId="{63AC290C-0128-4184-A75D-CD9ED156F5E2}" srcOrd="4" destOrd="0" presId="urn:microsoft.com/office/officeart/2005/8/layout/vList3"/>
    <dgm:cxn modelId="{49332735-F55B-4382-9650-56AE8C46A26A}" type="presParOf" srcId="{63AC290C-0128-4184-A75D-CD9ED156F5E2}" destId="{5EC9432D-D73A-464F-BBC8-429ECBA378BB}" srcOrd="0" destOrd="0" presId="urn:microsoft.com/office/officeart/2005/8/layout/vList3"/>
    <dgm:cxn modelId="{CF96705D-A5D1-4473-B532-169D190D1A78}" type="presParOf" srcId="{63AC290C-0128-4184-A75D-CD9ED156F5E2}" destId="{DF1B6531-B474-465C-8E68-63C61B4D15A4}" srcOrd="1" destOrd="0" presId="urn:microsoft.com/office/officeart/2005/8/layout/vList3"/>
    <dgm:cxn modelId="{5EAF89B5-C8B2-4EC3-B4DB-3B8ACDCA6E39}" type="presParOf" srcId="{23320A53-EA56-48E2-B55A-73B5255FA075}" destId="{9CABCFA7-4334-4433-8F63-7C39A04FD21E}" srcOrd="5" destOrd="0" presId="urn:microsoft.com/office/officeart/2005/8/layout/vList3"/>
    <dgm:cxn modelId="{557BD875-051A-43F8-80A7-F03DB2D40419}" type="presParOf" srcId="{23320A53-EA56-48E2-B55A-73B5255FA075}" destId="{1682383E-A5EE-4577-82B1-548B6D18AFDF}" srcOrd="6" destOrd="0" presId="urn:microsoft.com/office/officeart/2005/8/layout/vList3"/>
    <dgm:cxn modelId="{A8F2E797-FFEC-453C-AE8A-60D5B14A8344}" type="presParOf" srcId="{1682383E-A5EE-4577-82B1-548B6D18AFDF}" destId="{1A5D53D0-C8EF-4F12-94F4-FFFA1B53AB63}" srcOrd="0" destOrd="0" presId="urn:microsoft.com/office/officeart/2005/8/layout/vList3"/>
    <dgm:cxn modelId="{BCE66BEA-2994-41E9-B753-0D57F7D7E34D}" type="presParOf" srcId="{1682383E-A5EE-4577-82B1-548B6D18AFDF}" destId="{8DADD1CA-7E31-41CB-82A8-25248816809B}" srcOrd="1" destOrd="0" presId="urn:microsoft.com/office/officeart/2005/8/layout/vList3"/>
    <dgm:cxn modelId="{EB46C401-4415-4C03-B144-E0E557F0B8A6}" type="presParOf" srcId="{23320A53-EA56-48E2-B55A-73B5255FA075}" destId="{41888520-4203-4A6A-B7BC-46C1D1F0D65D}" srcOrd="7" destOrd="0" presId="urn:microsoft.com/office/officeart/2005/8/layout/vList3"/>
    <dgm:cxn modelId="{162C8E04-12F2-4CEE-BCD8-CCE8322C856B}" type="presParOf" srcId="{23320A53-EA56-48E2-B55A-73B5255FA075}" destId="{2AD8C5CA-1DE6-43A4-A753-6E3BED8529C2}" srcOrd="8" destOrd="0" presId="urn:microsoft.com/office/officeart/2005/8/layout/vList3"/>
    <dgm:cxn modelId="{43E68862-822B-47B1-BB7C-534CB30536A3}" type="presParOf" srcId="{2AD8C5CA-1DE6-43A4-A753-6E3BED8529C2}" destId="{96BAB2BD-1AAA-4330-931F-E72AD91536F1}" srcOrd="0" destOrd="0" presId="urn:microsoft.com/office/officeart/2005/8/layout/vList3"/>
    <dgm:cxn modelId="{7148C7C7-D6F2-49B4-B4A2-AAACD354AB38}" type="presParOf" srcId="{2AD8C5CA-1DE6-43A4-A753-6E3BED8529C2}" destId="{3CAEC617-65BB-4E42-BE33-160F1E01C715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B7543CED-7FE8-45B4-803F-F79077C1FBA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890497E-C0B6-49A2-B63A-5EF1F78F3061}">
      <dgm:prSet/>
      <dgm:spPr/>
      <dgm:t>
        <a:bodyPr/>
        <a:lstStyle/>
        <a:p>
          <a:r>
            <a:rPr lang="ru-RU" b="0" i="0"/>
            <a:t>П. Сагайдачний</a:t>
          </a:r>
          <a:endParaRPr lang="uk-UA"/>
        </a:p>
      </dgm:t>
    </dgm:pt>
    <dgm:pt modelId="{DD9204EF-7995-412E-AC88-C8156A59141D}" type="parTrans" cxnId="{C7088167-A04C-4ACD-BB73-8DFC9A177DE4}">
      <dgm:prSet/>
      <dgm:spPr/>
      <dgm:t>
        <a:bodyPr/>
        <a:lstStyle/>
        <a:p>
          <a:endParaRPr lang="uk-UA"/>
        </a:p>
      </dgm:t>
    </dgm:pt>
    <dgm:pt modelId="{4448179B-A079-4743-B182-01C660B9B274}" type="sibTrans" cxnId="{C7088167-A04C-4ACD-BB73-8DFC9A177DE4}">
      <dgm:prSet/>
      <dgm:spPr/>
      <dgm:t>
        <a:bodyPr/>
        <a:lstStyle/>
        <a:p>
          <a:endParaRPr lang="uk-UA"/>
        </a:p>
      </dgm:t>
    </dgm:pt>
    <dgm:pt modelId="{AD764693-2177-48A4-A118-FB38BEA7677B}">
      <dgm:prSet/>
      <dgm:spPr/>
      <dgm:t>
        <a:bodyPr/>
        <a:lstStyle/>
        <a:p>
          <a:r>
            <a:rPr lang="ru-RU" b="0" i="0"/>
            <a:t>Б. Хмельницький</a:t>
          </a:r>
          <a:endParaRPr lang="uk-UA"/>
        </a:p>
      </dgm:t>
    </dgm:pt>
    <dgm:pt modelId="{079613AD-899A-461B-BF1D-72D71708F3C2}" type="parTrans" cxnId="{15E920E2-F319-4A1E-A44E-394C47565F7D}">
      <dgm:prSet/>
      <dgm:spPr/>
      <dgm:t>
        <a:bodyPr/>
        <a:lstStyle/>
        <a:p>
          <a:endParaRPr lang="uk-UA"/>
        </a:p>
      </dgm:t>
    </dgm:pt>
    <dgm:pt modelId="{3EC98DFC-089D-429F-B01B-63332C055DCD}" type="sibTrans" cxnId="{15E920E2-F319-4A1E-A44E-394C47565F7D}">
      <dgm:prSet/>
      <dgm:spPr/>
      <dgm:t>
        <a:bodyPr/>
        <a:lstStyle/>
        <a:p>
          <a:endParaRPr lang="uk-UA"/>
        </a:p>
      </dgm:t>
    </dgm:pt>
    <dgm:pt modelId="{E5FF23CC-2821-47A5-AEBD-DC954C33A667}">
      <dgm:prSet/>
      <dgm:spPr/>
      <dgm:t>
        <a:bodyPr/>
        <a:lstStyle/>
        <a:p>
          <a:r>
            <a:rPr lang="ru-RU" b="0" i="0" dirty="0"/>
            <a:t>І. </a:t>
          </a:r>
          <a:r>
            <a:rPr lang="ru-RU" b="0" i="0" dirty="0" err="1"/>
            <a:t>Виговський</a:t>
          </a:r>
          <a:endParaRPr lang="uk-UA" dirty="0"/>
        </a:p>
      </dgm:t>
    </dgm:pt>
    <dgm:pt modelId="{8C62F72C-ACC1-4CF9-9BDC-24C491321715}" type="parTrans" cxnId="{CE42B66E-CC46-43C8-BEB2-156FA78339A3}">
      <dgm:prSet/>
      <dgm:spPr/>
      <dgm:t>
        <a:bodyPr/>
        <a:lstStyle/>
        <a:p>
          <a:endParaRPr lang="uk-UA"/>
        </a:p>
      </dgm:t>
    </dgm:pt>
    <dgm:pt modelId="{CA63DC07-1F42-4242-8C93-89DCFB0B7DE7}" type="sibTrans" cxnId="{CE42B66E-CC46-43C8-BEB2-156FA78339A3}">
      <dgm:prSet/>
      <dgm:spPr/>
      <dgm:t>
        <a:bodyPr/>
        <a:lstStyle/>
        <a:p>
          <a:endParaRPr lang="uk-UA"/>
        </a:p>
      </dgm:t>
    </dgm:pt>
    <dgm:pt modelId="{4D92732B-5B9F-487D-B6CE-82D7582F8113}">
      <dgm:prSet/>
      <dgm:spPr/>
      <dgm:t>
        <a:bodyPr/>
        <a:lstStyle/>
        <a:p>
          <a:r>
            <a:rPr lang="ru-RU" b="0" i="0" dirty="0"/>
            <a:t>І. Самойлович</a:t>
          </a:r>
          <a:endParaRPr lang="uk-UA" dirty="0"/>
        </a:p>
      </dgm:t>
    </dgm:pt>
    <dgm:pt modelId="{261CE06B-9E68-4F04-B325-9D47AB45D003}" type="parTrans" cxnId="{D1D0B559-74C8-48F3-A097-839343E5B013}">
      <dgm:prSet/>
      <dgm:spPr/>
      <dgm:t>
        <a:bodyPr/>
        <a:lstStyle/>
        <a:p>
          <a:endParaRPr lang="uk-UA"/>
        </a:p>
      </dgm:t>
    </dgm:pt>
    <dgm:pt modelId="{97AB0774-3B87-4B5E-8F3D-60E841423EC0}" type="sibTrans" cxnId="{D1D0B559-74C8-48F3-A097-839343E5B013}">
      <dgm:prSet/>
      <dgm:spPr/>
      <dgm:t>
        <a:bodyPr/>
        <a:lstStyle/>
        <a:p>
          <a:endParaRPr lang="uk-UA"/>
        </a:p>
      </dgm:t>
    </dgm:pt>
    <dgm:pt modelId="{4A7A61CC-BD06-4CCA-943B-EA20E2374F4F}" type="pres">
      <dgm:prSet presAssocID="{B7543CED-7FE8-45B4-803F-F79077C1FBA0}" presName="linear" presStyleCnt="0">
        <dgm:presLayoutVars>
          <dgm:animLvl val="lvl"/>
          <dgm:resizeHandles val="exact"/>
        </dgm:presLayoutVars>
      </dgm:prSet>
      <dgm:spPr/>
    </dgm:pt>
    <dgm:pt modelId="{44075DFD-8EF8-498B-B811-F848ECC0C257}" type="pres">
      <dgm:prSet presAssocID="{5890497E-C0B6-49A2-B63A-5EF1F78F306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22B6071-882C-48C3-9D03-47D5C10FA10A}" type="pres">
      <dgm:prSet presAssocID="{4448179B-A079-4743-B182-01C660B9B274}" presName="spacer" presStyleCnt="0"/>
      <dgm:spPr/>
    </dgm:pt>
    <dgm:pt modelId="{4271D723-C175-4AEC-87DF-B8EAAF843754}" type="pres">
      <dgm:prSet presAssocID="{AD764693-2177-48A4-A118-FB38BEA7677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A26CF52-8BCE-4682-8AEB-42527B36D75E}" type="pres">
      <dgm:prSet presAssocID="{3EC98DFC-089D-429F-B01B-63332C055DCD}" presName="spacer" presStyleCnt="0"/>
      <dgm:spPr/>
    </dgm:pt>
    <dgm:pt modelId="{25A27C43-518E-49E7-A799-A20C91125E7D}" type="pres">
      <dgm:prSet presAssocID="{E5FF23CC-2821-47A5-AEBD-DC954C33A66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E2E3B32-3F08-4E86-8607-25D3C42019B1}" type="pres">
      <dgm:prSet presAssocID="{CA63DC07-1F42-4242-8C93-89DCFB0B7DE7}" presName="spacer" presStyleCnt="0"/>
      <dgm:spPr/>
    </dgm:pt>
    <dgm:pt modelId="{EF4F04D7-E364-41A0-89FF-E2C574083581}" type="pres">
      <dgm:prSet presAssocID="{4D92732B-5B9F-487D-B6CE-82D7582F811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03FC929-B832-4744-B031-5B822EDE988A}" type="presOf" srcId="{4D92732B-5B9F-487D-B6CE-82D7582F8113}" destId="{EF4F04D7-E364-41A0-89FF-E2C574083581}" srcOrd="0" destOrd="0" presId="urn:microsoft.com/office/officeart/2005/8/layout/vList2"/>
    <dgm:cxn modelId="{EA27AB44-9770-428A-94A7-F0CF06996AAC}" type="presOf" srcId="{B7543CED-7FE8-45B4-803F-F79077C1FBA0}" destId="{4A7A61CC-BD06-4CCA-943B-EA20E2374F4F}" srcOrd="0" destOrd="0" presId="urn:microsoft.com/office/officeart/2005/8/layout/vList2"/>
    <dgm:cxn modelId="{9C25C046-AF20-4E71-9489-52ED1E02249C}" type="presOf" srcId="{E5FF23CC-2821-47A5-AEBD-DC954C33A667}" destId="{25A27C43-518E-49E7-A799-A20C91125E7D}" srcOrd="0" destOrd="0" presId="urn:microsoft.com/office/officeart/2005/8/layout/vList2"/>
    <dgm:cxn modelId="{C7088167-A04C-4ACD-BB73-8DFC9A177DE4}" srcId="{B7543CED-7FE8-45B4-803F-F79077C1FBA0}" destId="{5890497E-C0B6-49A2-B63A-5EF1F78F3061}" srcOrd="0" destOrd="0" parTransId="{DD9204EF-7995-412E-AC88-C8156A59141D}" sibTransId="{4448179B-A079-4743-B182-01C660B9B274}"/>
    <dgm:cxn modelId="{CE42B66E-CC46-43C8-BEB2-156FA78339A3}" srcId="{B7543CED-7FE8-45B4-803F-F79077C1FBA0}" destId="{E5FF23CC-2821-47A5-AEBD-DC954C33A667}" srcOrd="2" destOrd="0" parTransId="{8C62F72C-ACC1-4CF9-9BDC-24C491321715}" sibTransId="{CA63DC07-1F42-4242-8C93-89DCFB0B7DE7}"/>
    <dgm:cxn modelId="{D1D0B559-74C8-48F3-A097-839343E5B013}" srcId="{B7543CED-7FE8-45B4-803F-F79077C1FBA0}" destId="{4D92732B-5B9F-487D-B6CE-82D7582F8113}" srcOrd="3" destOrd="0" parTransId="{261CE06B-9E68-4F04-B325-9D47AB45D003}" sibTransId="{97AB0774-3B87-4B5E-8F3D-60E841423EC0}"/>
    <dgm:cxn modelId="{7E608194-50F6-4474-AB82-967F70DB469B}" type="presOf" srcId="{AD764693-2177-48A4-A118-FB38BEA7677B}" destId="{4271D723-C175-4AEC-87DF-B8EAAF843754}" srcOrd="0" destOrd="0" presId="urn:microsoft.com/office/officeart/2005/8/layout/vList2"/>
    <dgm:cxn modelId="{6FEFA9B9-AC20-4660-9D69-9D34446D3762}" type="presOf" srcId="{5890497E-C0B6-49A2-B63A-5EF1F78F3061}" destId="{44075DFD-8EF8-498B-B811-F848ECC0C257}" srcOrd="0" destOrd="0" presId="urn:microsoft.com/office/officeart/2005/8/layout/vList2"/>
    <dgm:cxn modelId="{15E920E2-F319-4A1E-A44E-394C47565F7D}" srcId="{B7543CED-7FE8-45B4-803F-F79077C1FBA0}" destId="{AD764693-2177-48A4-A118-FB38BEA7677B}" srcOrd="1" destOrd="0" parTransId="{079613AD-899A-461B-BF1D-72D71708F3C2}" sibTransId="{3EC98DFC-089D-429F-B01B-63332C055DCD}"/>
    <dgm:cxn modelId="{7136BB96-6716-4657-B9F5-848BE99AD8CB}" type="presParOf" srcId="{4A7A61CC-BD06-4CCA-943B-EA20E2374F4F}" destId="{44075DFD-8EF8-498B-B811-F848ECC0C257}" srcOrd="0" destOrd="0" presId="urn:microsoft.com/office/officeart/2005/8/layout/vList2"/>
    <dgm:cxn modelId="{14A8DCF5-E00A-4293-A45E-0F6903019679}" type="presParOf" srcId="{4A7A61CC-BD06-4CCA-943B-EA20E2374F4F}" destId="{222B6071-882C-48C3-9D03-47D5C10FA10A}" srcOrd="1" destOrd="0" presId="urn:microsoft.com/office/officeart/2005/8/layout/vList2"/>
    <dgm:cxn modelId="{3E025396-D593-4846-ABA5-657ADCAD7FA2}" type="presParOf" srcId="{4A7A61CC-BD06-4CCA-943B-EA20E2374F4F}" destId="{4271D723-C175-4AEC-87DF-B8EAAF843754}" srcOrd="2" destOrd="0" presId="urn:microsoft.com/office/officeart/2005/8/layout/vList2"/>
    <dgm:cxn modelId="{C773FE27-8768-49CA-95F0-04DC4ABE52E9}" type="presParOf" srcId="{4A7A61CC-BD06-4CCA-943B-EA20E2374F4F}" destId="{CA26CF52-8BCE-4682-8AEB-42527B36D75E}" srcOrd="3" destOrd="0" presId="urn:microsoft.com/office/officeart/2005/8/layout/vList2"/>
    <dgm:cxn modelId="{01B796BF-489B-4EA7-9676-430F1EF390D1}" type="presParOf" srcId="{4A7A61CC-BD06-4CCA-943B-EA20E2374F4F}" destId="{25A27C43-518E-49E7-A799-A20C91125E7D}" srcOrd="4" destOrd="0" presId="urn:microsoft.com/office/officeart/2005/8/layout/vList2"/>
    <dgm:cxn modelId="{BA07446E-3D2A-42F2-BCBA-0AA45F3FAA98}" type="presParOf" srcId="{4A7A61CC-BD06-4CCA-943B-EA20E2374F4F}" destId="{FE2E3B32-3F08-4E86-8607-25D3C42019B1}" srcOrd="5" destOrd="0" presId="urn:microsoft.com/office/officeart/2005/8/layout/vList2"/>
    <dgm:cxn modelId="{8A594E39-79D9-43E2-9765-9C2E5178525D}" type="presParOf" srcId="{4A7A61CC-BD06-4CCA-943B-EA20E2374F4F}" destId="{EF4F04D7-E364-41A0-89FF-E2C57408358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5458E809-F594-48DF-BD9B-8E6078DA8966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3C5B749-1D4E-41EA-AD15-0B3C07278FF5}">
      <dgm:prSet/>
      <dgm:spPr/>
      <dgm:t>
        <a:bodyPr/>
        <a:lstStyle/>
        <a:p>
          <a:r>
            <a:rPr lang="ru-RU" b="0" i="0"/>
            <a:t>1616 р.</a:t>
          </a:r>
          <a:endParaRPr lang="uk-UA"/>
        </a:p>
      </dgm:t>
    </dgm:pt>
    <dgm:pt modelId="{2FE56133-9B43-403A-BB85-1A6199E5FACD}" type="parTrans" cxnId="{5FDED851-2053-497E-B10D-539111CE6A9F}">
      <dgm:prSet/>
      <dgm:spPr/>
      <dgm:t>
        <a:bodyPr/>
        <a:lstStyle/>
        <a:p>
          <a:endParaRPr lang="uk-UA"/>
        </a:p>
      </dgm:t>
    </dgm:pt>
    <dgm:pt modelId="{CCE27D78-1F5E-4D1B-93C7-006857E21B85}" type="sibTrans" cxnId="{5FDED851-2053-497E-B10D-539111CE6A9F}">
      <dgm:prSet/>
      <dgm:spPr/>
      <dgm:t>
        <a:bodyPr/>
        <a:lstStyle/>
        <a:p>
          <a:endParaRPr lang="uk-UA"/>
        </a:p>
      </dgm:t>
    </dgm:pt>
    <dgm:pt modelId="{5516F911-D090-470B-B7FA-588F0C1260C9}">
      <dgm:prSet/>
      <dgm:spPr/>
      <dgm:t>
        <a:bodyPr/>
        <a:lstStyle/>
        <a:p>
          <a:r>
            <a:rPr lang="ru-RU" b="0" i="0" dirty="0"/>
            <a:t>1618 р.</a:t>
          </a:r>
          <a:endParaRPr lang="uk-UA" dirty="0"/>
        </a:p>
      </dgm:t>
    </dgm:pt>
    <dgm:pt modelId="{978EABE7-A57F-4A4A-BF57-54E57BC4DA81}" type="parTrans" cxnId="{FCCB5089-BCC7-41F3-88F6-3B0BEE5F28F8}">
      <dgm:prSet/>
      <dgm:spPr/>
      <dgm:t>
        <a:bodyPr/>
        <a:lstStyle/>
        <a:p>
          <a:endParaRPr lang="uk-UA"/>
        </a:p>
      </dgm:t>
    </dgm:pt>
    <dgm:pt modelId="{2DC7540A-9BC7-4F50-9E76-DA6AEAE6C2F6}" type="sibTrans" cxnId="{FCCB5089-BCC7-41F3-88F6-3B0BEE5F28F8}">
      <dgm:prSet/>
      <dgm:spPr/>
      <dgm:t>
        <a:bodyPr/>
        <a:lstStyle/>
        <a:p>
          <a:endParaRPr lang="uk-UA"/>
        </a:p>
      </dgm:t>
    </dgm:pt>
    <dgm:pt modelId="{E0D53A87-EE4D-44DA-B2A5-84FCEE0BE4C7}">
      <dgm:prSet/>
      <dgm:spPr/>
      <dgm:t>
        <a:bodyPr/>
        <a:lstStyle/>
        <a:p>
          <a:r>
            <a:rPr lang="ru-RU" b="0" i="0"/>
            <a:t>1621 р.</a:t>
          </a:r>
          <a:endParaRPr lang="uk-UA"/>
        </a:p>
      </dgm:t>
    </dgm:pt>
    <dgm:pt modelId="{AB6FEF79-6A70-49C1-B894-8958EFB557C1}" type="parTrans" cxnId="{EE1CE352-C47A-4C86-85EC-124F82E98227}">
      <dgm:prSet/>
      <dgm:spPr/>
      <dgm:t>
        <a:bodyPr/>
        <a:lstStyle/>
        <a:p>
          <a:endParaRPr lang="uk-UA"/>
        </a:p>
      </dgm:t>
    </dgm:pt>
    <dgm:pt modelId="{95B4FC9F-059A-476F-A64E-A9E29F60C1A2}" type="sibTrans" cxnId="{EE1CE352-C47A-4C86-85EC-124F82E98227}">
      <dgm:prSet/>
      <dgm:spPr/>
      <dgm:t>
        <a:bodyPr/>
        <a:lstStyle/>
        <a:p>
          <a:endParaRPr lang="uk-UA"/>
        </a:p>
      </dgm:t>
    </dgm:pt>
    <dgm:pt modelId="{34F9B8BC-1CDE-48A3-A770-DD124AD15466}">
      <dgm:prSet/>
      <dgm:spPr/>
      <dgm:t>
        <a:bodyPr/>
        <a:lstStyle/>
        <a:p>
          <a:r>
            <a:rPr lang="ru-RU" b="0" i="0" dirty="0"/>
            <a:t>1625 р.</a:t>
          </a:r>
          <a:endParaRPr lang="uk-UA" dirty="0"/>
        </a:p>
      </dgm:t>
    </dgm:pt>
    <dgm:pt modelId="{69532B21-6617-4705-AE88-B1E001216362}" type="parTrans" cxnId="{2FF75062-C780-4148-8A69-E31D319390A3}">
      <dgm:prSet/>
      <dgm:spPr/>
      <dgm:t>
        <a:bodyPr/>
        <a:lstStyle/>
        <a:p>
          <a:endParaRPr lang="uk-UA"/>
        </a:p>
      </dgm:t>
    </dgm:pt>
    <dgm:pt modelId="{F44E0947-48DC-4539-B8BA-6A471D8CCCBE}" type="sibTrans" cxnId="{2FF75062-C780-4148-8A69-E31D319390A3}">
      <dgm:prSet/>
      <dgm:spPr/>
      <dgm:t>
        <a:bodyPr/>
        <a:lstStyle/>
        <a:p>
          <a:endParaRPr lang="uk-UA"/>
        </a:p>
      </dgm:t>
    </dgm:pt>
    <dgm:pt modelId="{EE0153EE-BA98-4A6D-B30C-E19CA3D4527E}" type="pres">
      <dgm:prSet presAssocID="{5458E809-F594-48DF-BD9B-8E6078DA8966}" presName="linearFlow" presStyleCnt="0">
        <dgm:presLayoutVars>
          <dgm:dir/>
          <dgm:resizeHandles val="exact"/>
        </dgm:presLayoutVars>
      </dgm:prSet>
      <dgm:spPr/>
    </dgm:pt>
    <dgm:pt modelId="{D6A70B10-14E7-4C04-9C11-EBE475B88D90}" type="pres">
      <dgm:prSet presAssocID="{63C5B749-1D4E-41EA-AD15-0B3C07278FF5}" presName="composite" presStyleCnt="0"/>
      <dgm:spPr/>
    </dgm:pt>
    <dgm:pt modelId="{CDF56B7E-1AEA-485B-B9E7-9CD4B0B96A69}" type="pres">
      <dgm:prSet presAssocID="{63C5B749-1D4E-41EA-AD15-0B3C07278FF5}" presName="imgShp" presStyleLbl="fgImgPlace1" presStyleIdx="0" presStyleCnt="4"/>
      <dgm:spPr/>
    </dgm:pt>
    <dgm:pt modelId="{BB5A7AB7-C995-4633-A324-138DAA54E64B}" type="pres">
      <dgm:prSet presAssocID="{63C5B749-1D4E-41EA-AD15-0B3C07278FF5}" presName="txShp" presStyleLbl="node1" presStyleIdx="0" presStyleCnt="4">
        <dgm:presLayoutVars>
          <dgm:bulletEnabled val="1"/>
        </dgm:presLayoutVars>
      </dgm:prSet>
      <dgm:spPr/>
    </dgm:pt>
    <dgm:pt modelId="{9DECD0C8-DFDE-4508-A893-65A020ADEA8F}" type="pres">
      <dgm:prSet presAssocID="{CCE27D78-1F5E-4D1B-93C7-006857E21B85}" presName="spacing" presStyleCnt="0"/>
      <dgm:spPr/>
    </dgm:pt>
    <dgm:pt modelId="{AC16DAD1-B787-46CB-9002-CB1A565F26CB}" type="pres">
      <dgm:prSet presAssocID="{5516F911-D090-470B-B7FA-588F0C1260C9}" presName="composite" presStyleCnt="0"/>
      <dgm:spPr/>
    </dgm:pt>
    <dgm:pt modelId="{CD290D30-55FF-43A5-92C0-55F82E087BD9}" type="pres">
      <dgm:prSet presAssocID="{5516F911-D090-470B-B7FA-588F0C1260C9}" presName="imgShp" presStyleLbl="fgImgPlace1" presStyleIdx="1" presStyleCnt="4"/>
      <dgm:spPr/>
    </dgm:pt>
    <dgm:pt modelId="{3DB4D806-1835-4648-B827-1C648809AC28}" type="pres">
      <dgm:prSet presAssocID="{5516F911-D090-470B-B7FA-588F0C1260C9}" presName="txShp" presStyleLbl="node1" presStyleIdx="1" presStyleCnt="4">
        <dgm:presLayoutVars>
          <dgm:bulletEnabled val="1"/>
        </dgm:presLayoutVars>
      </dgm:prSet>
      <dgm:spPr/>
    </dgm:pt>
    <dgm:pt modelId="{A31F6E81-58F8-4BA4-8998-3E95A3123D5D}" type="pres">
      <dgm:prSet presAssocID="{2DC7540A-9BC7-4F50-9E76-DA6AEAE6C2F6}" presName="spacing" presStyleCnt="0"/>
      <dgm:spPr/>
    </dgm:pt>
    <dgm:pt modelId="{5555AF39-EC36-41BC-BC72-2D7D7460DA0E}" type="pres">
      <dgm:prSet presAssocID="{E0D53A87-EE4D-44DA-B2A5-84FCEE0BE4C7}" presName="composite" presStyleCnt="0"/>
      <dgm:spPr/>
    </dgm:pt>
    <dgm:pt modelId="{3A2538F2-0EAA-41C0-B6A3-817EA59DF247}" type="pres">
      <dgm:prSet presAssocID="{E0D53A87-EE4D-44DA-B2A5-84FCEE0BE4C7}" presName="imgShp" presStyleLbl="fgImgPlace1" presStyleIdx="2" presStyleCnt="4"/>
      <dgm:spPr/>
    </dgm:pt>
    <dgm:pt modelId="{F0B1A378-8192-4DD0-B3A6-3DCDFAEC5659}" type="pres">
      <dgm:prSet presAssocID="{E0D53A87-EE4D-44DA-B2A5-84FCEE0BE4C7}" presName="txShp" presStyleLbl="node1" presStyleIdx="2" presStyleCnt="4">
        <dgm:presLayoutVars>
          <dgm:bulletEnabled val="1"/>
        </dgm:presLayoutVars>
      </dgm:prSet>
      <dgm:spPr/>
    </dgm:pt>
    <dgm:pt modelId="{FCE0AE2C-DE13-4F90-8BD8-4A62C93F190F}" type="pres">
      <dgm:prSet presAssocID="{95B4FC9F-059A-476F-A64E-A9E29F60C1A2}" presName="spacing" presStyleCnt="0"/>
      <dgm:spPr/>
    </dgm:pt>
    <dgm:pt modelId="{082F4DB4-F60D-46E9-ABF8-AD64A685B90E}" type="pres">
      <dgm:prSet presAssocID="{34F9B8BC-1CDE-48A3-A770-DD124AD15466}" presName="composite" presStyleCnt="0"/>
      <dgm:spPr/>
    </dgm:pt>
    <dgm:pt modelId="{721E7BC5-2C73-4CED-86DD-23AB53365658}" type="pres">
      <dgm:prSet presAssocID="{34F9B8BC-1CDE-48A3-A770-DD124AD15466}" presName="imgShp" presStyleLbl="fgImgPlace1" presStyleIdx="3" presStyleCnt="4"/>
      <dgm:spPr/>
    </dgm:pt>
    <dgm:pt modelId="{10084BA4-C9DA-42DD-B485-F10BE3184776}" type="pres">
      <dgm:prSet presAssocID="{34F9B8BC-1CDE-48A3-A770-DD124AD15466}" presName="txShp" presStyleLbl="node1" presStyleIdx="3" presStyleCnt="4">
        <dgm:presLayoutVars>
          <dgm:bulletEnabled val="1"/>
        </dgm:presLayoutVars>
      </dgm:prSet>
      <dgm:spPr/>
    </dgm:pt>
  </dgm:ptLst>
  <dgm:cxnLst>
    <dgm:cxn modelId="{5F978F22-6EC0-4C76-A2C1-3DBEC5AA8D9A}" type="presOf" srcId="{E0D53A87-EE4D-44DA-B2A5-84FCEE0BE4C7}" destId="{F0B1A378-8192-4DD0-B3A6-3DCDFAEC5659}" srcOrd="0" destOrd="0" presId="urn:microsoft.com/office/officeart/2005/8/layout/vList3"/>
    <dgm:cxn modelId="{2FF75062-C780-4148-8A69-E31D319390A3}" srcId="{5458E809-F594-48DF-BD9B-8E6078DA8966}" destId="{34F9B8BC-1CDE-48A3-A770-DD124AD15466}" srcOrd="3" destOrd="0" parTransId="{69532B21-6617-4705-AE88-B1E001216362}" sibTransId="{F44E0947-48DC-4539-B8BA-6A471D8CCCBE}"/>
    <dgm:cxn modelId="{50B03367-E5C7-4CCE-B34D-6842B561683D}" type="presOf" srcId="{63C5B749-1D4E-41EA-AD15-0B3C07278FF5}" destId="{BB5A7AB7-C995-4633-A324-138DAA54E64B}" srcOrd="0" destOrd="0" presId="urn:microsoft.com/office/officeart/2005/8/layout/vList3"/>
    <dgm:cxn modelId="{B96DCE67-7BCE-4CF3-AC4F-4D6FDE249671}" type="presOf" srcId="{5458E809-F594-48DF-BD9B-8E6078DA8966}" destId="{EE0153EE-BA98-4A6D-B30C-E19CA3D4527E}" srcOrd="0" destOrd="0" presId="urn:microsoft.com/office/officeart/2005/8/layout/vList3"/>
    <dgm:cxn modelId="{E8A68A4D-14AB-42D5-845D-BE5F6294299F}" type="presOf" srcId="{5516F911-D090-470B-B7FA-588F0C1260C9}" destId="{3DB4D806-1835-4648-B827-1C648809AC28}" srcOrd="0" destOrd="0" presId="urn:microsoft.com/office/officeart/2005/8/layout/vList3"/>
    <dgm:cxn modelId="{5FDED851-2053-497E-B10D-539111CE6A9F}" srcId="{5458E809-F594-48DF-BD9B-8E6078DA8966}" destId="{63C5B749-1D4E-41EA-AD15-0B3C07278FF5}" srcOrd="0" destOrd="0" parTransId="{2FE56133-9B43-403A-BB85-1A6199E5FACD}" sibTransId="{CCE27D78-1F5E-4D1B-93C7-006857E21B85}"/>
    <dgm:cxn modelId="{EE1CE352-C47A-4C86-85EC-124F82E98227}" srcId="{5458E809-F594-48DF-BD9B-8E6078DA8966}" destId="{E0D53A87-EE4D-44DA-B2A5-84FCEE0BE4C7}" srcOrd="2" destOrd="0" parTransId="{AB6FEF79-6A70-49C1-B894-8958EFB557C1}" sibTransId="{95B4FC9F-059A-476F-A64E-A9E29F60C1A2}"/>
    <dgm:cxn modelId="{FCCB5089-BCC7-41F3-88F6-3B0BEE5F28F8}" srcId="{5458E809-F594-48DF-BD9B-8E6078DA8966}" destId="{5516F911-D090-470B-B7FA-588F0C1260C9}" srcOrd="1" destOrd="0" parTransId="{978EABE7-A57F-4A4A-BF57-54E57BC4DA81}" sibTransId="{2DC7540A-9BC7-4F50-9E76-DA6AEAE6C2F6}"/>
    <dgm:cxn modelId="{18811DD9-2A76-4A08-A403-EF15571613FB}" type="presOf" srcId="{34F9B8BC-1CDE-48A3-A770-DD124AD15466}" destId="{10084BA4-C9DA-42DD-B485-F10BE3184776}" srcOrd="0" destOrd="0" presId="urn:microsoft.com/office/officeart/2005/8/layout/vList3"/>
    <dgm:cxn modelId="{EBBDEDE0-7FA0-4F71-93B8-5642534DFD8A}" type="presParOf" srcId="{EE0153EE-BA98-4A6D-B30C-E19CA3D4527E}" destId="{D6A70B10-14E7-4C04-9C11-EBE475B88D90}" srcOrd="0" destOrd="0" presId="urn:microsoft.com/office/officeart/2005/8/layout/vList3"/>
    <dgm:cxn modelId="{318208EF-EBE0-4B13-AC93-CC5F959BE135}" type="presParOf" srcId="{D6A70B10-14E7-4C04-9C11-EBE475B88D90}" destId="{CDF56B7E-1AEA-485B-B9E7-9CD4B0B96A69}" srcOrd="0" destOrd="0" presId="urn:microsoft.com/office/officeart/2005/8/layout/vList3"/>
    <dgm:cxn modelId="{4CFA20EA-D477-4946-AD40-65978A38D791}" type="presParOf" srcId="{D6A70B10-14E7-4C04-9C11-EBE475B88D90}" destId="{BB5A7AB7-C995-4633-A324-138DAA54E64B}" srcOrd="1" destOrd="0" presId="urn:microsoft.com/office/officeart/2005/8/layout/vList3"/>
    <dgm:cxn modelId="{0EDDA576-34BA-41C4-B279-09AB67E16F6C}" type="presParOf" srcId="{EE0153EE-BA98-4A6D-B30C-E19CA3D4527E}" destId="{9DECD0C8-DFDE-4508-A893-65A020ADEA8F}" srcOrd="1" destOrd="0" presId="urn:microsoft.com/office/officeart/2005/8/layout/vList3"/>
    <dgm:cxn modelId="{80F5E56A-865C-4072-8B1B-77F60FB59A0C}" type="presParOf" srcId="{EE0153EE-BA98-4A6D-B30C-E19CA3D4527E}" destId="{AC16DAD1-B787-46CB-9002-CB1A565F26CB}" srcOrd="2" destOrd="0" presId="urn:microsoft.com/office/officeart/2005/8/layout/vList3"/>
    <dgm:cxn modelId="{9D1046FB-9D14-49FB-8292-0F47E96B5ECE}" type="presParOf" srcId="{AC16DAD1-B787-46CB-9002-CB1A565F26CB}" destId="{CD290D30-55FF-43A5-92C0-55F82E087BD9}" srcOrd="0" destOrd="0" presId="urn:microsoft.com/office/officeart/2005/8/layout/vList3"/>
    <dgm:cxn modelId="{EF4F6596-B5CA-4281-92DE-03897A1662FB}" type="presParOf" srcId="{AC16DAD1-B787-46CB-9002-CB1A565F26CB}" destId="{3DB4D806-1835-4648-B827-1C648809AC28}" srcOrd="1" destOrd="0" presId="urn:microsoft.com/office/officeart/2005/8/layout/vList3"/>
    <dgm:cxn modelId="{9D9D2BE5-F00F-4245-95B6-8773D9FD4B66}" type="presParOf" srcId="{EE0153EE-BA98-4A6D-B30C-E19CA3D4527E}" destId="{A31F6E81-58F8-4BA4-8998-3E95A3123D5D}" srcOrd="3" destOrd="0" presId="urn:microsoft.com/office/officeart/2005/8/layout/vList3"/>
    <dgm:cxn modelId="{D7D30328-84A3-4944-A6D8-63D9BA77C8EE}" type="presParOf" srcId="{EE0153EE-BA98-4A6D-B30C-E19CA3D4527E}" destId="{5555AF39-EC36-41BC-BC72-2D7D7460DA0E}" srcOrd="4" destOrd="0" presId="urn:microsoft.com/office/officeart/2005/8/layout/vList3"/>
    <dgm:cxn modelId="{53BD4828-3F90-4C6C-BAAE-365DB2042DB2}" type="presParOf" srcId="{5555AF39-EC36-41BC-BC72-2D7D7460DA0E}" destId="{3A2538F2-0EAA-41C0-B6A3-817EA59DF247}" srcOrd="0" destOrd="0" presId="urn:microsoft.com/office/officeart/2005/8/layout/vList3"/>
    <dgm:cxn modelId="{E86583D7-92E9-4316-A463-347C53E0AF76}" type="presParOf" srcId="{5555AF39-EC36-41BC-BC72-2D7D7460DA0E}" destId="{F0B1A378-8192-4DD0-B3A6-3DCDFAEC5659}" srcOrd="1" destOrd="0" presId="urn:microsoft.com/office/officeart/2005/8/layout/vList3"/>
    <dgm:cxn modelId="{576C8C04-86CB-4231-96F9-CD96C998D9A4}" type="presParOf" srcId="{EE0153EE-BA98-4A6D-B30C-E19CA3D4527E}" destId="{FCE0AE2C-DE13-4F90-8BD8-4A62C93F190F}" srcOrd="5" destOrd="0" presId="urn:microsoft.com/office/officeart/2005/8/layout/vList3"/>
    <dgm:cxn modelId="{7D2F012E-6F95-4655-925C-2334D992B6E2}" type="presParOf" srcId="{EE0153EE-BA98-4A6D-B30C-E19CA3D4527E}" destId="{082F4DB4-F60D-46E9-ABF8-AD64A685B90E}" srcOrd="6" destOrd="0" presId="urn:microsoft.com/office/officeart/2005/8/layout/vList3"/>
    <dgm:cxn modelId="{F8D5882F-FAED-45C1-BE1E-033A820C6627}" type="presParOf" srcId="{082F4DB4-F60D-46E9-ABF8-AD64A685B90E}" destId="{721E7BC5-2C73-4CED-86DD-23AB53365658}" srcOrd="0" destOrd="0" presId="urn:microsoft.com/office/officeart/2005/8/layout/vList3"/>
    <dgm:cxn modelId="{617AAF72-52FA-4AB0-A8C2-FA665A72F37C}" type="presParOf" srcId="{082F4DB4-F60D-46E9-ABF8-AD64A685B90E}" destId="{10084BA4-C9DA-42DD-B485-F10BE3184776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9F0EEE91-576C-43DA-89FB-52E5802D6064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E520E63-F471-45F0-9975-3F2D84EAC33E}">
      <dgm:prSet/>
      <dgm:spPr/>
      <dgm:t>
        <a:bodyPr/>
        <a:lstStyle/>
        <a:p>
          <a:r>
            <a:rPr lang="ru-RU"/>
            <a:t>Укладення Люблінської унії.</a:t>
          </a:r>
          <a:endParaRPr lang="uk-UA"/>
        </a:p>
      </dgm:t>
    </dgm:pt>
    <dgm:pt modelId="{EF5786CF-9BDB-4873-87A6-81C162EE52B1}" type="parTrans" cxnId="{8E63BF0B-F157-4861-9BB0-C393B439C4F7}">
      <dgm:prSet/>
      <dgm:spPr/>
      <dgm:t>
        <a:bodyPr/>
        <a:lstStyle/>
        <a:p>
          <a:endParaRPr lang="uk-UA"/>
        </a:p>
      </dgm:t>
    </dgm:pt>
    <dgm:pt modelId="{966E8EE9-806F-4B17-863F-61657D0C01E2}" type="sibTrans" cxnId="{8E63BF0B-F157-4861-9BB0-C393B439C4F7}">
      <dgm:prSet/>
      <dgm:spPr/>
      <dgm:t>
        <a:bodyPr/>
        <a:lstStyle/>
        <a:p>
          <a:endParaRPr lang="uk-UA"/>
        </a:p>
      </dgm:t>
    </dgm:pt>
    <dgm:pt modelId="{B1285FBC-85C0-4FEE-B135-F2FECC72D184}">
      <dgm:prSet/>
      <dgm:spPr/>
      <dgm:t>
        <a:bodyPr/>
        <a:lstStyle/>
        <a:p>
          <a:r>
            <a:rPr lang="ru-RU"/>
            <a:t>Утворення реєстрового козацтва.</a:t>
          </a:r>
          <a:endParaRPr lang="uk-UA"/>
        </a:p>
      </dgm:t>
    </dgm:pt>
    <dgm:pt modelId="{29DCF8ED-29E9-4767-95F8-F0EA7E160741}" type="parTrans" cxnId="{048B081E-DC4C-4D21-943C-CD15F1817024}">
      <dgm:prSet/>
      <dgm:spPr/>
      <dgm:t>
        <a:bodyPr/>
        <a:lstStyle/>
        <a:p>
          <a:endParaRPr lang="uk-UA"/>
        </a:p>
      </dgm:t>
    </dgm:pt>
    <dgm:pt modelId="{42DA2160-62D9-4BF3-84E1-0D1ACEECE01B}" type="sibTrans" cxnId="{048B081E-DC4C-4D21-943C-CD15F1817024}">
      <dgm:prSet/>
      <dgm:spPr/>
      <dgm:t>
        <a:bodyPr/>
        <a:lstStyle/>
        <a:p>
          <a:endParaRPr lang="uk-UA"/>
        </a:p>
      </dgm:t>
    </dgm:pt>
    <dgm:pt modelId="{A713EF3F-1409-42AB-9DC2-74629B2BD340}">
      <dgm:prSet/>
      <dgm:spPr/>
      <dgm:t>
        <a:bodyPr/>
        <a:lstStyle/>
        <a:p>
          <a:r>
            <a:rPr lang="ru-RU" dirty="0" err="1"/>
            <a:t>Завершення</a:t>
          </a:r>
          <a:r>
            <a:rPr lang="ru-RU" dirty="0"/>
            <a:t> </a:t>
          </a:r>
          <a:r>
            <a:rPr lang="ru-RU" dirty="0" err="1"/>
            <a:t>Хотинськоі</a:t>
          </a:r>
          <a:r>
            <a:rPr lang="ru-RU" dirty="0"/>
            <a:t>̈ </a:t>
          </a:r>
          <a:r>
            <a:rPr lang="ru-RU" dirty="0" err="1"/>
            <a:t>війни</a:t>
          </a:r>
          <a:r>
            <a:rPr lang="ru-RU" dirty="0"/>
            <a:t>.</a:t>
          </a:r>
          <a:endParaRPr lang="uk-UA" dirty="0"/>
        </a:p>
      </dgm:t>
    </dgm:pt>
    <dgm:pt modelId="{ED3C64F3-734E-41E2-A23B-AB951A0F5752}" type="parTrans" cxnId="{8BE6B299-F345-4BD6-9D95-CC34AF5A7C22}">
      <dgm:prSet/>
      <dgm:spPr/>
      <dgm:t>
        <a:bodyPr/>
        <a:lstStyle/>
        <a:p>
          <a:endParaRPr lang="uk-UA"/>
        </a:p>
      </dgm:t>
    </dgm:pt>
    <dgm:pt modelId="{B3DA5989-F132-4C35-A4BE-BA362CCC7406}" type="sibTrans" cxnId="{8BE6B299-F345-4BD6-9D95-CC34AF5A7C22}">
      <dgm:prSet/>
      <dgm:spPr/>
      <dgm:t>
        <a:bodyPr/>
        <a:lstStyle/>
        <a:p>
          <a:endParaRPr lang="uk-UA"/>
        </a:p>
      </dgm:t>
    </dgm:pt>
    <dgm:pt modelId="{20C872D9-777B-47FC-AE4B-4D2623DF0E25}">
      <dgm:prSet/>
      <dgm:spPr/>
      <dgm:t>
        <a:bodyPr/>
        <a:lstStyle/>
        <a:p>
          <a:r>
            <a:rPr lang="ru-RU"/>
            <a:t>Укладення Берестейської унії.</a:t>
          </a:r>
          <a:br>
            <a:rPr lang="ru-RU"/>
          </a:br>
          <a:endParaRPr lang="uk-UA"/>
        </a:p>
      </dgm:t>
    </dgm:pt>
    <dgm:pt modelId="{520DF49A-6668-4266-8F24-DD747666915D}" type="parTrans" cxnId="{16842E1D-9217-4575-B47F-817B4FAC25C7}">
      <dgm:prSet/>
      <dgm:spPr/>
      <dgm:t>
        <a:bodyPr/>
        <a:lstStyle/>
        <a:p>
          <a:endParaRPr lang="uk-UA"/>
        </a:p>
      </dgm:t>
    </dgm:pt>
    <dgm:pt modelId="{E447F9A2-3698-4FFD-A56E-D68B850E09F3}" type="sibTrans" cxnId="{16842E1D-9217-4575-B47F-817B4FAC25C7}">
      <dgm:prSet/>
      <dgm:spPr/>
      <dgm:t>
        <a:bodyPr/>
        <a:lstStyle/>
        <a:p>
          <a:endParaRPr lang="uk-UA"/>
        </a:p>
      </dgm:t>
    </dgm:pt>
    <dgm:pt modelId="{257596AF-3068-438D-B4BC-58DB76A5A973}" type="pres">
      <dgm:prSet presAssocID="{9F0EEE91-576C-43DA-89FB-52E5802D6064}" presName="linearFlow" presStyleCnt="0">
        <dgm:presLayoutVars>
          <dgm:dir/>
          <dgm:resizeHandles val="exact"/>
        </dgm:presLayoutVars>
      </dgm:prSet>
      <dgm:spPr/>
    </dgm:pt>
    <dgm:pt modelId="{95F7AED8-BE93-4C59-8CD5-EAA1BA20C581}" type="pres">
      <dgm:prSet presAssocID="{0E520E63-F471-45F0-9975-3F2D84EAC33E}" presName="composite" presStyleCnt="0"/>
      <dgm:spPr/>
    </dgm:pt>
    <dgm:pt modelId="{52311474-63FF-45C8-96DE-23A595328D68}" type="pres">
      <dgm:prSet presAssocID="{0E520E63-F471-45F0-9975-3F2D84EAC33E}" presName="imgShp" presStyleLbl="fgImgPlace1" presStyleIdx="0" presStyleCnt="4"/>
      <dgm:spPr/>
    </dgm:pt>
    <dgm:pt modelId="{1F4AAB12-1DF7-4707-8158-8FB576E4A0C8}" type="pres">
      <dgm:prSet presAssocID="{0E520E63-F471-45F0-9975-3F2D84EAC33E}" presName="txShp" presStyleLbl="node1" presStyleIdx="0" presStyleCnt="4">
        <dgm:presLayoutVars>
          <dgm:bulletEnabled val="1"/>
        </dgm:presLayoutVars>
      </dgm:prSet>
      <dgm:spPr/>
    </dgm:pt>
    <dgm:pt modelId="{7AFDD26B-0BD3-42EC-95F6-BAECD77C677F}" type="pres">
      <dgm:prSet presAssocID="{966E8EE9-806F-4B17-863F-61657D0C01E2}" presName="spacing" presStyleCnt="0"/>
      <dgm:spPr/>
    </dgm:pt>
    <dgm:pt modelId="{01F9C458-1CCD-4AEB-835E-71064C55D294}" type="pres">
      <dgm:prSet presAssocID="{B1285FBC-85C0-4FEE-B135-F2FECC72D184}" presName="composite" presStyleCnt="0"/>
      <dgm:spPr/>
    </dgm:pt>
    <dgm:pt modelId="{45699EF9-DF5F-4C0B-AE50-05EFE5B7057C}" type="pres">
      <dgm:prSet presAssocID="{B1285FBC-85C0-4FEE-B135-F2FECC72D184}" presName="imgShp" presStyleLbl="fgImgPlace1" presStyleIdx="1" presStyleCnt="4"/>
      <dgm:spPr/>
    </dgm:pt>
    <dgm:pt modelId="{F9156B4F-8F84-45E3-92A1-DE0DB81F5178}" type="pres">
      <dgm:prSet presAssocID="{B1285FBC-85C0-4FEE-B135-F2FECC72D184}" presName="txShp" presStyleLbl="node1" presStyleIdx="1" presStyleCnt="4">
        <dgm:presLayoutVars>
          <dgm:bulletEnabled val="1"/>
        </dgm:presLayoutVars>
      </dgm:prSet>
      <dgm:spPr/>
    </dgm:pt>
    <dgm:pt modelId="{2EFB3AF9-0896-41C0-9794-A5472D01E42D}" type="pres">
      <dgm:prSet presAssocID="{42DA2160-62D9-4BF3-84E1-0D1ACEECE01B}" presName="spacing" presStyleCnt="0"/>
      <dgm:spPr/>
    </dgm:pt>
    <dgm:pt modelId="{BAF54989-3D5F-4C1A-9AD6-48D5093C36A7}" type="pres">
      <dgm:prSet presAssocID="{A713EF3F-1409-42AB-9DC2-74629B2BD340}" presName="composite" presStyleCnt="0"/>
      <dgm:spPr/>
    </dgm:pt>
    <dgm:pt modelId="{3460AA35-A51D-4B1C-947E-76B8C9591623}" type="pres">
      <dgm:prSet presAssocID="{A713EF3F-1409-42AB-9DC2-74629B2BD340}" presName="imgShp" presStyleLbl="fgImgPlace1" presStyleIdx="2" presStyleCnt="4"/>
      <dgm:spPr/>
    </dgm:pt>
    <dgm:pt modelId="{F42C5467-15B6-4ACD-B257-96C2E49251C2}" type="pres">
      <dgm:prSet presAssocID="{A713EF3F-1409-42AB-9DC2-74629B2BD340}" presName="txShp" presStyleLbl="node1" presStyleIdx="2" presStyleCnt="4">
        <dgm:presLayoutVars>
          <dgm:bulletEnabled val="1"/>
        </dgm:presLayoutVars>
      </dgm:prSet>
      <dgm:spPr/>
    </dgm:pt>
    <dgm:pt modelId="{979C2187-DA01-445F-9023-092F684F9D4F}" type="pres">
      <dgm:prSet presAssocID="{B3DA5989-F132-4C35-A4BE-BA362CCC7406}" presName="spacing" presStyleCnt="0"/>
      <dgm:spPr/>
    </dgm:pt>
    <dgm:pt modelId="{66875726-F6CA-407B-BECA-B06CD4B19017}" type="pres">
      <dgm:prSet presAssocID="{20C872D9-777B-47FC-AE4B-4D2623DF0E25}" presName="composite" presStyleCnt="0"/>
      <dgm:spPr/>
    </dgm:pt>
    <dgm:pt modelId="{2B9BFDC1-2FC7-436A-A767-2A06B01B00E3}" type="pres">
      <dgm:prSet presAssocID="{20C872D9-777B-47FC-AE4B-4D2623DF0E25}" presName="imgShp" presStyleLbl="fgImgPlace1" presStyleIdx="3" presStyleCnt="4"/>
      <dgm:spPr/>
    </dgm:pt>
    <dgm:pt modelId="{A50803AC-293C-4347-AE6E-64B00B0A6AC8}" type="pres">
      <dgm:prSet presAssocID="{20C872D9-777B-47FC-AE4B-4D2623DF0E25}" presName="txShp" presStyleLbl="node1" presStyleIdx="3" presStyleCnt="4">
        <dgm:presLayoutVars>
          <dgm:bulletEnabled val="1"/>
        </dgm:presLayoutVars>
      </dgm:prSet>
      <dgm:spPr/>
    </dgm:pt>
  </dgm:ptLst>
  <dgm:cxnLst>
    <dgm:cxn modelId="{8E63BF0B-F157-4861-9BB0-C393B439C4F7}" srcId="{9F0EEE91-576C-43DA-89FB-52E5802D6064}" destId="{0E520E63-F471-45F0-9975-3F2D84EAC33E}" srcOrd="0" destOrd="0" parTransId="{EF5786CF-9BDB-4873-87A6-81C162EE52B1}" sibTransId="{966E8EE9-806F-4B17-863F-61657D0C01E2}"/>
    <dgm:cxn modelId="{16842E1D-9217-4575-B47F-817B4FAC25C7}" srcId="{9F0EEE91-576C-43DA-89FB-52E5802D6064}" destId="{20C872D9-777B-47FC-AE4B-4D2623DF0E25}" srcOrd="3" destOrd="0" parTransId="{520DF49A-6668-4266-8F24-DD747666915D}" sibTransId="{E447F9A2-3698-4FFD-A56E-D68B850E09F3}"/>
    <dgm:cxn modelId="{048B081E-DC4C-4D21-943C-CD15F1817024}" srcId="{9F0EEE91-576C-43DA-89FB-52E5802D6064}" destId="{B1285FBC-85C0-4FEE-B135-F2FECC72D184}" srcOrd="1" destOrd="0" parTransId="{29DCF8ED-29E9-4767-95F8-F0EA7E160741}" sibTransId="{42DA2160-62D9-4BF3-84E1-0D1ACEECE01B}"/>
    <dgm:cxn modelId="{4B45082B-F22D-4BFC-9833-1F8F216AF780}" type="presOf" srcId="{0E520E63-F471-45F0-9975-3F2D84EAC33E}" destId="{1F4AAB12-1DF7-4707-8158-8FB576E4A0C8}" srcOrd="0" destOrd="0" presId="urn:microsoft.com/office/officeart/2005/8/layout/vList3"/>
    <dgm:cxn modelId="{C71A7140-371D-4C2F-9A5A-B01D7EABA390}" type="presOf" srcId="{9F0EEE91-576C-43DA-89FB-52E5802D6064}" destId="{257596AF-3068-438D-B4BC-58DB76A5A973}" srcOrd="0" destOrd="0" presId="urn:microsoft.com/office/officeart/2005/8/layout/vList3"/>
    <dgm:cxn modelId="{9E540172-D3E3-4A35-B95E-F9FB7E713E9C}" type="presOf" srcId="{20C872D9-777B-47FC-AE4B-4D2623DF0E25}" destId="{A50803AC-293C-4347-AE6E-64B00B0A6AC8}" srcOrd="0" destOrd="0" presId="urn:microsoft.com/office/officeart/2005/8/layout/vList3"/>
    <dgm:cxn modelId="{8BE6B299-F345-4BD6-9D95-CC34AF5A7C22}" srcId="{9F0EEE91-576C-43DA-89FB-52E5802D6064}" destId="{A713EF3F-1409-42AB-9DC2-74629B2BD340}" srcOrd="2" destOrd="0" parTransId="{ED3C64F3-734E-41E2-A23B-AB951A0F5752}" sibTransId="{B3DA5989-F132-4C35-A4BE-BA362CCC7406}"/>
    <dgm:cxn modelId="{FCD324B8-2783-4AAB-86DC-8596CC67D253}" type="presOf" srcId="{B1285FBC-85C0-4FEE-B135-F2FECC72D184}" destId="{F9156B4F-8F84-45E3-92A1-DE0DB81F5178}" srcOrd="0" destOrd="0" presId="urn:microsoft.com/office/officeart/2005/8/layout/vList3"/>
    <dgm:cxn modelId="{E04F2BD9-DFB5-461F-A43F-6610C316E370}" type="presOf" srcId="{A713EF3F-1409-42AB-9DC2-74629B2BD340}" destId="{F42C5467-15B6-4ACD-B257-96C2E49251C2}" srcOrd="0" destOrd="0" presId="urn:microsoft.com/office/officeart/2005/8/layout/vList3"/>
    <dgm:cxn modelId="{166E5CC6-2971-4EA2-80FB-31776AEB539E}" type="presParOf" srcId="{257596AF-3068-438D-B4BC-58DB76A5A973}" destId="{95F7AED8-BE93-4C59-8CD5-EAA1BA20C581}" srcOrd="0" destOrd="0" presId="urn:microsoft.com/office/officeart/2005/8/layout/vList3"/>
    <dgm:cxn modelId="{44432CC7-06A6-4C42-86B3-202CC9C6609E}" type="presParOf" srcId="{95F7AED8-BE93-4C59-8CD5-EAA1BA20C581}" destId="{52311474-63FF-45C8-96DE-23A595328D68}" srcOrd="0" destOrd="0" presId="urn:microsoft.com/office/officeart/2005/8/layout/vList3"/>
    <dgm:cxn modelId="{C1F9DF47-D1BC-4651-B55E-0C8EEBD8D122}" type="presParOf" srcId="{95F7AED8-BE93-4C59-8CD5-EAA1BA20C581}" destId="{1F4AAB12-1DF7-4707-8158-8FB576E4A0C8}" srcOrd="1" destOrd="0" presId="urn:microsoft.com/office/officeart/2005/8/layout/vList3"/>
    <dgm:cxn modelId="{AF39A565-6D4A-4ADA-B63D-9743123E1D5E}" type="presParOf" srcId="{257596AF-3068-438D-B4BC-58DB76A5A973}" destId="{7AFDD26B-0BD3-42EC-95F6-BAECD77C677F}" srcOrd="1" destOrd="0" presId="urn:microsoft.com/office/officeart/2005/8/layout/vList3"/>
    <dgm:cxn modelId="{CE50F54D-F5E2-4F06-858D-E2A23DBB2A6A}" type="presParOf" srcId="{257596AF-3068-438D-B4BC-58DB76A5A973}" destId="{01F9C458-1CCD-4AEB-835E-71064C55D294}" srcOrd="2" destOrd="0" presId="urn:microsoft.com/office/officeart/2005/8/layout/vList3"/>
    <dgm:cxn modelId="{4E6CC1C6-9B44-44F1-8B21-8A8EB9AD40E4}" type="presParOf" srcId="{01F9C458-1CCD-4AEB-835E-71064C55D294}" destId="{45699EF9-DF5F-4C0B-AE50-05EFE5B7057C}" srcOrd="0" destOrd="0" presId="urn:microsoft.com/office/officeart/2005/8/layout/vList3"/>
    <dgm:cxn modelId="{86F36B52-C6BC-4265-984C-52E7287BF8CE}" type="presParOf" srcId="{01F9C458-1CCD-4AEB-835E-71064C55D294}" destId="{F9156B4F-8F84-45E3-92A1-DE0DB81F5178}" srcOrd="1" destOrd="0" presId="urn:microsoft.com/office/officeart/2005/8/layout/vList3"/>
    <dgm:cxn modelId="{D988FF06-88D1-492A-9278-6641FFA0F524}" type="presParOf" srcId="{257596AF-3068-438D-B4BC-58DB76A5A973}" destId="{2EFB3AF9-0896-41C0-9794-A5472D01E42D}" srcOrd="3" destOrd="0" presId="urn:microsoft.com/office/officeart/2005/8/layout/vList3"/>
    <dgm:cxn modelId="{C3F0D313-2D59-497A-8AB8-5FEA46901293}" type="presParOf" srcId="{257596AF-3068-438D-B4BC-58DB76A5A973}" destId="{BAF54989-3D5F-4C1A-9AD6-48D5093C36A7}" srcOrd="4" destOrd="0" presId="urn:microsoft.com/office/officeart/2005/8/layout/vList3"/>
    <dgm:cxn modelId="{22A0FDEA-8F7B-43CF-BD6E-714A71546CF3}" type="presParOf" srcId="{BAF54989-3D5F-4C1A-9AD6-48D5093C36A7}" destId="{3460AA35-A51D-4B1C-947E-76B8C9591623}" srcOrd="0" destOrd="0" presId="urn:microsoft.com/office/officeart/2005/8/layout/vList3"/>
    <dgm:cxn modelId="{F39A77C6-07B0-4888-A30E-F621634D4C17}" type="presParOf" srcId="{BAF54989-3D5F-4C1A-9AD6-48D5093C36A7}" destId="{F42C5467-15B6-4ACD-B257-96C2E49251C2}" srcOrd="1" destOrd="0" presId="urn:microsoft.com/office/officeart/2005/8/layout/vList3"/>
    <dgm:cxn modelId="{4D59CDF2-8115-4731-9F17-39FF2CB15ED2}" type="presParOf" srcId="{257596AF-3068-438D-B4BC-58DB76A5A973}" destId="{979C2187-DA01-445F-9023-092F684F9D4F}" srcOrd="5" destOrd="0" presId="urn:microsoft.com/office/officeart/2005/8/layout/vList3"/>
    <dgm:cxn modelId="{E42E8B5E-1275-4948-8DA1-1DB306549A3E}" type="presParOf" srcId="{257596AF-3068-438D-B4BC-58DB76A5A973}" destId="{66875726-F6CA-407B-BECA-B06CD4B19017}" srcOrd="6" destOrd="0" presId="urn:microsoft.com/office/officeart/2005/8/layout/vList3"/>
    <dgm:cxn modelId="{AB6E2A26-7B57-482B-B934-DE8DA70101DD}" type="presParOf" srcId="{66875726-F6CA-407B-BECA-B06CD4B19017}" destId="{2B9BFDC1-2FC7-436A-A767-2A06B01B00E3}" srcOrd="0" destOrd="0" presId="urn:microsoft.com/office/officeart/2005/8/layout/vList3"/>
    <dgm:cxn modelId="{5AD11357-F3A9-428D-9C0F-7B7DAE05226E}" type="presParOf" srcId="{66875726-F6CA-407B-BECA-B06CD4B19017}" destId="{A50803AC-293C-4347-AE6E-64B00B0A6AC8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E179FD1F-6404-481C-B5B0-880749CF8301}" type="doc">
      <dgm:prSet loTypeId="urn:microsoft.com/office/officeart/2009/3/layout/StepUpProcess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529BCD6-3C33-4B4A-800F-E0A22FBEE264}">
      <dgm:prSet/>
      <dgm:spPr/>
      <dgm:t>
        <a:bodyPr/>
        <a:lstStyle/>
        <a:p>
          <a:r>
            <a:rPr lang="ru-RU"/>
            <a:t>утворення Києво-Могилянського колегіуму</a:t>
          </a:r>
          <a:endParaRPr lang="uk-UA"/>
        </a:p>
      </dgm:t>
    </dgm:pt>
    <dgm:pt modelId="{BE96E80A-576B-4D9D-9534-69A69A236054}" type="parTrans" cxnId="{C0F80BBD-0A00-424D-AA65-5D92BF1B1148}">
      <dgm:prSet/>
      <dgm:spPr/>
      <dgm:t>
        <a:bodyPr/>
        <a:lstStyle/>
        <a:p>
          <a:endParaRPr lang="uk-UA"/>
        </a:p>
      </dgm:t>
    </dgm:pt>
    <dgm:pt modelId="{239C1C46-DD6E-4BF2-9E9D-7D68AC6E8C4F}" type="sibTrans" cxnId="{C0F80BBD-0A00-424D-AA65-5D92BF1B1148}">
      <dgm:prSet/>
      <dgm:spPr/>
      <dgm:t>
        <a:bodyPr/>
        <a:lstStyle/>
        <a:p>
          <a:endParaRPr lang="uk-UA"/>
        </a:p>
      </dgm:t>
    </dgm:pt>
    <dgm:pt modelId="{67AD65AB-5E36-46F9-87A2-98D914CA119D}">
      <dgm:prSet/>
      <dgm:spPr/>
      <dgm:t>
        <a:bodyPr/>
        <a:lstStyle/>
        <a:p>
          <a:r>
            <a:rPr lang="ru-RU"/>
            <a:t>заснування в Острозі слов’яно-греко-латинської школи</a:t>
          </a:r>
          <a:endParaRPr lang="uk-UA"/>
        </a:p>
      </dgm:t>
    </dgm:pt>
    <dgm:pt modelId="{A062665A-EDEF-40FE-846F-4DAF10725541}" type="parTrans" cxnId="{012E4772-2ABF-4344-902B-339EBD74F509}">
      <dgm:prSet/>
      <dgm:spPr/>
      <dgm:t>
        <a:bodyPr/>
        <a:lstStyle/>
        <a:p>
          <a:endParaRPr lang="uk-UA"/>
        </a:p>
      </dgm:t>
    </dgm:pt>
    <dgm:pt modelId="{D1157E42-4C88-4162-AF67-8670D3CF8F4D}" type="sibTrans" cxnId="{012E4772-2ABF-4344-902B-339EBD74F509}">
      <dgm:prSet/>
      <dgm:spPr/>
      <dgm:t>
        <a:bodyPr/>
        <a:lstStyle/>
        <a:p>
          <a:endParaRPr lang="uk-UA"/>
        </a:p>
      </dgm:t>
    </dgm:pt>
    <dgm:pt modelId="{21B8DB19-8657-43A3-A36B-601DD0C26ED1}">
      <dgm:prSet/>
      <dgm:spPr/>
      <dgm:t>
        <a:bodyPr/>
        <a:lstStyle/>
        <a:p>
          <a:r>
            <a:rPr lang="ru-RU"/>
            <a:t>створення Пересопницького Євангелія</a:t>
          </a:r>
          <a:endParaRPr lang="uk-UA"/>
        </a:p>
      </dgm:t>
    </dgm:pt>
    <dgm:pt modelId="{8C9EE694-D4E2-4638-91FD-0240A917AC84}" type="parTrans" cxnId="{2F798C9F-F10D-4BA8-AAB2-C5096CC715A5}">
      <dgm:prSet/>
      <dgm:spPr/>
      <dgm:t>
        <a:bodyPr/>
        <a:lstStyle/>
        <a:p>
          <a:endParaRPr lang="uk-UA"/>
        </a:p>
      </dgm:t>
    </dgm:pt>
    <dgm:pt modelId="{AE62269A-8D40-4690-A385-9E492CC0AC70}" type="sibTrans" cxnId="{2F798C9F-F10D-4BA8-AAB2-C5096CC715A5}">
      <dgm:prSet/>
      <dgm:spPr/>
      <dgm:t>
        <a:bodyPr/>
        <a:lstStyle/>
        <a:p>
          <a:endParaRPr lang="uk-UA"/>
        </a:p>
      </dgm:t>
    </dgm:pt>
    <dgm:pt modelId="{07CF8C9D-22E9-4B75-B486-03E6C61A216E}">
      <dgm:prSet/>
      <dgm:spPr/>
      <dgm:t>
        <a:bodyPr/>
        <a:lstStyle/>
        <a:p>
          <a:r>
            <a:rPr lang="ru-RU"/>
            <a:t>відновлення вищої православної ієрархії в Речі Посполитій</a:t>
          </a:r>
          <a:endParaRPr lang="uk-UA"/>
        </a:p>
      </dgm:t>
    </dgm:pt>
    <dgm:pt modelId="{8CA04F9E-91EC-4E20-9C91-2675C60FEF41}" type="parTrans" cxnId="{3D30474D-1110-4B81-A076-69F2EE09A2E6}">
      <dgm:prSet/>
      <dgm:spPr/>
      <dgm:t>
        <a:bodyPr/>
        <a:lstStyle/>
        <a:p>
          <a:endParaRPr lang="uk-UA"/>
        </a:p>
      </dgm:t>
    </dgm:pt>
    <dgm:pt modelId="{99B3B9F3-8C2A-4B2E-8337-C827306CF78B}" type="sibTrans" cxnId="{3D30474D-1110-4B81-A076-69F2EE09A2E6}">
      <dgm:prSet/>
      <dgm:spPr/>
      <dgm:t>
        <a:bodyPr/>
        <a:lstStyle/>
        <a:p>
          <a:endParaRPr lang="uk-UA"/>
        </a:p>
      </dgm:t>
    </dgm:pt>
    <dgm:pt modelId="{76E3890D-876D-453E-B4E4-43161A6BE6F9}" type="pres">
      <dgm:prSet presAssocID="{E179FD1F-6404-481C-B5B0-880749CF8301}" presName="rootnode" presStyleCnt="0">
        <dgm:presLayoutVars>
          <dgm:chMax/>
          <dgm:chPref/>
          <dgm:dir/>
          <dgm:animLvl val="lvl"/>
        </dgm:presLayoutVars>
      </dgm:prSet>
      <dgm:spPr/>
    </dgm:pt>
    <dgm:pt modelId="{D35A6B08-F845-40B5-A7C3-029BA55B105B}" type="pres">
      <dgm:prSet presAssocID="{A529BCD6-3C33-4B4A-800F-E0A22FBEE264}" presName="composite" presStyleCnt="0"/>
      <dgm:spPr/>
    </dgm:pt>
    <dgm:pt modelId="{959F5ADE-152E-4CA6-A59B-4C84CE6E5FB2}" type="pres">
      <dgm:prSet presAssocID="{A529BCD6-3C33-4B4A-800F-E0A22FBEE264}" presName="LShape" presStyleLbl="alignNode1" presStyleIdx="0" presStyleCnt="7"/>
      <dgm:spPr/>
    </dgm:pt>
    <dgm:pt modelId="{85B6F954-7EEA-40E3-BB54-B8CAC1100D23}" type="pres">
      <dgm:prSet presAssocID="{A529BCD6-3C33-4B4A-800F-E0A22FBEE264}" presName="ParentText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32419048-5916-441A-B25D-74A5D95FC76A}" type="pres">
      <dgm:prSet presAssocID="{A529BCD6-3C33-4B4A-800F-E0A22FBEE264}" presName="Triangle" presStyleLbl="alignNode1" presStyleIdx="1" presStyleCnt="7"/>
      <dgm:spPr/>
    </dgm:pt>
    <dgm:pt modelId="{E471327F-00A8-4991-AC8A-F062469CA5FD}" type="pres">
      <dgm:prSet presAssocID="{239C1C46-DD6E-4BF2-9E9D-7D68AC6E8C4F}" presName="sibTrans" presStyleCnt="0"/>
      <dgm:spPr/>
    </dgm:pt>
    <dgm:pt modelId="{3798D472-25BD-4211-A6AA-86C8BB10FC5A}" type="pres">
      <dgm:prSet presAssocID="{239C1C46-DD6E-4BF2-9E9D-7D68AC6E8C4F}" presName="space" presStyleCnt="0"/>
      <dgm:spPr/>
    </dgm:pt>
    <dgm:pt modelId="{1BF6D09B-6697-4786-BB90-8F1536226F44}" type="pres">
      <dgm:prSet presAssocID="{67AD65AB-5E36-46F9-87A2-98D914CA119D}" presName="composite" presStyleCnt="0"/>
      <dgm:spPr/>
    </dgm:pt>
    <dgm:pt modelId="{8EA0056B-2579-48EE-B320-1A9F9296DCB8}" type="pres">
      <dgm:prSet presAssocID="{67AD65AB-5E36-46F9-87A2-98D914CA119D}" presName="LShape" presStyleLbl="alignNode1" presStyleIdx="2" presStyleCnt="7"/>
      <dgm:spPr/>
    </dgm:pt>
    <dgm:pt modelId="{B7A56E53-759B-4B6B-B2B9-0009892E2078}" type="pres">
      <dgm:prSet presAssocID="{67AD65AB-5E36-46F9-87A2-98D914CA119D}" presName="ParentText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5BFA7543-1CE7-46C4-80FE-4DBDF98DE3F7}" type="pres">
      <dgm:prSet presAssocID="{67AD65AB-5E36-46F9-87A2-98D914CA119D}" presName="Triangle" presStyleLbl="alignNode1" presStyleIdx="3" presStyleCnt="7"/>
      <dgm:spPr/>
    </dgm:pt>
    <dgm:pt modelId="{2EEBD2A0-DCCD-4997-A296-A8860178F738}" type="pres">
      <dgm:prSet presAssocID="{D1157E42-4C88-4162-AF67-8670D3CF8F4D}" presName="sibTrans" presStyleCnt="0"/>
      <dgm:spPr/>
    </dgm:pt>
    <dgm:pt modelId="{8186E684-9E04-4993-9B10-7E0F957D92EA}" type="pres">
      <dgm:prSet presAssocID="{D1157E42-4C88-4162-AF67-8670D3CF8F4D}" presName="space" presStyleCnt="0"/>
      <dgm:spPr/>
    </dgm:pt>
    <dgm:pt modelId="{853F99C5-7E97-4D73-B8CA-5598A7F5969F}" type="pres">
      <dgm:prSet presAssocID="{21B8DB19-8657-43A3-A36B-601DD0C26ED1}" presName="composite" presStyleCnt="0"/>
      <dgm:spPr/>
    </dgm:pt>
    <dgm:pt modelId="{ECDF3817-33EA-469F-ABD2-E188E4F3B85D}" type="pres">
      <dgm:prSet presAssocID="{21B8DB19-8657-43A3-A36B-601DD0C26ED1}" presName="LShape" presStyleLbl="alignNode1" presStyleIdx="4" presStyleCnt="7"/>
      <dgm:spPr/>
    </dgm:pt>
    <dgm:pt modelId="{1E7FF259-FF25-4CD7-A656-4AABEC6DFCCE}" type="pres">
      <dgm:prSet presAssocID="{21B8DB19-8657-43A3-A36B-601DD0C26ED1}" presName="ParentText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0A18D679-8974-40DF-942D-5E79E3B0CE78}" type="pres">
      <dgm:prSet presAssocID="{21B8DB19-8657-43A3-A36B-601DD0C26ED1}" presName="Triangle" presStyleLbl="alignNode1" presStyleIdx="5" presStyleCnt="7"/>
      <dgm:spPr/>
    </dgm:pt>
    <dgm:pt modelId="{C43CF1FF-34E0-462B-A0EC-2652AF738A71}" type="pres">
      <dgm:prSet presAssocID="{AE62269A-8D40-4690-A385-9E492CC0AC70}" presName="sibTrans" presStyleCnt="0"/>
      <dgm:spPr/>
    </dgm:pt>
    <dgm:pt modelId="{8291A14E-2A53-42EF-AFD0-5FFDB364F58D}" type="pres">
      <dgm:prSet presAssocID="{AE62269A-8D40-4690-A385-9E492CC0AC70}" presName="space" presStyleCnt="0"/>
      <dgm:spPr/>
    </dgm:pt>
    <dgm:pt modelId="{B134051B-DB6C-421B-9245-1C1E29361F53}" type="pres">
      <dgm:prSet presAssocID="{07CF8C9D-22E9-4B75-B486-03E6C61A216E}" presName="composite" presStyleCnt="0"/>
      <dgm:spPr/>
    </dgm:pt>
    <dgm:pt modelId="{55E6EA5A-D9DF-45BB-B141-6AD0EED74DB6}" type="pres">
      <dgm:prSet presAssocID="{07CF8C9D-22E9-4B75-B486-03E6C61A216E}" presName="LShape" presStyleLbl="alignNode1" presStyleIdx="6" presStyleCnt="7"/>
      <dgm:spPr/>
    </dgm:pt>
    <dgm:pt modelId="{3EFA2B2D-79F4-4FC0-BD19-66E1A831C33D}" type="pres">
      <dgm:prSet presAssocID="{07CF8C9D-22E9-4B75-B486-03E6C61A216E}" presName="ParentText" presStyleLbl="revTx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32C3161C-A863-4B23-BF70-E53580F413BE}" type="presOf" srcId="{A529BCD6-3C33-4B4A-800F-E0A22FBEE264}" destId="{85B6F954-7EEA-40E3-BB54-B8CAC1100D23}" srcOrd="0" destOrd="0" presId="urn:microsoft.com/office/officeart/2009/3/layout/StepUpProcess"/>
    <dgm:cxn modelId="{89318D68-1798-4AAD-BB30-BE4A2FE438ED}" type="presOf" srcId="{67AD65AB-5E36-46F9-87A2-98D914CA119D}" destId="{B7A56E53-759B-4B6B-B2B9-0009892E2078}" srcOrd="0" destOrd="0" presId="urn:microsoft.com/office/officeart/2009/3/layout/StepUpProcess"/>
    <dgm:cxn modelId="{3D30474D-1110-4B81-A076-69F2EE09A2E6}" srcId="{E179FD1F-6404-481C-B5B0-880749CF8301}" destId="{07CF8C9D-22E9-4B75-B486-03E6C61A216E}" srcOrd="3" destOrd="0" parTransId="{8CA04F9E-91EC-4E20-9C91-2675C60FEF41}" sibTransId="{99B3B9F3-8C2A-4B2E-8337-C827306CF78B}"/>
    <dgm:cxn modelId="{012E4772-2ABF-4344-902B-339EBD74F509}" srcId="{E179FD1F-6404-481C-B5B0-880749CF8301}" destId="{67AD65AB-5E36-46F9-87A2-98D914CA119D}" srcOrd="1" destOrd="0" parTransId="{A062665A-EDEF-40FE-846F-4DAF10725541}" sibTransId="{D1157E42-4C88-4162-AF67-8670D3CF8F4D}"/>
    <dgm:cxn modelId="{EF179056-63CE-4468-887F-7B9A01985FA3}" type="presOf" srcId="{E179FD1F-6404-481C-B5B0-880749CF8301}" destId="{76E3890D-876D-453E-B4E4-43161A6BE6F9}" srcOrd="0" destOrd="0" presId="urn:microsoft.com/office/officeart/2009/3/layout/StepUpProcess"/>
    <dgm:cxn modelId="{5166E158-1213-474F-95CB-88A6623F5C68}" type="presOf" srcId="{07CF8C9D-22E9-4B75-B486-03E6C61A216E}" destId="{3EFA2B2D-79F4-4FC0-BD19-66E1A831C33D}" srcOrd="0" destOrd="0" presId="urn:microsoft.com/office/officeart/2009/3/layout/StepUpProcess"/>
    <dgm:cxn modelId="{715F3A8D-6E42-4119-9825-0812F980CB15}" type="presOf" srcId="{21B8DB19-8657-43A3-A36B-601DD0C26ED1}" destId="{1E7FF259-FF25-4CD7-A656-4AABEC6DFCCE}" srcOrd="0" destOrd="0" presId="urn:microsoft.com/office/officeart/2009/3/layout/StepUpProcess"/>
    <dgm:cxn modelId="{2F798C9F-F10D-4BA8-AAB2-C5096CC715A5}" srcId="{E179FD1F-6404-481C-B5B0-880749CF8301}" destId="{21B8DB19-8657-43A3-A36B-601DD0C26ED1}" srcOrd="2" destOrd="0" parTransId="{8C9EE694-D4E2-4638-91FD-0240A917AC84}" sibTransId="{AE62269A-8D40-4690-A385-9E492CC0AC70}"/>
    <dgm:cxn modelId="{C0F80BBD-0A00-424D-AA65-5D92BF1B1148}" srcId="{E179FD1F-6404-481C-B5B0-880749CF8301}" destId="{A529BCD6-3C33-4B4A-800F-E0A22FBEE264}" srcOrd="0" destOrd="0" parTransId="{BE96E80A-576B-4D9D-9534-69A69A236054}" sibTransId="{239C1C46-DD6E-4BF2-9E9D-7D68AC6E8C4F}"/>
    <dgm:cxn modelId="{EBCA4CC6-8872-4EAA-B713-710CB0F51DEE}" type="presParOf" srcId="{76E3890D-876D-453E-B4E4-43161A6BE6F9}" destId="{D35A6B08-F845-40B5-A7C3-029BA55B105B}" srcOrd="0" destOrd="0" presId="urn:microsoft.com/office/officeart/2009/3/layout/StepUpProcess"/>
    <dgm:cxn modelId="{46A16A4F-C550-4A54-8761-67CF9E312845}" type="presParOf" srcId="{D35A6B08-F845-40B5-A7C3-029BA55B105B}" destId="{959F5ADE-152E-4CA6-A59B-4C84CE6E5FB2}" srcOrd="0" destOrd="0" presId="urn:microsoft.com/office/officeart/2009/3/layout/StepUpProcess"/>
    <dgm:cxn modelId="{A088DD2A-B744-48A7-AF6F-B07C2B7D1C11}" type="presParOf" srcId="{D35A6B08-F845-40B5-A7C3-029BA55B105B}" destId="{85B6F954-7EEA-40E3-BB54-B8CAC1100D23}" srcOrd="1" destOrd="0" presId="urn:microsoft.com/office/officeart/2009/3/layout/StepUpProcess"/>
    <dgm:cxn modelId="{EE053942-33B8-40E7-BA80-3735E0B9A39E}" type="presParOf" srcId="{D35A6B08-F845-40B5-A7C3-029BA55B105B}" destId="{32419048-5916-441A-B25D-74A5D95FC76A}" srcOrd="2" destOrd="0" presId="urn:microsoft.com/office/officeart/2009/3/layout/StepUpProcess"/>
    <dgm:cxn modelId="{37937C87-5341-4ACD-8141-67D859CDBCA2}" type="presParOf" srcId="{76E3890D-876D-453E-B4E4-43161A6BE6F9}" destId="{E471327F-00A8-4991-AC8A-F062469CA5FD}" srcOrd="1" destOrd="0" presId="urn:microsoft.com/office/officeart/2009/3/layout/StepUpProcess"/>
    <dgm:cxn modelId="{C09C113F-50EA-4497-AEB2-8102F77EC691}" type="presParOf" srcId="{E471327F-00A8-4991-AC8A-F062469CA5FD}" destId="{3798D472-25BD-4211-A6AA-86C8BB10FC5A}" srcOrd="0" destOrd="0" presId="urn:microsoft.com/office/officeart/2009/3/layout/StepUpProcess"/>
    <dgm:cxn modelId="{96405025-8782-4621-B342-4D5108E6F82E}" type="presParOf" srcId="{76E3890D-876D-453E-B4E4-43161A6BE6F9}" destId="{1BF6D09B-6697-4786-BB90-8F1536226F44}" srcOrd="2" destOrd="0" presId="urn:microsoft.com/office/officeart/2009/3/layout/StepUpProcess"/>
    <dgm:cxn modelId="{64CFABDD-A23F-49B7-B856-91E1864F0594}" type="presParOf" srcId="{1BF6D09B-6697-4786-BB90-8F1536226F44}" destId="{8EA0056B-2579-48EE-B320-1A9F9296DCB8}" srcOrd="0" destOrd="0" presId="urn:microsoft.com/office/officeart/2009/3/layout/StepUpProcess"/>
    <dgm:cxn modelId="{58F19496-00BC-472C-BF59-8EA572E1AF93}" type="presParOf" srcId="{1BF6D09B-6697-4786-BB90-8F1536226F44}" destId="{B7A56E53-759B-4B6B-B2B9-0009892E2078}" srcOrd="1" destOrd="0" presId="urn:microsoft.com/office/officeart/2009/3/layout/StepUpProcess"/>
    <dgm:cxn modelId="{010D55F8-BDBA-4D57-B981-A40D97BA4BB0}" type="presParOf" srcId="{1BF6D09B-6697-4786-BB90-8F1536226F44}" destId="{5BFA7543-1CE7-46C4-80FE-4DBDF98DE3F7}" srcOrd="2" destOrd="0" presId="urn:microsoft.com/office/officeart/2009/3/layout/StepUpProcess"/>
    <dgm:cxn modelId="{9E35EF1C-EA61-4EC2-B868-9225DBE8FF69}" type="presParOf" srcId="{76E3890D-876D-453E-B4E4-43161A6BE6F9}" destId="{2EEBD2A0-DCCD-4997-A296-A8860178F738}" srcOrd="3" destOrd="0" presId="urn:microsoft.com/office/officeart/2009/3/layout/StepUpProcess"/>
    <dgm:cxn modelId="{84415296-AA74-4DE1-85FD-B9C76EA215F8}" type="presParOf" srcId="{2EEBD2A0-DCCD-4997-A296-A8860178F738}" destId="{8186E684-9E04-4993-9B10-7E0F957D92EA}" srcOrd="0" destOrd="0" presId="urn:microsoft.com/office/officeart/2009/3/layout/StepUpProcess"/>
    <dgm:cxn modelId="{42526618-4D36-46A1-92DE-7348AC7F9B2A}" type="presParOf" srcId="{76E3890D-876D-453E-B4E4-43161A6BE6F9}" destId="{853F99C5-7E97-4D73-B8CA-5598A7F5969F}" srcOrd="4" destOrd="0" presId="urn:microsoft.com/office/officeart/2009/3/layout/StepUpProcess"/>
    <dgm:cxn modelId="{61F207AE-461A-465D-8370-6F21D497D8C8}" type="presParOf" srcId="{853F99C5-7E97-4D73-B8CA-5598A7F5969F}" destId="{ECDF3817-33EA-469F-ABD2-E188E4F3B85D}" srcOrd="0" destOrd="0" presId="urn:microsoft.com/office/officeart/2009/3/layout/StepUpProcess"/>
    <dgm:cxn modelId="{7426A3F8-7BB3-4604-92A1-E74FA0D0E7F3}" type="presParOf" srcId="{853F99C5-7E97-4D73-B8CA-5598A7F5969F}" destId="{1E7FF259-FF25-4CD7-A656-4AABEC6DFCCE}" srcOrd="1" destOrd="0" presId="urn:microsoft.com/office/officeart/2009/3/layout/StepUpProcess"/>
    <dgm:cxn modelId="{C8A8815F-AC6C-46A5-831D-32C01012960A}" type="presParOf" srcId="{853F99C5-7E97-4D73-B8CA-5598A7F5969F}" destId="{0A18D679-8974-40DF-942D-5E79E3B0CE78}" srcOrd="2" destOrd="0" presId="urn:microsoft.com/office/officeart/2009/3/layout/StepUpProcess"/>
    <dgm:cxn modelId="{4B3A1706-3BDD-444A-9BA8-4589D251E3CE}" type="presParOf" srcId="{76E3890D-876D-453E-B4E4-43161A6BE6F9}" destId="{C43CF1FF-34E0-462B-A0EC-2652AF738A71}" srcOrd="5" destOrd="0" presId="urn:microsoft.com/office/officeart/2009/3/layout/StepUpProcess"/>
    <dgm:cxn modelId="{8A22F819-3D42-4C66-9783-46FF5A033DCE}" type="presParOf" srcId="{C43CF1FF-34E0-462B-A0EC-2652AF738A71}" destId="{8291A14E-2A53-42EF-AFD0-5FFDB364F58D}" srcOrd="0" destOrd="0" presId="urn:microsoft.com/office/officeart/2009/3/layout/StepUpProcess"/>
    <dgm:cxn modelId="{31E4760D-FA33-44EA-8D0C-1E06A1541B17}" type="presParOf" srcId="{76E3890D-876D-453E-B4E4-43161A6BE6F9}" destId="{B134051B-DB6C-421B-9245-1C1E29361F53}" srcOrd="6" destOrd="0" presId="urn:microsoft.com/office/officeart/2009/3/layout/StepUpProcess"/>
    <dgm:cxn modelId="{FCE43A0E-B481-4A50-8375-3B535C1884A6}" type="presParOf" srcId="{B134051B-DB6C-421B-9245-1C1E29361F53}" destId="{55E6EA5A-D9DF-45BB-B141-6AD0EED74DB6}" srcOrd="0" destOrd="0" presId="urn:microsoft.com/office/officeart/2009/3/layout/StepUpProcess"/>
    <dgm:cxn modelId="{BD7F953A-6C15-4AF5-B13A-66512A75F6CC}" type="presParOf" srcId="{B134051B-DB6C-421B-9245-1C1E29361F53}" destId="{3EFA2B2D-79F4-4FC0-BD19-66E1A831C33D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C0986D55-4EC4-425B-ABF9-174F1C94C0E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87A7BCD-F0F6-4B6F-9334-902BF672AA6E}">
      <dgm:prSet/>
      <dgm:spPr/>
      <dgm:t>
        <a:bodyPr/>
        <a:lstStyle/>
        <a:p>
          <a:r>
            <a:rPr lang="uk-UA" b="0" i="0"/>
            <a:t>Пересопницьке Євангеліє;</a:t>
          </a:r>
          <a:endParaRPr lang="uk-UA"/>
        </a:p>
      </dgm:t>
    </dgm:pt>
    <dgm:pt modelId="{93044288-4EAC-494F-874F-A26080067018}" type="parTrans" cxnId="{A259A89F-EF92-4415-BD57-3C3563E5D1B8}">
      <dgm:prSet/>
      <dgm:spPr/>
      <dgm:t>
        <a:bodyPr/>
        <a:lstStyle/>
        <a:p>
          <a:endParaRPr lang="uk-UA"/>
        </a:p>
      </dgm:t>
    </dgm:pt>
    <dgm:pt modelId="{C8D263C9-999A-493B-A97B-B69597249175}" type="sibTrans" cxnId="{A259A89F-EF92-4415-BD57-3C3563E5D1B8}">
      <dgm:prSet/>
      <dgm:spPr/>
      <dgm:t>
        <a:bodyPr/>
        <a:lstStyle/>
        <a:p>
          <a:endParaRPr lang="uk-UA"/>
        </a:p>
      </dgm:t>
    </dgm:pt>
    <dgm:pt modelId="{7E49F839-A2E4-4860-B59C-F771989D121F}">
      <dgm:prSet/>
      <dgm:spPr/>
      <dgm:t>
        <a:bodyPr/>
        <a:lstStyle/>
        <a:p>
          <a:r>
            <a:rPr lang="uk-UA" b="0" i="0"/>
            <a:t>«Граматика словенська» Л. Зизанія</a:t>
          </a:r>
          <a:endParaRPr lang="uk-UA"/>
        </a:p>
      </dgm:t>
    </dgm:pt>
    <dgm:pt modelId="{5BB2DD0C-C404-4D9B-AFD8-B2BC54ADFB7A}" type="parTrans" cxnId="{89CD1488-32AF-45B6-B2CF-559F1D001915}">
      <dgm:prSet/>
      <dgm:spPr/>
      <dgm:t>
        <a:bodyPr/>
        <a:lstStyle/>
        <a:p>
          <a:endParaRPr lang="uk-UA"/>
        </a:p>
      </dgm:t>
    </dgm:pt>
    <dgm:pt modelId="{AF4FD434-7447-4E95-A3A7-13E6F3018131}" type="sibTrans" cxnId="{89CD1488-32AF-45B6-B2CF-559F1D001915}">
      <dgm:prSet/>
      <dgm:spPr/>
      <dgm:t>
        <a:bodyPr/>
        <a:lstStyle/>
        <a:p>
          <a:endParaRPr lang="uk-UA"/>
        </a:p>
      </dgm:t>
    </dgm:pt>
    <dgm:pt modelId="{AA6FA118-6012-4920-9C2C-8663BE8B3B32}">
      <dgm:prSet/>
      <dgm:spPr/>
      <dgm:t>
        <a:bodyPr/>
        <a:lstStyle/>
        <a:p>
          <a:r>
            <a:rPr lang="uk-UA" b="0" i="0"/>
            <a:t>Острозька Біблія;</a:t>
          </a:r>
          <a:endParaRPr lang="uk-UA"/>
        </a:p>
      </dgm:t>
    </dgm:pt>
    <dgm:pt modelId="{DF48BD08-4970-4A12-A42C-9BB296789A7A}" type="parTrans" cxnId="{5F202E74-53E8-4A73-A528-F0469B37D4BF}">
      <dgm:prSet/>
      <dgm:spPr/>
      <dgm:t>
        <a:bodyPr/>
        <a:lstStyle/>
        <a:p>
          <a:endParaRPr lang="uk-UA"/>
        </a:p>
      </dgm:t>
    </dgm:pt>
    <dgm:pt modelId="{5B76875F-2956-4EB0-8E6D-D4017B8D3D0A}" type="sibTrans" cxnId="{5F202E74-53E8-4A73-A528-F0469B37D4BF}">
      <dgm:prSet/>
      <dgm:spPr/>
      <dgm:t>
        <a:bodyPr/>
        <a:lstStyle/>
        <a:p>
          <a:endParaRPr lang="uk-UA"/>
        </a:p>
      </dgm:t>
    </dgm:pt>
    <dgm:pt modelId="{8EAA82ED-A583-478B-BDFD-5B02C37446F8}">
      <dgm:prSet/>
      <dgm:spPr/>
      <dgm:t>
        <a:bodyPr/>
        <a:lstStyle/>
        <a:p>
          <a:r>
            <a:rPr lang="uk-UA" b="0" i="0"/>
            <a:t>«Хроніка з літописців стародавніх» Ф. Софоновича;</a:t>
          </a:r>
          <a:endParaRPr lang="uk-UA"/>
        </a:p>
      </dgm:t>
    </dgm:pt>
    <dgm:pt modelId="{5BB16A52-23FC-4C37-BBFD-F1998207D7F1}" type="parTrans" cxnId="{81740672-9F5E-4BE9-8EF9-2F4D4D1EAAF1}">
      <dgm:prSet/>
      <dgm:spPr/>
      <dgm:t>
        <a:bodyPr/>
        <a:lstStyle/>
        <a:p>
          <a:endParaRPr lang="uk-UA"/>
        </a:p>
      </dgm:t>
    </dgm:pt>
    <dgm:pt modelId="{EAACD91F-CF6F-407E-A1D2-8C0882130C65}" type="sibTrans" cxnId="{81740672-9F5E-4BE9-8EF9-2F4D4D1EAAF1}">
      <dgm:prSet/>
      <dgm:spPr/>
      <dgm:t>
        <a:bodyPr/>
        <a:lstStyle/>
        <a:p>
          <a:endParaRPr lang="uk-UA"/>
        </a:p>
      </dgm:t>
    </dgm:pt>
    <dgm:pt modelId="{2109557C-97E9-457F-965E-CCE6A73516FB}">
      <dgm:prSet/>
      <dgm:spPr/>
      <dgm:t>
        <a:bodyPr/>
        <a:lstStyle/>
        <a:p>
          <a:r>
            <a:rPr lang="uk-UA" b="0" i="0"/>
            <a:t>«Історія Русів»;</a:t>
          </a:r>
          <a:endParaRPr lang="uk-UA"/>
        </a:p>
      </dgm:t>
    </dgm:pt>
    <dgm:pt modelId="{E2B6C80E-FFB9-4BB1-AA28-1E42133CB322}" type="parTrans" cxnId="{6EE37E60-A3E5-4350-9BCA-B61D96FF4C82}">
      <dgm:prSet/>
      <dgm:spPr/>
      <dgm:t>
        <a:bodyPr/>
        <a:lstStyle/>
        <a:p>
          <a:endParaRPr lang="uk-UA"/>
        </a:p>
      </dgm:t>
    </dgm:pt>
    <dgm:pt modelId="{47DC81C3-967E-4B4A-A4D8-B7EF554A6186}" type="sibTrans" cxnId="{6EE37E60-A3E5-4350-9BCA-B61D96FF4C82}">
      <dgm:prSet/>
      <dgm:spPr/>
      <dgm:t>
        <a:bodyPr/>
        <a:lstStyle/>
        <a:p>
          <a:endParaRPr lang="uk-UA"/>
        </a:p>
      </dgm:t>
    </dgm:pt>
    <dgm:pt modelId="{724BE130-206E-4AE8-866E-272FF5762719}">
      <dgm:prSet/>
      <dgm:spPr/>
      <dgm:t>
        <a:bodyPr/>
        <a:lstStyle/>
        <a:p>
          <a:r>
            <a:rPr lang="uk-UA" b="0" i="0"/>
            <a:t>«Ключ царства небесного» Г. Смотрицького;</a:t>
          </a:r>
          <a:endParaRPr lang="uk-UA"/>
        </a:p>
      </dgm:t>
    </dgm:pt>
    <dgm:pt modelId="{C13D86C9-D8A4-4520-AFE9-E59F2E198585}" type="parTrans" cxnId="{C072181B-79BA-4CB0-9B5B-D3E34CC79D00}">
      <dgm:prSet/>
      <dgm:spPr/>
      <dgm:t>
        <a:bodyPr/>
        <a:lstStyle/>
        <a:p>
          <a:endParaRPr lang="uk-UA"/>
        </a:p>
      </dgm:t>
    </dgm:pt>
    <dgm:pt modelId="{05551945-C71A-4246-8AE1-EABE06D8E35D}" type="sibTrans" cxnId="{C072181B-79BA-4CB0-9B5B-D3E34CC79D00}">
      <dgm:prSet/>
      <dgm:spPr/>
      <dgm:t>
        <a:bodyPr/>
        <a:lstStyle/>
        <a:p>
          <a:endParaRPr lang="uk-UA"/>
        </a:p>
      </dgm:t>
    </dgm:pt>
    <dgm:pt modelId="{3E8FEBB3-EE04-4FDB-BB4E-541529A21130}">
      <dgm:prSet/>
      <dgm:spPr/>
      <dgm:t>
        <a:bodyPr/>
        <a:lstStyle/>
        <a:p>
          <a:r>
            <a:rPr lang="uk-UA" b="0" i="0"/>
            <a:t>«Лексикон славенороський» П. Беринди.</a:t>
          </a:r>
          <a:endParaRPr lang="uk-UA"/>
        </a:p>
      </dgm:t>
    </dgm:pt>
    <dgm:pt modelId="{2A66E2A7-D369-484E-8E71-D9AA77E631B8}" type="parTrans" cxnId="{23D04365-075A-462E-A28D-3C86AB3F8F4C}">
      <dgm:prSet/>
      <dgm:spPr/>
      <dgm:t>
        <a:bodyPr/>
        <a:lstStyle/>
        <a:p>
          <a:endParaRPr lang="uk-UA"/>
        </a:p>
      </dgm:t>
    </dgm:pt>
    <dgm:pt modelId="{C73842E3-78AC-4A4E-AFA1-E14E9B76BD6B}" type="sibTrans" cxnId="{23D04365-075A-462E-A28D-3C86AB3F8F4C}">
      <dgm:prSet/>
      <dgm:spPr/>
      <dgm:t>
        <a:bodyPr/>
        <a:lstStyle/>
        <a:p>
          <a:endParaRPr lang="uk-UA"/>
        </a:p>
      </dgm:t>
    </dgm:pt>
    <dgm:pt modelId="{4DFD6CAD-D1C9-417A-9387-2BC3F1230197}" type="pres">
      <dgm:prSet presAssocID="{C0986D55-4EC4-425B-ABF9-174F1C94C0EE}" presName="linear" presStyleCnt="0">
        <dgm:presLayoutVars>
          <dgm:animLvl val="lvl"/>
          <dgm:resizeHandles val="exact"/>
        </dgm:presLayoutVars>
      </dgm:prSet>
      <dgm:spPr/>
    </dgm:pt>
    <dgm:pt modelId="{75D09251-8E6C-48BC-B08A-A7EB2BD9140B}" type="pres">
      <dgm:prSet presAssocID="{E87A7BCD-F0F6-4B6F-9334-902BF672AA6E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D47152B4-DA8E-461E-9EE0-3CDE1235A98C}" type="pres">
      <dgm:prSet presAssocID="{C8D263C9-999A-493B-A97B-B69597249175}" presName="spacer" presStyleCnt="0"/>
      <dgm:spPr/>
    </dgm:pt>
    <dgm:pt modelId="{7216979D-6F0C-411D-9F07-C6D4E0EAF898}" type="pres">
      <dgm:prSet presAssocID="{7E49F839-A2E4-4860-B59C-F771989D121F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106990EB-9891-43E5-8B62-9051D89CCE3F}" type="pres">
      <dgm:prSet presAssocID="{AF4FD434-7447-4E95-A3A7-13E6F3018131}" presName="spacer" presStyleCnt="0"/>
      <dgm:spPr/>
    </dgm:pt>
    <dgm:pt modelId="{944F06B4-A431-4B75-ADA8-022598735C79}" type="pres">
      <dgm:prSet presAssocID="{AA6FA118-6012-4920-9C2C-8663BE8B3B32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20B3A877-ECF1-4046-9A11-ACFF0BB928D6}" type="pres">
      <dgm:prSet presAssocID="{5B76875F-2956-4EB0-8E6D-D4017B8D3D0A}" presName="spacer" presStyleCnt="0"/>
      <dgm:spPr/>
    </dgm:pt>
    <dgm:pt modelId="{6EC2D8C3-4BDC-46E4-896F-7A76CABB944C}" type="pres">
      <dgm:prSet presAssocID="{8EAA82ED-A583-478B-BDFD-5B02C37446F8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EA80E67E-0D2D-4A11-8674-EEDD21F374A4}" type="pres">
      <dgm:prSet presAssocID="{EAACD91F-CF6F-407E-A1D2-8C0882130C65}" presName="spacer" presStyleCnt="0"/>
      <dgm:spPr/>
    </dgm:pt>
    <dgm:pt modelId="{68CD8D60-C9C3-41E2-BA30-8EC7EB3D3262}" type="pres">
      <dgm:prSet presAssocID="{2109557C-97E9-457F-965E-CCE6A73516FB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57B12DB7-9F4F-42B7-9370-E6C2BFAD92E0}" type="pres">
      <dgm:prSet presAssocID="{47DC81C3-967E-4B4A-A4D8-B7EF554A6186}" presName="spacer" presStyleCnt="0"/>
      <dgm:spPr/>
    </dgm:pt>
    <dgm:pt modelId="{7CB8FCA3-1008-40FE-9393-E1C2AF9CD14A}" type="pres">
      <dgm:prSet presAssocID="{724BE130-206E-4AE8-866E-272FF5762719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FE747320-72C3-4734-A1C2-D39C60E2336E}" type="pres">
      <dgm:prSet presAssocID="{05551945-C71A-4246-8AE1-EABE06D8E35D}" presName="spacer" presStyleCnt="0"/>
      <dgm:spPr/>
    </dgm:pt>
    <dgm:pt modelId="{55F5DFBA-888A-4E12-BB3D-0B2BB039FD64}" type="pres">
      <dgm:prSet presAssocID="{3E8FEBB3-EE04-4FDB-BB4E-541529A21130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8296280F-A007-4A45-8299-F555708527E5}" type="presOf" srcId="{2109557C-97E9-457F-965E-CCE6A73516FB}" destId="{68CD8D60-C9C3-41E2-BA30-8EC7EB3D3262}" srcOrd="0" destOrd="0" presId="urn:microsoft.com/office/officeart/2005/8/layout/vList2"/>
    <dgm:cxn modelId="{C072181B-79BA-4CB0-9B5B-D3E34CC79D00}" srcId="{C0986D55-4EC4-425B-ABF9-174F1C94C0EE}" destId="{724BE130-206E-4AE8-866E-272FF5762719}" srcOrd="5" destOrd="0" parTransId="{C13D86C9-D8A4-4520-AFE9-E59F2E198585}" sibTransId="{05551945-C71A-4246-8AE1-EABE06D8E35D}"/>
    <dgm:cxn modelId="{438D6C33-65ED-406B-B304-D38EF9E8C5C6}" type="presOf" srcId="{8EAA82ED-A583-478B-BDFD-5B02C37446F8}" destId="{6EC2D8C3-4BDC-46E4-896F-7A76CABB944C}" srcOrd="0" destOrd="0" presId="urn:microsoft.com/office/officeart/2005/8/layout/vList2"/>
    <dgm:cxn modelId="{F85F8840-CFFE-4CA3-8DA7-1EBF58651428}" type="presOf" srcId="{E87A7BCD-F0F6-4B6F-9334-902BF672AA6E}" destId="{75D09251-8E6C-48BC-B08A-A7EB2BD9140B}" srcOrd="0" destOrd="0" presId="urn:microsoft.com/office/officeart/2005/8/layout/vList2"/>
    <dgm:cxn modelId="{49742660-437A-4F86-A0EB-F86EBD020A9B}" type="presOf" srcId="{AA6FA118-6012-4920-9C2C-8663BE8B3B32}" destId="{944F06B4-A431-4B75-ADA8-022598735C79}" srcOrd="0" destOrd="0" presId="urn:microsoft.com/office/officeart/2005/8/layout/vList2"/>
    <dgm:cxn modelId="{6EE37E60-A3E5-4350-9BCA-B61D96FF4C82}" srcId="{C0986D55-4EC4-425B-ABF9-174F1C94C0EE}" destId="{2109557C-97E9-457F-965E-CCE6A73516FB}" srcOrd="4" destOrd="0" parTransId="{E2B6C80E-FFB9-4BB1-AA28-1E42133CB322}" sibTransId="{47DC81C3-967E-4B4A-A4D8-B7EF554A6186}"/>
    <dgm:cxn modelId="{23D04365-075A-462E-A28D-3C86AB3F8F4C}" srcId="{C0986D55-4EC4-425B-ABF9-174F1C94C0EE}" destId="{3E8FEBB3-EE04-4FDB-BB4E-541529A21130}" srcOrd="6" destOrd="0" parTransId="{2A66E2A7-D369-484E-8E71-D9AA77E631B8}" sibTransId="{C73842E3-78AC-4A4E-AFA1-E14E9B76BD6B}"/>
    <dgm:cxn modelId="{CF61BE68-34FC-4519-8C26-CE71AB46FADA}" type="presOf" srcId="{3E8FEBB3-EE04-4FDB-BB4E-541529A21130}" destId="{55F5DFBA-888A-4E12-BB3D-0B2BB039FD64}" srcOrd="0" destOrd="0" presId="urn:microsoft.com/office/officeart/2005/8/layout/vList2"/>
    <dgm:cxn modelId="{81740672-9F5E-4BE9-8EF9-2F4D4D1EAAF1}" srcId="{C0986D55-4EC4-425B-ABF9-174F1C94C0EE}" destId="{8EAA82ED-A583-478B-BDFD-5B02C37446F8}" srcOrd="3" destOrd="0" parTransId="{5BB16A52-23FC-4C37-BBFD-F1998207D7F1}" sibTransId="{EAACD91F-CF6F-407E-A1D2-8C0882130C65}"/>
    <dgm:cxn modelId="{4B4D2774-F56E-4E83-9DF6-5664256B7092}" type="presOf" srcId="{724BE130-206E-4AE8-866E-272FF5762719}" destId="{7CB8FCA3-1008-40FE-9393-E1C2AF9CD14A}" srcOrd="0" destOrd="0" presId="urn:microsoft.com/office/officeart/2005/8/layout/vList2"/>
    <dgm:cxn modelId="{5F202E74-53E8-4A73-A528-F0469B37D4BF}" srcId="{C0986D55-4EC4-425B-ABF9-174F1C94C0EE}" destId="{AA6FA118-6012-4920-9C2C-8663BE8B3B32}" srcOrd="2" destOrd="0" parTransId="{DF48BD08-4970-4A12-A42C-9BB296789A7A}" sibTransId="{5B76875F-2956-4EB0-8E6D-D4017B8D3D0A}"/>
    <dgm:cxn modelId="{89CD1488-32AF-45B6-B2CF-559F1D001915}" srcId="{C0986D55-4EC4-425B-ABF9-174F1C94C0EE}" destId="{7E49F839-A2E4-4860-B59C-F771989D121F}" srcOrd="1" destOrd="0" parTransId="{5BB2DD0C-C404-4D9B-AFD8-B2BC54ADFB7A}" sibTransId="{AF4FD434-7447-4E95-A3A7-13E6F3018131}"/>
    <dgm:cxn modelId="{1151AB89-F6AB-4F4D-951C-BB76387C39A2}" type="presOf" srcId="{C0986D55-4EC4-425B-ABF9-174F1C94C0EE}" destId="{4DFD6CAD-D1C9-417A-9387-2BC3F1230197}" srcOrd="0" destOrd="0" presId="urn:microsoft.com/office/officeart/2005/8/layout/vList2"/>
    <dgm:cxn modelId="{A259A89F-EF92-4415-BD57-3C3563E5D1B8}" srcId="{C0986D55-4EC4-425B-ABF9-174F1C94C0EE}" destId="{E87A7BCD-F0F6-4B6F-9334-902BF672AA6E}" srcOrd="0" destOrd="0" parTransId="{93044288-4EAC-494F-874F-A26080067018}" sibTransId="{C8D263C9-999A-493B-A97B-B69597249175}"/>
    <dgm:cxn modelId="{9C7393DA-F256-4B09-A7D9-B675EA0B508F}" type="presOf" srcId="{7E49F839-A2E4-4860-B59C-F771989D121F}" destId="{7216979D-6F0C-411D-9F07-C6D4E0EAF898}" srcOrd="0" destOrd="0" presId="urn:microsoft.com/office/officeart/2005/8/layout/vList2"/>
    <dgm:cxn modelId="{34A46E2A-49D1-445A-9311-B86DB8456842}" type="presParOf" srcId="{4DFD6CAD-D1C9-417A-9387-2BC3F1230197}" destId="{75D09251-8E6C-48BC-B08A-A7EB2BD9140B}" srcOrd="0" destOrd="0" presId="urn:microsoft.com/office/officeart/2005/8/layout/vList2"/>
    <dgm:cxn modelId="{D53D02F4-CCE1-4CB1-95B0-478D69B86D36}" type="presParOf" srcId="{4DFD6CAD-D1C9-417A-9387-2BC3F1230197}" destId="{D47152B4-DA8E-461E-9EE0-3CDE1235A98C}" srcOrd="1" destOrd="0" presId="urn:microsoft.com/office/officeart/2005/8/layout/vList2"/>
    <dgm:cxn modelId="{C8E12134-E2C2-4E9B-8256-FF70044B9164}" type="presParOf" srcId="{4DFD6CAD-D1C9-417A-9387-2BC3F1230197}" destId="{7216979D-6F0C-411D-9F07-C6D4E0EAF898}" srcOrd="2" destOrd="0" presId="urn:microsoft.com/office/officeart/2005/8/layout/vList2"/>
    <dgm:cxn modelId="{9BC2784A-0711-4F59-B0AC-6F96519A9692}" type="presParOf" srcId="{4DFD6CAD-D1C9-417A-9387-2BC3F1230197}" destId="{106990EB-9891-43E5-8B62-9051D89CCE3F}" srcOrd="3" destOrd="0" presId="urn:microsoft.com/office/officeart/2005/8/layout/vList2"/>
    <dgm:cxn modelId="{E12DAE0B-99B0-4CC7-97EC-5AC22BCED523}" type="presParOf" srcId="{4DFD6CAD-D1C9-417A-9387-2BC3F1230197}" destId="{944F06B4-A431-4B75-ADA8-022598735C79}" srcOrd="4" destOrd="0" presId="urn:microsoft.com/office/officeart/2005/8/layout/vList2"/>
    <dgm:cxn modelId="{25DAA9BA-E43B-4215-9372-7ABA1BECDE2C}" type="presParOf" srcId="{4DFD6CAD-D1C9-417A-9387-2BC3F1230197}" destId="{20B3A877-ECF1-4046-9A11-ACFF0BB928D6}" srcOrd="5" destOrd="0" presId="urn:microsoft.com/office/officeart/2005/8/layout/vList2"/>
    <dgm:cxn modelId="{9A675255-FD29-4737-98DA-5896BABE4AA3}" type="presParOf" srcId="{4DFD6CAD-D1C9-417A-9387-2BC3F1230197}" destId="{6EC2D8C3-4BDC-46E4-896F-7A76CABB944C}" srcOrd="6" destOrd="0" presId="urn:microsoft.com/office/officeart/2005/8/layout/vList2"/>
    <dgm:cxn modelId="{AE11C3A9-D596-4D12-8262-0BE95BE162E8}" type="presParOf" srcId="{4DFD6CAD-D1C9-417A-9387-2BC3F1230197}" destId="{EA80E67E-0D2D-4A11-8674-EEDD21F374A4}" srcOrd="7" destOrd="0" presId="urn:microsoft.com/office/officeart/2005/8/layout/vList2"/>
    <dgm:cxn modelId="{AAD9A15D-1DA8-44F5-BB6B-E11C06EA9F01}" type="presParOf" srcId="{4DFD6CAD-D1C9-417A-9387-2BC3F1230197}" destId="{68CD8D60-C9C3-41E2-BA30-8EC7EB3D3262}" srcOrd="8" destOrd="0" presId="urn:microsoft.com/office/officeart/2005/8/layout/vList2"/>
    <dgm:cxn modelId="{59105F15-BF4B-4015-8CAC-45FF8081FAB9}" type="presParOf" srcId="{4DFD6CAD-D1C9-417A-9387-2BC3F1230197}" destId="{57B12DB7-9F4F-42B7-9370-E6C2BFAD92E0}" srcOrd="9" destOrd="0" presId="urn:microsoft.com/office/officeart/2005/8/layout/vList2"/>
    <dgm:cxn modelId="{FC0E8A68-A844-4EE0-BE1E-C24BF82AE538}" type="presParOf" srcId="{4DFD6CAD-D1C9-417A-9387-2BC3F1230197}" destId="{7CB8FCA3-1008-40FE-9393-E1C2AF9CD14A}" srcOrd="10" destOrd="0" presId="urn:microsoft.com/office/officeart/2005/8/layout/vList2"/>
    <dgm:cxn modelId="{EBC0A17B-F542-4514-9305-D1417BBA18D1}" type="presParOf" srcId="{4DFD6CAD-D1C9-417A-9387-2BC3F1230197}" destId="{FE747320-72C3-4734-A1C2-D39C60E2336E}" srcOrd="11" destOrd="0" presId="urn:microsoft.com/office/officeart/2005/8/layout/vList2"/>
    <dgm:cxn modelId="{F2B4FC00-57BC-4A1B-9180-20FF7D3B1587}" type="presParOf" srcId="{4DFD6CAD-D1C9-417A-9387-2BC3F1230197}" destId="{55F5DFBA-888A-4E12-BB3D-0B2BB039FD64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9B3DD12F-9C7D-4B45-A428-1C0CDE093B6F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0FD1E1EF-5E0D-4070-8062-660EACFFB23D}">
      <dgm:prSet/>
      <dgm:spPr/>
      <dgm:t>
        <a:bodyPr/>
        <a:lstStyle/>
        <a:p>
          <a:r>
            <a:rPr lang="ru-RU" b="0" i="0"/>
            <a:t>1, 3, 4, 6</a:t>
          </a:r>
          <a:endParaRPr lang="uk-UA"/>
        </a:p>
      </dgm:t>
    </dgm:pt>
    <dgm:pt modelId="{2EC1583B-4F14-4242-9CED-E3FAF8C0649D}" type="parTrans" cxnId="{03398809-3C73-41FA-954E-4D7478C8699D}">
      <dgm:prSet/>
      <dgm:spPr/>
      <dgm:t>
        <a:bodyPr/>
        <a:lstStyle/>
        <a:p>
          <a:endParaRPr lang="uk-UA"/>
        </a:p>
      </dgm:t>
    </dgm:pt>
    <dgm:pt modelId="{4FC67681-3148-426A-9C4D-8EB70B5797F6}" type="sibTrans" cxnId="{03398809-3C73-41FA-954E-4D7478C8699D}">
      <dgm:prSet/>
      <dgm:spPr/>
      <dgm:t>
        <a:bodyPr/>
        <a:lstStyle/>
        <a:p>
          <a:endParaRPr lang="uk-UA"/>
        </a:p>
      </dgm:t>
    </dgm:pt>
    <dgm:pt modelId="{5846B0BF-12F5-4570-AECC-60BB15AD7380}">
      <dgm:prSet/>
      <dgm:spPr/>
      <dgm:t>
        <a:bodyPr/>
        <a:lstStyle/>
        <a:p>
          <a:r>
            <a:rPr lang="ru-RU" b="0" i="0"/>
            <a:t>2, 4, 5, 7</a:t>
          </a:r>
          <a:endParaRPr lang="uk-UA"/>
        </a:p>
      </dgm:t>
    </dgm:pt>
    <dgm:pt modelId="{59724AA8-C2D6-4147-B638-757E8E78CB7F}" type="parTrans" cxnId="{8A6B034F-10BF-4365-9F25-0C17610BD12E}">
      <dgm:prSet/>
      <dgm:spPr/>
      <dgm:t>
        <a:bodyPr/>
        <a:lstStyle/>
        <a:p>
          <a:endParaRPr lang="uk-UA"/>
        </a:p>
      </dgm:t>
    </dgm:pt>
    <dgm:pt modelId="{4ECFF429-E28E-485D-84B1-A9160CB59F60}" type="sibTrans" cxnId="{8A6B034F-10BF-4365-9F25-0C17610BD12E}">
      <dgm:prSet/>
      <dgm:spPr/>
      <dgm:t>
        <a:bodyPr/>
        <a:lstStyle/>
        <a:p>
          <a:endParaRPr lang="uk-UA"/>
        </a:p>
      </dgm:t>
    </dgm:pt>
    <dgm:pt modelId="{A0A1F5F2-34B0-4173-8C7F-778F92DA6C08}">
      <dgm:prSet/>
      <dgm:spPr/>
      <dgm:t>
        <a:bodyPr/>
        <a:lstStyle/>
        <a:p>
          <a:r>
            <a:rPr lang="ru-RU" b="0" i="0"/>
            <a:t>1, 3, 4, 5</a:t>
          </a:r>
          <a:endParaRPr lang="uk-UA"/>
        </a:p>
      </dgm:t>
    </dgm:pt>
    <dgm:pt modelId="{A7BE3C48-CDFA-4C02-93EF-F1DF8C5E7A05}" type="parTrans" cxnId="{5EA3B66D-6535-4754-B250-2EB37EFE14F8}">
      <dgm:prSet/>
      <dgm:spPr/>
      <dgm:t>
        <a:bodyPr/>
        <a:lstStyle/>
        <a:p>
          <a:endParaRPr lang="uk-UA"/>
        </a:p>
      </dgm:t>
    </dgm:pt>
    <dgm:pt modelId="{B556516C-0D9F-4F0C-ACFA-AB81C2B092BB}" type="sibTrans" cxnId="{5EA3B66D-6535-4754-B250-2EB37EFE14F8}">
      <dgm:prSet/>
      <dgm:spPr/>
      <dgm:t>
        <a:bodyPr/>
        <a:lstStyle/>
        <a:p>
          <a:endParaRPr lang="uk-UA"/>
        </a:p>
      </dgm:t>
    </dgm:pt>
    <dgm:pt modelId="{42631067-866F-4FD1-834C-A20CE157827C}">
      <dgm:prSet/>
      <dgm:spPr>
        <a:solidFill>
          <a:srgbClr val="0070C0"/>
        </a:solidFill>
      </dgm:spPr>
      <dgm:t>
        <a:bodyPr/>
        <a:lstStyle/>
        <a:p>
          <a:r>
            <a:rPr lang="ru-RU" b="0" i="0" dirty="0"/>
            <a:t>2, 3, 6, 7</a:t>
          </a:r>
          <a:endParaRPr lang="uk-UA" dirty="0"/>
        </a:p>
      </dgm:t>
    </dgm:pt>
    <dgm:pt modelId="{EC305F4F-E668-4B57-B414-7EE230B1FCAE}" type="parTrans" cxnId="{BBD6AB7A-9349-4FCB-A778-A4373B599FFF}">
      <dgm:prSet/>
      <dgm:spPr/>
      <dgm:t>
        <a:bodyPr/>
        <a:lstStyle/>
        <a:p>
          <a:endParaRPr lang="uk-UA"/>
        </a:p>
      </dgm:t>
    </dgm:pt>
    <dgm:pt modelId="{8846D82B-A765-4AB4-A3D7-6001AE1C6771}" type="sibTrans" cxnId="{BBD6AB7A-9349-4FCB-A778-A4373B599FFF}">
      <dgm:prSet/>
      <dgm:spPr/>
      <dgm:t>
        <a:bodyPr/>
        <a:lstStyle/>
        <a:p>
          <a:endParaRPr lang="uk-UA"/>
        </a:p>
      </dgm:t>
    </dgm:pt>
    <dgm:pt modelId="{F0B24DE8-183B-4F79-9113-FCB07EBE976E}" type="pres">
      <dgm:prSet presAssocID="{9B3DD12F-9C7D-4B45-A428-1C0CDE093B6F}" presName="matrix" presStyleCnt="0">
        <dgm:presLayoutVars>
          <dgm:chMax val="1"/>
          <dgm:dir/>
          <dgm:resizeHandles val="exact"/>
        </dgm:presLayoutVars>
      </dgm:prSet>
      <dgm:spPr/>
    </dgm:pt>
    <dgm:pt modelId="{0F4B6BDC-D1B5-4B5B-A7D0-06CDA2DDAE34}" type="pres">
      <dgm:prSet presAssocID="{9B3DD12F-9C7D-4B45-A428-1C0CDE093B6F}" presName="diamond" presStyleLbl="bgShp" presStyleIdx="0" presStyleCnt="1"/>
      <dgm:spPr/>
    </dgm:pt>
    <dgm:pt modelId="{36709BD9-2C0A-41B0-8BAE-FD86558F55B5}" type="pres">
      <dgm:prSet presAssocID="{9B3DD12F-9C7D-4B45-A428-1C0CDE093B6F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89C457C-61E8-4D51-A53A-AA03C7D99C23}" type="pres">
      <dgm:prSet presAssocID="{9B3DD12F-9C7D-4B45-A428-1C0CDE093B6F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312E25A-4EBE-4AE0-A3A0-E62FFD4342CB}" type="pres">
      <dgm:prSet presAssocID="{9B3DD12F-9C7D-4B45-A428-1C0CDE093B6F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C0EBFFE-E819-4137-8715-BA5C6DFA5F1B}" type="pres">
      <dgm:prSet presAssocID="{9B3DD12F-9C7D-4B45-A428-1C0CDE093B6F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3398809-3C73-41FA-954E-4D7478C8699D}" srcId="{9B3DD12F-9C7D-4B45-A428-1C0CDE093B6F}" destId="{0FD1E1EF-5E0D-4070-8062-660EACFFB23D}" srcOrd="0" destOrd="0" parTransId="{2EC1583B-4F14-4242-9CED-E3FAF8C0649D}" sibTransId="{4FC67681-3148-426A-9C4D-8EB70B5797F6}"/>
    <dgm:cxn modelId="{DCD7C846-5252-4085-8610-6F9B1C81DEB2}" type="presOf" srcId="{A0A1F5F2-34B0-4173-8C7F-778F92DA6C08}" destId="{1312E25A-4EBE-4AE0-A3A0-E62FFD4342CB}" srcOrd="0" destOrd="0" presId="urn:microsoft.com/office/officeart/2005/8/layout/matrix3"/>
    <dgm:cxn modelId="{B21D8447-36FF-4324-A748-B18FD327652F}" type="presOf" srcId="{0FD1E1EF-5E0D-4070-8062-660EACFFB23D}" destId="{36709BD9-2C0A-41B0-8BAE-FD86558F55B5}" srcOrd="0" destOrd="0" presId="urn:microsoft.com/office/officeart/2005/8/layout/matrix3"/>
    <dgm:cxn modelId="{5EA3B66D-6535-4754-B250-2EB37EFE14F8}" srcId="{9B3DD12F-9C7D-4B45-A428-1C0CDE093B6F}" destId="{A0A1F5F2-34B0-4173-8C7F-778F92DA6C08}" srcOrd="2" destOrd="0" parTransId="{A7BE3C48-CDFA-4C02-93EF-F1DF8C5E7A05}" sibTransId="{B556516C-0D9F-4F0C-ACFA-AB81C2B092BB}"/>
    <dgm:cxn modelId="{8A6B034F-10BF-4365-9F25-0C17610BD12E}" srcId="{9B3DD12F-9C7D-4B45-A428-1C0CDE093B6F}" destId="{5846B0BF-12F5-4570-AECC-60BB15AD7380}" srcOrd="1" destOrd="0" parTransId="{59724AA8-C2D6-4147-B638-757E8E78CB7F}" sibTransId="{4ECFF429-E28E-485D-84B1-A9160CB59F60}"/>
    <dgm:cxn modelId="{15CE1D4F-2548-4ED0-91B0-1CDA20264654}" type="presOf" srcId="{5846B0BF-12F5-4570-AECC-60BB15AD7380}" destId="{D89C457C-61E8-4D51-A53A-AA03C7D99C23}" srcOrd="0" destOrd="0" presId="urn:microsoft.com/office/officeart/2005/8/layout/matrix3"/>
    <dgm:cxn modelId="{BBD6AB7A-9349-4FCB-A778-A4373B599FFF}" srcId="{9B3DD12F-9C7D-4B45-A428-1C0CDE093B6F}" destId="{42631067-866F-4FD1-834C-A20CE157827C}" srcOrd="3" destOrd="0" parTransId="{EC305F4F-E668-4B57-B414-7EE230B1FCAE}" sibTransId="{8846D82B-A765-4AB4-A3D7-6001AE1C6771}"/>
    <dgm:cxn modelId="{31187CD9-B625-443A-8B75-E5C8338AE5DE}" type="presOf" srcId="{9B3DD12F-9C7D-4B45-A428-1C0CDE093B6F}" destId="{F0B24DE8-183B-4F79-9113-FCB07EBE976E}" srcOrd="0" destOrd="0" presId="urn:microsoft.com/office/officeart/2005/8/layout/matrix3"/>
    <dgm:cxn modelId="{654A41F6-AC47-4B83-8E1E-236B8D5952E1}" type="presOf" srcId="{42631067-866F-4FD1-834C-A20CE157827C}" destId="{6C0EBFFE-E819-4137-8715-BA5C6DFA5F1B}" srcOrd="0" destOrd="0" presId="urn:microsoft.com/office/officeart/2005/8/layout/matrix3"/>
    <dgm:cxn modelId="{35C5D730-A229-4586-BF57-7EBC43B1B479}" type="presParOf" srcId="{F0B24DE8-183B-4F79-9113-FCB07EBE976E}" destId="{0F4B6BDC-D1B5-4B5B-A7D0-06CDA2DDAE34}" srcOrd="0" destOrd="0" presId="urn:microsoft.com/office/officeart/2005/8/layout/matrix3"/>
    <dgm:cxn modelId="{7D182DD9-81E0-451B-8B17-721D2CBA97D1}" type="presParOf" srcId="{F0B24DE8-183B-4F79-9113-FCB07EBE976E}" destId="{36709BD9-2C0A-41B0-8BAE-FD86558F55B5}" srcOrd="1" destOrd="0" presId="urn:microsoft.com/office/officeart/2005/8/layout/matrix3"/>
    <dgm:cxn modelId="{2EF5DE15-143C-4366-94BA-1BDEE10BE299}" type="presParOf" srcId="{F0B24DE8-183B-4F79-9113-FCB07EBE976E}" destId="{D89C457C-61E8-4D51-A53A-AA03C7D99C23}" srcOrd="2" destOrd="0" presId="urn:microsoft.com/office/officeart/2005/8/layout/matrix3"/>
    <dgm:cxn modelId="{945B3E5A-2C80-4E36-AEBC-542090157180}" type="presParOf" srcId="{F0B24DE8-183B-4F79-9113-FCB07EBE976E}" destId="{1312E25A-4EBE-4AE0-A3A0-E62FFD4342CB}" srcOrd="3" destOrd="0" presId="urn:microsoft.com/office/officeart/2005/8/layout/matrix3"/>
    <dgm:cxn modelId="{DAEFDDC7-ACC9-461A-ABD4-E5B8D2FE1B05}" type="presParOf" srcId="{F0B24DE8-183B-4F79-9113-FCB07EBE976E}" destId="{6C0EBFFE-E819-4137-8715-BA5C6DFA5F1B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9B3DD12F-9C7D-4B45-A428-1C0CDE093B6F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FD1E1EF-5E0D-4070-8062-660EACFFB23D}">
      <dgm:prSet/>
      <dgm:spPr/>
      <dgm:t>
        <a:bodyPr/>
        <a:lstStyle/>
        <a:p>
          <a:r>
            <a:rPr lang="ru-RU" b="0" i="0"/>
            <a:t>1, 3, 4, 6</a:t>
          </a:r>
          <a:endParaRPr lang="uk-UA"/>
        </a:p>
      </dgm:t>
    </dgm:pt>
    <dgm:pt modelId="{2EC1583B-4F14-4242-9CED-E3FAF8C0649D}" type="parTrans" cxnId="{03398809-3C73-41FA-954E-4D7478C8699D}">
      <dgm:prSet/>
      <dgm:spPr/>
      <dgm:t>
        <a:bodyPr/>
        <a:lstStyle/>
        <a:p>
          <a:endParaRPr lang="uk-UA"/>
        </a:p>
      </dgm:t>
    </dgm:pt>
    <dgm:pt modelId="{4FC67681-3148-426A-9C4D-8EB70B5797F6}" type="sibTrans" cxnId="{03398809-3C73-41FA-954E-4D7478C8699D}">
      <dgm:prSet/>
      <dgm:spPr/>
      <dgm:t>
        <a:bodyPr/>
        <a:lstStyle/>
        <a:p>
          <a:endParaRPr lang="uk-UA"/>
        </a:p>
      </dgm:t>
    </dgm:pt>
    <dgm:pt modelId="{5846B0BF-12F5-4570-AECC-60BB15AD7380}">
      <dgm:prSet/>
      <dgm:spPr/>
      <dgm:t>
        <a:bodyPr/>
        <a:lstStyle/>
        <a:p>
          <a:r>
            <a:rPr lang="ru-RU" b="0" i="0"/>
            <a:t>2, 4, 5, 7</a:t>
          </a:r>
          <a:endParaRPr lang="uk-UA"/>
        </a:p>
      </dgm:t>
    </dgm:pt>
    <dgm:pt modelId="{59724AA8-C2D6-4147-B638-757E8E78CB7F}" type="parTrans" cxnId="{8A6B034F-10BF-4365-9F25-0C17610BD12E}">
      <dgm:prSet/>
      <dgm:spPr/>
      <dgm:t>
        <a:bodyPr/>
        <a:lstStyle/>
        <a:p>
          <a:endParaRPr lang="uk-UA"/>
        </a:p>
      </dgm:t>
    </dgm:pt>
    <dgm:pt modelId="{4ECFF429-E28E-485D-84B1-A9160CB59F60}" type="sibTrans" cxnId="{8A6B034F-10BF-4365-9F25-0C17610BD12E}">
      <dgm:prSet/>
      <dgm:spPr/>
      <dgm:t>
        <a:bodyPr/>
        <a:lstStyle/>
        <a:p>
          <a:endParaRPr lang="uk-UA"/>
        </a:p>
      </dgm:t>
    </dgm:pt>
    <dgm:pt modelId="{A0A1F5F2-34B0-4173-8C7F-778F92DA6C08}">
      <dgm:prSet/>
      <dgm:spPr/>
      <dgm:t>
        <a:bodyPr/>
        <a:lstStyle/>
        <a:p>
          <a:r>
            <a:rPr lang="ru-RU" b="0" i="0"/>
            <a:t>1, 3, 4, 5</a:t>
          </a:r>
          <a:endParaRPr lang="uk-UA"/>
        </a:p>
      </dgm:t>
    </dgm:pt>
    <dgm:pt modelId="{A7BE3C48-CDFA-4C02-93EF-F1DF8C5E7A05}" type="parTrans" cxnId="{5EA3B66D-6535-4754-B250-2EB37EFE14F8}">
      <dgm:prSet/>
      <dgm:spPr/>
      <dgm:t>
        <a:bodyPr/>
        <a:lstStyle/>
        <a:p>
          <a:endParaRPr lang="uk-UA"/>
        </a:p>
      </dgm:t>
    </dgm:pt>
    <dgm:pt modelId="{B556516C-0D9F-4F0C-ACFA-AB81C2B092BB}" type="sibTrans" cxnId="{5EA3B66D-6535-4754-B250-2EB37EFE14F8}">
      <dgm:prSet/>
      <dgm:spPr/>
      <dgm:t>
        <a:bodyPr/>
        <a:lstStyle/>
        <a:p>
          <a:endParaRPr lang="uk-UA"/>
        </a:p>
      </dgm:t>
    </dgm:pt>
    <dgm:pt modelId="{42631067-866F-4FD1-834C-A20CE157827C}">
      <dgm:prSet/>
      <dgm:spPr/>
      <dgm:t>
        <a:bodyPr/>
        <a:lstStyle/>
        <a:p>
          <a:r>
            <a:rPr lang="ru-RU" b="0" i="0"/>
            <a:t>2, 3, 6, 7</a:t>
          </a:r>
          <a:endParaRPr lang="uk-UA"/>
        </a:p>
      </dgm:t>
    </dgm:pt>
    <dgm:pt modelId="{EC305F4F-E668-4B57-B414-7EE230B1FCAE}" type="parTrans" cxnId="{BBD6AB7A-9349-4FCB-A778-A4373B599FFF}">
      <dgm:prSet/>
      <dgm:spPr/>
      <dgm:t>
        <a:bodyPr/>
        <a:lstStyle/>
        <a:p>
          <a:endParaRPr lang="uk-UA"/>
        </a:p>
      </dgm:t>
    </dgm:pt>
    <dgm:pt modelId="{8846D82B-A765-4AB4-A3D7-6001AE1C6771}" type="sibTrans" cxnId="{BBD6AB7A-9349-4FCB-A778-A4373B599FFF}">
      <dgm:prSet/>
      <dgm:spPr/>
      <dgm:t>
        <a:bodyPr/>
        <a:lstStyle/>
        <a:p>
          <a:endParaRPr lang="uk-UA"/>
        </a:p>
      </dgm:t>
    </dgm:pt>
    <dgm:pt modelId="{F0B24DE8-183B-4F79-9113-FCB07EBE976E}" type="pres">
      <dgm:prSet presAssocID="{9B3DD12F-9C7D-4B45-A428-1C0CDE093B6F}" presName="matrix" presStyleCnt="0">
        <dgm:presLayoutVars>
          <dgm:chMax val="1"/>
          <dgm:dir/>
          <dgm:resizeHandles val="exact"/>
        </dgm:presLayoutVars>
      </dgm:prSet>
      <dgm:spPr/>
    </dgm:pt>
    <dgm:pt modelId="{0F4B6BDC-D1B5-4B5B-A7D0-06CDA2DDAE34}" type="pres">
      <dgm:prSet presAssocID="{9B3DD12F-9C7D-4B45-A428-1C0CDE093B6F}" presName="diamond" presStyleLbl="bgShp" presStyleIdx="0" presStyleCnt="1"/>
      <dgm:spPr/>
    </dgm:pt>
    <dgm:pt modelId="{36709BD9-2C0A-41B0-8BAE-FD86558F55B5}" type="pres">
      <dgm:prSet presAssocID="{9B3DD12F-9C7D-4B45-A428-1C0CDE093B6F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89C457C-61E8-4D51-A53A-AA03C7D99C23}" type="pres">
      <dgm:prSet presAssocID="{9B3DD12F-9C7D-4B45-A428-1C0CDE093B6F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312E25A-4EBE-4AE0-A3A0-E62FFD4342CB}" type="pres">
      <dgm:prSet presAssocID="{9B3DD12F-9C7D-4B45-A428-1C0CDE093B6F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C0EBFFE-E819-4137-8715-BA5C6DFA5F1B}" type="pres">
      <dgm:prSet presAssocID="{9B3DD12F-9C7D-4B45-A428-1C0CDE093B6F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3398809-3C73-41FA-954E-4D7478C8699D}" srcId="{9B3DD12F-9C7D-4B45-A428-1C0CDE093B6F}" destId="{0FD1E1EF-5E0D-4070-8062-660EACFFB23D}" srcOrd="0" destOrd="0" parTransId="{2EC1583B-4F14-4242-9CED-E3FAF8C0649D}" sibTransId="{4FC67681-3148-426A-9C4D-8EB70B5797F6}"/>
    <dgm:cxn modelId="{DCD7C846-5252-4085-8610-6F9B1C81DEB2}" type="presOf" srcId="{A0A1F5F2-34B0-4173-8C7F-778F92DA6C08}" destId="{1312E25A-4EBE-4AE0-A3A0-E62FFD4342CB}" srcOrd="0" destOrd="0" presId="urn:microsoft.com/office/officeart/2005/8/layout/matrix3"/>
    <dgm:cxn modelId="{B21D8447-36FF-4324-A748-B18FD327652F}" type="presOf" srcId="{0FD1E1EF-5E0D-4070-8062-660EACFFB23D}" destId="{36709BD9-2C0A-41B0-8BAE-FD86558F55B5}" srcOrd="0" destOrd="0" presId="urn:microsoft.com/office/officeart/2005/8/layout/matrix3"/>
    <dgm:cxn modelId="{5EA3B66D-6535-4754-B250-2EB37EFE14F8}" srcId="{9B3DD12F-9C7D-4B45-A428-1C0CDE093B6F}" destId="{A0A1F5F2-34B0-4173-8C7F-778F92DA6C08}" srcOrd="2" destOrd="0" parTransId="{A7BE3C48-CDFA-4C02-93EF-F1DF8C5E7A05}" sibTransId="{B556516C-0D9F-4F0C-ACFA-AB81C2B092BB}"/>
    <dgm:cxn modelId="{8A6B034F-10BF-4365-9F25-0C17610BD12E}" srcId="{9B3DD12F-9C7D-4B45-A428-1C0CDE093B6F}" destId="{5846B0BF-12F5-4570-AECC-60BB15AD7380}" srcOrd="1" destOrd="0" parTransId="{59724AA8-C2D6-4147-B638-757E8E78CB7F}" sibTransId="{4ECFF429-E28E-485D-84B1-A9160CB59F60}"/>
    <dgm:cxn modelId="{15CE1D4F-2548-4ED0-91B0-1CDA20264654}" type="presOf" srcId="{5846B0BF-12F5-4570-AECC-60BB15AD7380}" destId="{D89C457C-61E8-4D51-A53A-AA03C7D99C23}" srcOrd="0" destOrd="0" presId="urn:microsoft.com/office/officeart/2005/8/layout/matrix3"/>
    <dgm:cxn modelId="{BBD6AB7A-9349-4FCB-A778-A4373B599FFF}" srcId="{9B3DD12F-9C7D-4B45-A428-1C0CDE093B6F}" destId="{42631067-866F-4FD1-834C-A20CE157827C}" srcOrd="3" destOrd="0" parTransId="{EC305F4F-E668-4B57-B414-7EE230B1FCAE}" sibTransId="{8846D82B-A765-4AB4-A3D7-6001AE1C6771}"/>
    <dgm:cxn modelId="{31187CD9-B625-443A-8B75-E5C8338AE5DE}" type="presOf" srcId="{9B3DD12F-9C7D-4B45-A428-1C0CDE093B6F}" destId="{F0B24DE8-183B-4F79-9113-FCB07EBE976E}" srcOrd="0" destOrd="0" presId="urn:microsoft.com/office/officeart/2005/8/layout/matrix3"/>
    <dgm:cxn modelId="{654A41F6-AC47-4B83-8E1E-236B8D5952E1}" type="presOf" srcId="{42631067-866F-4FD1-834C-A20CE157827C}" destId="{6C0EBFFE-E819-4137-8715-BA5C6DFA5F1B}" srcOrd="0" destOrd="0" presId="urn:microsoft.com/office/officeart/2005/8/layout/matrix3"/>
    <dgm:cxn modelId="{35C5D730-A229-4586-BF57-7EBC43B1B479}" type="presParOf" srcId="{F0B24DE8-183B-4F79-9113-FCB07EBE976E}" destId="{0F4B6BDC-D1B5-4B5B-A7D0-06CDA2DDAE34}" srcOrd="0" destOrd="0" presId="urn:microsoft.com/office/officeart/2005/8/layout/matrix3"/>
    <dgm:cxn modelId="{7D182DD9-81E0-451B-8B17-721D2CBA97D1}" type="presParOf" srcId="{F0B24DE8-183B-4F79-9113-FCB07EBE976E}" destId="{36709BD9-2C0A-41B0-8BAE-FD86558F55B5}" srcOrd="1" destOrd="0" presId="urn:microsoft.com/office/officeart/2005/8/layout/matrix3"/>
    <dgm:cxn modelId="{2EF5DE15-143C-4366-94BA-1BDEE10BE299}" type="presParOf" srcId="{F0B24DE8-183B-4F79-9113-FCB07EBE976E}" destId="{D89C457C-61E8-4D51-A53A-AA03C7D99C23}" srcOrd="2" destOrd="0" presId="urn:microsoft.com/office/officeart/2005/8/layout/matrix3"/>
    <dgm:cxn modelId="{945B3E5A-2C80-4E36-AEBC-542090157180}" type="presParOf" srcId="{F0B24DE8-183B-4F79-9113-FCB07EBE976E}" destId="{1312E25A-4EBE-4AE0-A3A0-E62FFD4342CB}" srcOrd="3" destOrd="0" presId="urn:microsoft.com/office/officeart/2005/8/layout/matrix3"/>
    <dgm:cxn modelId="{DAEFDDC7-ACC9-461A-ABD4-E5B8D2FE1B05}" type="presParOf" srcId="{F0B24DE8-183B-4F79-9113-FCB07EBE976E}" destId="{6C0EBFFE-E819-4137-8715-BA5C6DFA5F1B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7D52AC47-9EB0-46F6-934C-07C18EA60F2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5E09B36-6A3F-4C6E-B20E-16617990E429}">
      <dgm:prSet/>
      <dgm:spPr/>
      <dgm:t>
        <a:bodyPr/>
        <a:lstStyle/>
        <a:p>
          <a:r>
            <a:rPr lang="uk-UA" b="0" i="0"/>
            <a:t>поділ Київської митрополії на дві частини з центрами в Києві та Москві</a:t>
          </a:r>
          <a:endParaRPr lang="uk-UA"/>
        </a:p>
      </dgm:t>
    </dgm:pt>
    <dgm:pt modelId="{994110E3-258B-4E47-A350-D4D2178BBC2E}" type="parTrans" cxnId="{69305B31-453B-4A39-AEC3-2485E8D6B505}">
      <dgm:prSet/>
      <dgm:spPr/>
      <dgm:t>
        <a:bodyPr/>
        <a:lstStyle/>
        <a:p>
          <a:endParaRPr lang="uk-UA"/>
        </a:p>
      </dgm:t>
    </dgm:pt>
    <dgm:pt modelId="{22D90FA8-619C-4B19-BB04-25D101A6FABD}" type="sibTrans" cxnId="{69305B31-453B-4A39-AEC3-2485E8D6B505}">
      <dgm:prSet/>
      <dgm:spPr/>
      <dgm:t>
        <a:bodyPr/>
        <a:lstStyle/>
        <a:p>
          <a:endParaRPr lang="uk-UA"/>
        </a:p>
      </dgm:t>
    </dgm:pt>
    <dgm:pt modelId="{1C497532-A199-4E65-A155-C8E3EFE45F07}">
      <dgm:prSet/>
      <dgm:spPr/>
      <dgm:t>
        <a:bodyPr/>
        <a:lstStyle/>
        <a:p>
          <a:r>
            <a:rPr lang="uk-UA" b="0" i="0"/>
            <a:t>висвячення митрополитом Київським Йова Борецького</a:t>
          </a:r>
          <a:endParaRPr lang="uk-UA"/>
        </a:p>
      </dgm:t>
    </dgm:pt>
    <dgm:pt modelId="{FE355C87-B4AC-4367-975A-B8D3ACECD7E1}" type="parTrans" cxnId="{69B679F8-CCFD-4AD6-BF63-63DB35285AE6}">
      <dgm:prSet/>
      <dgm:spPr/>
      <dgm:t>
        <a:bodyPr/>
        <a:lstStyle/>
        <a:p>
          <a:endParaRPr lang="uk-UA"/>
        </a:p>
      </dgm:t>
    </dgm:pt>
    <dgm:pt modelId="{0131B6C9-7B11-4251-B514-9AD7BF4EDF97}" type="sibTrans" cxnId="{69B679F8-CCFD-4AD6-BF63-63DB35285AE6}">
      <dgm:prSet/>
      <dgm:spPr/>
      <dgm:t>
        <a:bodyPr/>
        <a:lstStyle/>
        <a:p>
          <a:endParaRPr lang="uk-UA"/>
        </a:p>
      </dgm:t>
    </dgm:pt>
    <dgm:pt modelId="{1A9F72E2-7A36-4FFE-8C1A-34B11FEDA1B1}">
      <dgm:prSet/>
      <dgm:spPr/>
      <dgm:t>
        <a:bodyPr/>
        <a:lstStyle/>
        <a:p>
          <a:r>
            <a:rPr lang="uk-UA" b="0" i="0"/>
            <a:t>прийняття «Статей заспокоєння руського народу»</a:t>
          </a:r>
          <a:endParaRPr lang="uk-UA"/>
        </a:p>
      </dgm:t>
    </dgm:pt>
    <dgm:pt modelId="{63750B38-6BBD-441F-BCC3-A734A8DB52F4}" type="parTrans" cxnId="{27F0D467-847D-4E1A-9B9E-F47537EF1C1A}">
      <dgm:prSet/>
      <dgm:spPr/>
      <dgm:t>
        <a:bodyPr/>
        <a:lstStyle/>
        <a:p>
          <a:endParaRPr lang="uk-UA"/>
        </a:p>
      </dgm:t>
    </dgm:pt>
    <dgm:pt modelId="{257BF46C-DB70-4F88-A926-4F3672544440}" type="sibTrans" cxnId="{27F0D467-847D-4E1A-9B9E-F47537EF1C1A}">
      <dgm:prSet/>
      <dgm:spPr/>
      <dgm:t>
        <a:bodyPr/>
        <a:lstStyle/>
        <a:p>
          <a:endParaRPr lang="uk-UA"/>
        </a:p>
      </dgm:t>
    </dgm:pt>
    <dgm:pt modelId="{761AECF7-33A4-41EF-80DB-461F4F31D710}">
      <dgm:prSet/>
      <dgm:spPr/>
      <dgm:t>
        <a:bodyPr/>
        <a:lstStyle/>
        <a:p>
          <a:r>
            <a:rPr lang="uk-UA" b="0" i="0"/>
            <a:t>затвердження статуту Львівського Успенського братства</a:t>
          </a:r>
          <a:endParaRPr lang="uk-UA"/>
        </a:p>
      </dgm:t>
    </dgm:pt>
    <dgm:pt modelId="{3C77C7AE-5C0B-47AE-845F-2EAA9688298B}" type="parTrans" cxnId="{51ACA094-CA03-4067-B768-38F39F87B34A}">
      <dgm:prSet/>
      <dgm:spPr/>
      <dgm:t>
        <a:bodyPr/>
        <a:lstStyle/>
        <a:p>
          <a:endParaRPr lang="uk-UA"/>
        </a:p>
      </dgm:t>
    </dgm:pt>
    <dgm:pt modelId="{B83A360E-C75E-4417-A33A-2A2B028F5ED9}" type="sibTrans" cxnId="{51ACA094-CA03-4067-B768-38F39F87B34A}">
      <dgm:prSet/>
      <dgm:spPr/>
      <dgm:t>
        <a:bodyPr/>
        <a:lstStyle/>
        <a:p>
          <a:endParaRPr lang="uk-UA"/>
        </a:p>
      </dgm:t>
    </dgm:pt>
    <dgm:pt modelId="{06CCEC27-432D-466C-8274-A4C46A77E924}" type="pres">
      <dgm:prSet presAssocID="{7D52AC47-9EB0-46F6-934C-07C18EA60F21}" presName="linear" presStyleCnt="0">
        <dgm:presLayoutVars>
          <dgm:animLvl val="lvl"/>
          <dgm:resizeHandles val="exact"/>
        </dgm:presLayoutVars>
      </dgm:prSet>
      <dgm:spPr/>
    </dgm:pt>
    <dgm:pt modelId="{2C5EF14A-5447-4E90-8ED5-D11F80FAF5F0}" type="pres">
      <dgm:prSet presAssocID="{D5E09B36-6A3F-4C6E-B20E-16617990E42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F30EC69-1973-4882-ACC2-D518C75FCF79}" type="pres">
      <dgm:prSet presAssocID="{22D90FA8-619C-4B19-BB04-25D101A6FABD}" presName="spacer" presStyleCnt="0"/>
      <dgm:spPr/>
    </dgm:pt>
    <dgm:pt modelId="{755F8128-E9F7-490E-9176-C95623F82749}" type="pres">
      <dgm:prSet presAssocID="{1C497532-A199-4E65-A155-C8E3EFE45F0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C77FC7E-E70D-4335-BE15-E02C9230EF89}" type="pres">
      <dgm:prSet presAssocID="{0131B6C9-7B11-4251-B514-9AD7BF4EDF97}" presName="spacer" presStyleCnt="0"/>
      <dgm:spPr/>
    </dgm:pt>
    <dgm:pt modelId="{C42094FB-B15B-46E6-BA10-9B3A3BBE1C97}" type="pres">
      <dgm:prSet presAssocID="{1A9F72E2-7A36-4FFE-8C1A-34B11FEDA1B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1541BC9-4485-4B69-A4E5-083BAC790368}" type="pres">
      <dgm:prSet presAssocID="{257BF46C-DB70-4F88-A926-4F3672544440}" presName="spacer" presStyleCnt="0"/>
      <dgm:spPr/>
    </dgm:pt>
    <dgm:pt modelId="{172D654A-7BB0-4934-9235-B64863E36FFA}" type="pres">
      <dgm:prSet presAssocID="{761AECF7-33A4-41EF-80DB-461F4F31D71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6DF6606-7ADF-474E-A8FD-EF4806BE9F7C}" type="presOf" srcId="{761AECF7-33A4-41EF-80DB-461F4F31D710}" destId="{172D654A-7BB0-4934-9235-B64863E36FFA}" srcOrd="0" destOrd="0" presId="urn:microsoft.com/office/officeart/2005/8/layout/vList2"/>
    <dgm:cxn modelId="{69305B31-453B-4A39-AEC3-2485E8D6B505}" srcId="{7D52AC47-9EB0-46F6-934C-07C18EA60F21}" destId="{D5E09B36-6A3F-4C6E-B20E-16617990E429}" srcOrd="0" destOrd="0" parTransId="{994110E3-258B-4E47-A350-D4D2178BBC2E}" sibTransId="{22D90FA8-619C-4B19-BB04-25D101A6FABD}"/>
    <dgm:cxn modelId="{0C7E4841-D7A2-4F07-A3C0-21998305811B}" type="presOf" srcId="{1A9F72E2-7A36-4FFE-8C1A-34B11FEDA1B1}" destId="{C42094FB-B15B-46E6-BA10-9B3A3BBE1C97}" srcOrd="0" destOrd="0" presId="urn:microsoft.com/office/officeart/2005/8/layout/vList2"/>
    <dgm:cxn modelId="{27F0D467-847D-4E1A-9B9E-F47537EF1C1A}" srcId="{7D52AC47-9EB0-46F6-934C-07C18EA60F21}" destId="{1A9F72E2-7A36-4FFE-8C1A-34B11FEDA1B1}" srcOrd="2" destOrd="0" parTransId="{63750B38-6BBD-441F-BCC3-A734A8DB52F4}" sibTransId="{257BF46C-DB70-4F88-A926-4F3672544440}"/>
    <dgm:cxn modelId="{51ACA094-CA03-4067-B768-38F39F87B34A}" srcId="{7D52AC47-9EB0-46F6-934C-07C18EA60F21}" destId="{761AECF7-33A4-41EF-80DB-461F4F31D710}" srcOrd="3" destOrd="0" parTransId="{3C77C7AE-5C0B-47AE-845F-2EAA9688298B}" sibTransId="{B83A360E-C75E-4417-A33A-2A2B028F5ED9}"/>
    <dgm:cxn modelId="{A15481C8-F471-422F-BE77-84E0EC8F440D}" type="presOf" srcId="{7D52AC47-9EB0-46F6-934C-07C18EA60F21}" destId="{06CCEC27-432D-466C-8274-A4C46A77E924}" srcOrd="0" destOrd="0" presId="urn:microsoft.com/office/officeart/2005/8/layout/vList2"/>
    <dgm:cxn modelId="{A80761D2-65F2-4D37-9AD4-82187921F852}" type="presOf" srcId="{D5E09B36-6A3F-4C6E-B20E-16617990E429}" destId="{2C5EF14A-5447-4E90-8ED5-D11F80FAF5F0}" srcOrd="0" destOrd="0" presId="urn:microsoft.com/office/officeart/2005/8/layout/vList2"/>
    <dgm:cxn modelId="{144DE6DD-0C9C-45FE-98B7-7E47A210519E}" type="presOf" srcId="{1C497532-A199-4E65-A155-C8E3EFE45F07}" destId="{755F8128-E9F7-490E-9176-C95623F82749}" srcOrd="0" destOrd="0" presId="urn:microsoft.com/office/officeart/2005/8/layout/vList2"/>
    <dgm:cxn modelId="{69B679F8-CCFD-4AD6-BF63-63DB35285AE6}" srcId="{7D52AC47-9EB0-46F6-934C-07C18EA60F21}" destId="{1C497532-A199-4E65-A155-C8E3EFE45F07}" srcOrd="1" destOrd="0" parTransId="{FE355C87-B4AC-4367-975A-B8D3ACECD7E1}" sibTransId="{0131B6C9-7B11-4251-B514-9AD7BF4EDF97}"/>
    <dgm:cxn modelId="{6CD6E6AC-2A7A-4C3D-B928-F9F63AB85F2B}" type="presParOf" srcId="{06CCEC27-432D-466C-8274-A4C46A77E924}" destId="{2C5EF14A-5447-4E90-8ED5-D11F80FAF5F0}" srcOrd="0" destOrd="0" presId="urn:microsoft.com/office/officeart/2005/8/layout/vList2"/>
    <dgm:cxn modelId="{2FF4A40B-4E75-4C5B-B1AA-2681FDE637F0}" type="presParOf" srcId="{06CCEC27-432D-466C-8274-A4C46A77E924}" destId="{8F30EC69-1973-4882-ACC2-D518C75FCF79}" srcOrd="1" destOrd="0" presId="urn:microsoft.com/office/officeart/2005/8/layout/vList2"/>
    <dgm:cxn modelId="{805ADD3A-3C5B-42D6-A895-C59A3A4E080D}" type="presParOf" srcId="{06CCEC27-432D-466C-8274-A4C46A77E924}" destId="{755F8128-E9F7-490E-9176-C95623F82749}" srcOrd="2" destOrd="0" presId="urn:microsoft.com/office/officeart/2005/8/layout/vList2"/>
    <dgm:cxn modelId="{D120015D-A851-4192-AEB1-D0D24B0AC5A9}" type="presParOf" srcId="{06CCEC27-432D-466C-8274-A4C46A77E924}" destId="{7C77FC7E-E70D-4335-BE15-E02C9230EF89}" srcOrd="3" destOrd="0" presId="urn:microsoft.com/office/officeart/2005/8/layout/vList2"/>
    <dgm:cxn modelId="{EB5817B5-1424-4BA4-8FD5-65B106525955}" type="presParOf" srcId="{06CCEC27-432D-466C-8274-A4C46A77E924}" destId="{C42094FB-B15B-46E6-BA10-9B3A3BBE1C97}" srcOrd="4" destOrd="0" presId="urn:microsoft.com/office/officeart/2005/8/layout/vList2"/>
    <dgm:cxn modelId="{EAAFC6F9-2307-4E4C-B7FA-60ABB73F3687}" type="presParOf" srcId="{06CCEC27-432D-466C-8274-A4C46A77E924}" destId="{41541BC9-4485-4B69-A4E5-083BAC790368}" srcOrd="5" destOrd="0" presId="urn:microsoft.com/office/officeart/2005/8/layout/vList2"/>
    <dgm:cxn modelId="{3DE0D074-DE99-4939-BE36-42E467830ED5}" type="presParOf" srcId="{06CCEC27-432D-466C-8274-A4C46A77E924}" destId="{172D654A-7BB0-4934-9235-B64863E36FF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728D5267-C6EF-41F4-868D-A913D159280C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0560F776-4C27-4447-9BC1-BAA52E3DC578}">
      <dgm:prSet/>
      <dgm:spPr/>
      <dgm:t>
        <a:bodyPr/>
        <a:lstStyle/>
        <a:p>
          <a:r>
            <a:rPr lang="uk-UA" b="0" i="0"/>
            <a:t>укладення Берестейської церковної унії та утворення греко-католицької церкви.</a:t>
          </a:r>
          <a:endParaRPr lang="uk-UA"/>
        </a:p>
      </dgm:t>
    </dgm:pt>
    <dgm:pt modelId="{3D3C80AD-1281-4668-936C-2D6C98C0D040}" type="parTrans" cxnId="{C6F62A65-092C-46A7-B770-389E9EAB284A}">
      <dgm:prSet/>
      <dgm:spPr/>
      <dgm:t>
        <a:bodyPr/>
        <a:lstStyle/>
        <a:p>
          <a:endParaRPr lang="uk-UA"/>
        </a:p>
      </dgm:t>
    </dgm:pt>
    <dgm:pt modelId="{E19E3214-E77F-49B7-9E9B-481CF66E8149}" type="sibTrans" cxnId="{C6F62A65-092C-46A7-B770-389E9EAB284A}">
      <dgm:prSet/>
      <dgm:spPr/>
      <dgm:t>
        <a:bodyPr/>
        <a:lstStyle/>
        <a:p>
          <a:endParaRPr lang="uk-UA"/>
        </a:p>
      </dgm:t>
    </dgm:pt>
    <dgm:pt modelId="{A44F4725-F17C-4AC8-9695-BBA24BF04002}">
      <dgm:prSet/>
      <dgm:spPr/>
      <dgm:t>
        <a:bodyPr/>
        <a:lstStyle/>
        <a:p>
          <a:r>
            <a:rPr lang="uk-UA" b="0" i="0"/>
            <a:t>надання прав і привілеїв реєстровому козацтву.</a:t>
          </a:r>
          <a:endParaRPr lang="uk-UA"/>
        </a:p>
      </dgm:t>
    </dgm:pt>
    <dgm:pt modelId="{39F332DC-399D-4FCC-B0A1-043440399E6E}" type="parTrans" cxnId="{9A3C2819-B701-4408-AFF4-B56764950E4D}">
      <dgm:prSet/>
      <dgm:spPr/>
      <dgm:t>
        <a:bodyPr/>
        <a:lstStyle/>
        <a:p>
          <a:endParaRPr lang="uk-UA"/>
        </a:p>
      </dgm:t>
    </dgm:pt>
    <dgm:pt modelId="{E96DD37A-22C3-45BC-8AFF-4701093B9BC1}" type="sibTrans" cxnId="{9A3C2819-B701-4408-AFF4-B56764950E4D}">
      <dgm:prSet/>
      <dgm:spPr/>
      <dgm:t>
        <a:bodyPr/>
        <a:lstStyle/>
        <a:p>
          <a:endParaRPr lang="uk-UA"/>
        </a:p>
      </dgm:t>
    </dgm:pt>
    <dgm:pt modelId="{9F87D150-EEF4-42CC-96C8-D7DDEEC2E985}">
      <dgm:prSet/>
      <dgm:spPr>
        <a:solidFill>
          <a:srgbClr val="0070C0"/>
        </a:solidFill>
      </dgm:spPr>
      <dgm:t>
        <a:bodyPr/>
        <a:lstStyle/>
        <a:p>
          <a:r>
            <a:rPr lang="uk-UA" b="0" i="0"/>
            <a:t>відновлення та легалізація православної церкви в Речі Посполитій.</a:t>
          </a:r>
          <a:endParaRPr lang="uk-UA"/>
        </a:p>
      </dgm:t>
    </dgm:pt>
    <dgm:pt modelId="{E43FAD20-A362-4DBB-9B06-38839452FE1D}" type="parTrans" cxnId="{1CA0B18A-17BE-4524-B1F4-5C726334DD81}">
      <dgm:prSet/>
      <dgm:spPr/>
      <dgm:t>
        <a:bodyPr/>
        <a:lstStyle/>
        <a:p>
          <a:endParaRPr lang="uk-UA"/>
        </a:p>
      </dgm:t>
    </dgm:pt>
    <dgm:pt modelId="{B10CF56F-52DA-4F4A-AB39-BE6F9DB41018}" type="sibTrans" cxnId="{1CA0B18A-17BE-4524-B1F4-5C726334DD81}">
      <dgm:prSet/>
      <dgm:spPr/>
      <dgm:t>
        <a:bodyPr/>
        <a:lstStyle/>
        <a:p>
          <a:endParaRPr lang="uk-UA"/>
        </a:p>
      </dgm:t>
    </dgm:pt>
    <dgm:pt modelId="{1F10D824-4E42-41C7-A1C5-A20735F9A778}">
      <dgm:prSet/>
      <dgm:spPr/>
      <dgm:t>
        <a:bodyPr/>
        <a:lstStyle/>
        <a:p>
          <a:r>
            <a:rPr lang="uk-UA" b="0" i="0"/>
            <a:t>заснування першої відомої Запорозької Січі.</a:t>
          </a:r>
          <a:endParaRPr lang="uk-UA"/>
        </a:p>
      </dgm:t>
    </dgm:pt>
    <dgm:pt modelId="{A207D4BC-174F-4E69-A3E8-4A527C03FCEE}" type="parTrans" cxnId="{D61BA6C5-9D9C-481B-853F-97888266D9E1}">
      <dgm:prSet/>
      <dgm:spPr/>
      <dgm:t>
        <a:bodyPr/>
        <a:lstStyle/>
        <a:p>
          <a:endParaRPr lang="uk-UA"/>
        </a:p>
      </dgm:t>
    </dgm:pt>
    <dgm:pt modelId="{420664AD-D5CE-4648-AFDB-45C69B64A6AC}" type="sibTrans" cxnId="{D61BA6C5-9D9C-481B-853F-97888266D9E1}">
      <dgm:prSet/>
      <dgm:spPr/>
      <dgm:t>
        <a:bodyPr/>
        <a:lstStyle/>
        <a:p>
          <a:endParaRPr lang="uk-UA"/>
        </a:p>
      </dgm:t>
    </dgm:pt>
    <dgm:pt modelId="{0376AB1D-10BD-44CB-ACBF-1227EDD4B7B7}" type="pres">
      <dgm:prSet presAssocID="{728D5267-C6EF-41F4-868D-A913D159280C}" presName="linearFlow" presStyleCnt="0">
        <dgm:presLayoutVars>
          <dgm:dir/>
          <dgm:resizeHandles val="exact"/>
        </dgm:presLayoutVars>
      </dgm:prSet>
      <dgm:spPr/>
    </dgm:pt>
    <dgm:pt modelId="{9E53AFE0-3399-4807-BE91-B0A476D451FC}" type="pres">
      <dgm:prSet presAssocID="{0560F776-4C27-4447-9BC1-BAA52E3DC578}" presName="composite" presStyleCnt="0"/>
      <dgm:spPr/>
    </dgm:pt>
    <dgm:pt modelId="{92EBC65E-62EF-4A7C-8E55-4103B83F5203}" type="pres">
      <dgm:prSet presAssocID="{0560F776-4C27-4447-9BC1-BAA52E3DC578}" presName="imgShp" presStyleLbl="fgImgPlace1" presStyleIdx="0" presStyleCnt="4"/>
      <dgm:spPr/>
    </dgm:pt>
    <dgm:pt modelId="{2A374D5F-7421-443D-8590-5A183A538DD5}" type="pres">
      <dgm:prSet presAssocID="{0560F776-4C27-4447-9BC1-BAA52E3DC578}" presName="txShp" presStyleLbl="node1" presStyleIdx="0" presStyleCnt="4">
        <dgm:presLayoutVars>
          <dgm:bulletEnabled val="1"/>
        </dgm:presLayoutVars>
      </dgm:prSet>
      <dgm:spPr/>
    </dgm:pt>
    <dgm:pt modelId="{BCC693B3-8610-4B2A-ADB7-788C08D96D29}" type="pres">
      <dgm:prSet presAssocID="{E19E3214-E77F-49B7-9E9B-481CF66E8149}" presName="spacing" presStyleCnt="0"/>
      <dgm:spPr/>
    </dgm:pt>
    <dgm:pt modelId="{E5AB6E0A-CCC0-4CD3-B380-B7E9719D25BC}" type="pres">
      <dgm:prSet presAssocID="{A44F4725-F17C-4AC8-9695-BBA24BF04002}" presName="composite" presStyleCnt="0"/>
      <dgm:spPr/>
    </dgm:pt>
    <dgm:pt modelId="{3A038186-F67D-4E60-89F6-DFCE1C8C6EE0}" type="pres">
      <dgm:prSet presAssocID="{A44F4725-F17C-4AC8-9695-BBA24BF04002}" presName="imgShp" presStyleLbl="fgImgPlace1" presStyleIdx="1" presStyleCnt="4"/>
      <dgm:spPr/>
    </dgm:pt>
    <dgm:pt modelId="{E79BCD77-1A18-4D85-B545-1AB847F9FBCD}" type="pres">
      <dgm:prSet presAssocID="{A44F4725-F17C-4AC8-9695-BBA24BF04002}" presName="txShp" presStyleLbl="node1" presStyleIdx="1" presStyleCnt="4">
        <dgm:presLayoutVars>
          <dgm:bulletEnabled val="1"/>
        </dgm:presLayoutVars>
      </dgm:prSet>
      <dgm:spPr/>
    </dgm:pt>
    <dgm:pt modelId="{72CE7F4A-259E-4B92-B901-6522779FBB5E}" type="pres">
      <dgm:prSet presAssocID="{E96DD37A-22C3-45BC-8AFF-4701093B9BC1}" presName="spacing" presStyleCnt="0"/>
      <dgm:spPr/>
    </dgm:pt>
    <dgm:pt modelId="{994FC4C7-4B9C-4B59-910E-929CA0044E78}" type="pres">
      <dgm:prSet presAssocID="{9F87D150-EEF4-42CC-96C8-D7DDEEC2E985}" presName="composite" presStyleCnt="0"/>
      <dgm:spPr/>
    </dgm:pt>
    <dgm:pt modelId="{3667C427-20B9-4FAB-8D85-6D9A21B24272}" type="pres">
      <dgm:prSet presAssocID="{9F87D150-EEF4-42CC-96C8-D7DDEEC2E985}" presName="imgShp" presStyleLbl="fgImgPlace1" presStyleIdx="2" presStyleCnt="4"/>
      <dgm:spPr/>
    </dgm:pt>
    <dgm:pt modelId="{AF025F22-237B-473D-8D82-59F1156304A1}" type="pres">
      <dgm:prSet presAssocID="{9F87D150-EEF4-42CC-96C8-D7DDEEC2E985}" presName="txShp" presStyleLbl="node1" presStyleIdx="2" presStyleCnt="4">
        <dgm:presLayoutVars>
          <dgm:bulletEnabled val="1"/>
        </dgm:presLayoutVars>
      </dgm:prSet>
      <dgm:spPr/>
    </dgm:pt>
    <dgm:pt modelId="{48AE681F-F4B6-471B-A714-32A2B4AF1B6D}" type="pres">
      <dgm:prSet presAssocID="{B10CF56F-52DA-4F4A-AB39-BE6F9DB41018}" presName="spacing" presStyleCnt="0"/>
      <dgm:spPr/>
    </dgm:pt>
    <dgm:pt modelId="{E81BA93F-87F2-4309-BFDE-B113233559CB}" type="pres">
      <dgm:prSet presAssocID="{1F10D824-4E42-41C7-A1C5-A20735F9A778}" presName="composite" presStyleCnt="0"/>
      <dgm:spPr/>
    </dgm:pt>
    <dgm:pt modelId="{BB6DEA3C-6819-4804-A722-029535BC5649}" type="pres">
      <dgm:prSet presAssocID="{1F10D824-4E42-41C7-A1C5-A20735F9A778}" presName="imgShp" presStyleLbl="fgImgPlace1" presStyleIdx="3" presStyleCnt="4"/>
      <dgm:spPr/>
    </dgm:pt>
    <dgm:pt modelId="{C4AC5116-3069-4C50-9729-04EE4594ED14}" type="pres">
      <dgm:prSet presAssocID="{1F10D824-4E42-41C7-A1C5-A20735F9A778}" presName="txShp" presStyleLbl="node1" presStyleIdx="3" presStyleCnt="4">
        <dgm:presLayoutVars>
          <dgm:bulletEnabled val="1"/>
        </dgm:presLayoutVars>
      </dgm:prSet>
      <dgm:spPr/>
    </dgm:pt>
  </dgm:ptLst>
  <dgm:cxnLst>
    <dgm:cxn modelId="{9A3C2819-B701-4408-AFF4-B56764950E4D}" srcId="{728D5267-C6EF-41F4-868D-A913D159280C}" destId="{A44F4725-F17C-4AC8-9695-BBA24BF04002}" srcOrd="1" destOrd="0" parTransId="{39F332DC-399D-4FCC-B0A1-043440399E6E}" sibTransId="{E96DD37A-22C3-45BC-8AFF-4701093B9BC1}"/>
    <dgm:cxn modelId="{C6F62A65-092C-46A7-B770-389E9EAB284A}" srcId="{728D5267-C6EF-41F4-868D-A913D159280C}" destId="{0560F776-4C27-4447-9BC1-BAA52E3DC578}" srcOrd="0" destOrd="0" parTransId="{3D3C80AD-1281-4668-936C-2D6C98C0D040}" sibTransId="{E19E3214-E77F-49B7-9E9B-481CF66E8149}"/>
    <dgm:cxn modelId="{091CC880-1476-40B5-BB5C-2C0B649B4072}" type="presOf" srcId="{A44F4725-F17C-4AC8-9695-BBA24BF04002}" destId="{E79BCD77-1A18-4D85-B545-1AB847F9FBCD}" srcOrd="0" destOrd="0" presId="urn:microsoft.com/office/officeart/2005/8/layout/vList3"/>
    <dgm:cxn modelId="{1CA0B18A-17BE-4524-B1F4-5C726334DD81}" srcId="{728D5267-C6EF-41F4-868D-A913D159280C}" destId="{9F87D150-EEF4-42CC-96C8-D7DDEEC2E985}" srcOrd="2" destOrd="0" parTransId="{E43FAD20-A362-4DBB-9B06-38839452FE1D}" sibTransId="{B10CF56F-52DA-4F4A-AB39-BE6F9DB41018}"/>
    <dgm:cxn modelId="{46970D90-418E-4BCE-8F98-BAF770EBD567}" type="presOf" srcId="{1F10D824-4E42-41C7-A1C5-A20735F9A778}" destId="{C4AC5116-3069-4C50-9729-04EE4594ED14}" srcOrd="0" destOrd="0" presId="urn:microsoft.com/office/officeart/2005/8/layout/vList3"/>
    <dgm:cxn modelId="{123FF598-AB1E-4EDB-BDB1-94121A85F5DA}" type="presOf" srcId="{0560F776-4C27-4447-9BC1-BAA52E3DC578}" destId="{2A374D5F-7421-443D-8590-5A183A538DD5}" srcOrd="0" destOrd="0" presId="urn:microsoft.com/office/officeart/2005/8/layout/vList3"/>
    <dgm:cxn modelId="{8B574FC2-6FD2-4199-A887-D910386CF32D}" type="presOf" srcId="{9F87D150-EEF4-42CC-96C8-D7DDEEC2E985}" destId="{AF025F22-237B-473D-8D82-59F1156304A1}" srcOrd="0" destOrd="0" presId="urn:microsoft.com/office/officeart/2005/8/layout/vList3"/>
    <dgm:cxn modelId="{E9C65AC5-91AF-41DA-A7A6-07C937C36967}" type="presOf" srcId="{728D5267-C6EF-41F4-868D-A913D159280C}" destId="{0376AB1D-10BD-44CB-ACBF-1227EDD4B7B7}" srcOrd="0" destOrd="0" presId="urn:microsoft.com/office/officeart/2005/8/layout/vList3"/>
    <dgm:cxn modelId="{D61BA6C5-9D9C-481B-853F-97888266D9E1}" srcId="{728D5267-C6EF-41F4-868D-A913D159280C}" destId="{1F10D824-4E42-41C7-A1C5-A20735F9A778}" srcOrd="3" destOrd="0" parTransId="{A207D4BC-174F-4E69-A3E8-4A527C03FCEE}" sibTransId="{420664AD-D5CE-4648-AFDB-45C69B64A6AC}"/>
    <dgm:cxn modelId="{123B60FF-73FC-4393-B5E0-759E9EB06F63}" type="presParOf" srcId="{0376AB1D-10BD-44CB-ACBF-1227EDD4B7B7}" destId="{9E53AFE0-3399-4807-BE91-B0A476D451FC}" srcOrd="0" destOrd="0" presId="urn:microsoft.com/office/officeart/2005/8/layout/vList3"/>
    <dgm:cxn modelId="{F95EB36E-43E2-488C-A79E-5B8C010DF568}" type="presParOf" srcId="{9E53AFE0-3399-4807-BE91-B0A476D451FC}" destId="{92EBC65E-62EF-4A7C-8E55-4103B83F5203}" srcOrd="0" destOrd="0" presId="urn:microsoft.com/office/officeart/2005/8/layout/vList3"/>
    <dgm:cxn modelId="{D0739BB0-8FCA-4E43-993C-B866A1B7E8A4}" type="presParOf" srcId="{9E53AFE0-3399-4807-BE91-B0A476D451FC}" destId="{2A374D5F-7421-443D-8590-5A183A538DD5}" srcOrd="1" destOrd="0" presId="urn:microsoft.com/office/officeart/2005/8/layout/vList3"/>
    <dgm:cxn modelId="{1DFC3DE1-5973-4B8F-9EA4-54264EEC8735}" type="presParOf" srcId="{0376AB1D-10BD-44CB-ACBF-1227EDD4B7B7}" destId="{BCC693B3-8610-4B2A-ADB7-788C08D96D29}" srcOrd="1" destOrd="0" presId="urn:microsoft.com/office/officeart/2005/8/layout/vList3"/>
    <dgm:cxn modelId="{3F129537-30D4-40DE-A8C4-B95ED0887070}" type="presParOf" srcId="{0376AB1D-10BD-44CB-ACBF-1227EDD4B7B7}" destId="{E5AB6E0A-CCC0-4CD3-B380-B7E9719D25BC}" srcOrd="2" destOrd="0" presId="urn:microsoft.com/office/officeart/2005/8/layout/vList3"/>
    <dgm:cxn modelId="{244B4402-7360-4D1C-8F44-4E977491DD7F}" type="presParOf" srcId="{E5AB6E0A-CCC0-4CD3-B380-B7E9719D25BC}" destId="{3A038186-F67D-4E60-89F6-DFCE1C8C6EE0}" srcOrd="0" destOrd="0" presId="urn:microsoft.com/office/officeart/2005/8/layout/vList3"/>
    <dgm:cxn modelId="{880FAA5A-B622-44FD-98A9-D476984B11C6}" type="presParOf" srcId="{E5AB6E0A-CCC0-4CD3-B380-B7E9719D25BC}" destId="{E79BCD77-1A18-4D85-B545-1AB847F9FBCD}" srcOrd="1" destOrd="0" presId="urn:microsoft.com/office/officeart/2005/8/layout/vList3"/>
    <dgm:cxn modelId="{A85DD017-B702-4A7B-AFE9-EB81E11D7E61}" type="presParOf" srcId="{0376AB1D-10BD-44CB-ACBF-1227EDD4B7B7}" destId="{72CE7F4A-259E-4B92-B901-6522779FBB5E}" srcOrd="3" destOrd="0" presId="urn:microsoft.com/office/officeart/2005/8/layout/vList3"/>
    <dgm:cxn modelId="{8E177244-C11B-4548-965C-3EC03D75198D}" type="presParOf" srcId="{0376AB1D-10BD-44CB-ACBF-1227EDD4B7B7}" destId="{994FC4C7-4B9C-4B59-910E-929CA0044E78}" srcOrd="4" destOrd="0" presId="urn:microsoft.com/office/officeart/2005/8/layout/vList3"/>
    <dgm:cxn modelId="{6ECB4651-0ADE-4CE0-8DA0-245DBBB41B5C}" type="presParOf" srcId="{994FC4C7-4B9C-4B59-910E-929CA0044E78}" destId="{3667C427-20B9-4FAB-8D85-6D9A21B24272}" srcOrd="0" destOrd="0" presId="urn:microsoft.com/office/officeart/2005/8/layout/vList3"/>
    <dgm:cxn modelId="{AB27149A-1558-452F-8345-1C38CB2481D5}" type="presParOf" srcId="{994FC4C7-4B9C-4B59-910E-929CA0044E78}" destId="{AF025F22-237B-473D-8D82-59F1156304A1}" srcOrd="1" destOrd="0" presId="urn:microsoft.com/office/officeart/2005/8/layout/vList3"/>
    <dgm:cxn modelId="{065DB9A1-731B-4226-A466-F6A1DA9DCBDE}" type="presParOf" srcId="{0376AB1D-10BD-44CB-ACBF-1227EDD4B7B7}" destId="{48AE681F-F4B6-471B-A714-32A2B4AF1B6D}" srcOrd="5" destOrd="0" presId="urn:microsoft.com/office/officeart/2005/8/layout/vList3"/>
    <dgm:cxn modelId="{FBAAD755-8489-4E7A-8B97-9C8597DCF9B0}" type="presParOf" srcId="{0376AB1D-10BD-44CB-ACBF-1227EDD4B7B7}" destId="{E81BA93F-87F2-4309-BFDE-B113233559CB}" srcOrd="6" destOrd="0" presId="urn:microsoft.com/office/officeart/2005/8/layout/vList3"/>
    <dgm:cxn modelId="{2D694CCA-B906-46CA-9A72-7DF092D997F0}" type="presParOf" srcId="{E81BA93F-87F2-4309-BFDE-B113233559CB}" destId="{BB6DEA3C-6819-4804-A722-029535BC5649}" srcOrd="0" destOrd="0" presId="urn:microsoft.com/office/officeart/2005/8/layout/vList3"/>
    <dgm:cxn modelId="{F6E3811C-E67D-47C1-BFD0-8180A2617A71}" type="presParOf" srcId="{E81BA93F-87F2-4309-BFDE-B113233559CB}" destId="{C4AC5116-3069-4C50-9729-04EE4594ED14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728D5267-C6EF-41F4-868D-A913D159280C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560F776-4C27-4447-9BC1-BAA52E3DC578}">
      <dgm:prSet/>
      <dgm:spPr/>
      <dgm:t>
        <a:bodyPr/>
        <a:lstStyle/>
        <a:p>
          <a:r>
            <a:rPr lang="uk-UA" b="0" i="0"/>
            <a:t>укладення Берестейської церковної унії та утворення греко-католицької церкви.</a:t>
          </a:r>
          <a:endParaRPr lang="uk-UA"/>
        </a:p>
      </dgm:t>
    </dgm:pt>
    <dgm:pt modelId="{3D3C80AD-1281-4668-936C-2D6C98C0D040}" type="parTrans" cxnId="{C6F62A65-092C-46A7-B770-389E9EAB284A}">
      <dgm:prSet/>
      <dgm:spPr/>
      <dgm:t>
        <a:bodyPr/>
        <a:lstStyle/>
        <a:p>
          <a:endParaRPr lang="uk-UA"/>
        </a:p>
      </dgm:t>
    </dgm:pt>
    <dgm:pt modelId="{E19E3214-E77F-49B7-9E9B-481CF66E8149}" type="sibTrans" cxnId="{C6F62A65-092C-46A7-B770-389E9EAB284A}">
      <dgm:prSet/>
      <dgm:spPr/>
      <dgm:t>
        <a:bodyPr/>
        <a:lstStyle/>
        <a:p>
          <a:endParaRPr lang="uk-UA"/>
        </a:p>
      </dgm:t>
    </dgm:pt>
    <dgm:pt modelId="{A44F4725-F17C-4AC8-9695-BBA24BF04002}">
      <dgm:prSet/>
      <dgm:spPr/>
      <dgm:t>
        <a:bodyPr/>
        <a:lstStyle/>
        <a:p>
          <a:r>
            <a:rPr lang="uk-UA" b="0" i="0" dirty="0"/>
            <a:t>надання прав і привілеїв реєстровому козацтву.</a:t>
          </a:r>
          <a:endParaRPr lang="uk-UA" dirty="0"/>
        </a:p>
      </dgm:t>
    </dgm:pt>
    <dgm:pt modelId="{39F332DC-399D-4FCC-B0A1-043440399E6E}" type="parTrans" cxnId="{9A3C2819-B701-4408-AFF4-B56764950E4D}">
      <dgm:prSet/>
      <dgm:spPr/>
      <dgm:t>
        <a:bodyPr/>
        <a:lstStyle/>
        <a:p>
          <a:endParaRPr lang="uk-UA"/>
        </a:p>
      </dgm:t>
    </dgm:pt>
    <dgm:pt modelId="{E96DD37A-22C3-45BC-8AFF-4701093B9BC1}" type="sibTrans" cxnId="{9A3C2819-B701-4408-AFF4-B56764950E4D}">
      <dgm:prSet/>
      <dgm:spPr/>
      <dgm:t>
        <a:bodyPr/>
        <a:lstStyle/>
        <a:p>
          <a:endParaRPr lang="uk-UA"/>
        </a:p>
      </dgm:t>
    </dgm:pt>
    <dgm:pt modelId="{9F87D150-EEF4-42CC-96C8-D7DDEEC2E985}">
      <dgm:prSet/>
      <dgm:spPr/>
      <dgm:t>
        <a:bodyPr/>
        <a:lstStyle/>
        <a:p>
          <a:r>
            <a:rPr lang="uk-UA" b="0" i="0" dirty="0"/>
            <a:t>відновлення та легалізація православної церкви в Речі Посполитій.</a:t>
          </a:r>
          <a:endParaRPr lang="uk-UA" dirty="0"/>
        </a:p>
      </dgm:t>
    </dgm:pt>
    <dgm:pt modelId="{E43FAD20-A362-4DBB-9B06-38839452FE1D}" type="parTrans" cxnId="{1CA0B18A-17BE-4524-B1F4-5C726334DD81}">
      <dgm:prSet/>
      <dgm:spPr/>
      <dgm:t>
        <a:bodyPr/>
        <a:lstStyle/>
        <a:p>
          <a:endParaRPr lang="uk-UA"/>
        </a:p>
      </dgm:t>
    </dgm:pt>
    <dgm:pt modelId="{B10CF56F-52DA-4F4A-AB39-BE6F9DB41018}" type="sibTrans" cxnId="{1CA0B18A-17BE-4524-B1F4-5C726334DD81}">
      <dgm:prSet/>
      <dgm:spPr/>
      <dgm:t>
        <a:bodyPr/>
        <a:lstStyle/>
        <a:p>
          <a:endParaRPr lang="uk-UA"/>
        </a:p>
      </dgm:t>
    </dgm:pt>
    <dgm:pt modelId="{1F10D824-4E42-41C7-A1C5-A20735F9A778}">
      <dgm:prSet/>
      <dgm:spPr/>
      <dgm:t>
        <a:bodyPr/>
        <a:lstStyle/>
        <a:p>
          <a:r>
            <a:rPr lang="uk-UA" b="0" i="0" dirty="0"/>
            <a:t>заснування першої відомої Запорозької Січі.</a:t>
          </a:r>
          <a:endParaRPr lang="uk-UA" dirty="0"/>
        </a:p>
      </dgm:t>
    </dgm:pt>
    <dgm:pt modelId="{A207D4BC-174F-4E69-A3E8-4A527C03FCEE}" type="parTrans" cxnId="{D61BA6C5-9D9C-481B-853F-97888266D9E1}">
      <dgm:prSet/>
      <dgm:spPr/>
      <dgm:t>
        <a:bodyPr/>
        <a:lstStyle/>
        <a:p>
          <a:endParaRPr lang="uk-UA"/>
        </a:p>
      </dgm:t>
    </dgm:pt>
    <dgm:pt modelId="{420664AD-D5CE-4648-AFDB-45C69B64A6AC}" type="sibTrans" cxnId="{D61BA6C5-9D9C-481B-853F-97888266D9E1}">
      <dgm:prSet/>
      <dgm:spPr/>
      <dgm:t>
        <a:bodyPr/>
        <a:lstStyle/>
        <a:p>
          <a:endParaRPr lang="uk-UA"/>
        </a:p>
      </dgm:t>
    </dgm:pt>
    <dgm:pt modelId="{0376AB1D-10BD-44CB-ACBF-1227EDD4B7B7}" type="pres">
      <dgm:prSet presAssocID="{728D5267-C6EF-41F4-868D-A913D159280C}" presName="linearFlow" presStyleCnt="0">
        <dgm:presLayoutVars>
          <dgm:dir/>
          <dgm:resizeHandles val="exact"/>
        </dgm:presLayoutVars>
      </dgm:prSet>
      <dgm:spPr/>
    </dgm:pt>
    <dgm:pt modelId="{9E53AFE0-3399-4807-BE91-B0A476D451FC}" type="pres">
      <dgm:prSet presAssocID="{0560F776-4C27-4447-9BC1-BAA52E3DC578}" presName="composite" presStyleCnt="0"/>
      <dgm:spPr/>
    </dgm:pt>
    <dgm:pt modelId="{92EBC65E-62EF-4A7C-8E55-4103B83F5203}" type="pres">
      <dgm:prSet presAssocID="{0560F776-4C27-4447-9BC1-BAA52E3DC578}" presName="imgShp" presStyleLbl="fgImgPlace1" presStyleIdx="0" presStyleCnt="4"/>
      <dgm:spPr/>
    </dgm:pt>
    <dgm:pt modelId="{2A374D5F-7421-443D-8590-5A183A538DD5}" type="pres">
      <dgm:prSet presAssocID="{0560F776-4C27-4447-9BC1-BAA52E3DC578}" presName="txShp" presStyleLbl="node1" presStyleIdx="0" presStyleCnt="4">
        <dgm:presLayoutVars>
          <dgm:bulletEnabled val="1"/>
        </dgm:presLayoutVars>
      </dgm:prSet>
      <dgm:spPr/>
    </dgm:pt>
    <dgm:pt modelId="{BCC693B3-8610-4B2A-ADB7-788C08D96D29}" type="pres">
      <dgm:prSet presAssocID="{E19E3214-E77F-49B7-9E9B-481CF66E8149}" presName="spacing" presStyleCnt="0"/>
      <dgm:spPr/>
    </dgm:pt>
    <dgm:pt modelId="{E5AB6E0A-CCC0-4CD3-B380-B7E9719D25BC}" type="pres">
      <dgm:prSet presAssocID="{A44F4725-F17C-4AC8-9695-BBA24BF04002}" presName="composite" presStyleCnt="0"/>
      <dgm:spPr/>
    </dgm:pt>
    <dgm:pt modelId="{3A038186-F67D-4E60-89F6-DFCE1C8C6EE0}" type="pres">
      <dgm:prSet presAssocID="{A44F4725-F17C-4AC8-9695-BBA24BF04002}" presName="imgShp" presStyleLbl="fgImgPlace1" presStyleIdx="1" presStyleCnt="4"/>
      <dgm:spPr/>
    </dgm:pt>
    <dgm:pt modelId="{E79BCD77-1A18-4D85-B545-1AB847F9FBCD}" type="pres">
      <dgm:prSet presAssocID="{A44F4725-F17C-4AC8-9695-BBA24BF04002}" presName="txShp" presStyleLbl="node1" presStyleIdx="1" presStyleCnt="4">
        <dgm:presLayoutVars>
          <dgm:bulletEnabled val="1"/>
        </dgm:presLayoutVars>
      </dgm:prSet>
      <dgm:spPr/>
    </dgm:pt>
    <dgm:pt modelId="{72CE7F4A-259E-4B92-B901-6522779FBB5E}" type="pres">
      <dgm:prSet presAssocID="{E96DD37A-22C3-45BC-8AFF-4701093B9BC1}" presName="spacing" presStyleCnt="0"/>
      <dgm:spPr/>
    </dgm:pt>
    <dgm:pt modelId="{994FC4C7-4B9C-4B59-910E-929CA0044E78}" type="pres">
      <dgm:prSet presAssocID="{9F87D150-EEF4-42CC-96C8-D7DDEEC2E985}" presName="composite" presStyleCnt="0"/>
      <dgm:spPr/>
    </dgm:pt>
    <dgm:pt modelId="{3667C427-20B9-4FAB-8D85-6D9A21B24272}" type="pres">
      <dgm:prSet presAssocID="{9F87D150-EEF4-42CC-96C8-D7DDEEC2E985}" presName="imgShp" presStyleLbl="fgImgPlace1" presStyleIdx="2" presStyleCnt="4"/>
      <dgm:spPr/>
    </dgm:pt>
    <dgm:pt modelId="{AF025F22-237B-473D-8D82-59F1156304A1}" type="pres">
      <dgm:prSet presAssocID="{9F87D150-EEF4-42CC-96C8-D7DDEEC2E985}" presName="txShp" presStyleLbl="node1" presStyleIdx="2" presStyleCnt="4">
        <dgm:presLayoutVars>
          <dgm:bulletEnabled val="1"/>
        </dgm:presLayoutVars>
      </dgm:prSet>
      <dgm:spPr/>
    </dgm:pt>
    <dgm:pt modelId="{48AE681F-F4B6-471B-A714-32A2B4AF1B6D}" type="pres">
      <dgm:prSet presAssocID="{B10CF56F-52DA-4F4A-AB39-BE6F9DB41018}" presName="spacing" presStyleCnt="0"/>
      <dgm:spPr/>
    </dgm:pt>
    <dgm:pt modelId="{E81BA93F-87F2-4309-BFDE-B113233559CB}" type="pres">
      <dgm:prSet presAssocID="{1F10D824-4E42-41C7-A1C5-A20735F9A778}" presName="composite" presStyleCnt="0"/>
      <dgm:spPr/>
    </dgm:pt>
    <dgm:pt modelId="{BB6DEA3C-6819-4804-A722-029535BC5649}" type="pres">
      <dgm:prSet presAssocID="{1F10D824-4E42-41C7-A1C5-A20735F9A778}" presName="imgShp" presStyleLbl="fgImgPlace1" presStyleIdx="3" presStyleCnt="4"/>
      <dgm:spPr/>
    </dgm:pt>
    <dgm:pt modelId="{C4AC5116-3069-4C50-9729-04EE4594ED14}" type="pres">
      <dgm:prSet presAssocID="{1F10D824-4E42-41C7-A1C5-A20735F9A778}" presName="txShp" presStyleLbl="node1" presStyleIdx="3" presStyleCnt="4">
        <dgm:presLayoutVars>
          <dgm:bulletEnabled val="1"/>
        </dgm:presLayoutVars>
      </dgm:prSet>
      <dgm:spPr/>
    </dgm:pt>
  </dgm:ptLst>
  <dgm:cxnLst>
    <dgm:cxn modelId="{9A3C2819-B701-4408-AFF4-B56764950E4D}" srcId="{728D5267-C6EF-41F4-868D-A913D159280C}" destId="{A44F4725-F17C-4AC8-9695-BBA24BF04002}" srcOrd="1" destOrd="0" parTransId="{39F332DC-399D-4FCC-B0A1-043440399E6E}" sibTransId="{E96DD37A-22C3-45BC-8AFF-4701093B9BC1}"/>
    <dgm:cxn modelId="{C6F62A65-092C-46A7-B770-389E9EAB284A}" srcId="{728D5267-C6EF-41F4-868D-A913D159280C}" destId="{0560F776-4C27-4447-9BC1-BAA52E3DC578}" srcOrd="0" destOrd="0" parTransId="{3D3C80AD-1281-4668-936C-2D6C98C0D040}" sibTransId="{E19E3214-E77F-49B7-9E9B-481CF66E8149}"/>
    <dgm:cxn modelId="{091CC880-1476-40B5-BB5C-2C0B649B4072}" type="presOf" srcId="{A44F4725-F17C-4AC8-9695-BBA24BF04002}" destId="{E79BCD77-1A18-4D85-B545-1AB847F9FBCD}" srcOrd="0" destOrd="0" presId="urn:microsoft.com/office/officeart/2005/8/layout/vList3"/>
    <dgm:cxn modelId="{1CA0B18A-17BE-4524-B1F4-5C726334DD81}" srcId="{728D5267-C6EF-41F4-868D-A913D159280C}" destId="{9F87D150-EEF4-42CC-96C8-D7DDEEC2E985}" srcOrd="2" destOrd="0" parTransId="{E43FAD20-A362-4DBB-9B06-38839452FE1D}" sibTransId="{B10CF56F-52DA-4F4A-AB39-BE6F9DB41018}"/>
    <dgm:cxn modelId="{46970D90-418E-4BCE-8F98-BAF770EBD567}" type="presOf" srcId="{1F10D824-4E42-41C7-A1C5-A20735F9A778}" destId="{C4AC5116-3069-4C50-9729-04EE4594ED14}" srcOrd="0" destOrd="0" presId="urn:microsoft.com/office/officeart/2005/8/layout/vList3"/>
    <dgm:cxn modelId="{123FF598-AB1E-4EDB-BDB1-94121A85F5DA}" type="presOf" srcId="{0560F776-4C27-4447-9BC1-BAA52E3DC578}" destId="{2A374D5F-7421-443D-8590-5A183A538DD5}" srcOrd="0" destOrd="0" presId="urn:microsoft.com/office/officeart/2005/8/layout/vList3"/>
    <dgm:cxn modelId="{8B574FC2-6FD2-4199-A887-D910386CF32D}" type="presOf" srcId="{9F87D150-EEF4-42CC-96C8-D7DDEEC2E985}" destId="{AF025F22-237B-473D-8D82-59F1156304A1}" srcOrd="0" destOrd="0" presId="urn:microsoft.com/office/officeart/2005/8/layout/vList3"/>
    <dgm:cxn modelId="{E9C65AC5-91AF-41DA-A7A6-07C937C36967}" type="presOf" srcId="{728D5267-C6EF-41F4-868D-A913D159280C}" destId="{0376AB1D-10BD-44CB-ACBF-1227EDD4B7B7}" srcOrd="0" destOrd="0" presId="urn:microsoft.com/office/officeart/2005/8/layout/vList3"/>
    <dgm:cxn modelId="{D61BA6C5-9D9C-481B-853F-97888266D9E1}" srcId="{728D5267-C6EF-41F4-868D-A913D159280C}" destId="{1F10D824-4E42-41C7-A1C5-A20735F9A778}" srcOrd="3" destOrd="0" parTransId="{A207D4BC-174F-4E69-A3E8-4A527C03FCEE}" sibTransId="{420664AD-D5CE-4648-AFDB-45C69B64A6AC}"/>
    <dgm:cxn modelId="{123B60FF-73FC-4393-B5E0-759E9EB06F63}" type="presParOf" srcId="{0376AB1D-10BD-44CB-ACBF-1227EDD4B7B7}" destId="{9E53AFE0-3399-4807-BE91-B0A476D451FC}" srcOrd="0" destOrd="0" presId="urn:microsoft.com/office/officeart/2005/8/layout/vList3"/>
    <dgm:cxn modelId="{F95EB36E-43E2-488C-A79E-5B8C010DF568}" type="presParOf" srcId="{9E53AFE0-3399-4807-BE91-B0A476D451FC}" destId="{92EBC65E-62EF-4A7C-8E55-4103B83F5203}" srcOrd="0" destOrd="0" presId="urn:microsoft.com/office/officeart/2005/8/layout/vList3"/>
    <dgm:cxn modelId="{D0739BB0-8FCA-4E43-993C-B866A1B7E8A4}" type="presParOf" srcId="{9E53AFE0-3399-4807-BE91-B0A476D451FC}" destId="{2A374D5F-7421-443D-8590-5A183A538DD5}" srcOrd="1" destOrd="0" presId="urn:microsoft.com/office/officeart/2005/8/layout/vList3"/>
    <dgm:cxn modelId="{1DFC3DE1-5973-4B8F-9EA4-54264EEC8735}" type="presParOf" srcId="{0376AB1D-10BD-44CB-ACBF-1227EDD4B7B7}" destId="{BCC693B3-8610-4B2A-ADB7-788C08D96D29}" srcOrd="1" destOrd="0" presId="urn:microsoft.com/office/officeart/2005/8/layout/vList3"/>
    <dgm:cxn modelId="{3F129537-30D4-40DE-A8C4-B95ED0887070}" type="presParOf" srcId="{0376AB1D-10BD-44CB-ACBF-1227EDD4B7B7}" destId="{E5AB6E0A-CCC0-4CD3-B380-B7E9719D25BC}" srcOrd="2" destOrd="0" presId="urn:microsoft.com/office/officeart/2005/8/layout/vList3"/>
    <dgm:cxn modelId="{244B4402-7360-4D1C-8F44-4E977491DD7F}" type="presParOf" srcId="{E5AB6E0A-CCC0-4CD3-B380-B7E9719D25BC}" destId="{3A038186-F67D-4E60-89F6-DFCE1C8C6EE0}" srcOrd="0" destOrd="0" presId="urn:microsoft.com/office/officeart/2005/8/layout/vList3"/>
    <dgm:cxn modelId="{880FAA5A-B622-44FD-98A9-D476984B11C6}" type="presParOf" srcId="{E5AB6E0A-CCC0-4CD3-B380-B7E9719D25BC}" destId="{E79BCD77-1A18-4D85-B545-1AB847F9FBCD}" srcOrd="1" destOrd="0" presId="urn:microsoft.com/office/officeart/2005/8/layout/vList3"/>
    <dgm:cxn modelId="{A85DD017-B702-4A7B-AFE9-EB81E11D7E61}" type="presParOf" srcId="{0376AB1D-10BD-44CB-ACBF-1227EDD4B7B7}" destId="{72CE7F4A-259E-4B92-B901-6522779FBB5E}" srcOrd="3" destOrd="0" presId="urn:microsoft.com/office/officeart/2005/8/layout/vList3"/>
    <dgm:cxn modelId="{8E177244-C11B-4548-965C-3EC03D75198D}" type="presParOf" srcId="{0376AB1D-10BD-44CB-ACBF-1227EDD4B7B7}" destId="{994FC4C7-4B9C-4B59-910E-929CA0044E78}" srcOrd="4" destOrd="0" presId="urn:microsoft.com/office/officeart/2005/8/layout/vList3"/>
    <dgm:cxn modelId="{6ECB4651-0ADE-4CE0-8DA0-245DBBB41B5C}" type="presParOf" srcId="{994FC4C7-4B9C-4B59-910E-929CA0044E78}" destId="{3667C427-20B9-4FAB-8D85-6D9A21B24272}" srcOrd="0" destOrd="0" presId="urn:microsoft.com/office/officeart/2005/8/layout/vList3"/>
    <dgm:cxn modelId="{AB27149A-1558-452F-8345-1C38CB2481D5}" type="presParOf" srcId="{994FC4C7-4B9C-4B59-910E-929CA0044E78}" destId="{AF025F22-237B-473D-8D82-59F1156304A1}" srcOrd="1" destOrd="0" presId="urn:microsoft.com/office/officeart/2005/8/layout/vList3"/>
    <dgm:cxn modelId="{065DB9A1-731B-4226-A466-F6A1DA9DCBDE}" type="presParOf" srcId="{0376AB1D-10BD-44CB-ACBF-1227EDD4B7B7}" destId="{48AE681F-F4B6-471B-A714-32A2B4AF1B6D}" srcOrd="5" destOrd="0" presId="urn:microsoft.com/office/officeart/2005/8/layout/vList3"/>
    <dgm:cxn modelId="{FBAAD755-8489-4E7A-8B97-9C8597DCF9B0}" type="presParOf" srcId="{0376AB1D-10BD-44CB-ACBF-1227EDD4B7B7}" destId="{E81BA93F-87F2-4309-BFDE-B113233559CB}" srcOrd="6" destOrd="0" presId="urn:microsoft.com/office/officeart/2005/8/layout/vList3"/>
    <dgm:cxn modelId="{2D694CCA-B906-46CA-9A72-7DF092D997F0}" type="presParOf" srcId="{E81BA93F-87F2-4309-BFDE-B113233559CB}" destId="{BB6DEA3C-6819-4804-A722-029535BC5649}" srcOrd="0" destOrd="0" presId="urn:microsoft.com/office/officeart/2005/8/layout/vList3"/>
    <dgm:cxn modelId="{F6E3811C-E67D-47C1-BFD0-8180A2617A71}" type="presParOf" srcId="{E81BA93F-87F2-4309-BFDE-B113233559CB}" destId="{C4AC5116-3069-4C50-9729-04EE4594ED14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F5A9B608-8EAD-4BF4-8196-0C4A9E34A7ED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7A6F1F6-6B88-41F0-B45A-4B8239FF5ABC}">
      <dgm:prSet/>
      <dgm:spPr/>
      <dgm:t>
        <a:bodyPr/>
        <a:lstStyle/>
        <a:p>
          <a:r>
            <a:rPr lang="ru-RU" b="0" i="0"/>
            <a:t>засновників навчальних закладів.</a:t>
          </a:r>
          <a:endParaRPr lang="uk-UA"/>
        </a:p>
      </dgm:t>
    </dgm:pt>
    <dgm:pt modelId="{FE6C2E05-07CA-4225-8386-8B3B1E9B9018}" type="parTrans" cxnId="{C7A2DA31-377B-4A6B-96FA-F5FD49A74274}">
      <dgm:prSet/>
      <dgm:spPr/>
      <dgm:t>
        <a:bodyPr/>
        <a:lstStyle/>
        <a:p>
          <a:endParaRPr lang="uk-UA"/>
        </a:p>
      </dgm:t>
    </dgm:pt>
    <dgm:pt modelId="{CA5CF58F-159E-4842-8227-06A8A024B10D}" type="sibTrans" cxnId="{C7A2DA31-377B-4A6B-96FA-F5FD49A74274}">
      <dgm:prSet/>
      <dgm:spPr/>
      <dgm:t>
        <a:bodyPr/>
        <a:lstStyle/>
        <a:p>
          <a:endParaRPr lang="uk-UA"/>
        </a:p>
      </dgm:t>
    </dgm:pt>
    <dgm:pt modelId="{B535573A-2A13-41F2-A9D1-ECF30982A2EC}">
      <dgm:prSet/>
      <dgm:spPr/>
      <dgm:t>
        <a:bodyPr/>
        <a:lstStyle/>
        <a:p>
          <a:r>
            <a:rPr lang="ru-RU" b="0" i="0"/>
            <a:t>авторів козацьких літописів.</a:t>
          </a:r>
          <a:endParaRPr lang="uk-UA"/>
        </a:p>
      </dgm:t>
    </dgm:pt>
    <dgm:pt modelId="{544A6AA4-61C8-4DA4-93ED-91038D7DD337}" type="parTrans" cxnId="{2DDF75AD-2E11-471A-A326-BDA8D50EB1E3}">
      <dgm:prSet/>
      <dgm:spPr/>
      <dgm:t>
        <a:bodyPr/>
        <a:lstStyle/>
        <a:p>
          <a:endParaRPr lang="uk-UA"/>
        </a:p>
      </dgm:t>
    </dgm:pt>
    <dgm:pt modelId="{11FDC840-D93D-4F5F-9A3B-9FF5638A3959}" type="sibTrans" cxnId="{2DDF75AD-2E11-471A-A326-BDA8D50EB1E3}">
      <dgm:prSet/>
      <dgm:spPr/>
      <dgm:t>
        <a:bodyPr/>
        <a:lstStyle/>
        <a:p>
          <a:endParaRPr lang="uk-UA"/>
        </a:p>
      </dgm:t>
    </dgm:pt>
    <dgm:pt modelId="{8A858DC3-7281-4E81-BAC6-086FD33D12F0}">
      <dgm:prSet/>
      <dgm:spPr/>
      <dgm:t>
        <a:bodyPr/>
        <a:lstStyle/>
        <a:p>
          <a:r>
            <a:rPr lang="ru-RU" b="0" i="0" dirty="0" err="1"/>
            <a:t>митрополитів</a:t>
          </a:r>
          <a:r>
            <a:rPr lang="ru-RU" b="0" i="0" dirty="0"/>
            <a:t> </a:t>
          </a:r>
          <a:r>
            <a:rPr lang="ru-RU" b="0" i="0" dirty="0" err="1"/>
            <a:t>православної</a:t>
          </a:r>
          <a:r>
            <a:rPr lang="ru-RU" b="0" i="0" dirty="0"/>
            <a:t> церкви.</a:t>
          </a:r>
          <a:endParaRPr lang="uk-UA" dirty="0"/>
        </a:p>
      </dgm:t>
    </dgm:pt>
    <dgm:pt modelId="{D168A2C6-4D69-40C5-B3A2-B69FE09FB7D9}" type="parTrans" cxnId="{1F0734CD-843B-4C28-A340-24401DA72AE3}">
      <dgm:prSet/>
      <dgm:spPr/>
      <dgm:t>
        <a:bodyPr/>
        <a:lstStyle/>
        <a:p>
          <a:endParaRPr lang="uk-UA"/>
        </a:p>
      </dgm:t>
    </dgm:pt>
    <dgm:pt modelId="{0D1AAE22-56DF-4675-BCD0-1DA6EC15B3A8}" type="sibTrans" cxnId="{1F0734CD-843B-4C28-A340-24401DA72AE3}">
      <dgm:prSet/>
      <dgm:spPr/>
      <dgm:t>
        <a:bodyPr/>
        <a:lstStyle/>
        <a:p>
          <a:endParaRPr lang="uk-UA"/>
        </a:p>
      </dgm:t>
    </dgm:pt>
    <dgm:pt modelId="{9FA6BB71-9647-4AD3-8B68-999E4D20410A}">
      <dgm:prSet/>
      <dgm:spPr/>
      <dgm:t>
        <a:bodyPr/>
        <a:lstStyle/>
        <a:p>
          <a:r>
            <a:rPr lang="ru-RU" b="0" i="0" dirty="0" err="1"/>
            <a:t>фундаторів</a:t>
          </a:r>
          <a:r>
            <a:rPr lang="ru-RU" b="0" i="0" dirty="0"/>
            <a:t> </a:t>
          </a:r>
          <a:r>
            <a:rPr lang="ru-RU" b="0" i="0" dirty="0" err="1"/>
            <a:t>перших</a:t>
          </a:r>
          <a:r>
            <a:rPr lang="ru-RU" b="0" i="0" dirty="0"/>
            <a:t> </a:t>
          </a:r>
          <a:r>
            <a:rPr lang="ru-RU" b="0" i="0" dirty="0" err="1"/>
            <a:t>церковних</a:t>
          </a:r>
          <a:r>
            <a:rPr lang="ru-RU" b="0" i="0" dirty="0"/>
            <a:t> братств.</a:t>
          </a:r>
          <a:endParaRPr lang="uk-UA" dirty="0"/>
        </a:p>
      </dgm:t>
    </dgm:pt>
    <dgm:pt modelId="{20E4451C-A929-460C-B2DA-F53C1F1F1DAD}" type="parTrans" cxnId="{BB3441F8-2B0A-4372-9E88-B7CCAE5E6D42}">
      <dgm:prSet/>
      <dgm:spPr/>
      <dgm:t>
        <a:bodyPr/>
        <a:lstStyle/>
        <a:p>
          <a:endParaRPr lang="uk-UA"/>
        </a:p>
      </dgm:t>
    </dgm:pt>
    <dgm:pt modelId="{003336FB-3C8A-4902-8BF0-4A8CD21552F7}" type="sibTrans" cxnId="{BB3441F8-2B0A-4372-9E88-B7CCAE5E6D42}">
      <dgm:prSet/>
      <dgm:spPr/>
      <dgm:t>
        <a:bodyPr/>
        <a:lstStyle/>
        <a:p>
          <a:endParaRPr lang="uk-UA"/>
        </a:p>
      </dgm:t>
    </dgm:pt>
    <dgm:pt modelId="{7ADD442C-5D74-4E3B-823F-2FDA05B81692}" type="pres">
      <dgm:prSet presAssocID="{F5A9B608-8EAD-4BF4-8196-0C4A9E34A7ED}" presName="Name0" presStyleCnt="0">
        <dgm:presLayoutVars>
          <dgm:chMax val="7"/>
          <dgm:chPref val="7"/>
          <dgm:dir/>
        </dgm:presLayoutVars>
      </dgm:prSet>
      <dgm:spPr/>
    </dgm:pt>
    <dgm:pt modelId="{BAC5051C-4548-4219-AF67-6BA93AB33ACA}" type="pres">
      <dgm:prSet presAssocID="{F5A9B608-8EAD-4BF4-8196-0C4A9E34A7ED}" presName="Name1" presStyleCnt="0"/>
      <dgm:spPr/>
    </dgm:pt>
    <dgm:pt modelId="{BAFDD3E2-32A9-44BE-A340-F1384BBF9621}" type="pres">
      <dgm:prSet presAssocID="{F5A9B608-8EAD-4BF4-8196-0C4A9E34A7ED}" presName="cycle" presStyleCnt="0"/>
      <dgm:spPr/>
    </dgm:pt>
    <dgm:pt modelId="{89217513-97A1-4539-A260-25A122C8E3CE}" type="pres">
      <dgm:prSet presAssocID="{F5A9B608-8EAD-4BF4-8196-0C4A9E34A7ED}" presName="srcNode" presStyleLbl="node1" presStyleIdx="0" presStyleCnt="4"/>
      <dgm:spPr/>
    </dgm:pt>
    <dgm:pt modelId="{8F244E59-207D-4CCB-BFB1-BE22A8FF52D6}" type="pres">
      <dgm:prSet presAssocID="{F5A9B608-8EAD-4BF4-8196-0C4A9E34A7ED}" presName="conn" presStyleLbl="parChTrans1D2" presStyleIdx="0" presStyleCnt="1"/>
      <dgm:spPr/>
    </dgm:pt>
    <dgm:pt modelId="{3357DB61-BAE6-45C9-9400-CFB54AB87D0B}" type="pres">
      <dgm:prSet presAssocID="{F5A9B608-8EAD-4BF4-8196-0C4A9E34A7ED}" presName="extraNode" presStyleLbl="node1" presStyleIdx="0" presStyleCnt="4"/>
      <dgm:spPr/>
    </dgm:pt>
    <dgm:pt modelId="{8C4C9E71-1BC4-453C-9E4A-3170372FDF95}" type="pres">
      <dgm:prSet presAssocID="{F5A9B608-8EAD-4BF4-8196-0C4A9E34A7ED}" presName="dstNode" presStyleLbl="node1" presStyleIdx="0" presStyleCnt="4"/>
      <dgm:spPr/>
    </dgm:pt>
    <dgm:pt modelId="{22545F63-7BC1-43B4-8199-3B0F3A1C2817}" type="pres">
      <dgm:prSet presAssocID="{47A6F1F6-6B88-41F0-B45A-4B8239FF5ABC}" presName="text_1" presStyleLbl="node1" presStyleIdx="0" presStyleCnt="4">
        <dgm:presLayoutVars>
          <dgm:bulletEnabled val="1"/>
        </dgm:presLayoutVars>
      </dgm:prSet>
      <dgm:spPr/>
    </dgm:pt>
    <dgm:pt modelId="{7FB6F666-A62B-489D-B573-D1F5978839BC}" type="pres">
      <dgm:prSet presAssocID="{47A6F1F6-6B88-41F0-B45A-4B8239FF5ABC}" presName="accent_1" presStyleCnt="0"/>
      <dgm:spPr/>
    </dgm:pt>
    <dgm:pt modelId="{82B81F2D-DFB8-4776-815F-01B2368CE5F5}" type="pres">
      <dgm:prSet presAssocID="{47A6F1F6-6B88-41F0-B45A-4B8239FF5ABC}" presName="accentRepeatNode" presStyleLbl="solidFgAcc1" presStyleIdx="0" presStyleCnt="4"/>
      <dgm:spPr/>
    </dgm:pt>
    <dgm:pt modelId="{4A16E49B-4BA3-44C1-8412-7A745C340EAC}" type="pres">
      <dgm:prSet presAssocID="{B535573A-2A13-41F2-A9D1-ECF30982A2EC}" presName="text_2" presStyleLbl="node1" presStyleIdx="1" presStyleCnt="4">
        <dgm:presLayoutVars>
          <dgm:bulletEnabled val="1"/>
        </dgm:presLayoutVars>
      </dgm:prSet>
      <dgm:spPr/>
    </dgm:pt>
    <dgm:pt modelId="{8243CCB6-7E16-4A17-85B9-EFFEB1810464}" type="pres">
      <dgm:prSet presAssocID="{B535573A-2A13-41F2-A9D1-ECF30982A2EC}" presName="accent_2" presStyleCnt="0"/>
      <dgm:spPr/>
    </dgm:pt>
    <dgm:pt modelId="{5F3429CD-207F-4FD0-AE60-81E4932F89E3}" type="pres">
      <dgm:prSet presAssocID="{B535573A-2A13-41F2-A9D1-ECF30982A2EC}" presName="accentRepeatNode" presStyleLbl="solidFgAcc1" presStyleIdx="1" presStyleCnt="4"/>
      <dgm:spPr/>
    </dgm:pt>
    <dgm:pt modelId="{62A326F8-46B9-4952-9148-DF548C05D11B}" type="pres">
      <dgm:prSet presAssocID="{8A858DC3-7281-4E81-BAC6-086FD33D12F0}" presName="text_3" presStyleLbl="node1" presStyleIdx="2" presStyleCnt="4">
        <dgm:presLayoutVars>
          <dgm:bulletEnabled val="1"/>
        </dgm:presLayoutVars>
      </dgm:prSet>
      <dgm:spPr/>
    </dgm:pt>
    <dgm:pt modelId="{9814F6E3-C437-419D-86BC-836E1653A4C2}" type="pres">
      <dgm:prSet presAssocID="{8A858DC3-7281-4E81-BAC6-086FD33D12F0}" presName="accent_3" presStyleCnt="0"/>
      <dgm:spPr/>
    </dgm:pt>
    <dgm:pt modelId="{C51D7A2C-1A46-47E0-BA94-350D4299C1D1}" type="pres">
      <dgm:prSet presAssocID="{8A858DC3-7281-4E81-BAC6-086FD33D12F0}" presName="accentRepeatNode" presStyleLbl="solidFgAcc1" presStyleIdx="2" presStyleCnt="4"/>
      <dgm:spPr/>
    </dgm:pt>
    <dgm:pt modelId="{CFAC9E28-2B7F-4031-AB9E-7979C0D3EED8}" type="pres">
      <dgm:prSet presAssocID="{9FA6BB71-9647-4AD3-8B68-999E4D20410A}" presName="text_4" presStyleLbl="node1" presStyleIdx="3" presStyleCnt="4">
        <dgm:presLayoutVars>
          <dgm:bulletEnabled val="1"/>
        </dgm:presLayoutVars>
      </dgm:prSet>
      <dgm:spPr/>
    </dgm:pt>
    <dgm:pt modelId="{6F373C65-7D90-471F-B388-CC2A14DF822E}" type="pres">
      <dgm:prSet presAssocID="{9FA6BB71-9647-4AD3-8B68-999E4D20410A}" presName="accent_4" presStyleCnt="0"/>
      <dgm:spPr/>
    </dgm:pt>
    <dgm:pt modelId="{A3EEC228-96FC-4100-8A68-7E224459804B}" type="pres">
      <dgm:prSet presAssocID="{9FA6BB71-9647-4AD3-8B68-999E4D20410A}" presName="accentRepeatNode" presStyleLbl="solidFgAcc1" presStyleIdx="3" presStyleCnt="4"/>
      <dgm:spPr/>
    </dgm:pt>
  </dgm:ptLst>
  <dgm:cxnLst>
    <dgm:cxn modelId="{0AC57B16-C06C-4BE0-BB2E-8AE5DF3647DB}" type="presOf" srcId="{CA5CF58F-159E-4842-8227-06A8A024B10D}" destId="{8F244E59-207D-4CCB-BFB1-BE22A8FF52D6}" srcOrd="0" destOrd="0" presId="urn:microsoft.com/office/officeart/2008/layout/VerticalCurvedList"/>
    <dgm:cxn modelId="{C7A2DA31-377B-4A6B-96FA-F5FD49A74274}" srcId="{F5A9B608-8EAD-4BF4-8196-0C4A9E34A7ED}" destId="{47A6F1F6-6B88-41F0-B45A-4B8239FF5ABC}" srcOrd="0" destOrd="0" parTransId="{FE6C2E05-07CA-4225-8386-8B3B1E9B9018}" sibTransId="{CA5CF58F-159E-4842-8227-06A8A024B10D}"/>
    <dgm:cxn modelId="{13F74D52-84CD-4A6A-B9F5-8D383356C767}" type="presOf" srcId="{B535573A-2A13-41F2-A9D1-ECF30982A2EC}" destId="{4A16E49B-4BA3-44C1-8412-7A745C340EAC}" srcOrd="0" destOrd="0" presId="urn:microsoft.com/office/officeart/2008/layout/VerticalCurvedList"/>
    <dgm:cxn modelId="{58A7887D-648E-4E1C-A363-FA325764F4BF}" type="presOf" srcId="{8A858DC3-7281-4E81-BAC6-086FD33D12F0}" destId="{62A326F8-46B9-4952-9148-DF548C05D11B}" srcOrd="0" destOrd="0" presId="urn:microsoft.com/office/officeart/2008/layout/VerticalCurvedList"/>
    <dgm:cxn modelId="{898C908E-3781-4C5C-A745-2F87AB13373E}" type="presOf" srcId="{9FA6BB71-9647-4AD3-8B68-999E4D20410A}" destId="{CFAC9E28-2B7F-4031-AB9E-7979C0D3EED8}" srcOrd="0" destOrd="0" presId="urn:microsoft.com/office/officeart/2008/layout/VerticalCurvedList"/>
    <dgm:cxn modelId="{2DDF75AD-2E11-471A-A326-BDA8D50EB1E3}" srcId="{F5A9B608-8EAD-4BF4-8196-0C4A9E34A7ED}" destId="{B535573A-2A13-41F2-A9D1-ECF30982A2EC}" srcOrd="1" destOrd="0" parTransId="{544A6AA4-61C8-4DA4-93ED-91038D7DD337}" sibTransId="{11FDC840-D93D-4F5F-9A3B-9FF5638A3959}"/>
    <dgm:cxn modelId="{5C14AAAD-936E-4E31-85B0-3DD4A73F870C}" type="presOf" srcId="{F5A9B608-8EAD-4BF4-8196-0C4A9E34A7ED}" destId="{7ADD442C-5D74-4E3B-823F-2FDA05B81692}" srcOrd="0" destOrd="0" presId="urn:microsoft.com/office/officeart/2008/layout/VerticalCurvedList"/>
    <dgm:cxn modelId="{1F0734CD-843B-4C28-A340-24401DA72AE3}" srcId="{F5A9B608-8EAD-4BF4-8196-0C4A9E34A7ED}" destId="{8A858DC3-7281-4E81-BAC6-086FD33D12F0}" srcOrd="2" destOrd="0" parTransId="{D168A2C6-4D69-40C5-B3A2-B69FE09FB7D9}" sibTransId="{0D1AAE22-56DF-4675-BCD0-1DA6EC15B3A8}"/>
    <dgm:cxn modelId="{EE56EBCF-6567-4C10-A900-39B84128A0EB}" type="presOf" srcId="{47A6F1F6-6B88-41F0-B45A-4B8239FF5ABC}" destId="{22545F63-7BC1-43B4-8199-3B0F3A1C2817}" srcOrd="0" destOrd="0" presId="urn:microsoft.com/office/officeart/2008/layout/VerticalCurvedList"/>
    <dgm:cxn modelId="{BB3441F8-2B0A-4372-9E88-B7CCAE5E6D42}" srcId="{F5A9B608-8EAD-4BF4-8196-0C4A9E34A7ED}" destId="{9FA6BB71-9647-4AD3-8B68-999E4D20410A}" srcOrd="3" destOrd="0" parTransId="{20E4451C-A929-460C-B2DA-F53C1F1F1DAD}" sibTransId="{003336FB-3C8A-4902-8BF0-4A8CD21552F7}"/>
    <dgm:cxn modelId="{E48D7765-3ADA-4AFB-8A34-752468CE5C3B}" type="presParOf" srcId="{7ADD442C-5D74-4E3B-823F-2FDA05B81692}" destId="{BAC5051C-4548-4219-AF67-6BA93AB33ACA}" srcOrd="0" destOrd="0" presId="urn:microsoft.com/office/officeart/2008/layout/VerticalCurvedList"/>
    <dgm:cxn modelId="{DA9D36F8-898C-4BB5-B826-BF4EF33F6DA2}" type="presParOf" srcId="{BAC5051C-4548-4219-AF67-6BA93AB33ACA}" destId="{BAFDD3E2-32A9-44BE-A340-F1384BBF9621}" srcOrd="0" destOrd="0" presId="urn:microsoft.com/office/officeart/2008/layout/VerticalCurvedList"/>
    <dgm:cxn modelId="{DCCA9191-24B2-4C9A-82C3-5BB0938B9A6F}" type="presParOf" srcId="{BAFDD3E2-32A9-44BE-A340-F1384BBF9621}" destId="{89217513-97A1-4539-A260-25A122C8E3CE}" srcOrd="0" destOrd="0" presId="urn:microsoft.com/office/officeart/2008/layout/VerticalCurvedList"/>
    <dgm:cxn modelId="{A75ABAA0-1E0D-46DE-BD30-C50A6C8FE19D}" type="presParOf" srcId="{BAFDD3E2-32A9-44BE-A340-F1384BBF9621}" destId="{8F244E59-207D-4CCB-BFB1-BE22A8FF52D6}" srcOrd="1" destOrd="0" presId="urn:microsoft.com/office/officeart/2008/layout/VerticalCurvedList"/>
    <dgm:cxn modelId="{5736121A-4FBD-4E38-AD1B-263D1D0A8B91}" type="presParOf" srcId="{BAFDD3E2-32A9-44BE-A340-F1384BBF9621}" destId="{3357DB61-BAE6-45C9-9400-CFB54AB87D0B}" srcOrd="2" destOrd="0" presId="urn:microsoft.com/office/officeart/2008/layout/VerticalCurvedList"/>
    <dgm:cxn modelId="{DB22C25D-18AF-4D72-9A99-E82F880ED2F5}" type="presParOf" srcId="{BAFDD3E2-32A9-44BE-A340-F1384BBF9621}" destId="{8C4C9E71-1BC4-453C-9E4A-3170372FDF95}" srcOrd="3" destOrd="0" presId="urn:microsoft.com/office/officeart/2008/layout/VerticalCurvedList"/>
    <dgm:cxn modelId="{012C030A-89C5-4CBD-BDF1-A0844FE9E54C}" type="presParOf" srcId="{BAC5051C-4548-4219-AF67-6BA93AB33ACA}" destId="{22545F63-7BC1-43B4-8199-3B0F3A1C2817}" srcOrd="1" destOrd="0" presId="urn:microsoft.com/office/officeart/2008/layout/VerticalCurvedList"/>
    <dgm:cxn modelId="{83D2CEED-E7A1-41B5-9F46-7231BC74BE81}" type="presParOf" srcId="{BAC5051C-4548-4219-AF67-6BA93AB33ACA}" destId="{7FB6F666-A62B-489D-B573-D1F5978839BC}" srcOrd="2" destOrd="0" presId="urn:microsoft.com/office/officeart/2008/layout/VerticalCurvedList"/>
    <dgm:cxn modelId="{769B30C5-E75D-4670-A667-5A0450D2CF68}" type="presParOf" srcId="{7FB6F666-A62B-489D-B573-D1F5978839BC}" destId="{82B81F2D-DFB8-4776-815F-01B2368CE5F5}" srcOrd="0" destOrd="0" presId="urn:microsoft.com/office/officeart/2008/layout/VerticalCurvedList"/>
    <dgm:cxn modelId="{502A3935-77B3-487B-9F6B-23D3264898B9}" type="presParOf" srcId="{BAC5051C-4548-4219-AF67-6BA93AB33ACA}" destId="{4A16E49B-4BA3-44C1-8412-7A745C340EAC}" srcOrd="3" destOrd="0" presId="urn:microsoft.com/office/officeart/2008/layout/VerticalCurvedList"/>
    <dgm:cxn modelId="{5428A2C6-E561-4F7A-956A-73F1D8AAFACC}" type="presParOf" srcId="{BAC5051C-4548-4219-AF67-6BA93AB33ACA}" destId="{8243CCB6-7E16-4A17-85B9-EFFEB1810464}" srcOrd="4" destOrd="0" presId="urn:microsoft.com/office/officeart/2008/layout/VerticalCurvedList"/>
    <dgm:cxn modelId="{B47A0F88-8654-4198-8B94-6BCFE6383A23}" type="presParOf" srcId="{8243CCB6-7E16-4A17-85B9-EFFEB1810464}" destId="{5F3429CD-207F-4FD0-AE60-81E4932F89E3}" srcOrd="0" destOrd="0" presId="urn:microsoft.com/office/officeart/2008/layout/VerticalCurvedList"/>
    <dgm:cxn modelId="{AFD5043B-193F-49DA-9552-B72169E52AD1}" type="presParOf" srcId="{BAC5051C-4548-4219-AF67-6BA93AB33ACA}" destId="{62A326F8-46B9-4952-9148-DF548C05D11B}" srcOrd="5" destOrd="0" presId="urn:microsoft.com/office/officeart/2008/layout/VerticalCurvedList"/>
    <dgm:cxn modelId="{849CF2E2-796C-471E-AD88-FC79B3AFBB5B}" type="presParOf" srcId="{BAC5051C-4548-4219-AF67-6BA93AB33ACA}" destId="{9814F6E3-C437-419D-86BC-836E1653A4C2}" srcOrd="6" destOrd="0" presId="urn:microsoft.com/office/officeart/2008/layout/VerticalCurvedList"/>
    <dgm:cxn modelId="{C7AACA8C-F418-432F-AB8F-388FFDC77FA4}" type="presParOf" srcId="{9814F6E3-C437-419D-86BC-836E1653A4C2}" destId="{C51D7A2C-1A46-47E0-BA94-350D4299C1D1}" srcOrd="0" destOrd="0" presId="urn:microsoft.com/office/officeart/2008/layout/VerticalCurvedList"/>
    <dgm:cxn modelId="{8A245218-2C1C-4F62-95C4-C12F5FED11AF}" type="presParOf" srcId="{BAC5051C-4548-4219-AF67-6BA93AB33ACA}" destId="{CFAC9E28-2B7F-4031-AB9E-7979C0D3EED8}" srcOrd="7" destOrd="0" presId="urn:microsoft.com/office/officeart/2008/layout/VerticalCurvedList"/>
    <dgm:cxn modelId="{4DF21651-A7AE-4150-A6B5-F0E0165E843F}" type="presParOf" srcId="{BAC5051C-4548-4219-AF67-6BA93AB33ACA}" destId="{6F373C65-7D90-471F-B388-CC2A14DF822E}" srcOrd="8" destOrd="0" presId="urn:microsoft.com/office/officeart/2008/layout/VerticalCurvedList"/>
    <dgm:cxn modelId="{7F24335F-1F63-4CD3-879B-2C5957D1F052}" type="presParOf" srcId="{6F373C65-7D90-471F-B388-CC2A14DF822E}" destId="{A3EEC228-96FC-4100-8A68-7E224459804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B41FBD55-F7B4-463C-BAA6-DD2764EE82CD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E92FC5C-8B48-4F09-BFE8-117022E5D475}">
      <dgm:prSet/>
      <dgm:spPr/>
      <dgm:t>
        <a:bodyPr/>
        <a:lstStyle/>
        <a:p>
          <a:r>
            <a:rPr lang="ru-RU" b="0" i="0"/>
            <a:t>гетьманами реєстрового козацтва.</a:t>
          </a:r>
          <a:endParaRPr lang="uk-UA"/>
        </a:p>
      </dgm:t>
    </dgm:pt>
    <dgm:pt modelId="{76F733AF-AC06-4AE4-B390-0411D5CAD1A8}" type="parTrans" cxnId="{EEF07541-6FE0-426E-8394-72EE0B29C372}">
      <dgm:prSet/>
      <dgm:spPr/>
      <dgm:t>
        <a:bodyPr/>
        <a:lstStyle/>
        <a:p>
          <a:endParaRPr lang="uk-UA"/>
        </a:p>
      </dgm:t>
    </dgm:pt>
    <dgm:pt modelId="{F66449F4-7C92-456C-9F01-50553B1792E7}" type="sibTrans" cxnId="{EEF07541-6FE0-426E-8394-72EE0B29C372}">
      <dgm:prSet/>
      <dgm:spPr/>
      <dgm:t>
        <a:bodyPr/>
        <a:lstStyle/>
        <a:p>
          <a:endParaRPr lang="uk-UA"/>
        </a:p>
      </dgm:t>
    </dgm:pt>
    <dgm:pt modelId="{2FE1B798-AC2F-48B0-900D-BE5848CBFB00}">
      <dgm:prSet/>
      <dgm:spPr/>
      <dgm:t>
        <a:bodyPr/>
        <a:lstStyle/>
        <a:p>
          <a:r>
            <a:rPr lang="ru-RU" b="0" i="0"/>
            <a:t>вихованцями Острозької академії.</a:t>
          </a:r>
          <a:endParaRPr lang="uk-UA"/>
        </a:p>
      </dgm:t>
    </dgm:pt>
    <dgm:pt modelId="{4AA36C03-EB5A-4767-9923-4354484BE118}" type="parTrans" cxnId="{96013C94-DF3F-4101-87CD-2DEA5B7B7A76}">
      <dgm:prSet/>
      <dgm:spPr/>
      <dgm:t>
        <a:bodyPr/>
        <a:lstStyle/>
        <a:p>
          <a:endParaRPr lang="uk-UA"/>
        </a:p>
      </dgm:t>
    </dgm:pt>
    <dgm:pt modelId="{82E68F26-3B74-4D76-8628-51485732C3EE}" type="sibTrans" cxnId="{96013C94-DF3F-4101-87CD-2DEA5B7B7A76}">
      <dgm:prSet/>
      <dgm:spPr/>
      <dgm:t>
        <a:bodyPr/>
        <a:lstStyle/>
        <a:p>
          <a:endParaRPr lang="uk-UA"/>
        </a:p>
      </dgm:t>
    </dgm:pt>
    <dgm:pt modelId="{540694E6-9B4F-4743-85E4-339247A045BF}">
      <dgm:prSet/>
      <dgm:spPr/>
      <dgm:t>
        <a:bodyPr/>
        <a:lstStyle/>
        <a:p>
          <a:r>
            <a:rPr lang="ru-RU" b="0" i="0" dirty="0"/>
            <a:t>митрополитами </a:t>
          </a:r>
          <a:r>
            <a:rPr lang="ru-RU" b="0" i="0" dirty="0" err="1"/>
            <a:t>православної</a:t>
          </a:r>
          <a:r>
            <a:rPr lang="ru-RU" b="0" i="0" dirty="0"/>
            <a:t> церкви.</a:t>
          </a:r>
          <a:endParaRPr lang="uk-UA" dirty="0"/>
        </a:p>
      </dgm:t>
    </dgm:pt>
    <dgm:pt modelId="{F2D37A28-B7EE-46F3-9A3E-BBE980AECF59}" type="parTrans" cxnId="{9171D1B1-73BE-456B-BD11-5EB943444382}">
      <dgm:prSet/>
      <dgm:spPr/>
      <dgm:t>
        <a:bodyPr/>
        <a:lstStyle/>
        <a:p>
          <a:endParaRPr lang="uk-UA"/>
        </a:p>
      </dgm:t>
    </dgm:pt>
    <dgm:pt modelId="{A1620949-6FA9-4F81-BA38-B41E39DBF248}" type="sibTrans" cxnId="{9171D1B1-73BE-456B-BD11-5EB943444382}">
      <dgm:prSet/>
      <dgm:spPr/>
      <dgm:t>
        <a:bodyPr/>
        <a:lstStyle/>
        <a:p>
          <a:endParaRPr lang="uk-UA"/>
        </a:p>
      </dgm:t>
    </dgm:pt>
    <dgm:pt modelId="{DAEBC125-7C86-4D4E-910A-45F3B3364145}">
      <dgm:prSet/>
      <dgm:spPr/>
      <dgm:t>
        <a:bodyPr/>
        <a:lstStyle/>
        <a:p>
          <a:r>
            <a:rPr lang="ru-RU" b="0" i="0" dirty="0"/>
            <a:t>ректорами </a:t>
          </a:r>
          <a:r>
            <a:rPr lang="ru-RU" b="0" i="0" dirty="0" err="1"/>
            <a:t>Києво-Могилянського</a:t>
          </a:r>
          <a:r>
            <a:rPr lang="ru-RU" b="0" i="0" dirty="0"/>
            <a:t> </a:t>
          </a:r>
          <a:r>
            <a:rPr lang="ru-RU" b="0" i="0" dirty="0" err="1"/>
            <a:t>колегіуму</a:t>
          </a:r>
          <a:r>
            <a:rPr lang="ru-RU" b="0" i="0" dirty="0"/>
            <a:t>.</a:t>
          </a:r>
          <a:endParaRPr lang="uk-UA" dirty="0"/>
        </a:p>
      </dgm:t>
    </dgm:pt>
    <dgm:pt modelId="{316562F0-7582-45FF-8A35-BB0BFD8933ED}" type="parTrans" cxnId="{7733EC17-FAA3-42DF-A4CB-A3BC25E06B43}">
      <dgm:prSet/>
      <dgm:spPr/>
      <dgm:t>
        <a:bodyPr/>
        <a:lstStyle/>
        <a:p>
          <a:endParaRPr lang="uk-UA"/>
        </a:p>
      </dgm:t>
    </dgm:pt>
    <dgm:pt modelId="{E99C8AF1-A1BD-48F3-8B29-FFB4795D8A6B}" type="sibTrans" cxnId="{7733EC17-FAA3-42DF-A4CB-A3BC25E06B43}">
      <dgm:prSet/>
      <dgm:spPr/>
      <dgm:t>
        <a:bodyPr/>
        <a:lstStyle/>
        <a:p>
          <a:endParaRPr lang="uk-UA"/>
        </a:p>
      </dgm:t>
    </dgm:pt>
    <dgm:pt modelId="{D691DF44-7EA5-4B4D-8176-42A89ADB1189}" type="pres">
      <dgm:prSet presAssocID="{B41FBD55-F7B4-463C-BAA6-DD2764EE82CD}" presName="linearFlow" presStyleCnt="0">
        <dgm:presLayoutVars>
          <dgm:dir/>
          <dgm:resizeHandles val="exact"/>
        </dgm:presLayoutVars>
      </dgm:prSet>
      <dgm:spPr/>
    </dgm:pt>
    <dgm:pt modelId="{CA08EFDE-C1A9-40BD-A651-DFF721D5757B}" type="pres">
      <dgm:prSet presAssocID="{7E92FC5C-8B48-4F09-BFE8-117022E5D475}" presName="composite" presStyleCnt="0"/>
      <dgm:spPr/>
    </dgm:pt>
    <dgm:pt modelId="{E0DAD6DA-56C1-473B-8823-A08129DE6420}" type="pres">
      <dgm:prSet presAssocID="{7E92FC5C-8B48-4F09-BFE8-117022E5D475}" presName="imgShp" presStyleLbl="fgImgPlace1" presStyleIdx="0" presStyleCnt="4"/>
      <dgm:spPr/>
    </dgm:pt>
    <dgm:pt modelId="{ACCA2E13-E796-4C5E-B697-D67E79418671}" type="pres">
      <dgm:prSet presAssocID="{7E92FC5C-8B48-4F09-BFE8-117022E5D475}" presName="txShp" presStyleLbl="node1" presStyleIdx="0" presStyleCnt="4">
        <dgm:presLayoutVars>
          <dgm:bulletEnabled val="1"/>
        </dgm:presLayoutVars>
      </dgm:prSet>
      <dgm:spPr/>
    </dgm:pt>
    <dgm:pt modelId="{6B965CCD-4CE4-41AD-9947-7BE2B7AEB10C}" type="pres">
      <dgm:prSet presAssocID="{F66449F4-7C92-456C-9F01-50553B1792E7}" presName="spacing" presStyleCnt="0"/>
      <dgm:spPr/>
    </dgm:pt>
    <dgm:pt modelId="{526B17E1-E1A7-4C29-A57D-6329B862CF1E}" type="pres">
      <dgm:prSet presAssocID="{2FE1B798-AC2F-48B0-900D-BE5848CBFB00}" presName="composite" presStyleCnt="0"/>
      <dgm:spPr/>
    </dgm:pt>
    <dgm:pt modelId="{231F18CE-998E-44E9-97DD-48ACF3D8EFB6}" type="pres">
      <dgm:prSet presAssocID="{2FE1B798-AC2F-48B0-900D-BE5848CBFB00}" presName="imgShp" presStyleLbl="fgImgPlace1" presStyleIdx="1" presStyleCnt="4"/>
      <dgm:spPr/>
    </dgm:pt>
    <dgm:pt modelId="{99D14024-34D3-4A22-8126-47B76D41D326}" type="pres">
      <dgm:prSet presAssocID="{2FE1B798-AC2F-48B0-900D-BE5848CBFB00}" presName="txShp" presStyleLbl="node1" presStyleIdx="1" presStyleCnt="4">
        <dgm:presLayoutVars>
          <dgm:bulletEnabled val="1"/>
        </dgm:presLayoutVars>
      </dgm:prSet>
      <dgm:spPr/>
    </dgm:pt>
    <dgm:pt modelId="{B50563A4-AC80-45CF-B2C7-23273D68809F}" type="pres">
      <dgm:prSet presAssocID="{82E68F26-3B74-4D76-8628-51485732C3EE}" presName="spacing" presStyleCnt="0"/>
      <dgm:spPr/>
    </dgm:pt>
    <dgm:pt modelId="{54EE988D-F427-488C-A544-E3E12D8F6E04}" type="pres">
      <dgm:prSet presAssocID="{540694E6-9B4F-4743-85E4-339247A045BF}" presName="composite" presStyleCnt="0"/>
      <dgm:spPr/>
    </dgm:pt>
    <dgm:pt modelId="{60596EE1-2379-434A-A718-A1BBE8945105}" type="pres">
      <dgm:prSet presAssocID="{540694E6-9B4F-4743-85E4-339247A045BF}" presName="imgShp" presStyleLbl="fgImgPlace1" presStyleIdx="2" presStyleCnt="4"/>
      <dgm:spPr/>
    </dgm:pt>
    <dgm:pt modelId="{B7EB9E76-137E-4625-B120-12B46129793B}" type="pres">
      <dgm:prSet presAssocID="{540694E6-9B4F-4743-85E4-339247A045BF}" presName="txShp" presStyleLbl="node1" presStyleIdx="2" presStyleCnt="4">
        <dgm:presLayoutVars>
          <dgm:bulletEnabled val="1"/>
        </dgm:presLayoutVars>
      </dgm:prSet>
      <dgm:spPr/>
    </dgm:pt>
    <dgm:pt modelId="{60E2D721-49CE-402C-A4DD-AD79CAFBA716}" type="pres">
      <dgm:prSet presAssocID="{A1620949-6FA9-4F81-BA38-B41E39DBF248}" presName="spacing" presStyleCnt="0"/>
      <dgm:spPr/>
    </dgm:pt>
    <dgm:pt modelId="{D54EFC6B-F293-409C-A63A-CA3CEFACA105}" type="pres">
      <dgm:prSet presAssocID="{DAEBC125-7C86-4D4E-910A-45F3B3364145}" presName="composite" presStyleCnt="0"/>
      <dgm:spPr/>
    </dgm:pt>
    <dgm:pt modelId="{694C1532-3B80-4D7D-AE99-2C32809F689F}" type="pres">
      <dgm:prSet presAssocID="{DAEBC125-7C86-4D4E-910A-45F3B3364145}" presName="imgShp" presStyleLbl="fgImgPlace1" presStyleIdx="3" presStyleCnt="4"/>
      <dgm:spPr/>
    </dgm:pt>
    <dgm:pt modelId="{D9334070-C8CD-42A5-949C-FADC44FCC2BE}" type="pres">
      <dgm:prSet presAssocID="{DAEBC125-7C86-4D4E-910A-45F3B3364145}" presName="txShp" presStyleLbl="node1" presStyleIdx="3" presStyleCnt="4">
        <dgm:presLayoutVars>
          <dgm:bulletEnabled val="1"/>
        </dgm:presLayoutVars>
      </dgm:prSet>
      <dgm:spPr/>
    </dgm:pt>
  </dgm:ptLst>
  <dgm:cxnLst>
    <dgm:cxn modelId="{7733EC17-FAA3-42DF-A4CB-A3BC25E06B43}" srcId="{B41FBD55-F7B4-463C-BAA6-DD2764EE82CD}" destId="{DAEBC125-7C86-4D4E-910A-45F3B3364145}" srcOrd="3" destOrd="0" parTransId="{316562F0-7582-45FF-8A35-BB0BFD8933ED}" sibTransId="{E99C8AF1-A1BD-48F3-8B29-FFB4795D8A6B}"/>
    <dgm:cxn modelId="{C323302B-210C-433B-AD93-805F7C90FF4E}" type="presOf" srcId="{7E92FC5C-8B48-4F09-BFE8-117022E5D475}" destId="{ACCA2E13-E796-4C5E-B697-D67E79418671}" srcOrd="0" destOrd="0" presId="urn:microsoft.com/office/officeart/2005/8/layout/vList3"/>
    <dgm:cxn modelId="{EEF07541-6FE0-426E-8394-72EE0B29C372}" srcId="{B41FBD55-F7B4-463C-BAA6-DD2764EE82CD}" destId="{7E92FC5C-8B48-4F09-BFE8-117022E5D475}" srcOrd="0" destOrd="0" parTransId="{76F733AF-AC06-4AE4-B390-0411D5CAD1A8}" sibTransId="{F66449F4-7C92-456C-9F01-50553B1792E7}"/>
    <dgm:cxn modelId="{66727F70-A81E-49E0-8584-EB69823E5E95}" type="presOf" srcId="{540694E6-9B4F-4743-85E4-339247A045BF}" destId="{B7EB9E76-137E-4625-B120-12B46129793B}" srcOrd="0" destOrd="0" presId="urn:microsoft.com/office/officeart/2005/8/layout/vList3"/>
    <dgm:cxn modelId="{DF6F6B51-FE4B-4A05-8D88-4EC3D946B0A0}" type="presOf" srcId="{B41FBD55-F7B4-463C-BAA6-DD2764EE82CD}" destId="{D691DF44-7EA5-4B4D-8176-42A89ADB1189}" srcOrd="0" destOrd="0" presId="urn:microsoft.com/office/officeart/2005/8/layout/vList3"/>
    <dgm:cxn modelId="{04F69475-081E-418A-8539-F5553E5AAD58}" type="presOf" srcId="{DAEBC125-7C86-4D4E-910A-45F3B3364145}" destId="{D9334070-C8CD-42A5-949C-FADC44FCC2BE}" srcOrd="0" destOrd="0" presId="urn:microsoft.com/office/officeart/2005/8/layout/vList3"/>
    <dgm:cxn modelId="{96013C94-DF3F-4101-87CD-2DEA5B7B7A76}" srcId="{B41FBD55-F7B4-463C-BAA6-DD2764EE82CD}" destId="{2FE1B798-AC2F-48B0-900D-BE5848CBFB00}" srcOrd="1" destOrd="0" parTransId="{4AA36C03-EB5A-4767-9923-4354484BE118}" sibTransId="{82E68F26-3B74-4D76-8628-51485732C3EE}"/>
    <dgm:cxn modelId="{195A8E9E-608B-40F6-9513-3B6C1B65EB83}" type="presOf" srcId="{2FE1B798-AC2F-48B0-900D-BE5848CBFB00}" destId="{99D14024-34D3-4A22-8126-47B76D41D326}" srcOrd="0" destOrd="0" presId="urn:microsoft.com/office/officeart/2005/8/layout/vList3"/>
    <dgm:cxn modelId="{9171D1B1-73BE-456B-BD11-5EB943444382}" srcId="{B41FBD55-F7B4-463C-BAA6-DD2764EE82CD}" destId="{540694E6-9B4F-4743-85E4-339247A045BF}" srcOrd="2" destOrd="0" parTransId="{F2D37A28-B7EE-46F3-9A3E-BBE980AECF59}" sibTransId="{A1620949-6FA9-4F81-BA38-B41E39DBF248}"/>
    <dgm:cxn modelId="{A9A34E37-8060-4912-B2D3-73DBF6E77AAA}" type="presParOf" srcId="{D691DF44-7EA5-4B4D-8176-42A89ADB1189}" destId="{CA08EFDE-C1A9-40BD-A651-DFF721D5757B}" srcOrd="0" destOrd="0" presId="urn:microsoft.com/office/officeart/2005/8/layout/vList3"/>
    <dgm:cxn modelId="{1CBF388C-AF68-4CFF-9463-C0270D259C98}" type="presParOf" srcId="{CA08EFDE-C1A9-40BD-A651-DFF721D5757B}" destId="{E0DAD6DA-56C1-473B-8823-A08129DE6420}" srcOrd="0" destOrd="0" presId="urn:microsoft.com/office/officeart/2005/8/layout/vList3"/>
    <dgm:cxn modelId="{C0FC5737-CA27-4817-85EE-44505939A8CB}" type="presParOf" srcId="{CA08EFDE-C1A9-40BD-A651-DFF721D5757B}" destId="{ACCA2E13-E796-4C5E-B697-D67E79418671}" srcOrd="1" destOrd="0" presId="urn:microsoft.com/office/officeart/2005/8/layout/vList3"/>
    <dgm:cxn modelId="{4C142BEB-C9A0-447E-87A4-7BC72D84985D}" type="presParOf" srcId="{D691DF44-7EA5-4B4D-8176-42A89ADB1189}" destId="{6B965CCD-4CE4-41AD-9947-7BE2B7AEB10C}" srcOrd="1" destOrd="0" presId="urn:microsoft.com/office/officeart/2005/8/layout/vList3"/>
    <dgm:cxn modelId="{BFE7DBFA-24AC-40D5-9D0F-7C9C645CF5A9}" type="presParOf" srcId="{D691DF44-7EA5-4B4D-8176-42A89ADB1189}" destId="{526B17E1-E1A7-4C29-A57D-6329B862CF1E}" srcOrd="2" destOrd="0" presId="urn:microsoft.com/office/officeart/2005/8/layout/vList3"/>
    <dgm:cxn modelId="{B4EA6242-DCAB-43BF-AAB0-DDA146BB4279}" type="presParOf" srcId="{526B17E1-E1A7-4C29-A57D-6329B862CF1E}" destId="{231F18CE-998E-44E9-97DD-48ACF3D8EFB6}" srcOrd="0" destOrd="0" presId="urn:microsoft.com/office/officeart/2005/8/layout/vList3"/>
    <dgm:cxn modelId="{68B27DFB-95AB-448F-ABA2-A782C66C776A}" type="presParOf" srcId="{526B17E1-E1A7-4C29-A57D-6329B862CF1E}" destId="{99D14024-34D3-4A22-8126-47B76D41D326}" srcOrd="1" destOrd="0" presId="urn:microsoft.com/office/officeart/2005/8/layout/vList3"/>
    <dgm:cxn modelId="{7AA574C4-5FC7-4F77-B38B-455DB7DB26E8}" type="presParOf" srcId="{D691DF44-7EA5-4B4D-8176-42A89ADB1189}" destId="{B50563A4-AC80-45CF-B2C7-23273D68809F}" srcOrd="3" destOrd="0" presId="urn:microsoft.com/office/officeart/2005/8/layout/vList3"/>
    <dgm:cxn modelId="{8F3CEE0C-E7E1-4F18-B743-89DCF1CFFEA6}" type="presParOf" srcId="{D691DF44-7EA5-4B4D-8176-42A89ADB1189}" destId="{54EE988D-F427-488C-A544-E3E12D8F6E04}" srcOrd="4" destOrd="0" presId="urn:microsoft.com/office/officeart/2005/8/layout/vList3"/>
    <dgm:cxn modelId="{D71DA2E0-606E-488A-B8BE-2AD4929E2554}" type="presParOf" srcId="{54EE988D-F427-488C-A544-E3E12D8F6E04}" destId="{60596EE1-2379-434A-A718-A1BBE8945105}" srcOrd="0" destOrd="0" presId="urn:microsoft.com/office/officeart/2005/8/layout/vList3"/>
    <dgm:cxn modelId="{64576843-3980-48E6-A5B1-71C4AB3D2E02}" type="presParOf" srcId="{54EE988D-F427-488C-A544-E3E12D8F6E04}" destId="{B7EB9E76-137E-4625-B120-12B46129793B}" srcOrd="1" destOrd="0" presId="urn:microsoft.com/office/officeart/2005/8/layout/vList3"/>
    <dgm:cxn modelId="{BA74C816-3D4D-4E3C-AAAB-546537928F9F}" type="presParOf" srcId="{D691DF44-7EA5-4B4D-8176-42A89ADB1189}" destId="{60E2D721-49CE-402C-A4DD-AD79CAFBA716}" srcOrd="5" destOrd="0" presId="urn:microsoft.com/office/officeart/2005/8/layout/vList3"/>
    <dgm:cxn modelId="{656151E8-FB0C-457C-94BF-BE8E89B73410}" type="presParOf" srcId="{D691DF44-7EA5-4B4D-8176-42A89ADB1189}" destId="{D54EFC6B-F293-409C-A63A-CA3CEFACA105}" srcOrd="6" destOrd="0" presId="urn:microsoft.com/office/officeart/2005/8/layout/vList3"/>
    <dgm:cxn modelId="{3B175658-0ED2-4DE1-8373-840B511F09A0}" type="presParOf" srcId="{D54EFC6B-F293-409C-A63A-CA3CEFACA105}" destId="{694C1532-3B80-4D7D-AE99-2C32809F689F}" srcOrd="0" destOrd="0" presId="urn:microsoft.com/office/officeart/2005/8/layout/vList3"/>
    <dgm:cxn modelId="{6FCDE540-6DFC-4DE3-AE2D-5E995F55C00C}" type="presParOf" srcId="{D54EFC6B-F293-409C-A63A-CA3CEFACA105}" destId="{D9334070-C8CD-42A5-949C-FADC44FCC2BE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8EC3FDDE-D201-4C21-BBA5-495131E29FE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C040026-1D00-4AA3-A756-E9F98BDFF19C}">
      <dgm:prSet/>
      <dgm:spPr/>
      <dgm:t>
        <a:bodyPr/>
        <a:lstStyle/>
        <a:p>
          <a:r>
            <a:rPr lang="uk-UA" b="0" i="0"/>
            <a:t>укладення унії православної та католицької церков.</a:t>
          </a:r>
          <a:endParaRPr lang="uk-UA"/>
        </a:p>
      </dgm:t>
    </dgm:pt>
    <dgm:pt modelId="{2196681D-E2AD-4D88-B381-16A729C043FF}" type="parTrans" cxnId="{9EF2CE92-7C79-48EA-A4F3-DDE340016A50}">
      <dgm:prSet/>
      <dgm:spPr/>
      <dgm:t>
        <a:bodyPr/>
        <a:lstStyle/>
        <a:p>
          <a:endParaRPr lang="uk-UA"/>
        </a:p>
      </dgm:t>
    </dgm:pt>
    <dgm:pt modelId="{1BD2B97B-531D-4AEA-93DC-C1874BCDCB1A}" type="sibTrans" cxnId="{9EF2CE92-7C79-48EA-A4F3-DDE340016A50}">
      <dgm:prSet/>
      <dgm:spPr/>
      <dgm:t>
        <a:bodyPr/>
        <a:lstStyle/>
        <a:p>
          <a:endParaRPr lang="uk-UA"/>
        </a:p>
      </dgm:t>
    </dgm:pt>
    <dgm:pt modelId="{2FF87CD4-BFF4-440C-A375-4A9FFF82E67F}">
      <dgm:prSet/>
      <dgm:spPr/>
      <dgm:t>
        <a:bodyPr/>
        <a:lstStyle/>
        <a:p>
          <a:r>
            <a:rPr lang="uk-UA" b="0" i="0"/>
            <a:t>надання ставропігії Львівському Успенському братству.</a:t>
          </a:r>
          <a:endParaRPr lang="uk-UA"/>
        </a:p>
      </dgm:t>
    </dgm:pt>
    <dgm:pt modelId="{9FECFBDB-18AD-456E-882B-2718DBA762F6}" type="parTrans" cxnId="{8DD4E6C9-67A1-4B55-B787-89AE80B7D222}">
      <dgm:prSet/>
      <dgm:spPr/>
      <dgm:t>
        <a:bodyPr/>
        <a:lstStyle/>
        <a:p>
          <a:endParaRPr lang="uk-UA"/>
        </a:p>
      </dgm:t>
    </dgm:pt>
    <dgm:pt modelId="{64C3DBD6-EA61-4E77-AD33-BBF61CCC143C}" type="sibTrans" cxnId="{8DD4E6C9-67A1-4B55-B787-89AE80B7D222}">
      <dgm:prSet/>
      <dgm:spPr/>
      <dgm:t>
        <a:bodyPr/>
        <a:lstStyle/>
        <a:p>
          <a:endParaRPr lang="uk-UA"/>
        </a:p>
      </dgm:t>
    </dgm:pt>
    <dgm:pt modelId="{6836F8FB-78EB-4632-AEAD-900CF5D66C18}">
      <dgm:prSet/>
      <dgm:spPr/>
      <dgm:t>
        <a:bodyPr/>
        <a:lstStyle/>
        <a:p>
          <a:r>
            <a:rPr lang="uk-UA" b="0" i="0" dirty="0"/>
            <a:t>об’єднання Лаврської школи та Київської братської школи в колегію.</a:t>
          </a:r>
          <a:endParaRPr lang="uk-UA" dirty="0"/>
        </a:p>
      </dgm:t>
    </dgm:pt>
    <dgm:pt modelId="{1EBF81B2-31BB-4F04-8CE7-49F5D5C457F2}" type="parTrans" cxnId="{B5C7D4C9-29EF-40CF-B654-08627D0679AA}">
      <dgm:prSet/>
      <dgm:spPr/>
      <dgm:t>
        <a:bodyPr/>
        <a:lstStyle/>
        <a:p>
          <a:endParaRPr lang="uk-UA"/>
        </a:p>
      </dgm:t>
    </dgm:pt>
    <dgm:pt modelId="{10B2571A-BBE6-4E23-9141-6A27D6203C7B}" type="sibTrans" cxnId="{B5C7D4C9-29EF-40CF-B654-08627D0679AA}">
      <dgm:prSet/>
      <dgm:spPr/>
      <dgm:t>
        <a:bodyPr/>
        <a:lstStyle/>
        <a:p>
          <a:endParaRPr lang="uk-UA"/>
        </a:p>
      </dgm:t>
    </dgm:pt>
    <dgm:pt modelId="{13BEBFF6-DEAE-4D94-83FB-F30F774AA35E}">
      <dgm:prSet/>
      <dgm:spPr/>
      <dgm:t>
        <a:bodyPr/>
        <a:lstStyle/>
        <a:p>
          <a:r>
            <a:rPr lang="uk-UA" b="0" i="0" dirty="0"/>
            <a:t>заснування першої на українських землях слов’яно-греко-латинської школи</a:t>
          </a:r>
          <a:endParaRPr lang="uk-UA" dirty="0"/>
        </a:p>
      </dgm:t>
    </dgm:pt>
    <dgm:pt modelId="{8622F824-D1D9-4B07-BFA1-CE0550FFCAAE}" type="parTrans" cxnId="{91619940-41B7-4F15-BDCE-9CFCF458E95D}">
      <dgm:prSet/>
      <dgm:spPr/>
      <dgm:t>
        <a:bodyPr/>
        <a:lstStyle/>
        <a:p>
          <a:endParaRPr lang="uk-UA"/>
        </a:p>
      </dgm:t>
    </dgm:pt>
    <dgm:pt modelId="{97AA23A9-5CC5-481C-829C-019C74162A0E}" type="sibTrans" cxnId="{91619940-41B7-4F15-BDCE-9CFCF458E95D}">
      <dgm:prSet/>
      <dgm:spPr/>
      <dgm:t>
        <a:bodyPr/>
        <a:lstStyle/>
        <a:p>
          <a:endParaRPr lang="uk-UA"/>
        </a:p>
      </dgm:t>
    </dgm:pt>
    <dgm:pt modelId="{1F8755AE-E21F-427B-B80B-B69DB16A65E5}" type="pres">
      <dgm:prSet presAssocID="{8EC3FDDE-D201-4C21-BBA5-495131E29FED}" presName="linear" presStyleCnt="0">
        <dgm:presLayoutVars>
          <dgm:animLvl val="lvl"/>
          <dgm:resizeHandles val="exact"/>
        </dgm:presLayoutVars>
      </dgm:prSet>
      <dgm:spPr/>
    </dgm:pt>
    <dgm:pt modelId="{43680210-14FF-4E62-BC71-E16D6B9B6684}" type="pres">
      <dgm:prSet presAssocID="{5C040026-1D00-4AA3-A756-E9F98BDFF19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038784F-CC1D-49C1-86DB-B0EE64C124EF}" type="pres">
      <dgm:prSet presAssocID="{1BD2B97B-531D-4AEA-93DC-C1874BCDCB1A}" presName="spacer" presStyleCnt="0"/>
      <dgm:spPr/>
    </dgm:pt>
    <dgm:pt modelId="{AE9CC501-78D0-418C-BC51-89D826BCFA29}" type="pres">
      <dgm:prSet presAssocID="{2FF87CD4-BFF4-440C-A375-4A9FFF82E67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467B1A5-42FE-40D9-8EC6-8B378DFD8F7B}" type="pres">
      <dgm:prSet presAssocID="{64C3DBD6-EA61-4E77-AD33-BBF61CCC143C}" presName="spacer" presStyleCnt="0"/>
      <dgm:spPr/>
    </dgm:pt>
    <dgm:pt modelId="{DD71BAE4-A7CB-4933-816F-270CDF725E1E}" type="pres">
      <dgm:prSet presAssocID="{6836F8FB-78EB-4632-AEAD-900CF5D66C1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F6B1982-01A2-4DB1-B231-49530281DB50}" type="pres">
      <dgm:prSet presAssocID="{10B2571A-BBE6-4E23-9141-6A27D6203C7B}" presName="spacer" presStyleCnt="0"/>
      <dgm:spPr/>
    </dgm:pt>
    <dgm:pt modelId="{782D94BD-1AD2-4B47-9413-756BA96A5FAA}" type="pres">
      <dgm:prSet presAssocID="{13BEBFF6-DEAE-4D94-83FB-F30F774AA35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A455F2C-73FF-4D0F-B617-A7C70995FCC6}" type="presOf" srcId="{5C040026-1D00-4AA3-A756-E9F98BDFF19C}" destId="{43680210-14FF-4E62-BC71-E16D6B9B6684}" srcOrd="0" destOrd="0" presId="urn:microsoft.com/office/officeart/2005/8/layout/vList2"/>
    <dgm:cxn modelId="{91619940-41B7-4F15-BDCE-9CFCF458E95D}" srcId="{8EC3FDDE-D201-4C21-BBA5-495131E29FED}" destId="{13BEBFF6-DEAE-4D94-83FB-F30F774AA35E}" srcOrd="3" destOrd="0" parTransId="{8622F824-D1D9-4B07-BFA1-CE0550FFCAAE}" sibTransId="{97AA23A9-5CC5-481C-829C-019C74162A0E}"/>
    <dgm:cxn modelId="{1B650E5B-118A-404D-BC53-B6481D373326}" type="presOf" srcId="{2FF87CD4-BFF4-440C-A375-4A9FFF82E67F}" destId="{AE9CC501-78D0-418C-BC51-89D826BCFA29}" srcOrd="0" destOrd="0" presId="urn:microsoft.com/office/officeart/2005/8/layout/vList2"/>
    <dgm:cxn modelId="{A6C88449-244C-4743-BA38-B5D1D56A2482}" type="presOf" srcId="{6836F8FB-78EB-4632-AEAD-900CF5D66C18}" destId="{DD71BAE4-A7CB-4933-816F-270CDF725E1E}" srcOrd="0" destOrd="0" presId="urn:microsoft.com/office/officeart/2005/8/layout/vList2"/>
    <dgm:cxn modelId="{FBAC6753-D556-49DF-B077-132B5B296CD1}" type="presOf" srcId="{13BEBFF6-DEAE-4D94-83FB-F30F774AA35E}" destId="{782D94BD-1AD2-4B47-9413-756BA96A5FAA}" srcOrd="0" destOrd="0" presId="urn:microsoft.com/office/officeart/2005/8/layout/vList2"/>
    <dgm:cxn modelId="{9EF2CE92-7C79-48EA-A4F3-DDE340016A50}" srcId="{8EC3FDDE-D201-4C21-BBA5-495131E29FED}" destId="{5C040026-1D00-4AA3-A756-E9F98BDFF19C}" srcOrd="0" destOrd="0" parTransId="{2196681D-E2AD-4D88-B381-16A729C043FF}" sibTransId="{1BD2B97B-531D-4AEA-93DC-C1874BCDCB1A}"/>
    <dgm:cxn modelId="{657ED9A3-F5DB-4C09-A537-FF40A548C567}" type="presOf" srcId="{8EC3FDDE-D201-4C21-BBA5-495131E29FED}" destId="{1F8755AE-E21F-427B-B80B-B69DB16A65E5}" srcOrd="0" destOrd="0" presId="urn:microsoft.com/office/officeart/2005/8/layout/vList2"/>
    <dgm:cxn modelId="{B5C7D4C9-29EF-40CF-B654-08627D0679AA}" srcId="{8EC3FDDE-D201-4C21-BBA5-495131E29FED}" destId="{6836F8FB-78EB-4632-AEAD-900CF5D66C18}" srcOrd="2" destOrd="0" parTransId="{1EBF81B2-31BB-4F04-8CE7-49F5D5C457F2}" sibTransId="{10B2571A-BBE6-4E23-9141-6A27D6203C7B}"/>
    <dgm:cxn modelId="{8DD4E6C9-67A1-4B55-B787-89AE80B7D222}" srcId="{8EC3FDDE-D201-4C21-BBA5-495131E29FED}" destId="{2FF87CD4-BFF4-440C-A375-4A9FFF82E67F}" srcOrd="1" destOrd="0" parTransId="{9FECFBDB-18AD-456E-882B-2718DBA762F6}" sibTransId="{64C3DBD6-EA61-4E77-AD33-BBF61CCC143C}"/>
    <dgm:cxn modelId="{4DF03C85-FDE8-442D-8CAB-7795FADBF0D7}" type="presParOf" srcId="{1F8755AE-E21F-427B-B80B-B69DB16A65E5}" destId="{43680210-14FF-4E62-BC71-E16D6B9B6684}" srcOrd="0" destOrd="0" presId="urn:microsoft.com/office/officeart/2005/8/layout/vList2"/>
    <dgm:cxn modelId="{D537AB85-7BE8-4092-B8F9-BF70DA5B0364}" type="presParOf" srcId="{1F8755AE-E21F-427B-B80B-B69DB16A65E5}" destId="{9038784F-CC1D-49C1-86DB-B0EE64C124EF}" srcOrd="1" destOrd="0" presId="urn:microsoft.com/office/officeart/2005/8/layout/vList2"/>
    <dgm:cxn modelId="{467EDC2A-7A65-4DB8-987B-5361CBF215C4}" type="presParOf" srcId="{1F8755AE-E21F-427B-B80B-B69DB16A65E5}" destId="{AE9CC501-78D0-418C-BC51-89D826BCFA29}" srcOrd="2" destOrd="0" presId="urn:microsoft.com/office/officeart/2005/8/layout/vList2"/>
    <dgm:cxn modelId="{4C9A9C14-E93A-4884-96DC-05998FBD3754}" type="presParOf" srcId="{1F8755AE-E21F-427B-B80B-B69DB16A65E5}" destId="{1467B1A5-42FE-40D9-8EC6-8B378DFD8F7B}" srcOrd="3" destOrd="0" presId="urn:microsoft.com/office/officeart/2005/8/layout/vList2"/>
    <dgm:cxn modelId="{96EB7F47-472C-41BB-830E-2000C67C4911}" type="presParOf" srcId="{1F8755AE-E21F-427B-B80B-B69DB16A65E5}" destId="{DD71BAE4-A7CB-4933-816F-270CDF725E1E}" srcOrd="4" destOrd="0" presId="urn:microsoft.com/office/officeart/2005/8/layout/vList2"/>
    <dgm:cxn modelId="{A1021759-4F2B-45DB-92E1-7A60D519E675}" type="presParOf" srcId="{1F8755AE-E21F-427B-B80B-B69DB16A65E5}" destId="{DF6B1982-01A2-4DB1-B231-49530281DB50}" srcOrd="5" destOrd="0" presId="urn:microsoft.com/office/officeart/2005/8/layout/vList2"/>
    <dgm:cxn modelId="{453B2C6A-0423-4CBD-A15D-B51CAE8A86F9}" type="presParOf" srcId="{1F8755AE-E21F-427B-B80B-B69DB16A65E5}" destId="{782D94BD-1AD2-4B47-9413-756BA96A5FA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38EA3EF6-B002-420C-941F-AAE059BD2985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1376A78-0728-4175-9C73-40429B12B846}">
      <dgm:prSet/>
      <dgm:spPr/>
      <dgm:t>
        <a:bodyPr/>
        <a:lstStyle/>
        <a:p>
          <a:r>
            <a:rPr lang="ru-RU" b="0" i="0" dirty="0" err="1"/>
            <a:t>ухвалення</a:t>
          </a:r>
          <a:r>
            <a:rPr lang="ru-RU" b="0" i="0" dirty="0"/>
            <a:t> «</a:t>
          </a:r>
          <a:r>
            <a:rPr lang="ru-RU" b="0" i="0" dirty="0" err="1"/>
            <a:t>Пунктів</a:t>
          </a:r>
          <a:r>
            <a:rPr lang="ru-RU" b="0" i="0" dirty="0"/>
            <a:t> для </a:t>
          </a:r>
          <a:r>
            <a:rPr lang="ru-RU" b="0" i="0" dirty="0" err="1"/>
            <a:t>заспокоєння</a:t>
          </a:r>
          <a:r>
            <a:rPr lang="ru-RU" b="0" i="0" dirty="0"/>
            <a:t> руського народу»</a:t>
          </a:r>
          <a:endParaRPr lang="uk-UA" dirty="0"/>
        </a:p>
      </dgm:t>
    </dgm:pt>
    <dgm:pt modelId="{58DC566E-9D81-4445-9756-A02CCC6CEC17}" type="parTrans" cxnId="{D241ECEA-6E52-4CEF-9C9D-56C33F9225F7}">
      <dgm:prSet/>
      <dgm:spPr/>
      <dgm:t>
        <a:bodyPr/>
        <a:lstStyle/>
        <a:p>
          <a:endParaRPr lang="uk-UA"/>
        </a:p>
      </dgm:t>
    </dgm:pt>
    <dgm:pt modelId="{C24844E2-DF87-4F61-A12C-E4A7B7BC95FA}" type="sibTrans" cxnId="{D241ECEA-6E52-4CEF-9C9D-56C33F9225F7}">
      <dgm:prSet/>
      <dgm:spPr/>
      <dgm:t>
        <a:bodyPr/>
        <a:lstStyle/>
        <a:p>
          <a:endParaRPr lang="uk-UA"/>
        </a:p>
      </dgm:t>
    </dgm:pt>
    <dgm:pt modelId="{F45FEC0F-97EF-4BE2-BD79-4D9256AC6B54}">
      <dgm:prSet/>
      <dgm:spPr/>
      <dgm:t>
        <a:bodyPr/>
        <a:lstStyle/>
        <a:p>
          <a:r>
            <a:rPr lang="ru-RU" b="0" i="0" dirty="0" err="1"/>
            <a:t>обрання</a:t>
          </a:r>
          <a:r>
            <a:rPr lang="ru-RU" b="0" i="0" dirty="0"/>
            <a:t> </a:t>
          </a:r>
          <a:r>
            <a:rPr lang="ru-RU" b="0" i="0" dirty="0" err="1"/>
            <a:t>вперше</a:t>
          </a:r>
          <a:r>
            <a:rPr lang="ru-RU" b="0" i="0" dirty="0"/>
            <a:t> </a:t>
          </a:r>
          <a:r>
            <a:rPr lang="ru-RU" b="0" i="0" dirty="0" err="1"/>
            <a:t>гетьманом</a:t>
          </a:r>
          <a:r>
            <a:rPr lang="ru-RU" b="0" i="0" dirty="0"/>
            <a:t> П. Конашевича-Сагайдачного</a:t>
          </a:r>
          <a:endParaRPr lang="uk-UA" dirty="0"/>
        </a:p>
      </dgm:t>
    </dgm:pt>
    <dgm:pt modelId="{25524085-C849-4C0F-AD25-4511BA8BFFCB}" type="parTrans" cxnId="{F3870D93-01EC-4C93-AE68-D8D543182B77}">
      <dgm:prSet/>
      <dgm:spPr/>
      <dgm:t>
        <a:bodyPr/>
        <a:lstStyle/>
        <a:p>
          <a:endParaRPr lang="uk-UA"/>
        </a:p>
      </dgm:t>
    </dgm:pt>
    <dgm:pt modelId="{E517FF1B-4342-4C0F-BAB8-32578F4B0F35}" type="sibTrans" cxnId="{F3870D93-01EC-4C93-AE68-D8D543182B77}">
      <dgm:prSet/>
      <dgm:spPr/>
      <dgm:t>
        <a:bodyPr/>
        <a:lstStyle/>
        <a:p>
          <a:endParaRPr lang="uk-UA"/>
        </a:p>
      </dgm:t>
    </dgm:pt>
    <dgm:pt modelId="{53357C58-80DB-4BC8-BBB7-34B4AB67476F}">
      <dgm:prSet/>
      <dgm:spPr/>
      <dgm:t>
        <a:bodyPr/>
        <a:lstStyle/>
        <a:p>
          <a:r>
            <a:rPr lang="ru-RU" b="0" i="0"/>
            <a:t>укладення Куруківської угоди</a:t>
          </a:r>
          <a:endParaRPr lang="uk-UA"/>
        </a:p>
      </dgm:t>
    </dgm:pt>
    <dgm:pt modelId="{52B480DA-5138-4841-B113-3BE010D85206}" type="parTrans" cxnId="{B4D17BE9-D2B1-48B4-980C-7C965A148304}">
      <dgm:prSet/>
      <dgm:spPr/>
      <dgm:t>
        <a:bodyPr/>
        <a:lstStyle/>
        <a:p>
          <a:endParaRPr lang="uk-UA"/>
        </a:p>
      </dgm:t>
    </dgm:pt>
    <dgm:pt modelId="{52A96DA2-F3B5-4251-879C-B3A11BBDA405}" type="sibTrans" cxnId="{B4D17BE9-D2B1-48B4-980C-7C965A148304}">
      <dgm:prSet/>
      <dgm:spPr/>
      <dgm:t>
        <a:bodyPr/>
        <a:lstStyle/>
        <a:p>
          <a:endParaRPr lang="uk-UA"/>
        </a:p>
      </dgm:t>
    </dgm:pt>
    <dgm:pt modelId="{4D3D886B-212E-4815-ADA0-2919A4E17312}">
      <dgm:prSet/>
      <dgm:spPr/>
      <dgm:t>
        <a:bodyPr/>
        <a:lstStyle/>
        <a:p>
          <a:r>
            <a:rPr lang="ru-RU" b="0" i="0" dirty="0" err="1"/>
            <a:t>видання</a:t>
          </a:r>
          <a:r>
            <a:rPr lang="ru-RU" b="0" i="0" dirty="0"/>
            <a:t> постанови сейму «</a:t>
          </a:r>
          <a:r>
            <a:rPr lang="ru-RU" b="0" i="0" dirty="0" err="1"/>
            <a:t>Ординація</a:t>
          </a:r>
          <a:r>
            <a:rPr lang="ru-RU" b="0" i="0" dirty="0"/>
            <a:t> </a:t>
          </a:r>
          <a:r>
            <a:rPr lang="ru-RU" b="0" i="0" dirty="0" err="1"/>
            <a:t>Війська</a:t>
          </a:r>
          <a:r>
            <a:rPr lang="ru-RU" b="0" i="0" dirty="0"/>
            <a:t> </a:t>
          </a:r>
          <a:r>
            <a:rPr lang="ru-RU" b="0" i="0" dirty="0" err="1"/>
            <a:t>Запорозького</a:t>
          </a:r>
          <a:r>
            <a:rPr lang="ru-RU" b="0" i="0" dirty="0"/>
            <a:t>…»</a:t>
          </a:r>
          <a:endParaRPr lang="uk-UA" dirty="0"/>
        </a:p>
      </dgm:t>
    </dgm:pt>
    <dgm:pt modelId="{5ACE8735-7796-4717-B849-CF751C97B038}" type="parTrans" cxnId="{F13D5AD1-1264-48F2-BB2A-F06AFA5F0B2F}">
      <dgm:prSet/>
      <dgm:spPr/>
      <dgm:t>
        <a:bodyPr/>
        <a:lstStyle/>
        <a:p>
          <a:endParaRPr lang="uk-UA"/>
        </a:p>
      </dgm:t>
    </dgm:pt>
    <dgm:pt modelId="{4902A0D8-8125-4ADC-84B2-AEBBFEF89F28}" type="sibTrans" cxnId="{F13D5AD1-1264-48F2-BB2A-F06AFA5F0B2F}">
      <dgm:prSet/>
      <dgm:spPr/>
      <dgm:t>
        <a:bodyPr/>
        <a:lstStyle/>
        <a:p>
          <a:endParaRPr lang="uk-UA"/>
        </a:p>
      </dgm:t>
    </dgm:pt>
    <dgm:pt modelId="{905AD819-00DB-4337-8B04-C5F41AA5820B}" type="pres">
      <dgm:prSet presAssocID="{38EA3EF6-B002-420C-941F-AAE059BD2985}" presName="Name0" presStyleCnt="0">
        <dgm:presLayoutVars>
          <dgm:chMax val="7"/>
          <dgm:chPref val="7"/>
          <dgm:dir/>
        </dgm:presLayoutVars>
      </dgm:prSet>
      <dgm:spPr/>
    </dgm:pt>
    <dgm:pt modelId="{DBBE5DA3-D130-443E-9061-D55608111F3B}" type="pres">
      <dgm:prSet presAssocID="{38EA3EF6-B002-420C-941F-AAE059BD2985}" presName="Name1" presStyleCnt="0"/>
      <dgm:spPr/>
    </dgm:pt>
    <dgm:pt modelId="{53EA60AD-6955-4B5C-A408-52AE86D70B33}" type="pres">
      <dgm:prSet presAssocID="{38EA3EF6-B002-420C-941F-AAE059BD2985}" presName="cycle" presStyleCnt="0"/>
      <dgm:spPr/>
    </dgm:pt>
    <dgm:pt modelId="{5E9D4A71-64A7-4FAD-AFBF-6EEA32E3883D}" type="pres">
      <dgm:prSet presAssocID="{38EA3EF6-B002-420C-941F-AAE059BD2985}" presName="srcNode" presStyleLbl="node1" presStyleIdx="0" presStyleCnt="4"/>
      <dgm:spPr/>
    </dgm:pt>
    <dgm:pt modelId="{27E10DCA-DE5C-4C9E-B16C-7287BD2D7490}" type="pres">
      <dgm:prSet presAssocID="{38EA3EF6-B002-420C-941F-AAE059BD2985}" presName="conn" presStyleLbl="parChTrans1D2" presStyleIdx="0" presStyleCnt="1"/>
      <dgm:spPr/>
    </dgm:pt>
    <dgm:pt modelId="{0385F271-73EC-4562-95CC-A76975F3BBE1}" type="pres">
      <dgm:prSet presAssocID="{38EA3EF6-B002-420C-941F-AAE059BD2985}" presName="extraNode" presStyleLbl="node1" presStyleIdx="0" presStyleCnt="4"/>
      <dgm:spPr/>
    </dgm:pt>
    <dgm:pt modelId="{AD3EB5A3-84AD-48FF-AED1-C55AED09E4EA}" type="pres">
      <dgm:prSet presAssocID="{38EA3EF6-B002-420C-941F-AAE059BD2985}" presName="dstNode" presStyleLbl="node1" presStyleIdx="0" presStyleCnt="4"/>
      <dgm:spPr/>
    </dgm:pt>
    <dgm:pt modelId="{D923342B-2388-46D0-94B1-B5C62C92AAAC}" type="pres">
      <dgm:prSet presAssocID="{41376A78-0728-4175-9C73-40429B12B846}" presName="text_1" presStyleLbl="node1" presStyleIdx="0" presStyleCnt="4">
        <dgm:presLayoutVars>
          <dgm:bulletEnabled val="1"/>
        </dgm:presLayoutVars>
      </dgm:prSet>
      <dgm:spPr/>
    </dgm:pt>
    <dgm:pt modelId="{EE349F1B-DEDE-493D-93C0-01FC3D550C8E}" type="pres">
      <dgm:prSet presAssocID="{41376A78-0728-4175-9C73-40429B12B846}" presName="accent_1" presStyleCnt="0"/>
      <dgm:spPr/>
    </dgm:pt>
    <dgm:pt modelId="{E7A64654-0331-4954-B17F-F12356B59B2A}" type="pres">
      <dgm:prSet presAssocID="{41376A78-0728-4175-9C73-40429B12B846}" presName="accentRepeatNode" presStyleLbl="solidFgAcc1" presStyleIdx="0" presStyleCnt="4"/>
      <dgm:spPr/>
    </dgm:pt>
    <dgm:pt modelId="{73845143-60FD-4566-B5A2-3A1E594F3F0D}" type="pres">
      <dgm:prSet presAssocID="{F45FEC0F-97EF-4BE2-BD79-4D9256AC6B54}" presName="text_2" presStyleLbl="node1" presStyleIdx="1" presStyleCnt="4">
        <dgm:presLayoutVars>
          <dgm:bulletEnabled val="1"/>
        </dgm:presLayoutVars>
      </dgm:prSet>
      <dgm:spPr/>
    </dgm:pt>
    <dgm:pt modelId="{4155C8FF-7F85-4D9A-A182-A2794D5C5ED6}" type="pres">
      <dgm:prSet presAssocID="{F45FEC0F-97EF-4BE2-BD79-4D9256AC6B54}" presName="accent_2" presStyleCnt="0"/>
      <dgm:spPr/>
    </dgm:pt>
    <dgm:pt modelId="{2014331E-9055-41D1-9948-AEB62E237537}" type="pres">
      <dgm:prSet presAssocID="{F45FEC0F-97EF-4BE2-BD79-4D9256AC6B54}" presName="accentRepeatNode" presStyleLbl="solidFgAcc1" presStyleIdx="1" presStyleCnt="4"/>
      <dgm:spPr/>
    </dgm:pt>
    <dgm:pt modelId="{18F49892-7F4E-4008-B9A1-EBE8A6A12D4E}" type="pres">
      <dgm:prSet presAssocID="{53357C58-80DB-4BC8-BBB7-34B4AB67476F}" presName="text_3" presStyleLbl="node1" presStyleIdx="2" presStyleCnt="4">
        <dgm:presLayoutVars>
          <dgm:bulletEnabled val="1"/>
        </dgm:presLayoutVars>
      </dgm:prSet>
      <dgm:spPr/>
    </dgm:pt>
    <dgm:pt modelId="{B8643ACD-AB91-4A5E-9865-1F40D4132072}" type="pres">
      <dgm:prSet presAssocID="{53357C58-80DB-4BC8-BBB7-34B4AB67476F}" presName="accent_3" presStyleCnt="0"/>
      <dgm:spPr/>
    </dgm:pt>
    <dgm:pt modelId="{A2DC3875-537A-4176-85C8-4069E6944B90}" type="pres">
      <dgm:prSet presAssocID="{53357C58-80DB-4BC8-BBB7-34B4AB67476F}" presName="accentRepeatNode" presStyleLbl="solidFgAcc1" presStyleIdx="2" presStyleCnt="4"/>
      <dgm:spPr/>
    </dgm:pt>
    <dgm:pt modelId="{97798CD7-A0EE-4712-BC0B-A4CD5BDC9D68}" type="pres">
      <dgm:prSet presAssocID="{4D3D886B-212E-4815-ADA0-2919A4E17312}" presName="text_4" presStyleLbl="node1" presStyleIdx="3" presStyleCnt="4">
        <dgm:presLayoutVars>
          <dgm:bulletEnabled val="1"/>
        </dgm:presLayoutVars>
      </dgm:prSet>
      <dgm:spPr/>
    </dgm:pt>
    <dgm:pt modelId="{72C84E79-DFF9-48EC-A32A-0E932E7C338A}" type="pres">
      <dgm:prSet presAssocID="{4D3D886B-212E-4815-ADA0-2919A4E17312}" presName="accent_4" presStyleCnt="0"/>
      <dgm:spPr/>
    </dgm:pt>
    <dgm:pt modelId="{E484139D-3A0A-40A3-92C2-7E391C6EEB25}" type="pres">
      <dgm:prSet presAssocID="{4D3D886B-212E-4815-ADA0-2919A4E17312}" presName="accentRepeatNode" presStyleLbl="solidFgAcc1" presStyleIdx="3" presStyleCnt="4"/>
      <dgm:spPr/>
    </dgm:pt>
  </dgm:ptLst>
  <dgm:cxnLst>
    <dgm:cxn modelId="{7BADE703-A108-466C-95B6-401A80BC6A97}" type="presOf" srcId="{F45FEC0F-97EF-4BE2-BD79-4D9256AC6B54}" destId="{73845143-60FD-4566-B5A2-3A1E594F3F0D}" srcOrd="0" destOrd="0" presId="urn:microsoft.com/office/officeart/2008/layout/VerticalCurvedList"/>
    <dgm:cxn modelId="{E6578C63-A786-49D3-91BA-7937B8290A7A}" type="presOf" srcId="{53357C58-80DB-4BC8-BBB7-34B4AB67476F}" destId="{18F49892-7F4E-4008-B9A1-EBE8A6A12D4E}" srcOrd="0" destOrd="0" presId="urn:microsoft.com/office/officeart/2008/layout/VerticalCurvedList"/>
    <dgm:cxn modelId="{8C4AAF68-187F-4C20-8A8B-0B9D73DE4579}" type="presOf" srcId="{38EA3EF6-B002-420C-941F-AAE059BD2985}" destId="{905AD819-00DB-4337-8B04-C5F41AA5820B}" srcOrd="0" destOrd="0" presId="urn:microsoft.com/office/officeart/2008/layout/VerticalCurvedList"/>
    <dgm:cxn modelId="{4EF5B86B-58CD-462E-815C-23F5DF14473D}" type="presOf" srcId="{41376A78-0728-4175-9C73-40429B12B846}" destId="{D923342B-2388-46D0-94B1-B5C62C92AAAC}" srcOrd="0" destOrd="0" presId="urn:microsoft.com/office/officeart/2008/layout/VerticalCurvedList"/>
    <dgm:cxn modelId="{F3870D93-01EC-4C93-AE68-D8D543182B77}" srcId="{38EA3EF6-B002-420C-941F-AAE059BD2985}" destId="{F45FEC0F-97EF-4BE2-BD79-4D9256AC6B54}" srcOrd="1" destOrd="0" parTransId="{25524085-C849-4C0F-AD25-4511BA8BFFCB}" sibTransId="{E517FF1B-4342-4C0F-BAB8-32578F4B0F35}"/>
    <dgm:cxn modelId="{B49B16AB-C0CB-4FE7-BD00-D75294B7513F}" type="presOf" srcId="{C24844E2-DF87-4F61-A12C-E4A7B7BC95FA}" destId="{27E10DCA-DE5C-4C9E-B16C-7287BD2D7490}" srcOrd="0" destOrd="0" presId="urn:microsoft.com/office/officeart/2008/layout/VerticalCurvedList"/>
    <dgm:cxn modelId="{F13D5AD1-1264-48F2-BB2A-F06AFA5F0B2F}" srcId="{38EA3EF6-B002-420C-941F-AAE059BD2985}" destId="{4D3D886B-212E-4815-ADA0-2919A4E17312}" srcOrd="3" destOrd="0" parTransId="{5ACE8735-7796-4717-B849-CF751C97B038}" sibTransId="{4902A0D8-8125-4ADC-84B2-AEBBFEF89F28}"/>
    <dgm:cxn modelId="{429693E8-3C3A-406E-BE8D-A88A741C136D}" type="presOf" srcId="{4D3D886B-212E-4815-ADA0-2919A4E17312}" destId="{97798CD7-A0EE-4712-BC0B-A4CD5BDC9D68}" srcOrd="0" destOrd="0" presId="urn:microsoft.com/office/officeart/2008/layout/VerticalCurvedList"/>
    <dgm:cxn modelId="{B4D17BE9-D2B1-48B4-980C-7C965A148304}" srcId="{38EA3EF6-B002-420C-941F-AAE059BD2985}" destId="{53357C58-80DB-4BC8-BBB7-34B4AB67476F}" srcOrd="2" destOrd="0" parTransId="{52B480DA-5138-4841-B113-3BE010D85206}" sibTransId="{52A96DA2-F3B5-4251-879C-B3A11BBDA405}"/>
    <dgm:cxn modelId="{D241ECEA-6E52-4CEF-9C9D-56C33F9225F7}" srcId="{38EA3EF6-B002-420C-941F-AAE059BD2985}" destId="{41376A78-0728-4175-9C73-40429B12B846}" srcOrd="0" destOrd="0" parTransId="{58DC566E-9D81-4445-9756-A02CCC6CEC17}" sibTransId="{C24844E2-DF87-4F61-A12C-E4A7B7BC95FA}"/>
    <dgm:cxn modelId="{C44FAE58-7586-4FB7-BBB9-3778FBD16504}" type="presParOf" srcId="{905AD819-00DB-4337-8B04-C5F41AA5820B}" destId="{DBBE5DA3-D130-443E-9061-D55608111F3B}" srcOrd="0" destOrd="0" presId="urn:microsoft.com/office/officeart/2008/layout/VerticalCurvedList"/>
    <dgm:cxn modelId="{6C96B8D9-582A-4DB6-9582-D9351F365076}" type="presParOf" srcId="{DBBE5DA3-D130-443E-9061-D55608111F3B}" destId="{53EA60AD-6955-4B5C-A408-52AE86D70B33}" srcOrd="0" destOrd="0" presId="urn:microsoft.com/office/officeart/2008/layout/VerticalCurvedList"/>
    <dgm:cxn modelId="{8CDB3734-7CD7-4B4F-B98E-6E8FE18FFBCE}" type="presParOf" srcId="{53EA60AD-6955-4B5C-A408-52AE86D70B33}" destId="{5E9D4A71-64A7-4FAD-AFBF-6EEA32E3883D}" srcOrd="0" destOrd="0" presId="urn:microsoft.com/office/officeart/2008/layout/VerticalCurvedList"/>
    <dgm:cxn modelId="{86CB029D-25DA-4284-B3D8-65B14C34923E}" type="presParOf" srcId="{53EA60AD-6955-4B5C-A408-52AE86D70B33}" destId="{27E10DCA-DE5C-4C9E-B16C-7287BD2D7490}" srcOrd="1" destOrd="0" presId="urn:microsoft.com/office/officeart/2008/layout/VerticalCurvedList"/>
    <dgm:cxn modelId="{61B59FAF-CC89-4D4D-9F0D-7F45165DCE97}" type="presParOf" srcId="{53EA60AD-6955-4B5C-A408-52AE86D70B33}" destId="{0385F271-73EC-4562-95CC-A76975F3BBE1}" srcOrd="2" destOrd="0" presId="urn:microsoft.com/office/officeart/2008/layout/VerticalCurvedList"/>
    <dgm:cxn modelId="{DB428079-1764-4C43-8B73-37B6716270C3}" type="presParOf" srcId="{53EA60AD-6955-4B5C-A408-52AE86D70B33}" destId="{AD3EB5A3-84AD-48FF-AED1-C55AED09E4EA}" srcOrd="3" destOrd="0" presId="urn:microsoft.com/office/officeart/2008/layout/VerticalCurvedList"/>
    <dgm:cxn modelId="{B4EC6F0A-432D-479B-A412-88C80E22E568}" type="presParOf" srcId="{DBBE5DA3-D130-443E-9061-D55608111F3B}" destId="{D923342B-2388-46D0-94B1-B5C62C92AAAC}" srcOrd="1" destOrd="0" presId="urn:microsoft.com/office/officeart/2008/layout/VerticalCurvedList"/>
    <dgm:cxn modelId="{F9B31C37-3B81-448D-B5F0-D41123C85BEA}" type="presParOf" srcId="{DBBE5DA3-D130-443E-9061-D55608111F3B}" destId="{EE349F1B-DEDE-493D-93C0-01FC3D550C8E}" srcOrd="2" destOrd="0" presId="urn:microsoft.com/office/officeart/2008/layout/VerticalCurvedList"/>
    <dgm:cxn modelId="{C87753FB-2875-4204-8EBD-5E2A31F27F2E}" type="presParOf" srcId="{EE349F1B-DEDE-493D-93C0-01FC3D550C8E}" destId="{E7A64654-0331-4954-B17F-F12356B59B2A}" srcOrd="0" destOrd="0" presId="urn:microsoft.com/office/officeart/2008/layout/VerticalCurvedList"/>
    <dgm:cxn modelId="{D39FBD5D-3BCA-4FB1-A6ED-F6E6A88F2C22}" type="presParOf" srcId="{DBBE5DA3-D130-443E-9061-D55608111F3B}" destId="{73845143-60FD-4566-B5A2-3A1E594F3F0D}" srcOrd="3" destOrd="0" presId="urn:microsoft.com/office/officeart/2008/layout/VerticalCurvedList"/>
    <dgm:cxn modelId="{5C389BB0-7C47-4DAD-B384-58A78A2A51A1}" type="presParOf" srcId="{DBBE5DA3-D130-443E-9061-D55608111F3B}" destId="{4155C8FF-7F85-4D9A-A182-A2794D5C5ED6}" srcOrd="4" destOrd="0" presId="urn:microsoft.com/office/officeart/2008/layout/VerticalCurvedList"/>
    <dgm:cxn modelId="{53511232-1B3B-4B10-84B6-F0082A750279}" type="presParOf" srcId="{4155C8FF-7F85-4D9A-A182-A2794D5C5ED6}" destId="{2014331E-9055-41D1-9948-AEB62E237537}" srcOrd="0" destOrd="0" presId="urn:microsoft.com/office/officeart/2008/layout/VerticalCurvedList"/>
    <dgm:cxn modelId="{C0B97B9C-4C70-4565-8A42-4356C1812F74}" type="presParOf" srcId="{DBBE5DA3-D130-443E-9061-D55608111F3B}" destId="{18F49892-7F4E-4008-B9A1-EBE8A6A12D4E}" srcOrd="5" destOrd="0" presId="urn:microsoft.com/office/officeart/2008/layout/VerticalCurvedList"/>
    <dgm:cxn modelId="{D5E1A23D-E8A8-4145-B413-A0AF1D781E53}" type="presParOf" srcId="{DBBE5DA3-D130-443E-9061-D55608111F3B}" destId="{B8643ACD-AB91-4A5E-9865-1F40D4132072}" srcOrd="6" destOrd="0" presId="urn:microsoft.com/office/officeart/2008/layout/VerticalCurvedList"/>
    <dgm:cxn modelId="{0EE316E0-758C-45D0-B970-D193B184771F}" type="presParOf" srcId="{B8643ACD-AB91-4A5E-9865-1F40D4132072}" destId="{A2DC3875-537A-4176-85C8-4069E6944B90}" srcOrd="0" destOrd="0" presId="urn:microsoft.com/office/officeart/2008/layout/VerticalCurvedList"/>
    <dgm:cxn modelId="{36E86644-3358-4EA8-924D-13AC576127E5}" type="presParOf" srcId="{DBBE5DA3-D130-443E-9061-D55608111F3B}" destId="{97798CD7-A0EE-4712-BC0B-A4CD5BDC9D68}" srcOrd="7" destOrd="0" presId="urn:microsoft.com/office/officeart/2008/layout/VerticalCurvedList"/>
    <dgm:cxn modelId="{848ECA70-4940-4C59-AD32-C6496993DD1C}" type="presParOf" srcId="{DBBE5DA3-D130-443E-9061-D55608111F3B}" destId="{72C84E79-DFF9-48EC-A32A-0E932E7C338A}" srcOrd="8" destOrd="0" presId="urn:microsoft.com/office/officeart/2008/layout/VerticalCurvedList"/>
    <dgm:cxn modelId="{59AD8D0A-F4A1-4DEF-8153-A100EC01FD54}" type="presParOf" srcId="{72C84E79-DFF9-48EC-A32A-0E932E7C338A}" destId="{E484139D-3A0A-40A3-92C2-7E391C6EEB2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1718F058-E2EF-4882-A3EE-A411600D051E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8C81DE0-1B5B-4BAD-8CF5-4822093368CB}">
      <dgm:prSet/>
      <dgm:spPr/>
      <dgm:t>
        <a:bodyPr/>
        <a:lstStyle/>
        <a:p>
          <a:r>
            <a:rPr lang="ru-RU" b="0" i="0" dirty="0" err="1"/>
            <a:t>настання</a:t>
          </a:r>
          <a:r>
            <a:rPr lang="ru-RU" b="0" i="0" dirty="0"/>
            <a:t> </a:t>
          </a:r>
          <a:r>
            <a:rPr lang="ru-RU" b="0" i="0" dirty="0" err="1"/>
            <a:t>періоду</a:t>
          </a:r>
          <a:r>
            <a:rPr lang="ru-RU" b="0" i="0" dirty="0"/>
            <a:t> «Золотого спокою»</a:t>
          </a:r>
          <a:endParaRPr lang="uk-UA" dirty="0"/>
        </a:p>
      </dgm:t>
    </dgm:pt>
    <dgm:pt modelId="{BB0F9CF6-CA6C-4957-A4CF-DF478CD2D504}" type="parTrans" cxnId="{3CEAA57B-6AD1-4391-A36F-68B350791D73}">
      <dgm:prSet/>
      <dgm:spPr/>
      <dgm:t>
        <a:bodyPr/>
        <a:lstStyle/>
        <a:p>
          <a:endParaRPr lang="uk-UA"/>
        </a:p>
      </dgm:t>
    </dgm:pt>
    <dgm:pt modelId="{A24E2F22-8A28-483C-8B88-49892B058FCA}" type="sibTrans" cxnId="{3CEAA57B-6AD1-4391-A36F-68B350791D73}">
      <dgm:prSet/>
      <dgm:spPr/>
      <dgm:t>
        <a:bodyPr/>
        <a:lstStyle/>
        <a:p>
          <a:endParaRPr lang="uk-UA"/>
        </a:p>
      </dgm:t>
    </dgm:pt>
    <dgm:pt modelId="{C47E5134-9446-456B-9CF5-A5EB7F525C8F}">
      <dgm:prSet/>
      <dgm:spPr/>
      <dgm:t>
        <a:bodyPr/>
        <a:lstStyle/>
        <a:p>
          <a:r>
            <a:rPr lang="ru-RU" b="0" i="0" dirty="0" err="1"/>
            <a:t>збільшення</a:t>
          </a:r>
          <a:r>
            <a:rPr lang="ru-RU" b="0" i="0" dirty="0"/>
            <a:t> </a:t>
          </a:r>
          <a:r>
            <a:rPr lang="ru-RU" b="0" i="0" dirty="0" err="1"/>
            <a:t>реєстру</a:t>
          </a:r>
          <a:r>
            <a:rPr lang="ru-RU" b="0" i="0" dirty="0"/>
            <a:t> </a:t>
          </a:r>
          <a:r>
            <a:rPr lang="ru-RU" b="0" i="0" dirty="0" err="1"/>
            <a:t>козаків</a:t>
          </a:r>
          <a:r>
            <a:rPr lang="ru-RU" b="0" i="0" dirty="0"/>
            <a:t> </a:t>
          </a:r>
          <a:r>
            <a:rPr lang="ru-RU" b="0" i="0" dirty="0" err="1"/>
            <a:t>із</a:t>
          </a:r>
          <a:r>
            <a:rPr lang="ru-RU" b="0" i="0" dirty="0"/>
            <a:t> </a:t>
          </a:r>
          <a:r>
            <a:rPr lang="ru-RU" b="0" i="0" dirty="0" err="1"/>
            <a:t>трьох</a:t>
          </a:r>
          <a:r>
            <a:rPr lang="ru-RU" b="0" i="0" dirty="0"/>
            <a:t> до шести </a:t>
          </a:r>
          <a:r>
            <a:rPr lang="ru-RU" b="0" i="0" dirty="0" err="1"/>
            <a:t>тисяч</a:t>
          </a:r>
          <a:endParaRPr lang="uk-UA" dirty="0"/>
        </a:p>
      </dgm:t>
    </dgm:pt>
    <dgm:pt modelId="{DE3018FD-7C99-4D15-B24A-3259295465F3}" type="parTrans" cxnId="{F662A8CC-C60F-4600-9B7F-5C2561CD9E9A}">
      <dgm:prSet/>
      <dgm:spPr/>
      <dgm:t>
        <a:bodyPr/>
        <a:lstStyle/>
        <a:p>
          <a:endParaRPr lang="uk-UA"/>
        </a:p>
      </dgm:t>
    </dgm:pt>
    <dgm:pt modelId="{BF31F738-5797-4BE9-8A72-B305E3BDCD0D}" type="sibTrans" cxnId="{F662A8CC-C60F-4600-9B7F-5C2561CD9E9A}">
      <dgm:prSet/>
      <dgm:spPr/>
      <dgm:t>
        <a:bodyPr/>
        <a:lstStyle/>
        <a:p>
          <a:endParaRPr lang="uk-UA"/>
        </a:p>
      </dgm:t>
    </dgm:pt>
    <dgm:pt modelId="{86971BB7-64C6-4FA1-A441-CDD5544202C2}">
      <dgm:prSet/>
      <dgm:spPr/>
      <dgm:t>
        <a:bodyPr/>
        <a:lstStyle/>
        <a:p>
          <a:r>
            <a:rPr lang="ru-RU" b="0" i="0"/>
            <a:t>морський похід козаків на Кафу й Стамбул</a:t>
          </a:r>
          <a:endParaRPr lang="uk-UA"/>
        </a:p>
      </dgm:t>
    </dgm:pt>
    <dgm:pt modelId="{59E124C3-A0A9-4CCE-A747-86D84DDA18E4}" type="parTrans" cxnId="{7C975AEE-CD90-4D00-B907-D94539CED567}">
      <dgm:prSet/>
      <dgm:spPr/>
      <dgm:t>
        <a:bodyPr/>
        <a:lstStyle/>
        <a:p>
          <a:endParaRPr lang="uk-UA"/>
        </a:p>
      </dgm:t>
    </dgm:pt>
    <dgm:pt modelId="{AD3E916C-FDA4-4042-89D5-B2EC15803EB1}" type="sibTrans" cxnId="{7C975AEE-CD90-4D00-B907-D94539CED567}">
      <dgm:prSet/>
      <dgm:spPr/>
      <dgm:t>
        <a:bodyPr/>
        <a:lstStyle/>
        <a:p>
          <a:endParaRPr lang="uk-UA"/>
        </a:p>
      </dgm:t>
    </dgm:pt>
    <dgm:pt modelId="{CE5B0F7E-2987-4928-A4E5-D25EF2DFDA24}">
      <dgm:prSet/>
      <dgm:spPr/>
      <dgm:t>
        <a:bodyPr/>
        <a:lstStyle/>
        <a:p>
          <a:r>
            <a:rPr lang="ru-RU" b="0" i="0"/>
            <a:t>обрання православним митрополитом Петра Могили</a:t>
          </a:r>
          <a:endParaRPr lang="uk-UA"/>
        </a:p>
      </dgm:t>
    </dgm:pt>
    <dgm:pt modelId="{2B534045-13FF-47D1-AD36-2FA73BC5995B}" type="parTrans" cxnId="{0D07CC97-4B8A-4F92-A095-8A727748B40C}">
      <dgm:prSet/>
      <dgm:spPr/>
      <dgm:t>
        <a:bodyPr/>
        <a:lstStyle/>
        <a:p>
          <a:endParaRPr lang="uk-UA"/>
        </a:p>
      </dgm:t>
    </dgm:pt>
    <dgm:pt modelId="{2E43FE47-ED83-45E3-9695-4727C2F8A5EA}" type="sibTrans" cxnId="{0D07CC97-4B8A-4F92-A095-8A727748B40C}">
      <dgm:prSet/>
      <dgm:spPr/>
      <dgm:t>
        <a:bodyPr/>
        <a:lstStyle/>
        <a:p>
          <a:endParaRPr lang="uk-UA"/>
        </a:p>
      </dgm:t>
    </dgm:pt>
    <dgm:pt modelId="{D82B3490-F568-4A4C-A071-020EB3E0A2BD}">
      <dgm:prSet/>
      <dgm:spPr/>
      <dgm:t>
        <a:bodyPr/>
        <a:lstStyle/>
        <a:p>
          <a:r>
            <a:rPr lang="ru-RU" b="0" i="0" dirty="0" err="1"/>
            <a:t>утворення</a:t>
          </a:r>
          <a:r>
            <a:rPr lang="ru-RU" b="0" i="0" dirty="0"/>
            <a:t> греко-</a:t>
          </a:r>
          <a:r>
            <a:rPr lang="ru-RU" b="0" i="0" dirty="0" err="1"/>
            <a:t>католицької</a:t>
          </a:r>
          <a:r>
            <a:rPr lang="ru-RU" b="0" i="0" dirty="0"/>
            <a:t> церкви</a:t>
          </a:r>
          <a:endParaRPr lang="uk-UA" dirty="0"/>
        </a:p>
      </dgm:t>
    </dgm:pt>
    <dgm:pt modelId="{32A13EB9-3DF8-43D5-B314-97C06C5E43F9}" type="parTrans" cxnId="{D1568DD4-8494-47D5-AF5A-BEFF79B25617}">
      <dgm:prSet/>
      <dgm:spPr/>
      <dgm:t>
        <a:bodyPr/>
        <a:lstStyle/>
        <a:p>
          <a:endParaRPr lang="uk-UA"/>
        </a:p>
      </dgm:t>
    </dgm:pt>
    <dgm:pt modelId="{60A61BE6-E278-4A67-A41F-8EF45263B1D0}" type="sibTrans" cxnId="{D1568DD4-8494-47D5-AF5A-BEFF79B25617}">
      <dgm:prSet/>
      <dgm:spPr/>
      <dgm:t>
        <a:bodyPr/>
        <a:lstStyle/>
        <a:p>
          <a:endParaRPr lang="uk-UA"/>
        </a:p>
      </dgm:t>
    </dgm:pt>
    <dgm:pt modelId="{C07871B9-440E-43C9-85AF-F2DB8A6F41FF}" type="pres">
      <dgm:prSet presAssocID="{1718F058-E2EF-4882-A3EE-A411600D051E}" presName="linearFlow" presStyleCnt="0">
        <dgm:presLayoutVars>
          <dgm:dir/>
          <dgm:resizeHandles val="exact"/>
        </dgm:presLayoutVars>
      </dgm:prSet>
      <dgm:spPr/>
    </dgm:pt>
    <dgm:pt modelId="{370EDB38-D1DB-4C17-A310-BB2E86AC40CC}" type="pres">
      <dgm:prSet presAssocID="{C8C81DE0-1B5B-4BAD-8CF5-4822093368CB}" presName="composite" presStyleCnt="0"/>
      <dgm:spPr/>
    </dgm:pt>
    <dgm:pt modelId="{B3ACC4AF-5927-4590-8ED0-8D64E7ADD378}" type="pres">
      <dgm:prSet presAssocID="{C8C81DE0-1B5B-4BAD-8CF5-4822093368CB}" presName="imgShp" presStyleLbl="fgImgPlace1" presStyleIdx="0" presStyleCnt="5"/>
      <dgm:spPr/>
    </dgm:pt>
    <dgm:pt modelId="{3F146E25-5F78-4BC9-A213-B0BECA9C3B17}" type="pres">
      <dgm:prSet presAssocID="{C8C81DE0-1B5B-4BAD-8CF5-4822093368CB}" presName="txShp" presStyleLbl="node1" presStyleIdx="0" presStyleCnt="5">
        <dgm:presLayoutVars>
          <dgm:bulletEnabled val="1"/>
        </dgm:presLayoutVars>
      </dgm:prSet>
      <dgm:spPr/>
    </dgm:pt>
    <dgm:pt modelId="{6C9CF92C-D24E-4494-A9D4-4AEC086081B7}" type="pres">
      <dgm:prSet presAssocID="{A24E2F22-8A28-483C-8B88-49892B058FCA}" presName="spacing" presStyleCnt="0"/>
      <dgm:spPr/>
    </dgm:pt>
    <dgm:pt modelId="{8BEFB4CF-816D-4B1C-83E1-A56A8922A357}" type="pres">
      <dgm:prSet presAssocID="{C47E5134-9446-456B-9CF5-A5EB7F525C8F}" presName="composite" presStyleCnt="0"/>
      <dgm:spPr/>
    </dgm:pt>
    <dgm:pt modelId="{2D6D6976-AC88-43DB-B4A5-393182FD6778}" type="pres">
      <dgm:prSet presAssocID="{C47E5134-9446-456B-9CF5-A5EB7F525C8F}" presName="imgShp" presStyleLbl="fgImgPlace1" presStyleIdx="1" presStyleCnt="5"/>
      <dgm:spPr/>
    </dgm:pt>
    <dgm:pt modelId="{7DBDB1F6-F3FA-43E1-8002-999069F4B743}" type="pres">
      <dgm:prSet presAssocID="{C47E5134-9446-456B-9CF5-A5EB7F525C8F}" presName="txShp" presStyleLbl="node1" presStyleIdx="1" presStyleCnt="5">
        <dgm:presLayoutVars>
          <dgm:bulletEnabled val="1"/>
        </dgm:presLayoutVars>
      </dgm:prSet>
      <dgm:spPr/>
    </dgm:pt>
    <dgm:pt modelId="{8FF014C5-EB85-4EB5-A6BF-0D64511394FB}" type="pres">
      <dgm:prSet presAssocID="{BF31F738-5797-4BE9-8A72-B305E3BDCD0D}" presName="spacing" presStyleCnt="0"/>
      <dgm:spPr/>
    </dgm:pt>
    <dgm:pt modelId="{20EDF625-4674-483A-AB5C-7D53172B3F64}" type="pres">
      <dgm:prSet presAssocID="{86971BB7-64C6-4FA1-A441-CDD5544202C2}" presName="composite" presStyleCnt="0"/>
      <dgm:spPr/>
    </dgm:pt>
    <dgm:pt modelId="{85CC0F2F-5249-404D-A88C-1EF1F1000C2C}" type="pres">
      <dgm:prSet presAssocID="{86971BB7-64C6-4FA1-A441-CDD5544202C2}" presName="imgShp" presStyleLbl="fgImgPlace1" presStyleIdx="2" presStyleCnt="5"/>
      <dgm:spPr/>
    </dgm:pt>
    <dgm:pt modelId="{98A4EBC6-1492-4FA7-973F-E78C20D4AECD}" type="pres">
      <dgm:prSet presAssocID="{86971BB7-64C6-4FA1-A441-CDD5544202C2}" presName="txShp" presStyleLbl="node1" presStyleIdx="2" presStyleCnt="5">
        <dgm:presLayoutVars>
          <dgm:bulletEnabled val="1"/>
        </dgm:presLayoutVars>
      </dgm:prSet>
      <dgm:spPr/>
    </dgm:pt>
    <dgm:pt modelId="{7592E76E-0407-40AD-B7EE-BAEE06427E7C}" type="pres">
      <dgm:prSet presAssocID="{AD3E916C-FDA4-4042-89D5-B2EC15803EB1}" presName="spacing" presStyleCnt="0"/>
      <dgm:spPr/>
    </dgm:pt>
    <dgm:pt modelId="{C437A91B-7AC3-40B0-957A-4198DA851361}" type="pres">
      <dgm:prSet presAssocID="{CE5B0F7E-2987-4928-A4E5-D25EF2DFDA24}" presName="composite" presStyleCnt="0"/>
      <dgm:spPr/>
    </dgm:pt>
    <dgm:pt modelId="{547C5169-34AF-47F3-916B-2A8885ADC37E}" type="pres">
      <dgm:prSet presAssocID="{CE5B0F7E-2987-4928-A4E5-D25EF2DFDA24}" presName="imgShp" presStyleLbl="fgImgPlace1" presStyleIdx="3" presStyleCnt="5"/>
      <dgm:spPr/>
    </dgm:pt>
    <dgm:pt modelId="{20B6B22A-69E7-47E7-B318-C856A6E62605}" type="pres">
      <dgm:prSet presAssocID="{CE5B0F7E-2987-4928-A4E5-D25EF2DFDA24}" presName="txShp" presStyleLbl="node1" presStyleIdx="3" presStyleCnt="5">
        <dgm:presLayoutVars>
          <dgm:bulletEnabled val="1"/>
        </dgm:presLayoutVars>
      </dgm:prSet>
      <dgm:spPr/>
    </dgm:pt>
    <dgm:pt modelId="{2785958F-6B1E-4249-92A2-20B761DFF90C}" type="pres">
      <dgm:prSet presAssocID="{2E43FE47-ED83-45E3-9695-4727C2F8A5EA}" presName="spacing" presStyleCnt="0"/>
      <dgm:spPr/>
    </dgm:pt>
    <dgm:pt modelId="{E851C4D3-2C71-4DB3-9D13-EF400015870B}" type="pres">
      <dgm:prSet presAssocID="{D82B3490-F568-4A4C-A071-020EB3E0A2BD}" presName="composite" presStyleCnt="0"/>
      <dgm:spPr/>
    </dgm:pt>
    <dgm:pt modelId="{6CC1E0B5-4BA1-4D06-BF56-2EF274684B38}" type="pres">
      <dgm:prSet presAssocID="{D82B3490-F568-4A4C-A071-020EB3E0A2BD}" presName="imgShp" presStyleLbl="fgImgPlace1" presStyleIdx="4" presStyleCnt="5"/>
      <dgm:spPr/>
    </dgm:pt>
    <dgm:pt modelId="{D5DD5CD2-ACA4-404F-A742-38EDC9CF5347}" type="pres">
      <dgm:prSet presAssocID="{D82B3490-F568-4A4C-A071-020EB3E0A2BD}" presName="txShp" presStyleLbl="node1" presStyleIdx="4" presStyleCnt="5">
        <dgm:presLayoutVars>
          <dgm:bulletEnabled val="1"/>
        </dgm:presLayoutVars>
      </dgm:prSet>
      <dgm:spPr/>
    </dgm:pt>
  </dgm:ptLst>
  <dgm:cxnLst>
    <dgm:cxn modelId="{08AC290D-B560-44D2-A8AB-E3449ABB198A}" type="presOf" srcId="{86971BB7-64C6-4FA1-A441-CDD5544202C2}" destId="{98A4EBC6-1492-4FA7-973F-E78C20D4AECD}" srcOrd="0" destOrd="0" presId="urn:microsoft.com/office/officeart/2005/8/layout/vList3"/>
    <dgm:cxn modelId="{D3AF4277-991F-4577-B1CD-12ED03895ACA}" type="presOf" srcId="{CE5B0F7E-2987-4928-A4E5-D25EF2DFDA24}" destId="{20B6B22A-69E7-47E7-B318-C856A6E62605}" srcOrd="0" destOrd="0" presId="urn:microsoft.com/office/officeart/2005/8/layout/vList3"/>
    <dgm:cxn modelId="{3CEAA57B-6AD1-4391-A36F-68B350791D73}" srcId="{1718F058-E2EF-4882-A3EE-A411600D051E}" destId="{C8C81DE0-1B5B-4BAD-8CF5-4822093368CB}" srcOrd="0" destOrd="0" parTransId="{BB0F9CF6-CA6C-4957-A4CF-DF478CD2D504}" sibTransId="{A24E2F22-8A28-483C-8B88-49892B058FCA}"/>
    <dgm:cxn modelId="{6B8F0090-7B01-4EE7-9AE3-5B272C8612F2}" type="presOf" srcId="{C8C81DE0-1B5B-4BAD-8CF5-4822093368CB}" destId="{3F146E25-5F78-4BC9-A213-B0BECA9C3B17}" srcOrd="0" destOrd="0" presId="urn:microsoft.com/office/officeart/2005/8/layout/vList3"/>
    <dgm:cxn modelId="{0D07CC97-4B8A-4F92-A095-8A727748B40C}" srcId="{1718F058-E2EF-4882-A3EE-A411600D051E}" destId="{CE5B0F7E-2987-4928-A4E5-D25EF2DFDA24}" srcOrd="3" destOrd="0" parTransId="{2B534045-13FF-47D1-AD36-2FA73BC5995B}" sibTransId="{2E43FE47-ED83-45E3-9695-4727C2F8A5EA}"/>
    <dgm:cxn modelId="{BD71BACB-47DE-447C-94EB-AC151DCCA693}" type="presOf" srcId="{1718F058-E2EF-4882-A3EE-A411600D051E}" destId="{C07871B9-440E-43C9-85AF-F2DB8A6F41FF}" srcOrd="0" destOrd="0" presId="urn:microsoft.com/office/officeart/2005/8/layout/vList3"/>
    <dgm:cxn modelId="{F662A8CC-C60F-4600-9B7F-5C2561CD9E9A}" srcId="{1718F058-E2EF-4882-A3EE-A411600D051E}" destId="{C47E5134-9446-456B-9CF5-A5EB7F525C8F}" srcOrd="1" destOrd="0" parTransId="{DE3018FD-7C99-4D15-B24A-3259295465F3}" sibTransId="{BF31F738-5797-4BE9-8A72-B305E3BDCD0D}"/>
    <dgm:cxn modelId="{D1568DD4-8494-47D5-AF5A-BEFF79B25617}" srcId="{1718F058-E2EF-4882-A3EE-A411600D051E}" destId="{D82B3490-F568-4A4C-A071-020EB3E0A2BD}" srcOrd="4" destOrd="0" parTransId="{32A13EB9-3DF8-43D5-B314-97C06C5E43F9}" sibTransId="{60A61BE6-E278-4A67-A41F-8EF45263B1D0}"/>
    <dgm:cxn modelId="{1FAA19DB-DA20-4898-8108-66395ABF39FE}" type="presOf" srcId="{C47E5134-9446-456B-9CF5-A5EB7F525C8F}" destId="{7DBDB1F6-F3FA-43E1-8002-999069F4B743}" srcOrd="0" destOrd="0" presId="urn:microsoft.com/office/officeart/2005/8/layout/vList3"/>
    <dgm:cxn modelId="{A57DBAE3-76C1-40C2-B9EF-8E03BB922F10}" type="presOf" srcId="{D82B3490-F568-4A4C-A071-020EB3E0A2BD}" destId="{D5DD5CD2-ACA4-404F-A742-38EDC9CF5347}" srcOrd="0" destOrd="0" presId="urn:microsoft.com/office/officeart/2005/8/layout/vList3"/>
    <dgm:cxn modelId="{7C975AEE-CD90-4D00-B907-D94539CED567}" srcId="{1718F058-E2EF-4882-A3EE-A411600D051E}" destId="{86971BB7-64C6-4FA1-A441-CDD5544202C2}" srcOrd="2" destOrd="0" parTransId="{59E124C3-A0A9-4CCE-A747-86D84DDA18E4}" sibTransId="{AD3E916C-FDA4-4042-89D5-B2EC15803EB1}"/>
    <dgm:cxn modelId="{86FAA391-C90D-4FE2-833B-C449BB1D83D5}" type="presParOf" srcId="{C07871B9-440E-43C9-85AF-F2DB8A6F41FF}" destId="{370EDB38-D1DB-4C17-A310-BB2E86AC40CC}" srcOrd="0" destOrd="0" presId="urn:microsoft.com/office/officeart/2005/8/layout/vList3"/>
    <dgm:cxn modelId="{9396466E-530A-4F46-B367-111D54CC9143}" type="presParOf" srcId="{370EDB38-D1DB-4C17-A310-BB2E86AC40CC}" destId="{B3ACC4AF-5927-4590-8ED0-8D64E7ADD378}" srcOrd="0" destOrd="0" presId="urn:microsoft.com/office/officeart/2005/8/layout/vList3"/>
    <dgm:cxn modelId="{947E71A4-EFBF-4202-8223-5B87B895A629}" type="presParOf" srcId="{370EDB38-D1DB-4C17-A310-BB2E86AC40CC}" destId="{3F146E25-5F78-4BC9-A213-B0BECA9C3B17}" srcOrd="1" destOrd="0" presId="urn:microsoft.com/office/officeart/2005/8/layout/vList3"/>
    <dgm:cxn modelId="{44BA7A0D-5214-4601-BEF4-DA118E16FB1F}" type="presParOf" srcId="{C07871B9-440E-43C9-85AF-F2DB8A6F41FF}" destId="{6C9CF92C-D24E-4494-A9D4-4AEC086081B7}" srcOrd="1" destOrd="0" presId="urn:microsoft.com/office/officeart/2005/8/layout/vList3"/>
    <dgm:cxn modelId="{2E393A6A-E4C8-4C53-9D12-A8AEE4DC0E71}" type="presParOf" srcId="{C07871B9-440E-43C9-85AF-F2DB8A6F41FF}" destId="{8BEFB4CF-816D-4B1C-83E1-A56A8922A357}" srcOrd="2" destOrd="0" presId="urn:microsoft.com/office/officeart/2005/8/layout/vList3"/>
    <dgm:cxn modelId="{36C16869-D98D-4426-B31D-BFFB939E793E}" type="presParOf" srcId="{8BEFB4CF-816D-4B1C-83E1-A56A8922A357}" destId="{2D6D6976-AC88-43DB-B4A5-393182FD6778}" srcOrd="0" destOrd="0" presId="urn:microsoft.com/office/officeart/2005/8/layout/vList3"/>
    <dgm:cxn modelId="{C1DB4DC8-B583-4BDC-B0C6-E1933E966A69}" type="presParOf" srcId="{8BEFB4CF-816D-4B1C-83E1-A56A8922A357}" destId="{7DBDB1F6-F3FA-43E1-8002-999069F4B743}" srcOrd="1" destOrd="0" presId="urn:microsoft.com/office/officeart/2005/8/layout/vList3"/>
    <dgm:cxn modelId="{24421C3A-ED4C-4DBB-AF7E-4FB70B753798}" type="presParOf" srcId="{C07871B9-440E-43C9-85AF-F2DB8A6F41FF}" destId="{8FF014C5-EB85-4EB5-A6BF-0D64511394FB}" srcOrd="3" destOrd="0" presId="urn:microsoft.com/office/officeart/2005/8/layout/vList3"/>
    <dgm:cxn modelId="{CEBC3C25-ACD4-492B-833C-D25786BEF911}" type="presParOf" srcId="{C07871B9-440E-43C9-85AF-F2DB8A6F41FF}" destId="{20EDF625-4674-483A-AB5C-7D53172B3F64}" srcOrd="4" destOrd="0" presId="urn:microsoft.com/office/officeart/2005/8/layout/vList3"/>
    <dgm:cxn modelId="{6DBE4B45-9F95-4105-930D-5523F1DAA4E4}" type="presParOf" srcId="{20EDF625-4674-483A-AB5C-7D53172B3F64}" destId="{85CC0F2F-5249-404D-A88C-1EF1F1000C2C}" srcOrd="0" destOrd="0" presId="urn:microsoft.com/office/officeart/2005/8/layout/vList3"/>
    <dgm:cxn modelId="{9CDFDF48-4A78-44FD-9E98-35F86C57008D}" type="presParOf" srcId="{20EDF625-4674-483A-AB5C-7D53172B3F64}" destId="{98A4EBC6-1492-4FA7-973F-E78C20D4AECD}" srcOrd="1" destOrd="0" presId="urn:microsoft.com/office/officeart/2005/8/layout/vList3"/>
    <dgm:cxn modelId="{0BB616E6-A2EF-4A09-A4B4-904628D10602}" type="presParOf" srcId="{C07871B9-440E-43C9-85AF-F2DB8A6F41FF}" destId="{7592E76E-0407-40AD-B7EE-BAEE06427E7C}" srcOrd="5" destOrd="0" presId="urn:microsoft.com/office/officeart/2005/8/layout/vList3"/>
    <dgm:cxn modelId="{3A78CF9B-EC1A-443C-B8DB-11065839C671}" type="presParOf" srcId="{C07871B9-440E-43C9-85AF-F2DB8A6F41FF}" destId="{C437A91B-7AC3-40B0-957A-4198DA851361}" srcOrd="6" destOrd="0" presId="urn:microsoft.com/office/officeart/2005/8/layout/vList3"/>
    <dgm:cxn modelId="{5EEA95E8-59C2-485E-BAD0-A4528358C0D7}" type="presParOf" srcId="{C437A91B-7AC3-40B0-957A-4198DA851361}" destId="{547C5169-34AF-47F3-916B-2A8885ADC37E}" srcOrd="0" destOrd="0" presId="urn:microsoft.com/office/officeart/2005/8/layout/vList3"/>
    <dgm:cxn modelId="{8D2DEAFC-3E53-4AE1-8B60-3BC6AD8061AB}" type="presParOf" srcId="{C437A91B-7AC3-40B0-957A-4198DA851361}" destId="{20B6B22A-69E7-47E7-B318-C856A6E62605}" srcOrd="1" destOrd="0" presId="urn:microsoft.com/office/officeart/2005/8/layout/vList3"/>
    <dgm:cxn modelId="{BEBDF4DD-5952-462D-94EB-29A3F9FB37CD}" type="presParOf" srcId="{C07871B9-440E-43C9-85AF-F2DB8A6F41FF}" destId="{2785958F-6B1E-4249-92A2-20B761DFF90C}" srcOrd="7" destOrd="0" presId="urn:microsoft.com/office/officeart/2005/8/layout/vList3"/>
    <dgm:cxn modelId="{38CE402F-3511-497F-88A7-8C8DAD5D0236}" type="presParOf" srcId="{C07871B9-440E-43C9-85AF-F2DB8A6F41FF}" destId="{E851C4D3-2C71-4DB3-9D13-EF400015870B}" srcOrd="8" destOrd="0" presId="urn:microsoft.com/office/officeart/2005/8/layout/vList3"/>
    <dgm:cxn modelId="{AACBD1A7-9CB9-4C46-BD82-F87FFDD715F0}" type="presParOf" srcId="{E851C4D3-2C71-4DB3-9D13-EF400015870B}" destId="{6CC1E0B5-4BA1-4D06-BF56-2EF274684B38}" srcOrd="0" destOrd="0" presId="urn:microsoft.com/office/officeart/2005/8/layout/vList3"/>
    <dgm:cxn modelId="{88084A7A-40F9-4094-8196-EDFBB64AF2DE}" type="presParOf" srcId="{E851C4D3-2C71-4DB3-9D13-EF400015870B}" destId="{D5DD5CD2-ACA4-404F-A742-38EDC9CF534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1FD81ABE-C882-4F74-A839-A953E995B86A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8D8C1AC4-4C65-4CD3-9408-F214134E3A87}">
      <dgm:prSet/>
      <dgm:spPr/>
      <dgm:t>
        <a:bodyPr/>
        <a:lstStyle/>
        <a:p>
          <a:r>
            <a:rPr lang="ru-RU" b="0" i="0"/>
            <a:t>А. П. Могилі</a:t>
          </a:r>
          <a:endParaRPr lang="uk-UA"/>
        </a:p>
      </dgm:t>
    </dgm:pt>
    <dgm:pt modelId="{A4383B6D-C0FD-4F0B-8D11-A4BE0C998CA2}" type="parTrans" cxnId="{98028559-D639-4CF4-96C1-BC754C5EA075}">
      <dgm:prSet/>
      <dgm:spPr/>
      <dgm:t>
        <a:bodyPr/>
        <a:lstStyle/>
        <a:p>
          <a:endParaRPr lang="uk-UA"/>
        </a:p>
      </dgm:t>
    </dgm:pt>
    <dgm:pt modelId="{B8AB6291-E73D-4455-AB49-33CD531F86A4}" type="sibTrans" cxnId="{98028559-D639-4CF4-96C1-BC754C5EA075}">
      <dgm:prSet/>
      <dgm:spPr/>
      <dgm:t>
        <a:bodyPr/>
        <a:lstStyle/>
        <a:p>
          <a:endParaRPr lang="uk-UA"/>
        </a:p>
      </dgm:t>
    </dgm:pt>
    <dgm:pt modelId="{53E769C9-8254-44B8-A738-B8B315ACD4E0}">
      <dgm:prSet/>
      <dgm:spPr/>
      <dgm:t>
        <a:bodyPr/>
        <a:lstStyle/>
        <a:p>
          <a:r>
            <a:rPr lang="ru-RU" b="0" i="0"/>
            <a:t>Б. Д. Вишневецькому</a:t>
          </a:r>
          <a:endParaRPr lang="uk-UA"/>
        </a:p>
      </dgm:t>
    </dgm:pt>
    <dgm:pt modelId="{A7916788-0D42-4D65-AA3F-DC7A65F0FB1F}" type="parTrans" cxnId="{C9AD8F8E-973B-4646-ACA3-DC563A3C2D7F}">
      <dgm:prSet/>
      <dgm:spPr/>
      <dgm:t>
        <a:bodyPr/>
        <a:lstStyle/>
        <a:p>
          <a:endParaRPr lang="uk-UA"/>
        </a:p>
      </dgm:t>
    </dgm:pt>
    <dgm:pt modelId="{DAA869D7-C516-44E5-B2A1-6844C3A849D8}" type="sibTrans" cxnId="{C9AD8F8E-973B-4646-ACA3-DC563A3C2D7F}">
      <dgm:prSet/>
      <dgm:spPr/>
      <dgm:t>
        <a:bodyPr/>
        <a:lstStyle/>
        <a:p>
          <a:endParaRPr lang="uk-UA"/>
        </a:p>
      </dgm:t>
    </dgm:pt>
    <dgm:pt modelId="{9266B6C6-C523-4B27-8578-63DB420A15B3}">
      <dgm:prSet/>
      <dgm:spPr/>
      <dgm:t>
        <a:bodyPr/>
        <a:lstStyle/>
        <a:p>
          <a:r>
            <a:rPr lang="ru-RU" b="0" i="0"/>
            <a:t>В. К. Острозькому</a:t>
          </a:r>
          <a:endParaRPr lang="uk-UA"/>
        </a:p>
      </dgm:t>
    </dgm:pt>
    <dgm:pt modelId="{2A7AB967-A685-4934-8B84-8472C849FED0}" type="parTrans" cxnId="{AF319A3D-B089-4537-B16B-02EFD542832A}">
      <dgm:prSet/>
      <dgm:spPr/>
      <dgm:t>
        <a:bodyPr/>
        <a:lstStyle/>
        <a:p>
          <a:endParaRPr lang="uk-UA"/>
        </a:p>
      </dgm:t>
    </dgm:pt>
    <dgm:pt modelId="{7BB5E118-C8FA-4B3F-9ACE-169FDBFE0A9D}" type="sibTrans" cxnId="{AF319A3D-B089-4537-B16B-02EFD542832A}">
      <dgm:prSet/>
      <dgm:spPr/>
      <dgm:t>
        <a:bodyPr/>
        <a:lstStyle/>
        <a:p>
          <a:endParaRPr lang="uk-UA"/>
        </a:p>
      </dgm:t>
    </dgm:pt>
    <dgm:pt modelId="{A5BDDADE-54D8-4CFA-BB5E-2792B3E3F7A7}">
      <dgm:prSet/>
      <dgm:spPr>
        <a:solidFill>
          <a:srgbClr val="0070C0"/>
        </a:solidFill>
      </dgm:spPr>
      <dgm:t>
        <a:bodyPr/>
        <a:lstStyle/>
        <a:p>
          <a:r>
            <a:rPr lang="ru-RU" b="0" i="0" dirty="0"/>
            <a:t>Г. П. Конашевичу-Сагайдачному</a:t>
          </a:r>
          <a:endParaRPr lang="uk-UA" dirty="0"/>
        </a:p>
      </dgm:t>
    </dgm:pt>
    <dgm:pt modelId="{61933730-4699-44DE-83A0-DC7529C76BD4}" type="parTrans" cxnId="{8FB0A8EB-6FC9-4C3C-86FE-824596DDD918}">
      <dgm:prSet/>
      <dgm:spPr/>
      <dgm:t>
        <a:bodyPr/>
        <a:lstStyle/>
        <a:p>
          <a:endParaRPr lang="uk-UA"/>
        </a:p>
      </dgm:t>
    </dgm:pt>
    <dgm:pt modelId="{20B5B690-DA5F-47E0-956A-88FD70C49A9C}" type="sibTrans" cxnId="{8FB0A8EB-6FC9-4C3C-86FE-824596DDD918}">
      <dgm:prSet/>
      <dgm:spPr/>
      <dgm:t>
        <a:bodyPr/>
        <a:lstStyle/>
        <a:p>
          <a:endParaRPr lang="uk-UA"/>
        </a:p>
      </dgm:t>
    </dgm:pt>
    <dgm:pt modelId="{C5118AB5-DFF6-4D52-9DA2-1B2320C23B54}" type="pres">
      <dgm:prSet presAssocID="{1FD81ABE-C882-4F74-A839-A953E995B86A}" presName="Name0" presStyleCnt="0">
        <dgm:presLayoutVars>
          <dgm:chMax val="7"/>
          <dgm:chPref val="7"/>
          <dgm:dir/>
        </dgm:presLayoutVars>
      </dgm:prSet>
      <dgm:spPr/>
    </dgm:pt>
    <dgm:pt modelId="{33628FCE-F5ED-46B9-BDF5-4954671E1686}" type="pres">
      <dgm:prSet presAssocID="{1FD81ABE-C882-4F74-A839-A953E995B86A}" presName="Name1" presStyleCnt="0"/>
      <dgm:spPr/>
    </dgm:pt>
    <dgm:pt modelId="{8D307148-6655-4041-9F0C-AA28115B1333}" type="pres">
      <dgm:prSet presAssocID="{1FD81ABE-C882-4F74-A839-A953E995B86A}" presName="cycle" presStyleCnt="0"/>
      <dgm:spPr/>
    </dgm:pt>
    <dgm:pt modelId="{40DF1745-C388-4974-B7EA-DEC86AEB8AA7}" type="pres">
      <dgm:prSet presAssocID="{1FD81ABE-C882-4F74-A839-A953E995B86A}" presName="srcNode" presStyleLbl="node1" presStyleIdx="0" presStyleCnt="4"/>
      <dgm:spPr/>
    </dgm:pt>
    <dgm:pt modelId="{3129C1EA-3DCF-409F-8797-5F7C9B242DB3}" type="pres">
      <dgm:prSet presAssocID="{1FD81ABE-C882-4F74-A839-A953E995B86A}" presName="conn" presStyleLbl="parChTrans1D2" presStyleIdx="0" presStyleCnt="1"/>
      <dgm:spPr/>
    </dgm:pt>
    <dgm:pt modelId="{0BCFE806-8287-4224-B1EB-B495AEBB39E7}" type="pres">
      <dgm:prSet presAssocID="{1FD81ABE-C882-4F74-A839-A953E995B86A}" presName="extraNode" presStyleLbl="node1" presStyleIdx="0" presStyleCnt="4"/>
      <dgm:spPr/>
    </dgm:pt>
    <dgm:pt modelId="{514E9A84-DCFE-4F93-80FA-2AE763469916}" type="pres">
      <dgm:prSet presAssocID="{1FD81ABE-C882-4F74-A839-A953E995B86A}" presName="dstNode" presStyleLbl="node1" presStyleIdx="0" presStyleCnt="4"/>
      <dgm:spPr/>
    </dgm:pt>
    <dgm:pt modelId="{36CB251B-B14D-4A5B-90EA-A2961ED219A2}" type="pres">
      <dgm:prSet presAssocID="{8D8C1AC4-4C65-4CD3-9408-F214134E3A87}" presName="text_1" presStyleLbl="node1" presStyleIdx="0" presStyleCnt="4">
        <dgm:presLayoutVars>
          <dgm:bulletEnabled val="1"/>
        </dgm:presLayoutVars>
      </dgm:prSet>
      <dgm:spPr/>
    </dgm:pt>
    <dgm:pt modelId="{4DBA6BC8-09ED-486A-B3AC-ECFB0E32F6B8}" type="pres">
      <dgm:prSet presAssocID="{8D8C1AC4-4C65-4CD3-9408-F214134E3A87}" presName="accent_1" presStyleCnt="0"/>
      <dgm:spPr/>
    </dgm:pt>
    <dgm:pt modelId="{992112E2-CFE9-4158-83A7-23CC89966278}" type="pres">
      <dgm:prSet presAssocID="{8D8C1AC4-4C65-4CD3-9408-F214134E3A87}" presName="accentRepeatNode" presStyleLbl="solidFgAcc1" presStyleIdx="0" presStyleCnt="4"/>
      <dgm:spPr/>
    </dgm:pt>
    <dgm:pt modelId="{B35537CA-C2ED-4D21-84EF-7F5AC52B5FBD}" type="pres">
      <dgm:prSet presAssocID="{53E769C9-8254-44B8-A738-B8B315ACD4E0}" presName="text_2" presStyleLbl="node1" presStyleIdx="1" presStyleCnt="4">
        <dgm:presLayoutVars>
          <dgm:bulletEnabled val="1"/>
        </dgm:presLayoutVars>
      </dgm:prSet>
      <dgm:spPr/>
    </dgm:pt>
    <dgm:pt modelId="{3C14E758-AF6C-4A57-82B9-C393BB1ECF71}" type="pres">
      <dgm:prSet presAssocID="{53E769C9-8254-44B8-A738-B8B315ACD4E0}" presName="accent_2" presStyleCnt="0"/>
      <dgm:spPr/>
    </dgm:pt>
    <dgm:pt modelId="{A4CD6059-254D-4ACA-BAF2-8BE441DA597B}" type="pres">
      <dgm:prSet presAssocID="{53E769C9-8254-44B8-A738-B8B315ACD4E0}" presName="accentRepeatNode" presStyleLbl="solidFgAcc1" presStyleIdx="1" presStyleCnt="4"/>
      <dgm:spPr/>
    </dgm:pt>
    <dgm:pt modelId="{702277D6-B45F-4909-BE9B-2951BAE05787}" type="pres">
      <dgm:prSet presAssocID="{9266B6C6-C523-4B27-8578-63DB420A15B3}" presName="text_3" presStyleLbl="node1" presStyleIdx="2" presStyleCnt="4">
        <dgm:presLayoutVars>
          <dgm:bulletEnabled val="1"/>
        </dgm:presLayoutVars>
      </dgm:prSet>
      <dgm:spPr/>
    </dgm:pt>
    <dgm:pt modelId="{49BD8AE1-53D3-474C-9CC5-323412EE261B}" type="pres">
      <dgm:prSet presAssocID="{9266B6C6-C523-4B27-8578-63DB420A15B3}" presName="accent_3" presStyleCnt="0"/>
      <dgm:spPr/>
    </dgm:pt>
    <dgm:pt modelId="{B6455EA0-7490-4F40-894C-BBE8B14E6B26}" type="pres">
      <dgm:prSet presAssocID="{9266B6C6-C523-4B27-8578-63DB420A15B3}" presName="accentRepeatNode" presStyleLbl="solidFgAcc1" presStyleIdx="2" presStyleCnt="4"/>
      <dgm:spPr/>
    </dgm:pt>
    <dgm:pt modelId="{4E61192A-F4A9-48BE-9FF5-E4CC4A5043FE}" type="pres">
      <dgm:prSet presAssocID="{A5BDDADE-54D8-4CFA-BB5E-2792B3E3F7A7}" presName="text_4" presStyleLbl="node1" presStyleIdx="3" presStyleCnt="4">
        <dgm:presLayoutVars>
          <dgm:bulletEnabled val="1"/>
        </dgm:presLayoutVars>
      </dgm:prSet>
      <dgm:spPr/>
    </dgm:pt>
    <dgm:pt modelId="{F8A75E13-DE7D-4C3F-9194-9DD92941816B}" type="pres">
      <dgm:prSet presAssocID="{A5BDDADE-54D8-4CFA-BB5E-2792B3E3F7A7}" presName="accent_4" presStyleCnt="0"/>
      <dgm:spPr/>
    </dgm:pt>
    <dgm:pt modelId="{F851651E-2C6D-481C-84A4-5BAC972B7F21}" type="pres">
      <dgm:prSet presAssocID="{A5BDDADE-54D8-4CFA-BB5E-2792B3E3F7A7}" presName="accentRepeatNode" presStyleLbl="solidFgAcc1" presStyleIdx="3" presStyleCnt="4"/>
      <dgm:spPr/>
    </dgm:pt>
  </dgm:ptLst>
  <dgm:cxnLst>
    <dgm:cxn modelId="{60A76C2C-2C33-48FF-B76B-E57BDD624D40}" type="presOf" srcId="{8D8C1AC4-4C65-4CD3-9408-F214134E3A87}" destId="{36CB251B-B14D-4A5B-90EA-A2961ED219A2}" srcOrd="0" destOrd="0" presId="urn:microsoft.com/office/officeart/2008/layout/VerticalCurvedList"/>
    <dgm:cxn modelId="{D9B4BF33-F61A-4EDC-A067-99F11B8FB6C2}" type="presOf" srcId="{B8AB6291-E73D-4455-AB49-33CD531F86A4}" destId="{3129C1EA-3DCF-409F-8797-5F7C9B242DB3}" srcOrd="0" destOrd="0" presId="urn:microsoft.com/office/officeart/2008/layout/VerticalCurvedList"/>
    <dgm:cxn modelId="{9FBA5238-9CB3-4800-8C85-E4F9CD0ED379}" type="presOf" srcId="{A5BDDADE-54D8-4CFA-BB5E-2792B3E3F7A7}" destId="{4E61192A-F4A9-48BE-9FF5-E4CC4A5043FE}" srcOrd="0" destOrd="0" presId="urn:microsoft.com/office/officeart/2008/layout/VerticalCurvedList"/>
    <dgm:cxn modelId="{AF319A3D-B089-4537-B16B-02EFD542832A}" srcId="{1FD81ABE-C882-4F74-A839-A953E995B86A}" destId="{9266B6C6-C523-4B27-8578-63DB420A15B3}" srcOrd="2" destOrd="0" parTransId="{2A7AB967-A685-4934-8B84-8472C849FED0}" sibTransId="{7BB5E118-C8FA-4B3F-9ACE-169FDBFE0A9D}"/>
    <dgm:cxn modelId="{D8194F70-A3D1-4000-9C0D-9554A92CAA02}" type="presOf" srcId="{1FD81ABE-C882-4F74-A839-A953E995B86A}" destId="{C5118AB5-DFF6-4D52-9DA2-1B2320C23B54}" srcOrd="0" destOrd="0" presId="urn:microsoft.com/office/officeart/2008/layout/VerticalCurvedList"/>
    <dgm:cxn modelId="{98028559-D639-4CF4-96C1-BC754C5EA075}" srcId="{1FD81ABE-C882-4F74-A839-A953E995B86A}" destId="{8D8C1AC4-4C65-4CD3-9408-F214134E3A87}" srcOrd="0" destOrd="0" parTransId="{A4383B6D-C0FD-4F0B-8D11-A4BE0C998CA2}" sibTransId="{B8AB6291-E73D-4455-AB49-33CD531F86A4}"/>
    <dgm:cxn modelId="{C9AD8F8E-973B-4646-ACA3-DC563A3C2D7F}" srcId="{1FD81ABE-C882-4F74-A839-A953E995B86A}" destId="{53E769C9-8254-44B8-A738-B8B315ACD4E0}" srcOrd="1" destOrd="0" parTransId="{A7916788-0D42-4D65-AA3F-DC7A65F0FB1F}" sibTransId="{DAA869D7-C516-44E5-B2A1-6844C3A849D8}"/>
    <dgm:cxn modelId="{210151D5-0D3D-45FA-A962-CD2174468A42}" type="presOf" srcId="{53E769C9-8254-44B8-A738-B8B315ACD4E0}" destId="{B35537CA-C2ED-4D21-84EF-7F5AC52B5FBD}" srcOrd="0" destOrd="0" presId="urn:microsoft.com/office/officeart/2008/layout/VerticalCurvedList"/>
    <dgm:cxn modelId="{8FB0A8EB-6FC9-4C3C-86FE-824596DDD918}" srcId="{1FD81ABE-C882-4F74-A839-A953E995B86A}" destId="{A5BDDADE-54D8-4CFA-BB5E-2792B3E3F7A7}" srcOrd="3" destOrd="0" parTransId="{61933730-4699-44DE-83A0-DC7529C76BD4}" sibTransId="{20B5B690-DA5F-47E0-956A-88FD70C49A9C}"/>
    <dgm:cxn modelId="{1641D4EB-013C-4C1D-A808-D3AE59BA3DA2}" type="presOf" srcId="{9266B6C6-C523-4B27-8578-63DB420A15B3}" destId="{702277D6-B45F-4909-BE9B-2951BAE05787}" srcOrd="0" destOrd="0" presId="urn:microsoft.com/office/officeart/2008/layout/VerticalCurvedList"/>
    <dgm:cxn modelId="{7E3833B7-591C-4413-8EAE-15EB85D17B54}" type="presParOf" srcId="{C5118AB5-DFF6-4D52-9DA2-1B2320C23B54}" destId="{33628FCE-F5ED-46B9-BDF5-4954671E1686}" srcOrd="0" destOrd="0" presId="urn:microsoft.com/office/officeart/2008/layout/VerticalCurvedList"/>
    <dgm:cxn modelId="{346B59B9-CBF3-43A6-B9A0-97274ED9AC4B}" type="presParOf" srcId="{33628FCE-F5ED-46B9-BDF5-4954671E1686}" destId="{8D307148-6655-4041-9F0C-AA28115B1333}" srcOrd="0" destOrd="0" presId="urn:microsoft.com/office/officeart/2008/layout/VerticalCurvedList"/>
    <dgm:cxn modelId="{F093F340-CF84-4C07-920C-B0E944235D88}" type="presParOf" srcId="{8D307148-6655-4041-9F0C-AA28115B1333}" destId="{40DF1745-C388-4974-B7EA-DEC86AEB8AA7}" srcOrd="0" destOrd="0" presId="urn:microsoft.com/office/officeart/2008/layout/VerticalCurvedList"/>
    <dgm:cxn modelId="{EFE33A57-F6EC-4F73-8AF5-21C5BFE59A72}" type="presParOf" srcId="{8D307148-6655-4041-9F0C-AA28115B1333}" destId="{3129C1EA-3DCF-409F-8797-5F7C9B242DB3}" srcOrd="1" destOrd="0" presId="urn:microsoft.com/office/officeart/2008/layout/VerticalCurvedList"/>
    <dgm:cxn modelId="{BEDEBF59-600E-4A62-8B56-FCA685CD6159}" type="presParOf" srcId="{8D307148-6655-4041-9F0C-AA28115B1333}" destId="{0BCFE806-8287-4224-B1EB-B495AEBB39E7}" srcOrd="2" destOrd="0" presId="urn:microsoft.com/office/officeart/2008/layout/VerticalCurvedList"/>
    <dgm:cxn modelId="{EAAE0072-6656-408A-A4B1-89D9F504560B}" type="presParOf" srcId="{8D307148-6655-4041-9F0C-AA28115B1333}" destId="{514E9A84-DCFE-4F93-80FA-2AE763469916}" srcOrd="3" destOrd="0" presId="urn:microsoft.com/office/officeart/2008/layout/VerticalCurvedList"/>
    <dgm:cxn modelId="{A7446BB0-1D2C-43BA-9632-E4A9B5408397}" type="presParOf" srcId="{33628FCE-F5ED-46B9-BDF5-4954671E1686}" destId="{36CB251B-B14D-4A5B-90EA-A2961ED219A2}" srcOrd="1" destOrd="0" presId="urn:microsoft.com/office/officeart/2008/layout/VerticalCurvedList"/>
    <dgm:cxn modelId="{60865F13-6492-4099-84E9-D1380DBB01AF}" type="presParOf" srcId="{33628FCE-F5ED-46B9-BDF5-4954671E1686}" destId="{4DBA6BC8-09ED-486A-B3AC-ECFB0E32F6B8}" srcOrd="2" destOrd="0" presId="urn:microsoft.com/office/officeart/2008/layout/VerticalCurvedList"/>
    <dgm:cxn modelId="{A09A3740-3536-4160-941C-16BA047B4DEF}" type="presParOf" srcId="{4DBA6BC8-09ED-486A-B3AC-ECFB0E32F6B8}" destId="{992112E2-CFE9-4158-83A7-23CC89966278}" srcOrd="0" destOrd="0" presId="urn:microsoft.com/office/officeart/2008/layout/VerticalCurvedList"/>
    <dgm:cxn modelId="{5B6B2BBA-26BE-4BBF-85B7-7DEC2E4410FD}" type="presParOf" srcId="{33628FCE-F5ED-46B9-BDF5-4954671E1686}" destId="{B35537CA-C2ED-4D21-84EF-7F5AC52B5FBD}" srcOrd="3" destOrd="0" presId="urn:microsoft.com/office/officeart/2008/layout/VerticalCurvedList"/>
    <dgm:cxn modelId="{4819BE92-CF11-4EE8-96AC-995D0077FBAF}" type="presParOf" srcId="{33628FCE-F5ED-46B9-BDF5-4954671E1686}" destId="{3C14E758-AF6C-4A57-82B9-C393BB1ECF71}" srcOrd="4" destOrd="0" presId="urn:microsoft.com/office/officeart/2008/layout/VerticalCurvedList"/>
    <dgm:cxn modelId="{B99DAB5E-A116-4219-84B2-312A42CB4597}" type="presParOf" srcId="{3C14E758-AF6C-4A57-82B9-C393BB1ECF71}" destId="{A4CD6059-254D-4ACA-BAF2-8BE441DA597B}" srcOrd="0" destOrd="0" presId="urn:microsoft.com/office/officeart/2008/layout/VerticalCurvedList"/>
    <dgm:cxn modelId="{1C90FE3F-8FC7-400B-8728-BF609F6A76B2}" type="presParOf" srcId="{33628FCE-F5ED-46B9-BDF5-4954671E1686}" destId="{702277D6-B45F-4909-BE9B-2951BAE05787}" srcOrd="5" destOrd="0" presId="urn:microsoft.com/office/officeart/2008/layout/VerticalCurvedList"/>
    <dgm:cxn modelId="{AD46C66D-72C1-4A00-81C8-DC8A7575A32C}" type="presParOf" srcId="{33628FCE-F5ED-46B9-BDF5-4954671E1686}" destId="{49BD8AE1-53D3-474C-9CC5-323412EE261B}" srcOrd="6" destOrd="0" presId="urn:microsoft.com/office/officeart/2008/layout/VerticalCurvedList"/>
    <dgm:cxn modelId="{C7878E0D-DD27-42A2-A833-920D67BA1450}" type="presParOf" srcId="{49BD8AE1-53D3-474C-9CC5-323412EE261B}" destId="{B6455EA0-7490-4F40-894C-BBE8B14E6B26}" srcOrd="0" destOrd="0" presId="urn:microsoft.com/office/officeart/2008/layout/VerticalCurvedList"/>
    <dgm:cxn modelId="{9768BD8E-9597-4483-B580-EB80F89730C8}" type="presParOf" srcId="{33628FCE-F5ED-46B9-BDF5-4954671E1686}" destId="{4E61192A-F4A9-48BE-9FF5-E4CC4A5043FE}" srcOrd="7" destOrd="0" presId="urn:microsoft.com/office/officeart/2008/layout/VerticalCurvedList"/>
    <dgm:cxn modelId="{3752236E-266D-4AFE-9141-4B64FF021627}" type="presParOf" srcId="{33628FCE-F5ED-46B9-BDF5-4954671E1686}" destId="{F8A75E13-DE7D-4C3F-9194-9DD92941816B}" srcOrd="8" destOrd="0" presId="urn:microsoft.com/office/officeart/2008/layout/VerticalCurvedList"/>
    <dgm:cxn modelId="{06A7F2D5-C07A-4EEB-8955-04906DB215DD}" type="presParOf" srcId="{F8A75E13-DE7D-4C3F-9194-9DD92941816B}" destId="{F851651E-2C6D-481C-84A4-5BAC972B7F2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1FD81ABE-C882-4F74-A839-A953E995B86A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D8C1AC4-4C65-4CD3-9408-F214134E3A87}">
      <dgm:prSet/>
      <dgm:spPr/>
      <dgm:t>
        <a:bodyPr/>
        <a:lstStyle/>
        <a:p>
          <a:r>
            <a:rPr lang="ru-RU" b="0" i="0"/>
            <a:t>А. П. Могилі</a:t>
          </a:r>
          <a:endParaRPr lang="uk-UA"/>
        </a:p>
      </dgm:t>
    </dgm:pt>
    <dgm:pt modelId="{A4383B6D-C0FD-4F0B-8D11-A4BE0C998CA2}" type="parTrans" cxnId="{98028559-D639-4CF4-96C1-BC754C5EA075}">
      <dgm:prSet/>
      <dgm:spPr/>
      <dgm:t>
        <a:bodyPr/>
        <a:lstStyle/>
        <a:p>
          <a:endParaRPr lang="uk-UA"/>
        </a:p>
      </dgm:t>
    </dgm:pt>
    <dgm:pt modelId="{B8AB6291-E73D-4455-AB49-33CD531F86A4}" type="sibTrans" cxnId="{98028559-D639-4CF4-96C1-BC754C5EA075}">
      <dgm:prSet/>
      <dgm:spPr/>
      <dgm:t>
        <a:bodyPr/>
        <a:lstStyle/>
        <a:p>
          <a:endParaRPr lang="uk-UA"/>
        </a:p>
      </dgm:t>
    </dgm:pt>
    <dgm:pt modelId="{53E769C9-8254-44B8-A738-B8B315ACD4E0}">
      <dgm:prSet/>
      <dgm:spPr/>
      <dgm:t>
        <a:bodyPr/>
        <a:lstStyle/>
        <a:p>
          <a:r>
            <a:rPr lang="ru-RU" b="0" i="0"/>
            <a:t>Б. Д. Вишневецькому</a:t>
          </a:r>
          <a:endParaRPr lang="uk-UA"/>
        </a:p>
      </dgm:t>
    </dgm:pt>
    <dgm:pt modelId="{A7916788-0D42-4D65-AA3F-DC7A65F0FB1F}" type="parTrans" cxnId="{C9AD8F8E-973B-4646-ACA3-DC563A3C2D7F}">
      <dgm:prSet/>
      <dgm:spPr/>
      <dgm:t>
        <a:bodyPr/>
        <a:lstStyle/>
        <a:p>
          <a:endParaRPr lang="uk-UA"/>
        </a:p>
      </dgm:t>
    </dgm:pt>
    <dgm:pt modelId="{DAA869D7-C516-44E5-B2A1-6844C3A849D8}" type="sibTrans" cxnId="{C9AD8F8E-973B-4646-ACA3-DC563A3C2D7F}">
      <dgm:prSet/>
      <dgm:spPr/>
      <dgm:t>
        <a:bodyPr/>
        <a:lstStyle/>
        <a:p>
          <a:endParaRPr lang="uk-UA"/>
        </a:p>
      </dgm:t>
    </dgm:pt>
    <dgm:pt modelId="{9266B6C6-C523-4B27-8578-63DB420A15B3}">
      <dgm:prSet/>
      <dgm:spPr/>
      <dgm:t>
        <a:bodyPr/>
        <a:lstStyle/>
        <a:p>
          <a:r>
            <a:rPr lang="ru-RU" b="0" i="0" dirty="0"/>
            <a:t>В. К. </a:t>
          </a:r>
          <a:r>
            <a:rPr lang="ru-RU" b="0" i="0" dirty="0" err="1"/>
            <a:t>Острозькому</a:t>
          </a:r>
          <a:endParaRPr lang="uk-UA" dirty="0"/>
        </a:p>
      </dgm:t>
    </dgm:pt>
    <dgm:pt modelId="{2A7AB967-A685-4934-8B84-8472C849FED0}" type="parTrans" cxnId="{AF319A3D-B089-4537-B16B-02EFD542832A}">
      <dgm:prSet/>
      <dgm:spPr/>
      <dgm:t>
        <a:bodyPr/>
        <a:lstStyle/>
        <a:p>
          <a:endParaRPr lang="uk-UA"/>
        </a:p>
      </dgm:t>
    </dgm:pt>
    <dgm:pt modelId="{7BB5E118-C8FA-4B3F-9ACE-169FDBFE0A9D}" type="sibTrans" cxnId="{AF319A3D-B089-4537-B16B-02EFD542832A}">
      <dgm:prSet/>
      <dgm:spPr/>
      <dgm:t>
        <a:bodyPr/>
        <a:lstStyle/>
        <a:p>
          <a:endParaRPr lang="uk-UA"/>
        </a:p>
      </dgm:t>
    </dgm:pt>
    <dgm:pt modelId="{A5BDDADE-54D8-4CFA-BB5E-2792B3E3F7A7}">
      <dgm:prSet/>
      <dgm:spPr/>
      <dgm:t>
        <a:bodyPr/>
        <a:lstStyle/>
        <a:p>
          <a:r>
            <a:rPr lang="ru-RU" b="0" i="0" dirty="0"/>
            <a:t>Г. П. Конашевичу-Сагайдачному</a:t>
          </a:r>
          <a:endParaRPr lang="uk-UA" dirty="0"/>
        </a:p>
      </dgm:t>
    </dgm:pt>
    <dgm:pt modelId="{61933730-4699-44DE-83A0-DC7529C76BD4}" type="parTrans" cxnId="{8FB0A8EB-6FC9-4C3C-86FE-824596DDD918}">
      <dgm:prSet/>
      <dgm:spPr/>
      <dgm:t>
        <a:bodyPr/>
        <a:lstStyle/>
        <a:p>
          <a:endParaRPr lang="uk-UA"/>
        </a:p>
      </dgm:t>
    </dgm:pt>
    <dgm:pt modelId="{20B5B690-DA5F-47E0-956A-88FD70C49A9C}" type="sibTrans" cxnId="{8FB0A8EB-6FC9-4C3C-86FE-824596DDD918}">
      <dgm:prSet/>
      <dgm:spPr/>
      <dgm:t>
        <a:bodyPr/>
        <a:lstStyle/>
        <a:p>
          <a:endParaRPr lang="uk-UA"/>
        </a:p>
      </dgm:t>
    </dgm:pt>
    <dgm:pt modelId="{C5118AB5-DFF6-4D52-9DA2-1B2320C23B54}" type="pres">
      <dgm:prSet presAssocID="{1FD81ABE-C882-4F74-A839-A953E995B86A}" presName="Name0" presStyleCnt="0">
        <dgm:presLayoutVars>
          <dgm:chMax val="7"/>
          <dgm:chPref val="7"/>
          <dgm:dir/>
        </dgm:presLayoutVars>
      </dgm:prSet>
      <dgm:spPr/>
    </dgm:pt>
    <dgm:pt modelId="{33628FCE-F5ED-46B9-BDF5-4954671E1686}" type="pres">
      <dgm:prSet presAssocID="{1FD81ABE-C882-4F74-A839-A953E995B86A}" presName="Name1" presStyleCnt="0"/>
      <dgm:spPr/>
    </dgm:pt>
    <dgm:pt modelId="{8D307148-6655-4041-9F0C-AA28115B1333}" type="pres">
      <dgm:prSet presAssocID="{1FD81ABE-C882-4F74-A839-A953E995B86A}" presName="cycle" presStyleCnt="0"/>
      <dgm:spPr/>
    </dgm:pt>
    <dgm:pt modelId="{40DF1745-C388-4974-B7EA-DEC86AEB8AA7}" type="pres">
      <dgm:prSet presAssocID="{1FD81ABE-C882-4F74-A839-A953E995B86A}" presName="srcNode" presStyleLbl="node1" presStyleIdx="0" presStyleCnt="4"/>
      <dgm:spPr/>
    </dgm:pt>
    <dgm:pt modelId="{3129C1EA-3DCF-409F-8797-5F7C9B242DB3}" type="pres">
      <dgm:prSet presAssocID="{1FD81ABE-C882-4F74-A839-A953E995B86A}" presName="conn" presStyleLbl="parChTrans1D2" presStyleIdx="0" presStyleCnt="1"/>
      <dgm:spPr/>
    </dgm:pt>
    <dgm:pt modelId="{0BCFE806-8287-4224-B1EB-B495AEBB39E7}" type="pres">
      <dgm:prSet presAssocID="{1FD81ABE-C882-4F74-A839-A953E995B86A}" presName="extraNode" presStyleLbl="node1" presStyleIdx="0" presStyleCnt="4"/>
      <dgm:spPr/>
    </dgm:pt>
    <dgm:pt modelId="{514E9A84-DCFE-4F93-80FA-2AE763469916}" type="pres">
      <dgm:prSet presAssocID="{1FD81ABE-C882-4F74-A839-A953E995B86A}" presName="dstNode" presStyleLbl="node1" presStyleIdx="0" presStyleCnt="4"/>
      <dgm:spPr/>
    </dgm:pt>
    <dgm:pt modelId="{36CB251B-B14D-4A5B-90EA-A2961ED219A2}" type="pres">
      <dgm:prSet presAssocID="{8D8C1AC4-4C65-4CD3-9408-F214134E3A87}" presName="text_1" presStyleLbl="node1" presStyleIdx="0" presStyleCnt="4">
        <dgm:presLayoutVars>
          <dgm:bulletEnabled val="1"/>
        </dgm:presLayoutVars>
      </dgm:prSet>
      <dgm:spPr/>
    </dgm:pt>
    <dgm:pt modelId="{4DBA6BC8-09ED-486A-B3AC-ECFB0E32F6B8}" type="pres">
      <dgm:prSet presAssocID="{8D8C1AC4-4C65-4CD3-9408-F214134E3A87}" presName="accent_1" presStyleCnt="0"/>
      <dgm:spPr/>
    </dgm:pt>
    <dgm:pt modelId="{992112E2-CFE9-4158-83A7-23CC89966278}" type="pres">
      <dgm:prSet presAssocID="{8D8C1AC4-4C65-4CD3-9408-F214134E3A87}" presName="accentRepeatNode" presStyleLbl="solidFgAcc1" presStyleIdx="0" presStyleCnt="4"/>
      <dgm:spPr/>
    </dgm:pt>
    <dgm:pt modelId="{B35537CA-C2ED-4D21-84EF-7F5AC52B5FBD}" type="pres">
      <dgm:prSet presAssocID="{53E769C9-8254-44B8-A738-B8B315ACD4E0}" presName="text_2" presStyleLbl="node1" presStyleIdx="1" presStyleCnt="4">
        <dgm:presLayoutVars>
          <dgm:bulletEnabled val="1"/>
        </dgm:presLayoutVars>
      </dgm:prSet>
      <dgm:spPr/>
    </dgm:pt>
    <dgm:pt modelId="{3C14E758-AF6C-4A57-82B9-C393BB1ECF71}" type="pres">
      <dgm:prSet presAssocID="{53E769C9-8254-44B8-A738-B8B315ACD4E0}" presName="accent_2" presStyleCnt="0"/>
      <dgm:spPr/>
    </dgm:pt>
    <dgm:pt modelId="{A4CD6059-254D-4ACA-BAF2-8BE441DA597B}" type="pres">
      <dgm:prSet presAssocID="{53E769C9-8254-44B8-A738-B8B315ACD4E0}" presName="accentRepeatNode" presStyleLbl="solidFgAcc1" presStyleIdx="1" presStyleCnt="4"/>
      <dgm:spPr/>
    </dgm:pt>
    <dgm:pt modelId="{702277D6-B45F-4909-BE9B-2951BAE05787}" type="pres">
      <dgm:prSet presAssocID="{9266B6C6-C523-4B27-8578-63DB420A15B3}" presName="text_3" presStyleLbl="node1" presStyleIdx="2" presStyleCnt="4">
        <dgm:presLayoutVars>
          <dgm:bulletEnabled val="1"/>
        </dgm:presLayoutVars>
      </dgm:prSet>
      <dgm:spPr/>
    </dgm:pt>
    <dgm:pt modelId="{49BD8AE1-53D3-474C-9CC5-323412EE261B}" type="pres">
      <dgm:prSet presAssocID="{9266B6C6-C523-4B27-8578-63DB420A15B3}" presName="accent_3" presStyleCnt="0"/>
      <dgm:spPr/>
    </dgm:pt>
    <dgm:pt modelId="{B6455EA0-7490-4F40-894C-BBE8B14E6B26}" type="pres">
      <dgm:prSet presAssocID="{9266B6C6-C523-4B27-8578-63DB420A15B3}" presName="accentRepeatNode" presStyleLbl="solidFgAcc1" presStyleIdx="2" presStyleCnt="4"/>
      <dgm:spPr/>
    </dgm:pt>
    <dgm:pt modelId="{4E61192A-F4A9-48BE-9FF5-E4CC4A5043FE}" type="pres">
      <dgm:prSet presAssocID="{A5BDDADE-54D8-4CFA-BB5E-2792B3E3F7A7}" presName="text_4" presStyleLbl="node1" presStyleIdx="3" presStyleCnt="4">
        <dgm:presLayoutVars>
          <dgm:bulletEnabled val="1"/>
        </dgm:presLayoutVars>
      </dgm:prSet>
      <dgm:spPr/>
    </dgm:pt>
    <dgm:pt modelId="{F8A75E13-DE7D-4C3F-9194-9DD92941816B}" type="pres">
      <dgm:prSet presAssocID="{A5BDDADE-54D8-4CFA-BB5E-2792B3E3F7A7}" presName="accent_4" presStyleCnt="0"/>
      <dgm:spPr/>
    </dgm:pt>
    <dgm:pt modelId="{F851651E-2C6D-481C-84A4-5BAC972B7F21}" type="pres">
      <dgm:prSet presAssocID="{A5BDDADE-54D8-4CFA-BB5E-2792B3E3F7A7}" presName="accentRepeatNode" presStyleLbl="solidFgAcc1" presStyleIdx="3" presStyleCnt="4"/>
      <dgm:spPr/>
    </dgm:pt>
  </dgm:ptLst>
  <dgm:cxnLst>
    <dgm:cxn modelId="{60A76C2C-2C33-48FF-B76B-E57BDD624D40}" type="presOf" srcId="{8D8C1AC4-4C65-4CD3-9408-F214134E3A87}" destId="{36CB251B-B14D-4A5B-90EA-A2961ED219A2}" srcOrd="0" destOrd="0" presId="urn:microsoft.com/office/officeart/2008/layout/VerticalCurvedList"/>
    <dgm:cxn modelId="{D9B4BF33-F61A-4EDC-A067-99F11B8FB6C2}" type="presOf" srcId="{B8AB6291-E73D-4455-AB49-33CD531F86A4}" destId="{3129C1EA-3DCF-409F-8797-5F7C9B242DB3}" srcOrd="0" destOrd="0" presId="urn:microsoft.com/office/officeart/2008/layout/VerticalCurvedList"/>
    <dgm:cxn modelId="{9FBA5238-9CB3-4800-8C85-E4F9CD0ED379}" type="presOf" srcId="{A5BDDADE-54D8-4CFA-BB5E-2792B3E3F7A7}" destId="{4E61192A-F4A9-48BE-9FF5-E4CC4A5043FE}" srcOrd="0" destOrd="0" presId="urn:microsoft.com/office/officeart/2008/layout/VerticalCurvedList"/>
    <dgm:cxn modelId="{AF319A3D-B089-4537-B16B-02EFD542832A}" srcId="{1FD81ABE-C882-4F74-A839-A953E995B86A}" destId="{9266B6C6-C523-4B27-8578-63DB420A15B3}" srcOrd="2" destOrd="0" parTransId="{2A7AB967-A685-4934-8B84-8472C849FED0}" sibTransId="{7BB5E118-C8FA-4B3F-9ACE-169FDBFE0A9D}"/>
    <dgm:cxn modelId="{D8194F70-A3D1-4000-9C0D-9554A92CAA02}" type="presOf" srcId="{1FD81ABE-C882-4F74-A839-A953E995B86A}" destId="{C5118AB5-DFF6-4D52-9DA2-1B2320C23B54}" srcOrd="0" destOrd="0" presId="urn:microsoft.com/office/officeart/2008/layout/VerticalCurvedList"/>
    <dgm:cxn modelId="{98028559-D639-4CF4-96C1-BC754C5EA075}" srcId="{1FD81ABE-C882-4F74-A839-A953E995B86A}" destId="{8D8C1AC4-4C65-4CD3-9408-F214134E3A87}" srcOrd="0" destOrd="0" parTransId="{A4383B6D-C0FD-4F0B-8D11-A4BE0C998CA2}" sibTransId="{B8AB6291-E73D-4455-AB49-33CD531F86A4}"/>
    <dgm:cxn modelId="{C9AD8F8E-973B-4646-ACA3-DC563A3C2D7F}" srcId="{1FD81ABE-C882-4F74-A839-A953E995B86A}" destId="{53E769C9-8254-44B8-A738-B8B315ACD4E0}" srcOrd="1" destOrd="0" parTransId="{A7916788-0D42-4D65-AA3F-DC7A65F0FB1F}" sibTransId="{DAA869D7-C516-44E5-B2A1-6844C3A849D8}"/>
    <dgm:cxn modelId="{210151D5-0D3D-45FA-A962-CD2174468A42}" type="presOf" srcId="{53E769C9-8254-44B8-A738-B8B315ACD4E0}" destId="{B35537CA-C2ED-4D21-84EF-7F5AC52B5FBD}" srcOrd="0" destOrd="0" presId="urn:microsoft.com/office/officeart/2008/layout/VerticalCurvedList"/>
    <dgm:cxn modelId="{8FB0A8EB-6FC9-4C3C-86FE-824596DDD918}" srcId="{1FD81ABE-C882-4F74-A839-A953E995B86A}" destId="{A5BDDADE-54D8-4CFA-BB5E-2792B3E3F7A7}" srcOrd="3" destOrd="0" parTransId="{61933730-4699-44DE-83A0-DC7529C76BD4}" sibTransId="{20B5B690-DA5F-47E0-956A-88FD70C49A9C}"/>
    <dgm:cxn modelId="{1641D4EB-013C-4C1D-A808-D3AE59BA3DA2}" type="presOf" srcId="{9266B6C6-C523-4B27-8578-63DB420A15B3}" destId="{702277D6-B45F-4909-BE9B-2951BAE05787}" srcOrd="0" destOrd="0" presId="urn:microsoft.com/office/officeart/2008/layout/VerticalCurvedList"/>
    <dgm:cxn modelId="{7E3833B7-591C-4413-8EAE-15EB85D17B54}" type="presParOf" srcId="{C5118AB5-DFF6-4D52-9DA2-1B2320C23B54}" destId="{33628FCE-F5ED-46B9-BDF5-4954671E1686}" srcOrd="0" destOrd="0" presId="urn:microsoft.com/office/officeart/2008/layout/VerticalCurvedList"/>
    <dgm:cxn modelId="{346B59B9-CBF3-43A6-B9A0-97274ED9AC4B}" type="presParOf" srcId="{33628FCE-F5ED-46B9-BDF5-4954671E1686}" destId="{8D307148-6655-4041-9F0C-AA28115B1333}" srcOrd="0" destOrd="0" presId="urn:microsoft.com/office/officeart/2008/layout/VerticalCurvedList"/>
    <dgm:cxn modelId="{F093F340-CF84-4C07-920C-B0E944235D88}" type="presParOf" srcId="{8D307148-6655-4041-9F0C-AA28115B1333}" destId="{40DF1745-C388-4974-B7EA-DEC86AEB8AA7}" srcOrd="0" destOrd="0" presId="urn:microsoft.com/office/officeart/2008/layout/VerticalCurvedList"/>
    <dgm:cxn modelId="{EFE33A57-F6EC-4F73-8AF5-21C5BFE59A72}" type="presParOf" srcId="{8D307148-6655-4041-9F0C-AA28115B1333}" destId="{3129C1EA-3DCF-409F-8797-5F7C9B242DB3}" srcOrd="1" destOrd="0" presId="urn:microsoft.com/office/officeart/2008/layout/VerticalCurvedList"/>
    <dgm:cxn modelId="{BEDEBF59-600E-4A62-8B56-FCA685CD6159}" type="presParOf" srcId="{8D307148-6655-4041-9F0C-AA28115B1333}" destId="{0BCFE806-8287-4224-B1EB-B495AEBB39E7}" srcOrd="2" destOrd="0" presId="urn:microsoft.com/office/officeart/2008/layout/VerticalCurvedList"/>
    <dgm:cxn modelId="{EAAE0072-6656-408A-A4B1-89D9F504560B}" type="presParOf" srcId="{8D307148-6655-4041-9F0C-AA28115B1333}" destId="{514E9A84-DCFE-4F93-80FA-2AE763469916}" srcOrd="3" destOrd="0" presId="urn:microsoft.com/office/officeart/2008/layout/VerticalCurvedList"/>
    <dgm:cxn modelId="{A7446BB0-1D2C-43BA-9632-E4A9B5408397}" type="presParOf" srcId="{33628FCE-F5ED-46B9-BDF5-4954671E1686}" destId="{36CB251B-B14D-4A5B-90EA-A2961ED219A2}" srcOrd="1" destOrd="0" presId="urn:microsoft.com/office/officeart/2008/layout/VerticalCurvedList"/>
    <dgm:cxn modelId="{60865F13-6492-4099-84E9-D1380DBB01AF}" type="presParOf" srcId="{33628FCE-F5ED-46B9-BDF5-4954671E1686}" destId="{4DBA6BC8-09ED-486A-B3AC-ECFB0E32F6B8}" srcOrd="2" destOrd="0" presId="urn:microsoft.com/office/officeart/2008/layout/VerticalCurvedList"/>
    <dgm:cxn modelId="{A09A3740-3536-4160-941C-16BA047B4DEF}" type="presParOf" srcId="{4DBA6BC8-09ED-486A-B3AC-ECFB0E32F6B8}" destId="{992112E2-CFE9-4158-83A7-23CC89966278}" srcOrd="0" destOrd="0" presId="urn:microsoft.com/office/officeart/2008/layout/VerticalCurvedList"/>
    <dgm:cxn modelId="{5B6B2BBA-26BE-4BBF-85B7-7DEC2E4410FD}" type="presParOf" srcId="{33628FCE-F5ED-46B9-BDF5-4954671E1686}" destId="{B35537CA-C2ED-4D21-84EF-7F5AC52B5FBD}" srcOrd="3" destOrd="0" presId="urn:microsoft.com/office/officeart/2008/layout/VerticalCurvedList"/>
    <dgm:cxn modelId="{4819BE92-CF11-4EE8-96AC-995D0077FBAF}" type="presParOf" srcId="{33628FCE-F5ED-46B9-BDF5-4954671E1686}" destId="{3C14E758-AF6C-4A57-82B9-C393BB1ECF71}" srcOrd="4" destOrd="0" presId="urn:microsoft.com/office/officeart/2008/layout/VerticalCurvedList"/>
    <dgm:cxn modelId="{B99DAB5E-A116-4219-84B2-312A42CB4597}" type="presParOf" srcId="{3C14E758-AF6C-4A57-82B9-C393BB1ECF71}" destId="{A4CD6059-254D-4ACA-BAF2-8BE441DA597B}" srcOrd="0" destOrd="0" presId="urn:microsoft.com/office/officeart/2008/layout/VerticalCurvedList"/>
    <dgm:cxn modelId="{1C90FE3F-8FC7-400B-8728-BF609F6A76B2}" type="presParOf" srcId="{33628FCE-F5ED-46B9-BDF5-4954671E1686}" destId="{702277D6-B45F-4909-BE9B-2951BAE05787}" srcOrd="5" destOrd="0" presId="urn:microsoft.com/office/officeart/2008/layout/VerticalCurvedList"/>
    <dgm:cxn modelId="{AD46C66D-72C1-4A00-81C8-DC8A7575A32C}" type="presParOf" srcId="{33628FCE-F5ED-46B9-BDF5-4954671E1686}" destId="{49BD8AE1-53D3-474C-9CC5-323412EE261B}" srcOrd="6" destOrd="0" presId="urn:microsoft.com/office/officeart/2008/layout/VerticalCurvedList"/>
    <dgm:cxn modelId="{C7878E0D-DD27-42A2-A833-920D67BA1450}" type="presParOf" srcId="{49BD8AE1-53D3-474C-9CC5-323412EE261B}" destId="{B6455EA0-7490-4F40-894C-BBE8B14E6B26}" srcOrd="0" destOrd="0" presId="urn:microsoft.com/office/officeart/2008/layout/VerticalCurvedList"/>
    <dgm:cxn modelId="{9768BD8E-9597-4483-B580-EB80F89730C8}" type="presParOf" srcId="{33628FCE-F5ED-46B9-BDF5-4954671E1686}" destId="{4E61192A-F4A9-48BE-9FF5-E4CC4A5043FE}" srcOrd="7" destOrd="0" presId="urn:microsoft.com/office/officeart/2008/layout/VerticalCurvedList"/>
    <dgm:cxn modelId="{3752236E-266D-4AFE-9141-4B64FF021627}" type="presParOf" srcId="{33628FCE-F5ED-46B9-BDF5-4954671E1686}" destId="{F8A75E13-DE7D-4C3F-9194-9DD92941816B}" srcOrd="8" destOrd="0" presId="urn:microsoft.com/office/officeart/2008/layout/VerticalCurvedList"/>
    <dgm:cxn modelId="{06A7F2D5-C07A-4EEB-8955-04906DB215DD}" type="presParOf" srcId="{F8A75E13-DE7D-4C3F-9194-9DD92941816B}" destId="{F851651E-2C6D-481C-84A4-5BAC972B7F2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E83941DE-921D-4925-8AB9-36B3E3222E9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C395029A-573C-442C-8AF7-384C56E0FFFA}">
      <dgm:prSet/>
      <dgm:spPr>
        <a:solidFill>
          <a:srgbClr val="0070C0"/>
        </a:solidFill>
      </dgm:spPr>
      <dgm:t>
        <a:bodyPr/>
        <a:lstStyle/>
        <a:p>
          <a:r>
            <a:rPr lang="uk-UA" dirty="0"/>
            <a:t>сприяв відновленню вищої ієрархії православної церкви на українських землях.</a:t>
          </a:r>
        </a:p>
      </dgm:t>
    </dgm:pt>
    <dgm:pt modelId="{96DF1246-496F-485F-AAEF-BB7E0978984A}" type="parTrans" cxnId="{2D424E0D-C591-49CE-B418-90DFC3A024DB}">
      <dgm:prSet/>
      <dgm:spPr/>
      <dgm:t>
        <a:bodyPr/>
        <a:lstStyle/>
        <a:p>
          <a:endParaRPr lang="uk-UA"/>
        </a:p>
      </dgm:t>
    </dgm:pt>
    <dgm:pt modelId="{7C7147A2-592A-4FE3-99EA-6ABB4E036107}" type="sibTrans" cxnId="{2D424E0D-C591-49CE-B418-90DFC3A024DB}">
      <dgm:prSet/>
      <dgm:spPr/>
      <dgm:t>
        <a:bodyPr/>
        <a:lstStyle/>
        <a:p>
          <a:endParaRPr lang="uk-UA"/>
        </a:p>
      </dgm:t>
    </dgm:pt>
    <dgm:pt modelId="{123F654F-87E7-46EA-BD9F-09B30AC373E5}">
      <dgm:prSet/>
      <dgm:spPr>
        <a:solidFill>
          <a:srgbClr val="0070C0"/>
        </a:solidFill>
      </dgm:spPr>
      <dgm:t>
        <a:bodyPr/>
        <a:lstStyle/>
        <a:p>
          <a:r>
            <a:rPr lang="uk-UA" dirty="0"/>
            <a:t>очолював удалі морські походи козаків проти Османської імперії.</a:t>
          </a:r>
        </a:p>
      </dgm:t>
    </dgm:pt>
    <dgm:pt modelId="{6F9D4C72-EC6A-469C-B8A6-4C6FC0942140}" type="parTrans" cxnId="{CE4DCA88-7CCD-446D-9823-6FB373A63DAC}">
      <dgm:prSet/>
      <dgm:spPr/>
      <dgm:t>
        <a:bodyPr/>
        <a:lstStyle/>
        <a:p>
          <a:endParaRPr lang="uk-UA"/>
        </a:p>
      </dgm:t>
    </dgm:pt>
    <dgm:pt modelId="{A5530563-BDB0-4836-9348-00876AEEBE02}" type="sibTrans" cxnId="{CE4DCA88-7CCD-446D-9823-6FB373A63DAC}">
      <dgm:prSet/>
      <dgm:spPr/>
      <dgm:t>
        <a:bodyPr/>
        <a:lstStyle/>
        <a:p>
          <a:endParaRPr lang="uk-UA"/>
        </a:p>
      </dgm:t>
    </dgm:pt>
    <dgm:pt modelId="{07A8C49D-3496-45AB-A3DA-081C5B5A8287}">
      <dgm:prSet/>
      <dgm:spPr/>
      <dgm:t>
        <a:bodyPr/>
        <a:lstStyle/>
        <a:p>
          <a:r>
            <a:rPr lang="uk-UA" dirty="0"/>
            <a:t>знищив фортецю Кодак, збудовану поляками для контролю над Запорозькою Січчю.</a:t>
          </a:r>
        </a:p>
      </dgm:t>
    </dgm:pt>
    <dgm:pt modelId="{CF5CAB28-FE10-4487-8B1B-1A008A1C6CC6}" type="parTrans" cxnId="{31501ABC-6211-4447-B68E-DCD44AEDDF91}">
      <dgm:prSet/>
      <dgm:spPr/>
      <dgm:t>
        <a:bodyPr/>
        <a:lstStyle/>
        <a:p>
          <a:endParaRPr lang="uk-UA"/>
        </a:p>
      </dgm:t>
    </dgm:pt>
    <dgm:pt modelId="{50F049FC-4597-4F96-B1EA-2515D1308FA2}" type="sibTrans" cxnId="{31501ABC-6211-4447-B68E-DCD44AEDDF91}">
      <dgm:prSet/>
      <dgm:spPr/>
      <dgm:t>
        <a:bodyPr/>
        <a:lstStyle/>
        <a:p>
          <a:endParaRPr lang="uk-UA"/>
        </a:p>
      </dgm:t>
    </dgm:pt>
    <dgm:pt modelId="{DAFA4BAE-B353-4584-A123-A613D4896D48}" type="pres">
      <dgm:prSet presAssocID="{E83941DE-921D-4925-8AB9-36B3E3222E9E}" presName="linear" presStyleCnt="0">
        <dgm:presLayoutVars>
          <dgm:animLvl val="lvl"/>
          <dgm:resizeHandles val="exact"/>
        </dgm:presLayoutVars>
      </dgm:prSet>
      <dgm:spPr/>
    </dgm:pt>
    <dgm:pt modelId="{36FBCB3B-E702-42BB-9D2C-FF21DBC4AD6C}" type="pres">
      <dgm:prSet presAssocID="{C395029A-573C-442C-8AF7-384C56E0FFF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8716EE4-F0CB-4813-ABAC-54F8EA723965}" type="pres">
      <dgm:prSet presAssocID="{7C7147A2-592A-4FE3-99EA-6ABB4E036107}" presName="spacer" presStyleCnt="0"/>
      <dgm:spPr/>
    </dgm:pt>
    <dgm:pt modelId="{4169EFD8-2F4C-47C0-AB28-4A0F86D572A9}" type="pres">
      <dgm:prSet presAssocID="{123F654F-87E7-46EA-BD9F-09B30AC373E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C868657-603F-4F4D-8339-C5B1E369524C}" type="pres">
      <dgm:prSet presAssocID="{A5530563-BDB0-4836-9348-00876AEEBE02}" presName="spacer" presStyleCnt="0"/>
      <dgm:spPr/>
    </dgm:pt>
    <dgm:pt modelId="{E4676C71-04F3-40EF-ADB4-7E387CA93FC7}" type="pres">
      <dgm:prSet presAssocID="{07A8C49D-3496-45AB-A3DA-081C5B5A828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AB1590A-1BDC-489D-8146-3588CE7C2A30}" type="presOf" srcId="{07A8C49D-3496-45AB-A3DA-081C5B5A8287}" destId="{E4676C71-04F3-40EF-ADB4-7E387CA93FC7}" srcOrd="0" destOrd="0" presId="urn:microsoft.com/office/officeart/2005/8/layout/vList2"/>
    <dgm:cxn modelId="{2D424E0D-C591-49CE-B418-90DFC3A024DB}" srcId="{E83941DE-921D-4925-8AB9-36B3E3222E9E}" destId="{C395029A-573C-442C-8AF7-384C56E0FFFA}" srcOrd="0" destOrd="0" parTransId="{96DF1246-496F-485F-AAEF-BB7E0978984A}" sibTransId="{7C7147A2-592A-4FE3-99EA-6ABB4E036107}"/>
    <dgm:cxn modelId="{13C78D1D-4988-4CF5-8019-E54330F7925F}" type="presOf" srcId="{C395029A-573C-442C-8AF7-384C56E0FFFA}" destId="{36FBCB3B-E702-42BB-9D2C-FF21DBC4AD6C}" srcOrd="0" destOrd="0" presId="urn:microsoft.com/office/officeart/2005/8/layout/vList2"/>
    <dgm:cxn modelId="{3E4CE981-5047-4D6D-B807-7AA2745D5218}" type="presOf" srcId="{123F654F-87E7-46EA-BD9F-09B30AC373E5}" destId="{4169EFD8-2F4C-47C0-AB28-4A0F86D572A9}" srcOrd="0" destOrd="0" presId="urn:microsoft.com/office/officeart/2005/8/layout/vList2"/>
    <dgm:cxn modelId="{CE4DCA88-7CCD-446D-9823-6FB373A63DAC}" srcId="{E83941DE-921D-4925-8AB9-36B3E3222E9E}" destId="{123F654F-87E7-46EA-BD9F-09B30AC373E5}" srcOrd="1" destOrd="0" parTransId="{6F9D4C72-EC6A-469C-B8A6-4C6FC0942140}" sibTransId="{A5530563-BDB0-4836-9348-00876AEEBE02}"/>
    <dgm:cxn modelId="{31501ABC-6211-4447-B68E-DCD44AEDDF91}" srcId="{E83941DE-921D-4925-8AB9-36B3E3222E9E}" destId="{07A8C49D-3496-45AB-A3DA-081C5B5A8287}" srcOrd="2" destOrd="0" parTransId="{CF5CAB28-FE10-4487-8B1B-1A008A1C6CC6}" sibTransId="{50F049FC-4597-4F96-B1EA-2515D1308FA2}"/>
    <dgm:cxn modelId="{33C503EF-246F-49EB-BD00-8E30B63B0DEC}" type="presOf" srcId="{E83941DE-921D-4925-8AB9-36B3E3222E9E}" destId="{DAFA4BAE-B353-4584-A123-A613D4896D48}" srcOrd="0" destOrd="0" presId="urn:microsoft.com/office/officeart/2005/8/layout/vList2"/>
    <dgm:cxn modelId="{E85B713A-9F59-42D9-B1ED-B6804D098798}" type="presParOf" srcId="{DAFA4BAE-B353-4584-A123-A613D4896D48}" destId="{36FBCB3B-E702-42BB-9D2C-FF21DBC4AD6C}" srcOrd="0" destOrd="0" presId="urn:microsoft.com/office/officeart/2005/8/layout/vList2"/>
    <dgm:cxn modelId="{47F7724E-88BD-4AD0-9F84-2AC5778CF162}" type="presParOf" srcId="{DAFA4BAE-B353-4584-A123-A613D4896D48}" destId="{48716EE4-F0CB-4813-ABAC-54F8EA723965}" srcOrd="1" destOrd="0" presId="urn:microsoft.com/office/officeart/2005/8/layout/vList2"/>
    <dgm:cxn modelId="{F21D032B-8209-4B80-AB65-F7A79072AA0F}" type="presParOf" srcId="{DAFA4BAE-B353-4584-A123-A613D4896D48}" destId="{4169EFD8-2F4C-47C0-AB28-4A0F86D572A9}" srcOrd="2" destOrd="0" presId="urn:microsoft.com/office/officeart/2005/8/layout/vList2"/>
    <dgm:cxn modelId="{292BD3E1-DE6E-4533-BBFD-C16E1A20BD60}" type="presParOf" srcId="{DAFA4BAE-B353-4584-A123-A613D4896D48}" destId="{9C868657-603F-4F4D-8339-C5B1E369524C}" srcOrd="3" destOrd="0" presId="urn:microsoft.com/office/officeart/2005/8/layout/vList2"/>
    <dgm:cxn modelId="{5B1525B5-08B9-4481-A0A5-F06245CB1068}" type="presParOf" srcId="{DAFA4BAE-B353-4584-A123-A613D4896D48}" destId="{E4676C71-04F3-40EF-ADB4-7E387CA93FC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8.xml><?xml version="1.0" encoding="utf-8"?>
<dgm:dataModel xmlns:dgm="http://schemas.openxmlformats.org/drawingml/2006/diagram" xmlns:a="http://schemas.openxmlformats.org/drawingml/2006/main">
  <dgm:ptLst>
    <dgm:pt modelId="{4A7871BC-9DCC-4B1C-8ECD-A9BD09C3DEA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8AD313E2-663A-4F38-A848-E012DC20EFB3}">
      <dgm:prSet/>
      <dgm:spPr/>
      <dgm:t>
        <a:bodyPr/>
        <a:lstStyle/>
        <a:p>
          <a:r>
            <a:rPr lang="uk-UA" b="0" i="0" dirty="0"/>
            <a:t>збудував першу Запорозьку Січ на о. Мала Хортиця.</a:t>
          </a:r>
          <a:endParaRPr lang="uk-UA" dirty="0"/>
        </a:p>
      </dgm:t>
    </dgm:pt>
    <dgm:pt modelId="{4DCF54A6-3DEC-458B-8CAA-2C41518308F9}" type="parTrans" cxnId="{E0BE04FB-6A0A-49D8-AE2D-49CA19A86D74}">
      <dgm:prSet/>
      <dgm:spPr/>
      <dgm:t>
        <a:bodyPr/>
        <a:lstStyle/>
        <a:p>
          <a:endParaRPr lang="uk-UA"/>
        </a:p>
      </dgm:t>
    </dgm:pt>
    <dgm:pt modelId="{F2643784-5CA7-4E3C-91E8-BE3B7E4256BB}" type="sibTrans" cxnId="{E0BE04FB-6A0A-49D8-AE2D-49CA19A86D74}">
      <dgm:prSet/>
      <dgm:spPr/>
      <dgm:t>
        <a:bodyPr/>
        <a:lstStyle/>
        <a:p>
          <a:endParaRPr lang="uk-UA"/>
        </a:p>
      </dgm:t>
    </dgm:pt>
    <dgm:pt modelId="{618C0BFD-4EB7-41CC-97B6-1B48096FC233}">
      <dgm:prSet/>
      <dgm:spPr/>
      <dgm:t>
        <a:bodyPr/>
        <a:lstStyle/>
        <a:p>
          <a:r>
            <a:rPr lang="uk-UA" b="0" i="0" dirty="0"/>
            <a:t>підтримував видавничу діяльність Івана Федорова.</a:t>
          </a:r>
          <a:endParaRPr lang="uk-UA" dirty="0"/>
        </a:p>
      </dgm:t>
    </dgm:pt>
    <dgm:pt modelId="{7B2C43E8-5FA3-4D2B-9300-6B9FEB05992D}" type="parTrans" cxnId="{8523ADE8-88F2-48C5-B92A-E19A2E8E81B4}">
      <dgm:prSet/>
      <dgm:spPr/>
      <dgm:t>
        <a:bodyPr/>
        <a:lstStyle/>
        <a:p>
          <a:endParaRPr lang="uk-UA"/>
        </a:p>
      </dgm:t>
    </dgm:pt>
    <dgm:pt modelId="{5E37A2E6-4E21-4727-ACB7-32E24D390ECF}" type="sibTrans" cxnId="{8523ADE8-88F2-48C5-B92A-E19A2E8E81B4}">
      <dgm:prSet/>
      <dgm:spPr/>
      <dgm:t>
        <a:bodyPr/>
        <a:lstStyle/>
        <a:p>
          <a:endParaRPr lang="uk-UA"/>
        </a:p>
      </dgm:t>
    </dgm:pt>
    <dgm:pt modelId="{5E664AEE-B509-47B3-B994-8D03D672F531}">
      <dgm:prSet/>
      <dgm:spPr/>
      <dgm:t>
        <a:bodyPr/>
        <a:lstStyle/>
        <a:p>
          <a:r>
            <a:rPr lang="uk-UA" b="0" i="0" dirty="0"/>
            <a:t>відстоював інтереси української шляхти на Люблінському сеймі.</a:t>
          </a:r>
          <a:endParaRPr lang="uk-UA" dirty="0"/>
        </a:p>
      </dgm:t>
    </dgm:pt>
    <dgm:pt modelId="{FA6C4C64-76B3-4FF6-BF30-E61B25FB8044}" type="parTrans" cxnId="{62C4B524-04DD-4DBB-AF50-9C62A78A2965}">
      <dgm:prSet/>
      <dgm:spPr/>
      <dgm:t>
        <a:bodyPr/>
        <a:lstStyle/>
        <a:p>
          <a:endParaRPr lang="uk-UA"/>
        </a:p>
      </dgm:t>
    </dgm:pt>
    <dgm:pt modelId="{762B7007-7960-45CA-B838-5FA6FF1DAAC8}" type="sibTrans" cxnId="{62C4B524-04DD-4DBB-AF50-9C62A78A2965}">
      <dgm:prSet/>
      <dgm:spPr/>
      <dgm:t>
        <a:bodyPr/>
        <a:lstStyle/>
        <a:p>
          <a:endParaRPr lang="uk-UA"/>
        </a:p>
      </dgm:t>
    </dgm:pt>
    <dgm:pt modelId="{B9BB2F12-CF44-4867-BD99-D96A13B92641}">
      <dgm:prSet/>
      <dgm:spPr>
        <a:solidFill>
          <a:srgbClr val="0070C0"/>
        </a:solidFill>
      </dgm:spPr>
      <dgm:t>
        <a:bodyPr/>
        <a:lstStyle/>
        <a:p>
          <a:r>
            <a:rPr lang="uk-UA" b="0" i="0" dirty="0"/>
            <a:t>відіграв вирішальну роль у перемозі польсько-козацького війська в битві під </a:t>
          </a:r>
          <a:r>
            <a:rPr lang="uk-UA" b="0" i="0" dirty="0" err="1"/>
            <a:t>Хотином</a:t>
          </a:r>
          <a:endParaRPr lang="uk-UA" dirty="0"/>
        </a:p>
      </dgm:t>
    </dgm:pt>
    <dgm:pt modelId="{0A9E2903-34B7-4607-B3D7-F92705EB067C}" type="parTrans" cxnId="{88D107EE-095E-4667-9840-635C1262DA8A}">
      <dgm:prSet/>
      <dgm:spPr/>
      <dgm:t>
        <a:bodyPr/>
        <a:lstStyle/>
        <a:p>
          <a:endParaRPr lang="uk-UA"/>
        </a:p>
      </dgm:t>
    </dgm:pt>
    <dgm:pt modelId="{4777DA59-1BE6-4EC3-9E97-A6440CBE48C9}" type="sibTrans" cxnId="{88D107EE-095E-4667-9840-635C1262DA8A}">
      <dgm:prSet/>
      <dgm:spPr/>
      <dgm:t>
        <a:bodyPr/>
        <a:lstStyle/>
        <a:p>
          <a:endParaRPr lang="uk-UA"/>
        </a:p>
      </dgm:t>
    </dgm:pt>
    <dgm:pt modelId="{97705030-00A6-4240-86B5-E96276BD458A}" type="pres">
      <dgm:prSet presAssocID="{4A7871BC-9DCC-4B1C-8ECD-A9BD09C3DEAE}" presName="linear" presStyleCnt="0">
        <dgm:presLayoutVars>
          <dgm:animLvl val="lvl"/>
          <dgm:resizeHandles val="exact"/>
        </dgm:presLayoutVars>
      </dgm:prSet>
      <dgm:spPr/>
    </dgm:pt>
    <dgm:pt modelId="{2637B64E-C28C-4B8D-8200-6828E6E40160}" type="pres">
      <dgm:prSet presAssocID="{8AD313E2-663A-4F38-A848-E012DC20EFB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5A7D3AF-E6AD-4DE4-9F0A-F4F0864CFB9C}" type="pres">
      <dgm:prSet presAssocID="{F2643784-5CA7-4E3C-91E8-BE3B7E4256BB}" presName="spacer" presStyleCnt="0"/>
      <dgm:spPr/>
    </dgm:pt>
    <dgm:pt modelId="{3D8DBB20-5979-4143-B3C4-5764B1995C04}" type="pres">
      <dgm:prSet presAssocID="{618C0BFD-4EB7-41CC-97B6-1B48096FC23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097ED72-CEC4-4C5E-8631-3BDA1FBB6CCA}" type="pres">
      <dgm:prSet presAssocID="{5E37A2E6-4E21-4727-ACB7-32E24D390ECF}" presName="spacer" presStyleCnt="0"/>
      <dgm:spPr/>
    </dgm:pt>
    <dgm:pt modelId="{B0155EBF-5889-4B0E-807C-0A40E8C10B6E}" type="pres">
      <dgm:prSet presAssocID="{5E664AEE-B509-47B3-B994-8D03D672F53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3A0DC65-57A9-4F9B-A11F-AC458DE1E649}" type="pres">
      <dgm:prSet presAssocID="{762B7007-7960-45CA-B838-5FA6FF1DAAC8}" presName="spacer" presStyleCnt="0"/>
      <dgm:spPr/>
    </dgm:pt>
    <dgm:pt modelId="{87CB94DB-ECBD-46F1-A3F3-5A01A3505ECA}" type="pres">
      <dgm:prSet presAssocID="{B9BB2F12-CF44-4867-BD99-D96A13B9264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364BD15-9CC3-4653-B876-66D4EF29EA4F}" type="presOf" srcId="{5E664AEE-B509-47B3-B994-8D03D672F531}" destId="{B0155EBF-5889-4B0E-807C-0A40E8C10B6E}" srcOrd="0" destOrd="0" presId="urn:microsoft.com/office/officeart/2005/8/layout/vList2"/>
    <dgm:cxn modelId="{62C4B524-04DD-4DBB-AF50-9C62A78A2965}" srcId="{4A7871BC-9DCC-4B1C-8ECD-A9BD09C3DEAE}" destId="{5E664AEE-B509-47B3-B994-8D03D672F531}" srcOrd="2" destOrd="0" parTransId="{FA6C4C64-76B3-4FF6-BF30-E61B25FB8044}" sibTransId="{762B7007-7960-45CA-B838-5FA6FF1DAAC8}"/>
    <dgm:cxn modelId="{DD76BF5B-C264-405D-AB5B-311BF73580FB}" type="presOf" srcId="{4A7871BC-9DCC-4B1C-8ECD-A9BD09C3DEAE}" destId="{97705030-00A6-4240-86B5-E96276BD458A}" srcOrd="0" destOrd="0" presId="urn:microsoft.com/office/officeart/2005/8/layout/vList2"/>
    <dgm:cxn modelId="{3251D660-FF4C-45C6-B0A5-2F542C4F6A81}" type="presOf" srcId="{B9BB2F12-CF44-4867-BD99-D96A13B92641}" destId="{87CB94DB-ECBD-46F1-A3F3-5A01A3505ECA}" srcOrd="0" destOrd="0" presId="urn:microsoft.com/office/officeart/2005/8/layout/vList2"/>
    <dgm:cxn modelId="{BCFA43D0-D5AA-4A22-9C02-A6729F000978}" type="presOf" srcId="{8AD313E2-663A-4F38-A848-E012DC20EFB3}" destId="{2637B64E-C28C-4B8D-8200-6828E6E40160}" srcOrd="0" destOrd="0" presId="urn:microsoft.com/office/officeart/2005/8/layout/vList2"/>
    <dgm:cxn modelId="{8523ADE8-88F2-48C5-B92A-E19A2E8E81B4}" srcId="{4A7871BC-9DCC-4B1C-8ECD-A9BD09C3DEAE}" destId="{618C0BFD-4EB7-41CC-97B6-1B48096FC233}" srcOrd="1" destOrd="0" parTransId="{7B2C43E8-5FA3-4D2B-9300-6B9FEB05992D}" sibTransId="{5E37A2E6-4E21-4727-ACB7-32E24D390ECF}"/>
    <dgm:cxn modelId="{88D107EE-095E-4667-9840-635C1262DA8A}" srcId="{4A7871BC-9DCC-4B1C-8ECD-A9BD09C3DEAE}" destId="{B9BB2F12-CF44-4867-BD99-D96A13B92641}" srcOrd="3" destOrd="0" parTransId="{0A9E2903-34B7-4607-B3D7-F92705EB067C}" sibTransId="{4777DA59-1BE6-4EC3-9E97-A6440CBE48C9}"/>
    <dgm:cxn modelId="{E0BE04FB-6A0A-49D8-AE2D-49CA19A86D74}" srcId="{4A7871BC-9DCC-4B1C-8ECD-A9BD09C3DEAE}" destId="{8AD313E2-663A-4F38-A848-E012DC20EFB3}" srcOrd="0" destOrd="0" parTransId="{4DCF54A6-3DEC-458B-8CAA-2C41518308F9}" sibTransId="{F2643784-5CA7-4E3C-91E8-BE3B7E4256BB}"/>
    <dgm:cxn modelId="{85AD84FF-1A39-432B-9225-AA38BCCA1E61}" type="presOf" srcId="{618C0BFD-4EB7-41CC-97B6-1B48096FC233}" destId="{3D8DBB20-5979-4143-B3C4-5764B1995C04}" srcOrd="0" destOrd="0" presId="urn:microsoft.com/office/officeart/2005/8/layout/vList2"/>
    <dgm:cxn modelId="{9A847A00-0A52-4062-9186-4D38FE6153DA}" type="presParOf" srcId="{97705030-00A6-4240-86B5-E96276BD458A}" destId="{2637B64E-C28C-4B8D-8200-6828E6E40160}" srcOrd="0" destOrd="0" presId="urn:microsoft.com/office/officeart/2005/8/layout/vList2"/>
    <dgm:cxn modelId="{294C0C1A-75F5-4081-B74D-773DBF09667E}" type="presParOf" srcId="{97705030-00A6-4240-86B5-E96276BD458A}" destId="{D5A7D3AF-E6AD-4DE4-9F0A-F4F0864CFB9C}" srcOrd="1" destOrd="0" presId="urn:microsoft.com/office/officeart/2005/8/layout/vList2"/>
    <dgm:cxn modelId="{66FC7288-67E8-4AFD-B6AA-EFAFADF41E2A}" type="presParOf" srcId="{97705030-00A6-4240-86B5-E96276BD458A}" destId="{3D8DBB20-5979-4143-B3C4-5764B1995C04}" srcOrd="2" destOrd="0" presId="urn:microsoft.com/office/officeart/2005/8/layout/vList2"/>
    <dgm:cxn modelId="{D2A9D6BB-943C-4E4A-9502-4BFA7EE01AC3}" type="presParOf" srcId="{97705030-00A6-4240-86B5-E96276BD458A}" destId="{9097ED72-CEC4-4C5E-8631-3BDA1FBB6CCA}" srcOrd="3" destOrd="0" presId="urn:microsoft.com/office/officeart/2005/8/layout/vList2"/>
    <dgm:cxn modelId="{10530707-BD72-4990-895F-628FF60C46B2}" type="presParOf" srcId="{97705030-00A6-4240-86B5-E96276BD458A}" destId="{B0155EBF-5889-4B0E-807C-0A40E8C10B6E}" srcOrd="4" destOrd="0" presId="urn:microsoft.com/office/officeart/2005/8/layout/vList2"/>
    <dgm:cxn modelId="{E2FF2055-F038-43CB-9EF5-2F3334A796DC}" type="presParOf" srcId="{97705030-00A6-4240-86B5-E96276BD458A}" destId="{93A0DC65-57A9-4F9B-A11F-AC458DE1E649}" srcOrd="5" destOrd="0" presId="urn:microsoft.com/office/officeart/2005/8/layout/vList2"/>
    <dgm:cxn modelId="{48479FC4-8E41-44C9-92BF-FE1A5037DC83}" type="presParOf" srcId="{97705030-00A6-4240-86B5-E96276BD458A}" destId="{87CB94DB-ECBD-46F1-A3F3-5A01A3505EC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9.xml><?xml version="1.0" encoding="utf-8"?>
<dgm:dataModel xmlns:dgm="http://schemas.openxmlformats.org/drawingml/2006/diagram" xmlns:a="http://schemas.openxmlformats.org/drawingml/2006/main">
  <dgm:ptLst>
    <dgm:pt modelId="{E83941DE-921D-4925-8AB9-36B3E3222E9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C395029A-573C-442C-8AF7-384C56E0FFFA}">
      <dgm:prSet/>
      <dgm:spPr>
        <a:solidFill>
          <a:schemeClr val="accent1"/>
        </a:solidFill>
      </dgm:spPr>
      <dgm:t>
        <a:bodyPr/>
        <a:lstStyle/>
        <a:p>
          <a:r>
            <a:rPr lang="uk-UA" b="0" i="0" dirty="0"/>
            <a:t>сприяв відновленню вищої ієрархії православної церкви на українських землях.</a:t>
          </a:r>
          <a:endParaRPr lang="uk-UA" dirty="0"/>
        </a:p>
      </dgm:t>
    </dgm:pt>
    <dgm:pt modelId="{96DF1246-496F-485F-AAEF-BB7E0978984A}" type="parTrans" cxnId="{2D424E0D-C591-49CE-B418-90DFC3A024DB}">
      <dgm:prSet/>
      <dgm:spPr/>
      <dgm:t>
        <a:bodyPr/>
        <a:lstStyle/>
        <a:p>
          <a:endParaRPr lang="uk-UA"/>
        </a:p>
      </dgm:t>
    </dgm:pt>
    <dgm:pt modelId="{7C7147A2-592A-4FE3-99EA-6ABB4E036107}" type="sibTrans" cxnId="{2D424E0D-C591-49CE-B418-90DFC3A024DB}">
      <dgm:prSet/>
      <dgm:spPr/>
      <dgm:t>
        <a:bodyPr/>
        <a:lstStyle/>
        <a:p>
          <a:endParaRPr lang="uk-UA"/>
        </a:p>
      </dgm:t>
    </dgm:pt>
    <dgm:pt modelId="{123F654F-87E7-46EA-BD9F-09B30AC373E5}">
      <dgm:prSet/>
      <dgm:spPr>
        <a:solidFill>
          <a:schemeClr val="accent1"/>
        </a:solidFill>
      </dgm:spPr>
      <dgm:t>
        <a:bodyPr/>
        <a:lstStyle/>
        <a:p>
          <a:r>
            <a:rPr lang="uk-UA" b="0" i="0" dirty="0"/>
            <a:t>очолював удалі морські походи козаків проти Османської імперії.</a:t>
          </a:r>
          <a:endParaRPr lang="uk-UA" dirty="0"/>
        </a:p>
      </dgm:t>
    </dgm:pt>
    <dgm:pt modelId="{6F9D4C72-EC6A-469C-B8A6-4C6FC0942140}" type="parTrans" cxnId="{CE4DCA88-7CCD-446D-9823-6FB373A63DAC}">
      <dgm:prSet/>
      <dgm:spPr/>
      <dgm:t>
        <a:bodyPr/>
        <a:lstStyle/>
        <a:p>
          <a:endParaRPr lang="uk-UA"/>
        </a:p>
      </dgm:t>
    </dgm:pt>
    <dgm:pt modelId="{A5530563-BDB0-4836-9348-00876AEEBE02}" type="sibTrans" cxnId="{CE4DCA88-7CCD-446D-9823-6FB373A63DAC}">
      <dgm:prSet/>
      <dgm:spPr/>
      <dgm:t>
        <a:bodyPr/>
        <a:lstStyle/>
        <a:p>
          <a:endParaRPr lang="uk-UA"/>
        </a:p>
      </dgm:t>
    </dgm:pt>
    <dgm:pt modelId="{07A8C49D-3496-45AB-A3DA-081C5B5A8287}">
      <dgm:prSet/>
      <dgm:spPr/>
      <dgm:t>
        <a:bodyPr/>
        <a:lstStyle/>
        <a:p>
          <a:r>
            <a:rPr lang="uk-UA" b="0" i="0" dirty="0"/>
            <a:t>знищив фортецю Кодак, збудовану поляками для контролю над Запорозькою Січчю.</a:t>
          </a:r>
          <a:endParaRPr lang="uk-UA" dirty="0"/>
        </a:p>
      </dgm:t>
    </dgm:pt>
    <dgm:pt modelId="{CF5CAB28-FE10-4487-8B1B-1A008A1C6CC6}" type="parTrans" cxnId="{31501ABC-6211-4447-B68E-DCD44AEDDF91}">
      <dgm:prSet/>
      <dgm:spPr/>
      <dgm:t>
        <a:bodyPr/>
        <a:lstStyle/>
        <a:p>
          <a:endParaRPr lang="uk-UA"/>
        </a:p>
      </dgm:t>
    </dgm:pt>
    <dgm:pt modelId="{50F049FC-4597-4F96-B1EA-2515D1308FA2}" type="sibTrans" cxnId="{31501ABC-6211-4447-B68E-DCD44AEDDF91}">
      <dgm:prSet/>
      <dgm:spPr/>
      <dgm:t>
        <a:bodyPr/>
        <a:lstStyle/>
        <a:p>
          <a:endParaRPr lang="uk-UA"/>
        </a:p>
      </dgm:t>
    </dgm:pt>
    <dgm:pt modelId="{DAFA4BAE-B353-4584-A123-A613D4896D48}" type="pres">
      <dgm:prSet presAssocID="{E83941DE-921D-4925-8AB9-36B3E3222E9E}" presName="linear" presStyleCnt="0">
        <dgm:presLayoutVars>
          <dgm:animLvl val="lvl"/>
          <dgm:resizeHandles val="exact"/>
        </dgm:presLayoutVars>
      </dgm:prSet>
      <dgm:spPr/>
    </dgm:pt>
    <dgm:pt modelId="{36FBCB3B-E702-42BB-9D2C-FF21DBC4AD6C}" type="pres">
      <dgm:prSet presAssocID="{C395029A-573C-442C-8AF7-384C56E0FFF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8716EE4-F0CB-4813-ABAC-54F8EA723965}" type="pres">
      <dgm:prSet presAssocID="{7C7147A2-592A-4FE3-99EA-6ABB4E036107}" presName="spacer" presStyleCnt="0"/>
      <dgm:spPr/>
    </dgm:pt>
    <dgm:pt modelId="{4169EFD8-2F4C-47C0-AB28-4A0F86D572A9}" type="pres">
      <dgm:prSet presAssocID="{123F654F-87E7-46EA-BD9F-09B30AC373E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C868657-603F-4F4D-8339-C5B1E369524C}" type="pres">
      <dgm:prSet presAssocID="{A5530563-BDB0-4836-9348-00876AEEBE02}" presName="spacer" presStyleCnt="0"/>
      <dgm:spPr/>
    </dgm:pt>
    <dgm:pt modelId="{E4676C71-04F3-40EF-ADB4-7E387CA93FC7}" type="pres">
      <dgm:prSet presAssocID="{07A8C49D-3496-45AB-A3DA-081C5B5A828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AB1590A-1BDC-489D-8146-3588CE7C2A30}" type="presOf" srcId="{07A8C49D-3496-45AB-A3DA-081C5B5A8287}" destId="{E4676C71-04F3-40EF-ADB4-7E387CA93FC7}" srcOrd="0" destOrd="0" presId="urn:microsoft.com/office/officeart/2005/8/layout/vList2"/>
    <dgm:cxn modelId="{2D424E0D-C591-49CE-B418-90DFC3A024DB}" srcId="{E83941DE-921D-4925-8AB9-36B3E3222E9E}" destId="{C395029A-573C-442C-8AF7-384C56E0FFFA}" srcOrd="0" destOrd="0" parTransId="{96DF1246-496F-485F-AAEF-BB7E0978984A}" sibTransId="{7C7147A2-592A-4FE3-99EA-6ABB4E036107}"/>
    <dgm:cxn modelId="{13C78D1D-4988-4CF5-8019-E54330F7925F}" type="presOf" srcId="{C395029A-573C-442C-8AF7-384C56E0FFFA}" destId="{36FBCB3B-E702-42BB-9D2C-FF21DBC4AD6C}" srcOrd="0" destOrd="0" presId="urn:microsoft.com/office/officeart/2005/8/layout/vList2"/>
    <dgm:cxn modelId="{3E4CE981-5047-4D6D-B807-7AA2745D5218}" type="presOf" srcId="{123F654F-87E7-46EA-BD9F-09B30AC373E5}" destId="{4169EFD8-2F4C-47C0-AB28-4A0F86D572A9}" srcOrd="0" destOrd="0" presId="urn:microsoft.com/office/officeart/2005/8/layout/vList2"/>
    <dgm:cxn modelId="{CE4DCA88-7CCD-446D-9823-6FB373A63DAC}" srcId="{E83941DE-921D-4925-8AB9-36B3E3222E9E}" destId="{123F654F-87E7-46EA-BD9F-09B30AC373E5}" srcOrd="1" destOrd="0" parTransId="{6F9D4C72-EC6A-469C-B8A6-4C6FC0942140}" sibTransId="{A5530563-BDB0-4836-9348-00876AEEBE02}"/>
    <dgm:cxn modelId="{31501ABC-6211-4447-B68E-DCD44AEDDF91}" srcId="{E83941DE-921D-4925-8AB9-36B3E3222E9E}" destId="{07A8C49D-3496-45AB-A3DA-081C5B5A8287}" srcOrd="2" destOrd="0" parTransId="{CF5CAB28-FE10-4487-8B1B-1A008A1C6CC6}" sibTransId="{50F049FC-4597-4F96-B1EA-2515D1308FA2}"/>
    <dgm:cxn modelId="{33C503EF-246F-49EB-BD00-8E30B63B0DEC}" type="presOf" srcId="{E83941DE-921D-4925-8AB9-36B3E3222E9E}" destId="{DAFA4BAE-B353-4584-A123-A613D4896D48}" srcOrd="0" destOrd="0" presId="urn:microsoft.com/office/officeart/2005/8/layout/vList2"/>
    <dgm:cxn modelId="{E85B713A-9F59-42D9-B1ED-B6804D098798}" type="presParOf" srcId="{DAFA4BAE-B353-4584-A123-A613D4896D48}" destId="{36FBCB3B-E702-42BB-9D2C-FF21DBC4AD6C}" srcOrd="0" destOrd="0" presId="urn:microsoft.com/office/officeart/2005/8/layout/vList2"/>
    <dgm:cxn modelId="{47F7724E-88BD-4AD0-9F84-2AC5778CF162}" type="presParOf" srcId="{DAFA4BAE-B353-4584-A123-A613D4896D48}" destId="{48716EE4-F0CB-4813-ABAC-54F8EA723965}" srcOrd="1" destOrd="0" presId="urn:microsoft.com/office/officeart/2005/8/layout/vList2"/>
    <dgm:cxn modelId="{F21D032B-8209-4B80-AB65-F7A79072AA0F}" type="presParOf" srcId="{DAFA4BAE-B353-4584-A123-A613D4896D48}" destId="{4169EFD8-2F4C-47C0-AB28-4A0F86D572A9}" srcOrd="2" destOrd="0" presId="urn:microsoft.com/office/officeart/2005/8/layout/vList2"/>
    <dgm:cxn modelId="{292BD3E1-DE6E-4533-BBFD-C16E1A20BD60}" type="presParOf" srcId="{DAFA4BAE-B353-4584-A123-A613D4896D48}" destId="{9C868657-603F-4F4D-8339-C5B1E369524C}" srcOrd="3" destOrd="0" presId="urn:microsoft.com/office/officeart/2005/8/layout/vList2"/>
    <dgm:cxn modelId="{5B1525B5-08B9-4481-A0A5-F06245CB1068}" type="presParOf" srcId="{DAFA4BAE-B353-4584-A123-A613D4896D48}" destId="{E4676C71-04F3-40EF-ADB4-7E387CA93FC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4A7871BC-9DCC-4B1C-8ECD-A9BD09C3DEA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8AD313E2-663A-4F38-A848-E012DC20EFB3}">
      <dgm:prSet/>
      <dgm:spPr/>
      <dgm:t>
        <a:bodyPr/>
        <a:lstStyle/>
        <a:p>
          <a:r>
            <a:rPr lang="uk-UA" b="0" i="0" dirty="0"/>
            <a:t>збудував першу Запорозьку Січ на о. Мала Хортиця.</a:t>
          </a:r>
          <a:endParaRPr lang="uk-UA" dirty="0"/>
        </a:p>
      </dgm:t>
    </dgm:pt>
    <dgm:pt modelId="{4DCF54A6-3DEC-458B-8CAA-2C41518308F9}" type="parTrans" cxnId="{E0BE04FB-6A0A-49D8-AE2D-49CA19A86D74}">
      <dgm:prSet/>
      <dgm:spPr/>
      <dgm:t>
        <a:bodyPr/>
        <a:lstStyle/>
        <a:p>
          <a:endParaRPr lang="uk-UA"/>
        </a:p>
      </dgm:t>
    </dgm:pt>
    <dgm:pt modelId="{F2643784-5CA7-4E3C-91E8-BE3B7E4256BB}" type="sibTrans" cxnId="{E0BE04FB-6A0A-49D8-AE2D-49CA19A86D74}">
      <dgm:prSet/>
      <dgm:spPr/>
      <dgm:t>
        <a:bodyPr/>
        <a:lstStyle/>
        <a:p>
          <a:endParaRPr lang="uk-UA"/>
        </a:p>
      </dgm:t>
    </dgm:pt>
    <dgm:pt modelId="{618C0BFD-4EB7-41CC-97B6-1B48096FC233}">
      <dgm:prSet/>
      <dgm:spPr/>
      <dgm:t>
        <a:bodyPr/>
        <a:lstStyle/>
        <a:p>
          <a:r>
            <a:rPr lang="uk-UA" b="0" i="0" dirty="0"/>
            <a:t>підтримував видавничу діяльність Івана Федорова.</a:t>
          </a:r>
          <a:endParaRPr lang="uk-UA" dirty="0"/>
        </a:p>
      </dgm:t>
    </dgm:pt>
    <dgm:pt modelId="{7B2C43E8-5FA3-4D2B-9300-6B9FEB05992D}" type="parTrans" cxnId="{8523ADE8-88F2-48C5-B92A-E19A2E8E81B4}">
      <dgm:prSet/>
      <dgm:spPr/>
      <dgm:t>
        <a:bodyPr/>
        <a:lstStyle/>
        <a:p>
          <a:endParaRPr lang="uk-UA"/>
        </a:p>
      </dgm:t>
    </dgm:pt>
    <dgm:pt modelId="{5E37A2E6-4E21-4727-ACB7-32E24D390ECF}" type="sibTrans" cxnId="{8523ADE8-88F2-48C5-B92A-E19A2E8E81B4}">
      <dgm:prSet/>
      <dgm:spPr/>
      <dgm:t>
        <a:bodyPr/>
        <a:lstStyle/>
        <a:p>
          <a:endParaRPr lang="uk-UA"/>
        </a:p>
      </dgm:t>
    </dgm:pt>
    <dgm:pt modelId="{5E664AEE-B509-47B3-B994-8D03D672F531}">
      <dgm:prSet/>
      <dgm:spPr/>
      <dgm:t>
        <a:bodyPr/>
        <a:lstStyle/>
        <a:p>
          <a:r>
            <a:rPr lang="uk-UA" b="0" i="0" dirty="0"/>
            <a:t>відстоював інтереси української шляхти на Люблінському сеймі.</a:t>
          </a:r>
          <a:endParaRPr lang="uk-UA" dirty="0"/>
        </a:p>
      </dgm:t>
    </dgm:pt>
    <dgm:pt modelId="{FA6C4C64-76B3-4FF6-BF30-E61B25FB8044}" type="parTrans" cxnId="{62C4B524-04DD-4DBB-AF50-9C62A78A2965}">
      <dgm:prSet/>
      <dgm:spPr/>
      <dgm:t>
        <a:bodyPr/>
        <a:lstStyle/>
        <a:p>
          <a:endParaRPr lang="uk-UA"/>
        </a:p>
      </dgm:t>
    </dgm:pt>
    <dgm:pt modelId="{762B7007-7960-45CA-B838-5FA6FF1DAAC8}" type="sibTrans" cxnId="{62C4B524-04DD-4DBB-AF50-9C62A78A2965}">
      <dgm:prSet/>
      <dgm:spPr/>
      <dgm:t>
        <a:bodyPr/>
        <a:lstStyle/>
        <a:p>
          <a:endParaRPr lang="uk-UA"/>
        </a:p>
      </dgm:t>
    </dgm:pt>
    <dgm:pt modelId="{B9BB2F12-CF44-4867-BD99-D96A13B92641}">
      <dgm:prSet/>
      <dgm:spPr>
        <a:solidFill>
          <a:schemeClr val="accent1"/>
        </a:solidFill>
      </dgm:spPr>
      <dgm:t>
        <a:bodyPr/>
        <a:lstStyle/>
        <a:p>
          <a:r>
            <a:rPr lang="uk-UA" b="0" i="0" dirty="0"/>
            <a:t>відіграв вирішальну роль у перемозі польсько-козацького війська в битві під </a:t>
          </a:r>
          <a:r>
            <a:rPr lang="uk-UA" b="0" i="0" dirty="0" err="1"/>
            <a:t>Хотином</a:t>
          </a:r>
          <a:endParaRPr lang="uk-UA" dirty="0"/>
        </a:p>
      </dgm:t>
    </dgm:pt>
    <dgm:pt modelId="{0A9E2903-34B7-4607-B3D7-F92705EB067C}" type="parTrans" cxnId="{88D107EE-095E-4667-9840-635C1262DA8A}">
      <dgm:prSet/>
      <dgm:spPr/>
      <dgm:t>
        <a:bodyPr/>
        <a:lstStyle/>
        <a:p>
          <a:endParaRPr lang="uk-UA"/>
        </a:p>
      </dgm:t>
    </dgm:pt>
    <dgm:pt modelId="{4777DA59-1BE6-4EC3-9E97-A6440CBE48C9}" type="sibTrans" cxnId="{88D107EE-095E-4667-9840-635C1262DA8A}">
      <dgm:prSet/>
      <dgm:spPr/>
      <dgm:t>
        <a:bodyPr/>
        <a:lstStyle/>
        <a:p>
          <a:endParaRPr lang="uk-UA"/>
        </a:p>
      </dgm:t>
    </dgm:pt>
    <dgm:pt modelId="{97705030-00A6-4240-86B5-E96276BD458A}" type="pres">
      <dgm:prSet presAssocID="{4A7871BC-9DCC-4B1C-8ECD-A9BD09C3DEAE}" presName="linear" presStyleCnt="0">
        <dgm:presLayoutVars>
          <dgm:animLvl val="lvl"/>
          <dgm:resizeHandles val="exact"/>
        </dgm:presLayoutVars>
      </dgm:prSet>
      <dgm:spPr/>
    </dgm:pt>
    <dgm:pt modelId="{2637B64E-C28C-4B8D-8200-6828E6E40160}" type="pres">
      <dgm:prSet presAssocID="{8AD313E2-663A-4F38-A848-E012DC20EFB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5A7D3AF-E6AD-4DE4-9F0A-F4F0864CFB9C}" type="pres">
      <dgm:prSet presAssocID="{F2643784-5CA7-4E3C-91E8-BE3B7E4256BB}" presName="spacer" presStyleCnt="0"/>
      <dgm:spPr/>
    </dgm:pt>
    <dgm:pt modelId="{3D8DBB20-5979-4143-B3C4-5764B1995C04}" type="pres">
      <dgm:prSet presAssocID="{618C0BFD-4EB7-41CC-97B6-1B48096FC23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097ED72-CEC4-4C5E-8631-3BDA1FBB6CCA}" type="pres">
      <dgm:prSet presAssocID="{5E37A2E6-4E21-4727-ACB7-32E24D390ECF}" presName="spacer" presStyleCnt="0"/>
      <dgm:spPr/>
    </dgm:pt>
    <dgm:pt modelId="{B0155EBF-5889-4B0E-807C-0A40E8C10B6E}" type="pres">
      <dgm:prSet presAssocID="{5E664AEE-B509-47B3-B994-8D03D672F53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3A0DC65-57A9-4F9B-A11F-AC458DE1E649}" type="pres">
      <dgm:prSet presAssocID="{762B7007-7960-45CA-B838-5FA6FF1DAAC8}" presName="spacer" presStyleCnt="0"/>
      <dgm:spPr/>
    </dgm:pt>
    <dgm:pt modelId="{87CB94DB-ECBD-46F1-A3F3-5A01A3505ECA}" type="pres">
      <dgm:prSet presAssocID="{B9BB2F12-CF44-4867-BD99-D96A13B9264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364BD15-9CC3-4653-B876-66D4EF29EA4F}" type="presOf" srcId="{5E664AEE-B509-47B3-B994-8D03D672F531}" destId="{B0155EBF-5889-4B0E-807C-0A40E8C10B6E}" srcOrd="0" destOrd="0" presId="urn:microsoft.com/office/officeart/2005/8/layout/vList2"/>
    <dgm:cxn modelId="{62C4B524-04DD-4DBB-AF50-9C62A78A2965}" srcId="{4A7871BC-9DCC-4B1C-8ECD-A9BD09C3DEAE}" destId="{5E664AEE-B509-47B3-B994-8D03D672F531}" srcOrd="2" destOrd="0" parTransId="{FA6C4C64-76B3-4FF6-BF30-E61B25FB8044}" sibTransId="{762B7007-7960-45CA-B838-5FA6FF1DAAC8}"/>
    <dgm:cxn modelId="{DD76BF5B-C264-405D-AB5B-311BF73580FB}" type="presOf" srcId="{4A7871BC-9DCC-4B1C-8ECD-A9BD09C3DEAE}" destId="{97705030-00A6-4240-86B5-E96276BD458A}" srcOrd="0" destOrd="0" presId="urn:microsoft.com/office/officeart/2005/8/layout/vList2"/>
    <dgm:cxn modelId="{3251D660-FF4C-45C6-B0A5-2F542C4F6A81}" type="presOf" srcId="{B9BB2F12-CF44-4867-BD99-D96A13B92641}" destId="{87CB94DB-ECBD-46F1-A3F3-5A01A3505ECA}" srcOrd="0" destOrd="0" presId="urn:microsoft.com/office/officeart/2005/8/layout/vList2"/>
    <dgm:cxn modelId="{BCFA43D0-D5AA-4A22-9C02-A6729F000978}" type="presOf" srcId="{8AD313E2-663A-4F38-A848-E012DC20EFB3}" destId="{2637B64E-C28C-4B8D-8200-6828E6E40160}" srcOrd="0" destOrd="0" presId="urn:microsoft.com/office/officeart/2005/8/layout/vList2"/>
    <dgm:cxn modelId="{8523ADE8-88F2-48C5-B92A-E19A2E8E81B4}" srcId="{4A7871BC-9DCC-4B1C-8ECD-A9BD09C3DEAE}" destId="{618C0BFD-4EB7-41CC-97B6-1B48096FC233}" srcOrd="1" destOrd="0" parTransId="{7B2C43E8-5FA3-4D2B-9300-6B9FEB05992D}" sibTransId="{5E37A2E6-4E21-4727-ACB7-32E24D390ECF}"/>
    <dgm:cxn modelId="{88D107EE-095E-4667-9840-635C1262DA8A}" srcId="{4A7871BC-9DCC-4B1C-8ECD-A9BD09C3DEAE}" destId="{B9BB2F12-CF44-4867-BD99-D96A13B92641}" srcOrd="3" destOrd="0" parTransId="{0A9E2903-34B7-4607-B3D7-F92705EB067C}" sibTransId="{4777DA59-1BE6-4EC3-9E97-A6440CBE48C9}"/>
    <dgm:cxn modelId="{E0BE04FB-6A0A-49D8-AE2D-49CA19A86D74}" srcId="{4A7871BC-9DCC-4B1C-8ECD-A9BD09C3DEAE}" destId="{8AD313E2-663A-4F38-A848-E012DC20EFB3}" srcOrd="0" destOrd="0" parTransId="{4DCF54A6-3DEC-458B-8CAA-2C41518308F9}" sibTransId="{F2643784-5CA7-4E3C-91E8-BE3B7E4256BB}"/>
    <dgm:cxn modelId="{85AD84FF-1A39-432B-9225-AA38BCCA1E61}" type="presOf" srcId="{618C0BFD-4EB7-41CC-97B6-1B48096FC233}" destId="{3D8DBB20-5979-4143-B3C4-5764B1995C04}" srcOrd="0" destOrd="0" presId="urn:microsoft.com/office/officeart/2005/8/layout/vList2"/>
    <dgm:cxn modelId="{9A847A00-0A52-4062-9186-4D38FE6153DA}" type="presParOf" srcId="{97705030-00A6-4240-86B5-E96276BD458A}" destId="{2637B64E-C28C-4B8D-8200-6828E6E40160}" srcOrd="0" destOrd="0" presId="urn:microsoft.com/office/officeart/2005/8/layout/vList2"/>
    <dgm:cxn modelId="{294C0C1A-75F5-4081-B74D-773DBF09667E}" type="presParOf" srcId="{97705030-00A6-4240-86B5-E96276BD458A}" destId="{D5A7D3AF-E6AD-4DE4-9F0A-F4F0864CFB9C}" srcOrd="1" destOrd="0" presId="urn:microsoft.com/office/officeart/2005/8/layout/vList2"/>
    <dgm:cxn modelId="{66FC7288-67E8-4AFD-B6AA-EFAFADF41E2A}" type="presParOf" srcId="{97705030-00A6-4240-86B5-E96276BD458A}" destId="{3D8DBB20-5979-4143-B3C4-5764B1995C04}" srcOrd="2" destOrd="0" presId="urn:microsoft.com/office/officeart/2005/8/layout/vList2"/>
    <dgm:cxn modelId="{D2A9D6BB-943C-4E4A-9502-4BFA7EE01AC3}" type="presParOf" srcId="{97705030-00A6-4240-86B5-E96276BD458A}" destId="{9097ED72-CEC4-4C5E-8631-3BDA1FBB6CCA}" srcOrd="3" destOrd="0" presId="urn:microsoft.com/office/officeart/2005/8/layout/vList2"/>
    <dgm:cxn modelId="{10530707-BD72-4990-895F-628FF60C46B2}" type="presParOf" srcId="{97705030-00A6-4240-86B5-E96276BD458A}" destId="{B0155EBF-5889-4B0E-807C-0A40E8C10B6E}" srcOrd="4" destOrd="0" presId="urn:microsoft.com/office/officeart/2005/8/layout/vList2"/>
    <dgm:cxn modelId="{E2FF2055-F038-43CB-9EF5-2F3334A796DC}" type="presParOf" srcId="{97705030-00A6-4240-86B5-E96276BD458A}" destId="{93A0DC65-57A9-4F9B-A11F-AC458DE1E649}" srcOrd="5" destOrd="0" presId="urn:microsoft.com/office/officeart/2005/8/layout/vList2"/>
    <dgm:cxn modelId="{48479FC4-8E41-44C9-92BF-FE1A5037DC83}" type="presParOf" srcId="{97705030-00A6-4240-86B5-E96276BD458A}" destId="{87CB94DB-ECBD-46F1-A3F3-5A01A3505EC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51.xml><?xml version="1.0" encoding="utf-8"?>
<dgm:dataModel xmlns:dgm="http://schemas.openxmlformats.org/drawingml/2006/diagram" xmlns:a="http://schemas.openxmlformats.org/drawingml/2006/main">
  <dgm:ptLst>
    <dgm:pt modelId="{A7AC1590-1979-4E90-8605-917E02637A8E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5A48BB87-2675-49ED-BDCE-18FD2B01FE57}">
      <dgm:prSet/>
      <dgm:spPr>
        <a:solidFill>
          <a:srgbClr val="0070C0"/>
        </a:solidFill>
      </dgm:spPr>
      <dgm:t>
        <a:bodyPr/>
        <a:lstStyle/>
        <a:p>
          <a:r>
            <a:rPr lang="ru-RU" b="0" i="0"/>
            <a:t>1621 р.</a:t>
          </a:r>
          <a:endParaRPr lang="uk-UA"/>
        </a:p>
      </dgm:t>
    </dgm:pt>
    <dgm:pt modelId="{96932A53-24B6-4CAC-A1A9-36222C0134FC}" type="parTrans" cxnId="{2B99E5D1-D0A2-4B31-913F-3C03ADDC4604}">
      <dgm:prSet/>
      <dgm:spPr/>
      <dgm:t>
        <a:bodyPr/>
        <a:lstStyle/>
        <a:p>
          <a:endParaRPr lang="uk-UA"/>
        </a:p>
      </dgm:t>
    </dgm:pt>
    <dgm:pt modelId="{73FDB482-D628-4F64-87E7-BAA29127022D}" type="sibTrans" cxnId="{2B99E5D1-D0A2-4B31-913F-3C03ADDC4604}">
      <dgm:prSet/>
      <dgm:spPr/>
      <dgm:t>
        <a:bodyPr/>
        <a:lstStyle/>
        <a:p>
          <a:endParaRPr lang="uk-UA"/>
        </a:p>
      </dgm:t>
    </dgm:pt>
    <dgm:pt modelId="{53D5C3A7-9583-4A9C-9BDF-2D488FFB190C}">
      <dgm:prSet/>
      <dgm:spPr/>
      <dgm:t>
        <a:bodyPr/>
        <a:lstStyle/>
        <a:p>
          <a:r>
            <a:rPr lang="ru-RU" b="0" i="0"/>
            <a:t>1625 р.</a:t>
          </a:r>
          <a:endParaRPr lang="uk-UA"/>
        </a:p>
      </dgm:t>
    </dgm:pt>
    <dgm:pt modelId="{5E014888-318C-48C7-A582-099E266C1F32}" type="parTrans" cxnId="{604C885B-4649-4BB1-9DE3-6819AF51EA31}">
      <dgm:prSet/>
      <dgm:spPr/>
      <dgm:t>
        <a:bodyPr/>
        <a:lstStyle/>
        <a:p>
          <a:endParaRPr lang="uk-UA"/>
        </a:p>
      </dgm:t>
    </dgm:pt>
    <dgm:pt modelId="{D551B357-8500-4A2C-BD2B-C2045617D809}" type="sibTrans" cxnId="{604C885B-4649-4BB1-9DE3-6819AF51EA31}">
      <dgm:prSet/>
      <dgm:spPr/>
      <dgm:t>
        <a:bodyPr/>
        <a:lstStyle/>
        <a:p>
          <a:endParaRPr lang="uk-UA"/>
        </a:p>
      </dgm:t>
    </dgm:pt>
    <dgm:pt modelId="{E5CDADAD-F88B-4E3F-88AC-02B3831BE836}">
      <dgm:prSet/>
      <dgm:spPr/>
      <dgm:t>
        <a:bodyPr/>
        <a:lstStyle/>
        <a:p>
          <a:r>
            <a:rPr lang="ru-RU" b="0" i="0"/>
            <a:t>1632 р.</a:t>
          </a:r>
          <a:endParaRPr lang="uk-UA"/>
        </a:p>
      </dgm:t>
    </dgm:pt>
    <dgm:pt modelId="{265C23CF-F714-4C0A-A716-2B97537192EF}" type="parTrans" cxnId="{443E413B-096C-4A9F-864C-00D88B1939BD}">
      <dgm:prSet/>
      <dgm:spPr/>
      <dgm:t>
        <a:bodyPr/>
        <a:lstStyle/>
        <a:p>
          <a:endParaRPr lang="uk-UA"/>
        </a:p>
      </dgm:t>
    </dgm:pt>
    <dgm:pt modelId="{DD8D0B8B-4ADC-4D79-945B-DE28072A7D20}" type="sibTrans" cxnId="{443E413B-096C-4A9F-864C-00D88B1939BD}">
      <dgm:prSet/>
      <dgm:spPr/>
      <dgm:t>
        <a:bodyPr/>
        <a:lstStyle/>
        <a:p>
          <a:endParaRPr lang="uk-UA"/>
        </a:p>
      </dgm:t>
    </dgm:pt>
    <dgm:pt modelId="{64A40CD9-97B0-4B4D-B588-DC4622579966}">
      <dgm:prSet/>
      <dgm:spPr/>
      <dgm:t>
        <a:bodyPr/>
        <a:lstStyle/>
        <a:p>
          <a:r>
            <a:rPr lang="ru-RU" b="0" i="0"/>
            <a:t>1637 р.</a:t>
          </a:r>
          <a:endParaRPr lang="uk-UA"/>
        </a:p>
      </dgm:t>
    </dgm:pt>
    <dgm:pt modelId="{4D79F1EC-AF03-4534-B5FD-4BE743DA4B2A}" type="parTrans" cxnId="{F341849E-33B8-47B7-862D-3D96391E22A9}">
      <dgm:prSet/>
      <dgm:spPr/>
      <dgm:t>
        <a:bodyPr/>
        <a:lstStyle/>
        <a:p>
          <a:endParaRPr lang="uk-UA"/>
        </a:p>
      </dgm:t>
    </dgm:pt>
    <dgm:pt modelId="{9045B68C-1015-43FF-ACA4-D9271D6A0053}" type="sibTrans" cxnId="{F341849E-33B8-47B7-862D-3D96391E22A9}">
      <dgm:prSet/>
      <dgm:spPr/>
      <dgm:t>
        <a:bodyPr/>
        <a:lstStyle/>
        <a:p>
          <a:endParaRPr lang="uk-UA"/>
        </a:p>
      </dgm:t>
    </dgm:pt>
    <dgm:pt modelId="{3C98D7E1-D270-421F-A95F-4C191C286E08}" type="pres">
      <dgm:prSet presAssocID="{A7AC1590-1979-4E90-8605-917E02637A8E}" presName="matrix" presStyleCnt="0">
        <dgm:presLayoutVars>
          <dgm:chMax val="1"/>
          <dgm:dir/>
          <dgm:resizeHandles val="exact"/>
        </dgm:presLayoutVars>
      </dgm:prSet>
      <dgm:spPr/>
    </dgm:pt>
    <dgm:pt modelId="{F64B0D48-9BCF-4630-9B51-9D5DD3988049}" type="pres">
      <dgm:prSet presAssocID="{A7AC1590-1979-4E90-8605-917E02637A8E}" presName="diamond" presStyleLbl="bgShp" presStyleIdx="0" presStyleCnt="1"/>
      <dgm:spPr/>
    </dgm:pt>
    <dgm:pt modelId="{B8791F43-D85E-4404-BD90-614FEF5E8C2C}" type="pres">
      <dgm:prSet presAssocID="{A7AC1590-1979-4E90-8605-917E02637A8E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20F8BDA7-2A45-4401-9A10-99B5C32FE8EF}" type="pres">
      <dgm:prSet presAssocID="{A7AC1590-1979-4E90-8605-917E02637A8E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583173D-CF07-4E0B-981A-CBEC83DEB31A}" type="pres">
      <dgm:prSet presAssocID="{A7AC1590-1979-4E90-8605-917E02637A8E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6D192A2-7022-4759-95F3-2C080F3302F5}" type="pres">
      <dgm:prSet presAssocID="{A7AC1590-1979-4E90-8605-917E02637A8E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37C00402-5BCE-44C3-9DE9-DD71951AA7AD}" type="presOf" srcId="{5A48BB87-2675-49ED-BDCE-18FD2B01FE57}" destId="{B8791F43-D85E-4404-BD90-614FEF5E8C2C}" srcOrd="0" destOrd="0" presId="urn:microsoft.com/office/officeart/2005/8/layout/matrix3"/>
    <dgm:cxn modelId="{443E413B-096C-4A9F-864C-00D88B1939BD}" srcId="{A7AC1590-1979-4E90-8605-917E02637A8E}" destId="{E5CDADAD-F88B-4E3F-88AC-02B3831BE836}" srcOrd="2" destOrd="0" parTransId="{265C23CF-F714-4C0A-A716-2B97537192EF}" sibTransId="{DD8D0B8B-4ADC-4D79-945B-DE28072A7D20}"/>
    <dgm:cxn modelId="{604C885B-4649-4BB1-9DE3-6819AF51EA31}" srcId="{A7AC1590-1979-4E90-8605-917E02637A8E}" destId="{53D5C3A7-9583-4A9C-9BDF-2D488FFB190C}" srcOrd="1" destOrd="0" parTransId="{5E014888-318C-48C7-A582-099E266C1F32}" sibTransId="{D551B357-8500-4A2C-BD2B-C2045617D809}"/>
    <dgm:cxn modelId="{851E4452-2D9C-4DD7-967A-7854F331F3D5}" type="presOf" srcId="{E5CDADAD-F88B-4E3F-88AC-02B3831BE836}" destId="{C583173D-CF07-4E0B-981A-CBEC83DEB31A}" srcOrd="0" destOrd="0" presId="urn:microsoft.com/office/officeart/2005/8/layout/matrix3"/>
    <dgm:cxn modelId="{F4E80359-CF1A-4FF1-A281-D3858E2EB009}" type="presOf" srcId="{A7AC1590-1979-4E90-8605-917E02637A8E}" destId="{3C98D7E1-D270-421F-A95F-4C191C286E08}" srcOrd="0" destOrd="0" presId="urn:microsoft.com/office/officeart/2005/8/layout/matrix3"/>
    <dgm:cxn modelId="{23A74A59-FCB3-40D6-A39A-A6B67B4F6F2D}" type="presOf" srcId="{64A40CD9-97B0-4B4D-B588-DC4622579966}" destId="{A6D192A2-7022-4759-95F3-2C080F3302F5}" srcOrd="0" destOrd="0" presId="urn:microsoft.com/office/officeart/2005/8/layout/matrix3"/>
    <dgm:cxn modelId="{F341849E-33B8-47B7-862D-3D96391E22A9}" srcId="{A7AC1590-1979-4E90-8605-917E02637A8E}" destId="{64A40CD9-97B0-4B4D-B588-DC4622579966}" srcOrd="3" destOrd="0" parTransId="{4D79F1EC-AF03-4534-B5FD-4BE743DA4B2A}" sibTransId="{9045B68C-1015-43FF-ACA4-D9271D6A0053}"/>
    <dgm:cxn modelId="{97672EB3-7E2E-4A16-BB51-6189D2B9DD8A}" type="presOf" srcId="{53D5C3A7-9583-4A9C-9BDF-2D488FFB190C}" destId="{20F8BDA7-2A45-4401-9A10-99B5C32FE8EF}" srcOrd="0" destOrd="0" presId="urn:microsoft.com/office/officeart/2005/8/layout/matrix3"/>
    <dgm:cxn modelId="{2B99E5D1-D0A2-4B31-913F-3C03ADDC4604}" srcId="{A7AC1590-1979-4E90-8605-917E02637A8E}" destId="{5A48BB87-2675-49ED-BDCE-18FD2B01FE57}" srcOrd="0" destOrd="0" parTransId="{96932A53-24B6-4CAC-A1A9-36222C0134FC}" sibTransId="{73FDB482-D628-4F64-87E7-BAA29127022D}"/>
    <dgm:cxn modelId="{6677D336-3422-4957-9458-553F18D2E553}" type="presParOf" srcId="{3C98D7E1-D270-421F-A95F-4C191C286E08}" destId="{F64B0D48-9BCF-4630-9B51-9D5DD3988049}" srcOrd="0" destOrd="0" presId="urn:microsoft.com/office/officeart/2005/8/layout/matrix3"/>
    <dgm:cxn modelId="{F28BB2BF-05A9-44A1-8A0F-53321B83B448}" type="presParOf" srcId="{3C98D7E1-D270-421F-A95F-4C191C286E08}" destId="{B8791F43-D85E-4404-BD90-614FEF5E8C2C}" srcOrd="1" destOrd="0" presId="urn:microsoft.com/office/officeart/2005/8/layout/matrix3"/>
    <dgm:cxn modelId="{BBE6E3D8-1006-40AB-8B52-5FD1CC42E8DB}" type="presParOf" srcId="{3C98D7E1-D270-421F-A95F-4C191C286E08}" destId="{20F8BDA7-2A45-4401-9A10-99B5C32FE8EF}" srcOrd="2" destOrd="0" presId="urn:microsoft.com/office/officeart/2005/8/layout/matrix3"/>
    <dgm:cxn modelId="{C85E1ACB-BAE6-42A7-9E68-F829F087513A}" type="presParOf" srcId="{3C98D7E1-D270-421F-A95F-4C191C286E08}" destId="{C583173D-CF07-4E0B-981A-CBEC83DEB31A}" srcOrd="3" destOrd="0" presId="urn:microsoft.com/office/officeart/2005/8/layout/matrix3"/>
    <dgm:cxn modelId="{C6C3451C-F586-4DC7-8C33-0344F637D977}" type="presParOf" srcId="{3C98D7E1-D270-421F-A95F-4C191C286E08}" destId="{A6D192A2-7022-4759-95F3-2C080F3302F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2.xml><?xml version="1.0" encoding="utf-8"?>
<dgm:dataModel xmlns:dgm="http://schemas.openxmlformats.org/drawingml/2006/diagram" xmlns:a="http://schemas.openxmlformats.org/drawingml/2006/main">
  <dgm:ptLst>
    <dgm:pt modelId="{A7AC1590-1979-4E90-8605-917E02637A8E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A48BB87-2675-49ED-BDCE-18FD2B01FE57}">
      <dgm:prSet/>
      <dgm:spPr/>
      <dgm:t>
        <a:bodyPr/>
        <a:lstStyle/>
        <a:p>
          <a:r>
            <a:rPr lang="ru-RU" b="0" i="0" dirty="0"/>
            <a:t>1621 р.</a:t>
          </a:r>
          <a:endParaRPr lang="uk-UA" dirty="0"/>
        </a:p>
      </dgm:t>
    </dgm:pt>
    <dgm:pt modelId="{96932A53-24B6-4CAC-A1A9-36222C0134FC}" type="parTrans" cxnId="{2B99E5D1-D0A2-4B31-913F-3C03ADDC4604}">
      <dgm:prSet/>
      <dgm:spPr/>
      <dgm:t>
        <a:bodyPr/>
        <a:lstStyle/>
        <a:p>
          <a:endParaRPr lang="uk-UA"/>
        </a:p>
      </dgm:t>
    </dgm:pt>
    <dgm:pt modelId="{73FDB482-D628-4F64-87E7-BAA29127022D}" type="sibTrans" cxnId="{2B99E5D1-D0A2-4B31-913F-3C03ADDC4604}">
      <dgm:prSet/>
      <dgm:spPr/>
      <dgm:t>
        <a:bodyPr/>
        <a:lstStyle/>
        <a:p>
          <a:endParaRPr lang="uk-UA"/>
        </a:p>
      </dgm:t>
    </dgm:pt>
    <dgm:pt modelId="{53D5C3A7-9583-4A9C-9BDF-2D488FFB190C}">
      <dgm:prSet/>
      <dgm:spPr/>
      <dgm:t>
        <a:bodyPr/>
        <a:lstStyle/>
        <a:p>
          <a:r>
            <a:rPr lang="ru-RU" b="0" i="0"/>
            <a:t>1625 р.</a:t>
          </a:r>
          <a:endParaRPr lang="uk-UA"/>
        </a:p>
      </dgm:t>
    </dgm:pt>
    <dgm:pt modelId="{5E014888-318C-48C7-A582-099E266C1F32}" type="parTrans" cxnId="{604C885B-4649-4BB1-9DE3-6819AF51EA31}">
      <dgm:prSet/>
      <dgm:spPr/>
      <dgm:t>
        <a:bodyPr/>
        <a:lstStyle/>
        <a:p>
          <a:endParaRPr lang="uk-UA"/>
        </a:p>
      </dgm:t>
    </dgm:pt>
    <dgm:pt modelId="{D551B357-8500-4A2C-BD2B-C2045617D809}" type="sibTrans" cxnId="{604C885B-4649-4BB1-9DE3-6819AF51EA31}">
      <dgm:prSet/>
      <dgm:spPr/>
      <dgm:t>
        <a:bodyPr/>
        <a:lstStyle/>
        <a:p>
          <a:endParaRPr lang="uk-UA"/>
        </a:p>
      </dgm:t>
    </dgm:pt>
    <dgm:pt modelId="{E5CDADAD-F88B-4E3F-88AC-02B3831BE836}">
      <dgm:prSet/>
      <dgm:spPr/>
      <dgm:t>
        <a:bodyPr/>
        <a:lstStyle/>
        <a:p>
          <a:r>
            <a:rPr lang="ru-RU" b="0" i="0" dirty="0"/>
            <a:t>1632 р.</a:t>
          </a:r>
          <a:endParaRPr lang="uk-UA" dirty="0"/>
        </a:p>
      </dgm:t>
    </dgm:pt>
    <dgm:pt modelId="{265C23CF-F714-4C0A-A716-2B97537192EF}" type="parTrans" cxnId="{443E413B-096C-4A9F-864C-00D88B1939BD}">
      <dgm:prSet/>
      <dgm:spPr/>
      <dgm:t>
        <a:bodyPr/>
        <a:lstStyle/>
        <a:p>
          <a:endParaRPr lang="uk-UA"/>
        </a:p>
      </dgm:t>
    </dgm:pt>
    <dgm:pt modelId="{DD8D0B8B-4ADC-4D79-945B-DE28072A7D20}" type="sibTrans" cxnId="{443E413B-096C-4A9F-864C-00D88B1939BD}">
      <dgm:prSet/>
      <dgm:spPr/>
      <dgm:t>
        <a:bodyPr/>
        <a:lstStyle/>
        <a:p>
          <a:endParaRPr lang="uk-UA"/>
        </a:p>
      </dgm:t>
    </dgm:pt>
    <dgm:pt modelId="{64A40CD9-97B0-4B4D-B588-DC4622579966}">
      <dgm:prSet/>
      <dgm:spPr/>
      <dgm:t>
        <a:bodyPr/>
        <a:lstStyle/>
        <a:p>
          <a:r>
            <a:rPr lang="ru-RU" b="0" i="0" dirty="0"/>
            <a:t>1637 р.</a:t>
          </a:r>
          <a:endParaRPr lang="uk-UA" dirty="0"/>
        </a:p>
      </dgm:t>
    </dgm:pt>
    <dgm:pt modelId="{4D79F1EC-AF03-4534-B5FD-4BE743DA4B2A}" type="parTrans" cxnId="{F341849E-33B8-47B7-862D-3D96391E22A9}">
      <dgm:prSet/>
      <dgm:spPr/>
      <dgm:t>
        <a:bodyPr/>
        <a:lstStyle/>
        <a:p>
          <a:endParaRPr lang="uk-UA"/>
        </a:p>
      </dgm:t>
    </dgm:pt>
    <dgm:pt modelId="{9045B68C-1015-43FF-ACA4-D9271D6A0053}" type="sibTrans" cxnId="{F341849E-33B8-47B7-862D-3D96391E22A9}">
      <dgm:prSet/>
      <dgm:spPr/>
      <dgm:t>
        <a:bodyPr/>
        <a:lstStyle/>
        <a:p>
          <a:endParaRPr lang="uk-UA"/>
        </a:p>
      </dgm:t>
    </dgm:pt>
    <dgm:pt modelId="{3C98D7E1-D270-421F-A95F-4C191C286E08}" type="pres">
      <dgm:prSet presAssocID="{A7AC1590-1979-4E90-8605-917E02637A8E}" presName="matrix" presStyleCnt="0">
        <dgm:presLayoutVars>
          <dgm:chMax val="1"/>
          <dgm:dir/>
          <dgm:resizeHandles val="exact"/>
        </dgm:presLayoutVars>
      </dgm:prSet>
      <dgm:spPr/>
    </dgm:pt>
    <dgm:pt modelId="{F64B0D48-9BCF-4630-9B51-9D5DD3988049}" type="pres">
      <dgm:prSet presAssocID="{A7AC1590-1979-4E90-8605-917E02637A8E}" presName="diamond" presStyleLbl="bgShp" presStyleIdx="0" presStyleCnt="1"/>
      <dgm:spPr/>
    </dgm:pt>
    <dgm:pt modelId="{B8791F43-D85E-4404-BD90-614FEF5E8C2C}" type="pres">
      <dgm:prSet presAssocID="{A7AC1590-1979-4E90-8605-917E02637A8E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20F8BDA7-2A45-4401-9A10-99B5C32FE8EF}" type="pres">
      <dgm:prSet presAssocID="{A7AC1590-1979-4E90-8605-917E02637A8E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583173D-CF07-4E0B-981A-CBEC83DEB31A}" type="pres">
      <dgm:prSet presAssocID="{A7AC1590-1979-4E90-8605-917E02637A8E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6D192A2-7022-4759-95F3-2C080F3302F5}" type="pres">
      <dgm:prSet presAssocID="{A7AC1590-1979-4E90-8605-917E02637A8E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37C00402-5BCE-44C3-9DE9-DD71951AA7AD}" type="presOf" srcId="{5A48BB87-2675-49ED-BDCE-18FD2B01FE57}" destId="{B8791F43-D85E-4404-BD90-614FEF5E8C2C}" srcOrd="0" destOrd="0" presId="urn:microsoft.com/office/officeart/2005/8/layout/matrix3"/>
    <dgm:cxn modelId="{443E413B-096C-4A9F-864C-00D88B1939BD}" srcId="{A7AC1590-1979-4E90-8605-917E02637A8E}" destId="{E5CDADAD-F88B-4E3F-88AC-02B3831BE836}" srcOrd="2" destOrd="0" parTransId="{265C23CF-F714-4C0A-A716-2B97537192EF}" sibTransId="{DD8D0B8B-4ADC-4D79-945B-DE28072A7D20}"/>
    <dgm:cxn modelId="{604C885B-4649-4BB1-9DE3-6819AF51EA31}" srcId="{A7AC1590-1979-4E90-8605-917E02637A8E}" destId="{53D5C3A7-9583-4A9C-9BDF-2D488FFB190C}" srcOrd="1" destOrd="0" parTransId="{5E014888-318C-48C7-A582-099E266C1F32}" sibTransId="{D551B357-8500-4A2C-BD2B-C2045617D809}"/>
    <dgm:cxn modelId="{851E4452-2D9C-4DD7-967A-7854F331F3D5}" type="presOf" srcId="{E5CDADAD-F88B-4E3F-88AC-02B3831BE836}" destId="{C583173D-CF07-4E0B-981A-CBEC83DEB31A}" srcOrd="0" destOrd="0" presId="urn:microsoft.com/office/officeart/2005/8/layout/matrix3"/>
    <dgm:cxn modelId="{F4E80359-CF1A-4FF1-A281-D3858E2EB009}" type="presOf" srcId="{A7AC1590-1979-4E90-8605-917E02637A8E}" destId="{3C98D7E1-D270-421F-A95F-4C191C286E08}" srcOrd="0" destOrd="0" presId="urn:microsoft.com/office/officeart/2005/8/layout/matrix3"/>
    <dgm:cxn modelId="{23A74A59-FCB3-40D6-A39A-A6B67B4F6F2D}" type="presOf" srcId="{64A40CD9-97B0-4B4D-B588-DC4622579966}" destId="{A6D192A2-7022-4759-95F3-2C080F3302F5}" srcOrd="0" destOrd="0" presId="urn:microsoft.com/office/officeart/2005/8/layout/matrix3"/>
    <dgm:cxn modelId="{F341849E-33B8-47B7-862D-3D96391E22A9}" srcId="{A7AC1590-1979-4E90-8605-917E02637A8E}" destId="{64A40CD9-97B0-4B4D-B588-DC4622579966}" srcOrd="3" destOrd="0" parTransId="{4D79F1EC-AF03-4534-B5FD-4BE743DA4B2A}" sibTransId="{9045B68C-1015-43FF-ACA4-D9271D6A0053}"/>
    <dgm:cxn modelId="{97672EB3-7E2E-4A16-BB51-6189D2B9DD8A}" type="presOf" srcId="{53D5C3A7-9583-4A9C-9BDF-2D488FFB190C}" destId="{20F8BDA7-2A45-4401-9A10-99B5C32FE8EF}" srcOrd="0" destOrd="0" presId="urn:microsoft.com/office/officeart/2005/8/layout/matrix3"/>
    <dgm:cxn modelId="{2B99E5D1-D0A2-4B31-913F-3C03ADDC4604}" srcId="{A7AC1590-1979-4E90-8605-917E02637A8E}" destId="{5A48BB87-2675-49ED-BDCE-18FD2B01FE57}" srcOrd="0" destOrd="0" parTransId="{96932A53-24B6-4CAC-A1A9-36222C0134FC}" sibTransId="{73FDB482-D628-4F64-87E7-BAA29127022D}"/>
    <dgm:cxn modelId="{6677D336-3422-4957-9458-553F18D2E553}" type="presParOf" srcId="{3C98D7E1-D270-421F-A95F-4C191C286E08}" destId="{F64B0D48-9BCF-4630-9B51-9D5DD3988049}" srcOrd="0" destOrd="0" presId="urn:microsoft.com/office/officeart/2005/8/layout/matrix3"/>
    <dgm:cxn modelId="{F28BB2BF-05A9-44A1-8A0F-53321B83B448}" type="presParOf" srcId="{3C98D7E1-D270-421F-A95F-4C191C286E08}" destId="{B8791F43-D85E-4404-BD90-614FEF5E8C2C}" srcOrd="1" destOrd="0" presId="urn:microsoft.com/office/officeart/2005/8/layout/matrix3"/>
    <dgm:cxn modelId="{BBE6E3D8-1006-40AB-8B52-5FD1CC42E8DB}" type="presParOf" srcId="{3C98D7E1-D270-421F-A95F-4C191C286E08}" destId="{20F8BDA7-2A45-4401-9A10-99B5C32FE8EF}" srcOrd="2" destOrd="0" presId="urn:microsoft.com/office/officeart/2005/8/layout/matrix3"/>
    <dgm:cxn modelId="{C85E1ACB-BAE6-42A7-9E68-F829F087513A}" type="presParOf" srcId="{3C98D7E1-D270-421F-A95F-4C191C286E08}" destId="{C583173D-CF07-4E0B-981A-CBEC83DEB31A}" srcOrd="3" destOrd="0" presId="urn:microsoft.com/office/officeart/2005/8/layout/matrix3"/>
    <dgm:cxn modelId="{C6C3451C-F586-4DC7-8C33-0344F637D977}" type="presParOf" srcId="{3C98D7E1-D270-421F-A95F-4C191C286E08}" destId="{A6D192A2-7022-4759-95F3-2C080F3302F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3.xml><?xml version="1.0" encoding="utf-8"?>
<dgm:dataModel xmlns:dgm="http://schemas.openxmlformats.org/drawingml/2006/diagram" xmlns:a="http://schemas.openxmlformats.org/drawingml/2006/main">
  <dgm:ptLst>
    <dgm:pt modelId="{17CF645E-5524-48A0-83CC-59C0F37A2760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B8A6E6F6-4473-44FE-9A29-5B89443F8301}">
      <dgm:prSet/>
      <dgm:spPr/>
      <dgm:t>
        <a:bodyPr/>
        <a:lstStyle/>
        <a:p>
          <a:r>
            <a:rPr lang="uk-UA" b="0" i="0"/>
            <a:t>відкрила шлях до скасування Берестейської унії.</a:t>
          </a:r>
          <a:endParaRPr lang="uk-UA"/>
        </a:p>
      </dgm:t>
    </dgm:pt>
    <dgm:pt modelId="{672825B8-DF16-4E4F-AF2E-A32D054C404C}" type="parTrans" cxnId="{BD866774-D5C8-4BC3-A584-C0CB9B725B0F}">
      <dgm:prSet/>
      <dgm:spPr/>
      <dgm:t>
        <a:bodyPr/>
        <a:lstStyle/>
        <a:p>
          <a:endParaRPr lang="uk-UA"/>
        </a:p>
      </dgm:t>
    </dgm:pt>
    <dgm:pt modelId="{FD093580-3A66-4DD0-B7D1-8200211DFEC4}" type="sibTrans" cxnId="{BD866774-D5C8-4BC3-A584-C0CB9B725B0F}">
      <dgm:prSet/>
      <dgm:spPr/>
      <dgm:t>
        <a:bodyPr/>
        <a:lstStyle/>
        <a:p>
          <a:endParaRPr lang="uk-UA"/>
        </a:p>
      </dgm:t>
    </dgm:pt>
    <dgm:pt modelId="{F727B0FA-B17F-48D9-A406-7B2C624807F6}">
      <dgm:prSet/>
      <dgm:spPr/>
      <dgm:t>
        <a:bodyPr/>
        <a:lstStyle/>
        <a:p>
          <a:r>
            <a:rPr lang="uk-UA" b="0" i="0"/>
            <a:t>поширила реєстрові права та привілеї на все козацтво.</a:t>
          </a:r>
          <a:endParaRPr lang="uk-UA"/>
        </a:p>
      </dgm:t>
    </dgm:pt>
    <dgm:pt modelId="{D3BB1264-B892-40C8-A22E-BE69E076AB0A}" type="parTrans" cxnId="{D2392802-7E4B-46E2-99E7-66032CF237C4}">
      <dgm:prSet/>
      <dgm:spPr/>
      <dgm:t>
        <a:bodyPr/>
        <a:lstStyle/>
        <a:p>
          <a:endParaRPr lang="uk-UA"/>
        </a:p>
      </dgm:t>
    </dgm:pt>
    <dgm:pt modelId="{270B6730-E66D-478D-A245-CD0E879547F8}" type="sibTrans" cxnId="{D2392802-7E4B-46E2-99E7-66032CF237C4}">
      <dgm:prSet/>
      <dgm:spPr/>
      <dgm:t>
        <a:bodyPr/>
        <a:lstStyle/>
        <a:p>
          <a:endParaRPr lang="uk-UA"/>
        </a:p>
      </dgm:t>
    </dgm:pt>
    <dgm:pt modelId="{0368D203-AF8B-4131-A2E9-A74E47E82DB6}">
      <dgm:prSet/>
      <dgm:spPr/>
      <dgm:t>
        <a:bodyPr/>
        <a:lstStyle/>
        <a:p>
          <a:r>
            <a:rPr lang="uk-UA" b="0" i="0"/>
            <a:t>забезпечила козакам право безперешкодного виходу в Чорне море.</a:t>
          </a:r>
          <a:endParaRPr lang="uk-UA"/>
        </a:p>
      </dgm:t>
    </dgm:pt>
    <dgm:pt modelId="{81B3865B-F31B-4550-82C7-973E9B37DA6E}" type="parTrans" cxnId="{045B8134-164E-4A0A-A125-974BDAC6156A}">
      <dgm:prSet/>
      <dgm:spPr/>
      <dgm:t>
        <a:bodyPr/>
        <a:lstStyle/>
        <a:p>
          <a:endParaRPr lang="uk-UA"/>
        </a:p>
      </dgm:t>
    </dgm:pt>
    <dgm:pt modelId="{6F6FA9AF-72D5-4CFB-8247-02150B251560}" type="sibTrans" cxnId="{045B8134-164E-4A0A-A125-974BDAC6156A}">
      <dgm:prSet/>
      <dgm:spPr/>
      <dgm:t>
        <a:bodyPr/>
        <a:lstStyle/>
        <a:p>
          <a:endParaRPr lang="uk-UA"/>
        </a:p>
      </dgm:t>
    </dgm:pt>
    <dgm:pt modelId="{7E1A0B3C-9898-4F90-95E5-AEEF18B5478C}">
      <dgm:prSet/>
      <dgm:spPr>
        <a:solidFill>
          <a:srgbClr val="0070C0"/>
        </a:solidFill>
      </dgm:spPr>
      <dgm:t>
        <a:bodyPr/>
        <a:lstStyle/>
        <a:p>
          <a:r>
            <a:rPr lang="uk-UA" b="0" i="0" dirty="0"/>
            <a:t>врятувала Річ Посполиту від </a:t>
          </a:r>
          <a:r>
            <a:rPr lang="uk-UA" b="0" i="0" dirty="0" err="1"/>
            <a:t>турецько</a:t>
          </a:r>
          <a:r>
            <a:rPr lang="uk-UA" b="0" i="0" dirty="0"/>
            <a:t>-татарської навали.</a:t>
          </a:r>
          <a:endParaRPr lang="uk-UA" dirty="0"/>
        </a:p>
      </dgm:t>
    </dgm:pt>
    <dgm:pt modelId="{624FBACD-9548-4AEA-A5D8-E2C02D152006}" type="parTrans" cxnId="{A352CEF8-D2C1-4A03-97FE-AB5724F08FAF}">
      <dgm:prSet/>
      <dgm:spPr/>
      <dgm:t>
        <a:bodyPr/>
        <a:lstStyle/>
        <a:p>
          <a:endParaRPr lang="uk-UA"/>
        </a:p>
      </dgm:t>
    </dgm:pt>
    <dgm:pt modelId="{385ED2B5-1A42-4C1B-96AE-27727090B07A}" type="sibTrans" cxnId="{A352CEF8-D2C1-4A03-97FE-AB5724F08FAF}">
      <dgm:prSet/>
      <dgm:spPr/>
      <dgm:t>
        <a:bodyPr/>
        <a:lstStyle/>
        <a:p>
          <a:endParaRPr lang="uk-UA"/>
        </a:p>
      </dgm:t>
    </dgm:pt>
    <dgm:pt modelId="{FB59CB29-F8AC-4562-AC53-2EE5CAEFC8CE}" type="pres">
      <dgm:prSet presAssocID="{17CF645E-5524-48A0-83CC-59C0F37A2760}" presName="linearFlow" presStyleCnt="0">
        <dgm:presLayoutVars>
          <dgm:dir/>
          <dgm:resizeHandles val="exact"/>
        </dgm:presLayoutVars>
      </dgm:prSet>
      <dgm:spPr/>
    </dgm:pt>
    <dgm:pt modelId="{30CABCF2-403E-43C4-8C02-296868833944}" type="pres">
      <dgm:prSet presAssocID="{B8A6E6F6-4473-44FE-9A29-5B89443F8301}" presName="composite" presStyleCnt="0"/>
      <dgm:spPr/>
    </dgm:pt>
    <dgm:pt modelId="{4B91EABC-9906-4CA1-A6DA-EF544C9A43DB}" type="pres">
      <dgm:prSet presAssocID="{B8A6E6F6-4473-44FE-9A29-5B89443F8301}" presName="imgShp" presStyleLbl="fgImgPlace1" presStyleIdx="0" presStyleCnt="4"/>
      <dgm:spPr/>
    </dgm:pt>
    <dgm:pt modelId="{FC98D678-5B0D-4901-A846-2CDE8BED373D}" type="pres">
      <dgm:prSet presAssocID="{B8A6E6F6-4473-44FE-9A29-5B89443F8301}" presName="txShp" presStyleLbl="node1" presStyleIdx="0" presStyleCnt="4">
        <dgm:presLayoutVars>
          <dgm:bulletEnabled val="1"/>
        </dgm:presLayoutVars>
      </dgm:prSet>
      <dgm:spPr/>
    </dgm:pt>
    <dgm:pt modelId="{1963EC37-1BDE-43D4-AEB3-F96C9E80A618}" type="pres">
      <dgm:prSet presAssocID="{FD093580-3A66-4DD0-B7D1-8200211DFEC4}" presName="spacing" presStyleCnt="0"/>
      <dgm:spPr/>
    </dgm:pt>
    <dgm:pt modelId="{C839AB1E-E440-461A-8585-7E8445622A08}" type="pres">
      <dgm:prSet presAssocID="{F727B0FA-B17F-48D9-A406-7B2C624807F6}" presName="composite" presStyleCnt="0"/>
      <dgm:spPr/>
    </dgm:pt>
    <dgm:pt modelId="{97EBA74A-DE63-4113-84AB-562E4B57AA12}" type="pres">
      <dgm:prSet presAssocID="{F727B0FA-B17F-48D9-A406-7B2C624807F6}" presName="imgShp" presStyleLbl="fgImgPlace1" presStyleIdx="1" presStyleCnt="4"/>
      <dgm:spPr/>
    </dgm:pt>
    <dgm:pt modelId="{E88B2064-4E02-4792-A596-B94A02B91860}" type="pres">
      <dgm:prSet presAssocID="{F727B0FA-B17F-48D9-A406-7B2C624807F6}" presName="txShp" presStyleLbl="node1" presStyleIdx="1" presStyleCnt="4">
        <dgm:presLayoutVars>
          <dgm:bulletEnabled val="1"/>
        </dgm:presLayoutVars>
      </dgm:prSet>
      <dgm:spPr/>
    </dgm:pt>
    <dgm:pt modelId="{B58B9E9A-5DE1-4ECD-963C-D8CBF18E96D3}" type="pres">
      <dgm:prSet presAssocID="{270B6730-E66D-478D-A245-CD0E879547F8}" presName="spacing" presStyleCnt="0"/>
      <dgm:spPr/>
    </dgm:pt>
    <dgm:pt modelId="{96AD8AB7-A331-4042-B5CC-D6E9174604F4}" type="pres">
      <dgm:prSet presAssocID="{0368D203-AF8B-4131-A2E9-A74E47E82DB6}" presName="composite" presStyleCnt="0"/>
      <dgm:spPr/>
    </dgm:pt>
    <dgm:pt modelId="{937B2734-1CD4-4ABC-ADD3-969D29FAFFCA}" type="pres">
      <dgm:prSet presAssocID="{0368D203-AF8B-4131-A2E9-A74E47E82DB6}" presName="imgShp" presStyleLbl="fgImgPlace1" presStyleIdx="2" presStyleCnt="4"/>
      <dgm:spPr/>
    </dgm:pt>
    <dgm:pt modelId="{BE642B21-6CB5-4817-9451-E1267C3ADB4A}" type="pres">
      <dgm:prSet presAssocID="{0368D203-AF8B-4131-A2E9-A74E47E82DB6}" presName="txShp" presStyleLbl="node1" presStyleIdx="2" presStyleCnt="4">
        <dgm:presLayoutVars>
          <dgm:bulletEnabled val="1"/>
        </dgm:presLayoutVars>
      </dgm:prSet>
      <dgm:spPr/>
    </dgm:pt>
    <dgm:pt modelId="{0D2ABDAD-DFBC-4BC7-80B6-9BDAD9449D95}" type="pres">
      <dgm:prSet presAssocID="{6F6FA9AF-72D5-4CFB-8247-02150B251560}" presName="spacing" presStyleCnt="0"/>
      <dgm:spPr/>
    </dgm:pt>
    <dgm:pt modelId="{C82AEE9A-4494-4AD5-9BAC-F888A5096176}" type="pres">
      <dgm:prSet presAssocID="{7E1A0B3C-9898-4F90-95E5-AEEF18B5478C}" presName="composite" presStyleCnt="0"/>
      <dgm:spPr/>
    </dgm:pt>
    <dgm:pt modelId="{203CE06F-EDF6-4A4A-BDA7-FEC3C16471EA}" type="pres">
      <dgm:prSet presAssocID="{7E1A0B3C-9898-4F90-95E5-AEEF18B5478C}" presName="imgShp" presStyleLbl="fgImgPlace1" presStyleIdx="3" presStyleCnt="4"/>
      <dgm:spPr/>
    </dgm:pt>
    <dgm:pt modelId="{4E0C7818-5046-45BD-A0BE-E308D30897BE}" type="pres">
      <dgm:prSet presAssocID="{7E1A0B3C-9898-4F90-95E5-AEEF18B5478C}" presName="txShp" presStyleLbl="node1" presStyleIdx="3" presStyleCnt="4">
        <dgm:presLayoutVars>
          <dgm:bulletEnabled val="1"/>
        </dgm:presLayoutVars>
      </dgm:prSet>
      <dgm:spPr/>
    </dgm:pt>
  </dgm:ptLst>
  <dgm:cxnLst>
    <dgm:cxn modelId="{D2392802-7E4B-46E2-99E7-66032CF237C4}" srcId="{17CF645E-5524-48A0-83CC-59C0F37A2760}" destId="{F727B0FA-B17F-48D9-A406-7B2C624807F6}" srcOrd="1" destOrd="0" parTransId="{D3BB1264-B892-40C8-A22E-BE69E076AB0A}" sibTransId="{270B6730-E66D-478D-A245-CD0E879547F8}"/>
    <dgm:cxn modelId="{41538B0E-A278-45E2-B6F6-BE6EACD35B46}" type="presOf" srcId="{0368D203-AF8B-4131-A2E9-A74E47E82DB6}" destId="{BE642B21-6CB5-4817-9451-E1267C3ADB4A}" srcOrd="0" destOrd="0" presId="urn:microsoft.com/office/officeart/2005/8/layout/vList3"/>
    <dgm:cxn modelId="{9B691531-29E6-4A9C-95B3-65B62DD3AAA7}" type="presOf" srcId="{7E1A0B3C-9898-4F90-95E5-AEEF18B5478C}" destId="{4E0C7818-5046-45BD-A0BE-E308D30897BE}" srcOrd="0" destOrd="0" presId="urn:microsoft.com/office/officeart/2005/8/layout/vList3"/>
    <dgm:cxn modelId="{045B8134-164E-4A0A-A125-974BDAC6156A}" srcId="{17CF645E-5524-48A0-83CC-59C0F37A2760}" destId="{0368D203-AF8B-4131-A2E9-A74E47E82DB6}" srcOrd="2" destOrd="0" parTransId="{81B3865B-F31B-4550-82C7-973E9B37DA6E}" sibTransId="{6F6FA9AF-72D5-4CFB-8247-02150B251560}"/>
    <dgm:cxn modelId="{BD866774-D5C8-4BC3-A584-C0CB9B725B0F}" srcId="{17CF645E-5524-48A0-83CC-59C0F37A2760}" destId="{B8A6E6F6-4473-44FE-9A29-5B89443F8301}" srcOrd="0" destOrd="0" parTransId="{672825B8-DF16-4E4F-AF2E-A32D054C404C}" sibTransId="{FD093580-3A66-4DD0-B7D1-8200211DFEC4}"/>
    <dgm:cxn modelId="{39D01D75-7B44-482C-9976-A95B69A6CEFB}" type="presOf" srcId="{B8A6E6F6-4473-44FE-9A29-5B89443F8301}" destId="{FC98D678-5B0D-4901-A846-2CDE8BED373D}" srcOrd="0" destOrd="0" presId="urn:microsoft.com/office/officeart/2005/8/layout/vList3"/>
    <dgm:cxn modelId="{EFD346DA-E8BA-47A8-A059-0F7897661E38}" type="presOf" srcId="{F727B0FA-B17F-48D9-A406-7B2C624807F6}" destId="{E88B2064-4E02-4792-A596-B94A02B91860}" srcOrd="0" destOrd="0" presId="urn:microsoft.com/office/officeart/2005/8/layout/vList3"/>
    <dgm:cxn modelId="{1F13F4ED-28DD-4B8A-8159-F4503B679558}" type="presOf" srcId="{17CF645E-5524-48A0-83CC-59C0F37A2760}" destId="{FB59CB29-F8AC-4562-AC53-2EE5CAEFC8CE}" srcOrd="0" destOrd="0" presId="urn:microsoft.com/office/officeart/2005/8/layout/vList3"/>
    <dgm:cxn modelId="{A352CEF8-D2C1-4A03-97FE-AB5724F08FAF}" srcId="{17CF645E-5524-48A0-83CC-59C0F37A2760}" destId="{7E1A0B3C-9898-4F90-95E5-AEEF18B5478C}" srcOrd="3" destOrd="0" parTransId="{624FBACD-9548-4AEA-A5D8-E2C02D152006}" sibTransId="{385ED2B5-1A42-4C1B-96AE-27727090B07A}"/>
    <dgm:cxn modelId="{2830770B-03C8-4134-9032-48216F4BA7AF}" type="presParOf" srcId="{FB59CB29-F8AC-4562-AC53-2EE5CAEFC8CE}" destId="{30CABCF2-403E-43C4-8C02-296868833944}" srcOrd="0" destOrd="0" presId="urn:microsoft.com/office/officeart/2005/8/layout/vList3"/>
    <dgm:cxn modelId="{7A070E79-7803-464C-AF68-1089B0E9FA39}" type="presParOf" srcId="{30CABCF2-403E-43C4-8C02-296868833944}" destId="{4B91EABC-9906-4CA1-A6DA-EF544C9A43DB}" srcOrd="0" destOrd="0" presId="urn:microsoft.com/office/officeart/2005/8/layout/vList3"/>
    <dgm:cxn modelId="{64FE0C75-86A1-4550-B3BA-8C1D8E987A37}" type="presParOf" srcId="{30CABCF2-403E-43C4-8C02-296868833944}" destId="{FC98D678-5B0D-4901-A846-2CDE8BED373D}" srcOrd="1" destOrd="0" presId="urn:microsoft.com/office/officeart/2005/8/layout/vList3"/>
    <dgm:cxn modelId="{6C178485-D230-49A4-805A-E52D49DE3734}" type="presParOf" srcId="{FB59CB29-F8AC-4562-AC53-2EE5CAEFC8CE}" destId="{1963EC37-1BDE-43D4-AEB3-F96C9E80A618}" srcOrd="1" destOrd="0" presId="urn:microsoft.com/office/officeart/2005/8/layout/vList3"/>
    <dgm:cxn modelId="{3666AB1B-7080-41B9-A558-AF8176B30933}" type="presParOf" srcId="{FB59CB29-F8AC-4562-AC53-2EE5CAEFC8CE}" destId="{C839AB1E-E440-461A-8585-7E8445622A08}" srcOrd="2" destOrd="0" presId="urn:microsoft.com/office/officeart/2005/8/layout/vList3"/>
    <dgm:cxn modelId="{3D6DC16D-79B4-4A9E-986F-5B83D1E1578E}" type="presParOf" srcId="{C839AB1E-E440-461A-8585-7E8445622A08}" destId="{97EBA74A-DE63-4113-84AB-562E4B57AA12}" srcOrd="0" destOrd="0" presId="urn:microsoft.com/office/officeart/2005/8/layout/vList3"/>
    <dgm:cxn modelId="{DDB056A9-3EDF-42AB-B27D-1EACE50D499C}" type="presParOf" srcId="{C839AB1E-E440-461A-8585-7E8445622A08}" destId="{E88B2064-4E02-4792-A596-B94A02B91860}" srcOrd="1" destOrd="0" presId="urn:microsoft.com/office/officeart/2005/8/layout/vList3"/>
    <dgm:cxn modelId="{7E16A0D1-B060-46F1-8250-8647F842F45B}" type="presParOf" srcId="{FB59CB29-F8AC-4562-AC53-2EE5CAEFC8CE}" destId="{B58B9E9A-5DE1-4ECD-963C-D8CBF18E96D3}" srcOrd="3" destOrd="0" presId="urn:microsoft.com/office/officeart/2005/8/layout/vList3"/>
    <dgm:cxn modelId="{05D0B23E-D5D3-404C-8975-C8A20F5F47E4}" type="presParOf" srcId="{FB59CB29-F8AC-4562-AC53-2EE5CAEFC8CE}" destId="{96AD8AB7-A331-4042-B5CC-D6E9174604F4}" srcOrd="4" destOrd="0" presId="urn:microsoft.com/office/officeart/2005/8/layout/vList3"/>
    <dgm:cxn modelId="{9BFA39E1-DDDA-431F-AB57-5ECAA8A46675}" type="presParOf" srcId="{96AD8AB7-A331-4042-B5CC-D6E9174604F4}" destId="{937B2734-1CD4-4ABC-ADD3-969D29FAFFCA}" srcOrd="0" destOrd="0" presId="urn:microsoft.com/office/officeart/2005/8/layout/vList3"/>
    <dgm:cxn modelId="{84CB04A7-71EE-4815-844A-44903701BE45}" type="presParOf" srcId="{96AD8AB7-A331-4042-B5CC-D6E9174604F4}" destId="{BE642B21-6CB5-4817-9451-E1267C3ADB4A}" srcOrd="1" destOrd="0" presId="urn:microsoft.com/office/officeart/2005/8/layout/vList3"/>
    <dgm:cxn modelId="{645F65BA-5523-467A-B488-22B6332EBA7F}" type="presParOf" srcId="{FB59CB29-F8AC-4562-AC53-2EE5CAEFC8CE}" destId="{0D2ABDAD-DFBC-4BC7-80B6-9BDAD9449D95}" srcOrd="5" destOrd="0" presId="urn:microsoft.com/office/officeart/2005/8/layout/vList3"/>
    <dgm:cxn modelId="{94C4ED33-BC91-4B70-BEE8-3133EEDD0E1A}" type="presParOf" srcId="{FB59CB29-F8AC-4562-AC53-2EE5CAEFC8CE}" destId="{C82AEE9A-4494-4AD5-9BAC-F888A5096176}" srcOrd="6" destOrd="0" presId="urn:microsoft.com/office/officeart/2005/8/layout/vList3"/>
    <dgm:cxn modelId="{F1CB52FE-FD6B-492B-93A9-C0756FC5C84E}" type="presParOf" srcId="{C82AEE9A-4494-4AD5-9BAC-F888A5096176}" destId="{203CE06F-EDF6-4A4A-BDA7-FEC3C16471EA}" srcOrd="0" destOrd="0" presId="urn:microsoft.com/office/officeart/2005/8/layout/vList3"/>
    <dgm:cxn modelId="{49FCD08A-4407-4914-9B55-9F3EC43119F3}" type="presParOf" srcId="{C82AEE9A-4494-4AD5-9BAC-F888A5096176}" destId="{4E0C7818-5046-45BD-A0BE-E308D30897BE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4.xml><?xml version="1.0" encoding="utf-8"?>
<dgm:dataModel xmlns:dgm="http://schemas.openxmlformats.org/drawingml/2006/diagram" xmlns:a="http://schemas.openxmlformats.org/drawingml/2006/main">
  <dgm:ptLst>
    <dgm:pt modelId="{17CF645E-5524-48A0-83CC-59C0F37A2760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8A6E6F6-4473-44FE-9A29-5B89443F8301}">
      <dgm:prSet/>
      <dgm:spPr/>
      <dgm:t>
        <a:bodyPr/>
        <a:lstStyle/>
        <a:p>
          <a:r>
            <a:rPr lang="uk-UA" b="0" i="0" dirty="0"/>
            <a:t>відкрила шлях до скасування Берестейської унії.</a:t>
          </a:r>
          <a:endParaRPr lang="uk-UA" dirty="0"/>
        </a:p>
      </dgm:t>
    </dgm:pt>
    <dgm:pt modelId="{672825B8-DF16-4E4F-AF2E-A32D054C404C}" type="parTrans" cxnId="{BD866774-D5C8-4BC3-A584-C0CB9B725B0F}">
      <dgm:prSet/>
      <dgm:spPr/>
      <dgm:t>
        <a:bodyPr/>
        <a:lstStyle/>
        <a:p>
          <a:endParaRPr lang="uk-UA"/>
        </a:p>
      </dgm:t>
    </dgm:pt>
    <dgm:pt modelId="{FD093580-3A66-4DD0-B7D1-8200211DFEC4}" type="sibTrans" cxnId="{BD866774-D5C8-4BC3-A584-C0CB9B725B0F}">
      <dgm:prSet/>
      <dgm:spPr/>
      <dgm:t>
        <a:bodyPr/>
        <a:lstStyle/>
        <a:p>
          <a:endParaRPr lang="uk-UA"/>
        </a:p>
      </dgm:t>
    </dgm:pt>
    <dgm:pt modelId="{F727B0FA-B17F-48D9-A406-7B2C624807F6}">
      <dgm:prSet/>
      <dgm:spPr/>
      <dgm:t>
        <a:bodyPr/>
        <a:lstStyle/>
        <a:p>
          <a:r>
            <a:rPr lang="uk-UA" b="0" i="0" dirty="0"/>
            <a:t>поширила реєстрові права та привілеї на все козацтво.</a:t>
          </a:r>
          <a:endParaRPr lang="uk-UA" dirty="0"/>
        </a:p>
      </dgm:t>
    </dgm:pt>
    <dgm:pt modelId="{D3BB1264-B892-40C8-A22E-BE69E076AB0A}" type="parTrans" cxnId="{D2392802-7E4B-46E2-99E7-66032CF237C4}">
      <dgm:prSet/>
      <dgm:spPr/>
      <dgm:t>
        <a:bodyPr/>
        <a:lstStyle/>
        <a:p>
          <a:endParaRPr lang="uk-UA"/>
        </a:p>
      </dgm:t>
    </dgm:pt>
    <dgm:pt modelId="{270B6730-E66D-478D-A245-CD0E879547F8}" type="sibTrans" cxnId="{D2392802-7E4B-46E2-99E7-66032CF237C4}">
      <dgm:prSet/>
      <dgm:spPr/>
      <dgm:t>
        <a:bodyPr/>
        <a:lstStyle/>
        <a:p>
          <a:endParaRPr lang="uk-UA"/>
        </a:p>
      </dgm:t>
    </dgm:pt>
    <dgm:pt modelId="{0368D203-AF8B-4131-A2E9-A74E47E82DB6}">
      <dgm:prSet/>
      <dgm:spPr/>
      <dgm:t>
        <a:bodyPr/>
        <a:lstStyle/>
        <a:p>
          <a:r>
            <a:rPr lang="uk-UA" b="0" i="0"/>
            <a:t>забезпечила козакам право безперешкодного виходу в Чорне море.</a:t>
          </a:r>
          <a:endParaRPr lang="uk-UA"/>
        </a:p>
      </dgm:t>
    </dgm:pt>
    <dgm:pt modelId="{81B3865B-F31B-4550-82C7-973E9B37DA6E}" type="parTrans" cxnId="{045B8134-164E-4A0A-A125-974BDAC6156A}">
      <dgm:prSet/>
      <dgm:spPr/>
      <dgm:t>
        <a:bodyPr/>
        <a:lstStyle/>
        <a:p>
          <a:endParaRPr lang="uk-UA"/>
        </a:p>
      </dgm:t>
    </dgm:pt>
    <dgm:pt modelId="{6F6FA9AF-72D5-4CFB-8247-02150B251560}" type="sibTrans" cxnId="{045B8134-164E-4A0A-A125-974BDAC6156A}">
      <dgm:prSet/>
      <dgm:spPr/>
      <dgm:t>
        <a:bodyPr/>
        <a:lstStyle/>
        <a:p>
          <a:endParaRPr lang="uk-UA"/>
        </a:p>
      </dgm:t>
    </dgm:pt>
    <dgm:pt modelId="{7E1A0B3C-9898-4F90-95E5-AEEF18B5478C}">
      <dgm:prSet/>
      <dgm:spPr/>
      <dgm:t>
        <a:bodyPr/>
        <a:lstStyle/>
        <a:p>
          <a:r>
            <a:rPr lang="uk-UA" b="0" i="0" dirty="0"/>
            <a:t>врятувала Річ Посполиту від </a:t>
          </a:r>
          <a:r>
            <a:rPr lang="uk-UA" b="0" i="0" dirty="0" err="1"/>
            <a:t>турецько</a:t>
          </a:r>
          <a:r>
            <a:rPr lang="uk-UA" b="0" i="0" dirty="0"/>
            <a:t>-татарської навали.</a:t>
          </a:r>
          <a:endParaRPr lang="uk-UA" dirty="0"/>
        </a:p>
      </dgm:t>
    </dgm:pt>
    <dgm:pt modelId="{624FBACD-9548-4AEA-A5D8-E2C02D152006}" type="parTrans" cxnId="{A352CEF8-D2C1-4A03-97FE-AB5724F08FAF}">
      <dgm:prSet/>
      <dgm:spPr/>
      <dgm:t>
        <a:bodyPr/>
        <a:lstStyle/>
        <a:p>
          <a:endParaRPr lang="uk-UA"/>
        </a:p>
      </dgm:t>
    </dgm:pt>
    <dgm:pt modelId="{385ED2B5-1A42-4C1B-96AE-27727090B07A}" type="sibTrans" cxnId="{A352CEF8-D2C1-4A03-97FE-AB5724F08FAF}">
      <dgm:prSet/>
      <dgm:spPr/>
      <dgm:t>
        <a:bodyPr/>
        <a:lstStyle/>
        <a:p>
          <a:endParaRPr lang="uk-UA"/>
        </a:p>
      </dgm:t>
    </dgm:pt>
    <dgm:pt modelId="{FB59CB29-F8AC-4562-AC53-2EE5CAEFC8CE}" type="pres">
      <dgm:prSet presAssocID="{17CF645E-5524-48A0-83CC-59C0F37A2760}" presName="linearFlow" presStyleCnt="0">
        <dgm:presLayoutVars>
          <dgm:dir/>
          <dgm:resizeHandles val="exact"/>
        </dgm:presLayoutVars>
      </dgm:prSet>
      <dgm:spPr/>
    </dgm:pt>
    <dgm:pt modelId="{30CABCF2-403E-43C4-8C02-296868833944}" type="pres">
      <dgm:prSet presAssocID="{B8A6E6F6-4473-44FE-9A29-5B89443F8301}" presName="composite" presStyleCnt="0"/>
      <dgm:spPr/>
    </dgm:pt>
    <dgm:pt modelId="{4B91EABC-9906-4CA1-A6DA-EF544C9A43DB}" type="pres">
      <dgm:prSet presAssocID="{B8A6E6F6-4473-44FE-9A29-5B89443F8301}" presName="imgShp" presStyleLbl="fgImgPlace1" presStyleIdx="0" presStyleCnt="4"/>
      <dgm:spPr/>
    </dgm:pt>
    <dgm:pt modelId="{FC98D678-5B0D-4901-A846-2CDE8BED373D}" type="pres">
      <dgm:prSet presAssocID="{B8A6E6F6-4473-44FE-9A29-5B89443F8301}" presName="txShp" presStyleLbl="node1" presStyleIdx="0" presStyleCnt="4">
        <dgm:presLayoutVars>
          <dgm:bulletEnabled val="1"/>
        </dgm:presLayoutVars>
      </dgm:prSet>
      <dgm:spPr/>
    </dgm:pt>
    <dgm:pt modelId="{1963EC37-1BDE-43D4-AEB3-F96C9E80A618}" type="pres">
      <dgm:prSet presAssocID="{FD093580-3A66-4DD0-B7D1-8200211DFEC4}" presName="spacing" presStyleCnt="0"/>
      <dgm:spPr/>
    </dgm:pt>
    <dgm:pt modelId="{C839AB1E-E440-461A-8585-7E8445622A08}" type="pres">
      <dgm:prSet presAssocID="{F727B0FA-B17F-48D9-A406-7B2C624807F6}" presName="composite" presStyleCnt="0"/>
      <dgm:spPr/>
    </dgm:pt>
    <dgm:pt modelId="{97EBA74A-DE63-4113-84AB-562E4B57AA12}" type="pres">
      <dgm:prSet presAssocID="{F727B0FA-B17F-48D9-A406-7B2C624807F6}" presName="imgShp" presStyleLbl="fgImgPlace1" presStyleIdx="1" presStyleCnt="4"/>
      <dgm:spPr/>
    </dgm:pt>
    <dgm:pt modelId="{E88B2064-4E02-4792-A596-B94A02B91860}" type="pres">
      <dgm:prSet presAssocID="{F727B0FA-B17F-48D9-A406-7B2C624807F6}" presName="txShp" presStyleLbl="node1" presStyleIdx="1" presStyleCnt="4">
        <dgm:presLayoutVars>
          <dgm:bulletEnabled val="1"/>
        </dgm:presLayoutVars>
      </dgm:prSet>
      <dgm:spPr/>
    </dgm:pt>
    <dgm:pt modelId="{B58B9E9A-5DE1-4ECD-963C-D8CBF18E96D3}" type="pres">
      <dgm:prSet presAssocID="{270B6730-E66D-478D-A245-CD0E879547F8}" presName="spacing" presStyleCnt="0"/>
      <dgm:spPr/>
    </dgm:pt>
    <dgm:pt modelId="{96AD8AB7-A331-4042-B5CC-D6E9174604F4}" type="pres">
      <dgm:prSet presAssocID="{0368D203-AF8B-4131-A2E9-A74E47E82DB6}" presName="composite" presStyleCnt="0"/>
      <dgm:spPr/>
    </dgm:pt>
    <dgm:pt modelId="{937B2734-1CD4-4ABC-ADD3-969D29FAFFCA}" type="pres">
      <dgm:prSet presAssocID="{0368D203-AF8B-4131-A2E9-A74E47E82DB6}" presName="imgShp" presStyleLbl="fgImgPlace1" presStyleIdx="2" presStyleCnt="4"/>
      <dgm:spPr/>
    </dgm:pt>
    <dgm:pt modelId="{BE642B21-6CB5-4817-9451-E1267C3ADB4A}" type="pres">
      <dgm:prSet presAssocID="{0368D203-AF8B-4131-A2E9-A74E47E82DB6}" presName="txShp" presStyleLbl="node1" presStyleIdx="2" presStyleCnt="4">
        <dgm:presLayoutVars>
          <dgm:bulletEnabled val="1"/>
        </dgm:presLayoutVars>
      </dgm:prSet>
      <dgm:spPr/>
    </dgm:pt>
    <dgm:pt modelId="{0D2ABDAD-DFBC-4BC7-80B6-9BDAD9449D95}" type="pres">
      <dgm:prSet presAssocID="{6F6FA9AF-72D5-4CFB-8247-02150B251560}" presName="spacing" presStyleCnt="0"/>
      <dgm:spPr/>
    </dgm:pt>
    <dgm:pt modelId="{C82AEE9A-4494-4AD5-9BAC-F888A5096176}" type="pres">
      <dgm:prSet presAssocID="{7E1A0B3C-9898-4F90-95E5-AEEF18B5478C}" presName="composite" presStyleCnt="0"/>
      <dgm:spPr/>
    </dgm:pt>
    <dgm:pt modelId="{203CE06F-EDF6-4A4A-BDA7-FEC3C16471EA}" type="pres">
      <dgm:prSet presAssocID="{7E1A0B3C-9898-4F90-95E5-AEEF18B5478C}" presName="imgShp" presStyleLbl="fgImgPlace1" presStyleIdx="3" presStyleCnt="4"/>
      <dgm:spPr/>
    </dgm:pt>
    <dgm:pt modelId="{4E0C7818-5046-45BD-A0BE-E308D30897BE}" type="pres">
      <dgm:prSet presAssocID="{7E1A0B3C-9898-4F90-95E5-AEEF18B5478C}" presName="txShp" presStyleLbl="node1" presStyleIdx="3" presStyleCnt="4">
        <dgm:presLayoutVars>
          <dgm:bulletEnabled val="1"/>
        </dgm:presLayoutVars>
      </dgm:prSet>
      <dgm:spPr/>
    </dgm:pt>
  </dgm:ptLst>
  <dgm:cxnLst>
    <dgm:cxn modelId="{D2392802-7E4B-46E2-99E7-66032CF237C4}" srcId="{17CF645E-5524-48A0-83CC-59C0F37A2760}" destId="{F727B0FA-B17F-48D9-A406-7B2C624807F6}" srcOrd="1" destOrd="0" parTransId="{D3BB1264-B892-40C8-A22E-BE69E076AB0A}" sibTransId="{270B6730-E66D-478D-A245-CD0E879547F8}"/>
    <dgm:cxn modelId="{41538B0E-A278-45E2-B6F6-BE6EACD35B46}" type="presOf" srcId="{0368D203-AF8B-4131-A2E9-A74E47E82DB6}" destId="{BE642B21-6CB5-4817-9451-E1267C3ADB4A}" srcOrd="0" destOrd="0" presId="urn:microsoft.com/office/officeart/2005/8/layout/vList3"/>
    <dgm:cxn modelId="{9B691531-29E6-4A9C-95B3-65B62DD3AAA7}" type="presOf" srcId="{7E1A0B3C-9898-4F90-95E5-AEEF18B5478C}" destId="{4E0C7818-5046-45BD-A0BE-E308D30897BE}" srcOrd="0" destOrd="0" presId="urn:microsoft.com/office/officeart/2005/8/layout/vList3"/>
    <dgm:cxn modelId="{045B8134-164E-4A0A-A125-974BDAC6156A}" srcId="{17CF645E-5524-48A0-83CC-59C0F37A2760}" destId="{0368D203-AF8B-4131-A2E9-A74E47E82DB6}" srcOrd="2" destOrd="0" parTransId="{81B3865B-F31B-4550-82C7-973E9B37DA6E}" sibTransId="{6F6FA9AF-72D5-4CFB-8247-02150B251560}"/>
    <dgm:cxn modelId="{BD866774-D5C8-4BC3-A584-C0CB9B725B0F}" srcId="{17CF645E-5524-48A0-83CC-59C0F37A2760}" destId="{B8A6E6F6-4473-44FE-9A29-5B89443F8301}" srcOrd="0" destOrd="0" parTransId="{672825B8-DF16-4E4F-AF2E-A32D054C404C}" sibTransId="{FD093580-3A66-4DD0-B7D1-8200211DFEC4}"/>
    <dgm:cxn modelId="{39D01D75-7B44-482C-9976-A95B69A6CEFB}" type="presOf" srcId="{B8A6E6F6-4473-44FE-9A29-5B89443F8301}" destId="{FC98D678-5B0D-4901-A846-2CDE8BED373D}" srcOrd="0" destOrd="0" presId="urn:microsoft.com/office/officeart/2005/8/layout/vList3"/>
    <dgm:cxn modelId="{EFD346DA-E8BA-47A8-A059-0F7897661E38}" type="presOf" srcId="{F727B0FA-B17F-48D9-A406-7B2C624807F6}" destId="{E88B2064-4E02-4792-A596-B94A02B91860}" srcOrd="0" destOrd="0" presId="urn:microsoft.com/office/officeart/2005/8/layout/vList3"/>
    <dgm:cxn modelId="{1F13F4ED-28DD-4B8A-8159-F4503B679558}" type="presOf" srcId="{17CF645E-5524-48A0-83CC-59C0F37A2760}" destId="{FB59CB29-F8AC-4562-AC53-2EE5CAEFC8CE}" srcOrd="0" destOrd="0" presId="urn:microsoft.com/office/officeart/2005/8/layout/vList3"/>
    <dgm:cxn modelId="{A352CEF8-D2C1-4A03-97FE-AB5724F08FAF}" srcId="{17CF645E-5524-48A0-83CC-59C0F37A2760}" destId="{7E1A0B3C-9898-4F90-95E5-AEEF18B5478C}" srcOrd="3" destOrd="0" parTransId="{624FBACD-9548-4AEA-A5D8-E2C02D152006}" sibTransId="{385ED2B5-1A42-4C1B-96AE-27727090B07A}"/>
    <dgm:cxn modelId="{2830770B-03C8-4134-9032-48216F4BA7AF}" type="presParOf" srcId="{FB59CB29-F8AC-4562-AC53-2EE5CAEFC8CE}" destId="{30CABCF2-403E-43C4-8C02-296868833944}" srcOrd="0" destOrd="0" presId="urn:microsoft.com/office/officeart/2005/8/layout/vList3"/>
    <dgm:cxn modelId="{7A070E79-7803-464C-AF68-1089B0E9FA39}" type="presParOf" srcId="{30CABCF2-403E-43C4-8C02-296868833944}" destId="{4B91EABC-9906-4CA1-A6DA-EF544C9A43DB}" srcOrd="0" destOrd="0" presId="urn:microsoft.com/office/officeart/2005/8/layout/vList3"/>
    <dgm:cxn modelId="{64FE0C75-86A1-4550-B3BA-8C1D8E987A37}" type="presParOf" srcId="{30CABCF2-403E-43C4-8C02-296868833944}" destId="{FC98D678-5B0D-4901-A846-2CDE8BED373D}" srcOrd="1" destOrd="0" presId="urn:microsoft.com/office/officeart/2005/8/layout/vList3"/>
    <dgm:cxn modelId="{6C178485-D230-49A4-805A-E52D49DE3734}" type="presParOf" srcId="{FB59CB29-F8AC-4562-AC53-2EE5CAEFC8CE}" destId="{1963EC37-1BDE-43D4-AEB3-F96C9E80A618}" srcOrd="1" destOrd="0" presId="urn:microsoft.com/office/officeart/2005/8/layout/vList3"/>
    <dgm:cxn modelId="{3666AB1B-7080-41B9-A558-AF8176B30933}" type="presParOf" srcId="{FB59CB29-F8AC-4562-AC53-2EE5CAEFC8CE}" destId="{C839AB1E-E440-461A-8585-7E8445622A08}" srcOrd="2" destOrd="0" presId="urn:microsoft.com/office/officeart/2005/8/layout/vList3"/>
    <dgm:cxn modelId="{3D6DC16D-79B4-4A9E-986F-5B83D1E1578E}" type="presParOf" srcId="{C839AB1E-E440-461A-8585-7E8445622A08}" destId="{97EBA74A-DE63-4113-84AB-562E4B57AA12}" srcOrd="0" destOrd="0" presId="urn:microsoft.com/office/officeart/2005/8/layout/vList3"/>
    <dgm:cxn modelId="{DDB056A9-3EDF-42AB-B27D-1EACE50D499C}" type="presParOf" srcId="{C839AB1E-E440-461A-8585-7E8445622A08}" destId="{E88B2064-4E02-4792-A596-B94A02B91860}" srcOrd="1" destOrd="0" presId="urn:microsoft.com/office/officeart/2005/8/layout/vList3"/>
    <dgm:cxn modelId="{7E16A0D1-B060-46F1-8250-8647F842F45B}" type="presParOf" srcId="{FB59CB29-F8AC-4562-AC53-2EE5CAEFC8CE}" destId="{B58B9E9A-5DE1-4ECD-963C-D8CBF18E96D3}" srcOrd="3" destOrd="0" presId="urn:microsoft.com/office/officeart/2005/8/layout/vList3"/>
    <dgm:cxn modelId="{05D0B23E-D5D3-404C-8975-C8A20F5F47E4}" type="presParOf" srcId="{FB59CB29-F8AC-4562-AC53-2EE5CAEFC8CE}" destId="{96AD8AB7-A331-4042-B5CC-D6E9174604F4}" srcOrd="4" destOrd="0" presId="urn:microsoft.com/office/officeart/2005/8/layout/vList3"/>
    <dgm:cxn modelId="{9BFA39E1-DDDA-431F-AB57-5ECAA8A46675}" type="presParOf" srcId="{96AD8AB7-A331-4042-B5CC-D6E9174604F4}" destId="{937B2734-1CD4-4ABC-ADD3-969D29FAFFCA}" srcOrd="0" destOrd="0" presId="urn:microsoft.com/office/officeart/2005/8/layout/vList3"/>
    <dgm:cxn modelId="{84CB04A7-71EE-4815-844A-44903701BE45}" type="presParOf" srcId="{96AD8AB7-A331-4042-B5CC-D6E9174604F4}" destId="{BE642B21-6CB5-4817-9451-E1267C3ADB4A}" srcOrd="1" destOrd="0" presId="urn:microsoft.com/office/officeart/2005/8/layout/vList3"/>
    <dgm:cxn modelId="{645F65BA-5523-467A-B488-22B6332EBA7F}" type="presParOf" srcId="{FB59CB29-F8AC-4562-AC53-2EE5CAEFC8CE}" destId="{0D2ABDAD-DFBC-4BC7-80B6-9BDAD9449D95}" srcOrd="5" destOrd="0" presId="urn:microsoft.com/office/officeart/2005/8/layout/vList3"/>
    <dgm:cxn modelId="{94C4ED33-BC91-4B70-BEE8-3133EEDD0E1A}" type="presParOf" srcId="{FB59CB29-F8AC-4562-AC53-2EE5CAEFC8CE}" destId="{C82AEE9A-4494-4AD5-9BAC-F888A5096176}" srcOrd="6" destOrd="0" presId="urn:microsoft.com/office/officeart/2005/8/layout/vList3"/>
    <dgm:cxn modelId="{F1CB52FE-FD6B-492B-93A9-C0756FC5C84E}" type="presParOf" srcId="{C82AEE9A-4494-4AD5-9BAC-F888A5096176}" destId="{203CE06F-EDF6-4A4A-BDA7-FEC3C16471EA}" srcOrd="0" destOrd="0" presId="urn:microsoft.com/office/officeart/2005/8/layout/vList3"/>
    <dgm:cxn modelId="{49FCD08A-4407-4914-9B55-9F3EC43119F3}" type="presParOf" srcId="{C82AEE9A-4494-4AD5-9BAC-F888A5096176}" destId="{4E0C7818-5046-45BD-A0BE-E308D30897BE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55.xml><?xml version="1.0" encoding="utf-8"?>
<dgm:dataModel xmlns:dgm="http://schemas.openxmlformats.org/drawingml/2006/diagram" xmlns:a="http://schemas.openxmlformats.org/drawingml/2006/main">
  <dgm:ptLst>
    <dgm:pt modelId="{7457E533-ED18-437D-A314-084F7CE627CE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5BD7CD3-E0B2-4A9F-AA59-9779ED7E3A8A}">
      <dgm:prSet/>
      <dgm:spPr/>
      <dgm:t>
        <a:bodyPr/>
        <a:lstStyle/>
        <a:p>
          <a:r>
            <a:rPr lang="ru-RU"/>
            <a:t>одну з подій Хотинської війни.</a:t>
          </a:r>
          <a:endParaRPr lang="uk-UA"/>
        </a:p>
      </dgm:t>
    </dgm:pt>
    <dgm:pt modelId="{4C4107D4-824E-498A-8F56-DE5D039EE6CC}" type="parTrans" cxnId="{0772EB4D-8B4B-4963-97B1-9CA9C5048C38}">
      <dgm:prSet/>
      <dgm:spPr/>
      <dgm:t>
        <a:bodyPr/>
        <a:lstStyle/>
        <a:p>
          <a:endParaRPr lang="uk-UA"/>
        </a:p>
      </dgm:t>
    </dgm:pt>
    <dgm:pt modelId="{A0800EDC-E7BF-4D78-A539-A56E7AE24F61}" type="sibTrans" cxnId="{0772EB4D-8B4B-4963-97B1-9CA9C5048C38}">
      <dgm:prSet/>
      <dgm:spPr/>
      <dgm:t>
        <a:bodyPr/>
        <a:lstStyle/>
        <a:p>
          <a:endParaRPr lang="uk-UA"/>
        </a:p>
      </dgm:t>
    </dgm:pt>
    <dgm:pt modelId="{F7AE6B3B-B6AC-4137-90A4-3FD1E439D9BE}">
      <dgm:prSet/>
      <dgm:spPr/>
      <dgm:t>
        <a:bodyPr/>
        <a:lstStyle/>
        <a:p>
          <a:r>
            <a:rPr lang="ru-RU" dirty="0" err="1"/>
            <a:t>захоплення</a:t>
          </a:r>
          <a:r>
            <a:rPr lang="ru-RU" dirty="0"/>
            <a:t> </a:t>
          </a:r>
          <a:r>
            <a:rPr lang="ru-RU" dirty="0" err="1"/>
            <a:t>запорозькими</a:t>
          </a:r>
          <a:r>
            <a:rPr lang="ru-RU" dirty="0"/>
            <a:t> козаками </a:t>
          </a:r>
          <a:r>
            <a:rPr lang="ru-RU" dirty="0" err="1"/>
            <a:t>фортеці</a:t>
          </a:r>
          <a:r>
            <a:rPr lang="ru-RU" dirty="0"/>
            <a:t> Кафа.</a:t>
          </a:r>
          <a:endParaRPr lang="uk-UA" dirty="0"/>
        </a:p>
      </dgm:t>
    </dgm:pt>
    <dgm:pt modelId="{46A48395-5A1F-4247-8F63-7DE82F8F65DE}" type="parTrans" cxnId="{E7BD6831-C817-4C88-A7E5-9A0A85FEE4BF}">
      <dgm:prSet/>
      <dgm:spPr/>
      <dgm:t>
        <a:bodyPr/>
        <a:lstStyle/>
        <a:p>
          <a:endParaRPr lang="uk-UA"/>
        </a:p>
      </dgm:t>
    </dgm:pt>
    <dgm:pt modelId="{C38DD435-BB1C-48DC-9A3D-2DF519A9F2F4}" type="sibTrans" cxnId="{E7BD6831-C817-4C88-A7E5-9A0A85FEE4BF}">
      <dgm:prSet/>
      <dgm:spPr/>
      <dgm:t>
        <a:bodyPr/>
        <a:lstStyle/>
        <a:p>
          <a:endParaRPr lang="uk-UA"/>
        </a:p>
      </dgm:t>
    </dgm:pt>
    <dgm:pt modelId="{6FF4A8E2-7B65-485E-B790-F8A849C8D80E}">
      <dgm:prSet/>
      <dgm:spPr/>
      <dgm:t>
        <a:bodyPr/>
        <a:lstStyle/>
        <a:p>
          <a:r>
            <a:rPr lang="ru-RU" dirty="0" err="1"/>
            <a:t>вторгнення</a:t>
          </a:r>
          <a:r>
            <a:rPr lang="ru-RU" dirty="0"/>
            <a:t> в </a:t>
          </a:r>
          <a:r>
            <a:rPr lang="ru-RU" dirty="0" err="1"/>
            <a:t>Молдавію</a:t>
          </a:r>
          <a:r>
            <a:rPr lang="ru-RU" dirty="0"/>
            <a:t> </a:t>
          </a:r>
          <a:r>
            <a:rPr lang="ru-RU" dirty="0" err="1"/>
            <a:t>козаків</a:t>
          </a:r>
          <a:r>
            <a:rPr lang="ru-RU" dirty="0"/>
            <a:t> С. Наливайка.</a:t>
          </a:r>
          <a:endParaRPr lang="uk-UA" dirty="0"/>
        </a:p>
      </dgm:t>
    </dgm:pt>
    <dgm:pt modelId="{6567D321-93EF-4524-9030-41D4F8F880FE}" type="parTrans" cxnId="{B737A586-9607-4AAF-8689-B3355736E435}">
      <dgm:prSet/>
      <dgm:spPr/>
      <dgm:t>
        <a:bodyPr/>
        <a:lstStyle/>
        <a:p>
          <a:endParaRPr lang="uk-UA"/>
        </a:p>
      </dgm:t>
    </dgm:pt>
    <dgm:pt modelId="{717C5165-1173-4B4E-B723-8E843637D7BE}" type="sibTrans" cxnId="{B737A586-9607-4AAF-8689-B3355736E435}">
      <dgm:prSet/>
      <dgm:spPr/>
      <dgm:t>
        <a:bodyPr/>
        <a:lstStyle/>
        <a:p>
          <a:endParaRPr lang="uk-UA"/>
        </a:p>
      </dgm:t>
    </dgm:pt>
    <dgm:pt modelId="{33B01EBB-371F-4540-9061-634C0691B39E}">
      <dgm:prSet/>
      <dgm:spPr/>
      <dgm:t>
        <a:bodyPr/>
        <a:lstStyle/>
        <a:p>
          <a:r>
            <a:rPr lang="ru-RU" dirty="0" err="1"/>
            <a:t>захоплення</a:t>
          </a:r>
          <a:r>
            <a:rPr lang="ru-RU" dirty="0"/>
            <a:t> </a:t>
          </a:r>
          <a:r>
            <a:rPr lang="ru-RU" dirty="0" err="1"/>
            <a:t>запорозькими</a:t>
          </a:r>
          <a:r>
            <a:rPr lang="ru-RU" dirty="0"/>
            <a:t> козаками </a:t>
          </a:r>
          <a:r>
            <a:rPr lang="ru-RU" dirty="0" err="1"/>
            <a:t>фортеці</a:t>
          </a:r>
          <a:r>
            <a:rPr lang="ru-RU" dirty="0"/>
            <a:t> Кодак</a:t>
          </a:r>
          <a:endParaRPr lang="uk-UA" dirty="0"/>
        </a:p>
      </dgm:t>
    </dgm:pt>
    <dgm:pt modelId="{74D54B15-2F76-46F2-B16D-F27B8B084D1F}" type="parTrans" cxnId="{B90AFABF-B8C4-44BA-B35B-2FA05C52685A}">
      <dgm:prSet/>
      <dgm:spPr/>
      <dgm:t>
        <a:bodyPr/>
        <a:lstStyle/>
        <a:p>
          <a:endParaRPr lang="uk-UA"/>
        </a:p>
      </dgm:t>
    </dgm:pt>
    <dgm:pt modelId="{4E84189B-64E5-45BA-BD2E-33E47BB9B0DB}" type="sibTrans" cxnId="{B90AFABF-B8C4-44BA-B35B-2FA05C52685A}">
      <dgm:prSet/>
      <dgm:spPr/>
      <dgm:t>
        <a:bodyPr/>
        <a:lstStyle/>
        <a:p>
          <a:endParaRPr lang="uk-UA"/>
        </a:p>
      </dgm:t>
    </dgm:pt>
    <dgm:pt modelId="{8B2AE37C-D61F-40FF-AD11-036303D166EB}" type="pres">
      <dgm:prSet presAssocID="{7457E533-ED18-437D-A314-084F7CE627CE}" presName="linearFlow" presStyleCnt="0">
        <dgm:presLayoutVars>
          <dgm:dir/>
          <dgm:resizeHandles val="exact"/>
        </dgm:presLayoutVars>
      </dgm:prSet>
      <dgm:spPr/>
    </dgm:pt>
    <dgm:pt modelId="{FC950AE4-100C-4247-A664-5AF3F979C511}" type="pres">
      <dgm:prSet presAssocID="{D5BD7CD3-E0B2-4A9F-AA59-9779ED7E3A8A}" presName="composite" presStyleCnt="0"/>
      <dgm:spPr/>
    </dgm:pt>
    <dgm:pt modelId="{DFD88616-1439-4582-9487-7EEFD9BEFA7E}" type="pres">
      <dgm:prSet presAssocID="{D5BD7CD3-E0B2-4A9F-AA59-9779ED7E3A8A}" presName="imgShp" presStyleLbl="fgImgPlace1" presStyleIdx="0" presStyleCnt="4"/>
      <dgm:spPr/>
    </dgm:pt>
    <dgm:pt modelId="{66BB2BD8-8BAB-44B3-B7E3-957F094C8169}" type="pres">
      <dgm:prSet presAssocID="{D5BD7CD3-E0B2-4A9F-AA59-9779ED7E3A8A}" presName="txShp" presStyleLbl="node1" presStyleIdx="0" presStyleCnt="4">
        <dgm:presLayoutVars>
          <dgm:bulletEnabled val="1"/>
        </dgm:presLayoutVars>
      </dgm:prSet>
      <dgm:spPr/>
    </dgm:pt>
    <dgm:pt modelId="{90845CA0-7040-4C7A-856A-180DCAA30461}" type="pres">
      <dgm:prSet presAssocID="{A0800EDC-E7BF-4D78-A539-A56E7AE24F61}" presName="spacing" presStyleCnt="0"/>
      <dgm:spPr/>
    </dgm:pt>
    <dgm:pt modelId="{5D9B43F0-7B30-48B9-BBEB-1EF63B116036}" type="pres">
      <dgm:prSet presAssocID="{F7AE6B3B-B6AC-4137-90A4-3FD1E439D9BE}" presName="composite" presStyleCnt="0"/>
      <dgm:spPr/>
    </dgm:pt>
    <dgm:pt modelId="{1C20129A-5985-4AA8-864D-0E8634F2660D}" type="pres">
      <dgm:prSet presAssocID="{F7AE6B3B-B6AC-4137-90A4-3FD1E439D9BE}" presName="imgShp" presStyleLbl="fgImgPlace1" presStyleIdx="1" presStyleCnt="4"/>
      <dgm:spPr/>
    </dgm:pt>
    <dgm:pt modelId="{24FE4D50-82E7-4B49-95D9-F9A7DE74CB94}" type="pres">
      <dgm:prSet presAssocID="{F7AE6B3B-B6AC-4137-90A4-3FD1E439D9BE}" presName="txShp" presStyleLbl="node1" presStyleIdx="1" presStyleCnt="4">
        <dgm:presLayoutVars>
          <dgm:bulletEnabled val="1"/>
        </dgm:presLayoutVars>
      </dgm:prSet>
      <dgm:spPr/>
    </dgm:pt>
    <dgm:pt modelId="{2ADF98CC-F4C2-4A97-8327-DF1F24AAAD85}" type="pres">
      <dgm:prSet presAssocID="{C38DD435-BB1C-48DC-9A3D-2DF519A9F2F4}" presName="spacing" presStyleCnt="0"/>
      <dgm:spPr/>
    </dgm:pt>
    <dgm:pt modelId="{C4B754FB-9EAA-4C31-B3BA-C24B3ECA94E9}" type="pres">
      <dgm:prSet presAssocID="{6FF4A8E2-7B65-485E-B790-F8A849C8D80E}" presName="composite" presStyleCnt="0"/>
      <dgm:spPr/>
    </dgm:pt>
    <dgm:pt modelId="{399C2D1D-1049-4939-90B4-D2E1698F1B92}" type="pres">
      <dgm:prSet presAssocID="{6FF4A8E2-7B65-485E-B790-F8A849C8D80E}" presName="imgShp" presStyleLbl="fgImgPlace1" presStyleIdx="2" presStyleCnt="4"/>
      <dgm:spPr/>
    </dgm:pt>
    <dgm:pt modelId="{58F61FFA-6FAB-4160-A79F-3125AF49A160}" type="pres">
      <dgm:prSet presAssocID="{6FF4A8E2-7B65-485E-B790-F8A849C8D80E}" presName="txShp" presStyleLbl="node1" presStyleIdx="2" presStyleCnt="4">
        <dgm:presLayoutVars>
          <dgm:bulletEnabled val="1"/>
        </dgm:presLayoutVars>
      </dgm:prSet>
      <dgm:spPr/>
    </dgm:pt>
    <dgm:pt modelId="{4580D5C0-2037-4AD2-97EB-ED5E68790DE7}" type="pres">
      <dgm:prSet presAssocID="{717C5165-1173-4B4E-B723-8E843637D7BE}" presName="spacing" presStyleCnt="0"/>
      <dgm:spPr/>
    </dgm:pt>
    <dgm:pt modelId="{91621FDB-D7AB-469C-90D5-82302322B3DF}" type="pres">
      <dgm:prSet presAssocID="{33B01EBB-371F-4540-9061-634C0691B39E}" presName="composite" presStyleCnt="0"/>
      <dgm:spPr/>
    </dgm:pt>
    <dgm:pt modelId="{3A9AF015-F7E1-4C4F-BE97-2AB110E96468}" type="pres">
      <dgm:prSet presAssocID="{33B01EBB-371F-4540-9061-634C0691B39E}" presName="imgShp" presStyleLbl="fgImgPlace1" presStyleIdx="3" presStyleCnt="4"/>
      <dgm:spPr/>
    </dgm:pt>
    <dgm:pt modelId="{7EA85C71-EBC7-4D6B-99F4-56F5B099DE17}" type="pres">
      <dgm:prSet presAssocID="{33B01EBB-371F-4540-9061-634C0691B39E}" presName="txShp" presStyleLbl="node1" presStyleIdx="3" presStyleCnt="4">
        <dgm:presLayoutVars>
          <dgm:bulletEnabled val="1"/>
        </dgm:presLayoutVars>
      </dgm:prSet>
      <dgm:spPr/>
    </dgm:pt>
  </dgm:ptLst>
  <dgm:cxnLst>
    <dgm:cxn modelId="{F923562E-E686-4041-8832-1619660B0FDE}" type="presOf" srcId="{D5BD7CD3-E0B2-4A9F-AA59-9779ED7E3A8A}" destId="{66BB2BD8-8BAB-44B3-B7E3-957F094C8169}" srcOrd="0" destOrd="0" presId="urn:microsoft.com/office/officeart/2005/8/layout/vList3"/>
    <dgm:cxn modelId="{E7BD6831-C817-4C88-A7E5-9A0A85FEE4BF}" srcId="{7457E533-ED18-437D-A314-084F7CE627CE}" destId="{F7AE6B3B-B6AC-4137-90A4-3FD1E439D9BE}" srcOrd="1" destOrd="0" parTransId="{46A48395-5A1F-4247-8F63-7DE82F8F65DE}" sibTransId="{C38DD435-BB1C-48DC-9A3D-2DF519A9F2F4}"/>
    <dgm:cxn modelId="{7571824B-EE81-461D-959B-033178815691}" type="presOf" srcId="{7457E533-ED18-437D-A314-084F7CE627CE}" destId="{8B2AE37C-D61F-40FF-AD11-036303D166EB}" srcOrd="0" destOrd="0" presId="urn:microsoft.com/office/officeart/2005/8/layout/vList3"/>
    <dgm:cxn modelId="{0772EB4D-8B4B-4963-97B1-9CA9C5048C38}" srcId="{7457E533-ED18-437D-A314-084F7CE627CE}" destId="{D5BD7CD3-E0B2-4A9F-AA59-9779ED7E3A8A}" srcOrd="0" destOrd="0" parTransId="{4C4107D4-824E-498A-8F56-DE5D039EE6CC}" sibTransId="{A0800EDC-E7BF-4D78-A539-A56E7AE24F61}"/>
    <dgm:cxn modelId="{E1AA5454-EE67-43CD-B5EE-7A51A7B3F1D1}" type="presOf" srcId="{33B01EBB-371F-4540-9061-634C0691B39E}" destId="{7EA85C71-EBC7-4D6B-99F4-56F5B099DE17}" srcOrd="0" destOrd="0" presId="urn:microsoft.com/office/officeart/2005/8/layout/vList3"/>
    <dgm:cxn modelId="{B737A586-9607-4AAF-8689-B3355736E435}" srcId="{7457E533-ED18-437D-A314-084F7CE627CE}" destId="{6FF4A8E2-7B65-485E-B790-F8A849C8D80E}" srcOrd="2" destOrd="0" parTransId="{6567D321-93EF-4524-9030-41D4F8F880FE}" sibTransId="{717C5165-1173-4B4E-B723-8E843637D7BE}"/>
    <dgm:cxn modelId="{B90AFABF-B8C4-44BA-B35B-2FA05C52685A}" srcId="{7457E533-ED18-437D-A314-084F7CE627CE}" destId="{33B01EBB-371F-4540-9061-634C0691B39E}" srcOrd="3" destOrd="0" parTransId="{74D54B15-2F76-46F2-B16D-F27B8B084D1F}" sibTransId="{4E84189B-64E5-45BA-BD2E-33E47BB9B0DB}"/>
    <dgm:cxn modelId="{CBCCE0C0-E682-4662-87F2-06D8C6441D76}" type="presOf" srcId="{F7AE6B3B-B6AC-4137-90A4-3FD1E439D9BE}" destId="{24FE4D50-82E7-4B49-95D9-F9A7DE74CB94}" srcOrd="0" destOrd="0" presId="urn:microsoft.com/office/officeart/2005/8/layout/vList3"/>
    <dgm:cxn modelId="{CD07CBCE-6B3F-4089-8565-D1D74885F6E3}" type="presOf" srcId="{6FF4A8E2-7B65-485E-B790-F8A849C8D80E}" destId="{58F61FFA-6FAB-4160-A79F-3125AF49A160}" srcOrd="0" destOrd="0" presId="urn:microsoft.com/office/officeart/2005/8/layout/vList3"/>
    <dgm:cxn modelId="{6E8B1F45-7EA5-4D6E-8461-45BDEE4D5291}" type="presParOf" srcId="{8B2AE37C-D61F-40FF-AD11-036303D166EB}" destId="{FC950AE4-100C-4247-A664-5AF3F979C511}" srcOrd="0" destOrd="0" presId="urn:microsoft.com/office/officeart/2005/8/layout/vList3"/>
    <dgm:cxn modelId="{E280669D-7F6E-4B84-B8D5-D5F80D41D251}" type="presParOf" srcId="{FC950AE4-100C-4247-A664-5AF3F979C511}" destId="{DFD88616-1439-4582-9487-7EEFD9BEFA7E}" srcOrd="0" destOrd="0" presId="urn:microsoft.com/office/officeart/2005/8/layout/vList3"/>
    <dgm:cxn modelId="{7EFBC99B-2CB3-4DB5-92D8-52F3493660C0}" type="presParOf" srcId="{FC950AE4-100C-4247-A664-5AF3F979C511}" destId="{66BB2BD8-8BAB-44B3-B7E3-957F094C8169}" srcOrd="1" destOrd="0" presId="urn:microsoft.com/office/officeart/2005/8/layout/vList3"/>
    <dgm:cxn modelId="{23B81D1E-DA06-4E62-AAC2-A31243B0BB3D}" type="presParOf" srcId="{8B2AE37C-D61F-40FF-AD11-036303D166EB}" destId="{90845CA0-7040-4C7A-856A-180DCAA30461}" srcOrd="1" destOrd="0" presId="urn:microsoft.com/office/officeart/2005/8/layout/vList3"/>
    <dgm:cxn modelId="{3B50EB1A-FF4E-46BC-9BE6-2CC3A9842E74}" type="presParOf" srcId="{8B2AE37C-D61F-40FF-AD11-036303D166EB}" destId="{5D9B43F0-7B30-48B9-BBEB-1EF63B116036}" srcOrd="2" destOrd="0" presId="urn:microsoft.com/office/officeart/2005/8/layout/vList3"/>
    <dgm:cxn modelId="{86382629-FE74-4787-A8B4-B172FD49835C}" type="presParOf" srcId="{5D9B43F0-7B30-48B9-BBEB-1EF63B116036}" destId="{1C20129A-5985-4AA8-864D-0E8634F2660D}" srcOrd="0" destOrd="0" presId="urn:microsoft.com/office/officeart/2005/8/layout/vList3"/>
    <dgm:cxn modelId="{12F7B6A4-301C-4C53-867A-66D388BF336E}" type="presParOf" srcId="{5D9B43F0-7B30-48B9-BBEB-1EF63B116036}" destId="{24FE4D50-82E7-4B49-95D9-F9A7DE74CB94}" srcOrd="1" destOrd="0" presId="urn:microsoft.com/office/officeart/2005/8/layout/vList3"/>
    <dgm:cxn modelId="{D2BDD8AA-EB6F-43A7-94B9-9404E272DA05}" type="presParOf" srcId="{8B2AE37C-D61F-40FF-AD11-036303D166EB}" destId="{2ADF98CC-F4C2-4A97-8327-DF1F24AAAD85}" srcOrd="3" destOrd="0" presId="urn:microsoft.com/office/officeart/2005/8/layout/vList3"/>
    <dgm:cxn modelId="{51E866B5-6CFF-4086-ABA4-A4559EF69BE9}" type="presParOf" srcId="{8B2AE37C-D61F-40FF-AD11-036303D166EB}" destId="{C4B754FB-9EAA-4C31-B3BA-C24B3ECA94E9}" srcOrd="4" destOrd="0" presId="urn:microsoft.com/office/officeart/2005/8/layout/vList3"/>
    <dgm:cxn modelId="{5EB02288-C2CF-43AD-B6FF-7F3D39FDDD7D}" type="presParOf" srcId="{C4B754FB-9EAA-4C31-B3BA-C24B3ECA94E9}" destId="{399C2D1D-1049-4939-90B4-D2E1698F1B92}" srcOrd="0" destOrd="0" presId="urn:microsoft.com/office/officeart/2005/8/layout/vList3"/>
    <dgm:cxn modelId="{FBCDFECE-9528-4773-8E29-38339B969314}" type="presParOf" srcId="{C4B754FB-9EAA-4C31-B3BA-C24B3ECA94E9}" destId="{58F61FFA-6FAB-4160-A79F-3125AF49A160}" srcOrd="1" destOrd="0" presId="urn:microsoft.com/office/officeart/2005/8/layout/vList3"/>
    <dgm:cxn modelId="{3537DAFC-8011-43FB-879B-C1BCD229EFA3}" type="presParOf" srcId="{8B2AE37C-D61F-40FF-AD11-036303D166EB}" destId="{4580D5C0-2037-4AD2-97EB-ED5E68790DE7}" srcOrd="5" destOrd="0" presId="urn:microsoft.com/office/officeart/2005/8/layout/vList3"/>
    <dgm:cxn modelId="{C3304515-B7BF-48F1-953A-F47A07B4ED52}" type="presParOf" srcId="{8B2AE37C-D61F-40FF-AD11-036303D166EB}" destId="{91621FDB-D7AB-469C-90D5-82302322B3DF}" srcOrd="6" destOrd="0" presId="urn:microsoft.com/office/officeart/2005/8/layout/vList3"/>
    <dgm:cxn modelId="{4BFF02C4-262C-4250-B5E4-8C235B3E10F8}" type="presParOf" srcId="{91621FDB-D7AB-469C-90D5-82302322B3DF}" destId="{3A9AF015-F7E1-4C4F-BE97-2AB110E96468}" srcOrd="0" destOrd="0" presId="urn:microsoft.com/office/officeart/2005/8/layout/vList3"/>
    <dgm:cxn modelId="{0A2FF955-5AAD-4E23-99A5-ABDF64AB4BB5}" type="presParOf" srcId="{91621FDB-D7AB-469C-90D5-82302322B3DF}" destId="{7EA85C71-EBC7-4D6B-99F4-56F5B099DE1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6.xml><?xml version="1.0" encoding="utf-8"?>
<dgm:dataModel xmlns:dgm="http://schemas.openxmlformats.org/drawingml/2006/diagram" xmlns:a="http://schemas.openxmlformats.org/drawingml/2006/main">
  <dgm:ptLst>
    <dgm:pt modelId="{A160E9AF-AEF3-4117-9737-302EDFC8F9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80C586B-2AC9-4773-9190-68EC939A7EDD}">
      <dgm:prSet/>
      <dgm:spPr/>
      <dgm:t>
        <a:bodyPr/>
        <a:lstStyle/>
        <a:p>
          <a:r>
            <a:rPr lang="ru-RU" b="0" i="0"/>
            <a:t>“Процес об’єднання Великого князівства Литовського та Польського королівства в єдину державу започаткований Городельською, а завершений Кревською унією 1569 р.”</a:t>
          </a:r>
          <a:endParaRPr lang="uk-UA"/>
        </a:p>
      </dgm:t>
    </dgm:pt>
    <dgm:pt modelId="{48C3E8F2-8729-43E7-A9BD-C703F3A838B3}" type="parTrans" cxnId="{53E8E027-7F70-4B39-B9C7-4A6595842956}">
      <dgm:prSet/>
      <dgm:spPr/>
      <dgm:t>
        <a:bodyPr/>
        <a:lstStyle/>
        <a:p>
          <a:endParaRPr lang="uk-UA"/>
        </a:p>
      </dgm:t>
    </dgm:pt>
    <dgm:pt modelId="{98370A44-A452-4428-97FD-3138EBBCEB5C}" type="sibTrans" cxnId="{53E8E027-7F70-4B39-B9C7-4A6595842956}">
      <dgm:prSet/>
      <dgm:spPr/>
      <dgm:t>
        <a:bodyPr/>
        <a:lstStyle/>
        <a:p>
          <a:endParaRPr lang="uk-UA"/>
        </a:p>
      </dgm:t>
    </dgm:pt>
    <dgm:pt modelId="{5EEF2382-C3EE-486D-A3BF-87A3A80D3F72}">
      <dgm:prSet/>
      <dgm:spPr/>
      <dgm:t>
        <a:bodyPr/>
        <a:lstStyle/>
        <a:p>
          <a:r>
            <a:rPr lang="ru-RU" b="0" i="0" dirty="0"/>
            <a:t>“</a:t>
          </a:r>
          <a:r>
            <a:rPr lang="ru-RU" b="0" i="0" dirty="0" err="1"/>
            <a:t>Запорожці</a:t>
          </a:r>
          <a:r>
            <a:rPr lang="ru-RU" b="0" i="0" dirty="0"/>
            <a:t> на </a:t>
          </a:r>
          <a:r>
            <a:rPr lang="ru-RU" b="0" i="0" dirty="0" err="1"/>
            <a:t>чолі</a:t>
          </a:r>
          <a:r>
            <a:rPr lang="ru-RU" b="0" i="0" dirty="0"/>
            <a:t> з П. </a:t>
          </a:r>
          <a:r>
            <a:rPr lang="ru-RU" b="0" i="0" dirty="0" err="1"/>
            <a:t>Сагайдачним</a:t>
          </a:r>
          <a:r>
            <a:rPr lang="ru-RU" b="0" i="0" dirty="0"/>
            <a:t> у 1616 р. </a:t>
          </a:r>
          <a:r>
            <a:rPr lang="ru-RU" b="0" i="0" dirty="0" err="1"/>
            <a:t>здобули</a:t>
          </a:r>
          <a:r>
            <a:rPr lang="ru-RU" b="0" i="0" dirty="0"/>
            <a:t> Кафу, а в 1621 р. взяли участь у </a:t>
          </a:r>
          <a:r>
            <a:rPr lang="ru-RU" b="0" i="0" dirty="0" err="1"/>
            <a:t>Хотинській</a:t>
          </a:r>
          <a:r>
            <a:rPr lang="ru-RU" b="0" i="0" dirty="0"/>
            <a:t> </a:t>
          </a:r>
          <a:r>
            <a:rPr lang="ru-RU" b="0" i="0" dirty="0" err="1"/>
            <a:t>війні</a:t>
          </a:r>
          <a:r>
            <a:rPr lang="ru-RU" b="0" i="0" dirty="0"/>
            <a:t> на </a:t>
          </a:r>
          <a:r>
            <a:rPr lang="ru-RU" b="0" i="0" dirty="0" err="1"/>
            <a:t>боці</a:t>
          </a:r>
          <a:r>
            <a:rPr lang="ru-RU" b="0" i="0" dirty="0"/>
            <a:t> </a:t>
          </a:r>
          <a:r>
            <a:rPr lang="ru-RU" b="0" i="0" dirty="0" err="1"/>
            <a:t>Речі</a:t>
          </a:r>
          <a:r>
            <a:rPr lang="ru-RU" b="0" i="0" dirty="0"/>
            <a:t> </a:t>
          </a:r>
          <a:r>
            <a:rPr lang="ru-RU" b="0" i="0" dirty="0" err="1"/>
            <a:t>Посполитої</a:t>
          </a:r>
          <a:r>
            <a:rPr lang="ru-RU" b="0" i="0" dirty="0"/>
            <a:t> </a:t>
          </a:r>
          <a:r>
            <a:rPr lang="ru-RU" b="0" i="0" dirty="0" err="1"/>
            <a:t>проти</a:t>
          </a:r>
          <a:r>
            <a:rPr lang="ru-RU" b="0" i="0" dirty="0"/>
            <a:t> </a:t>
          </a:r>
          <a:r>
            <a:rPr lang="ru-RU" b="0" i="0" dirty="0" err="1"/>
            <a:t>Османської</a:t>
          </a:r>
          <a:r>
            <a:rPr lang="ru-RU" b="0" i="0" dirty="0"/>
            <a:t> </a:t>
          </a:r>
          <a:r>
            <a:rPr lang="ru-RU" b="0" i="0" dirty="0" err="1"/>
            <a:t>імперії</a:t>
          </a:r>
          <a:r>
            <a:rPr lang="ru-RU" b="0" i="0" dirty="0"/>
            <a:t>”.</a:t>
          </a:r>
          <a:endParaRPr lang="uk-UA" dirty="0"/>
        </a:p>
      </dgm:t>
    </dgm:pt>
    <dgm:pt modelId="{7559917D-F646-4045-9E44-135474FACDA7}" type="parTrans" cxnId="{619961B0-402A-499A-A401-7E5261EA8F01}">
      <dgm:prSet/>
      <dgm:spPr/>
      <dgm:t>
        <a:bodyPr/>
        <a:lstStyle/>
        <a:p>
          <a:endParaRPr lang="uk-UA"/>
        </a:p>
      </dgm:t>
    </dgm:pt>
    <dgm:pt modelId="{834940AE-3AAA-43E5-855F-4315A7A115AB}" type="sibTrans" cxnId="{619961B0-402A-499A-A401-7E5261EA8F01}">
      <dgm:prSet/>
      <dgm:spPr/>
      <dgm:t>
        <a:bodyPr/>
        <a:lstStyle/>
        <a:p>
          <a:endParaRPr lang="uk-UA"/>
        </a:p>
      </dgm:t>
    </dgm:pt>
    <dgm:pt modelId="{D05C516F-162B-4526-970F-0EED077293B4}" type="pres">
      <dgm:prSet presAssocID="{A160E9AF-AEF3-4117-9737-302EDFC8F9A2}" presName="linear" presStyleCnt="0">
        <dgm:presLayoutVars>
          <dgm:animLvl val="lvl"/>
          <dgm:resizeHandles val="exact"/>
        </dgm:presLayoutVars>
      </dgm:prSet>
      <dgm:spPr/>
    </dgm:pt>
    <dgm:pt modelId="{36A4E9B1-C81D-434B-9A70-E11BCD13FC96}" type="pres">
      <dgm:prSet presAssocID="{480C586B-2AC9-4773-9190-68EC939A7ED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CA8C5D5-C9F7-4507-A332-2C6A4AC225D0}" type="pres">
      <dgm:prSet presAssocID="{98370A44-A452-4428-97FD-3138EBBCEB5C}" presName="spacer" presStyleCnt="0"/>
      <dgm:spPr/>
    </dgm:pt>
    <dgm:pt modelId="{F60304B1-DD64-451E-8961-1F130AC97FE4}" type="pres">
      <dgm:prSet presAssocID="{5EEF2382-C3EE-486D-A3BF-87A3A80D3F72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53E8E027-7F70-4B39-B9C7-4A6595842956}" srcId="{A160E9AF-AEF3-4117-9737-302EDFC8F9A2}" destId="{480C586B-2AC9-4773-9190-68EC939A7EDD}" srcOrd="0" destOrd="0" parTransId="{48C3E8F2-8729-43E7-A9BD-C703F3A838B3}" sibTransId="{98370A44-A452-4428-97FD-3138EBBCEB5C}"/>
    <dgm:cxn modelId="{F1A3256E-E7CD-41ED-B49E-F801780EA26B}" type="presOf" srcId="{480C586B-2AC9-4773-9190-68EC939A7EDD}" destId="{36A4E9B1-C81D-434B-9A70-E11BCD13FC96}" srcOrd="0" destOrd="0" presId="urn:microsoft.com/office/officeart/2005/8/layout/vList2"/>
    <dgm:cxn modelId="{619961B0-402A-499A-A401-7E5261EA8F01}" srcId="{A160E9AF-AEF3-4117-9737-302EDFC8F9A2}" destId="{5EEF2382-C3EE-486D-A3BF-87A3A80D3F72}" srcOrd="1" destOrd="0" parTransId="{7559917D-F646-4045-9E44-135474FACDA7}" sibTransId="{834940AE-3AAA-43E5-855F-4315A7A115AB}"/>
    <dgm:cxn modelId="{8D3F86B4-3484-4E5E-ADD2-316E78EB4520}" type="presOf" srcId="{5EEF2382-C3EE-486D-A3BF-87A3A80D3F72}" destId="{F60304B1-DD64-451E-8961-1F130AC97FE4}" srcOrd="0" destOrd="0" presId="urn:microsoft.com/office/officeart/2005/8/layout/vList2"/>
    <dgm:cxn modelId="{4F9B18CA-7FC6-40DA-A348-85FE496BDE23}" type="presOf" srcId="{A160E9AF-AEF3-4117-9737-302EDFC8F9A2}" destId="{D05C516F-162B-4526-970F-0EED077293B4}" srcOrd="0" destOrd="0" presId="urn:microsoft.com/office/officeart/2005/8/layout/vList2"/>
    <dgm:cxn modelId="{E6B6CB0F-08DF-4541-81AA-2218228BFA0D}" type="presParOf" srcId="{D05C516F-162B-4526-970F-0EED077293B4}" destId="{36A4E9B1-C81D-434B-9A70-E11BCD13FC96}" srcOrd="0" destOrd="0" presId="urn:microsoft.com/office/officeart/2005/8/layout/vList2"/>
    <dgm:cxn modelId="{6178F6D0-6089-4356-90C0-6CE7B90AE772}" type="presParOf" srcId="{D05C516F-162B-4526-970F-0EED077293B4}" destId="{7CA8C5D5-C9F7-4507-A332-2C6A4AC225D0}" srcOrd="1" destOrd="0" presId="urn:microsoft.com/office/officeart/2005/8/layout/vList2"/>
    <dgm:cxn modelId="{B5A73D20-9FE9-4003-9614-7BC349B2178D}" type="presParOf" srcId="{D05C516F-162B-4526-970F-0EED077293B4}" destId="{F60304B1-DD64-451E-8961-1F130AC97FE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7.xml><?xml version="1.0" encoding="utf-8"?>
<dgm:dataModel xmlns:dgm="http://schemas.openxmlformats.org/drawingml/2006/diagram" xmlns:a="http://schemas.openxmlformats.org/drawingml/2006/main">
  <dgm:ptLst>
    <dgm:pt modelId="{BF3919D3-A000-491F-94E1-F8C14FF0BF0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CD3F899-A846-41A6-A577-AEB3741AB5AA}">
      <dgm:prSet/>
      <dgm:spPr/>
      <dgm:t>
        <a:bodyPr/>
        <a:lstStyle/>
        <a:p>
          <a:r>
            <a:rPr lang="uk-UA" b="0" i="0"/>
            <a:t>“Іов Борецький, обійнявши посаду Київського православного митрополита в 1596 р., одразу ж долучився до очолюваної князем К. Острозьким боротьби проти унії з Римом”.</a:t>
          </a:r>
          <a:endParaRPr lang="uk-UA"/>
        </a:p>
      </dgm:t>
    </dgm:pt>
    <dgm:pt modelId="{003F1EC5-0ABE-4F46-BF1E-E46FAB91537E}" type="parTrans" cxnId="{B12C65E9-9383-4366-A6C9-E9BBABC473F6}">
      <dgm:prSet/>
      <dgm:spPr/>
      <dgm:t>
        <a:bodyPr/>
        <a:lstStyle/>
        <a:p>
          <a:endParaRPr lang="uk-UA"/>
        </a:p>
      </dgm:t>
    </dgm:pt>
    <dgm:pt modelId="{8DE55D14-FB05-40D9-B699-399ED0651C71}" type="sibTrans" cxnId="{B12C65E9-9383-4366-A6C9-E9BBABC473F6}">
      <dgm:prSet/>
      <dgm:spPr/>
      <dgm:t>
        <a:bodyPr/>
        <a:lstStyle/>
        <a:p>
          <a:endParaRPr lang="uk-UA"/>
        </a:p>
      </dgm:t>
    </dgm:pt>
    <dgm:pt modelId="{155931C8-F494-4B28-BE10-4843704985AE}">
      <dgm:prSet/>
      <dgm:spPr/>
      <dgm:t>
        <a:bodyPr/>
        <a:lstStyle/>
        <a:p>
          <a:r>
            <a:rPr lang="uk-UA" b="0" i="0" dirty="0"/>
            <a:t>“Утворення реєстрового козацтва пов’язане з ім’ям польського короля Яна ІІ Казимира, який у 1410 р. затвердив перший список найнятих козаків – реєстровців”</a:t>
          </a:r>
          <a:endParaRPr lang="uk-UA" dirty="0"/>
        </a:p>
      </dgm:t>
    </dgm:pt>
    <dgm:pt modelId="{78FDC670-D867-4689-BA3A-292880F57FCD}" type="parTrans" cxnId="{6BD6F1EC-B701-46E6-A735-A96F94C91F4F}">
      <dgm:prSet/>
      <dgm:spPr/>
      <dgm:t>
        <a:bodyPr/>
        <a:lstStyle/>
        <a:p>
          <a:endParaRPr lang="uk-UA"/>
        </a:p>
      </dgm:t>
    </dgm:pt>
    <dgm:pt modelId="{EEA39989-B55F-44B1-96A0-0ED048460E65}" type="sibTrans" cxnId="{6BD6F1EC-B701-46E6-A735-A96F94C91F4F}">
      <dgm:prSet/>
      <dgm:spPr/>
      <dgm:t>
        <a:bodyPr/>
        <a:lstStyle/>
        <a:p>
          <a:endParaRPr lang="uk-UA"/>
        </a:p>
      </dgm:t>
    </dgm:pt>
    <dgm:pt modelId="{86997BBC-DC24-45E1-92F0-F081C9001FC0}" type="pres">
      <dgm:prSet presAssocID="{BF3919D3-A000-491F-94E1-F8C14FF0BF0D}" presName="linear" presStyleCnt="0">
        <dgm:presLayoutVars>
          <dgm:animLvl val="lvl"/>
          <dgm:resizeHandles val="exact"/>
        </dgm:presLayoutVars>
      </dgm:prSet>
      <dgm:spPr/>
    </dgm:pt>
    <dgm:pt modelId="{EC46ABEB-F2D1-42EE-A72F-B236D6AFB3E3}" type="pres">
      <dgm:prSet presAssocID="{6CD3F899-A846-41A6-A577-AEB3741AB5A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C9CCE11-9C5E-4761-8CE8-4762C5862275}" type="pres">
      <dgm:prSet presAssocID="{8DE55D14-FB05-40D9-B699-399ED0651C71}" presName="spacer" presStyleCnt="0"/>
      <dgm:spPr/>
    </dgm:pt>
    <dgm:pt modelId="{B7EB674A-4FA3-483A-B70C-5A47B784D649}" type="pres">
      <dgm:prSet presAssocID="{155931C8-F494-4B28-BE10-4843704985AE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C7D60B60-6D96-4D76-9A11-C252983AE140}" type="presOf" srcId="{155931C8-F494-4B28-BE10-4843704985AE}" destId="{B7EB674A-4FA3-483A-B70C-5A47B784D649}" srcOrd="0" destOrd="0" presId="urn:microsoft.com/office/officeart/2005/8/layout/vList2"/>
    <dgm:cxn modelId="{70843161-7058-466E-A1E4-918DC04E0A3E}" type="presOf" srcId="{BF3919D3-A000-491F-94E1-F8C14FF0BF0D}" destId="{86997BBC-DC24-45E1-92F0-F081C9001FC0}" srcOrd="0" destOrd="0" presId="urn:microsoft.com/office/officeart/2005/8/layout/vList2"/>
    <dgm:cxn modelId="{87F09095-ACF3-476A-A934-D3CE490B9D1A}" type="presOf" srcId="{6CD3F899-A846-41A6-A577-AEB3741AB5AA}" destId="{EC46ABEB-F2D1-42EE-A72F-B236D6AFB3E3}" srcOrd="0" destOrd="0" presId="urn:microsoft.com/office/officeart/2005/8/layout/vList2"/>
    <dgm:cxn modelId="{B12C65E9-9383-4366-A6C9-E9BBABC473F6}" srcId="{BF3919D3-A000-491F-94E1-F8C14FF0BF0D}" destId="{6CD3F899-A846-41A6-A577-AEB3741AB5AA}" srcOrd="0" destOrd="0" parTransId="{003F1EC5-0ABE-4F46-BF1E-E46FAB91537E}" sibTransId="{8DE55D14-FB05-40D9-B699-399ED0651C71}"/>
    <dgm:cxn modelId="{6BD6F1EC-B701-46E6-A735-A96F94C91F4F}" srcId="{BF3919D3-A000-491F-94E1-F8C14FF0BF0D}" destId="{155931C8-F494-4B28-BE10-4843704985AE}" srcOrd="1" destOrd="0" parTransId="{78FDC670-D867-4689-BA3A-292880F57FCD}" sibTransId="{EEA39989-B55F-44B1-96A0-0ED048460E65}"/>
    <dgm:cxn modelId="{E4000D4A-04F4-41D5-9078-1D9576509145}" type="presParOf" srcId="{86997BBC-DC24-45E1-92F0-F081C9001FC0}" destId="{EC46ABEB-F2D1-42EE-A72F-B236D6AFB3E3}" srcOrd="0" destOrd="0" presId="urn:microsoft.com/office/officeart/2005/8/layout/vList2"/>
    <dgm:cxn modelId="{F940C7A9-B83C-4C7C-B098-0C3A0C14E01D}" type="presParOf" srcId="{86997BBC-DC24-45E1-92F0-F081C9001FC0}" destId="{AC9CCE11-9C5E-4761-8CE8-4762C5862275}" srcOrd="1" destOrd="0" presId="urn:microsoft.com/office/officeart/2005/8/layout/vList2"/>
    <dgm:cxn modelId="{279C6710-D8C0-4790-83B0-D035C41EA5A0}" type="presParOf" srcId="{86997BBC-DC24-45E1-92F0-F081C9001FC0}" destId="{B7EB674A-4FA3-483A-B70C-5A47B784D649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8.xml><?xml version="1.0" encoding="utf-8"?>
<dgm:dataModel xmlns:dgm="http://schemas.openxmlformats.org/drawingml/2006/diagram" xmlns:a="http://schemas.openxmlformats.org/drawingml/2006/main">
  <dgm:ptLst>
    <dgm:pt modelId="{6AE5E2CF-95C3-4932-AF16-99E1770213CC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14A8BEA-DA69-43FD-B94E-80592EFA4992}">
      <dgm:prSet/>
      <dgm:spPr/>
      <dgm:t>
        <a:bodyPr/>
        <a:lstStyle/>
        <a:p>
          <a:r>
            <a:rPr lang="ru-RU" b="0" i="0" dirty="0"/>
            <a:t>Д. </a:t>
          </a:r>
          <a:r>
            <a:rPr lang="ru-RU" b="0" i="0" dirty="0" err="1"/>
            <a:t>Вишневецького</a:t>
          </a:r>
          <a:r>
            <a:rPr lang="ru-RU" b="0" i="0" dirty="0"/>
            <a:t> (</a:t>
          </a:r>
          <a:r>
            <a:rPr lang="ru-RU" b="0" i="0" dirty="0" err="1"/>
            <a:t>Байди</a:t>
          </a:r>
          <a:r>
            <a:rPr lang="ru-RU" b="0" i="0" dirty="0"/>
            <a:t>)</a:t>
          </a:r>
          <a:endParaRPr lang="uk-UA" dirty="0"/>
        </a:p>
      </dgm:t>
    </dgm:pt>
    <dgm:pt modelId="{412C3F01-4AE0-470E-9FEC-F559102B664D}" type="parTrans" cxnId="{C02F6F31-C065-4782-BDF2-F228693873D5}">
      <dgm:prSet/>
      <dgm:spPr/>
      <dgm:t>
        <a:bodyPr/>
        <a:lstStyle/>
        <a:p>
          <a:endParaRPr lang="uk-UA"/>
        </a:p>
      </dgm:t>
    </dgm:pt>
    <dgm:pt modelId="{47A7FA0B-830F-4F2E-8BCA-F12830AB0DEA}" type="sibTrans" cxnId="{C02F6F31-C065-4782-BDF2-F228693873D5}">
      <dgm:prSet/>
      <dgm:spPr/>
      <dgm:t>
        <a:bodyPr/>
        <a:lstStyle/>
        <a:p>
          <a:endParaRPr lang="uk-UA"/>
        </a:p>
      </dgm:t>
    </dgm:pt>
    <dgm:pt modelId="{56E7B2A5-2ADF-4457-90DD-FF9133C79A5B}">
      <dgm:prSet/>
      <dgm:spPr/>
      <dgm:t>
        <a:bodyPr/>
        <a:lstStyle/>
        <a:p>
          <a:r>
            <a:rPr lang="ru-RU" b="0" i="0"/>
            <a:t>П. Конашевича-Сагайдачного</a:t>
          </a:r>
          <a:endParaRPr lang="uk-UA"/>
        </a:p>
      </dgm:t>
    </dgm:pt>
    <dgm:pt modelId="{DDCE0E57-86F4-4181-AE5E-17980882FBC1}" type="parTrans" cxnId="{D6C93D2B-7C95-4E26-9C82-C709FF19F248}">
      <dgm:prSet/>
      <dgm:spPr/>
      <dgm:t>
        <a:bodyPr/>
        <a:lstStyle/>
        <a:p>
          <a:endParaRPr lang="uk-UA"/>
        </a:p>
      </dgm:t>
    </dgm:pt>
    <dgm:pt modelId="{6ADFE39E-16DE-4D26-B618-4BA44B9284D9}" type="sibTrans" cxnId="{D6C93D2B-7C95-4E26-9C82-C709FF19F248}">
      <dgm:prSet/>
      <dgm:spPr/>
      <dgm:t>
        <a:bodyPr/>
        <a:lstStyle/>
        <a:p>
          <a:endParaRPr lang="uk-UA"/>
        </a:p>
      </dgm:t>
    </dgm:pt>
    <dgm:pt modelId="{F109D1F1-8249-4A1B-A6E0-D1EF139E6823}">
      <dgm:prSet/>
      <dgm:spPr/>
      <dgm:t>
        <a:bodyPr/>
        <a:lstStyle/>
        <a:p>
          <a:r>
            <a:rPr lang="ru-RU" b="0" i="0"/>
            <a:t>Т. Федоровича (Трясила)</a:t>
          </a:r>
          <a:endParaRPr lang="uk-UA"/>
        </a:p>
      </dgm:t>
    </dgm:pt>
    <dgm:pt modelId="{E443AA7F-4D01-4D94-A572-5C9E2185B882}" type="parTrans" cxnId="{C623A2C9-5F26-44F3-BEDB-746CC062FFF2}">
      <dgm:prSet/>
      <dgm:spPr/>
      <dgm:t>
        <a:bodyPr/>
        <a:lstStyle/>
        <a:p>
          <a:endParaRPr lang="uk-UA"/>
        </a:p>
      </dgm:t>
    </dgm:pt>
    <dgm:pt modelId="{8ADFF1C0-413B-42C0-A439-BC841A1DE68A}" type="sibTrans" cxnId="{C623A2C9-5F26-44F3-BEDB-746CC062FFF2}">
      <dgm:prSet/>
      <dgm:spPr/>
      <dgm:t>
        <a:bodyPr/>
        <a:lstStyle/>
        <a:p>
          <a:endParaRPr lang="uk-UA"/>
        </a:p>
      </dgm:t>
    </dgm:pt>
    <dgm:pt modelId="{9F83362A-C4CE-4D96-AF5D-C0943A3DA29E}">
      <dgm:prSet/>
      <dgm:spPr/>
      <dgm:t>
        <a:bodyPr/>
        <a:lstStyle/>
        <a:p>
          <a:r>
            <a:rPr lang="ru-RU" b="0" i="0" dirty="0"/>
            <a:t>К. </a:t>
          </a:r>
          <a:r>
            <a:rPr lang="ru-RU" b="0" i="0" dirty="0" err="1"/>
            <a:t>Косинського</a:t>
          </a:r>
          <a:endParaRPr lang="uk-UA" dirty="0"/>
        </a:p>
      </dgm:t>
    </dgm:pt>
    <dgm:pt modelId="{3AE5F72E-29A7-46F1-A75D-925D0E935870}" type="parTrans" cxnId="{3888721A-A373-4F30-A20A-D93A741D1463}">
      <dgm:prSet/>
      <dgm:spPr/>
      <dgm:t>
        <a:bodyPr/>
        <a:lstStyle/>
        <a:p>
          <a:endParaRPr lang="uk-UA"/>
        </a:p>
      </dgm:t>
    </dgm:pt>
    <dgm:pt modelId="{CE8AD25E-694B-4FA5-AB98-1571BB6CC8D3}" type="sibTrans" cxnId="{3888721A-A373-4F30-A20A-D93A741D1463}">
      <dgm:prSet/>
      <dgm:spPr/>
      <dgm:t>
        <a:bodyPr/>
        <a:lstStyle/>
        <a:p>
          <a:endParaRPr lang="uk-UA"/>
        </a:p>
      </dgm:t>
    </dgm:pt>
    <dgm:pt modelId="{C4DBA6D9-6BE6-4565-BA35-9F3DB851D990}" type="pres">
      <dgm:prSet presAssocID="{6AE5E2CF-95C3-4932-AF16-99E1770213CC}" presName="linearFlow" presStyleCnt="0">
        <dgm:presLayoutVars>
          <dgm:dir/>
          <dgm:resizeHandles val="exact"/>
        </dgm:presLayoutVars>
      </dgm:prSet>
      <dgm:spPr/>
    </dgm:pt>
    <dgm:pt modelId="{BADA7363-E2D9-4A44-BA23-75FA90EE79C1}" type="pres">
      <dgm:prSet presAssocID="{414A8BEA-DA69-43FD-B94E-80592EFA4992}" presName="composite" presStyleCnt="0"/>
      <dgm:spPr/>
    </dgm:pt>
    <dgm:pt modelId="{9FFFC46D-3CDB-47FE-A20D-B55F22F4A3E1}" type="pres">
      <dgm:prSet presAssocID="{414A8BEA-DA69-43FD-B94E-80592EFA4992}" presName="imgShp" presStyleLbl="fgImgPlace1" presStyleIdx="0" presStyleCnt="4"/>
      <dgm:spPr/>
    </dgm:pt>
    <dgm:pt modelId="{741FCF04-B371-4355-9C90-0CC61A805C09}" type="pres">
      <dgm:prSet presAssocID="{414A8BEA-DA69-43FD-B94E-80592EFA4992}" presName="txShp" presStyleLbl="node1" presStyleIdx="0" presStyleCnt="4">
        <dgm:presLayoutVars>
          <dgm:bulletEnabled val="1"/>
        </dgm:presLayoutVars>
      </dgm:prSet>
      <dgm:spPr/>
    </dgm:pt>
    <dgm:pt modelId="{E486BC78-1925-40E2-A533-5D225B827768}" type="pres">
      <dgm:prSet presAssocID="{47A7FA0B-830F-4F2E-8BCA-F12830AB0DEA}" presName="spacing" presStyleCnt="0"/>
      <dgm:spPr/>
    </dgm:pt>
    <dgm:pt modelId="{B3C7C1B2-460C-4C70-BDA3-13314559ECC8}" type="pres">
      <dgm:prSet presAssocID="{56E7B2A5-2ADF-4457-90DD-FF9133C79A5B}" presName="composite" presStyleCnt="0"/>
      <dgm:spPr/>
    </dgm:pt>
    <dgm:pt modelId="{4CDD415F-DDCC-4799-9258-7056CDB9D3FA}" type="pres">
      <dgm:prSet presAssocID="{56E7B2A5-2ADF-4457-90DD-FF9133C79A5B}" presName="imgShp" presStyleLbl="fgImgPlace1" presStyleIdx="1" presStyleCnt="4"/>
      <dgm:spPr/>
    </dgm:pt>
    <dgm:pt modelId="{E7E2918C-F209-4BDD-94C0-AC0FC5AFEB71}" type="pres">
      <dgm:prSet presAssocID="{56E7B2A5-2ADF-4457-90DD-FF9133C79A5B}" presName="txShp" presStyleLbl="node1" presStyleIdx="1" presStyleCnt="4">
        <dgm:presLayoutVars>
          <dgm:bulletEnabled val="1"/>
        </dgm:presLayoutVars>
      </dgm:prSet>
      <dgm:spPr/>
    </dgm:pt>
    <dgm:pt modelId="{742CD6D8-D8B1-4AC5-BF05-238664FE6AD7}" type="pres">
      <dgm:prSet presAssocID="{6ADFE39E-16DE-4D26-B618-4BA44B9284D9}" presName="spacing" presStyleCnt="0"/>
      <dgm:spPr/>
    </dgm:pt>
    <dgm:pt modelId="{E2C3664A-C83D-4358-99B7-4332A560692A}" type="pres">
      <dgm:prSet presAssocID="{F109D1F1-8249-4A1B-A6E0-D1EF139E6823}" presName="composite" presStyleCnt="0"/>
      <dgm:spPr/>
    </dgm:pt>
    <dgm:pt modelId="{4213FF65-A383-48B8-9171-61E048264F45}" type="pres">
      <dgm:prSet presAssocID="{F109D1F1-8249-4A1B-A6E0-D1EF139E6823}" presName="imgShp" presStyleLbl="fgImgPlace1" presStyleIdx="2" presStyleCnt="4"/>
      <dgm:spPr/>
    </dgm:pt>
    <dgm:pt modelId="{FC3AC061-BD5E-436F-B157-F41D0642DBED}" type="pres">
      <dgm:prSet presAssocID="{F109D1F1-8249-4A1B-A6E0-D1EF139E6823}" presName="txShp" presStyleLbl="node1" presStyleIdx="2" presStyleCnt="4">
        <dgm:presLayoutVars>
          <dgm:bulletEnabled val="1"/>
        </dgm:presLayoutVars>
      </dgm:prSet>
      <dgm:spPr/>
    </dgm:pt>
    <dgm:pt modelId="{27A9E3C0-B4D5-453A-88A5-A68492E0BC87}" type="pres">
      <dgm:prSet presAssocID="{8ADFF1C0-413B-42C0-A439-BC841A1DE68A}" presName="spacing" presStyleCnt="0"/>
      <dgm:spPr/>
    </dgm:pt>
    <dgm:pt modelId="{9AC7E934-2032-47B8-9D04-2DD8108F9C59}" type="pres">
      <dgm:prSet presAssocID="{9F83362A-C4CE-4D96-AF5D-C0943A3DA29E}" presName="composite" presStyleCnt="0"/>
      <dgm:spPr/>
    </dgm:pt>
    <dgm:pt modelId="{2DDBD1F9-F34C-4FDE-A5BF-4277F0E00BC1}" type="pres">
      <dgm:prSet presAssocID="{9F83362A-C4CE-4D96-AF5D-C0943A3DA29E}" presName="imgShp" presStyleLbl="fgImgPlace1" presStyleIdx="3" presStyleCnt="4"/>
      <dgm:spPr/>
    </dgm:pt>
    <dgm:pt modelId="{C0226E53-249E-4507-865F-178F275B5271}" type="pres">
      <dgm:prSet presAssocID="{9F83362A-C4CE-4D96-AF5D-C0943A3DA29E}" presName="txShp" presStyleLbl="node1" presStyleIdx="3" presStyleCnt="4">
        <dgm:presLayoutVars>
          <dgm:bulletEnabled val="1"/>
        </dgm:presLayoutVars>
      </dgm:prSet>
      <dgm:spPr/>
    </dgm:pt>
  </dgm:ptLst>
  <dgm:cxnLst>
    <dgm:cxn modelId="{38E46606-8A6B-4B30-A7E8-FCFC5ADABF6B}" type="presOf" srcId="{6AE5E2CF-95C3-4932-AF16-99E1770213CC}" destId="{C4DBA6D9-6BE6-4565-BA35-9F3DB851D990}" srcOrd="0" destOrd="0" presId="urn:microsoft.com/office/officeart/2005/8/layout/vList3"/>
    <dgm:cxn modelId="{3888721A-A373-4F30-A20A-D93A741D1463}" srcId="{6AE5E2CF-95C3-4932-AF16-99E1770213CC}" destId="{9F83362A-C4CE-4D96-AF5D-C0943A3DA29E}" srcOrd="3" destOrd="0" parTransId="{3AE5F72E-29A7-46F1-A75D-925D0E935870}" sibTransId="{CE8AD25E-694B-4FA5-AB98-1571BB6CC8D3}"/>
    <dgm:cxn modelId="{D6C93D2B-7C95-4E26-9C82-C709FF19F248}" srcId="{6AE5E2CF-95C3-4932-AF16-99E1770213CC}" destId="{56E7B2A5-2ADF-4457-90DD-FF9133C79A5B}" srcOrd="1" destOrd="0" parTransId="{DDCE0E57-86F4-4181-AE5E-17980882FBC1}" sibTransId="{6ADFE39E-16DE-4D26-B618-4BA44B9284D9}"/>
    <dgm:cxn modelId="{C02F6F31-C065-4782-BDF2-F228693873D5}" srcId="{6AE5E2CF-95C3-4932-AF16-99E1770213CC}" destId="{414A8BEA-DA69-43FD-B94E-80592EFA4992}" srcOrd="0" destOrd="0" parTransId="{412C3F01-4AE0-470E-9FEC-F559102B664D}" sibTransId="{47A7FA0B-830F-4F2E-8BCA-F12830AB0DEA}"/>
    <dgm:cxn modelId="{FC094972-875D-4D7E-A6AB-ADCAD5C46679}" type="presOf" srcId="{9F83362A-C4CE-4D96-AF5D-C0943A3DA29E}" destId="{C0226E53-249E-4507-865F-178F275B5271}" srcOrd="0" destOrd="0" presId="urn:microsoft.com/office/officeart/2005/8/layout/vList3"/>
    <dgm:cxn modelId="{EBC8B753-86D7-4ABC-84F6-AEA33C1BF0A4}" type="presOf" srcId="{414A8BEA-DA69-43FD-B94E-80592EFA4992}" destId="{741FCF04-B371-4355-9C90-0CC61A805C09}" srcOrd="0" destOrd="0" presId="urn:microsoft.com/office/officeart/2005/8/layout/vList3"/>
    <dgm:cxn modelId="{BFDDFE8A-6F7A-4888-9A7F-DAD6BB5630DF}" type="presOf" srcId="{56E7B2A5-2ADF-4457-90DD-FF9133C79A5B}" destId="{E7E2918C-F209-4BDD-94C0-AC0FC5AFEB71}" srcOrd="0" destOrd="0" presId="urn:microsoft.com/office/officeart/2005/8/layout/vList3"/>
    <dgm:cxn modelId="{C623A2C9-5F26-44F3-BEDB-746CC062FFF2}" srcId="{6AE5E2CF-95C3-4932-AF16-99E1770213CC}" destId="{F109D1F1-8249-4A1B-A6E0-D1EF139E6823}" srcOrd="2" destOrd="0" parTransId="{E443AA7F-4D01-4D94-A572-5C9E2185B882}" sibTransId="{8ADFF1C0-413B-42C0-A439-BC841A1DE68A}"/>
    <dgm:cxn modelId="{382CEED2-A902-4AE8-8D65-BEB508B63F01}" type="presOf" srcId="{F109D1F1-8249-4A1B-A6E0-D1EF139E6823}" destId="{FC3AC061-BD5E-436F-B157-F41D0642DBED}" srcOrd="0" destOrd="0" presId="urn:microsoft.com/office/officeart/2005/8/layout/vList3"/>
    <dgm:cxn modelId="{2B5D4885-4043-449E-BB14-0F0DCA38E00B}" type="presParOf" srcId="{C4DBA6D9-6BE6-4565-BA35-9F3DB851D990}" destId="{BADA7363-E2D9-4A44-BA23-75FA90EE79C1}" srcOrd="0" destOrd="0" presId="urn:microsoft.com/office/officeart/2005/8/layout/vList3"/>
    <dgm:cxn modelId="{B12F9793-2CF0-4EA4-B9C9-FA009EA054E1}" type="presParOf" srcId="{BADA7363-E2D9-4A44-BA23-75FA90EE79C1}" destId="{9FFFC46D-3CDB-47FE-A20D-B55F22F4A3E1}" srcOrd="0" destOrd="0" presId="urn:microsoft.com/office/officeart/2005/8/layout/vList3"/>
    <dgm:cxn modelId="{043D5149-7AFF-4438-9804-A95B35F20DF4}" type="presParOf" srcId="{BADA7363-E2D9-4A44-BA23-75FA90EE79C1}" destId="{741FCF04-B371-4355-9C90-0CC61A805C09}" srcOrd="1" destOrd="0" presId="urn:microsoft.com/office/officeart/2005/8/layout/vList3"/>
    <dgm:cxn modelId="{FA5EB616-FB70-4903-B72C-EB46ACD02426}" type="presParOf" srcId="{C4DBA6D9-6BE6-4565-BA35-9F3DB851D990}" destId="{E486BC78-1925-40E2-A533-5D225B827768}" srcOrd="1" destOrd="0" presId="urn:microsoft.com/office/officeart/2005/8/layout/vList3"/>
    <dgm:cxn modelId="{140EE44A-A644-4C92-A441-1EE1870AF533}" type="presParOf" srcId="{C4DBA6D9-6BE6-4565-BA35-9F3DB851D990}" destId="{B3C7C1B2-460C-4C70-BDA3-13314559ECC8}" srcOrd="2" destOrd="0" presId="urn:microsoft.com/office/officeart/2005/8/layout/vList3"/>
    <dgm:cxn modelId="{6A63680B-645C-435F-9480-6494D861EC3E}" type="presParOf" srcId="{B3C7C1B2-460C-4C70-BDA3-13314559ECC8}" destId="{4CDD415F-DDCC-4799-9258-7056CDB9D3FA}" srcOrd="0" destOrd="0" presId="urn:microsoft.com/office/officeart/2005/8/layout/vList3"/>
    <dgm:cxn modelId="{D35B075D-3E1D-4524-9336-828DD01E835D}" type="presParOf" srcId="{B3C7C1B2-460C-4C70-BDA3-13314559ECC8}" destId="{E7E2918C-F209-4BDD-94C0-AC0FC5AFEB71}" srcOrd="1" destOrd="0" presId="urn:microsoft.com/office/officeart/2005/8/layout/vList3"/>
    <dgm:cxn modelId="{612BDE07-F6DD-44DB-A12E-E7AF5EC2F1AB}" type="presParOf" srcId="{C4DBA6D9-6BE6-4565-BA35-9F3DB851D990}" destId="{742CD6D8-D8B1-4AC5-BF05-238664FE6AD7}" srcOrd="3" destOrd="0" presId="urn:microsoft.com/office/officeart/2005/8/layout/vList3"/>
    <dgm:cxn modelId="{2FDC3DFF-5D8E-4624-96AA-E1514936CD43}" type="presParOf" srcId="{C4DBA6D9-6BE6-4565-BA35-9F3DB851D990}" destId="{E2C3664A-C83D-4358-99B7-4332A560692A}" srcOrd="4" destOrd="0" presId="urn:microsoft.com/office/officeart/2005/8/layout/vList3"/>
    <dgm:cxn modelId="{F5A6CFC3-5D64-47DC-8638-8D44AC5E8112}" type="presParOf" srcId="{E2C3664A-C83D-4358-99B7-4332A560692A}" destId="{4213FF65-A383-48B8-9171-61E048264F45}" srcOrd="0" destOrd="0" presId="urn:microsoft.com/office/officeart/2005/8/layout/vList3"/>
    <dgm:cxn modelId="{94728517-21AF-4E8F-905D-5176BBB93956}" type="presParOf" srcId="{E2C3664A-C83D-4358-99B7-4332A560692A}" destId="{FC3AC061-BD5E-436F-B157-F41D0642DBED}" srcOrd="1" destOrd="0" presId="urn:microsoft.com/office/officeart/2005/8/layout/vList3"/>
    <dgm:cxn modelId="{1972ADC2-58C5-4DAC-B140-17D8DA78C30C}" type="presParOf" srcId="{C4DBA6D9-6BE6-4565-BA35-9F3DB851D990}" destId="{27A9E3C0-B4D5-453A-88A5-A68492E0BC87}" srcOrd="5" destOrd="0" presId="urn:microsoft.com/office/officeart/2005/8/layout/vList3"/>
    <dgm:cxn modelId="{5DB14AD7-B2B5-468E-8905-E55B654FC97E}" type="presParOf" srcId="{C4DBA6D9-6BE6-4565-BA35-9F3DB851D990}" destId="{9AC7E934-2032-47B8-9D04-2DD8108F9C59}" srcOrd="6" destOrd="0" presId="urn:microsoft.com/office/officeart/2005/8/layout/vList3"/>
    <dgm:cxn modelId="{73F0ADDD-CB67-494F-8B49-83110E238EA6}" type="presParOf" srcId="{9AC7E934-2032-47B8-9D04-2DD8108F9C59}" destId="{2DDBD1F9-F34C-4FDE-A5BF-4277F0E00BC1}" srcOrd="0" destOrd="0" presId="urn:microsoft.com/office/officeart/2005/8/layout/vList3"/>
    <dgm:cxn modelId="{B86AE55C-AB34-4FDA-BA4B-7D3C011A1645}" type="presParOf" srcId="{9AC7E934-2032-47B8-9D04-2DD8108F9C59}" destId="{C0226E53-249E-4507-865F-178F275B5271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9.xml><?xml version="1.0" encoding="utf-8"?>
<dgm:dataModel xmlns:dgm="http://schemas.openxmlformats.org/drawingml/2006/diagram" xmlns:a="http://schemas.openxmlformats.org/drawingml/2006/main">
  <dgm:ptLst>
    <dgm:pt modelId="{29AA1B25-90D5-4968-ABBF-41A67C73CD19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835E01F-D379-4765-B1D1-966230D4FD90}">
      <dgm:prSet/>
      <dgm:spPr/>
      <dgm:t>
        <a:bodyPr/>
        <a:lstStyle/>
        <a:p>
          <a:r>
            <a:rPr lang="ru-RU" b="0" i="0"/>
            <a:t>утворення Речі Посполитої</a:t>
          </a:r>
          <a:endParaRPr lang="uk-UA"/>
        </a:p>
      </dgm:t>
    </dgm:pt>
    <dgm:pt modelId="{8363A505-9909-45A3-818F-6AA0C1448503}" type="parTrans" cxnId="{6FDB3482-9E3F-452B-BAAD-901D15B6C524}">
      <dgm:prSet/>
      <dgm:spPr/>
      <dgm:t>
        <a:bodyPr/>
        <a:lstStyle/>
        <a:p>
          <a:endParaRPr lang="uk-UA"/>
        </a:p>
      </dgm:t>
    </dgm:pt>
    <dgm:pt modelId="{040D70F6-C5FA-4A23-B1FB-53FB6DCB13F4}" type="sibTrans" cxnId="{6FDB3482-9E3F-452B-BAAD-901D15B6C524}">
      <dgm:prSet/>
      <dgm:spPr/>
      <dgm:t>
        <a:bodyPr/>
        <a:lstStyle/>
        <a:p>
          <a:endParaRPr lang="uk-UA"/>
        </a:p>
      </dgm:t>
    </dgm:pt>
    <dgm:pt modelId="{AF706220-98B0-4983-B9A0-CE1BE886BFFE}">
      <dgm:prSet/>
      <dgm:spPr/>
      <dgm:t>
        <a:bodyPr/>
        <a:lstStyle/>
        <a:p>
          <a:r>
            <a:rPr lang="ru-RU" b="0" i="0"/>
            <a:t>укладення Берестейської унії</a:t>
          </a:r>
          <a:endParaRPr lang="uk-UA"/>
        </a:p>
      </dgm:t>
    </dgm:pt>
    <dgm:pt modelId="{D44CAACF-C93A-42C2-A94D-E9275FD2932B}" type="parTrans" cxnId="{B9EAA8DC-A2C3-48DF-AB4A-7C1C20262DBE}">
      <dgm:prSet/>
      <dgm:spPr/>
      <dgm:t>
        <a:bodyPr/>
        <a:lstStyle/>
        <a:p>
          <a:endParaRPr lang="uk-UA"/>
        </a:p>
      </dgm:t>
    </dgm:pt>
    <dgm:pt modelId="{FE8B7260-1CC0-4713-815C-CDC42701A68A}" type="sibTrans" cxnId="{B9EAA8DC-A2C3-48DF-AB4A-7C1C20262DBE}">
      <dgm:prSet/>
      <dgm:spPr/>
      <dgm:t>
        <a:bodyPr/>
        <a:lstStyle/>
        <a:p>
          <a:endParaRPr lang="uk-UA"/>
        </a:p>
      </dgm:t>
    </dgm:pt>
    <dgm:pt modelId="{D83CC2B4-0276-4F27-9403-DCF6F6924C9F}">
      <dgm:prSet/>
      <dgm:spPr/>
      <dgm:t>
        <a:bodyPr/>
        <a:lstStyle/>
        <a:p>
          <a:r>
            <a:rPr lang="ru-RU" b="0" i="0"/>
            <a:t>заснування перших православних братств у Львові</a:t>
          </a:r>
          <a:endParaRPr lang="uk-UA"/>
        </a:p>
      </dgm:t>
    </dgm:pt>
    <dgm:pt modelId="{D717A0B9-6FE0-414B-840A-CB85B0C5A56A}" type="parTrans" cxnId="{A75D0A07-A740-4CEA-AE23-E5A74F8EE7C8}">
      <dgm:prSet/>
      <dgm:spPr/>
      <dgm:t>
        <a:bodyPr/>
        <a:lstStyle/>
        <a:p>
          <a:endParaRPr lang="uk-UA"/>
        </a:p>
      </dgm:t>
    </dgm:pt>
    <dgm:pt modelId="{649CDE69-797C-4F39-81C5-68D55324A73E}" type="sibTrans" cxnId="{A75D0A07-A740-4CEA-AE23-E5A74F8EE7C8}">
      <dgm:prSet/>
      <dgm:spPr/>
      <dgm:t>
        <a:bodyPr/>
        <a:lstStyle/>
        <a:p>
          <a:endParaRPr lang="uk-UA"/>
        </a:p>
      </dgm:t>
    </dgm:pt>
    <dgm:pt modelId="{071FE7C5-2E81-414C-B0C4-C3272D0AEA65}">
      <dgm:prSet/>
      <dgm:spPr/>
      <dgm:t>
        <a:bodyPr/>
        <a:lstStyle/>
        <a:p>
          <a:r>
            <a:rPr lang="ru-RU" b="0" i="0" dirty="0" err="1"/>
            <a:t>обрання</a:t>
          </a:r>
          <a:r>
            <a:rPr lang="ru-RU" b="0" i="0" dirty="0"/>
            <a:t> П. </a:t>
          </a:r>
          <a:r>
            <a:rPr lang="ru-RU" b="0" i="0" dirty="0" err="1"/>
            <a:t>Могили</a:t>
          </a:r>
          <a:r>
            <a:rPr lang="ru-RU" b="0" i="0" dirty="0"/>
            <a:t> </a:t>
          </a:r>
          <a:r>
            <a:rPr lang="ru-RU" b="0" i="0" dirty="0" err="1"/>
            <a:t>Київським</a:t>
          </a:r>
          <a:r>
            <a:rPr lang="ru-RU" b="0" i="0" dirty="0"/>
            <a:t> митрополитом</a:t>
          </a:r>
          <a:endParaRPr lang="uk-UA" dirty="0"/>
        </a:p>
      </dgm:t>
    </dgm:pt>
    <dgm:pt modelId="{8DF2E8F1-1C9C-4196-B3F4-DED4DC765BA4}" type="parTrans" cxnId="{75ECA945-E8F7-48E2-A535-C4E7885BA44D}">
      <dgm:prSet/>
      <dgm:spPr/>
      <dgm:t>
        <a:bodyPr/>
        <a:lstStyle/>
        <a:p>
          <a:endParaRPr lang="uk-UA"/>
        </a:p>
      </dgm:t>
    </dgm:pt>
    <dgm:pt modelId="{E08B856A-0CD8-40E9-8580-11C37C532A92}" type="sibTrans" cxnId="{75ECA945-E8F7-48E2-A535-C4E7885BA44D}">
      <dgm:prSet/>
      <dgm:spPr/>
      <dgm:t>
        <a:bodyPr/>
        <a:lstStyle/>
        <a:p>
          <a:endParaRPr lang="uk-UA"/>
        </a:p>
      </dgm:t>
    </dgm:pt>
    <dgm:pt modelId="{387C2962-9971-4A19-ADF7-65CA24E8EDE5}" type="pres">
      <dgm:prSet presAssocID="{29AA1B25-90D5-4968-ABBF-41A67C73CD19}" presName="Name0" presStyleCnt="0">
        <dgm:presLayoutVars>
          <dgm:chMax val="7"/>
          <dgm:chPref val="7"/>
          <dgm:dir/>
        </dgm:presLayoutVars>
      </dgm:prSet>
      <dgm:spPr/>
    </dgm:pt>
    <dgm:pt modelId="{13FB46D0-1592-49CA-90B1-1A68E6E2CDCF}" type="pres">
      <dgm:prSet presAssocID="{29AA1B25-90D5-4968-ABBF-41A67C73CD19}" presName="Name1" presStyleCnt="0"/>
      <dgm:spPr/>
    </dgm:pt>
    <dgm:pt modelId="{D142703D-981C-4D75-A611-AA450D1850C5}" type="pres">
      <dgm:prSet presAssocID="{29AA1B25-90D5-4968-ABBF-41A67C73CD19}" presName="cycle" presStyleCnt="0"/>
      <dgm:spPr/>
    </dgm:pt>
    <dgm:pt modelId="{4FAD7D2C-FB54-400D-A873-BC40E7A2A0F0}" type="pres">
      <dgm:prSet presAssocID="{29AA1B25-90D5-4968-ABBF-41A67C73CD19}" presName="srcNode" presStyleLbl="node1" presStyleIdx="0" presStyleCnt="4"/>
      <dgm:spPr/>
    </dgm:pt>
    <dgm:pt modelId="{51EDA6E4-DE79-4F33-A13B-5C0F8E6C5568}" type="pres">
      <dgm:prSet presAssocID="{29AA1B25-90D5-4968-ABBF-41A67C73CD19}" presName="conn" presStyleLbl="parChTrans1D2" presStyleIdx="0" presStyleCnt="1"/>
      <dgm:spPr/>
    </dgm:pt>
    <dgm:pt modelId="{ECEFE852-5E13-4241-B5B3-11EBED98A003}" type="pres">
      <dgm:prSet presAssocID="{29AA1B25-90D5-4968-ABBF-41A67C73CD19}" presName="extraNode" presStyleLbl="node1" presStyleIdx="0" presStyleCnt="4"/>
      <dgm:spPr/>
    </dgm:pt>
    <dgm:pt modelId="{18520B7E-E1B4-41CB-8494-8C0F8D4301DF}" type="pres">
      <dgm:prSet presAssocID="{29AA1B25-90D5-4968-ABBF-41A67C73CD19}" presName="dstNode" presStyleLbl="node1" presStyleIdx="0" presStyleCnt="4"/>
      <dgm:spPr/>
    </dgm:pt>
    <dgm:pt modelId="{868B1B8E-6A62-4C8C-8471-5DCE20774716}" type="pres">
      <dgm:prSet presAssocID="{4835E01F-D379-4765-B1D1-966230D4FD90}" presName="text_1" presStyleLbl="node1" presStyleIdx="0" presStyleCnt="4">
        <dgm:presLayoutVars>
          <dgm:bulletEnabled val="1"/>
        </dgm:presLayoutVars>
      </dgm:prSet>
      <dgm:spPr/>
    </dgm:pt>
    <dgm:pt modelId="{587E6802-D9B5-4A8A-BDC3-54E5D465ECD2}" type="pres">
      <dgm:prSet presAssocID="{4835E01F-D379-4765-B1D1-966230D4FD90}" presName="accent_1" presStyleCnt="0"/>
      <dgm:spPr/>
    </dgm:pt>
    <dgm:pt modelId="{40635C73-4D99-462B-8720-BEE107AED7B2}" type="pres">
      <dgm:prSet presAssocID="{4835E01F-D379-4765-B1D1-966230D4FD90}" presName="accentRepeatNode" presStyleLbl="solidFgAcc1" presStyleIdx="0" presStyleCnt="4"/>
      <dgm:spPr/>
    </dgm:pt>
    <dgm:pt modelId="{F1B74BC0-82DB-428B-B9E7-7A5A4F95CB5C}" type="pres">
      <dgm:prSet presAssocID="{AF706220-98B0-4983-B9A0-CE1BE886BFFE}" presName="text_2" presStyleLbl="node1" presStyleIdx="1" presStyleCnt="4">
        <dgm:presLayoutVars>
          <dgm:bulletEnabled val="1"/>
        </dgm:presLayoutVars>
      </dgm:prSet>
      <dgm:spPr/>
    </dgm:pt>
    <dgm:pt modelId="{EC59EC56-3A07-4C89-977D-B220E11E2BF2}" type="pres">
      <dgm:prSet presAssocID="{AF706220-98B0-4983-B9A0-CE1BE886BFFE}" presName="accent_2" presStyleCnt="0"/>
      <dgm:spPr/>
    </dgm:pt>
    <dgm:pt modelId="{7BA66C6C-6675-438E-A292-80056BDB7711}" type="pres">
      <dgm:prSet presAssocID="{AF706220-98B0-4983-B9A0-CE1BE886BFFE}" presName="accentRepeatNode" presStyleLbl="solidFgAcc1" presStyleIdx="1" presStyleCnt="4"/>
      <dgm:spPr/>
    </dgm:pt>
    <dgm:pt modelId="{829B9BE1-C49F-4EFB-9B9E-06326116F9BB}" type="pres">
      <dgm:prSet presAssocID="{D83CC2B4-0276-4F27-9403-DCF6F6924C9F}" presName="text_3" presStyleLbl="node1" presStyleIdx="2" presStyleCnt="4">
        <dgm:presLayoutVars>
          <dgm:bulletEnabled val="1"/>
        </dgm:presLayoutVars>
      </dgm:prSet>
      <dgm:spPr/>
    </dgm:pt>
    <dgm:pt modelId="{4099CD6F-E949-4754-9F35-4230D7B85288}" type="pres">
      <dgm:prSet presAssocID="{D83CC2B4-0276-4F27-9403-DCF6F6924C9F}" presName="accent_3" presStyleCnt="0"/>
      <dgm:spPr/>
    </dgm:pt>
    <dgm:pt modelId="{F7454233-1232-47AF-A4A4-D5EAAA4F7676}" type="pres">
      <dgm:prSet presAssocID="{D83CC2B4-0276-4F27-9403-DCF6F6924C9F}" presName="accentRepeatNode" presStyleLbl="solidFgAcc1" presStyleIdx="2" presStyleCnt="4"/>
      <dgm:spPr/>
    </dgm:pt>
    <dgm:pt modelId="{53A42687-F4F5-4265-9BA3-09DDF050EE6B}" type="pres">
      <dgm:prSet presAssocID="{071FE7C5-2E81-414C-B0C4-C3272D0AEA65}" presName="text_4" presStyleLbl="node1" presStyleIdx="3" presStyleCnt="4">
        <dgm:presLayoutVars>
          <dgm:bulletEnabled val="1"/>
        </dgm:presLayoutVars>
      </dgm:prSet>
      <dgm:spPr/>
    </dgm:pt>
    <dgm:pt modelId="{5AB1ED2D-A529-4CFE-B5D7-FBCBAEFF9A1B}" type="pres">
      <dgm:prSet presAssocID="{071FE7C5-2E81-414C-B0C4-C3272D0AEA65}" presName="accent_4" presStyleCnt="0"/>
      <dgm:spPr/>
    </dgm:pt>
    <dgm:pt modelId="{A740B261-DBBB-4421-B8C4-D6B01BBABF1A}" type="pres">
      <dgm:prSet presAssocID="{071FE7C5-2E81-414C-B0C4-C3272D0AEA65}" presName="accentRepeatNode" presStyleLbl="solidFgAcc1" presStyleIdx="3" presStyleCnt="4"/>
      <dgm:spPr/>
    </dgm:pt>
  </dgm:ptLst>
  <dgm:cxnLst>
    <dgm:cxn modelId="{A75D0A07-A740-4CEA-AE23-E5A74F8EE7C8}" srcId="{29AA1B25-90D5-4968-ABBF-41A67C73CD19}" destId="{D83CC2B4-0276-4F27-9403-DCF6F6924C9F}" srcOrd="2" destOrd="0" parTransId="{D717A0B9-6FE0-414B-840A-CB85B0C5A56A}" sibTransId="{649CDE69-797C-4F39-81C5-68D55324A73E}"/>
    <dgm:cxn modelId="{479FF817-AA6E-4D8C-A960-17D96A9025DD}" type="presOf" srcId="{4835E01F-D379-4765-B1D1-966230D4FD90}" destId="{868B1B8E-6A62-4C8C-8471-5DCE20774716}" srcOrd="0" destOrd="0" presId="urn:microsoft.com/office/officeart/2008/layout/VerticalCurvedList"/>
    <dgm:cxn modelId="{FC339934-9ED6-4771-B9AF-AD4246F61CCB}" type="presOf" srcId="{040D70F6-C5FA-4A23-B1FB-53FB6DCB13F4}" destId="{51EDA6E4-DE79-4F33-A13B-5C0F8E6C5568}" srcOrd="0" destOrd="0" presId="urn:microsoft.com/office/officeart/2008/layout/VerticalCurvedList"/>
    <dgm:cxn modelId="{A20E625F-BEEB-4E3B-8DDE-78D94F0BCF67}" type="presOf" srcId="{071FE7C5-2E81-414C-B0C4-C3272D0AEA65}" destId="{53A42687-F4F5-4265-9BA3-09DDF050EE6B}" srcOrd="0" destOrd="0" presId="urn:microsoft.com/office/officeart/2008/layout/VerticalCurvedList"/>
    <dgm:cxn modelId="{75ECA945-E8F7-48E2-A535-C4E7885BA44D}" srcId="{29AA1B25-90D5-4968-ABBF-41A67C73CD19}" destId="{071FE7C5-2E81-414C-B0C4-C3272D0AEA65}" srcOrd="3" destOrd="0" parTransId="{8DF2E8F1-1C9C-4196-B3F4-DED4DC765BA4}" sibTransId="{E08B856A-0CD8-40E9-8580-11C37C532A92}"/>
    <dgm:cxn modelId="{70AADF81-ABE1-4F42-8696-3BECAE97DC8E}" type="presOf" srcId="{29AA1B25-90D5-4968-ABBF-41A67C73CD19}" destId="{387C2962-9971-4A19-ADF7-65CA24E8EDE5}" srcOrd="0" destOrd="0" presId="urn:microsoft.com/office/officeart/2008/layout/VerticalCurvedList"/>
    <dgm:cxn modelId="{6FDB3482-9E3F-452B-BAAD-901D15B6C524}" srcId="{29AA1B25-90D5-4968-ABBF-41A67C73CD19}" destId="{4835E01F-D379-4765-B1D1-966230D4FD90}" srcOrd="0" destOrd="0" parTransId="{8363A505-9909-45A3-818F-6AA0C1448503}" sibTransId="{040D70F6-C5FA-4A23-B1FB-53FB6DCB13F4}"/>
    <dgm:cxn modelId="{821C9898-12C3-4B7C-B546-38C1F2B0FFDC}" type="presOf" srcId="{AF706220-98B0-4983-B9A0-CE1BE886BFFE}" destId="{F1B74BC0-82DB-428B-B9E7-7A5A4F95CB5C}" srcOrd="0" destOrd="0" presId="urn:microsoft.com/office/officeart/2008/layout/VerticalCurvedList"/>
    <dgm:cxn modelId="{B9EAA8DC-A2C3-48DF-AB4A-7C1C20262DBE}" srcId="{29AA1B25-90D5-4968-ABBF-41A67C73CD19}" destId="{AF706220-98B0-4983-B9A0-CE1BE886BFFE}" srcOrd="1" destOrd="0" parTransId="{D44CAACF-C93A-42C2-A94D-E9275FD2932B}" sibTransId="{FE8B7260-1CC0-4713-815C-CDC42701A68A}"/>
    <dgm:cxn modelId="{C72B2CEF-93E4-49BE-8AD8-C05F49A46780}" type="presOf" srcId="{D83CC2B4-0276-4F27-9403-DCF6F6924C9F}" destId="{829B9BE1-C49F-4EFB-9B9E-06326116F9BB}" srcOrd="0" destOrd="0" presId="urn:microsoft.com/office/officeart/2008/layout/VerticalCurvedList"/>
    <dgm:cxn modelId="{B8AC41AB-1EBA-427C-A75E-D55573347863}" type="presParOf" srcId="{387C2962-9971-4A19-ADF7-65CA24E8EDE5}" destId="{13FB46D0-1592-49CA-90B1-1A68E6E2CDCF}" srcOrd="0" destOrd="0" presId="urn:microsoft.com/office/officeart/2008/layout/VerticalCurvedList"/>
    <dgm:cxn modelId="{15F0FFF5-A909-4F29-8BA5-23C949587DDE}" type="presParOf" srcId="{13FB46D0-1592-49CA-90B1-1A68E6E2CDCF}" destId="{D142703D-981C-4D75-A611-AA450D1850C5}" srcOrd="0" destOrd="0" presId="urn:microsoft.com/office/officeart/2008/layout/VerticalCurvedList"/>
    <dgm:cxn modelId="{92F7814F-68FC-4A4A-B31E-4ABF008E61ED}" type="presParOf" srcId="{D142703D-981C-4D75-A611-AA450D1850C5}" destId="{4FAD7D2C-FB54-400D-A873-BC40E7A2A0F0}" srcOrd="0" destOrd="0" presId="urn:microsoft.com/office/officeart/2008/layout/VerticalCurvedList"/>
    <dgm:cxn modelId="{A8F1FC05-E6FA-427A-AC2D-03AD06E669A1}" type="presParOf" srcId="{D142703D-981C-4D75-A611-AA450D1850C5}" destId="{51EDA6E4-DE79-4F33-A13B-5C0F8E6C5568}" srcOrd="1" destOrd="0" presId="urn:microsoft.com/office/officeart/2008/layout/VerticalCurvedList"/>
    <dgm:cxn modelId="{0FE46739-6ABB-4948-83F8-668264F0E5A1}" type="presParOf" srcId="{D142703D-981C-4D75-A611-AA450D1850C5}" destId="{ECEFE852-5E13-4241-B5B3-11EBED98A003}" srcOrd="2" destOrd="0" presId="urn:microsoft.com/office/officeart/2008/layout/VerticalCurvedList"/>
    <dgm:cxn modelId="{44C53287-DC18-4447-9E46-78FA38D05A68}" type="presParOf" srcId="{D142703D-981C-4D75-A611-AA450D1850C5}" destId="{18520B7E-E1B4-41CB-8494-8C0F8D4301DF}" srcOrd="3" destOrd="0" presId="urn:microsoft.com/office/officeart/2008/layout/VerticalCurvedList"/>
    <dgm:cxn modelId="{ACC8177F-B7ED-4ABB-929A-9BB20416A09A}" type="presParOf" srcId="{13FB46D0-1592-49CA-90B1-1A68E6E2CDCF}" destId="{868B1B8E-6A62-4C8C-8471-5DCE20774716}" srcOrd="1" destOrd="0" presId="urn:microsoft.com/office/officeart/2008/layout/VerticalCurvedList"/>
    <dgm:cxn modelId="{E8B3975B-981E-41F1-BD44-A27130E7CDEB}" type="presParOf" srcId="{13FB46D0-1592-49CA-90B1-1A68E6E2CDCF}" destId="{587E6802-D9B5-4A8A-BDC3-54E5D465ECD2}" srcOrd="2" destOrd="0" presId="urn:microsoft.com/office/officeart/2008/layout/VerticalCurvedList"/>
    <dgm:cxn modelId="{A19F449E-55BD-4FFA-A06F-46D0E9FD495E}" type="presParOf" srcId="{587E6802-D9B5-4A8A-BDC3-54E5D465ECD2}" destId="{40635C73-4D99-462B-8720-BEE107AED7B2}" srcOrd="0" destOrd="0" presId="urn:microsoft.com/office/officeart/2008/layout/VerticalCurvedList"/>
    <dgm:cxn modelId="{FDBD347B-B67D-4C60-8563-ACF6D9AE9408}" type="presParOf" srcId="{13FB46D0-1592-49CA-90B1-1A68E6E2CDCF}" destId="{F1B74BC0-82DB-428B-B9E7-7A5A4F95CB5C}" srcOrd="3" destOrd="0" presId="urn:microsoft.com/office/officeart/2008/layout/VerticalCurvedList"/>
    <dgm:cxn modelId="{48A03E27-A641-4295-B0B6-A4E9B385FA61}" type="presParOf" srcId="{13FB46D0-1592-49CA-90B1-1A68E6E2CDCF}" destId="{EC59EC56-3A07-4C89-977D-B220E11E2BF2}" srcOrd="4" destOrd="0" presId="urn:microsoft.com/office/officeart/2008/layout/VerticalCurvedList"/>
    <dgm:cxn modelId="{AB4E07DF-2F3C-432F-B5B8-CF954862C3F1}" type="presParOf" srcId="{EC59EC56-3A07-4C89-977D-B220E11E2BF2}" destId="{7BA66C6C-6675-438E-A292-80056BDB7711}" srcOrd="0" destOrd="0" presId="urn:microsoft.com/office/officeart/2008/layout/VerticalCurvedList"/>
    <dgm:cxn modelId="{74DF738F-293D-465F-8C6D-8F7BE43695BF}" type="presParOf" srcId="{13FB46D0-1592-49CA-90B1-1A68E6E2CDCF}" destId="{829B9BE1-C49F-4EFB-9B9E-06326116F9BB}" srcOrd="5" destOrd="0" presId="urn:microsoft.com/office/officeart/2008/layout/VerticalCurvedList"/>
    <dgm:cxn modelId="{FD2F3C4C-0E15-4C2D-B6BE-9A8AC2821C71}" type="presParOf" srcId="{13FB46D0-1592-49CA-90B1-1A68E6E2CDCF}" destId="{4099CD6F-E949-4754-9F35-4230D7B85288}" srcOrd="6" destOrd="0" presId="urn:microsoft.com/office/officeart/2008/layout/VerticalCurvedList"/>
    <dgm:cxn modelId="{EBE0074D-F3A5-4619-9B19-6ED61BFC07C7}" type="presParOf" srcId="{4099CD6F-E949-4754-9F35-4230D7B85288}" destId="{F7454233-1232-47AF-A4A4-D5EAAA4F7676}" srcOrd="0" destOrd="0" presId="urn:microsoft.com/office/officeart/2008/layout/VerticalCurvedList"/>
    <dgm:cxn modelId="{E37025E6-E793-44FF-AD5F-C886A2156E9E}" type="presParOf" srcId="{13FB46D0-1592-49CA-90B1-1A68E6E2CDCF}" destId="{53A42687-F4F5-4265-9BA3-09DDF050EE6B}" srcOrd="7" destOrd="0" presId="urn:microsoft.com/office/officeart/2008/layout/VerticalCurvedList"/>
    <dgm:cxn modelId="{A649EEAC-786A-46DC-AF2D-E2A70C10EF5B}" type="presParOf" srcId="{13FB46D0-1592-49CA-90B1-1A68E6E2CDCF}" destId="{5AB1ED2D-A529-4CFE-B5D7-FBCBAEFF9A1B}" srcOrd="8" destOrd="0" presId="urn:microsoft.com/office/officeart/2008/layout/VerticalCurvedList"/>
    <dgm:cxn modelId="{C63DC6F8-920B-4F9D-9963-AA4E7C7A77BC}" type="presParOf" srcId="{5AB1ED2D-A529-4CFE-B5D7-FBCBAEFF9A1B}" destId="{A740B261-DBBB-4421-B8C4-D6B01BBABF1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0.xml><?xml version="1.0" encoding="utf-8"?>
<dgm:dataModel xmlns:dgm="http://schemas.openxmlformats.org/drawingml/2006/diagram" xmlns:a="http://schemas.openxmlformats.org/drawingml/2006/main">
  <dgm:ptLst>
    <dgm:pt modelId="{D87EF544-EBF7-47FF-83C9-BA4CDC005032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CE37F0A-BF02-493C-9C1B-07DE67BC5AA3}">
      <dgm:prSet/>
      <dgm:spPr/>
      <dgm:t>
        <a:bodyPr/>
        <a:lstStyle/>
        <a:p>
          <a:r>
            <a:rPr lang="ru-RU" b="0" i="0"/>
            <a:t>реформування православної церкви</a:t>
          </a:r>
          <a:endParaRPr lang="uk-UA"/>
        </a:p>
      </dgm:t>
    </dgm:pt>
    <dgm:pt modelId="{C64AE03A-B18E-4FBD-B74F-C4A48550D7B6}" type="parTrans" cxnId="{DE9ACCC2-C116-4F88-B961-B12971C46C71}">
      <dgm:prSet/>
      <dgm:spPr/>
      <dgm:t>
        <a:bodyPr/>
        <a:lstStyle/>
        <a:p>
          <a:endParaRPr lang="uk-UA"/>
        </a:p>
      </dgm:t>
    </dgm:pt>
    <dgm:pt modelId="{C0B9B030-902D-42FD-AE03-ACBF325E857C}" type="sibTrans" cxnId="{DE9ACCC2-C116-4F88-B961-B12971C46C71}">
      <dgm:prSet/>
      <dgm:spPr/>
      <dgm:t>
        <a:bodyPr/>
        <a:lstStyle/>
        <a:p>
          <a:endParaRPr lang="uk-UA"/>
        </a:p>
      </dgm:t>
    </dgm:pt>
    <dgm:pt modelId="{71CDF109-E26A-460A-B611-FC01F4AF0590}">
      <dgm:prSet/>
      <dgm:spPr/>
      <dgm:t>
        <a:bodyPr/>
        <a:lstStyle/>
        <a:p>
          <a:r>
            <a:rPr lang="ru-RU" b="0" i="0"/>
            <a:t>масове покозачення селянства</a:t>
          </a:r>
          <a:endParaRPr lang="uk-UA"/>
        </a:p>
      </dgm:t>
    </dgm:pt>
    <dgm:pt modelId="{E84EA7B3-75D1-4303-B030-D8F41EE1A80C}" type="parTrans" cxnId="{13D7F874-2666-44A6-AC35-40B0F981A5A7}">
      <dgm:prSet/>
      <dgm:spPr/>
      <dgm:t>
        <a:bodyPr/>
        <a:lstStyle/>
        <a:p>
          <a:endParaRPr lang="uk-UA"/>
        </a:p>
      </dgm:t>
    </dgm:pt>
    <dgm:pt modelId="{D9BABC80-0E94-4C3D-B748-FB16327B5F82}" type="sibTrans" cxnId="{13D7F874-2666-44A6-AC35-40B0F981A5A7}">
      <dgm:prSet/>
      <dgm:spPr/>
      <dgm:t>
        <a:bodyPr/>
        <a:lstStyle/>
        <a:p>
          <a:endParaRPr lang="uk-UA"/>
        </a:p>
      </dgm:t>
    </dgm:pt>
    <dgm:pt modelId="{A0BBCCE8-6AF4-439D-A1AA-275F95D34E1A}">
      <dgm:prSet/>
      <dgm:spPr/>
      <dgm:t>
        <a:bodyPr/>
        <a:lstStyle/>
        <a:p>
          <a:r>
            <a:rPr lang="ru-RU" b="0" i="0" dirty="0" err="1"/>
            <a:t>поширення</a:t>
          </a:r>
          <a:r>
            <a:rPr lang="ru-RU" b="0" i="0" dirty="0"/>
            <a:t> </a:t>
          </a:r>
          <a:r>
            <a:rPr lang="ru-RU" b="0" i="0" dirty="0" err="1"/>
            <a:t>фільварків</a:t>
          </a:r>
          <a:endParaRPr lang="uk-UA" dirty="0"/>
        </a:p>
      </dgm:t>
    </dgm:pt>
    <dgm:pt modelId="{4F7C6A14-ED3C-4CB3-93C8-4A6048F618A2}" type="parTrans" cxnId="{5BA0E87F-91F5-4AB3-8DED-3723CDC48152}">
      <dgm:prSet/>
      <dgm:spPr/>
      <dgm:t>
        <a:bodyPr/>
        <a:lstStyle/>
        <a:p>
          <a:endParaRPr lang="uk-UA"/>
        </a:p>
      </dgm:t>
    </dgm:pt>
    <dgm:pt modelId="{B2D4BA75-8E2D-4C13-B32D-F49D1B9BDCAD}" type="sibTrans" cxnId="{5BA0E87F-91F5-4AB3-8DED-3723CDC48152}">
      <dgm:prSet/>
      <dgm:spPr/>
      <dgm:t>
        <a:bodyPr/>
        <a:lstStyle/>
        <a:p>
          <a:endParaRPr lang="uk-UA"/>
        </a:p>
      </dgm:t>
    </dgm:pt>
    <dgm:pt modelId="{28525123-B687-4B61-B17F-589EC7049BB7}">
      <dgm:prSet/>
      <dgm:spPr/>
      <dgm:t>
        <a:bodyPr/>
        <a:lstStyle/>
        <a:p>
          <a:r>
            <a:rPr lang="ru-RU" b="0" i="0"/>
            <a:t>започаткування книгодрукування</a:t>
          </a:r>
          <a:endParaRPr lang="uk-UA"/>
        </a:p>
      </dgm:t>
    </dgm:pt>
    <dgm:pt modelId="{99A4BFC2-A5DF-44B0-B166-7EBDB734E2D5}" type="parTrans" cxnId="{2A5F4F22-D0DD-4688-957F-E1407EABB845}">
      <dgm:prSet/>
      <dgm:spPr/>
      <dgm:t>
        <a:bodyPr/>
        <a:lstStyle/>
        <a:p>
          <a:endParaRPr lang="uk-UA"/>
        </a:p>
      </dgm:t>
    </dgm:pt>
    <dgm:pt modelId="{C20BD3D4-75D4-4515-B2C3-CFAC3EB1B181}" type="sibTrans" cxnId="{2A5F4F22-D0DD-4688-957F-E1407EABB845}">
      <dgm:prSet/>
      <dgm:spPr/>
      <dgm:t>
        <a:bodyPr/>
        <a:lstStyle/>
        <a:p>
          <a:endParaRPr lang="uk-UA"/>
        </a:p>
      </dgm:t>
    </dgm:pt>
    <dgm:pt modelId="{98E12BBB-6E03-4885-B2FD-6119CE8600D4}">
      <dgm:prSet/>
      <dgm:spPr/>
      <dgm:t>
        <a:bodyPr/>
        <a:lstStyle/>
        <a:p>
          <a:r>
            <a:rPr lang="ru-RU" b="0" i="0" dirty="0" err="1"/>
            <a:t>розкол</a:t>
          </a:r>
          <a:r>
            <a:rPr lang="ru-RU" b="0" i="0" dirty="0"/>
            <a:t> </a:t>
          </a:r>
          <a:r>
            <a:rPr lang="ru-RU" b="0" i="0" dirty="0" err="1"/>
            <a:t>православної</a:t>
          </a:r>
          <a:r>
            <a:rPr lang="ru-RU" b="0" i="0" dirty="0"/>
            <a:t> церкви</a:t>
          </a:r>
          <a:endParaRPr lang="uk-UA" dirty="0"/>
        </a:p>
      </dgm:t>
    </dgm:pt>
    <dgm:pt modelId="{4356243F-4470-40CF-973C-D41C232C74EC}" type="parTrans" cxnId="{84C8BC65-3FA4-44A8-B7AE-1B3F2AB4956C}">
      <dgm:prSet/>
      <dgm:spPr/>
      <dgm:t>
        <a:bodyPr/>
        <a:lstStyle/>
        <a:p>
          <a:endParaRPr lang="uk-UA"/>
        </a:p>
      </dgm:t>
    </dgm:pt>
    <dgm:pt modelId="{26D4B216-4A1B-44FD-BBBA-65FBF1163066}" type="sibTrans" cxnId="{84C8BC65-3FA4-44A8-B7AE-1B3F2AB4956C}">
      <dgm:prSet/>
      <dgm:spPr/>
      <dgm:t>
        <a:bodyPr/>
        <a:lstStyle/>
        <a:p>
          <a:endParaRPr lang="uk-UA"/>
        </a:p>
      </dgm:t>
    </dgm:pt>
    <dgm:pt modelId="{61087D7C-5353-4F21-B241-9D700258443E}" type="pres">
      <dgm:prSet presAssocID="{D87EF544-EBF7-47FF-83C9-BA4CDC005032}" presName="linearFlow" presStyleCnt="0">
        <dgm:presLayoutVars>
          <dgm:dir/>
          <dgm:resizeHandles val="exact"/>
        </dgm:presLayoutVars>
      </dgm:prSet>
      <dgm:spPr/>
    </dgm:pt>
    <dgm:pt modelId="{A308CB0D-5D00-4E1C-99B5-33DF50612D20}" type="pres">
      <dgm:prSet presAssocID="{7CE37F0A-BF02-493C-9C1B-07DE67BC5AA3}" presName="composite" presStyleCnt="0"/>
      <dgm:spPr/>
    </dgm:pt>
    <dgm:pt modelId="{5DB7A8DF-33F7-418A-B7A9-BC382A1470F0}" type="pres">
      <dgm:prSet presAssocID="{7CE37F0A-BF02-493C-9C1B-07DE67BC5AA3}" presName="imgShp" presStyleLbl="fgImgPlace1" presStyleIdx="0" presStyleCnt="5"/>
      <dgm:spPr/>
    </dgm:pt>
    <dgm:pt modelId="{F865C387-3FD1-4442-A7CA-441A31017EF9}" type="pres">
      <dgm:prSet presAssocID="{7CE37F0A-BF02-493C-9C1B-07DE67BC5AA3}" presName="txShp" presStyleLbl="node1" presStyleIdx="0" presStyleCnt="5">
        <dgm:presLayoutVars>
          <dgm:bulletEnabled val="1"/>
        </dgm:presLayoutVars>
      </dgm:prSet>
      <dgm:spPr/>
    </dgm:pt>
    <dgm:pt modelId="{ED0E6BD8-B9BD-4267-8F53-4983C440D07A}" type="pres">
      <dgm:prSet presAssocID="{C0B9B030-902D-42FD-AE03-ACBF325E857C}" presName="spacing" presStyleCnt="0"/>
      <dgm:spPr/>
    </dgm:pt>
    <dgm:pt modelId="{0951E657-B8B1-4DB4-B18A-DE3310E15B7E}" type="pres">
      <dgm:prSet presAssocID="{71CDF109-E26A-460A-B611-FC01F4AF0590}" presName="composite" presStyleCnt="0"/>
      <dgm:spPr/>
    </dgm:pt>
    <dgm:pt modelId="{AD142DC0-E4D8-4546-84A8-6C6999377999}" type="pres">
      <dgm:prSet presAssocID="{71CDF109-E26A-460A-B611-FC01F4AF0590}" presName="imgShp" presStyleLbl="fgImgPlace1" presStyleIdx="1" presStyleCnt="5"/>
      <dgm:spPr/>
    </dgm:pt>
    <dgm:pt modelId="{20663FBE-204D-4371-A742-DA4AAE9C140A}" type="pres">
      <dgm:prSet presAssocID="{71CDF109-E26A-460A-B611-FC01F4AF0590}" presName="txShp" presStyleLbl="node1" presStyleIdx="1" presStyleCnt="5">
        <dgm:presLayoutVars>
          <dgm:bulletEnabled val="1"/>
        </dgm:presLayoutVars>
      </dgm:prSet>
      <dgm:spPr/>
    </dgm:pt>
    <dgm:pt modelId="{F38DD6AD-5D51-44FB-A523-0BDFA2E44454}" type="pres">
      <dgm:prSet presAssocID="{D9BABC80-0E94-4C3D-B748-FB16327B5F82}" presName="spacing" presStyleCnt="0"/>
      <dgm:spPr/>
    </dgm:pt>
    <dgm:pt modelId="{7689FF38-2AEE-43A7-BB0E-F8C5F6E12487}" type="pres">
      <dgm:prSet presAssocID="{A0BBCCE8-6AF4-439D-A1AA-275F95D34E1A}" presName="composite" presStyleCnt="0"/>
      <dgm:spPr/>
    </dgm:pt>
    <dgm:pt modelId="{10951289-5FAE-4B4E-AC16-4B2F616D0FE7}" type="pres">
      <dgm:prSet presAssocID="{A0BBCCE8-6AF4-439D-A1AA-275F95D34E1A}" presName="imgShp" presStyleLbl="fgImgPlace1" presStyleIdx="2" presStyleCnt="5"/>
      <dgm:spPr/>
    </dgm:pt>
    <dgm:pt modelId="{F3C7A9E4-50F2-4AFC-942D-01CAF23B6B54}" type="pres">
      <dgm:prSet presAssocID="{A0BBCCE8-6AF4-439D-A1AA-275F95D34E1A}" presName="txShp" presStyleLbl="node1" presStyleIdx="2" presStyleCnt="5">
        <dgm:presLayoutVars>
          <dgm:bulletEnabled val="1"/>
        </dgm:presLayoutVars>
      </dgm:prSet>
      <dgm:spPr/>
    </dgm:pt>
    <dgm:pt modelId="{90F893F1-ADF5-4C44-9B69-3D253B9AB66C}" type="pres">
      <dgm:prSet presAssocID="{B2D4BA75-8E2D-4C13-B32D-F49D1B9BDCAD}" presName="spacing" presStyleCnt="0"/>
      <dgm:spPr/>
    </dgm:pt>
    <dgm:pt modelId="{051F57DD-EB24-4F14-9157-AAC313A0D884}" type="pres">
      <dgm:prSet presAssocID="{28525123-B687-4B61-B17F-589EC7049BB7}" presName="composite" presStyleCnt="0"/>
      <dgm:spPr/>
    </dgm:pt>
    <dgm:pt modelId="{BD25E9AD-B543-41E0-990A-B23DBE2DA7E8}" type="pres">
      <dgm:prSet presAssocID="{28525123-B687-4B61-B17F-589EC7049BB7}" presName="imgShp" presStyleLbl="fgImgPlace1" presStyleIdx="3" presStyleCnt="5"/>
      <dgm:spPr/>
    </dgm:pt>
    <dgm:pt modelId="{86F66858-FDE9-4E4B-AD00-81DBDAA97F70}" type="pres">
      <dgm:prSet presAssocID="{28525123-B687-4B61-B17F-589EC7049BB7}" presName="txShp" presStyleLbl="node1" presStyleIdx="3" presStyleCnt="5">
        <dgm:presLayoutVars>
          <dgm:bulletEnabled val="1"/>
        </dgm:presLayoutVars>
      </dgm:prSet>
      <dgm:spPr/>
    </dgm:pt>
    <dgm:pt modelId="{2AC8B630-1A77-46C7-A689-2B0EAE2B554C}" type="pres">
      <dgm:prSet presAssocID="{C20BD3D4-75D4-4515-B2C3-CFAC3EB1B181}" presName="spacing" presStyleCnt="0"/>
      <dgm:spPr/>
    </dgm:pt>
    <dgm:pt modelId="{2BE23E80-1A03-4C7A-9553-36B71BDEF7A6}" type="pres">
      <dgm:prSet presAssocID="{98E12BBB-6E03-4885-B2FD-6119CE8600D4}" presName="composite" presStyleCnt="0"/>
      <dgm:spPr/>
    </dgm:pt>
    <dgm:pt modelId="{2F202C64-8B22-41BC-AA4D-6E7F76E6FC68}" type="pres">
      <dgm:prSet presAssocID="{98E12BBB-6E03-4885-B2FD-6119CE8600D4}" presName="imgShp" presStyleLbl="fgImgPlace1" presStyleIdx="4" presStyleCnt="5"/>
      <dgm:spPr/>
    </dgm:pt>
    <dgm:pt modelId="{D5D89EB5-52C8-4C2E-843F-C31EF6AA38D1}" type="pres">
      <dgm:prSet presAssocID="{98E12BBB-6E03-4885-B2FD-6119CE8600D4}" presName="txShp" presStyleLbl="node1" presStyleIdx="4" presStyleCnt="5">
        <dgm:presLayoutVars>
          <dgm:bulletEnabled val="1"/>
        </dgm:presLayoutVars>
      </dgm:prSet>
      <dgm:spPr/>
    </dgm:pt>
  </dgm:ptLst>
  <dgm:cxnLst>
    <dgm:cxn modelId="{F7813A0F-9D6E-4A8E-97D0-E50AC98D74BD}" type="presOf" srcId="{71CDF109-E26A-460A-B611-FC01F4AF0590}" destId="{20663FBE-204D-4371-A742-DA4AAE9C140A}" srcOrd="0" destOrd="0" presId="urn:microsoft.com/office/officeart/2005/8/layout/vList3"/>
    <dgm:cxn modelId="{2A5F4F22-D0DD-4688-957F-E1407EABB845}" srcId="{D87EF544-EBF7-47FF-83C9-BA4CDC005032}" destId="{28525123-B687-4B61-B17F-589EC7049BB7}" srcOrd="3" destOrd="0" parTransId="{99A4BFC2-A5DF-44B0-B166-7EBDB734E2D5}" sibTransId="{C20BD3D4-75D4-4515-B2C3-CFAC3EB1B181}"/>
    <dgm:cxn modelId="{29703D5B-A71C-4E91-8482-70EDAAE52BD7}" type="presOf" srcId="{98E12BBB-6E03-4885-B2FD-6119CE8600D4}" destId="{D5D89EB5-52C8-4C2E-843F-C31EF6AA38D1}" srcOrd="0" destOrd="0" presId="urn:microsoft.com/office/officeart/2005/8/layout/vList3"/>
    <dgm:cxn modelId="{EC6DD863-6989-4625-95CA-6219F24527BB}" type="presOf" srcId="{D87EF544-EBF7-47FF-83C9-BA4CDC005032}" destId="{61087D7C-5353-4F21-B241-9D700258443E}" srcOrd="0" destOrd="0" presId="urn:microsoft.com/office/officeart/2005/8/layout/vList3"/>
    <dgm:cxn modelId="{84C8BC65-3FA4-44A8-B7AE-1B3F2AB4956C}" srcId="{D87EF544-EBF7-47FF-83C9-BA4CDC005032}" destId="{98E12BBB-6E03-4885-B2FD-6119CE8600D4}" srcOrd="4" destOrd="0" parTransId="{4356243F-4470-40CF-973C-D41C232C74EC}" sibTransId="{26D4B216-4A1B-44FD-BBBA-65FBF1163066}"/>
    <dgm:cxn modelId="{D4B92B6E-F842-4EA0-B9F9-DB8B93811E66}" type="presOf" srcId="{A0BBCCE8-6AF4-439D-A1AA-275F95D34E1A}" destId="{F3C7A9E4-50F2-4AFC-942D-01CAF23B6B54}" srcOrd="0" destOrd="0" presId="urn:microsoft.com/office/officeart/2005/8/layout/vList3"/>
    <dgm:cxn modelId="{13D7F874-2666-44A6-AC35-40B0F981A5A7}" srcId="{D87EF544-EBF7-47FF-83C9-BA4CDC005032}" destId="{71CDF109-E26A-460A-B611-FC01F4AF0590}" srcOrd="1" destOrd="0" parTransId="{E84EA7B3-75D1-4303-B030-D8F41EE1A80C}" sibTransId="{D9BABC80-0E94-4C3D-B748-FB16327B5F82}"/>
    <dgm:cxn modelId="{5BA0E87F-91F5-4AB3-8DED-3723CDC48152}" srcId="{D87EF544-EBF7-47FF-83C9-BA4CDC005032}" destId="{A0BBCCE8-6AF4-439D-A1AA-275F95D34E1A}" srcOrd="2" destOrd="0" parTransId="{4F7C6A14-ED3C-4CB3-93C8-4A6048F618A2}" sibTransId="{B2D4BA75-8E2D-4C13-B32D-F49D1B9BDCAD}"/>
    <dgm:cxn modelId="{DE9ACCC2-C116-4F88-B961-B12971C46C71}" srcId="{D87EF544-EBF7-47FF-83C9-BA4CDC005032}" destId="{7CE37F0A-BF02-493C-9C1B-07DE67BC5AA3}" srcOrd="0" destOrd="0" parTransId="{C64AE03A-B18E-4FBD-B74F-C4A48550D7B6}" sibTransId="{C0B9B030-902D-42FD-AE03-ACBF325E857C}"/>
    <dgm:cxn modelId="{908575D8-8624-458B-BB8A-56392C70D24D}" type="presOf" srcId="{7CE37F0A-BF02-493C-9C1B-07DE67BC5AA3}" destId="{F865C387-3FD1-4442-A7CA-441A31017EF9}" srcOrd="0" destOrd="0" presId="urn:microsoft.com/office/officeart/2005/8/layout/vList3"/>
    <dgm:cxn modelId="{C15B4DD9-8F7A-4F8A-BB38-9F22382189BE}" type="presOf" srcId="{28525123-B687-4B61-B17F-589EC7049BB7}" destId="{86F66858-FDE9-4E4B-AD00-81DBDAA97F70}" srcOrd="0" destOrd="0" presId="urn:microsoft.com/office/officeart/2005/8/layout/vList3"/>
    <dgm:cxn modelId="{13811DFF-1ABA-44DA-BF5C-DD43B02F1DE9}" type="presParOf" srcId="{61087D7C-5353-4F21-B241-9D700258443E}" destId="{A308CB0D-5D00-4E1C-99B5-33DF50612D20}" srcOrd="0" destOrd="0" presId="urn:microsoft.com/office/officeart/2005/8/layout/vList3"/>
    <dgm:cxn modelId="{463D61D2-DFC2-46B1-94D8-6EB4EBB3905E}" type="presParOf" srcId="{A308CB0D-5D00-4E1C-99B5-33DF50612D20}" destId="{5DB7A8DF-33F7-418A-B7A9-BC382A1470F0}" srcOrd="0" destOrd="0" presId="urn:microsoft.com/office/officeart/2005/8/layout/vList3"/>
    <dgm:cxn modelId="{0B861269-A976-46AA-818D-384F915A48E7}" type="presParOf" srcId="{A308CB0D-5D00-4E1C-99B5-33DF50612D20}" destId="{F865C387-3FD1-4442-A7CA-441A31017EF9}" srcOrd="1" destOrd="0" presId="urn:microsoft.com/office/officeart/2005/8/layout/vList3"/>
    <dgm:cxn modelId="{323CD9E0-73C7-4F1A-B3A1-95B575055F14}" type="presParOf" srcId="{61087D7C-5353-4F21-B241-9D700258443E}" destId="{ED0E6BD8-B9BD-4267-8F53-4983C440D07A}" srcOrd="1" destOrd="0" presId="urn:microsoft.com/office/officeart/2005/8/layout/vList3"/>
    <dgm:cxn modelId="{DC988D5C-7330-460F-A611-7AE22956523E}" type="presParOf" srcId="{61087D7C-5353-4F21-B241-9D700258443E}" destId="{0951E657-B8B1-4DB4-B18A-DE3310E15B7E}" srcOrd="2" destOrd="0" presId="urn:microsoft.com/office/officeart/2005/8/layout/vList3"/>
    <dgm:cxn modelId="{6F1CE9BC-ED22-4D44-AEA8-AEB335E196A9}" type="presParOf" srcId="{0951E657-B8B1-4DB4-B18A-DE3310E15B7E}" destId="{AD142DC0-E4D8-4546-84A8-6C6999377999}" srcOrd="0" destOrd="0" presId="urn:microsoft.com/office/officeart/2005/8/layout/vList3"/>
    <dgm:cxn modelId="{B517BBB9-ED56-4C22-AF42-2927130E410F}" type="presParOf" srcId="{0951E657-B8B1-4DB4-B18A-DE3310E15B7E}" destId="{20663FBE-204D-4371-A742-DA4AAE9C140A}" srcOrd="1" destOrd="0" presId="urn:microsoft.com/office/officeart/2005/8/layout/vList3"/>
    <dgm:cxn modelId="{2A441D28-601B-44E5-AD16-CE8860AECEBB}" type="presParOf" srcId="{61087D7C-5353-4F21-B241-9D700258443E}" destId="{F38DD6AD-5D51-44FB-A523-0BDFA2E44454}" srcOrd="3" destOrd="0" presId="urn:microsoft.com/office/officeart/2005/8/layout/vList3"/>
    <dgm:cxn modelId="{90A500F5-B7CF-4980-8845-6646385827C4}" type="presParOf" srcId="{61087D7C-5353-4F21-B241-9D700258443E}" destId="{7689FF38-2AEE-43A7-BB0E-F8C5F6E12487}" srcOrd="4" destOrd="0" presId="urn:microsoft.com/office/officeart/2005/8/layout/vList3"/>
    <dgm:cxn modelId="{10D97757-0D5A-48C9-8A8C-A53EC0D2E2DF}" type="presParOf" srcId="{7689FF38-2AEE-43A7-BB0E-F8C5F6E12487}" destId="{10951289-5FAE-4B4E-AC16-4B2F616D0FE7}" srcOrd="0" destOrd="0" presId="urn:microsoft.com/office/officeart/2005/8/layout/vList3"/>
    <dgm:cxn modelId="{C3A56378-C0C5-471E-A328-7D416ED28257}" type="presParOf" srcId="{7689FF38-2AEE-43A7-BB0E-F8C5F6E12487}" destId="{F3C7A9E4-50F2-4AFC-942D-01CAF23B6B54}" srcOrd="1" destOrd="0" presId="urn:microsoft.com/office/officeart/2005/8/layout/vList3"/>
    <dgm:cxn modelId="{5D3CBFA5-93FA-427E-BC7C-55211BFA3DE8}" type="presParOf" srcId="{61087D7C-5353-4F21-B241-9D700258443E}" destId="{90F893F1-ADF5-4C44-9B69-3D253B9AB66C}" srcOrd="5" destOrd="0" presId="urn:microsoft.com/office/officeart/2005/8/layout/vList3"/>
    <dgm:cxn modelId="{3070BADB-7EF7-43A6-BD82-86C0C9786F83}" type="presParOf" srcId="{61087D7C-5353-4F21-B241-9D700258443E}" destId="{051F57DD-EB24-4F14-9157-AAC313A0D884}" srcOrd="6" destOrd="0" presId="urn:microsoft.com/office/officeart/2005/8/layout/vList3"/>
    <dgm:cxn modelId="{236B348E-9703-425E-B12B-A93DAD855397}" type="presParOf" srcId="{051F57DD-EB24-4F14-9157-AAC313A0D884}" destId="{BD25E9AD-B543-41E0-990A-B23DBE2DA7E8}" srcOrd="0" destOrd="0" presId="urn:microsoft.com/office/officeart/2005/8/layout/vList3"/>
    <dgm:cxn modelId="{6109472A-CC23-4325-8647-8FCF5E9CB7DB}" type="presParOf" srcId="{051F57DD-EB24-4F14-9157-AAC313A0D884}" destId="{86F66858-FDE9-4E4B-AD00-81DBDAA97F70}" srcOrd="1" destOrd="0" presId="urn:microsoft.com/office/officeart/2005/8/layout/vList3"/>
    <dgm:cxn modelId="{A43AC198-FCB4-4E07-87D3-70883943FEBB}" type="presParOf" srcId="{61087D7C-5353-4F21-B241-9D700258443E}" destId="{2AC8B630-1A77-46C7-A689-2B0EAE2B554C}" srcOrd="7" destOrd="0" presId="urn:microsoft.com/office/officeart/2005/8/layout/vList3"/>
    <dgm:cxn modelId="{49346A44-AD1E-4032-8F06-C498BCC7BE3E}" type="presParOf" srcId="{61087D7C-5353-4F21-B241-9D700258443E}" destId="{2BE23E80-1A03-4C7A-9553-36B71BDEF7A6}" srcOrd="8" destOrd="0" presId="urn:microsoft.com/office/officeart/2005/8/layout/vList3"/>
    <dgm:cxn modelId="{E4F82ED3-451E-4E7F-8CE6-1FC0A6709F18}" type="presParOf" srcId="{2BE23E80-1A03-4C7A-9553-36B71BDEF7A6}" destId="{2F202C64-8B22-41BC-AA4D-6E7F76E6FC68}" srcOrd="0" destOrd="0" presId="urn:microsoft.com/office/officeart/2005/8/layout/vList3"/>
    <dgm:cxn modelId="{6DC5BFFE-DF32-4443-B4D2-344956EC977C}" type="presParOf" srcId="{2BE23E80-1A03-4C7A-9553-36B71BDEF7A6}" destId="{D5D89EB5-52C8-4C2E-843F-C31EF6AA38D1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1.xml><?xml version="1.0" encoding="utf-8"?>
<dgm:dataModel xmlns:dgm="http://schemas.openxmlformats.org/drawingml/2006/diagram" xmlns:a="http://schemas.openxmlformats.org/drawingml/2006/main">
  <dgm:ptLst>
    <dgm:pt modelId="{A0444ECF-A28C-4494-8FDC-E63AFDC3C97A}" type="doc">
      <dgm:prSet loTypeId="urn:microsoft.com/office/officeart/2008/layout/LinedList" loCatId="list" qsTypeId="urn:microsoft.com/office/officeart/2005/8/quickstyle/simple3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0FAFAE5-07C2-4408-8B6B-886D13AFEED0}">
      <dgm:prSet/>
      <dgm:spPr/>
      <dgm:t>
        <a:bodyPr/>
        <a:lstStyle/>
        <a:p>
          <a:r>
            <a:rPr lang="uk-UA" b="0" i="0" dirty="0"/>
            <a:t>«…вдруге перебрав собі гетьманську булаву, зібрав козаків реєстрових та запорозьких і чимдуж поспішив під Хотин на підмогу Владиславу.., став обіч королевича в осаді…»</a:t>
          </a:r>
          <a:endParaRPr lang="uk-UA" i="0" dirty="0"/>
        </a:p>
      </dgm:t>
    </dgm:pt>
    <dgm:pt modelId="{8B8D0D78-E335-4248-9547-E5CDDC7A38B3}" type="parTrans" cxnId="{F7322F68-0F9C-4237-B144-42EAFB775AF6}">
      <dgm:prSet/>
      <dgm:spPr/>
      <dgm:t>
        <a:bodyPr/>
        <a:lstStyle/>
        <a:p>
          <a:endParaRPr lang="uk-UA" i="1"/>
        </a:p>
      </dgm:t>
    </dgm:pt>
    <dgm:pt modelId="{BD9736B9-3972-4F62-B519-E6889196D391}" type="sibTrans" cxnId="{F7322F68-0F9C-4237-B144-42EAFB775AF6}">
      <dgm:prSet/>
      <dgm:spPr/>
      <dgm:t>
        <a:bodyPr/>
        <a:lstStyle/>
        <a:p>
          <a:endParaRPr lang="uk-UA" i="1"/>
        </a:p>
      </dgm:t>
    </dgm:pt>
    <dgm:pt modelId="{06BE7415-4839-4995-8578-D8D16F38BD33}">
      <dgm:prSet/>
      <dgm:spPr/>
      <dgm:t>
        <a:bodyPr/>
        <a:lstStyle/>
        <a:p>
          <a:r>
            <a:rPr lang="uk-UA" b="0" i="0" dirty="0"/>
            <a:t>«…Петро Конашевич-Сагайдачний… ходив з військом запорозьким по воді на Кафу, повоював її добре, силу бранців християнських з неволі звільнив і з добичею великою з Чорного моря повернувся…»</a:t>
          </a:r>
          <a:endParaRPr lang="uk-UA" i="0" dirty="0"/>
        </a:p>
      </dgm:t>
    </dgm:pt>
    <dgm:pt modelId="{4259BA57-57D1-4CFA-B1E8-C348CABC307F}" type="parTrans" cxnId="{C8F1B92B-6BDB-4856-8944-1E01C17DF3A8}">
      <dgm:prSet/>
      <dgm:spPr/>
      <dgm:t>
        <a:bodyPr/>
        <a:lstStyle/>
        <a:p>
          <a:endParaRPr lang="uk-UA" i="1"/>
        </a:p>
      </dgm:t>
    </dgm:pt>
    <dgm:pt modelId="{D89E7596-F1A3-4ABF-9CDA-08C8DA45FC36}" type="sibTrans" cxnId="{C8F1B92B-6BDB-4856-8944-1E01C17DF3A8}">
      <dgm:prSet/>
      <dgm:spPr/>
      <dgm:t>
        <a:bodyPr/>
        <a:lstStyle/>
        <a:p>
          <a:endParaRPr lang="uk-UA" i="1"/>
        </a:p>
      </dgm:t>
    </dgm:pt>
    <dgm:pt modelId="{1D6B374B-67AD-4A20-A64F-AB5E14940CA2}" type="pres">
      <dgm:prSet presAssocID="{A0444ECF-A28C-4494-8FDC-E63AFDC3C97A}" presName="vert0" presStyleCnt="0">
        <dgm:presLayoutVars>
          <dgm:dir/>
          <dgm:animOne val="branch"/>
          <dgm:animLvl val="lvl"/>
        </dgm:presLayoutVars>
      </dgm:prSet>
      <dgm:spPr/>
    </dgm:pt>
    <dgm:pt modelId="{83E75274-35CC-45FC-BC42-219A2AC38CA3}" type="pres">
      <dgm:prSet presAssocID="{50FAFAE5-07C2-4408-8B6B-886D13AFEED0}" presName="thickLine" presStyleLbl="alignNode1" presStyleIdx="0" presStyleCnt="2"/>
      <dgm:spPr/>
    </dgm:pt>
    <dgm:pt modelId="{0A698072-5270-49D3-B75E-F5056A55BA3C}" type="pres">
      <dgm:prSet presAssocID="{50FAFAE5-07C2-4408-8B6B-886D13AFEED0}" presName="horz1" presStyleCnt="0"/>
      <dgm:spPr/>
    </dgm:pt>
    <dgm:pt modelId="{3836C25A-A6FC-4FAB-9B1A-AD5459388A83}" type="pres">
      <dgm:prSet presAssocID="{50FAFAE5-07C2-4408-8B6B-886D13AFEED0}" presName="tx1" presStyleLbl="revTx" presStyleIdx="0" presStyleCnt="2"/>
      <dgm:spPr/>
    </dgm:pt>
    <dgm:pt modelId="{6252340E-113A-47F0-ABF7-FDF5F6936967}" type="pres">
      <dgm:prSet presAssocID="{50FAFAE5-07C2-4408-8B6B-886D13AFEED0}" presName="vert1" presStyleCnt="0"/>
      <dgm:spPr/>
    </dgm:pt>
    <dgm:pt modelId="{2DC48655-5E13-47A0-AB6A-F44FF56C54C7}" type="pres">
      <dgm:prSet presAssocID="{06BE7415-4839-4995-8578-D8D16F38BD33}" presName="thickLine" presStyleLbl="alignNode1" presStyleIdx="1" presStyleCnt="2"/>
      <dgm:spPr/>
    </dgm:pt>
    <dgm:pt modelId="{6553C549-5EEC-4596-8B4C-E1A91A198F20}" type="pres">
      <dgm:prSet presAssocID="{06BE7415-4839-4995-8578-D8D16F38BD33}" presName="horz1" presStyleCnt="0"/>
      <dgm:spPr/>
    </dgm:pt>
    <dgm:pt modelId="{FEACDE06-B44B-46E9-8A76-B04205D3C77C}" type="pres">
      <dgm:prSet presAssocID="{06BE7415-4839-4995-8578-D8D16F38BD33}" presName="tx1" presStyleLbl="revTx" presStyleIdx="1" presStyleCnt="2"/>
      <dgm:spPr/>
    </dgm:pt>
    <dgm:pt modelId="{AA9D304F-FBAA-453D-A55F-95FFEC3A03F6}" type="pres">
      <dgm:prSet presAssocID="{06BE7415-4839-4995-8578-D8D16F38BD33}" presName="vert1" presStyleCnt="0"/>
      <dgm:spPr/>
    </dgm:pt>
  </dgm:ptLst>
  <dgm:cxnLst>
    <dgm:cxn modelId="{C8F1B92B-6BDB-4856-8944-1E01C17DF3A8}" srcId="{A0444ECF-A28C-4494-8FDC-E63AFDC3C97A}" destId="{06BE7415-4839-4995-8578-D8D16F38BD33}" srcOrd="1" destOrd="0" parTransId="{4259BA57-57D1-4CFA-B1E8-C348CABC307F}" sibTransId="{D89E7596-F1A3-4ABF-9CDA-08C8DA45FC36}"/>
    <dgm:cxn modelId="{F7322F68-0F9C-4237-B144-42EAFB775AF6}" srcId="{A0444ECF-A28C-4494-8FDC-E63AFDC3C97A}" destId="{50FAFAE5-07C2-4408-8B6B-886D13AFEED0}" srcOrd="0" destOrd="0" parTransId="{8B8D0D78-E335-4248-9547-E5CDDC7A38B3}" sibTransId="{BD9736B9-3972-4F62-B519-E6889196D391}"/>
    <dgm:cxn modelId="{93C9F173-CD65-430A-BF64-3E27518169A0}" type="presOf" srcId="{50FAFAE5-07C2-4408-8B6B-886D13AFEED0}" destId="{3836C25A-A6FC-4FAB-9B1A-AD5459388A83}" srcOrd="0" destOrd="0" presId="urn:microsoft.com/office/officeart/2008/layout/LinedList"/>
    <dgm:cxn modelId="{F9D28EB7-2BCE-42FA-A759-94D4765822FD}" type="presOf" srcId="{06BE7415-4839-4995-8578-D8D16F38BD33}" destId="{FEACDE06-B44B-46E9-8A76-B04205D3C77C}" srcOrd="0" destOrd="0" presId="urn:microsoft.com/office/officeart/2008/layout/LinedList"/>
    <dgm:cxn modelId="{792A7FD4-5CAC-41EC-A14D-A6F53B2B9839}" type="presOf" srcId="{A0444ECF-A28C-4494-8FDC-E63AFDC3C97A}" destId="{1D6B374B-67AD-4A20-A64F-AB5E14940CA2}" srcOrd="0" destOrd="0" presId="urn:microsoft.com/office/officeart/2008/layout/LinedList"/>
    <dgm:cxn modelId="{32E55A80-C7E1-48DD-8E74-CB489758F94A}" type="presParOf" srcId="{1D6B374B-67AD-4A20-A64F-AB5E14940CA2}" destId="{83E75274-35CC-45FC-BC42-219A2AC38CA3}" srcOrd="0" destOrd="0" presId="urn:microsoft.com/office/officeart/2008/layout/LinedList"/>
    <dgm:cxn modelId="{CC13E11C-354B-4DA0-A505-01C39B47FCD9}" type="presParOf" srcId="{1D6B374B-67AD-4A20-A64F-AB5E14940CA2}" destId="{0A698072-5270-49D3-B75E-F5056A55BA3C}" srcOrd="1" destOrd="0" presId="urn:microsoft.com/office/officeart/2008/layout/LinedList"/>
    <dgm:cxn modelId="{5659ECEE-042F-40C5-81A2-D1C9A6AD546C}" type="presParOf" srcId="{0A698072-5270-49D3-B75E-F5056A55BA3C}" destId="{3836C25A-A6FC-4FAB-9B1A-AD5459388A83}" srcOrd="0" destOrd="0" presId="urn:microsoft.com/office/officeart/2008/layout/LinedList"/>
    <dgm:cxn modelId="{36E1DF41-8FB1-4410-B853-8FEF4E7E0B53}" type="presParOf" srcId="{0A698072-5270-49D3-B75E-F5056A55BA3C}" destId="{6252340E-113A-47F0-ABF7-FDF5F6936967}" srcOrd="1" destOrd="0" presId="urn:microsoft.com/office/officeart/2008/layout/LinedList"/>
    <dgm:cxn modelId="{80B2823B-6CFF-446A-8DCD-5F755DE70078}" type="presParOf" srcId="{1D6B374B-67AD-4A20-A64F-AB5E14940CA2}" destId="{2DC48655-5E13-47A0-AB6A-F44FF56C54C7}" srcOrd="2" destOrd="0" presId="urn:microsoft.com/office/officeart/2008/layout/LinedList"/>
    <dgm:cxn modelId="{494A4C28-85B4-41E2-BAD1-B58B7FB76798}" type="presParOf" srcId="{1D6B374B-67AD-4A20-A64F-AB5E14940CA2}" destId="{6553C549-5EEC-4596-8B4C-E1A91A198F20}" srcOrd="3" destOrd="0" presId="urn:microsoft.com/office/officeart/2008/layout/LinedList"/>
    <dgm:cxn modelId="{BE61DEC0-283D-44DE-95FA-42B6CB6F8F87}" type="presParOf" srcId="{6553C549-5EEC-4596-8B4C-E1A91A198F20}" destId="{FEACDE06-B44B-46E9-8A76-B04205D3C77C}" srcOrd="0" destOrd="0" presId="urn:microsoft.com/office/officeart/2008/layout/LinedList"/>
    <dgm:cxn modelId="{511BCDE1-8232-46E0-B0BE-0CE42B3CAD1F}" type="presParOf" srcId="{6553C549-5EEC-4596-8B4C-E1A91A198F20}" destId="{AA9D304F-FBAA-453D-A55F-95FFEC3A03F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2.xml><?xml version="1.0" encoding="utf-8"?>
<dgm:dataModel xmlns:dgm="http://schemas.openxmlformats.org/drawingml/2006/diagram" xmlns:a="http://schemas.openxmlformats.org/drawingml/2006/main">
  <dgm:ptLst>
    <dgm:pt modelId="{C4CFE35E-6C9C-4A00-B303-4043FC6451A6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97A4190-8177-4787-BFE8-3AAC2FD609DA}">
      <dgm:prSet/>
      <dgm:spPr/>
      <dgm:t>
        <a:bodyPr/>
        <a:lstStyle/>
        <a:p>
          <a:r>
            <a:rPr lang="ru-RU" b="0" i="0" dirty="0"/>
            <a:t>«…козаки </a:t>
          </a:r>
          <a:r>
            <a:rPr lang="ru-RU" b="0" i="0" dirty="0" err="1"/>
            <a:t>зібралися</a:t>
          </a:r>
          <a:r>
            <a:rPr lang="ru-RU" b="0" i="0" dirty="0"/>
            <a:t>, </a:t>
          </a:r>
          <a:r>
            <a:rPr lang="ru-RU" b="0" i="0" dirty="0" err="1"/>
            <a:t>настановили</a:t>
          </a:r>
          <a:r>
            <a:rPr lang="ru-RU" b="0" i="0" dirty="0"/>
            <a:t> </a:t>
          </a:r>
          <a:r>
            <a:rPr lang="ru-RU" b="0" i="0" dirty="0" err="1"/>
            <a:t>гетьманом</a:t>
          </a:r>
          <a:r>
            <a:rPr lang="ru-RU" b="0" i="0" dirty="0"/>
            <a:t> Павлюка й </a:t>
          </a:r>
          <a:r>
            <a:rPr lang="ru-RU" b="0" i="0" dirty="0" err="1"/>
            <a:t>вирушили</a:t>
          </a:r>
          <a:r>
            <a:rPr lang="ru-RU" b="0" i="0" dirty="0"/>
            <a:t> на </a:t>
          </a:r>
          <a:r>
            <a:rPr lang="ru-RU" b="0" i="0" dirty="0" err="1"/>
            <a:t>Кумейки</a:t>
          </a:r>
          <a:r>
            <a:rPr lang="ru-RU" b="0" i="0" dirty="0"/>
            <a:t> </a:t>
          </a:r>
          <a:r>
            <a:rPr lang="ru-RU" b="0" i="0" dirty="0" err="1"/>
            <a:t>супроти</a:t>
          </a:r>
          <a:r>
            <a:rPr lang="ru-RU" b="0" i="0" dirty="0"/>
            <a:t> </a:t>
          </a:r>
          <a:r>
            <a:rPr lang="ru-RU" b="0" i="0" dirty="0" err="1"/>
            <a:t>ляхів</a:t>
          </a:r>
          <a:r>
            <a:rPr lang="ru-RU" b="0" i="0" dirty="0"/>
            <a:t>, </a:t>
          </a:r>
          <a:r>
            <a:rPr lang="ru-RU" b="0" i="0" dirty="0" err="1"/>
            <a:t>але</a:t>
          </a:r>
          <a:r>
            <a:rPr lang="ru-RU" b="0" i="0" dirty="0"/>
            <a:t> </a:t>
          </a:r>
          <a:r>
            <a:rPr lang="ru-RU" b="0" i="0" dirty="0" err="1"/>
            <a:t>під</a:t>
          </a:r>
          <a:r>
            <a:rPr lang="ru-RU" b="0" i="0" dirty="0"/>
            <a:t> </a:t>
          </a:r>
          <a:r>
            <a:rPr lang="ru-RU" b="0" i="0" dirty="0" err="1"/>
            <a:t>Кумейками</a:t>
          </a:r>
          <a:r>
            <a:rPr lang="ru-RU" b="0" i="0" dirty="0"/>
            <a:t> </a:t>
          </a:r>
          <a:r>
            <a:rPr lang="ru-RU" b="0" i="0" dirty="0" err="1"/>
            <a:t>коронний</a:t>
          </a:r>
          <a:r>
            <a:rPr lang="ru-RU" b="0" i="0" dirty="0"/>
            <a:t> </a:t>
          </a:r>
          <a:r>
            <a:rPr lang="ru-RU" b="0" i="0" dirty="0" err="1"/>
            <a:t>гетьман</a:t>
          </a:r>
          <a:r>
            <a:rPr lang="ru-RU" b="0" i="0" dirty="0"/>
            <a:t> </a:t>
          </a:r>
          <a:r>
            <a:rPr lang="ru-RU" b="0" i="0" dirty="0" err="1"/>
            <a:t>Конецпольський</a:t>
          </a:r>
          <a:r>
            <a:rPr lang="ru-RU" b="0" i="0" dirty="0"/>
            <a:t>, до </a:t>
          </a:r>
          <a:r>
            <a:rPr lang="ru-RU" b="0" i="0" dirty="0" err="1"/>
            <a:t>підступу</a:t>
          </a:r>
          <a:r>
            <a:rPr lang="ru-RU" b="0" i="0" dirty="0"/>
            <a:t> </a:t>
          </a:r>
          <a:r>
            <a:rPr lang="ru-RU" b="0" i="0" dirty="0" err="1"/>
            <a:t>вдавшися</a:t>
          </a:r>
          <a:r>
            <a:rPr lang="ru-RU" b="0" i="0" dirty="0"/>
            <a:t>, </a:t>
          </a:r>
          <a:r>
            <a:rPr lang="ru-RU" b="0" i="0" dirty="0" err="1"/>
            <a:t>здолав</a:t>
          </a:r>
          <a:r>
            <a:rPr lang="ru-RU" b="0" i="0" dirty="0"/>
            <a:t> </a:t>
          </a:r>
          <a:r>
            <a:rPr lang="ru-RU" b="0" i="0" dirty="0" err="1"/>
            <a:t>козаків</a:t>
          </a:r>
          <a:r>
            <a:rPr lang="ru-RU" b="0" i="0" dirty="0"/>
            <a:t>…»</a:t>
          </a:r>
          <a:endParaRPr lang="uk-UA" i="0" dirty="0"/>
        </a:p>
      </dgm:t>
    </dgm:pt>
    <dgm:pt modelId="{D3439B6B-2544-44D5-9693-5D2699F5658B}" type="parTrans" cxnId="{D898FFA3-51CB-41CA-BD14-2FA2F927E7B3}">
      <dgm:prSet/>
      <dgm:spPr/>
      <dgm:t>
        <a:bodyPr/>
        <a:lstStyle/>
        <a:p>
          <a:endParaRPr lang="uk-UA"/>
        </a:p>
      </dgm:t>
    </dgm:pt>
    <dgm:pt modelId="{A1735840-FDAA-41A5-82AC-5E8D4BD73275}" type="sibTrans" cxnId="{D898FFA3-51CB-41CA-BD14-2FA2F927E7B3}">
      <dgm:prSet/>
      <dgm:spPr/>
      <dgm:t>
        <a:bodyPr/>
        <a:lstStyle/>
        <a:p>
          <a:endParaRPr lang="uk-UA"/>
        </a:p>
      </dgm:t>
    </dgm:pt>
    <dgm:pt modelId="{916F74A1-537E-43A5-B292-D398CAF26428}">
      <dgm:prSet/>
      <dgm:spPr/>
      <dgm:t>
        <a:bodyPr/>
        <a:lstStyle/>
        <a:p>
          <a:r>
            <a:rPr lang="ru-RU" b="0" i="0" dirty="0"/>
            <a:t>«…король </a:t>
          </a:r>
          <a:r>
            <a:rPr lang="ru-RU" b="0" i="0" dirty="0" err="1"/>
            <a:t>Баторій</a:t>
          </a:r>
          <a:r>
            <a:rPr lang="ru-RU" b="0" i="0" dirty="0"/>
            <a:t>, </a:t>
          </a:r>
          <a:r>
            <a:rPr lang="ru-RU" b="0" i="0" dirty="0" err="1"/>
            <a:t>настановив</a:t>
          </a:r>
          <a:r>
            <a:rPr lang="ru-RU" b="0" i="0" dirty="0"/>
            <a:t> козакам </a:t>
          </a:r>
          <a:r>
            <a:rPr lang="ru-RU" b="0" i="0" dirty="0" err="1"/>
            <a:t>гетьмана</a:t>
          </a:r>
          <a:r>
            <a:rPr lang="ru-RU" b="0" i="0" dirty="0"/>
            <a:t>, прислав </a:t>
          </a:r>
          <a:r>
            <a:rPr lang="ru-RU" b="0" i="0" dirty="0" err="1"/>
            <a:t>корогву</a:t>
          </a:r>
          <a:r>
            <a:rPr lang="ru-RU" b="0" i="0" dirty="0"/>
            <a:t>, бунчук та булаву, печатку </a:t>
          </a:r>
          <a:r>
            <a:rPr lang="ru-RU" b="0" i="0" dirty="0" err="1"/>
            <a:t>гербову</a:t>
          </a:r>
          <a:r>
            <a:rPr lang="ru-RU" b="0" i="0" dirty="0"/>
            <a:t>,.. </a:t>
          </a:r>
          <a:r>
            <a:rPr lang="ru-RU" b="0" i="0" dirty="0" err="1"/>
            <a:t>віддав</a:t>
          </a:r>
          <a:r>
            <a:rPr lang="ru-RU" b="0" i="0" dirty="0"/>
            <a:t> для пристанища </a:t>
          </a:r>
          <a:r>
            <a:rPr lang="ru-RU" b="0" i="0" dirty="0" err="1"/>
            <a:t>місто</a:t>
          </a:r>
          <a:r>
            <a:rPr lang="ru-RU" b="0" i="0" dirty="0"/>
            <a:t> </a:t>
          </a:r>
          <a:r>
            <a:rPr lang="ru-RU" b="0" i="0" dirty="0" err="1"/>
            <a:t>Терехтемирів</a:t>
          </a:r>
          <a:r>
            <a:rPr lang="ru-RU" b="0" i="0" dirty="0"/>
            <a:t> з </a:t>
          </a:r>
          <a:r>
            <a:rPr lang="ru-RU" b="0" i="0" dirty="0" err="1"/>
            <a:t>монастирем</a:t>
          </a:r>
          <a:r>
            <a:rPr lang="ru-RU" b="0" i="0" dirty="0"/>
            <a:t>, </a:t>
          </a:r>
          <a:r>
            <a:rPr lang="ru-RU" b="0" i="0" dirty="0" err="1"/>
            <a:t>аби</a:t>
          </a:r>
          <a:r>
            <a:rPr lang="ru-RU" b="0" i="0" dirty="0"/>
            <a:t> вони в </a:t>
          </a:r>
          <a:r>
            <a:rPr lang="ru-RU" b="0" i="0" dirty="0" err="1"/>
            <a:t>ньому</a:t>
          </a:r>
          <a:r>
            <a:rPr lang="ru-RU" b="0" i="0" dirty="0"/>
            <a:t> </a:t>
          </a:r>
          <a:r>
            <a:rPr lang="ru-RU" b="0" i="0" dirty="0" err="1"/>
            <a:t>зимували</a:t>
          </a:r>
          <a:r>
            <a:rPr lang="ru-RU" b="0" i="0" dirty="0"/>
            <a:t>, а за службу </a:t>
          </a:r>
          <a:r>
            <a:rPr lang="ru-RU" b="0" i="0" dirty="0" err="1"/>
            <a:t>поклав</a:t>
          </a:r>
          <a:r>
            <a:rPr lang="ru-RU" b="0" i="0" dirty="0"/>
            <a:t> </a:t>
          </a:r>
          <a:r>
            <a:rPr lang="ru-RU" b="0" i="0" dirty="0" err="1"/>
            <a:t>їм</a:t>
          </a:r>
          <a:r>
            <a:rPr lang="ru-RU" b="0" i="0" dirty="0"/>
            <a:t> по </a:t>
          </a:r>
          <a:r>
            <a:rPr lang="ru-RU" b="0" i="0" dirty="0" err="1"/>
            <a:t>червінцеві</a:t>
          </a:r>
          <a:r>
            <a:rPr lang="ru-RU" b="0" i="0" dirty="0"/>
            <a:t> та по кожуху…»</a:t>
          </a:r>
          <a:endParaRPr lang="uk-UA" i="0" dirty="0"/>
        </a:p>
      </dgm:t>
    </dgm:pt>
    <dgm:pt modelId="{17F56FBD-662C-4825-BC9F-96A750CB3691}" type="parTrans" cxnId="{137055ED-350E-42C2-A69E-318E8E86DA73}">
      <dgm:prSet/>
      <dgm:spPr/>
      <dgm:t>
        <a:bodyPr/>
        <a:lstStyle/>
        <a:p>
          <a:endParaRPr lang="uk-UA"/>
        </a:p>
      </dgm:t>
    </dgm:pt>
    <dgm:pt modelId="{7A77F328-BD0C-44FA-BFB9-C4C872E00C71}" type="sibTrans" cxnId="{137055ED-350E-42C2-A69E-318E8E86DA73}">
      <dgm:prSet/>
      <dgm:spPr/>
      <dgm:t>
        <a:bodyPr/>
        <a:lstStyle/>
        <a:p>
          <a:endParaRPr lang="uk-UA"/>
        </a:p>
      </dgm:t>
    </dgm:pt>
    <dgm:pt modelId="{3A0FF995-DA4D-4EFE-BDBF-E471B4E4A13E}" type="pres">
      <dgm:prSet presAssocID="{C4CFE35E-6C9C-4A00-B303-4043FC6451A6}" presName="vert0" presStyleCnt="0">
        <dgm:presLayoutVars>
          <dgm:dir/>
          <dgm:animOne val="branch"/>
          <dgm:animLvl val="lvl"/>
        </dgm:presLayoutVars>
      </dgm:prSet>
      <dgm:spPr/>
    </dgm:pt>
    <dgm:pt modelId="{50A24E7C-A039-423C-8C2D-602051483BC0}" type="pres">
      <dgm:prSet presAssocID="{A97A4190-8177-4787-BFE8-3AAC2FD609DA}" presName="thickLine" presStyleLbl="alignNode1" presStyleIdx="0" presStyleCnt="2"/>
      <dgm:spPr/>
    </dgm:pt>
    <dgm:pt modelId="{300E7AF9-2C31-4569-A911-3139A1B57AEA}" type="pres">
      <dgm:prSet presAssocID="{A97A4190-8177-4787-BFE8-3AAC2FD609DA}" presName="horz1" presStyleCnt="0"/>
      <dgm:spPr/>
    </dgm:pt>
    <dgm:pt modelId="{56992336-E7B9-47B2-BADB-FA6536AE559C}" type="pres">
      <dgm:prSet presAssocID="{A97A4190-8177-4787-BFE8-3AAC2FD609DA}" presName="tx1" presStyleLbl="revTx" presStyleIdx="0" presStyleCnt="2"/>
      <dgm:spPr/>
    </dgm:pt>
    <dgm:pt modelId="{9A70F1D7-A95C-441C-92BE-616391859237}" type="pres">
      <dgm:prSet presAssocID="{A97A4190-8177-4787-BFE8-3AAC2FD609DA}" presName="vert1" presStyleCnt="0"/>
      <dgm:spPr/>
    </dgm:pt>
    <dgm:pt modelId="{FB3DDC1B-0852-4314-B8D5-AB2F7D65FA34}" type="pres">
      <dgm:prSet presAssocID="{916F74A1-537E-43A5-B292-D398CAF26428}" presName="thickLine" presStyleLbl="alignNode1" presStyleIdx="1" presStyleCnt="2"/>
      <dgm:spPr/>
    </dgm:pt>
    <dgm:pt modelId="{D0447F19-BBA8-4DEB-B507-AF91ECCC1CAD}" type="pres">
      <dgm:prSet presAssocID="{916F74A1-537E-43A5-B292-D398CAF26428}" presName="horz1" presStyleCnt="0"/>
      <dgm:spPr/>
    </dgm:pt>
    <dgm:pt modelId="{0D25DE98-E438-4755-990E-7A982F216418}" type="pres">
      <dgm:prSet presAssocID="{916F74A1-537E-43A5-B292-D398CAF26428}" presName="tx1" presStyleLbl="revTx" presStyleIdx="1" presStyleCnt="2"/>
      <dgm:spPr/>
    </dgm:pt>
    <dgm:pt modelId="{20F9253F-65B3-4741-B7E0-3DEB8740C459}" type="pres">
      <dgm:prSet presAssocID="{916F74A1-537E-43A5-B292-D398CAF26428}" presName="vert1" presStyleCnt="0"/>
      <dgm:spPr/>
    </dgm:pt>
  </dgm:ptLst>
  <dgm:cxnLst>
    <dgm:cxn modelId="{87AEB147-AEB0-40F8-97EB-664930C00C55}" type="presOf" srcId="{A97A4190-8177-4787-BFE8-3AAC2FD609DA}" destId="{56992336-E7B9-47B2-BADB-FA6536AE559C}" srcOrd="0" destOrd="0" presId="urn:microsoft.com/office/officeart/2008/layout/LinedList"/>
    <dgm:cxn modelId="{D898FFA3-51CB-41CA-BD14-2FA2F927E7B3}" srcId="{C4CFE35E-6C9C-4A00-B303-4043FC6451A6}" destId="{A97A4190-8177-4787-BFE8-3AAC2FD609DA}" srcOrd="0" destOrd="0" parTransId="{D3439B6B-2544-44D5-9693-5D2699F5658B}" sibTransId="{A1735840-FDAA-41A5-82AC-5E8D4BD73275}"/>
    <dgm:cxn modelId="{3FD39BCF-D0F9-42F1-82D9-A41F8215414C}" type="presOf" srcId="{C4CFE35E-6C9C-4A00-B303-4043FC6451A6}" destId="{3A0FF995-DA4D-4EFE-BDBF-E471B4E4A13E}" srcOrd="0" destOrd="0" presId="urn:microsoft.com/office/officeart/2008/layout/LinedList"/>
    <dgm:cxn modelId="{17860EDC-5D79-4CD9-99D7-5D2AB923E756}" type="presOf" srcId="{916F74A1-537E-43A5-B292-D398CAF26428}" destId="{0D25DE98-E438-4755-990E-7A982F216418}" srcOrd="0" destOrd="0" presId="urn:microsoft.com/office/officeart/2008/layout/LinedList"/>
    <dgm:cxn modelId="{137055ED-350E-42C2-A69E-318E8E86DA73}" srcId="{C4CFE35E-6C9C-4A00-B303-4043FC6451A6}" destId="{916F74A1-537E-43A5-B292-D398CAF26428}" srcOrd="1" destOrd="0" parTransId="{17F56FBD-662C-4825-BC9F-96A750CB3691}" sibTransId="{7A77F328-BD0C-44FA-BFB9-C4C872E00C71}"/>
    <dgm:cxn modelId="{19BEB77E-167E-4E09-8D54-EA6051655C8E}" type="presParOf" srcId="{3A0FF995-DA4D-4EFE-BDBF-E471B4E4A13E}" destId="{50A24E7C-A039-423C-8C2D-602051483BC0}" srcOrd="0" destOrd="0" presId="urn:microsoft.com/office/officeart/2008/layout/LinedList"/>
    <dgm:cxn modelId="{73CFB7E5-178D-4549-B223-002E2C36113D}" type="presParOf" srcId="{3A0FF995-DA4D-4EFE-BDBF-E471B4E4A13E}" destId="{300E7AF9-2C31-4569-A911-3139A1B57AEA}" srcOrd="1" destOrd="0" presId="urn:microsoft.com/office/officeart/2008/layout/LinedList"/>
    <dgm:cxn modelId="{B77F9D0C-A49F-49E9-856C-13A3738E5AAE}" type="presParOf" srcId="{300E7AF9-2C31-4569-A911-3139A1B57AEA}" destId="{56992336-E7B9-47B2-BADB-FA6536AE559C}" srcOrd="0" destOrd="0" presId="urn:microsoft.com/office/officeart/2008/layout/LinedList"/>
    <dgm:cxn modelId="{223F6BCF-5944-4FD5-9BA1-0B278F949F33}" type="presParOf" srcId="{300E7AF9-2C31-4569-A911-3139A1B57AEA}" destId="{9A70F1D7-A95C-441C-92BE-616391859237}" srcOrd="1" destOrd="0" presId="urn:microsoft.com/office/officeart/2008/layout/LinedList"/>
    <dgm:cxn modelId="{E0848A14-AEB8-4E5B-BBB9-A2B56B153777}" type="presParOf" srcId="{3A0FF995-DA4D-4EFE-BDBF-E471B4E4A13E}" destId="{FB3DDC1B-0852-4314-B8D5-AB2F7D65FA34}" srcOrd="2" destOrd="0" presId="urn:microsoft.com/office/officeart/2008/layout/LinedList"/>
    <dgm:cxn modelId="{103FDBFE-D6C0-493C-83EA-F14F3BDA0749}" type="presParOf" srcId="{3A0FF995-DA4D-4EFE-BDBF-E471B4E4A13E}" destId="{D0447F19-BBA8-4DEB-B507-AF91ECCC1CAD}" srcOrd="3" destOrd="0" presId="urn:microsoft.com/office/officeart/2008/layout/LinedList"/>
    <dgm:cxn modelId="{99F5CBE1-CB7B-4689-AF76-F49F6652A614}" type="presParOf" srcId="{D0447F19-BBA8-4DEB-B507-AF91ECCC1CAD}" destId="{0D25DE98-E438-4755-990E-7A982F216418}" srcOrd="0" destOrd="0" presId="urn:microsoft.com/office/officeart/2008/layout/LinedList"/>
    <dgm:cxn modelId="{B5BD9C39-6CD3-4E0B-8882-6D2CBCA49D19}" type="presParOf" srcId="{D0447F19-BBA8-4DEB-B507-AF91ECCC1CAD}" destId="{20F9253F-65B3-4741-B7E0-3DEB8740C45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3.xml><?xml version="1.0" encoding="utf-8"?>
<dgm:dataModel xmlns:dgm="http://schemas.openxmlformats.org/drawingml/2006/diagram" xmlns:a="http://schemas.openxmlformats.org/drawingml/2006/main">
  <dgm:ptLst>
    <dgm:pt modelId="{7422172C-DB92-4D11-9D10-4EBBC76E2D7E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36CB703-9971-455D-8D9F-DFF45C6C39BD}">
      <dgm:prSet/>
      <dgm:spPr/>
      <dgm:t>
        <a:bodyPr/>
        <a:lstStyle/>
        <a:p>
          <a:r>
            <a:rPr lang="ru-RU" b="0" i="0"/>
            <a:t>М. Смотрицький</a:t>
          </a:r>
          <a:endParaRPr lang="uk-UA"/>
        </a:p>
      </dgm:t>
    </dgm:pt>
    <dgm:pt modelId="{586FF381-C046-46DB-AEE2-DED7D44DB7A5}" type="parTrans" cxnId="{F72EAA5D-F6EC-4C80-AF0D-5BDE4BBAEBE0}">
      <dgm:prSet/>
      <dgm:spPr/>
      <dgm:t>
        <a:bodyPr/>
        <a:lstStyle/>
        <a:p>
          <a:endParaRPr lang="uk-UA"/>
        </a:p>
      </dgm:t>
    </dgm:pt>
    <dgm:pt modelId="{61C631B5-E631-4A9D-AFBE-922811901979}" type="sibTrans" cxnId="{F72EAA5D-F6EC-4C80-AF0D-5BDE4BBAEBE0}">
      <dgm:prSet/>
      <dgm:spPr/>
      <dgm:t>
        <a:bodyPr/>
        <a:lstStyle/>
        <a:p>
          <a:endParaRPr lang="uk-UA"/>
        </a:p>
      </dgm:t>
    </dgm:pt>
    <dgm:pt modelId="{92891AC2-F608-4B95-862B-65E7F63F3938}">
      <dgm:prSet/>
      <dgm:spPr/>
      <dgm:t>
        <a:bodyPr/>
        <a:lstStyle/>
        <a:p>
          <a:r>
            <a:rPr lang="ru-RU" b="0" i="0" dirty="0"/>
            <a:t>П. Могила</a:t>
          </a:r>
          <a:endParaRPr lang="uk-UA" dirty="0"/>
        </a:p>
      </dgm:t>
    </dgm:pt>
    <dgm:pt modelId="{345A92B9-5C35-4C23-B2EA-E2C6D4EC5565}" type="parTrans" cxnId="{F79DF974-3D94-4CF7-AEC9-E9BA1B978746}">
      <dgm:prSet/>
      <dgm:spPr/>
      <dgm:t>
        <a:bodyPr/>
        <a:lstStyle/>
        <a:p>
          <a:endParaRPr lang="uk-UA"/>
        </a:p>
      </dgm:t>
    </dgm:pt>
    <dgm:pt modelId="{E221CCCF-D007-4BB6-B9D1-EDA31FAE6355}" type="sibTrans" cxnId="{F79DF974-3D94-4CF7-AEC9-E9BA1B978746}">
      <dgm:prSet/>
      <dgm:spPr/>
      <dgm:t>
        <a:bodyPr/>
        <a:lstStyle/>
        <a:p>
          <a:endParaRPr lang="uk-UA"/>
        </a:p>
      </dgm:t>
    </dgm:pt>
    <dgm:pt modelId="{A75ACA9E-61B4-4B58-9EE7-9B7FB3C2301B}">
      <dgm:prSet/>
      <dgm:spPr/>
      <dgm:t>
        <a:bodyPr/>
        <a:lstStyle/>
        <a:p>
          <a:r>
            <a:rPr lang="ru-RU" b="0" i="0"/>
            <a:t>Й. Борецький</a:t>
          </a:r>
          <a:endParaRPr lang="uk-UA"/>
        </a:p>
      </dgm:t>
    </dgm:pt>
    <dgm:pt modelId="{B17D2DFB-91AA-4920-92C1-448DE018967D}" type="parTrans" cxnId="{193D59F6-2326-4EBB-A912-7CC3E8A3293A}">
      <dgm:prSet/>
      <dgm:spPr/>
      <dgm:t>
        <a:bodyPr/>
        <a:lstStyle/>
        <a:p>
          <a:endParaRPr lang="uk-UA"/>
        </a:p>
      </dgm:t>
    </dgm:pt>
    <dgm:pt modelId="{FF00DB95-4864-47EB-8C40-01DD6FA763C1}" type="sibTrans" cxnId="{193D59F6-2326-4EBB-A912-7CC3E8A3293A}">
      <dgm:prSet/>
      <dgm:spPr/>
      <dgm:t>
        <a:bodyPr/>
        <a:lstStyle/>
        <a:p>
          <a:endParaRPr lang="uk-UA"/>
        </a:p>
      </dgm:t>
    </dgm:pt>
    <dgm:pt modelId="{4880AFAC-43A1-405B-973D-00AB1492593F}">
      <dgm:prSet/>
      <dgm:spPr/>
      <dgm:t>
        <a:bodyPr/>
        <a:lstStyle/>
        <a:p>
          <a:r>
            <a:rPr lang="ru-RU" b="0" i="0" dirty="0"/>
            <a:t>Ф. Прокопович</a:t>
          </a:r>
          <a:endParaRPr lang="uk-UA" dirty="0"/>
        </a:p>
      </dgm:t>
    </dgm:pt>
    <dgm:pt modelId="{85E9F3E3-1618-4EFF-9E91-151D8F749E32}" type="parTrans" cxnId="{F1FC0A48-FB02-4737-AC6D-CB70E1A85220}">
      <dgm:prSet/>
      <dgm:spPr/>
      <dgm:t>
        <a:bodyPr/>
        <a:lstStyle/>
        <a:p>
          <a:endParaRPr lang="uk-UA"/>
        </a:p>
      </dgm:t>
    </dgm:pt>
    <dgm:pt modelId="{6BA14451-4906-4B60-B176-62BCC04427F1}" type="sibTrans" cxnId="{F1FC0A48-FB02-4737-AC6D-CB70E1A85220}">
      <dgm:prSet/>
      <dgm:spPr/>
      <dgm:t>
        <a:bodyPr/>
        <a:lstStyle/>
        <a:p>
          <a:endParaRPr lang="uk-UA"/>
        </a:p>
      </dgm:t>
    </dgm:pt>
    <dgm:pt modelId="{E323BCC9-6502-4C35-BFB7-69F51176ED6E}" type="pres">
      <dgm:prSet presAssocID="{7422172C-DB92-4D11-9D10-4EBBC76E2D7E}" presName="linearFlow" presStyleCnt="0">
        <dgm:presLayoutVars>
          <dgm:dir/>
          <dgm:resizeHandles val="exact"/>
        </dgm:presLayoutVars>
      </dgm:prSet>
      <dgm:spPr/>
    </dgm:pt>
    <dgm:pt modelId="{0B9E2894-FA4D-4DE8-9584-2DFDEDA799DD}" type="pres">
      <dgm:prSet presAssocID="{A36CB703-9971-455D-8D9F-DFF45C6C39BD}" presName="composite" presStyleCnt="0"/>
      <dgm:spPr/>
    </dgm:pt>
    <dgm:pt modelId="{07C627C8-5182-4C95-822D-16AF80B56051}" type="pres">
      <dgm:prSet presAssocID="{A36CB703-9971-455D-8D9F-DFF45C6C39BD}" presName="imgShp" presStyleLbl="fgImgPlace1" presStyleIdx="0" presStyleCnt="4"/>
      <dgm:spPr/>
    </dgm:pt>
    <dgm:pt modelId="{C9A54700-438E-4F8C-A2BB-54FF579594B8}" type="pres">
      <dgm:prSet presAssocID="{A36CB703-9971-455D-8D9F-DFF45C6C39BD}" presName="txShp" presStyleLbl="node1" presStyleIdx="0" presStyleCnt="4">
        <dgm:presLayoutVars>
          <dgm:bulletEnabled val="1"/>
        </dgm:presLayoutVars>
      </dgm:prSet>
      <dgm:spPr/>
    </dgm:pt>
    <dgm:pt modelId="{013076B2-61D2-49AB-B8EA-5D6AC53D9B72}" type="pres">
      <dgm:prSet presAssocID="{61C631B5-E631-4A9D-AFBE-922811901979}" presName="spacing" presStyleCnt="0"/>
      <dgm:spPr/>
    </dgm:pt>
    <dgm:pt modelId="{EBA607E6-528B-423D-9B93-9705F4EBE308}" type="pres">
      <dgm:prSet presAssocID="{92891AC2-F608-4B95-862B-65E7F63F3938}" presName="composite" presStyleCnt="0"/>
      <dgm:spPr/>
    </dgm:pt>
    <dgm:pt modelId="{B86FD64C-EA14-47EA-8529-7475BC5282CC}" type="pres">
      <dgm:prSet presAssocID="{92891AC2-F608-4B95-862B-65E7F63F3938}" presName="imgShp" presStyleLbl="fgImgPlace1" presStyleIdx="1" presStyleCnt="4"/>
      <dgm:spPr/>
    </dgm:pt>
    <dgm:pt modelId="{2F6F0DD7-9B79-48EC-91C1-E6D36894346B}" type="pres">
      <dgm:prSet presAssocID="{92891AC2-F608-4B95-862B-65E7F63F3938}" presName="txShp" presStyleLbl="node1" presStyleIdx="1" presStyleCnt="4">
        <dgm:presLayoutVars>
          <dgm:bulletEnabled val="1"/>
        </dgm:presLayoutVars>
      </dgm:prSet>
      <dgm:spPr/>
    </dgm:pt>
    <dgm:pt modelId="{9F4CF9CC-D3D1-407A-B706-B222BD8BEDE5}" type="pres">
      <dgm:prSet presAssocID="{E221CCCF-D007-4BB6-B9D1-EDA31FAE6355}" presName="spacing" presStyleCnt="0"/>
      <dgm:spPr/>
    </dgm:pt>
    <dgm:pt modelId="{04E3B3F7-7D17-461C-91D2-3FD08B4F1A2D}" type="pres">
      <dgm:prSet presAssocID="{A75ACA9E-61B4-4B58-9EE7-9B7FB3C2301B}" presName="composite" presStyleCnt="0"/>
      <dgm:spPr/>
    </dgm:pt>
    <dgm:pt modelId="{FD741BEA-C900-49E5-BEF7-2CFA5B813535}" type="pres">
      <dgm:prSet presAssocID="{A75ACA9E-61B4-4B58-9EE7-9B7FB3C2301B}" presName="imgShp" presStyleLbl="fgImgPlace1" presStyleIdx="2" presStyleCnt="4"/>
      <dgm:spPr/>
    </dgm:pt>
    <dgm:pt modelId="{E1C8D7C4-1A28-496F-94D9-BB2CCA0135EA}" type="pres">
      <dgm:prSet presAssocID="{A75ACA9E-61B4-4B58-9EE7-9B7FB3C2301B}" presName="txShp" presStyleLbl="node1" presStyleIdx="2" presStyleCnt="4">
        <dgm:presLayoutVars>
          <dgm:bulletEnabled val="1"/>
        </dgm:presLayoutVars>
      </dgm:prSet>
      <dgm:spPr/>
    </dgm:pt>
    <dgm:pt modelId="{A7AFA5FC-CFF6-4578-B8AA-67C4A0A0F8B3}" type="pres">
      <dgm:prSet presAssocID="{FF00DB95-4864-47EB-8C40-01DD6FA763C1}" presName="spacing" presStyleCnt="0"/>
      <dgm:spPr/>
    </dgm:pt>
    <dgm:pt modelId="{EB0EF97A-8AF1-4F81-87A2-2473F563A76A}" type="pres">
      <dgm:prSet presAssocID="{4880AFAC-43A1-405B-973D-00AB1492593F}" presName="composite" presStyleCnt="0"/>
      <dgm:spPr/>
    </dgm:pt>
    <dgm:pt modelId="{4E524CA1-C072-4749-A970-C063418BEBF3}" type="pres">
      <dgm:prSet presAssocID="{4880AFAC-43A1-405B-973D-00AB1492593F}" presName="imgShp" presStyleLbl="fgImgPlace1" presStyleIdx="3" presStyleCnt="4"/>
      <dgm:spPr/>
    </dgm:pt>
    <dgm:pt modelId="{97683469-7641-4FF2-AAC7-3DED5A10AD90}" type="pres">
      <dgm:prSet presAssocID="{4880AFAC-43A1-405B-973D-00AB1492593F}" presName="txShp" presStyleLbl="node1" presStyleIdx="3" presStyleCnt="4">
        <dgm:presLayoutVars>
          <dgm:bulletEnabled val="1"/>
        </dgm:presLayoutVars>
      </dgm:prSet>
      <dgm:spPr/>
    </dgm:pt>
  </dgm:ptLst>
  <dgm:cxnLst>
    <dgm:cxn modelId="{20940F3D-66E8-449E-AB95-1853EC01C4C2}" type="presOf" srcId="{92891AC2-F608-4B95-862B-65E7F63F3938}" destId="{2F6F0DD7-9B79-48EC-91C1-E6D36894346B}" srcOrd="0" destOrd="0" presId="urn:microsoft.com/office/officeart/2005/8/layout/vList3"/>
    <dgm:cxn modelId="{F72EAA5D-F6EC-4C80-AF0D-5BDE4BBAEBE0}" srcId="{7422172C-DB92-4D11-9D10-4EBBC76E2D7E}" destId="{A36CB703-9971-455D-8D9F-DFF45C6C39BD}" srcOrd="0" destOrd="0" parTransId="{586FF381-C046-46DB-AEE2-DED7D44DB7A5}" sibTransId="{61C631B5-E631-4A9D-AFBE-922811901979}"/>
    <dgm:cxn modelId="{F1FC0A48-FB02-4737-AC6D-CB70E1A85220}" srcId="{7422172C-DB92-4D11-9D10-4EBBC76E2D7E}" destId="{4880AFAC-43A1-405B-973D-00AB1492593F}" srcOrd="3" destOrd="0" parTransId="{85E9F3E3-1618-4EFF-9E91-151D8F749E32}" sibTransId="{6BA14451-4906-4B60-B176-62BCC04427F1}"/>
    <dgm:cxn modelId="{8975B24C-E871-4E84-B176-AB2014EEF2C2}" type="presOf" srcId="{7422172C-DB92-4D11-9D10-4EBBC76E2D7E}" destId="{E323BCC9-6502-4C35-BFB7-69F51176ED6E}" srcOrd="0" destOrd="0" presId="urn:microsoft.com/office/officeart/2005/8/layout/vList3"/>
    <dgm:cxn modelId="{911FD852-BBEE-4CC8-A5A5-E5FA593D6CBB}" type="presOf" srcId="{4880AFAC-43A1-405B-973D-00AB1492593F}" destId="{97683469-7641-4FF2-AAC7-3DED5A10AD90}" srcOrd="0" destOrd="0" presId="urn:microsoft.com/office/officeart/2005/8/layout/vList3"/>
    <dgm:cxn modelId="{E050B773-947A-41F3-AEBA-B179FB79C642}" type="presOf" srcId="{A36CB703-9971-455D-8D9F-DFF45C6C39BD}" destId="{C9A54700-438E-4F8C-A2BB-54FF579594B8}" srcOrd="0" destOrd="0" presId="urn:microsoft.com/office/officeart/2005/8/layout/vList3"/>
    <dgm:cxn modelId="{F79DF974-3D94-4CF7-AEC9-E9BA1B978746}" srcId="{7422172C-DB92-4D11-9D10-4EBBC76E2D7E}" destId="{92891AC2-F608-4B95-862B-65E7F63F3938}" srcOrd="1" destOrd="0" parTransId="{345A92B9-5C35-4C23-B2EA-E2C6D4EC5565}" sibTransId="{E221CCCF-D007-4BB6-B9D1-EDA31FAE6355}"/>
    <dgm:cxn modelId="{80ED377B-1B49-4A54-8FDA-D57289F201BE}" type="presOf" srcId="{A75ACA9E-61B4-4B58-9EE7-9B7FB3C2301B}" destId="{E1C8D7C4-1A28-496F-94D9-BB2CCA0135EA}" srcOrd="0" destOrd="0" presId="urn:microsoft.com/office/officeart/2005/8/layout/vList3"/>
    <dgm:cxn modelId="{193D59F6-2326-4EBB-A912-7CC3E8A3293A}" srcId="{7422172C-DB92-4D11-9D10-4EBBC76E2D7E}" destId="{A75ACA9E-61B4-4B58-9EE7-9B7FB3C2301B}" srcOrd="2" destOrd="0" parTransId="{B17D2DFB-91AA-4920-92C1-448DE018967D}" sibTransId="{FF00DB95-4864-47EB-8C40-01DD6FA763C1}"/>
    <dgm:cxn modelId="{DBEC5A1E-E799-42B4-A80E-54E3CFF5C464}" type="presParOf" srcId="{E323BCC9-6502-4C35-BFB7-69F51176ED6E}" destId="{0B9E2894-FA4D-4DE8-9584-2DFDEDA799DD}" srcOrd="0" destOrd="0" presId="urn:microsoft.com/office/officeart/2005/8/layout/vList3"/>
    <dgm:cxn modelId="{B1421333-0507-4A49-B83A-9B637463AC7E}" type="presParOf" srcId="{0B9E2894-FA4D-4DE8-9584-2DFDEDA799DD}" destId="{07C627C8-5182-4C95-822D-16AF80B56051}" srcOrd="0" destOrd="0" presId="urn:microsoft.com/office/officeart/2005/8/layout/vList3"/>
    <dgm:cxn modelId="{4D6E898D-3BD6-4706-8302-9063D9713C33}" type="presParOf" srcId="{0B9E2894-FA4D-4DE8-9584-2DFDEDA799DD}" destId="{C9A54700-438E-4F8C-A2BB-54FF579594B8}" srcOrd="1" destOrd="0" presId="urn:microsoft.com/office/officeart/2005/8/layout/vList3"/>
    <dgm:cxn modelId="{70F91FE9-A5E0-495E-BE1A-FB124446E692}" type="presParOf" srcId="{E323BCC9-6502-4C35-BFB7-69F51176ED6E}" destId="{013076B2-61D2-49AB-B8EA-5D6AC53D9B72}" srcOrd="1" destOrd="0" presId="urn:microsoft.com/office/officeart/2005/8/layout/vList3"/>
    <dgm:cxn modelId="{FD723E89-7F5C-441D-84EE-6B0B17337846}" type="presParOf" srcId="{E323BCC9-6502-4C35-BFB7-69F51176ED6E}" destId="{EBA607E6-528B-423D-9B93-9705F4EBE308}" srcOrd="2" destOrd="0" presId="urn:microsoft.com/office/officeart/2005/8/layout/vList3"/>
    <dgm:cxn modelId="{A7CC19C8-3C68-479D-957C-F9D9F4DA4B0D}" type="presParOf" srcId="{EBA607E6-528B-423D-9B93-9705F4EBE308}" destId="{B86FD64C-EA14-47EA-8529-7475BC5282CC}" srcOrd="0" destOrd="0" presId="urn:microsoft.com/office/officeart/2005/8/layout/vList3"/>
    <dgm:cxn modelId="{FC4B1210-E983-4FB7-8F45-3A966E98236B}" type="presParOf" srcId="{EBA607E6-528B-423D-9B93-9705F4EBE308}" destId="{2F6F0DD7-9B79-48EC-91C1-E6D36894346B}" srcOrd="1" destOrd="0" presId="urn:microsoft.com/office/officeart/2005/8/layout/vList3"/>
    <dgm:cxn modelId="{9F3F65DE-1F2F-45B1-A9DF-469ACB18F427}" type="presParOf" srcId="{E323BCC9-6502-4C35-BFB7-69F51176ED6E}" destId="{9F4CF9CC-D3D1-407A-B706-B222BD8BEDE5}" srcOrd="3" destOrd="0" presId="urn:microsoft.com/office/officeart/2005/8/layout/vList3"/>
    <dgm:cxn modelId="{D17ED988-7861-47FA-8F4B-85F92261C72E}" type="presParOf" srcId="{E323BCC9-6502-4C35-BFB7-69F51176ED6E}" destId="{04E3B3F7-7D17-461C-91D2-3FD08B4F1A2D}" srcOrd="4" destOrd="0" presId="urn:microsoft.com/office/officeart/2005/8/layout/vList3"/>
    <dgm:cxn modelId="{58229DC2-4C89-4F8C-B1CC-6CB2F1C1B4A7}" type="presParOf" srcId="{04E3B3F7-7D17-461C-91D2-3FD08B4F1A2D}" destId="{FD741BEA-C900-49E5-BEF7-2CFA5B813535}" srcOrd="0" destOrd="0" presId="urn:microsoft.com/office/officeart/2005/8/layout/vList3"/>
    <dgm:cxn modelId="{29C676DB-5967-44CD-8257-A85BB8433B0A}" type="presParOf" srcId="{04E3B3F7-7D17-461C-91D2-3FD08B4F1A2D}" destId="{E1C8D7C4-1A28-496F-94D9-BB2CCA0135EA}" srcOrd="1" destOrd="0" presId="urn:microsoft.com/office/officeart/2005/8/layout/vList3"/>
    <dgm:cxn modelId="{4556B3FF-3594-42A0-97FA-499D701FD4A5}" type="presParOf" srcId="{E323BCC9-6502-4C35-BFB7-69F51176ED6E}" destId="{A7AFA5FC-CFF6-4578-B8AA-67C4A0A0F8B3}" srcOrd="5" destOrd="0" presId="urn:microsoft.com/office/officeart/2005/8/layout/vList3"/>
    <dgm:cxn modelId="{A4D59A1D-F5A1-4FE6-8AC5-2D8FA8B2C7F8}" type="presParOf" srcId="{E323BCC9-6502-4C35-BFB7-69F51176ED6E}" destId="{EB0EF97A-8AF1-4F81-87A2-2473F563A76A}" srcOrd="6" destOrd="0" presId="urn:microsoft.com/office/officeart/2005/8/layout/vList3"/>
    <dgm:cxn modelId="{727DC42B-4998-462A-93A0-41C5FA23D88A}" type="presParOf" srcId="{EB0EF97A-8AF1-4F81-87A2-2473F563A76A}" destId="{4E524CA1-C072-4749-A970-C063418BEBF3}" srcOrd="0" destOrd="0" presId="urn:microsoft.com/office/officeart/2005/8/layout/vList3"/>
    <dgm:cxn modelId="{42A0DA6B-0BF6-42C2-99E3-7AA53410860A}" type="presParOf" srcId="{EB0EF97A-8AF1-4F81-87A2-2473F563A76A}" destId="{97683469-7641-4FF2-AAC7-3DED5A10AD90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4.xml><?xml version="1.0" encoding="utf-8"?>
<dgm:dataModel xmlns:dgm="http://schemas.openxmlformats.org/drawingml/2006/diagram" xmlns:a="http://schemas.openxmlformats.org/drawingml/2006/main">
  <dgm:ptLst>
    <dgm:pt modelId="{92391DED-20CD-47B4-816A-8499FA824F5F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C6A3E77-751F-47B6-AAEC-53BAC075BA48}">
      <dgm:prSet/>
      <dgm:spPr/>
      <dgm:t>
        <a:bodyPr/>
        <a:lstStyle/>
        <a:p>
          <a:r>
            <a:rPr lang="uk-UA" b="0" i="0"/>
            <a:t>заснування першої на українських землях слов’яно-греко-латинської школи</a:t>
          </a:r>
          <a:endParaRPr lang="uk-UA"/>
        </a:p>
      </dgm:t>
    </dgm:pt>
    <dgm:pt modelId="{E6DE83C7-6C5E-4614-AB36-DE4A5133A818}" type="parTrans" cxnId="{C7186092-A6E6-44A8-91D6-26C333136A42}">
      <dgm:prSet/>
      <dgm:spPr/>
      <dgm:t>
        <a:bodyPr/>
        <a:lstStyle/>
        <a:p>
          <a:endParaRPr lang="uk-UA"/>
        </a:p>
      </dgm:t>
    </dgm:pt>
    <dgm:pt modelId="{1893CADB-31E4-4FB3-B8B8-20B6FEC4609B}" type="sibTrans" cxnId="{C7186092-A6E6-44A8-91D6-26C333136A42}">
      <dgm:prSet/>
      <dgm:spPr/>
      <dgm:t>
        <a:bodyPr/>
        <a:lstStyle/>
        <a:p>
          <a:endParaRPr lang="uk-UA"/>
        </a:p>
      </dgm:t>
    </dgm:pt>
    <dgm:pt modelId="{B3F27984-2D97-4F3A-BB70-9B872959B9CC}">
      <dgm:prSet/>
      <dgm:spPr/>
      <dgm:t>
        <a:bodyPr/>
        <a:lstStyle/>
        <a:p>
          <a:r>
            <a:rPr lang="uk-UA" b="0" i="0" dirty="0"/>
            <a:t>укладення унії православної та католицької церков</a:t>
          </a:r>
          <a:endParaRPr lang="uk-UA" dirty="0"/>
        </a:p>
      </dgm:t>
    </dgm:pt>
    <dgm:pt modelId="{A4DD3B90-DC7D-4DD9-87AE-5CD007D5C20A}" type="parTrans" cxnId="{1D1DA57D-38DF-40FD-9334-A94E80D19E90}">
      <dgm:prSet/>
      <dgm:spPr/>
      <dgm:t>
        <a:bodyPr/>
        <a:lstStyle/>
        <a:p>
          <a:endParaRPr lang="uk-UA"/>
        </a:p>
      </dgm:t>
    </dgm:pt>
    <dgm:pt modelId="{D7A44D4F-A7BF-4A35-92CE-64FA9DC29BFB}" type="sibTrans" cxnId="{1D1DA57D-38DF-40FD-9334-A94E80D19E90}">
      <dgm:prSet/>
      <dgm:spPr/>
      <dgm:t>
        <a:bodyPr/>
        <a:lstStyle/>
        <a:p>
          <a:endParaRPr lang="uk-UA"/>
        </a:p>
      </dgm:t>
    </dgm:pt>
    <dgm:pt modelId="{DEE32C4A-9BB7-483A-B9FE-6D78E0AADCF3}">
      <dgm:prSet/>
      <dgm:spPr/>
      <dgm:t>
        <a:bodyPr/>
        <a:lstStyle/>
        <a:p>
          <a:r>
            <a:rPr lang="uk-UA" b="0" i="0"/>
            <a:t>об’єднання Лаврської школи та Київської братської школи в колегію</a:t>
          </a:r>
          <a:endParaRPr lang="uk-UA"/>
        </a:p>
      </dgm:t>
    </dgm:pt>
    <dgm:pt modelId="{CA225448-D710-43BB-A92A-34FCC52D149C}" type="parTrans" cxnId="{9C7D8D79-75B3-4E83-BDB5-DB8F3B13E1CB}">
      <dgm:prSet/>
      <dgm:spPr/>
      <dgm:t>
        <a:bodyPr/>
        <a:lstStyle/>
        <a:p>
          <a:endParaRPr lang="uk-UA"/>
        </a:p>
      </dgm:t>
    </dgm:pt>
    <dgm:pt modelId="{B3CFC16E-AC86-48F0-A389-9E6CDD01AB96}" type="sibTrans" cxnId="{9C7D8D79-75B3-4E83-BDB5-DB8F3B13E1CB}">
      <dgm:prSet/>
      <dgm:spPr/>
      <dgm:t>
        <a:bodyPr/>
        <a:lstStyle/>
        <a:p>
          <a:endParaRPr lang="uk-UA"/>
        </a:p>
      </dgm:t>
    </dgm:pt>
    <dgm:pt modelId="{CE5FC01D-0E2D-4E8C-9B03-8DB4FFE37E29}">
      <dgm:prSet/>
      <dgm:spPr/>
      <dgm:t>
        <a:bodyPr/>
        <a:lstStyle/>
        <a:p>
          <a:r>
            <a:rPr lang="uk-UA" b="0" i="0" dirty="0"/>
            <a:t>надання ставропігії Львівському Успенському братству</a:t>
          </a:r>
          <a:endParaRPr lang="uk-UA" dirty="0"/>
        </a:p>
      </dgm:t>
    </dgm:pt>
    <dgm:pt modelId="{C532073D-DCB9-4A4C-80F0-A5C6288DB8C8}" type="parTrans" cxnId="{B0ADF7C4-749C-4933-A338-FE50FAA04B80}">
      <dgm:prSet/>
      <dgm:spPr/>
      <dgm:t>
        <a:bodyPr/>
        <a:lstStyle/>
        <a:p>
          <a:endParaRPr lang="uk-UA"/>
        </a:p>
      </dgm:t>
    </dgm:pt>
    <dgm:pt modelId="{C65A7DA3-5026-4B80-AC85-3BFFDFBC069D}" type="sibTrans" cxnId="{B0ADF7C4-749C-4933-A338-FE50FAA04B80}">
      <dgm:prSet/>
      <dgm:spPr/>
      <dgm:t>
        <a:bodyPr/>
        <a:lstStyle/>
        <a:p>
          <a:endParaRPr lang="uk-UA"/>
        </a:p>
      </dgm:t>
    </dgm:pt>
    <dgm:pt modelId="{9F498A4B-430D-4E8E-A2B4-8B97CBE02226}" type="pres">
      <dgm:prSet presAssocID="{92391DED-20CD-47B4-816A-8499FA824F5F}" presName="Name0" presStyleCnt="0">
        <dgm:presLayoutVars>
          <dgm:chMax val="7"/>
          <dgm:chPref val="7"/>
          <dgm:dir/>
        </dgm:presLayoutVars>
      </dgm:prSet>
      <dgm:spPr/>
    </dgm:pt>
    <dgm:pt modelId="{1447D2C5-069E-4183-8E5E-25F849093DD8}" type="pres">
      <dgm:prSet presAssocID="{92391DED-20CD-47B4-816A-8499FA824F5F}" presName="Name1" presStyleCnt="0"/>
      <dgm:spPr/>
    </dgm:pt>
    <dgm:pt modelId="{29D90436-B45D-4932-BA05-F2C203C2A766}" type="pres">
      <dgm:prSet presAssocID="{92391DED-20CD-47B4-816A-8499FA824F5F}" presName="cycle" presStyleCnt="0"/>
      <dgm:spPr/>
    </dgm:pt>
    <dgm:pt modelId="{13F138A7-52F7-4FDC-BBC3-BEC95845DD24}" type="pres">
      <dgm:prSet presAssocID="{92391DED-20CD-47B4-816A-8499FA824F5F}" presName="srcNode" presStyleLbl="node1" presStyleIdx="0" presStyleCnt="4"/>
      <dgm:spPr/>
    </dgm:pt>
    <dgm:pt modelId="{3984A221-10DC-472C-82D1-5EA543E15210}" type="pres">
      <dgm:prSet presAssocID="{92391DED-20CD-47B4-816A-8499FA824F5F}" presName="conn" presStyleLbl="parChTrans1D2" presStyleIdx="0" presStyleCnt="1"/>
      <dgm:spPr/>
    </dgm:pt>
    <dgm:pt modelId="{43DD629E-894C-4D51-B615-BC00C90EE496}" type="pres">
      <dgm:prSet presAssocID="{92391DED-20CD-47B4-816A-8499FA824F5F}" presName="extraNode" presStyleLbl="node1" presStyleIdx="0" presStyleCnt="4"/>
      <dgm:spPr/>
    </dgm:pt>
    <dgm:pt modelId="{BD269E63-7241-4C64-8BF2-09740F36FBF4}" type="pres">
      <dgm:prSet presAssocID="{92391DED-20CD-47B4-816A-8499FA824F5F}" presName="dstNode" presStyleLbl="node1" presStyleIdx="0" presStyleCnt="4"/>
      <dgm:spPr/>
    </dgm:pt>
    <dgm:pt modelId="{A229DF3C-C9B2-4FDF-98B4-3363DA608349}" type="pres">
      <dgm:prSet presAssocID="{9C6A3E77-751F-47B6-AAEC-53BAC075BA48}" presName="text_1" presStyleLbl="node1" presStyleIdx="0" presStyleCnt="4">
        <dgm:presLayoutVars>
          <dgm:bulletEnabled val="1"/>
        </dgm:presLayoutVars>
      </dgm:prSet>
      <dgm:spPr/>
    </dgm:pt>
    <dgm:pt modelId="{7ADCF657-0F1E-4696-9CF4-FCCE68173CC2}" type="pres">
      <dgm:prSet presAssocID="{9C6A3E77-751F-47B6-AAEC-53BAC075BA48}" presName="accent_1" presStyleCnt="0"/>
      <dgm:spPr/>
    </dgm:pt>
    <dgm:pt modelId="{8AE8519E-6AAC-49A1-94BA-E2E8EC622449}" type="pres">
      <dgm:prSet presAssocID="{9C6A3E77-751F-47B6-AAEC-53BAC075BA48}" presName="accentRepeatNode" presStyleLbl="solidFgAcc1" presStyleIdx="0" presStyleCnt="4"/>
      <dgm:spPr/>
    </dgm:pt>
    <dgm:pt modelId="{D0D3AC5D-E319-4EF2-9C0D-DDF5B3262DB9}" type="pres">
      <dgm:prSet presAssocID="{B3F27984-2D97-4F3A-BB70-9B872959B9CC}" presName="text_2" presStyleLbl="node1" presStyleIdx="1" presStyleCnt="4">
        <dgm:presLayoutVars>
          <dgm:bulletEnabled val="1"/>
        </dgm:presLayoutVars>
      </dgm:prSet>
      <dgm:spPr/>
    </dgm:pt>
    <dgm:pt modelId="{BC401E98-A073-4A1B-ACD1-8C8FBE2A13F0}" type="pres">
      <dgm:prSet presAssocID="{B3F27984-2D97-4F3A-BB70-9B872959B9CC}" presName="accent_2" presStyleCnt="0"/>
      <dgm:spPr/>
    </dgm:pt>
    <dgm:pt modelId="{F2CDC586-FE9E-4EDF-A9C5-EFA6CB8CAF9A}" type="pres">
      <dgm:prSet presAssocID="{B3F27984-2D97-4F3A-BB70-9B872959B9CC}" presName="accentRepeatNode" presStyleLbl="solidFgAcc1" presStyleIdx="1" presStyleCnt="4"/>
      <dgm:spPr/>
    </dgm:pt>
    <dgm:pt modelId="{1FFF50C0-6080-4280-8396-FE7C73180606}" type="pres">
      <dgm:prSet presAssocID="{DEE32C4A-9BB7-483A-B9FE-6D78E0AADCF3}" presName="text_3" presStyleLbl="node1" presStyleIdx="2" presStyleCnt="4">
        <dgm:presLayoutVars>
          <dgm:bulletEnabled val="1"/>
        </dgm:presLayoutVars>
      </dgm:prSet>
      <dgm:spPr/>
    </dgm:pt>
    <dgm:pt modelId="{9E19CBF9-16BE-4FD2-B71F-FFC20933F714}" type="pres">
      <dgm:prSet presAssocID="{DEE32C4A-9BB7-483A-B9FE-6D78E0AADCF3}" presName="accent_3" presStyleCnt="0"/>
      <dgm:spPr/>
    </dgm:pt>
    <dgm:pt modelId="{04F94D63-856C-4485-B157-D131A1789476}" type="pres">
      <dgm:prSet presAssocID="{DEE32C4A-9BB7-483A-B9FE-6D78E0AADCF3}" presName="accentRepeatNode" presStyleLbl="solidFgAcc1" presStyleIdx="2" presStyleCnt="4"/>
      <dgm:spPr/>
    </dgm:pt>
    <dgm:pt modelId="{57D0F629-E10D-4691-8280-916BEE9201EF}" type="pres">
      <dgm:prSet presAssocID="{CE5FC01D-0E2D-4E8C-9B03-8DB4FFE37E29}" presName="text_4" presStyleLbl="node1" presStyleIdx="3" presStyleCnt="4">
        <dgm:presLayoutVars>
          <dgm:bulletEnabled val="1"/>
        </dgm:presLayoutVars>
      </dgm:prSet>
      <dgm:spPr/>
    </dgm:pt>
    <dgm:pt modelId="{FD1DEC22-A402-488A-A8A1-A08A681650B3}" type="pres">
      <dgm:prSet presAssocID="{CE5FC01D-0E2D-4E8C-9B03-8DB4FFE37E29}" presName="accent_4" presStyleCnt="0"/>
      <dgm:spPr/>
    </dgm:pt>
    <dgm:pt modelId="{4F85ADC6-2D94-4454-AA4D-6E7595C5F4C3}" type="pres">
      <dgm:prSet presAssocID="{CE5FC01D-0E2D-4E8C-9B03-8DB4FFE37E29}" presName="accentRepeatNode" presStyleLbl="solidFgAcc1" presStyleIdx="3" presStyleCnt="4"/>
      <dgm:spPr/>
    </dgm:pt>
  </dgm:ptLst>
  <dgm:cxnLst>
    <dgm:cxn modelId="{6B9D8B13-7BED-413C-9736-635616A6E878}" type="presOf" srcId="{DEE32C4A-9BB7-483A-B9FE-6D78E0AADCF3}" destId="{1FFF50C0-6080-4280-8396-FE7C73180606}" srcOrd="0" destOrd="0" presId="urn:microsoft.com/office/officeart/2008/layout/VerticalCurvedList"/>
    <dgm:cxn modelId="{D57ADB50-AA9F-43A9-B4D8-107244C8184E}" type="presOf" srcId="{9C6A3E77-751F-47B6-AAEC-53BAC075BA48}" destId="{A229DF3C-C9B2-4FDF-98B4-3363DA608349}" srcOrd="0" destOrd="0" presId="urn:microsoft.com/office/officeart/2008/layout/VerticalCurvedList"/>
    <dgm:cxn modelId="{1569C873-41CF-4BDD-B7B3-E76FB707D685}" type="presOf" srcId="{92391DED-20CD-47B4-816A-8499FA824F5F}" destId="{9F498A4B-430D-4E8E-A2B4-8B97CBE02226}" srcOrd="0" destOrd="0" presId="urn:microsoft.com/office/officeart/2008/layout/VerticalCurvedList"/>
    <dgm:cxn modelId="{9C7D8D79-75B3-4E83-BDB5-DB8F3B13E1CB}" srcId="{92391DED-20CD-47B4-816A-8499FA824F5F}" destId="{DEE32C4A-9BB7-483A-B9FE-6D78E0AADCF3}" srcOrd="2" destOrd="0" parTransId="{CA225448-D710-43BB-A92A-34FCC52D149C}" sibTransId="{B3CFC16E-AC86-48F0-A389-9E6CDD01AB96}"/>
    <dgm:cxn modelId="{1D1DA57D-38DF-40FD-9334-A94E80D19E90}" srcId="{92391DED-20CD-47B4-816A-8499FA824F5F}" destId="{B3F27984-2D97-4F3A-BB70-9B872959B9CC}" srcOrd="1" destOrd="0" parTransId="{A4DD3B90-DC7D-4DD9-87AE-5CD007D5C20A}" sibTransId="{D7A44D4F-A7BF-4A35-92CE-64FA9DC29BFB}"/>
    <dgm:cxn modelId="{DD2FD891-91D4-4B1C-B4E7-5042989F6EC1}" type="presOf" srcId="{CE5FC01D-0E2D-4E8C-9B03-8DB4FFE37E29}" destId="{57D0F629-E10D-4691-8280-916BEE9201EF}" srcOrd="0" destOrd="0" presId="urn:microsoft.com/office/officeart/2008/layout/VerticalCurvedList"/>
    <dgm:cxn modelId="{C7186092-A6E6-44A8-91D6-26C333136A42}" srcId="{92391DED-20CD-47B4-816A-8499FA824F5F}" destId="{9C6A3E77-751F-47B6-AAEC-53BAC075BA48}" srcOrd="0" destOrd="0" parTransId="{E6DE83C7-6C5E-4614-AB36-DE4A5133A818}" sibTransId="{1893CADB-31E4-4FB3-B8B8-20B6FEC4609B}"/>
    <dgm:cxn modelId="{B0ADF7C4-749C-4933-A338-FE50FAA04B80}" srcId="{92391DED-20CD-47B4-816A-8499FA824F5F}" destId="{CE5FC01D-0E2D-4E8C-9B03-8DB4FFE37E29}" srcOrd="3" destOrd="0" parTransId="{C532073D-DCB9-4A4C-80F0-A5C6288DB8C8}" sibTransId="{C65A7DA3-5026-4B80-AC85-3BFFDFBC069D}"/>
    <dgm:cxn modelId="{410C07EF-B0ED-4E21-BE3D-7556731289FB}" type="presOf" srcId="{B3F27984-2D97-4F3A-BB70-9B872959B9CC}" destId="{D0D3AC5D-E319-4EF2-9C0D-DDF5B3262DB9}" srcOrd="0" destOrd="0" presId="urn:microsoft.com/office/officeart/2008/layout/VerticalCurvedList"/>
    <dgm:cxn modelId="{43B8AAF1-ED3D-4122-A7D9-9750DF9F0B2C}" type="presOf" srcId="{1893CADB-31E4-4FB3-B8B8-20B6FEC4609B}" destId="{3984A221-10DC-472C-82D1-5EA543E15210}" srcOrd="0" destOrd="0" presId="urn:microsoft.com/office/officeart/2008/layout/VerticalCurvedList"/>
    <dgm:cxn modelId="{E2EF2C8C-4E2D-4234-A4FC-45B287073231}" type="presParOf" srcId="{9F498A4B-430D-4E8E-A2B4-8B97CBE02226}" destId="{1447D2C5-069E-4183-8E5E-25F849093DD8}" srcOrd="0" destOrd="0" presId="urn:microsoft.com/office/officeart/2008/layout/VerticalCurvedList"/>
    <dgm:cxn modelId="{778A12A9-8FF2-4C2A-B7CB-A55174096B14}" type="presParOf" srcId="{1447D2C5-069E-4183-8E5E-25F849093DD8}" destId="{29D90436-B45D-4932-BA05-F2C203C2A766}" srcOrd="0" destOrd="0" presId="urn:microsoft.com/office/officeart/2008/layout/VerticalCurvedList"/>
    <dgm:cxn modelId="{12D8600A-97AD-409C-9270-A122F3CB8467}" type="presParOf" srcId="{29D90436-B45D-4932-BA05-F2C203C2A766}" destId="{13F138A7-52F7-4FDC-BBC3-BEC95845DD24}" srcOrd="0" destOrd="0" presId="urn:microsoft.com/office/officeart/2008/layout/VerticalCurvedList"/>
    <dgm:cxn modelId="{D1753690-8742-4159-8C68-0E4FD6C1FBFD}" type="presParOf" srcId="{29D90436-B45D-4932-BA05-F2C203C2A766}" destId="{3984A221-10DC-472C-82D1-5EA543E15210}" srcOrd="1" destOrd="0" presId="urn:microsoft.com/office/officeart/2008/layout/VerticalCurvedList"/>
    <dgm:cxn modelId="{BCE19225-6306-4B8C-A96D-42C5C8B20DB9}" type="presParOf" srcId="{29D90436-B45D-4932-BA05-F2C203C2A766}" destId="{43DD629E-894C-4D51-B615-BC00C90EE496}" srcOrd="2" destOrd="0" presId="urn:microsoft.com/office/officeart/2008/layout/VerticalCurvedList"/>
    <dgm:cxn modelId="{4BA951FD-CF99-4D0B-8B71-22F21AD101CA}" type="presParOf" srcId="{29D90436-B45D-4932-BA05-F2C203C2A766}" destId="{BD269E63-7241-4C64-8BF2-09740F36FBF4}" srcOrd="3" destOrd="0" presId="urn:microsoft.com/office/officeart/2008/layout/VerticalCurvedList"/>
    <dgm:cxn modelId="{72E5E988-9C95-418F-8BB0-297FCB33BFDE}" type="presParOf" srcId="{1447D2C5-069E-4183-8E5E-25F849093DD8}" destId="{A229DF3C-C9B2-4FDF-98B4-3363DA608349}" srcOrd="1" destOrd="0" presId="urn:microsoft.com/office/officeart/2008/layout/VerticalCurvedList"/>
    <dgm:cxn modelId="{0F385304-4295-4876-AE7E-209CF43C620E}" type="presParOf" srcId="{1447D2C5-069E-4183-8E5E-25F849093DD8}" destId="{7ADCF657-0F1E-4696-9CF4-FCCE68173CC2}" srcOrd="2" destOrd="0" presId="urn:microsoft.com/office/officeart/2008/layout/VerticalCurvedList"/>
    <dgm:cxn modelId="{A0E9BBFD-60A6-4362-B5A4-09A92CAECD76}" type="presParOf" srcId="{7ADCF657-0F1E-4696-9CF4-FCCE68173CC2}" destId="{8AE8519E-6AAC-49A1-94BA-E2E8EC622449}" srcOrd="0" destOrd="0" presId="urn:microsoft.com/office/officeart/2008/layout/VerticalCurvedList"/>
    <dgm:cxn modelId="{AFAE2BDF-9AB0-4208-A918-A0592C46AE42}" type="presParOf" srcId="{1447D2C5-069E-4183-8E5E-25F849093DD8}" destId="{D0D3AC5D-E319-4EF2-9C0D-DDF5B3262DB9}" srcOrd="3" destOrd="0" presId="urn:microsoft.com/office/officeart/2008/layout/VerticalCurvedList"/>
    <dgm:cxn modelId="{43E5F37E-211E-40FE-8312-6D1CFE6BB072}" type="presParOf" srcId="{1447D2C5-069E-4183-8E5E-25F849093DD8}" destId="{BC401E98-A073-4A1B-ACD1-8C8FBE2A13F0}" srcOrd="4" destOrd="0" presId="urn:microsoft.com/office/officeart/2008/layout/VerticalCurvedList"/>
    <dgm:cxn modelId="{D59027A9-5B47-4957-BF65-25D20ACAFD80}" type="presParOf" srcId="{BC401E98-A073-4A1B-ACD1-8C8FBE2A13F0}" destId="{F2CDC586-FE9E-4EDF-A9C5-EFA6CB8CAF9A}" srcOrd="0" destOrd="0" presId="urn:microsoft.com/office/officeart/2008/layout/VerticalCurvedList"/>
    <dgm:cxn modelId="{FA490B7C-887D-4448-935B-52B0BE6B3425}" type="presParOf" srcId="{1447D2C5-069E-4183-8E5E-25F849093DD8}" destId="{1FFF50C0-6080-4280-8396-FE7C73180606}" srcOrd="5" destOrd="0" presId="urn:microsoft.com/office/officeart/2008/layout/VerticalCurvedList"/>
    <dgm:cxn modelId="{F4606E37-354A-4A77-9D15-3F3052E5FC6F}" type="presParOf" srcId="{1447D2C5-069E-4183-8E5E-25F849093DD8}" destId="{9E19CBF9-16BE-4FD2-B71F-FFC20933F714}" srcOrd="6" destOrd="0" presId="urn:microsoft.com/office/officeart/2008/layout/VerticalCurvedList"/>
    <dgm:cxn modelId="{073AFF52-802E-4E19-8708-E20500AE20B4}" type="presParOf" srcId="{9E19CBF9-16BE-4FD2-B71F-FFC20933F714}" destId="{04F94D63-856C-4485-B157-D131A1789476}" srcOrd="0" destOrd="0" presId="urn:microsoft.com/office/officeart/2008/layout/VerticalCurvedList"/>
    <dgm:cxn modelId="{087FD713-B8E5-41BD-85B7-7AFAA27A42A0}" type="presParOf" srcId="{1447D2C5-069E-4183-8E5E-25F849093DD8}" destId="{57D0F629-E10D-4691-8280-916BEE9201EF}" srcOrd="7" destOrd="0" presId="urn:microsoft.com/office/officeart/2008/layout/VerticalCurvedList"/>
    <dgm:cxn modelId="{55E22590-A701-46F5-9F1F-76D12D5E6715}" type="presParOf" srcId="{1447D2C5-069E-4183-8E5E-25F849093DD8}" destId="{FD1DEC22-A402-488A-A8A1-A08A681650B3}" srcOrd="8" destOrd="0" presId="urn:microsoft.com/office/officeart/2008/layout/VerticalCurvedList"/>
    <dgm:cxn modelId="{6DD24B10-4C6F-4683-9DB9-3130EB1A559F}" type="presParOf" srcId="{FD1DEC22-A402-488A-A8A1-A08A681650B3}" destId="{4F85ADC6-2D94-4454-AA4D-6E7595C5F4C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5.xml><?xml version="1.0" encoding="utf-8"?>
<dgm:dataModel xmlns:dgm="http://schemas.openxmlformats.org/drawingml/2006/diagram" xmlns:a="http://schemas.openxmlformats.org/drawingml/2006/main">
  <dgm:ptLst>
    <dgm:pt modelId="{577D7A80-0D96-47F3-A9D9-D55E0B2844FB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896A9C33-B9AD-475F-A9AB-718CB2F64484}">
      <dgm:prSet/>
      <dgm:spPr>
        <a:solidFill>
          <a:srgbClr val="0070C0"/>
        </a:solidFill>
      </dgm:spPr>
      <dgm:t>
        <a:bodyPr/>
        <a:lstStyle/>
        <a:p>
          <a:r>
            <a:rPr lang="ru-RU" b="0" i="0"/>
            <a:t>П. Могилу</a:t>
          </a:r>
          <a:endParaRPr lang="uk-UA"/>
        </a:p>
      </dgm:t>
    </dgm:pt>
    <dgm:pt modelId="{9F2544B8-635C-4EEC-B3A3-CB7011375AEA}" type="parTrans" cxnId="{AC28F4AE-2435-42D4-A2CB-BCC4B1CBC671}">
      <dgm:prSet/>
      <dgm:spPr/>
      <dgm:t>
        <a:bodyPr/>
        <a:lstStyle/>
        <a:p>
          <a:endParaRPr lang="uk-UA"/>
        </a:p>
      </dgm:t>
    </dgm:pt>
    <dgm:pt modelId="{5115E066-EE1E-4E8B-A0B6-8EE3AE5BBE4B}" type="sibTrans" cxnId="{AC28F4AE-2435-42D4-A2CB-BCC4B1CBC671}">
      <dgm:prSet/>
      <dgm:spPr/>
      <dgm:t>
        <a:bodyPr/>
        <a:lstStyle/>
        <a:p>
          <a:endParaRPr lang="uk-UA"/>
        </a:p>
      </dgm:t>
    </dgm:pt>
    <dgm:pt modelId="{C3D8C218-AFA1-4EC4-A0D5-F094D47C66CB}">
      <dgm:prSet/>
      <dgm:spPr/>
      <dgm:t>
        <a:bodyPr/>
        <a:lstStyle/>
        <a:p>
          <a:r>
            <a:rPr lang="ru-RU" b="0" i="0"/>
            <a:t>Ф. Прокоповича</a:t>
          </a:r>
          <a:endParaRPr lang="uk-UA"/>
        </a:p>
      </dgm:t>
    </dgm:pt>
    <dgm:pt modelId="{C8FA68B9-16B1-4BF4-8955-AFC00888526A}" type="parTrans" cxnId="{E34FA351-0BAE-4D14-A8FD-016E74143A85}">
      <dgm:prSet/>
      <dgm:spPr/>
      <dgm:t>
        <a:bodyPr/>
        <a:lstStyle/>
        <a:p>
          <a:endParaRPr lang="uk-UA"/>
        </a:p>
      </dgm:t>
    </dgm:pt>
    <dgm:pt modelId="{47ADE7D6-A985-4A6E-ADB0-93886268B937}" type="sibTrans" cxnId="{E34FA351-0BAE-4D14-A8FD-016E74143A85}">
      <dgm:prSet/>
      <dgm:spPr/>
      <dgm:t>
        <a:bodyPr/>
        <a:lstStyle/>
        <a:p>
          <a:endParaRPr lang="uk-UA"/>
        </a:p>
      </dgm:t>
    </dgm:pt>
    <dgm:pt modelId="{FED5D579-D22D-443E-8F6C-A92DD578FCA6}">
      <dgm:prSet/>
      <dgm:spPr/>
      <dgm:t>
        <a:bodyPr/>
        <a:lstStyle/>
        <a:p>
          <a:r>
            <a:rPr lang="ru-RU" b="0" i="0"/>
            <a:t>Й. Кондзелевича</a:t>
          </a:r>
          <a:endParaRPr lang="uk-UA"/>
        </a:p>
      </dgm:t>
    </dgm:pt>
    <dgm:pt modelId="{8CAD443C-6ACF-465D-9B36-5252209CED0A}" type="parTrans" cxnId="{9FF9A83F-04E7-4BF4-9F66-F3F228F25AA5}">
      <dgm:prSet/>
      <dgm:spPr/>
      <dgm:t>
        <a:bodyPr/>
        <a:lstStyle/>
        <a:p>
          <a:endParaRPr lang="uk-UA"/>
        </a:p>
      </dgm:t>
    </dgm:pt>
    <dgm:pt modelId="{96E62D16-6A97-4BB2-B2F6-BC6AE4DC1B52}" type="sibTrans" cxnId="{9FF9A83F-04E7-4BF4-9F66-F3F228F25AA5}">
      <dgm:prSet/>
      <dgm:spPr/>
      <dgm:t>
        <a:bodyPr/>
        <a:lstStyle/>
        <a:p>
          <a:endParaRPr lang="uk-UA"/>
        </a:p>
      </dgm:t>
    </dgm:pt>
    <dgm:pt modelId="{F330DAA6-9905-4D87-BEDF-BE7FC3D571A2}">
      <dgm:prSet/>
      <dgm:spPr/>
      <dgm:t>
        <a:bodyPr/>
        <a:lstStyle/>
        <a:p>
          <a:r>
            <a:rPr lang="ru-RU" b="0" i="0"/>
            <a:t>В.-К. Острозького</a:t>
          </a:r>
          <a:endParaRPr lang="uk-UA"/>
        </a:p>
      </dgm:t>
    </dgm:pt>
    <dgm:pt modelId="{B3F9C677-B59F-4093-A71E-36E3BDD80BF5}" type="parTrans" cxnId="{43146F3E-0A8E-4D7B-8B37-1AC251859A2D}">
      <dgm:prSet/>
      <dgm:spPr/>
      <dgm:t>
        <a:bodyPr/>
        <a:lstStyle/>
        <a:p>
          <a:endParaRPr lang="uk-UA"/>
        </a:p>
      </dgm:t>
    </dgm:pt>
    <dgm:pt modelId="{7C22B3B5-DD35-4C9E-A11B-2DFE73FD0A73}" type="sibTrans" cxnId="{43146F3E-0A8E-4D7B-8B37-1AC251859A2D}">
      <dgm:prSet/>
      <dgm:spPr/>
      <dgm:t>
        <a:bodyPr/>
        <a:lstStyle/>
        <a:p>
          <a:endParaRPr lang="uk-UA"/>
        </a:p>
      </dgm:t>
    </dgm:pt>
    <dgm:pt modelId="{B5E9A6E7-4884-4C4A-9C44-E5BFB8CF3664}" type="pres">
      <dgm:prSet presAssocID="{577D7A80-0D96-47F3-A9D9-D55E0B2844FB}" presName="linearFlow" presStyleCnt="0">
        <dgm:presLayoutVars>
          <dgm:dir/>
          <dgm:resizeHandles val="exact"/>
        </dgm:presLayoutVars>
      </dgm:prSet>
      <dgm:spPr/>
    </dgm:pt>
    <dgm:pt modelId="{7D76142D-E33C-49C6-8360-908FB4093004}" type="pres">
      <dgm:prSet presAssocID="{896A9C33-B9AD-475F-A9AB-718CB2F64484}" presName="composite" presStyleCnt="0"/>
      <dgm:spPr/>
    </dgm:pt>
    <dgm:pt modelId="{8F31FABE-7E04-4ACB-A033-B6E90AC6DD28}" type="pres">
      <dgm:prSet presAssocID="{896A9C33-B9AD-475F-A9AB-718CB2F64484}" presName="imgShp" presStyleLbl="fgImgPlace1" presStyleIdx="0" presStyleCnt="4"/>
      <dgm:spPr/>
    </dgm:pt>
    <dgm:pt modelId="{DF205554-C8FB-4AFE-AFD0-0A52EEEBA2FD}" type="pres">
      <dgm:prSet presAssocID="{896A9C33-B9AD-475F-A9AB-718CB2F64484}" presName="txShp" presStyleLbl="node1" presStyleIdx="0" presStyleCnt="4">
        <dgm:presLayoutVars>
          <dgm:bulletEnabled val="1"/>
        </dgm:presLayoutVars>
      </dgm:prSet>
      <dgm:spPr/>
    </dgm:pt>
    <dgm:pt modelId="{93DFF759-4DC8-4117-8297-4F2C92419798}" type="pres">
      <dgm:prSet presAssocID="{5115E066-EE1E-4E8B-A0B6-8EE3AE5BBE4B}" presName="spacing" presStyleCnt="0"/>
      <dgm:spPr/>
    </dgm:pt>
    <dgm:pt modelId="{68DB6A9B-93AA-430D-AF5A-F7C9B127EFBA}" type="pres">
      <dgm:prSet presAssocID="{C3D8C218-AFA1-4EC4-A0D5-F094D47C66CB}" presName="composite" presStyleCnt="0"/>
      <dgm:spPr/>
    </dgm:pt>
    <dgm:pt modelId="{C8AAE6D8-3863-440C-82BE-91CA0E57419C}" type="pres">
      <dgm:prSet presAssocID="{C3D8C218-AFA1-4EC4-A0D5-F094D47C66CB}" presName="imgShp" presStyleLbl="fgImgPlace1" presStyleIdx="1" presStyleCnt="4"/>
      <dgm:spPr/>
    </dgm:pt>
    <dgm:pt modelId="{8C2BB4BF-7202-4764-965A-A58AC9AE2E95}" type="pres">
      <dgm:prSet presAssocID="{C3D8C218-AFA1-4EC4-A0D5-F094D47C66CB}" presName="txShp" presStyleLbl="node1" presStyleIdx="1" presStyleCnt="4">
        <dgm:presLayoutVars>
          <dgm:bulletEnabled val="1"/>
        </dgm:presLayoutVars>
      </dgm:prSet>
      <dgm:spPr/>
    </dgm:pt>
    <dgm:pt modelId="{1D38B29F-8D1F-498F-95FC-C5DEE1D1FF7D}" type="pres">
      <dgm:prSet presAssocID="{47ADE7D6-A985-4A6E-ADB0-93886268B937}" presName="spacing" presStyleCnt="0"/>
      <dgm:spPr/>
    </dgm:pt>
    <dgm:pt modelId="{C72033E7-9005-42F0-8D7A-E3CDD6D887D1}" type="pres">
      <dgm:prSet presAssocID="{FED5D579-D22D-443E-8F6C-A92DD578FCA6}" presName="composite" presStyleCnt="0"/>
      <dgm:spPr/>
    </dgm:pt>
    <dgm:pt modelId="{34DDE839-7EC7-44C9-BBC0-A08CEAE2907A}" type="pres">
      <dgm:prSet presAssocID="{FED5D579-D22D-443E-8F6C-A92DD578FCA6}" presName="imgShp" presStyleLbl="fgImgPlace1" presStyleIdx="2" presStyleCnt="4"/>
      <dgm:spPr/>
    </dgm:pt>
    <dgm:pt modelId="{FF6429A7-E6E1-485A-9850-349FDD046DB1}" type="pres">
      <dgm:prSet presAssocID="{FED5D579-D22D-443E-8F6C-A92DD578FCA6}" presName="txShp" presStyleLbl="node1" presStyleIdx="2" presStyleCnt="4">
        <dgm:presLayoutVars>
          <dgm:bulletEnabled val="1"/>
        </dgm:presLayoutVars>
      </dgm:prSet>
      <dgm:spPr/>
    </dgm:pt>
    <dgm:pt modelId="{B702D3F6-514A-4B85-A082-056040482660}" type="pres">
      <dgm:prSet presAssocID="{96E62D16-6A97-4BB2-B2F6-BC6AE4DC1B52}" presName="spacing" presStyleCnt="0"/>
      <dgm:spPr/>
    </dgm:pt>
    <dgm:pt modelId="{1E33E8F8-73C3-4E5C-9B54-760FF7651711}" type="pres">
      <dgm:prSet presAssocID="{F330DAA6-9905-4D87-BEDF-BE7FC3D571A2}" presName="composite" presStyleCnt="0"/>
      <dgm:spPr/>
    </dgm:pt>
    <dgm:pt modelId="{45058D6B-3B80-461A-B95F-1C660EA227EE}" type="pres">
      <dgm:prSet presAssocID="{F330DAA6-9905-4D87-BEDF-BE7FC3D571A2}" presName="imgShp" presStyleLbl="fgImgPlace1" presStyleIdx="3" presStyleCnt="4"/>
      <dgm:spPr/>
    </dgm:pt>
    <dgm:pt modelId="{8160E66D-1020-405B-A7F5-F759743CC7F1}" type="pres">
      <dgm:prSet presAssocID="{F330DAA6-9905-4D87-BEDF-BE7FC3D571A2}" presName="txShp" presStyleLbl="node1" presStyleIdx="3" presStyleCnt="4">
        <dgm:presLayoutVars>
          <dgm:bulletEnabled val="1"/>
        </dgm:presLayoutVars>
      </dgm:prSet>
      <dgm:spPr/>
    </dgm:pt>
  </dgm:ptLst>
  <dgm:cxnLst>
    <dgm:cxn modelId="{43146F3E-0A8E-4D7B-8B37-1AC251859A2D}" srcId="{577D7A80-0D96-47F3-A9D9-D55E0B2844FB}" destId="{F330DAA6-9905-4D87-BEDF-BE7FC3D571A2}" srcOrd="3" destOrd="0" parTransId="{B3F9C677-B59F-4093-A71E-36E3BDD80BF5}" sibTransId="{7C22B3B5-DD35-4C9E-A11B-2DFE73FD0A73}"/>
    <dgm:cxn modelId="{9FF9A83F-04E7-4BF4-9F66-F3F228F25AA5}" srcId="{577D7A80-0D96-47F3-A9D9-D55E0B2844FB}" destId="{FED5D579-D22D-443E-8F6C-A92DD578FCA6}" srcOrd="2" destOrd="0" parTransId="{8CAD443C-6ACF-465D-9B36-5252209CED0A}" sibTransId="{96E62D16-6A97-4BB2-B2F6-BC6AE4DC1B52}"/>
    <dgm:cxn modelId="{AEA5D843-6373-4486-9564-C19000D3181E}" type="presOf" srcId="{C3D8C218-AFA1-4EC4-A0D5-F094D47C66CB}" destId="{8C2BB4BF-7202-4764-965A-A58AC9AE2E95}" srcOrd="0" destOrd="0" presId="urn:microsoft.com/office/officeart/2005/8/layout/vList3"/>
    <dgm:cxn modelId="{C6FCAF69-5106-46F5-806A-B1D0A34980A1}" type="presOf" srcId="{896A9C33-B9AD-475F-A9AB-718CB2F64484}" destId="{DF205554-C8FB-4AFE-AFD0-0A52EEEBA2FD}" srcOrd="0" destOrd="0" presId="urn:microsoft.com/office/officeart/2005/8/layout/vList3"/>
    <dgm:cxn modelId="{E34FA351-0BAE-4D14-A8FD-016E74143A85}" srcId="{577D7A80-0D96-47F3-A9D9-D55E0B2844FB}" destId="{C3D8C218-AFA1-4EC4-A0D5-F094D47C66CB}" srcOrd="1" destOrd="0" parTransId="{C8FA68B9-16B1-4BF4-8955-AFC00888526A}" sibTransId="{47ADE7D6-A985-4A6E-ADB0-93886268B937}"/>
    <dgm:cxn modelId="{AC28F4AE-2435-42D4-A2CB-BCC4B1CBC671}" srcId="{577D7A80-0D96-47F3-A9D9-D55E0B2844FB}" destId="{896A9C33-B9AD-475F-A9AB-718CB2F64484}" srcOrd="0" destOrd="0" parTransId="{9F2544B8-635C-4EEC-B3A3-CB7011375AEA}" sibTransId="{5115E066-EE1E-4E8B-A0B6-8EE3AE5BBE4B}"/>
    <dgm:cxn modelId="{CECCCED4-B5CA-440C-9D0D-846F8E8B0071}" type="presOf" srcId="{FED5D579-D22D-443E-8F6C-A92DD578FCA6}" destId="{FF6429A7-E6E1-485A-9850-349FDD046DB1}" srcOrd="0" destOrd="0" presId="urn:microsoft.com/office/officeart/2005/8/layout/vList3"/>
    <dgm:cxn modelId="{A68D9EDF-32C7-4474-94F2-E5F61642EB56}" type="presOf" srcId="{F330DAA6-9905-4D87-BEDF-BE7FC3D571A2}" destId="{8160E66D-1020-405B-A7F5-F759743CC7F1}" srcOrd="0" destOrd="0" presId="urn:microsoft.com/office/officeart/2005/8/layout/vList3"/>
    <dgm:cxn modelId="{AB6E9EF6-DCC1-4156-964F-85D4CE5C5BF9}" type="presOf" srcId="{577D7A80-0D96-47F3-A9D9-D55E0B2844FB}" destId="{B5E9A6E7-4884-4C4A-9C44-E5BFB8CF3664}" srcOrd="0" destOrd="0" presId="urn:microsoft.com/office/officeart/2005/8/layout/vList3"/>
    <dgm:cxn modelId="{A81C129A-5BD7-40EF-B91E-F3F62A362733}" type="presParOf" srcId="{B5E9A6E7-4884-4C4A-9C44-E5BFB8CF3664}" destId="{7D76142D-E33C-49C6-8360-908FB4093004}" srcOrd="0" destOrd="0" presId="urn:microsoft.com/office/officeart/2005/8/layout/vList3"/>
    <dgm:cxn modelId="{F540CA3D-E365-491D-95AB-58E6EF236D8E}" type="presParOf" srcId="{7D76142D-E33C-49C6-8360-908FB4093004}" destId="{8F31FABE-7E04-4ACB-A033-B6E90AC6DD28}" srcOrd="0" destOrd="0" presId="urn:microsoft.com/office/officeart/2005/8/layout/vList3"/>
    <dgm:cxn modelId="{AEF33E71-D58A-48EE-87A9-45C13472618C}" type="presParOf" srcId="{7D76142D-E33C-49C6-8360-908FB4093004}" destId="{DF205554-C8FB-4AFE-AFD0-0A52EEEBA2FD}" srcOrd="1" destOrd="0" presId="urn:microsoft.com/office/officeart/2005/8/layout/vList3"/>
    <dgm:cxn modelId="{FD1231A0-9552-486D-A3E1-C72F2625D237}" type="presParOf" srcId="{B5E9A6E7-4884-4C4A-9C44-E5BFB8CF3664}" destId="{93DFF759-4DC8-4117-8297-4F2C92419798}" srcOrd="1" destOrd="0" presId="urn:microsoft.com/office/officeart/2005/8/layout/vList3"/>
    <dgm:cxn modelId="{33C80788-0320-4B67-9E99-B7CDFBDBAE9A}" type="presParOf" srcId="{B5E9A6E7-4884-4C4A-9C44-E5BFB8CF3664}" destId="{68DB6A9B-93AA-430D-AF5A-F7C9B127EFBA}" srcOrd="2" destOrd="0" presId="urn:microsoft.com/office/officeart/2005/8/layout/vList3"/>
    <dgm:cxn modelId="{F40629AB-FE7F-4506-9187-DA44AE1C0923}" type="presParOf" srcId="{68DB6A9B-93AA-430D-AF5A-F7C9B127EFBA}" destId="{C8AAE6D8-3863-440C-82BE-91CA0E57419C}" srcOrd="0" destOrd="0" presId="urn:microsoft.com/office/officeart/2005/8/layout/vList3"/>
    <dgm:cxn modelId="{5FCB6B30-E752-48BF-84C2-CFD44EEE855F}" type="presParOf" srcId="{68DB6A9B-93AA-430D-AF5A-F7C9B127EFBA}" destId="{8C2BB4BF-7202-4764-965A-A58AC9AE2E95}" srcOrd="1" destOrd="0" presId="urn:microsoft.com/office/officeart/2005/8/layout/vList3"/>
    <dgm:cxn modelId="{6A0969BD-8D64-436A-821C-46F2FD6AB8B5}" type="presParOf" srcId="{B5E9A6E7-4884-4C4A-9C44-E5BFB8CF3664}" destId="{1D38B29F-8D1F-498F-95FC-C5DEE1D1FF7D}" srcOrd="3" destOrd="0" presId="urn:microsoft.com/office/officeart/2005/8/layout/vList3"/>
    <dgm:cxn modelId="{AD322054-EAA7-4291-A689-86E174AA0FD1}" type="presParOf" srcId="{B5E9A6E7-4884-4C4A-9C44-E5BFB8CF3664}" destId="{C72033E7-9005-42F0-8D7A-E3CDD6D887D1}" srcOrd="4" destOrd="0" presId="urn:microsoft.com/office/officeart/2005/8/layout/vList3"/>
    <dgm:cxn modelId="{30220E3D-BE21-444A-91FB-204C21AD88DA}" type="presParOf" srcId="{C72033E7-9005-42F0-8D7A-E3CDD6D887D1}" destId="{34DDE839-7EC7-44C9-BBC0-A08CEAE2907A}" srcOrd="0" destOrd="0" presId="urn:microsoft.com/office/officeart/2005/8/layout/vList3"/>
    <dgm:cxn modelId="{D8B2B95A-CBF1-4FFE-952B-FDB1B74B3CE7}" type="presParOf" srcId="{C72033E7-9005-42F0-8D7A-E3CDD6D887D1}" destId="{FF6429A7-E6E1-485A-9850-349FDD046DB1}" srcOrd="1" destOrd="0" presId="urn:microsoft.com/office/officeart/2005/8/layout/vList3"/>
    <dgm:cxn modelId="{45D6FE6A-F822-4D00-BD6B-1018716F7F21}" type="presParOf" srcId="{B5E9A6E7-4884-4C4A-9C44-E5BFB8CF3664}" destId="{B702D3F6-514A-4B85-A082-056040482660}" srcOrd="5" destOrd="0" presId="urn:microsoft.com/office/officeart/2005/8/layout/vList3"/>
    <dgm:cxn modelId="{E8C8FB37-7A36-4423-B087-A1F225E32303}" type="presParOf" srcId="{B5E9A6E7-4884-4C4A-9C44-E5BFB8CF3664}" destId="{1E33E8F8-73C3-4E5C-9B54-760FF7651711}" srcOrd="6" destOrd="0" presId="urn:microsoft.com/office/officeart/2005/8/layout/vList3"/>
    <dgm:cxn modelId="{2A49BBCD-83D9-49BD-8005-DB736A36E9DA}" type="presParOf" srcId="{1E33E8F8-73C3-4E5C-9B54-760FF7651711}" destId="{45058D6B-3B80-461A-B95F-1C660EA227EE}" srcOrd="0" destOrd="0" presId="urn:microsoft.com/office/officeart/2005/8/layout/vList3"/>
    <dgm:cxn modelId="{37A25E96-A800-487E-B31F-0BDC4CC0E677}" type="presParOf" srcId="{1E33E8F8-73C3-4E5C-9B54-760FF7651711}" destId="{8160E66D-1020-405B-A7F5-F759743CC7F1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6.xml><?xml version="1.0" encoding="utf-8"?>
<dgm:dataModel xmlns:dgm="http://schemas.openxmlformats.org/drawingml/2006/diagram" xmlns:a="http://schemas.openxmlformats.org/drawingml/2006/main">
  <dgm:ptLst>
    <dgm:pt modelId="{577D7A80-0D96-47F3-A9D9-D55E0B2844FB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96A9C33-B9AD-475F-A9AB-718CB2F64484}">
      <dgm:prSet/>
      <dgm:spPr/>
      <dgm:t>
        <a:bodyPr/>
        <a:lstStyle/>
        <a:p>
          <a:r>
            <a:rPr lang="ru-RU" b="0" i="0"/>
            <a:t>П. Могилу</a:t>
          </a:r>
          <a:endParaRPr lang="uk-UA"/>
        </a:p>
      </dgm:t>
    </dgm:pt>
    <dgm:pt modelId="{9F2544B8-635C-4EEC-B3A3-CB7011375AEA}" type="parTrans" cxnId="{AC28F4AE-2435-42D4-A2CB-BCC4B1CBC671}">
      <dgm:prSet/>
      <dgm:spPr/>
      <dgm:t>
        <a:bodyPr/>
        <a:lstStyle/>
        <a:p>
          <a:endParaRPr lang="uk-UA"/>
        </a:p>
      </dgm:t>
    </dgm:pt>
    <dgm:pt modelId="{5115E066-EE1E-4E8B-A0B6-8EE3AE5BBE4B}" type="sibTrans" cxnId="{AC28F4AE-2435-42D4-A2CB-BCC4B1CBC671}">
      <dgm:prSet/>
      <dgm:spPr/>
      <dgm:t>
        <a:bodyPr/>
        <a:lstStyle/>
        <a:p>
          <a:endParaRPr lang="uk-UA"/>
        </a:p>
      </dgm:t>
    </dgm:pt>
    <dgm:pt modelId="{C3D8C218-AFA1-4EC4-A0D5-F094D47C66CB}">
      <dgm:prSet/>
      <dgm:spPr/>
      <dgm:t>
        <a:bodyPr/>
        <a:lstStyle/>
        <a:p>
          <a:r>
            <a:rPr lang="ru-RU" b="0" i="0"/>
            <a:t>Ф. Прокоповича</a:t>
          </a:r>
          <a:endParaRPr lang="uk-UA"/>
        </a:p>
      </dgm:t>
    </dgm:pt>
    <dgm:pt modelId="{C8FA68B9-16B1-4BF4-8955-AFC00888526A}" type="parTrans" cxnId="{E34FA351-0BAE-4D14-A8FD-016E74143A85}">
      <dgm:prSet/>
      <dgm:spPr/>
      <dgm:t>
        <a:bodyPr/>
        <a:lstStyle/>
        <a:p>
          <a:endParaRPr lang="uk-UA"/>
        </a:p>
      </dgm:t>
    </dgm:pt>
    <dgm:pt modelId="{47ADE7D6-A985-4A6E-ADB0-93886268B937}" type="sibTrans" cxnId="{E34FA351-0BAE-4D14-A8FD-016E74143A85}">
      <dgm:prSet/>
      <dgm:spPr/>
      <dgm:t>
        <a:bodyPr/>
        <a:lstStyle/>
        <a:p>
          <a:endParaRPr lang="uk-UA"/>
        </a:p>
      </dgm:t>
    </dgm:pt>
    <dgm:pt modelId="{FED5D579-D22D-443E-8F6C-A92DD578FCA6}">
      <dgm:prSet/>
      <dgm:spPr/>
      <dgm:t>
        <a:bodyPr/>
        <a:lstStyle/>
        <a:p>
          <a:r>
            <a:rPr lang="ru-RU" b="0" i="0" dirty="0"/>
            <a:t>Й. </a:t>
          </a:r>
          <a:r>
            <a:rPr lang="ru-RU" b="0" i="0" dirty="0" err="1"/>
            <a:t>Кондзелевича</a:t>
          </a:r>
          <a:endParaRPr lang="uk-UA" dirty="0"/>
        </a:p>
      </dgm:t>
    </dgm:pt>
    <dgm:pt modelId="{8CAD443C-6ACF-465D-9B36-5252209CED0A}" type="parTrans" cxnId="{9FF9A83F-04E7-4BF4-9F66-F3F228F25AA5}">
      <dgm:prSet/>
      <dgm:spPr/>
      <dgm:t>
        <a:bodyPr/>
        <a:lstStyle/>
        <a:p>
          <a:endParaRPr lang="uk-UA"/>
        </a:p>
      </dgm:t>
    </dgm:pt>
    <dgm:pt modelId="{96E62D16-6A97-4BB2-B2F6-BC6AE4DC1B52}" type="sibTrans" cxnId="{9FF9A83F-04E7-4BF4-9F66-F3F228F25AA5}">
      <dgm:prSet/>
      <dgm:spPr/>
      <dgm:t>
        <a:bodyPr/>
        <a:lstStyle/>
        <a:p>
          <a:endParaRPr lang="uk-UA"/>
        </a:p>
      </dgm:t>
    </dgm:pt>
    <dgm:pt modelId="{F330DAA6-9905-4D87-BEDF-BE7FC3D571A2}">
      <dgm:prSet/>
      <dgm:spPr/>
      <dgm:t>
        <a:bodyPr/>
        <a:lstStyle/>
        <a:p>
          <a:r>
            <a:rPr lang="ru-RU" b="0" i="0" dirty="0"/>
            <a:t>В.-К. </a:t>
          </a:r>
          <a:r>
            <a:rPr lang="ru-RU" b="0" i="0" dirty="0" err="1"/>
            <a:t>Острозького</a:t>
          </a:r>
          <a:endParaRPr lang="uk-UA" dirty="0"/>
        </a:p>
      </dgm:t>
    </dgm:pt>
    <dgm:pt modelId="{B3F9C677-B59F-4093-A71E-36E3BDD80BF5}" type="parTrans" cxnId="{43146F3E-0A8E-4D7B-8B37-1AC251859A2D}">
      <dgm:prSet/>
      <dgm:spPr/>
      <dgm:t>
        <a:bodyPr/>
        <a:lstStyle/>
        <a:p>
          <a:endParaRPr lang="uk-UA"/>
        </a:p>
      </dgm:t>
    </dgm:pt>
    <dgm:pt modelId="{7C22B3B5-DD35-4C9E-A11B-2DFE73FD0A73}" type="sibTrans" cxnId="{43146F3E-0A8E-4D7B-8B37-1AC251859A2D}">
      <dgm:prSet/>
      <dgm:spPr/>
      <dgm:t>
        <a:bodyPr/>
        <a:lstStyle/>
        <a:p>
          <a:endParaRPr lang="uk-UA"/>
        </a:p>
      </dgm:t>
    </dgm:pt>
    <dgm:pt modelId="{B5E9A6E7-4884-4C4A-9C44-E5BFB8CF3664}" type="pres">
      <dgm:prSet presAssocID="{577D7A80-0D96-47F3-A9D9-D55E0B2844FB}" presName="linearFlow" presStyleCnt="0">
        <dgm:presLayoutVars>
          <dgm:dir/>
          <dgm:resizeHandles val="exact"/>
        </dgm:presLayoutVars>
      </dgm:prSet>
      <dgm:spPr/>
    </dgm:pt>
    <dgm:pt modelId="{7D76142D-E33C-49C6-8360-908FB4093004}" type="pres">
      <dgm:prSet presAssocID="{896A9C33-B9AD-475F-A9AB-718CB2F64484}" presName="composite" presStyleCnt="0"/>
      <dgm:spPr/>
    </dgm:pt>
    <dgm:pt modelId="{8F31FABE-7E04-4ACB-A033-B6E90AC6DD28}" type="pres">
      <dgm:prSet presAssocID="{896A9C33-B9AD-475F-A9AB-718CB2F64484}" presName="imgShp" presStyleLbl="fgImgPlace1" presStyleIdx="0" presStyleCnt="4"/>
      <dgm:spPr/>
    </dgm:pt>
    <dgm:pt modelId="{DF205554-C8FB-4AFE-AFD0-0A52EEEBA2FD}" type="pres">
      <dgm:prSet presAssocID="{896A9C33-B9AD-475F-A9AB-718CB2F64484}" presName="txShp" presStyleLbl="node1" presStyleIdx="0" presStyleCnt="4">
        <dgm:presLayoutVars>
          <dgm:bulletEnabled val="1"/>
        </dgm:presLayoutVars>
      </dgm:prSet>
      <dgm:spPr/>
    </dgm:pt>
    <dgm:pt modelId="{93DFF759-4DC8-4117-8297-4F2C92419798}" type="pres">
      <dgm:prSet presAssocID="{5115E066-EE1E-4E8B-A0B6-8EE3AE5BBE4B}" presName="spacing" presStyleCnt="0"/>
      <dgm:spPr/>
    </dgm:pt>
    <dgm:pt modelId="{68DB6A9B-93AA-430D-AF5A-F7C9B127EFBA}" type="pres">
      <dgm:prSet presAssocID="{C3D8C218-AFA1-4EC4-A0D5-F094D47C66CB}" presName="composite" presStyleCnt="0"/>
      <dgm:spPr/>
    </dgm:pt>
    <dgm:pt modelId="{C8AAE6D8-3863-440C-82BE-91CA0E57419C}" type="pres">
      <dgm:prSet presAssocID="{C3D8C218-AFA1-4EC4-A0D5-F094D47C66CB}" presName="imgShp" presStyleLbl="fgImgPlace1" presStyleIdx="1" presStyleCnt="4"/>
      <dgm:spPr/>
    </dgm:pt>
    <dgm:pt modelId="{8C2BB4BF-7202-4764-965A-A58AC9AE2E95}" type="pres">
      <dgm:prSet presAssocID="{C3D8C218-AFA1-4EC4-A0D5-F094D47C66CB}" presName="txShp" presStyleLbl="node1" presStyleIdx="1" presStyleCnt="4">
        <dgm:presLayoutVars>
          <dgm:bulletEnabled val="1"/>
        </dgm:presLayoutVars>
      </dgm:prSet>
      <dgm:spPr/>
    </dgm:pt>
    <dgm:pt modelId="{1D38B29F-8D1F-498F-95FC-C5DEE1D1FF7D}" type="pres">
      <dgm:prSet presAssocID="{47ADE7D6-A985-4A6E-ADB0-93886268B937}" presName="spacing" presStyleCnt="0"/>
      <dgm:spPr/>
    </dgm:pt>
    <dgm:pt modelId="{C72033E7-9005-42F0-8D7A-E3CDD6D887D1}" type="pres">
      <dgm:prSet presAssocID="{FED5D579-D22D-443E-8F6C-A92DD578FCA6}" presName="composite" presStyleCnt="0"/>
      <dgm:spPr/>
    </dgm:pt>
    <dgm:pt modelId="{34DDE839-7EC7-44C9-BBC0-A08CEAE2907A}" type="pres">
      <dgm:prSet presAssocID="{FED5D579-D22D-443E-8F6C-A92DD578FCA6}" presName="imgShp" presStyleLbl="fgImgPlace1" presStyleIdx="2" presStyleCnt="4"/>
      <dgm:spPr/>
    </dgm:pt>
    <dgm:pt modelId="{FF6429A7-E6E1-485A-9850-349FDD046DB1}" type="pres">
      <dgm:prSet presAssocID="{FED5D579-D22D-443E-8F6C-A92DD578FCA6}" presName="txShp" presStyleLbl="node1" presStyleIdx="2" presStyleCnt="4">
        <dgm:presLayoutVars>
          <dgm:bulletEnabled val="1"/>
        </dgm:presLayoutVars>
      </dgm:prSet>
      <dgm:spPr/>
    </dgm:pt>
    <dgm:pt modelId="{B702D3F6-514A-4B85-A082-056040482660}" type="pres">
      <dgm:prSet presAssocID="{96E62D16-6A97-4BB2-B2F6-BC6AE4DC1B52}" presName="spacing" presStyleCnt="0"/>
      <dgm:spPr/>
    </dgm:pt>
    <dgm:pt modelId="{1E33E8F8-73C3-4E5C-9B54-760FF7651711}" type="pres">
      <dgm:prSet presAssocID="{F330DAA6-9905-4D87-BEDF-BE7FC3D571A2}" presName="composite" presStyleCnt="0"/>
      <dgm:spPr/>
    </dgm:pt>
    <dgm:pt modelId="{45058D6B-3B80-461A-B95F-1C660EA227EE}" type="pres">
      <dgm:prSet presAssocID="{F330DAA6-9905-4D87-BEDF-BE7FC3D571A2}" presName="imgShp" presStyleLbl="fgImgPlace1" presStyleIdx="3" presStyleCnt="4"/>
      <dgm:spPr/>
    </dgm:pt>
    <dgm:pt modelId="{8160E66D-1020-405B-A7F5-F759743CC7F1}" type="pres">
      <dgm:prSet presAssocID="{F330DAA6-9905-4D87-BEDF-BE7FC3D571A2}" presName="txShp" presStyleLbl="node1" presStyleIdx="3" presStyleCnt="4">
        <dgm:presLayoutVars>
          <dgm:bulletEnabled val="1"/>
        </dgm:presLayoutVars>
      </dgm:prSet>
      <dgm:spPr/>
    </dgm:pt>
  </dgm:ptLst>
  <dgm:cxnLst>
    <dgm:cxn modelId="{43146F3E-0A8E-4D7B-8B37-1AC251859A2D}" srcId="{577D7A80-0D96-47F3-A9D9-D55E0B2844FB}" destId="{F330DAA6-9905-4D87-BEDF-BE7FC3D571A2}" srcOrd="3" destOrd="0" parTransId="{B3F9C677-B59F-4093-A71E-36E3BDD80BF5}" sibTransId="{7C22B3B5-DD35-4C9E-A11B-2DFE73FD0A73}"/>
    <dgm:cxn modelId="{9FF9A83F-04E7-4BF4-9F66-F3F228F25AA5}" srcId="{577D7A80-0D96-47F3-A9D9-D55E0B2844FB}" destId="{FED5D579-D22D-443E-8F6C-A92DD578FCA6}" srcOrd="2" destOrd="0" parTransId="{8CAD443C-6ACF-465D-9B36-5252209CED0A}" sibTransId="{96E62D16-6A97-4BB2-B2F6-BC6AE4DC1B52}"/>
    <dgm:cxn modelId="{AEA5D843-6373-4486-9564-C19000D3181E}" type="presOf" srcId="{C3D8C218-AFA1-4EC4-A0D5-F094D47C66CB}" destId="{8C2BB4BF-7202-4764-965A-A58AC9AE2E95}" srcOrd="0" destOrd="0" presId="urn:microsoft.com/office/officeart/2005/8/layout/vList3"/>
    <dgm:cxn modelId="{C6FCAF69-5106-46F5-806A-B1D0A34980A1}" type="presOf" srcId="{896A9C33-B9AD-475F-A9AB-718CB2F64484}" destId="{DF205554-C8FB-4AFE-AFD0-0A52EEEBA2FD}" srcOrd="0" destOrd="0" presId="urn:microsoft.com/office/officeart/2005/8/layout/vList3"/>
    <dgm:cxn modelId="{E34FA351-0BAE-4D14-A8FD-016E74143A85}" srcId="{577D7A80-0D96-47F3-A9D9-D55E0B2844FB}" destId="{C3D8C218-AFA1-4EC4-A0D5-F094D47C66CB}" srcOrd="1" destOrd="0" parTransId="{C8FA68B9-16B1-4BF4-8955-AFC00888526A}" sibTransId="{47ADE7D6-A985-4A6E-ADB0-93886268B937}"/>
    <dgm:cxn modelId="{AC28F4AE-2435-42D4-A2CB-BCC4B1CBC671}" srcId="{577D7A80-0D96-47F3-A9D9-D55E0B2844FB}" destId="{896A9C33-B9AD-475F-A9AB-718CB2F64484}" srcOrd="0" destOrd="0" parTransId="{9F2544B8-635C-4EEC-B3A3-CB7011375AEA}" sibTransId="{5115E066-EE1E-4E8B-A0B6-8EE3AE5BBE4B}"/>
    <dgm:cxn modelId="{CECCCED4-B5CA-440C-9D0D-846F8E8B0071}" type="presOf" srcId="{FED5D579-D22D-443E-8F6C-A92DD578FCA6}" destId="{FF6429A7-E6E1-485A-9850-349FDD046DB1}" srcOrd="0" destOrd="0" presId="urn:microsoft.com/office/officeart/2005/8/layout/vList3"/>
    <dgm:cxn modelId="{A68D9EDF-32C7-4474-94F2-E5F61642EB56}" type="presOf" srcId="{F330DAA6-9905-4D87-BEDF-BE7FC3D571A2}" destId="{8160E66D-1020-405B-A7F5-F759743CC7F1}" srcOrd="0" destOrd="0" presId="urn:microsoft.com/office/officeart/2005/8/layout/vList3"/>
    <dgm:cxn modelId="{AB6E9EF6-DCC1-4156-964F-85D4CE5C5BF9}" type="presOf" srcId="{577D7A80-0D96-47F3-A9D9-D55E0B2844FB}" destId="{B5E9A6E7-4884-4C4A-9C44-E5BFB8CF3664}" srcOrd="0" destOrd="0" presId="urn:microsoft.com/office/officeart/2005/8/layout/vList3"/>
    <dgm:cxn modelId="{A81C129A-5BD7-40EF-B91E-F3F62A362733}" type="presParOf" srcId="{B5E9A6E7-4884-4C4A-9C44-E5BFB8CF3664}" destId="{7D76142D-E33C-49C6-8360-908FB4093004}" srcOrd="0" destOrd="0" presId="urn:microsoft.com/office/officeart/2005/8/layout/vList3"/>
    <dgm:cxn modelId="{F540CA3D-E365-491D-95AB-58E6EF236D8E}" type="presParOf" srcId="{7D76142D-E33C-49C6-8360-908FB4093004}" destId="{8F31FABE-7E04-4ACB-A033-B6E90AC6DD28}" srcOrd="0" destOrd="0" presId="urn:microsoft.com/office/officeart/2005/8/layout/vList3"/>
    <dgm:cxn modelId="{AEF33E71-D58A-48EE-87A9-45C13472618C}" type="presParOf" srcId="{7D76142D-E33C-49C6-8360-908FB4093004}" destId="{DF205554-C8FB-4AFE-AFD0-0A52EEEBA2FD}" srcOrd="1" destOrd="0" presId="urn:microsoft.com/office/officeart/2005/8/layout/vList3"/>
    <dgm:cxn modelId="{FD1231A0-9552-486D-A3E1-C72F2625D237}" type="presParOf" srcId="{B5E9A6E7-4884-4C4A-9C44-E5BFB8CF3664}" destId="{93DFF759-4DC8-4117-8297-4F2C92419798}" srcOrd="1" destOrd="0" presId="urn:microsoft.com/office/officeart/2005/8/layout/vList3"/>
    <dgm:cxn modelId="{33C80788-0320-4B67-9E99-B7CDFBDBAE9A}" type="presParOf" srcId="{B5E9A6E7-4884-4C4A-9C44-E5BFB8CF3664}" destId="{68DB6A9B-93AA-430D-AF5A-F7C9B127EFBA}" srcOrd="2" destOrd="0" presId="urn:microsoft.com/office/officeart/2005/8/layout/vList3"/>
    <dgm:cxn modelId="{F40629AB-FE7F-4506-9187-DA44AE1C0923}" type="presParOf" srcId="{68DB6A9B-93AA-430D-AF5A-F7C9B127EFBA}" destId="{C8AAE6D8-3863-440C-82BE-91CA0E57419C}" srcOrd="0" destOrd="0" presId="urn:microsoft.com/office/officeart/2005/8/layout/vList3"/>
    <dgm:cxn modelId="{5FCB6B30-E752-48BF-84C2-CFD44EEE855F}" type="presParOf" srcId="{68DB6A9B-93AA-430D-AF5A-F7C9B127EFBA}" destId="{8C2BB4BF-7202-4764-965A-A58AC9AE2E95}" srcOrd="1" destOrd="0" presId="urn:microsoft.com/office/officeart/2005/8/layout/vList3"/>
    <dgm:cxn modelId="{6A0969BD-8D64-436A-821C-46F2FD6AB8B5}" type="presParOf" srcId="{B5E9A6E7-4884-4C4A-9C44-E5BFB8CF3664}" destId="{1D38B29F-8D1F-498F-95FC-C5DEE1D1FF7D}" srcOrd="3" destOrd="0" presId="urn:microsoft.com/office/officeart/2005/8/layout/vList3"/>
    <dgm:cxn modelId="{AD322054-EAA7-4291-A689-86E174AA0FD1}" type="presParOf" srcId="{B5E9A6E7-4884-4C4A-9C44-E5BFB8CF3664}" destId="{C72033E7-9005-42F0-8D7A-E3CDD6D887D1}" srcOrd="4" destOrd="0" presId="urn:microsoft.com/office/officeart/2005/8/layout/vList3"/>
    <dgm:cxn modelId="{30220E3D-BE21-444A-91FB-204C21AD88DA}" type="presParOf" srcId="{C72033E7-9005-42F0-8D7A-E3CDD6D887D1}" destId="{34DDE839-7EC7-44C9-BBC0-A08CEAE2907A}" srcOrd="0" destOrd="0" presId="urn:microsoft.com/office/officeart/2005/8/layout/vList3"/>
    <dgm:cxn modelId="{D8B2B95A-CBF1-4FFE-952B-FDB1B74B3CE7}" type="presParOf" srcId="{C72033E7-9005-42F0-8D7A-E3CDD6D887D1}" destId="{FF6429A7-E6E1-485A-9850-349FDD046DB1}" srcOrd="1" destOrd="0" presId="urn:microsoft.com/office/officeart/2005/8/layout/vList3"/>
    <dgm:cxn modelId="{45D6FE6A-F822-4D00-BD6B-1018716F7F21}" type="presParOf" srcId="{B5E9A6E7-4884-4C4A-9C44-E5BFB8CF3664}" destId="{B702D3F6-514A-4B85-A082-056040482660}" srcOrd="5" destOrd="0" presId="urn:microsoft.com/office/officeart/2005/8/layout/vList3"/>
    <dgm:cxn modelId="{E8C8FB37-7A36-4423-B087-A1F225E32303}" type="presParOf" srcId="{B5E9A6E7-4884-4C4A-9C44-E5BFB8CF3664}" destId="{1E33E8F8-73C3-4E5C-9B54-760FF7651711}" srcOrd="6" destOrd="0" presId="urn:microsoft.com/office/officeart/2005/8/layout/vList3"/>
    <dgm:cxn modelId="{2A49BBCD-83D9-49BD-8005-DB736A36E9DA}" type="presParOf" srcId="{1E33E8F8-73C3-4E5C-9B54-760FF7651711}" destId="{45058D6B-3B80-461A-B95F-1C660EA227EE}" srcOrd="0" destOrd="0" presId="urn:microsoft.com/office/officeart/2005/8/layout/vList3"/>
    <dgm:cxn modelId="{37A25E96-A800-487E-B31F-0BDC4CC0E677}" type="presParOf" srcId="{1E33E8F8-73C3-4E5C-9B54-760FF7651711}" destId="{8160E66D-1020-405B-A7F5-F759743CC7F1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7.xml><?xml version="1.0" encoding="utf-8"?>
<dgm:dataModel xmlns:dgm="http://schemas.openxmlformats.org/drawingml/2006/diagram" xmlns:a="http://schemas.openxmlformats.org/drawingml/2006/main">
  <dgm:ptLst>
    <dgm:pt modelId="{7C7C2752-66EB-484C-8732-CDDEF208508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FE867654-C36C-426E-8AAB-A6D80BE1E053}">
      <dgm:prSet/>
      <dgm:spPr/>
      <dgm:t>
        <a:bodyPr/>
        <a:lstStyle/>
        <a:p>
          <a:r>
            <a:rPr lang="uk-UA" b="0" i="0" dirty="0"/>
            <a:t>Єрусалимський патріарх Феофан 1620 р. висвятив його на Київського митрополита</a:t>
          </a:r>
          <a:endParaRPr lang="uk-UA" dirty="0"/>
        </a:p>
      </dgm:t>
    </dgm:pt>
    <dgm:pt modelId="{DFEAC6EE-E9DA-46E9-8E01-D319A7A3040D}" type="parTrans" cxnId="{51FF406B-AD39-4883-8D6B-5A1DFBFCD962}">
      <dgm:prSet/>
      <dgm:spPr/>
      <dgm:t>
        <a:bodyPr/>
        <a:lstStyle/>
        <a:p>
          <a:endParaRPr lang="uk-UA"/>
        </a:p>
      </dgm:t>
    </dgm:pt>
    <dgm:pt modelId="{F72F728E-7E33-4F29-9EDF-4E717FC15A5C}" type="sibTrans" cxnId="{51FF406B-AD39-4883-8D6B-5A1DFBFCD962}">
      <dgm:prSet/>
      <dgm:spPr/>
      <dgm:t>
        <a:bodyPr/>
        <a:lstStyle/>
        <a:p>
          <a:endParaRPr lang="uk-UA"/>
        </a:p>
      </dgm:t>
    </dgm:pt>
    <dgm:pt modelId="{44F9631B-26B8-4CB3-B29F-15950CB1908C}">
      <dgm:prSet/>
      <dgm:spPr/>
      <dgm:t>
        <a:bodyPr/>
        <a:lstStyle/>
        <a:p>
          <a:r>
            <a:rPr lang="uk-UA" b="0" i="0" dirty="0"/>
            <a:t>брав участь у заснуванні Богоявленського братства в Києві</a:t>
          </a:r>
          <a:endParaRPr lang="uk-UA" dirty="0"/>
        </a:p>
      </dgm:t>
    </dgm:pt>
    <dgm:pt modelId="{E0A58C05-A067-4406-A29E-10A6901171AB}" type="parTrans" cxnId="{C37A390B-E3FD-4182-9904-8851ECA542E9}">
      <dgm:prSet/>
      <dgm:spPr/>
      <dgm:t>
        <a:bodyPr/>
        <a:lstStyle/>
        <a:p>
          <a:endParaRPr lang="uk-UA"/>
        </a:p>
      </dgm:t>
    </dgm:pt>
    <dgm:pt modelId="{8938CBE4-FD87-4BE2-8A69-E099EE3B9C43}" type="sibTrans" cxnId="{C37A390B-E3FD-4182-9904-8851ECA542E9}">
      <dgm:prSet/>
      <dgm:spPr/>
      <dgm:t>
        <a:bodyPr/>
        <a:lstStyle/>
        <a:p>
          <a:endParaRPr lang="uk-UA"/>
        </a:p>
      </dgm:t>
    </dgm:pt>
    <dgm:pt modelId="{547A4316-E03D-4BDB-B1EE-0F6C790BAD9D}">
      <dgm:prSet/>
      <dgm:spPr/>
      <dgm:t>
        <a:bodyPr/>
        <a:lstStyle/>
        <a:p>
          <a:r>
            <a:rPr lang="uk-UA" b="0" i="0" dirty="0"/>
            <a:t>домігся від польської влади визнання відновлення вищої православної церковної ієрархії</a:t>
          </a:r>
          <a:endParaRPr lang="uk-UA" dirty="0"/>
        </a:p>
      </dgm:t>
    </dgm:pt>
    <dgm:pt modelId="{1368C5B8-9425-4306-A146-0AFDC63C3D56}" type="parTrans" cxnId="{1BEB77AB-DDDD-453E-8E66-D148ED0DB4BA}">
      <dgm:prSet/>
      <dgm:spPr/>
      <dgm:t>
        <a:bodyPr/>
        <a:lstStyle/>
        <a:p>
          <a:endParaRPr lang="uk-UA"/>
        </a:p>
      </dgm:t>
    </dgm:pt>
    <dgm:pt modelId="{887163AF-3E48-40A4-A045-97CC6FED27BB}" type="sibTrans" cxnId="{1BEB77AB-DDDD-453E-8E66-D148ED0DB4BA}">
      <dgm:prSet/>
      <dgm:spPr/>
      <dgm:t>
        <a:bodyPr/>
        <a:lstStyle/>
        <a:p>
          <a:endParaRPr lang="uk-UA"/>
        </a:p>
      </dgm:t>
    </dgm:pt>
    <dgm:pt modelId="{B0E44BE2-5BC8-484D-9834-7279A6429922}" type="pres">
      <dgm:prSet presAssocID="{7C7C2752-66EB-484C-8732-CDDEF2085088}" presName="linear" presStyleCnt="0">
        <dgm:presLayoutVars>
          <dgm:animLvl val="lvl"/>
          <dgm:resizeHandles val="exact"/>
        </dgm:presLayoutVars>
      </dgm:prSet>
      <dgm:spPr/>
    </dgm:pt>
    <dgm:pt modelId="{F79CE07F-EE2A-4E4F-8637-45EDBA8F2582}" type="pres">
      <dgm:prSet presAssocID="{FE867654-C36C-426E-8AAB-A6D80BE1E05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B7FC4E9-D23F-43A8-9664-54FADDD2D187}" type="pres">
      <dgm:prSet presAssocID="{F72F728E-7E33-4F29-9EDF-4E717FC15A5C}" presName="spacer" presStyleCnt="0"/>
      <dgm:spPr/>
    </dgm:pt>
    <dgm:pt modelId="{55C66023-833F-4B4B-8E78-E89BA07237A8}" type="pres">
      <dgm:prSet presAssocID="{44F9631B-26B8-4CB3-B29F-15950CB1908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B0702D6-0B7A-4655-BEC6-0F1FCEC9BA7A}" type="pres">
      <dgm:prSet presAssocID="{8938CBE4-FD87-4BE2-8A69-E099EE3B9C43}" presName="spacer" presStyleCnt="0"/>
      <dgm:spPr/>
    </dgm:pt>
    <dgm:pt modelId="{878D10B7-5556-4EAE-A823-E85725BA29B4}" type="pres">
      <dgm:prSet presAssocID="{547A4316-E03D-4BDB-B1EE-0F6C790BAD9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37A390B-E3FD-4182-9904-8851ECA542E9}" srcId="{7C7C2752-66EB-484C-8732-CDDEF2085088}" destId="{44F9631B-26B8-4CB3-B29F-15950CB1908C}" srcOrd="1" destOrd="0" parTransId="{E0A58C05-A067-4406-A29E-10A6901171AB}" sibTransId="{8938CBE4-FD87-4BE2-8A69-E099EE3B9C43}"/>
    <dgm:cxn modelId="{AC9C9727-2E0B-4A6B-A47D-FE31C88C9707}" type="presOf" srcId="{7C7C2752-66EB-484C-8732-CDDEF2085088}" destId="{B0E44BE2-5BC8-484D-9834-7279A6429922}" srcOrd="0" destOrd="0" presId="urn:microsoft.com/office/officeart/2005/8/layout/vList2"/>
    <dgm:cxn modelId="{3363DF40-825E-49AD-A255-B6A9331FE309}" type="presOf" srcId="{547A4316-E03D-4BDB-B1EE-0F6C790BAD9D}" destId="{878D10B7-5556-4EAE-A823-E85725BA29B4}" srcOrd="0" destOrd="0" presId="urn:microsoft.com/office/officeart/2005/8/layout/vList2"/>
    <dgm:cxn modelId="{51FF406B-AD39-4883-8D6B-5A1DFBFCD962}" srcId="{7C7C2752-66EB-484C-8732-CDDEF2085088}" destId="{FE867654-C36C-426E-8AAB-A6D80BE1E053}" srcOrd="0" destOrd="0" parTransId="{DFEAC6EE-E9DA-46E9-8E01-D319A7A3040D}" sibTransId="{F72F728E-7E33-4F29-9EDF-4E717FC15A5C}"/>
    <dgm:cxn modelId="{1BEB77AB-DDDD-453E-8E66-D148ED0DB4BA}" srcId="{7C7C2752-66EB-484C-8732-CDDEF2085088}" destId="{547A4316-E03D-4BDB-B1EE-0F6C790BAD9D}" srcOrd="2" destOrd="0" parTransId="{1368C5B8-9425-4306-A146-0AFDC63C3D56}" sibTransId="{887163AF-3E48-40A4-A045-97CC6FED27BB}"/>
    <dgm:cxn modelId="{828640DD-10AF-40DD-9FB9-2F77D0D24FB9}" type="presOf" srcId="{FE867654-C36C-426E-8AAB-A6D80BE1E053}" destId="{F79CE07F-EE2A-4E4F-8637-45EDBA8F2582}" srcOrd="0" destOrd="0" presId="urn:microsoft.com/office/officeart/2005/8/layout/vList2"/>
    <dgm:cxn modelId="{494606F2-2D9F-4E6A-9CAC-D8FF3356D676}" type="presOf" srcId="{44F9631B-26B8-4CB3-B29F-15950CB1908C}" destId="{55C66023-833F-4B4B-8E78-E89BA07237A8}" srcOrd="0" destOrd="0" presId="urn:microsoft.com/office/officeart/2005/8/layout/vList2"/>
    <dgm:cxn modelId="{F2CDE380-1F90-4754-A1EE-9575806A1286}" type="presParOf" srcId="{B0E44BE2-5BC8-484D-9834-7279A6429922}" destId="{F79CE07F-EE2A-4E4F-8637-45EDBA8F2582}" srcOrd="0" destOrd="0" presId="urn:microsoft.com/office/officeart/2005/8/layout/vList2"/>
    <dgm:cxn modelId="{C6E32E92-1EA1-4E3F-89F7-EF72D7DF3F4F}" type="presParOf" srcId="{B0E44BE2-5BC8-484D-9834-7279A6429922}" destId="{6B7FC4E9-D23F-43A8-9664-54FADDD2D187}" srcOrd="1" destOrd="0" presId="urn:microsoft.com/office/officeart/2005/8/layout/vList2"/>
    <dgm:cxn modelId="{DA0F345D-3C07-4A7D-AA81-3F0EBF6B41AF}" type="presParOf" srcId="{B0E44BE2-5BC8-484D-9834-7279A6429922}" destId="{55C66023-833F-4B4B-8E78-E89BA07237A8}" srcOrd="2" destOrd="0" presId="urn:microsoft.com/office/officeart/2005/8/layout/vList2"/>
    <dgm:cxn modelId="{6D3E703D-1AF7-4358-B29A-D2D89CD470D9}" type="presParOf" srcId="{B0E44BE2-5BC8-484D-9834-7279A6429922}" destId="{FB0702D6-0B7A-4655-BEC6-0F1FCEC9BA7A}" srcOrd="3" destOrd="0" presId="urn:microsoft.com/office/officeart/2005/8/layout/vList2"/>
    <dgm:cxn modelId="{3C4AE0BA-893D-4206-910A-39C079E28E1C}" type="presParOf" srcId="{B0E44BE2-5BC8-484D-9834-7279A6429922}" destId="{878D10B7-5556-4EAE-A823-E85725BA29B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8.xml><?xml version="1.0" encoding="utf-8"?>
<dgm:dataModel xmlns:dgm="http://schemas.openxmlformats.org/drawingml/2006/diagram" xmlns:a="http://schemas.openxmlformats.org/drawingml/2006/main">
  <dgm:ptLst>
    <dgm:pt modelId="{F9792B25-80E7-4600-B25E-1AD67156E9F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99567FA0-9DBA-4A5F-978A-925E2E91FD66}">
      <dgm:prSet/>
      <dgm:spPr/>
      <dgm:t>
        <a:bodyPr/>
        <a:lstStyle/>
        <a:p>
          <a:r>
            <a:rPr lang="uk-UA" b="0" i="0" dirty="0"/>
            <a:t>був автором богослужебної книги «Требник»</a:t>
          </a:r>
          <a:endParaRPr lang="uk-UA" dirty="0"/>
        </a:p>
      </dgm:t>
    </dgm:pt>
    <dgm:pt modelId="{1BEDC452-7732-4F23-A3EA-826AA6ED16A6}" type="parTrans" cxnId="{469C2547-A306-4B38-92C3-79BA8D62B4E3}">
      <dgm:prSet/>
      <dgm:spPr/>
      <dgm:t>
        <a:bodyPr/>
        <a:lstStyle/>
        <a:p>
          <a:endParaRPr lang="uk-UA"/>
        </a:p>
      </dgm:t>
    </dgm:pt>
    <dgm:pt modelId="{471DA6C2-7E76-42D5-8A88-581ACD968EF2}" type="sibTrans" cxnId="{469C2547-A306-4B38-92C3-79BA8D62B4E3}">
      <dgm:prSet/>
      <dgm:spPr/>
      <dgm:t>
        <a:bodyPr/>
        <a:lstStyle/>
        <a:p>
          <a:endParaRPr lang="uk-UA"/>
        </a:p>
      </dgm:t>
    </dgm:pt>
    <dgm:pt modelId="{08065539-D0E4-428D-A709-60EA83D2C3AA}">
      <dgm:prSet/>
      <dgm:spPr/>
      <dgm:t>
        <a:bodyPr/>
        <a:lstStyle/>
        <a:p>
          <a:r>
            <a:rPr lang="uk-UA" b="0" i="0" dirty="0"/>
            <a:t>був соратником гетьмана Б. Хмельницького під час Національно-визвольної війни</a:t>
          </a:r>
          <a:endParaRPr lang="uk-UA" dirty="0"/>
        </a:p>
      </dgm:t>
    </dgm:pt>
    <dgm:pt modelId="{95E797FA-4348-477A-8B1D-01DB43294582}" type="parTrans" cxnId="{55568D5E-2D7A-4CA7-B47D-3191A615438C}">
      <dgm:prSet/>
      <dgm:spPr/>
      <dgm:t>
        <a:bodyPr/>
        <a:lstStyle/>
        <a:p>
          <a:endParaRPr lang="uk-UA"/>
        </a:p>
      </dgm:t>
    </dgm:pt>
    <dgm:pt modelId="{E68E5C93-0008-4CEF-B053-9F5BBFA8821B}" type="sibTrans" cxnId="{55568D5E-2D7A-4CA7-B47D-3191A615438C}">
      <dgm:prSet/>
      <dgm:spPr/>
      <dgm:t>
        <a:bodyPr/>
        <a:lstStyle/>
        <a:p>
          <a:endParaRPr lang="uk-UA"/>
        </a:p>
      </dgm:t>
    </dgm:pt>
    <dgm:pt modelId="{8944FC01-9EB7-4DB2-8182-3F9DFB7729F7}">
      <dgm:prSet/>
      <dgm:spPr/>
      <dgm:t>
        <a:bodyPr/>
        <a:lstStyle/>
        <a:p>
          <a:r>
            <a:rPr lang="uk-UA" b="0" i="0" dirty="0"/>
            <a:t>до обрання митрополитом був архімандритом Києво-Печерської лаври</a:t>
          </a:r>
          <a:endParaRPr lang="uk-UA" dirty="0"/>
        </a:p>
      </dgm:t>
    </dgm:pt>
    <dgm:pt modelId="{37DEA34A-BDDE-43DC-90ED-1164F4E65E56}" type="parTrans" cxnId="{BE323F67-A107-4ECF-980F-E7DED8FC0902}">
      <dgm:prSet/>
      <dgm:spPr/>
      <dgm:t>
        <a:bodyPr/>
        <a:lstStyle/>
        <a:p>
          <a:endParaRPr lang="uk-UA"/>
        </a:p>
      </dgm:t>
    </dgm:pt>
    <dgm:pt modelId="{880F06C3-0615-4DD8-91C5-4353BD716A9E}" type="sibTrans" cxnId="{BE323F67-A107-4ECF-980F-E7DED8FC0902}">
      <dgm:prSet/>
      <dgm:spPr/>
      <dgm:t>
        <a:bodyPr/>
        <a:lstStyle/>
        <a:p>
          <a:endParaRPr lang="uk-UA"/>
        </a:p>
      </dgm:t>
    </dgm:pt>
    <dgm:pt modelId="{6706CC9E-57C9-4913-B59F-E0D494C840BD}">
      <dgm:prSet/>
      <dgm:spPr/>
      <dgm:t>
        <a:bodyPr/>
        <a:lstStyle/>
        <a:p>
          <a:r>
            <a:rPr lang="uk-UA" b="0" i="0" dirty="0"/>
            <a:t>визнав право московського патріарха на Київську митрополію</a:t>
          </a:r>
          <a:endParaRPr lang="uk-UA" dirty="0"/>
        </a:p>
      </dgm:t>
    </dgm:pt>
    <dgm:pt modelId="{9A5F6CAE-BACD-4894-BFD2-9FA1B3E92484}" type="parTrans" cxnId="{D95D4521-419C-4A1B-A8B1-F2C05F8039F3}">
      <dgm:prSet/>
      <dgm:spPr/>
      <dgm:t>
        <a:bodyPr/>
        <a:lstStyle/>
        <a:p>
          <a:endParaRPr lang="uk-UA"/>
        </a:p>
      </dgm:t>
    </dgm:pt>
    <dgm:pt modelId="{24187611-A738-4AC5-A367-DAC97FBA4BCF}" type="sibTrans" cxnId="{D95D4521-419C-4A1B-A8B1-F2C05F8039F3}">
      <dgm:prSet/>
      <dgm:spPr/>
      <dgm:t>
        <a:bodyPr/>
        <a:lstStyle/>
        <a:p>
          <a:endParaRPr lang="uk-UA"/>
        </a:p>
      </dgm:t>
    </dgm:pt>
    <dgm:pt modelId="{0B6B558C-04C0-45E2-9B14-08D0B544C5FE}" type="pres">
      <dgm:prSet presAssocID="{F9792B25-80E7-4600-B25E-1AD67156E9FA}" presName="linear" presStyleCnt="0">
        <dgm:presLayoutVars>
          <dgm:animLvl val="lvl"/>
          <dgm:resizeHandles val="exact"/>
        </dgm:presLayoutVars>
      </dgm:prSet>
      <dgm:spPr/>
    </dgm:pt>
    <dgm:pt modelId="{8ADB059A-4CF6-4389-911A-E28B4B1E83C2}" type="pres">
      <dgm:prSet presAssocID="{99567FA0-9DBA-4A5F-978A-925E2E91FD6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AFA411E-E1EE-4728-88C1-A30884C1CD17}" type="pres">
      <dgm:prSet presAssocID="{471DA6C2-7E76-42D5-8A88-581ACD968EF2}" presName="spacer" presStyleCnt="0"/>
      <dgm:spPr/>
    </dgm:pt>
    <dgm:pt modelId="{965AD9B2-6AC5-4E06-8BA8-B3F0F71B37E9}" type="pres">
      <dgm:prSet presAssocID="{08065539-D0E4-428D-A709-60EA83D2C3A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BB78547-2411-4D5F-8AB1-DFD349343E0C}" type="pres">
      <dgm:prSet presAssocID="{E68E5C93-0008-4CEF-B053-9F5BBFA8821B}" presName="spacer" presStyleCnt="0"/>
      <dgm:spPr/>
    </dgm:pt>
    <dgm:pt modelId="{F583A18F-A303-4121-841E-049ADB132C13}" type="pres">
      <dgm:prSet presAssocID="{8944FC01-9EB7-4DB2-8182-3F9DFB7729F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8F4B4DF-A447-4A60-AE0F-2EAB32444A64}" type="pres">
      <dgm:prSet presAssocID="{880F06C3-0615-4DD8-91C5-4353BD716A9E}" presName="spacer" presStyleCnt="0"/>
      <dgm:spPr/>
    </dgm:pt>
    <dgm:pt modelId="{DAC137DB-6081-4172-BD8E-C6D530CC1EEF}" type="pres">
      <dgm:prSet presAssocID="{6706CC9E-57C9-4913-B59F-E0D494C840B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9A6650E-7FEA-45D8-A1AE-B3715E57A778}" type="presOf" srcId="{8944FC01-9EB7-4DB2-8182-3F9DFB7729F7}" destId="{F583A18F-A303-4121-841E-049ADB132C13}" srcOrd="0" destOrd="0" presId="urn:microsoft.com/office/officeart/2005/8/layout/vList2"/>
    <dgm:cxn modelId="{D95D4521-419C-4A1B-A8B1-F2C05F8039F3}" srcId="{F9792B25-80E7-4600-B25E-1AD67156E9FA}" destId="{6706CC9E-57C9-4913-B59F-E0D494C840BD}" srcOrd="3" destOrd="0" parTransId="{9A5F6CAE-BACD-4894-BFD2-9FA1B3E92484}" sibTransId="{24187611-A738-4AC5-A367-DAC97FBA4BCF}"/>
    <dgm:cxn modelId="{6D239433-9AF1-41E6-AC57-4C31573B7416}" type="presOf" srcId="{99567FA0-9DBA-4A5F-978A-925E2E91FD66}" destId="{8ADB059A-4CF6-4389-911A-E28B4B1E83C2}" srcOrd="0" destOrd="0" presId="urn:microsoft.com/office/officeart/2005/8/layout/vList2"/>
    <dgm:cxn modelId="{55568D5E-2D7A-4CA7-B47D-3191A615438C}" srcId="{F9792B25-80E7-4600-B25E-1AD67156E9FA}" destId="{08065539-D0E4-428D-A709-60EA83D2C3AA}" srcOrd="1" destOrd="0" parTransId="{95E797FA-4348-477A-8B1D-01DB43294582}" sibTransId="{E68E5C93-0008-4CEF-B053-9F5BBFA8821B}"/>
    <dgm:cxn modelId="{469C2547-A306-4B38-92C3-79BA8D62B4E3}" srcId="{F9792B25-80E7-4600-B25E-1AD67156E9FA}" destId="{99567FA0-9DBA-4A5F-978A-925E2E91FD66}" srcOrd="0" destOrd="0" parTransId="{1BEDC452-7732-4F23-A3EA-826AA6ED16A6}" sibTransId="{471DA6C2-7E76-42D5-8A88-581ACD968EF2}"/>
    <dgm:cxn modelId="{BE323F67-A107-4ECF-980F-E7DED8FC0902}" srcId="{F9792B25-80E7-4600-B25E-1AD67156E9FA}" destId="{8944FC01-9EB7-4DB2-8182-3F9DFB7729F7}" srcOrd="2" destOrd="0" parTransId="{37DEA34A-BDDE-43DC-90ED-1164F4E65E56}" sibTransId="{880F06C3-0615-4DD8-91C5-4353BD716A9E}"/>
    <dgm:cxn modelId="{201F6753-0F0D-4A68-A153-4C1FD8AE01CF}" type="presOf" srcId="{F9792B25-80E7-4600-B25E-1AD67156E9FA}" destId="{0B6B558C-04C0-45E2-9B14-08D0B544C5FE}" srcOrd="0" destOrd="0" presId="urn:microsoft.com/office/officeart/2005/8/layout/vList2"/>
    <dgm:cxn modelId="{7B84C054-AAF2-4BC1-B255-1CBAE8EF18B6}" type="presOf" srcId="{08065539-D0E4-428D-A709-60EA83D2C3AA}" destId="{965AD9B2-6AC5-4E06-8BA8-B3F0F71B37E9}" srcOrd="0" destOrd="0" presId="urn:microsoft.com/office/officeart/2005/8/layout/vList2"/>
    <dgm:cxn modelId="{922A94C1-E46D-4379-9144-A7D3725E10BB}" type="presOf" srcId="{6706CC9E-57C9-4913-B59F-E0D494C840BD}" destId="{DAC137DB-6081-4172-BD8E-C6D530CC1EEF}" srcOrd="0" destOrd="0" presId="urn:microsoft.com/office/officeart/2005/8/layout/vList2"/>
    <dgm:cxn modelId="{A26F79DE-D2EE-4E29-AAFD-ED2FA12747DB}" type="presParOf" srcId="{0B6B558C-04C0-45E2-9B14-08D0B544C5FE}" destId="{8ADB059A-4CF6-4389-911A-E28B4B1E83C2}" srcOrd="0" destOrd="0" presId="urn:microsoft.com/office/officeart/2005/8/layout/vList2"/>
    <dgm:cxn modelId="{839E6F95-75AC-4060-BF97-1E23BFB36AC4}" type="presParOf" srcId="{0B6B558C-04C0-45E2-9B14-08D0B544C5FE}" destId="{1AFA411E-E1EE-4728-88C1-A30884C1CD17}" srcOrd="1" destOrd="0" presId="urn:microsoft.com/office/officeart/2005/8/layout/vList2"/>
    <dgm:cxn modelId="{1B63E3DA-A2E9-4DE4-B0F0-32689E3EDF04}" type="presParOf" srcId="{0B6B558C-04C0-45E2-9B14-08D0B544C5FE}" destId="{965AD9B2-6AC5-4E06-8BA8-B3F0F71B37E9}" srcOrd="2" destOrd="0" presId="urn:microsoft.com/office/officeart/2005/8/layout/vList2"/>
    <dgm:cxn modelId="{A361F87B-897D-4EEC-BE56-2373DB7E3AA0}" type="presParOf" srcId="{0B6B558C-04C0-45E2-9B14-08D0B544C5FE}" destId="{2BB78547-2411-4D5F-8AB1-DFD349343E0C}" srcOrd="3" destOrd="0" presId="urn:microsoft.com/office/officeart/2005/8/layout/vList2"/>
    <dgm:cxn modelId="{02BFBBED-88F5-4801-A724-DF2A00288481}" type="presParOf" srcId="{0B6B558C-04C0-45E2-9B14-08D0B544C5FE}" destId="{F583A18F-A303-4121-841E-049ADB132C13}" srcOrd="4" destOrd="0" presId="urn:microsoft.com/office/officeart/2005/8/layout/vList2"/>
    <dgm:cxn modelId="{3FB0A107-C1A4-4A4C-A97D-3980E467A559}" type="presParOf" srcId="{0B6B558C-04C0-45E2-9B14-08D0B544C5FE}" destId="{98F4B4DF-A447-4A60-AE0F-2EAB32444A64}" srcOrd="5" destOrd="0" presId="urn:microsoft.com/office/officeart/2005/8/layout/vList2"/>
    <dgm:cxn modelId="{6A7FF842-0903-4EA6-A79C-E0568A3A5951}" type="presParOf" srcId="{0B6B558C-04C0-45E2-9B14-08D0B544C5FE}" destId="{DAC137DB-6081-4172-BD8E-C6D530CC1EE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9.xml><?xml version="1.0" encoding="utf-8"?>
<dgm:dataModel xmlns:dgm="http://schemas.openxmlformats.org/drawingml/2006/diagram" xmlns:a="http://schemas.openxmlformats.org/drawingml/2006/main">
  <dgm:ptLst>
    <dgm:pt modelId="{01C9C0CC-EA65-4BBA-9F4F-90F4FEE11220}" type="doc">
      <dgm:prSet loTypeId="urn:microsoft.com/office/officeart/2008/layout/VerticalCurved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uk-UA"/>
        </a:p>
      </dgm:t>
    </dgm:pt>
    <dgm:pt modelId="{8D56456C-EAB4-4A33-B865-84BEC608A95F}">
      <dgm:prSet/>
      <dgm:spPr/>
      <dgm:t>
        <a:bodyPr/>
        <a:lstStyle/>
        <a:p>
          <a:r>
            <a:rPr lang="ru-RU" b="0" i="0"/>
            <a:t>скасування частини умов церковної унії</a:t>
          </a:r>
          <a:endParaRPr lang="uk-UA"/>
        </a:p>
      </dgm:t>
    </dgm:pt>
    <dgm:pt modelId="{2FA8931B-EBF1-4949-9D5A-0366C929CDDF}" type="parTrans" cxnId="{FC2D7708-B5DF-436B-A254-36FEF3F047F0}">
      <dgm:prSet/>
      <dgm:spPr/>
      <dgm:t>
        <a:bodyPr/>
        <a:lstStyle/>
        <a:p>
          <a:endParaRPr lang="uk-UA"/>
        </a:p>
      </dgm:t>
    </dgm:pt>
    <dgm:pt modelId="{A57C499B-3178-4DAA-BAE3-340DDADC6577}" type="sibTrans" cxnId="{FC2D7708-B5DF-436B-A254-36FEF3F047F0}">
      <dgm:prSet/>
      <dgm:spPr/>
      <dgm:t>
        <a:bodyPr/>
        <a:lstStyle/>
        <a:p>
          <a:endParaRPr lang="uk-UA"/>
        </a:p>
      </dgm:t>
    </dgm:pt>
    <dgm:pt modelId="{9E62E649-6496-4B27-86C4-254C1DB2CB84}">
      <dgm:prSet/>
      <dgm:spPr/>
      <dgm:t>
        <a:bodyPr/>
        <a:lstStyle/>
        <a:p>
          <a:r>
            <a:rPr lang="ru-RU" b="0" i="0"/>
            <a:t>набуття церковними братствами права ставропігії</a:t>
          </a:r>
          <a:endParaRPr lang="uk-UA"/>
        </a:p>
      </dgm:t>
    </dgm:pt>
    <dgm:pt modelId="{8A0D94CD-0E45-4995-BCAD-CF49255BEF7E}" type="parTrans" cxnId="{F5845A4E-8C82-47FC-A90A-8DE2E236C767}">
      <dgm:prSet/>
      <dgm:spPr/>
      <dgm:t>
        <a:bodyPr/>
        <a:lstStyle/>
        <a:p>
          <a:endParaRPr lang="uk-UA"/>
        </a:p>
      </dgm:t>
    </dgm:pt>
    <dgm:pt modelId="{51F1CF3A-A0BB-415D-9145-2D66ACA4D96A}" type="sibTrans" cxnId="{F5845A4E-8C82-47FC-A90A-8DE2E236C767}">
      <dgm:prSet/>
      <dgm:spPr/>
      <dgm:t>
        <a:bodyPr/>
        <a:lstStyle/>
        <a:p>
          <a:endParaRPr lang="uk-UA"/>
        </a:p>
      </dgm:t>
    </dgm:pt>
    <dgm:pt modelId="{6CB21961-0572-44F1-B4C7-1737960260FD}">
      <dgm:prSet/>
      <dgm:spPr>
        <a:solidFill>
          <a:srgbClr val="0070C0"/>
        </a:solidFill>
      </dgm:spPr>
      <dgm:t>
        <a:bodyPr/>
        <a:lstStyle/>
        <a:p>
          <a:r>
            <a:rPr lang="ru-RU" b="0" i="0" dirty="0" err="1"/>
            <a:t>подолання</a:t>
          </a:r>
          <a:r>
            <a:rPr lang="ru-RU" b="0" i="0" dirty="0"/>
            <a:t> </a:t>
          </a:r>
          <a:r>
            <a:rPr lang="ru-RU" b="0" i="0" dirty="0" err="1"/>
            <a:t>занепаду</a:t>
          </a:r>
          <a:r>
            <a:rPr lang="ru-RU" b="0" i="0" dirty="0"/>
            <a:t> </a:t>
          </a:r>
          <a:r>
            <a:rPr lang="ru-RU" b="0" i="0" dirty="0" err="1"/>
            <a:t>православної</a:t>
          </a:r>
          <a:r>
            <a:rPr lang="ru-RU" b="0" i="0" dirty="0"/>
            <a:t> церкви на </a:t>
          </a:r>
          <a:r>
            <a:rPr lang="ru-RU" b="0" i="0" dirty="0" err="1"/>
            <a:t>українських</a:t>
          </a:r>
          <a:r>
            <a:rPr lang="ru-RU" b="0" i="0" dirty="0"/>
            <a:t> землях</a:t>
          </a:r>
          <a:endParaRPr lang="uk-UA" dirty="0"/>
        </a:p>
      </dgm:t>
    </dgm:pt>
    <dgm:pt modelId="{E501AA41-68C9-4016-AEE7-3CE6E0A031C8}" type="parTrans" cxnId="{BCC77CF2-0509-4C96-B62A-187AE1E3F272}">
      <dgm:prSet/>
      <dgm:spPr/>
      <dgm:t>
        <a:bodyPr/>
        <a:lstStyle/>
        <a:p>
          <a:endParaRPr lang="uk-UA"/>
        </a:p>
      </dgm:t>
    </dgm:pt>
    <dgm:pt modelId="{0EEEBA83-D0EC-4313-AB2B-B0F5B5538180}" type="sibTrans" cxnId="{BCC77CF2-0509-4C96-B62A-187AE1E3F272}">
      <dgm:prSet/>
      <dgm:spPr/>
      <dgm:t>
        <a:bodyPr/>
        <a:lstStyle/>
        <a:p>
          <a:endParaRPr lang="uk-UA"/>
        </a:p>
      </dgm:t>
    </dgm:pt>
    <dgm:pt modelId="{D32E7628-1D6A-4891-9A8C-1C1EF853F5E6}">
      <dgm:prSet/>
      <dgm:spPr/>
      <dgm:t>
        <a:bodyPr/>
        <a:lstStyle/>
        <a:p>
          <a:r>
            <a:rPr lang="ru-RU" b="0" i="0" dirty="0" err="1"/>
            <a:t>стрімке</a:t>
          </a:r>
          <a:r>
            <a:rPr lang="ru-RU" b="0" i="0" dirty="0"/>
            <a:t> </a:t>
          </a:r>
          <a:r>
            <a:rPr lang="ru-RU" b="0" i="0" dirty="0" err="1"/>
            <a:t>зростання</a:t>
          </a:r>
          <a:r>
            <a:rPr lang="ru-RU" b="0" i="0" dirty="0"/>
            <a:t> </a:t>
          </a:r>
          <a:r>
            <a:rPr lang="ru-RU" b="0" i="0" dirty="0" err="1"/>
            <a:t>протестантських</a:t>
          </a:r>
          <a:r>
            <a:rPr lang="ru-RU" b="0" i="0" dirty="0"/>
            <a:t> громад у </a:t>
          </a:r>
          <a:r>
            <a:rPr lang="ru-RU" b="0" i="0" dirty="0" err="1"/>
            <a:t>містах</a:t>
          </a:r>
          <a:r>
            <a:rPr lang="ru-RU" b="0" i="0" dirty="0"/>
            <a:t> і селах </a:t>
          </a:r>
          <a:r>
            <a:rPr lang="ru-RU" b="0" i="0" dirty="0" err="1"/>
            <a:t>України</a:t>
          </a:r>
          <a:endParaRPr lang="uk-UA" dirty="0"/>
        </a:p>
      </dgm:t>
    </dgm:pt>
    <dgm:pt modelId="{2805228C-3D76-4C9F-8C65-054B2EEB4EAE}" type="parTrans" cxnId="{C84EEAA2-EC0B-446E-A3C7-D35495EF7E18}">
      <dgm:prSet/>
      <dgm:spPr/>
      <dgm:t>
        <a:bodyPr/>
        <a:lstStyle/>
        <a:p>
          <a:endParaRPr lang="uk-UA"/>
        </a:p>
      </dgm:t>
    </dgm:pt>
    <dgm:pt modelId="{D46D9EF0-BC92-4E74-A484-32ABEDB3BD5D}" type="sibTrans" cxnId="{C84EEAA2-EC0B-446E-A3C7-D35495EF7E18}">
      <dgm:prSet/>
      <dgm:spPr/>
      <dgm:t>
        <a:bodyPr/>
        <a:lstStyle/>
        <a:p>
          <a:endParaRPr lang="uk-UA"/>
        </a:p>
      </dgm:t>
    </dgm:pt>
    <dgm:pt modelId="{23E4426D-3F3A-480A-BB36-24F6F33703FB}" type="pres">
      <dgm:prSet presAssocID="{01C9C0CC-EA65-4BBA-9F4F-90F4FEE11220}" presName="Name0" presStyleCnt="0">
        <dgm:presLayoutVars>
          <dgm:chMax val="7"/>
          <dgm:chPref val="7"/>
          <dgm:dir/>
        </dgm:presLayoutVars>
      </dgm:prSet>
      <dgm:spPr/>
    </dgm:pt>
    <dgm:pt modelId="{E25D2D5A-2243-494F-8133-22FA24A62347}" type="pres">
      <dgm:prSet presAssocID="{01C9C0CC-EA65-4BBA-9F4F-90F4FEE11220}" presName="Name1" presStyleCnt="0"/>
      <dgm:spPr/>
    </dgm:pt>
    <dgm:pt modelId="{C2F6A15B-9E3D-4BF5-B843-7A2AC5095C32}" type="pres">
      <dgm:prSet presAssocID="{01C9C0CC-EA65-4BBA-9F4F-90F4FEE11220}" presName="cycle" presStyleCnt="0"/>
      <dgm:spPr/>
    </dgm:pt>
    <dgm:pt modelId="{D2AAAB6E-C664-4738-90E5-949FBD6964E9}" type="pres">
      <dgm:prSet presAssocID="{01C9C0CC-EA65-4BBA-9F4F-90F4FEE11220}" presName="srcNode" presStyleLbl="node1" presStyleIdx="0" presStyleCnt="4"/>
      <dgm:spPr/>
    </dgm:pt>
    <dgm:pt modelId="{16351EC3-CBFB-46AF-A59B-2F3F3A7ECC78}" type="pres">
      <dgm:prSet presAssocID="{01C9C0CC-EA65-4BBA-9F4F-90F4FEE11220}" presName="conn" presStyleLbl="parChTrans1D2" presStyleIdx="0" presStyleCnt="1"/>
      <dgm:spPr/>
    </dgm:pt>
    <dgm:pt modelId="{28A2820A-D359-4ECC-8808-30E62346896A}" type="pres">
      <dgm:prSet presAssocID="{01C9C0CC-EA65-4BBA-9F4F-90F4FEE11220}" presName="extraNode" presStyleLbl="node1" presStyleIdx="0" presStyleCnt="4"/>
      <dgm:spPr/>
    </dgm:pt>
    <dgm:pt modelId="{ED388F83-EF32-4780-AA0E-5C9AC6968709}" type="pres">
      <dgm:prSet presAssocID="{01C9C0CC-EA65-4BBA-9F4F-90F4FEE11220}" presName="dstNode" presStyleLbl="node1" presStyleIdx="0" presStyleCnt="4"/>
      <dgm:spPr/>
    </dgm:pt>
    <dgm:pt modelId="{F97AF5D0-B339-44BD-BBDF-CC3362B00F1E}" type="pres">
      <dgm:prSet presAssocID="{8D56456C-EAB4-4A33-B865-84BEC608A95F}" presName="text_1" presStyleLbl="node1" presStyleIdx="0" presStyleCnt="4">
        <dgm:presLayoutVars>
          <dgm:bulletEnabled val="1"/>
        </dgm:presLayoutVars>
      </dgm:prSet>
      <dgm:spPr/>
    </dgm:pt>
    <dgm:pt modelId="{C00D379C-9727-45FF-83E8-9A09EC62C405}" type="pres">
      <dgm:prSet presAssocID="{8D56456C-EAB4-4A33-B865-84BEC608A95F}" presName="accent_1" presStyleCnt="0"/>
      <dgm:spPr/>
    </dgm:pt>
    <dgm:pt modelId="{65BE8252-1891-4F60-BDA1-6471F0F90687}" type="pres">
      <dgm:prSet presAssocID="{8D56456C-EAB4-4A33-B865-84BEC608A95F}" presName="accentRepeatNode" presStyleLbl="solidFgAcc1" presStyleIdx="0" presStyleCnt="4"/>
      <dgm:spPr/>
    </dgm:pt>
    <dgm:pt modelId="{E0A52D6C-3166-4E56-AD1C-32A39717A3BC}" type="pres">
      <dgm:prSet presAssocID="{9E62E649-6496-4B27-86C4-254C1DB2CB84}" presName="text_2" presStyleLbl="node1" presStyleIdx="1" presStyleCnt="4">
        <dgm:presLayoutVars>
          <dgm:bulletEnabled val="1"/>
        </dgm:presLayoutVars>
      </dgm:prSet>
      <dgm:spPr/>
    </dgm:pt>
    <dgm:pt modelId="{2C2C824F-DEC6-4D46-9E70-8BF4561C4342}" type="pres">
      <dgm:prSet presAssocID="{9E62E649-6496-4B27-86C4-254C1DB2CB84}" presName="accent_2" presStyleCnt="0"/>
      <dgm:spPr/>
    </dgm:pt>
    <dgm:pt modelId="{3FC08BE4-E6A1-4E2A-AF25-D156A5646DBD}" type="pres">
      <dgm:prSet presAssocID="{9E62E649-6496-4B27-86C4-254C1DB2CB84}" presName="accentRepeatNode" presStyleLbl="solidFgAcc1" presStyleIdx="1" presStyleCnt="4"/>
      <dgm:spPr/>
    </dgm:pt>
    <dgm:pt modelId="{3FA648BD-5603-4195-84EF-E7C3D2EF1136}" type="pres">
      <dgm:prSet presAssocID="{6CB21961-0572-44F1-B4C7-1737960260FD}" presName="text_3" presStyleLbl="node1" presStyleIdx="2" presStyleCnt="4">
        <dgm:presLayoutVars>
          <dgm:bulletEnabled val="1"/>
        </dgm:presLayoutVars>
      </dgm:prSet>
      <dgm:spPr/>
    </dgm:pt>
    <dgm:pt modelId="{C4991CF2-EC1C-4DA2-80B5-BEF691CE044B}" type="pres">
      <dgm:prSet presAssocID="{6CB21961-0572-44F1-B4C7-1737960260FD}" presName="accent_3" presStyleCnt="0"/>
      <dgm:spPr/>
    </dgm:pt>
    <dgm:pt modelId="{B5794350-E2A9-40A4-95AE-87F041DAD584}" type="pres">
      <dgm:prSet presAssocID="{6CB21961-0572-44F1-B4C7-1737960260FD}" presName="accentRepeatNode" presStyleLbl="solidFgAcc1" presStyleIdx="2" presStyleCnt="4"/>
      <dgm:spPr/>
    </dgm:pt>
    <dgm:pt modelId="{BB93FD57-02C9-42FC-B6CA-8558E864F726}" type="pres">
      <dgm:prSet presAssocID="{D32E7628-1D6A-4891-9A8C-1C1EF853F5E6}" presName="text_4" presStyleLbl="node1" presStyleIdx="3" presStyleCnt="4">
        <dgm:presLayoutVars>
          <dgm:bulletEnabled val="1"/>
        </dgm:presLayoutVars>
      </dgm:prSet>
      <dgm:spPr/>
    </dgm:pt>
    <dgm:pt modelId="{2DFA76DB-5BA7-4207-A929-B04170809877}" type="pres">
      <dgm:prSet presAssocID="{D32E7628-1D6A-4891-9A8C-1C1EF853F5E6}" presName="accent_4" presStyleCnt="0"/>
      <dgm:spPr/>
    </dgm:pt>
    <dgm:pt modelId="{B7D4F268-1ECC-4336-AA6E-6B4A6A93264D}" type="pres">
      <dgm:prSet presAssocID="{D32E7628-1D6A-4891-9A8C-1C1EF853F5E6}" presName="accentRepeatNode" presStyleLbl="solidFgAcc1" presStyleIdx="3" presStyleCnt="4"/>
      <dgm:spPr/>
    </dgm:pt>
  </dgm:ptLst>
  <dgm:cxnLst>
    <dgm:cxn modelId="{ED1BB602-B29C-4C23-95B7-28F21BC80CC2}" type="presOf" srcId="{A57C499B-3178-4DAA-BAE3-340DDADC6577}" destId="{16351EC3-CBFB-46AF-A59B-2F3F3A7ECC78}" srcOrd="0" destOrd="0" presId="urn:microsoft.com/office/officeart/2008/layout/VerticalCurvedList"/>
    <dgm:cxn modelId="{FC2D7708-B5DF-436B-A254-36FEF3F047F0}" srcId="{01C9C0CC-EA65-4BBA-9F4F-90F4FEE11220}" destId="{8D56456C-EAB4-4A33-B865-84BEC608A95F}" srcOrd="0" destOrd="0" parTransId="{2FA8931B-EBF1-4949-9D5A-0366C929CDDF}" sibTransId="{A57C499B-3178-4DAA-BAE3-340DDADC6577}"/>
    <dgm:cxn modelId="{9835902E-BEB2-442E-80D2-25001AF44DA8}" type="presOf" srcId="{9E62E649-6496-4B27-86C4-254C1DB2CB84}" destId="{E0A52D6C-3166-4E56-AD1C-32A39717A3BC}" srcOrd="0" destOrd="0" presId="urn:microsoft.com/office/officeart/2008/layout/VerticalCurvedList"/>
    <dgm:cxn modelId="{C1A19A67-8BD8-4E16-94C7-85094EFE2247}" type="presOf" srcId="{8D56456C-EAB4-4A33-B865-84BEC608A95F}" destId="{F97AF5D0-B339-44BD-BBDF-CC3362B00F1E}" srcOrd="0" destOrd="0" presId="urn:microsoft.com/office/officeart/2008/layout/VerticalCurvedList"/>
    <dgm:cxn modelId="{F5845A4E-8C82-47FC-A90A-8DE2E236C767}" srcId="{01C9C0CC-EA65-4BBA-9F4F-90F4FEE11220}" destId="{9E62E649-6496-4B27-86C4-254C1DB2CB84}" srcOrd="1" destOrd="0" parTransId="{8A0D94CD-0E45-4995-BCAD-CF49255BEF7E}" sibTransId="{51F1CF3A-A0BB-415D-9145-2D66ACA4D96A}"/>
    <dgm:cxn modelId="{C84EEAA2-EC0B-446E-A3C7-D35495EF7E18}" srcId="{01C9C0CC-EA65-4BBA-9F4F-90F4FEE11220}" destId="{D32E7628-1D6A-4891-9A8C-1C1EF853F5E6}" srcOrd="3" destOrd="0" parTransId="{2805228C-3D76-4C9F-8C65-054B2EEB4EAE}" sibTransId="{D46D9EF0-BC92-4E74-A484-32ABEDB3BD5D}"/>
    <dgm:cxn modelId="{2D0AD0A3-E496-4FAD-BDA8-58E78D268150}" type="presOf" srcId="{6CB21961-0572-44F1-B4C7-1737960260FD}" destId="{3FA648BD-5603-4195-84EF-E7C3D2EF1136}" srcOrd="0" destOrd="0" presId="urn:microsoft.com/office/officeart/2008/layout/VerticalCurvedList"/>
    <dgm:cxn modelId="{E7FDB1D6-78F9-47F8-B452-19218A7DABD4}" type="presOf" srcId="{D32E7628-1D6A-4891-9A8C-1C1EF853F5E6}" destId="{BB93FD57-02C9-42FC-B6CA-8558E864F726}" srcOrd="0" destOrd="0" presId="urn:microsoft.com/office/officeart/2008/layout/VerticalCurvedList"/>
    <dgm:cxn modelId="{BCC77CF2-0509-4C96-B62A-187AE1E3F272}" srcId="{01C9C0CC-EA65-4BBA-9F4F-90F4FEE11220}" destId="{6CB21961-0572-44F1-B4C7-1737960260FD}" srcOrd="2" destOrd="0" parTransId="{E501AA41-68C9-4016-AEE7-3CE6E0A031C8}" sibTransId="{0EEEBA83-D0EC-4313-AB2B-B0F5B5538180}"/>
    <dgm:cxn modelId="{97C7E0F7-1481-47A0-B539-CBF307F47DD1}" type="presOf" srcId="{01C9C0CC-EA65-4BBA-9F4F-90F4FEE11220}" destId="{23E4426D-3F3A-480A-BB36-24F6F33703FB}" srcOrd="0" destOrd="0" presId="urn:microsoft.com/office/officeart/2008/layout/VerticalCurvedList"/>
    <dgm:cxn modelId="{BBB1ED04-40EB-46BD-9B1D-B00530750433}" type="presParOf" srcId="{23E4426D-3F3A-480A-BB36-24F6F33703FB}" destId="{E25D2D5A-2243-494F-8133-22FA24A62347}" srcOrd="0" destOrd="0" presId="urn:microsoft.com/office/officeart/2008/layout/VerticalCurvedList"/>
    <dgm:cxn modelId="{C5E6FA33-F274-4272-8D00-8B93B565892D}" type="presParOf" srcId="{E25D2D5A-2243-494F-8133-22FA24A62347}" destId="{C2F6A15B-9E3D-4BF5-B843-7A2AC5095C32}" srcOrd="0" destOrd="0" presId="urn:microsoft.com/office/officeart/2008/layout/VerticalCurvedList"/>
    <dgm:cxn modelId="{8F2C0A6E-ECDD-4BE8-9F08-F386A0577680}" type="presParOf" srcId="{C2F6A15B-9E3D-4BF5-B843-7A2AC5095C32}" destId="{D2AAAB6E-C664-4738-90E5-949FBD6964E9}" srcOrd="0" destOrd="0" presId="urn:microsoft.com/office/officeart/2008/layout/VerticalCurvedList"/>
    <dgm:cxn modelId="{6919BE72-5D23-4936-9182-EFB82E767873}" type="presParOf" srcId="{C2F6A15B-9E3D-4BF5-B843-7A2AC5095C32}" destId="{16351EC3-CBFB-46AF-A59B-2F3F3A7ECC78}" srcOrd="1" destOrd="0" presId="urn:microsoft.com/office/officeart/2008/layout/VerticalCurvedList"/>
    <dgm:cxn modelId="{F34EA321-BF60-4643-BB7C-C565B7796602}" type="presParOf" srcId="{C2F6A15B-9E3D-4BF5-B843-7A2AC5095C32}" destId="{28A2820A-D359-4ECC-8808-30E62346896A}" srcOrd="2" destOrd="0" presId="urn:microsoft.com/office/officeart/2008/layout/VerticalCurvedList"/>
    <dgm:cxn modelId="{942D869E-EA9F-4B71-A4F0-89429E3E282C}" type="presParOf" srcId="{C2F6A15B-9E3D-4BF5-B843-7A2AC5095C32}" destId="{ED388F83-EF32-4780-AA0E-5C9AC6968709}" srcOrd="3" destOrd="0" presId="urn:microsoft.com/office/officeart/2008/layout/VerticalCurvedList"/>
    <dgm:cxn modelId="{C18D23DD-905C-47A1-ABDE-2007CC8F82AF}" type="presParOf" srcId="{E25D2D5A-2243-494F-8133-22FA24A62347}" destId="{F97AF5D0-B339-44BD-BBDF-CC3362B00F1E}" srcOrd="1" destOrd="0" presId="urn:microsoft.com/office/officeart/2008/layout/VerticalCurvedList"/>
    <dgm:cxn modelId="{1493DF8E-1190-4744-B013-B955491B60EE}" type="presParOf" srcId="{E25D2D5A-2243-494F-8133-22FA24A62347}" destId="{C00D379C-9727-45FF-83E8-9A09EC62C405}" srcOrd="2" destOrd="0" presId="urn:microsoft.com/office/officeart/2008/layout/VerticalCurvedList"/>
    <dgm:cxn modelId="{63CBA7BD-A173-442C-A2A4-2395EFC6D628}" type="presParOf" srcId="{C00D379C-9727-45FF-83E8-9A09EC62C405}" destId="{65BE8252-1891-4F60-BDA1-6471F0F90687}" srcOrd="0" destOrd="0" presId="urn:microsoft.com/office/officeart/2008/layout/VerticalCurvedList"/>
    <dgm:cxn modelId="{B4E371E0-8437-4787-9A2D-6F2DB7094EE1}" type="presParOf" srcId="{E25D2D5A-2243-494F-8133-22FA24A62347}" destId="{E0A52D6C-3166-4E56-AD1C-32A39717A3BC}" srcOrd="3" destOrd="0" presId="urn:microsoft.com/office/officeart/2008/layout/VerticalCurvedList"/>
    <dgm:cxn modelId="{FE91AB8B-6363-478E-9F15-5983A5417416}" type="presParOf" srcId="{E25D2D5A-2243-494F-8133-22FA24A62347}" destId="{2C2C824F-DEC6-4D46-9E70-8BF4561C4342}" srcOrd="4" destOrd="0" presId="urn:microsoft.com/office/officeart/2008/layout/VerticalCurvedList"/>
    <dgm:cxn modelId="{BE5FC939-A0AE-4DE7-A10A-4AAA8441DA5D}" type="presParOf" srcId="{2C2C824F-DEC6-4D46-9E70-8BF4561C4342}" destId="{3FC08BE4-E6A1-4E2A-AF25-D156A5646DBD}" srcOrd="0" destOrd="0" presId="urn:microsoft.com/office/officeart/2008/layout/VerticalCurvedList"/>
    <dgm:cxn modelId="{256D8754-7D14-4010-91AD-8AB651C24F7C}" type="presParOf" srcId="{E25D2D5A-2243-494F-8133-22FA24A62347}" destId="{3FA648BD-5603-4195-84EF-E7C3D2EF1136}" srcOrd="5" destOrd="0" presId="urn:microsoft.com/office/officeart/2008/layout/VerticalCurvedList"/>
    <dgm:cxn modelId="{57D755F9-87F5-468B-9C3A-25D43398361C}" type="presParOf" srcId="{E25D2D5A-2243-494F-8133-22FA24A62347}" destId="{C4991CF2-EC1C-4DA2-80B5-BEF691CE044B}" srcOrd="6" destOrd="0" presId="urn:microsoft.com/office/officeart/2008/layout/VerticalCurvedList"/>
    <dgm:cxn modelId="{08EE709B-DB36-420C-B454-77848B0B09F0}" type="presParOf" srcId="{C4991CF2-EC1C-4DA2-80B5-BEF691CE044B}" destId="{B5794350-E2A9-40A4-95AE-87F041DAD584}" srcOrd="0" destOrd="0" presId="urn:microsoft.com/office/officeart/2008/layout/VerticalCurvedList"/>
    <dgm:cxn modelId="{D810166E-B295-4E2E-9CE1-55901148352A}" type="presParOf" srcId="{E25D2D5A-2243-494F-8133-22FA24A62347}" destId="{BB93FD57-02C9-42FC-B6CA-8558E864F726}" srcOrd="7" destOrd="0" presId="urn:microsoft.com/office/officeart/2008/layout/VerticalCurvedList"/>
    <dgm:cxn modelId="{F475841E-001A-4A94-97D5-34781D8C6BDF}" type="presParOf" srcId="{E25D2D5A-2243-494F-8133-22FA24A62347}" destId="{2DFA76DB-5BA7-4207-A929-B04170809877}" srcOrd="8" destOrd="0" presId="urn:microsoft.com/office/officeart/2008/layout/VerticalCurvedList"/>
    <dgm:cxn modelId="{1529F26C-2DC6-42E4-A7A8-A0B7ABFB6BA7}" type="presParOf" srcId="{2DFA76DB-5BA7-4207-A929-B04170809877}" destId="{B7D4F268-1ECC-4336-AA6E-6B4A6A93264D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0.xml><?xml version="1.0" encoding="utf-8"?>
<dgm:dataModel xmlns:dgm="http://schemas.openxmlformats.org/drawingml/2006/diagram" xmlns:a="http://schemas.openxmlformats.org/drawingml/2006/main">
  <dgm:ptLst>
    <dgm:pt modelId="{728D5267-C6EF-41F4-868D-A913D159280C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0560F776-4C27-4447-9BC1-BAA52E3DC578}">
      <dgm:prSet/>
      <dgm:spPr/>
      <dgm:t>
        <a:bodyPr/>
        <a:lstStyle/>
        <a:p>
          <a:r>
            <a:rPr lang="uk-UA" b="0" i="0"/>
            <a:t>укладення Берестейської церковної унії та утворення греко-католицької церкви.</a:t>
          </a:r>
          <a:endParaRPr lang="uk-UA"/>
        </a:p>
      </dgm:t>
    </dgm:pt>
    <dgm:pt modelId="{3D3C80AD-1281-4668-936C-2D6C98C0D040}" type="parTrans" cxnId="{C6F62A65-092C-46A7-B770-389E9EAB284A}">
      <dgm:prSet/>
      <dgm:spPr/>
      <dgm:t>
        <a:bodyPr/>
        <a:lstStyle/>
        <a:p>
          <a:endParaRPr lang="uk-UA"/>
        </a:p>
      </dgm:t>
    </dgm:pt>
    <dgm:pt modelId="{E19E3214-E77F-49B7-9E9B-481CF66E8149}" type="sibTrans" cxnId="{C6F62A65-092C-46A7-B770-389E9EAB284A}">
      <dgm:prSet/>
      <dgm:spPr/>
      <dgm:t>
        <a:bodyPr/>
        <a:lstStyle/>
        <a:p>
          <a:endParaRPr lang="uk-UA"/>
        </a:p>
      </dgm:t>
    </dgm:pt>
    <dgm:pt modelId="{A44F4725-F17C-4AC8-9695-BBA24BF04002}">
      <dgm:prSet/>
      <dgm:spPr/>
      <dgm:t>
        <a:bodyPr/>
        <a:lstStyle/>
        <a:p>
          <a:r>
            <a:rPr lang="uk-UA" b="0" i="0"/>
            <a:t>надання прав і привілеїв реєстровому козацтву.</a:t>
          </a:r>
          <a:endParaRPr lang="uk-UA"/>
        </a:p>
      </dgm:t>
    </dgm:pt>
    <dgm:pt modelId="{39F332DC-399D-4FCC-B0A1-043440399E6E}" type="parTrans" cxnId="{9A3C2819-B701-4408-AFF4-B56764950E4D}">
      <dgm:prSet/>
      <dgm:spPr/>
      <dgm:t>
        <a:bodyPr/>
        <a:lstStyle/>
        <a:p>
          <a:endParaRPr lang="uk-UA"/>
        </a:p>
      </dgm:t>
    </dgm:pt>
    <dgm:pt modelId="{E96DD37A-22C3-45BC-8AFF-4701093B9BC1}" type="sibTrans" cxnId="{9A3C2819-B701-4408-AFF4-B56764950E4D}">
      <dgm:prSet/>
      <dgm:spPr/>
      <dgm:t>
        <a:bodyPr/>
        <a:lstStyle/>
        <a:p>
          <a:endParaRPr lang="uk-UA"/>
        </a:p>
      </dgm:t>
    </dgm:pt>
    <dgm:pt modelId="{9F87D150-EEF4-42CC-96C8-D7DDEEC2E985}">
      <dgm:prSet/>
      <dgm:spPr>
        <a:solidFill>
          <a:srgbClr val="0070C0"/>
        </a:solidFill>
      </dgm:spPr>
      <dgm:t>
        <a:bodyPr/>
        <a:lstStyle/>
        <a:p>
          <a:r>
            <a:rPr lang="uk-UA" b="0" i="0"/>
            <a:t>відновлення та легалізація православної церкви в Речі Посполитій.</a:t>
          </a:r>
          <a:endParaRPr lang="uk-UA"/>
        </a:p>
      </dgm:t>
    </dgm:pt>
    <dgm:pt modelId="{E43FAD20-A362-4DBB-9B06-38839452FE1D}" type="parTrans" cxnId="{1CA0B18A-17BE-4524-B1F4-5C726334DD81}">
      <dgm:prSet/>
      <dgm:spPr/>
      <dgm:t>
        <a:bodyPr/>
        <a:lstStyle/>
        <a:p>
          <a:endParaRPr lang="uk-UA"/>
        </a:p>
      </dgm:t>
    </dgm:pt>
    <dgm:pt modelId="{B10CF56F-52DA-4F4A-AB39-BE6F9DB41018}" type="sibTrans" cxnId="{1CA0B18A-17BE-4524-B1F4-5C726334DD81}">
      <dgm:prSet/>
      <dgm:spPr/>
      <dgm:t>
        <a:bodyPr/>
        <a:lstStyle/>
        <a:p>
          <a:endParaRPr lang="uk-UA"/>
        </a:p>
      </dgm:t>
    </dgm:pt>
    <dgm:pt modelId="{1F10D824-4E42-41C7-A1C5-A20735F9A778}">
      <dgm:prSet/>
      <dgm:spPr/>
      <dgm:t>
        <a:bodyPr/>
        <a:lstStyle/>
        <a:p>
          <a:r>
            <a:rPr lang="uk-UA" b="0" i="0"/>
            <a:t>заснування першої відомої Запорозької Січі.</a:t>
          </a:r>
          <a:endParaRPr lang="uk-UA"/>
        </a:p>
      </dgm:t>
    </dgm:pt>
    <dgm:pt modelId="{A207D4BC-174F-4E69-A3E8-4A527C03FCEE}" type="parTrans" cxnId="{D61BA6C5-9D9C-481B-853F-97888266D9E1}">
      <dgm:prSet/>
      <dgm:spPr/>
      <dgm:t>
        <a:bodyPr/>
        <a:lstStyle/>
        <a:p>
          <a:endParaRPr lang="uk-UA"/>
        </a:p>
      </dgm:t>
    </dgm:pt>
    <dgm:pt modelId="{420664AD-D5CE-4648-AFDB-45C69B64A6AC}" type="sibTrans" cxnId="{D61BA6C5-9D9C-481B-853F-97888266D9E1}">
      <dgm:prSet/>
      <dgm:spPr/>
      <dgm:t>
        <a:bodyPr/>
        <a:lstStyle/>
        <a:p>
          <a:endParaRPr lang="uk-UA"/>
        </a:p>
      </dgm:t>
    </dgm:pt>
    <dgm:pt modelId="{0376AB1D-10BD-44CB-ACBF-1227EDD4B7B7}" type="pres">
      <dgm:prSet presAssocID="{728D5267-C6EF-41F4-868D-A913D159280C}" presName="linearFlow" presStyleCnt="0">
        <dgm:presLayoutVars>
          <dgm:dir/>
          <dgm:resizeHandles val="exact"/>
        </dgm:presLayoutVars>
      </dgm:prSet>
      <dgm:spPr/>
    </dgm:pt>
    <dgm:pt modelId="{9E53AFE0-3399-4807-BE91-B0A476D451FC}" type="pres">
      <dgm:prSet presAssocID="{0560F776-4C27-4447-9BC1-BAA52E3DC578}" presName="composite" presStyleCnt="0"/>
      <dgm:spPr/>
    </dgm:pt>
    <dgm:pt modelId="{92EBC65E-62EF-4A7C-8E55-4103B83F5203}" type="pres">
      <dgm:prSet presAssocID="{0560F776-4C27-4447-9BC1-BAA52E3DC578}" presName="imgShp" presStyleLbl="fgImgPlace1" presStyleIdx="0" presStyleCnt="4"/>
      <dgm:spPr/>
    </dgm:pt>
    <dgm:pt modelId="{2A374D5F-7421-443D-8590-5A183A538DD5}" type="pres">
      <dgm:prSet presAssocID="{0560F776-4C27-4447-9BC1-BAA52E3DC578}" presName="txShp" presStyleLbl="node1" presStyleIdx="0" presStyleCnt="4">
        <dgm:presLayoutVars>
          <dgm:bulletEnabled val="1"/>
        </dgm:presLayoutVars>
      </dgm:prSet>
      <dgm:spPr/>
    </dgm:pt>
    <dgm:pt modelId="{BCC693B3-8610-4B2A-ADB7-788C08D96D29}" type="pres">
      <dgm:prSet presAssocID="{E19E3214-E77F-49B7-9E9B-481CF66E8149}" presName="spacing" presStyleCnt="0"/>
      <dgm:spPr/>
    </dgm:pt>
    <dgm:pt modelId="{E5AB6E0A-CCC0-4CD3-B380-B7E9719D25BC}" type="pres">
      <dgm:prSet presAssocID="{A44F4725-F17C-4AC8-9695-BBA24BF04002}" presName="composite" presStyleCnt="0"/>
      <dgm:spPr/>
    </dgm:pt>
    <dgm:pt modelId="{3A038186-F67D-4E60-89F6-DFCE1C8C6EE0}" type="pres">
      <dgm:prSet presAssocID="{A44F4725-F17C-4AC8-9695-BBA24BF04002}" presName="imgShp" presStyleLbl="fgImgPlace1" presStyleIdx="1" presStyleCnt="4"/>
      <dgm:spPr/>
    </dgm:pt>
    <dgm:pt modelId="{E79BCD77-1A18-4D85-B545-1AB847F9FBCD}" type="pres">
      <dgm:prSet presAssocID="{A44F4725-F17C-4AC8-9695-BBA24BF04002}" presName="txShp" presStyleLbl="node1" presStyleIdx="1" presStyleCnt="4">
        <dgm:presLayoutVars>
          <dgm:bulletEnabled val="1"/>
        </dgm:presLayoutVars>
      </dgm:prSet>
      <dgm:spPr/>
    </dgm:pt>
    <dgm:pt modelId="{72CE7F4A-259E-4B92-B901-6522779FBB5E}" type="pres">
      <dgm:prSet presAssocID="{E96DD37A-22C3-45BC-8AFF-4701093B9BC1}" presName="spacing" presStyleCnt="0"/>
      <dgm:spPr/>
    </dgm:pt>
    <dgm:pt modelId="{994FC4C7-4B9C-4B59-910E-929CA0044E78}" type="pres">
      <dgm:prSet presAssocID="{9F87D150-EEF4-42CC-96C8-D7DDEEC2E985}" presName="composite" presStyleCnt="0"/>
      <dgm:spPr/>
    </dgm:pt>
    <dgm:pt modelId="{3667C427-20B9-4FAB-8D85-6D9A21B24272}" type="pres">
      <dgm:prSet presAssocID="{9F87D150-EEF4-42CC-96C8-D7DDEEC2E985}" presName="imgShp" presStyleLbl="fgImgPlace1" presStyleIdx="2" presStyleCnt="4"/>
      <dgm:spPr/>
    </dgm:pt>
    <dgm:pt modelId="{AF025F22-237B-473D-8D82-59F1156304A1}" type="pres">
      <dgm:prSet presAssocID="{9F87D150-EEF4-42CC-96C8-D7DDEEC2E985}" presName="txShp" presStyleLbl="node1" presStyleIdx="2" presStyleCnt="4">
        <dgm:presLayoutVars>
          <dgm:bulletEnabled val="1"/>
        </dgm:presLayoutVars>
      </dgm:prSet>
      <dgm:spPr/>
    </dgm:pt>
    <dgm:pt modelId="{48AE681F-F4B6-471B-A714-32A2B4AF1B6D}" type="pres">
      <dgm:prSet presAssocID="{B10CF56F-52DA-4F4A-AB39-BE6F9DB41018}" presName="spacing" presStyleCnt="0"/>
      <dgm:spPr/>
    </dgm:pt>
    <dgm:pt modelId="{E81BA93F-87F2-4309-BFDE-B113233559CB}" type="pres">
      <dgm:prSet presAssocID="{1F10D824-4E42-41C7-A1C5-A20735F9A778}" presName="composite" presStyleCnt="0"/>
      <dgm:spPr/>
    </dgm:pt>
    <dgm:pt modelId="{BB6DEA3C-6819-4804-A722-029535BC5649}" type="pres">
      <dgm:prSet presAssocID="{1F10D824-4E42-41C7-A1C5-A20735F9A778}" presName="imgShp" presStyleLbl="fgImgPlace1" presStyleIdx="3" presStyleCnt="4"/>
      <dgm:spPr/>
    </dgm:pt>
    <dgm:pt modelId="{C4AC5116-3069-4C50-9729-04EE4594ED14}" type="pres">
      <dgm:prSet presAssocID="{1F10D824-4E42-41C7-A1C5-A20735F9A778}" presName="txShp" presStyleLbl="node1" presStyleIdx="3" presStyleCnt="4">
        <dgm:presLayoutVars>
          <dgm:bulletEnabled val="1"/>
        </dgm:presLayoutVars>
      </dgm:prSet>
      <dgm:spPr/>
    </dgm:pt>
  </dgm:ptLst>
  <dgm:cxnLst>
    <dgm:cxn modelId="{9A3C2819-B701-4408-AFF4-B56764950E4D}" srcId="{728D5267-C6EF-41F4-868D-A913D159280C}" destId="{A44F4725-F17C-4AC8-9695-BBA24BF04002}" srcOrd="1" destOrd="0" parTransId="{39F332DC-399D-4FCC-B0A1-043440399E6E}" sibTransId="{E96DD37A-22C3-45BC-8AFF-4701093B9BC1}"/>
    <dgm:cxn modelId="{C6F62A65-092C-46A7-B770-389E9EAB284A}" srcId="{728D5267-C6EF-41F4-868D-A913D159280C}" destId="{0560F776-4C27-4447-9BC1-BAA52E3DC578}" srcOrd="0" destOrd="0" parTransId="{3D3C80AD-1281-4668-936C-2D6C98C0D040}" sibTransId="{E19E3214-E77F-49B7-9E9B-481CF66E8149}"/>
    <dgm:cxn modelId="{091CC880-1476-40B5-BB5C-2C0B649B4072}" type="presOf" srcId="{A44F4725-F17C-4AC8-9695-BBA24BF04002}" destId="{E79BCD77-1A18-4D85-B545-1AB847F9FBCD}" srcOrd="0" destOrd="0" presId="urn:microsoft.com/office/officeart/2005/8/layout/vList3"/>
    <dgm:cxn modelId="{1CA0B18A-17BE-4524-B1F4-5C726334DD81}" srcId="{728D5267-C6EF-41F4-868D-A913D159280C}" destId="{9F87D150-EEF4-42CC-96C8-D7DDEEC2E985}" srcOrd="2" destOrd="0" parTransId="{E43FAD20-A362-4DBB-9B06-38839452FE1D}" sibTransId="{B10CF56F-52DA-4F4A-AB39-BE6F9DB41018}"/>
    <dgm:cxn modelId="{46970D90-418E-4BCE-8F98-BAF770EBD567}" type="presOf" srcId="{1F10D824-4E42-41C7-A1C5-A20735F9A778}" destId="{C4AC5116-3069-4C50-9729-04EE4594ED14}" srcOrd="0" destOrd="0" presId="urn:microsoft.com/office/officeart/2005/8/layout/vList3"/>
    <dgm:cxn modelId="{123FF598-AB1E-4EDB-BDB1-94121A85F5DA}" type="presOf" srcId="{0560F776-4C27-4447-9BC1-BAA52E3DC578}" destId="{2A374D5F-7421-443D-8590-5A183A538DD5}" srcOrd="0" destOrd="0" presId="urn:microsoft.com/office/officeart/2005/8/layout/vList3"/>
    <dgm:cxn modelId="{8B574FC2-6FD2-4199-A887-D910386CF32D}" type="presOf" srcId="{9F87D150-EEF4-42CC-96C8-D7DDEEC2E985}" destId="{AF025F22-237B-473D-8D82-59F1156304A1}" srcOrd="0" destOrd="0" presId="urn:microsoft.com/office/officeart/2005/8/layout/vList3"/>
    <dgm:cxn modelId="{E9C65AC5-91AF-41DA-A7A6-07C937C36967}" type="presOf" srcId="{728D5267-C6EF-41F4-868D-A913D159280C}" destId="{0376AB1D-10BD-44CB-ACBF-1227EDD4B7B7}" srcOrd="0" destOrd="0" presId="urn:microsoft.com/office/officeart/2005/8/layout/vList3"/>
    <dgm:cxn modelId="{D61BA6C5-9D9C-481B-853F-97888266D9E1}" srcId="{728D5267-C6EF-41F4-868D-A913D159280C}" destId="{1F10D824-4E42-41C7-A1C5-A20735F9A778}" srcOrd="3" destOrd="0" parTransId="{A207D4BC-174F-4E69-A3E8-4A527C03FCEE}" sibTransId="{420664AD-D5CE-4648-AFDB-45C69B64A6AC}"/>
    <dgm:cxn modelId="{123B60FF-73FC-4393-B5E0-759E9EB06F63}" type="presParOf" srcId="{0376AB1D-10BD-44CB-ACBF-1227EDD4B7B7}" destId="{9E53AFE0-3399-4807-BE91-B0A476D451FC}" srcOrd="0" destOrd="0" presId="urn:microsoft.com/office/officeart/2005/8/layout/vList3"/>
    <dgm:cxn modelId="{F95EB36E-43E2-488C-A79E-5B8C010DF568}" type="presParOf" srcId="{9E53AFE0-3399-4807-BE91-B0A476D451FC}" destId="{92EBC65E-62EF-4A7C-8E55-4103B83F5203}" srcOrd="0" destOrd="0" presId="urn:microsoft.com/office/officeart/2005/8/layout/vList3"/>
    <dgm:cxn modelId="{D0739BB0-8FCA-4E43-993C-B866A1B7E8A4}" type="presParOf" srcId="{9E53AFE0-3399-4807-BE91-B0A476D451FC}" destId="{2A374D5F-7421-443D-8590-5A183A538DD5}" srcOrd="1" destOrd="0" presId="urn:microsoft.com/office/officeart/2005/8/layout/vList3"/>
    <dgm:cxn modelId="{1DFC3DE1-5973-4B8F-9EA4-54264EEC8735}" type="presParOf" srcId="{0376AB1D-10BD-44CB-ACBF-1227EDD4B7B7}" destId="{BCC693B3-8610-4B2A-ADB7-788C08D96D29}" srcOrd="1" destOrd="0" presId="urn:microsoft.com/office/officeart/2005/8/layout/vList3"/>
    <dgm:cxn modelId="{3F129537-30D4-40DE-A8C4-B95ED0887070}" type="presParOf" srcId="{0376AB1D-10BD-44CB-ACBF-1227EDD4B7B7}" destId="{E5AB6E0A-CCC0-4CD3-B380-B7E9719D25BC}" srcOrd="2" destOrd="0" presId="urn:microsoft.com/office/officeart/2005/8/layout/vList3"/>
    <dgm:cxn modelId="{244B4402-7360-4D1C-8F44-4E977491DD7F}" type="presParOf" srcId="{E5AB6E0A-CCC0-4CD3-B380-B7E9719D25BC}" destId="{3A038186-F67D-4E60-89F6-DFCE1C8C6EE0}" srcOrd="0" destOrd="0" presId="urn:microsoft.com/office/officeart/2005/8/layout/vList3"/>
    <dgm:cxn modelId="{880FAA5A-B622-44FD-98A9-D476984B11C6}" type="presParOf" srcId="{E5AB6E0A-CCC0-4CD3-B380-B7E9719D25BC}" destId="{E79BCD77-1A18-4D85-B545-1AB847F9FBCD}" srcOrd="1" destOrd="0" presId="urn:microsoft.com/office/officeart/2005/8/layout/vList3"/>
    <dgm:cxn modelId="{A85DD017-B702-4A7B-AFE9-EB81E11D7E61}" type="presParOf" srcId="{0376AB1D-10BD-44CB-ACBF-1227EDD4B7B7}" destId="{72CE7F4A-259E-4B92-B901-6522779FBB5E}" srcOrd="3" destOrd="0" presId="urn:microsoft.com/office/officeart/2005/8/layout/vList3"/>
    <dgm:cxn modelId="{8E177244-C11B-4548-965C-3EC03D75198D}" type="presParOf" srcId="{0376AB1D-10BD-44CB-ACBF-1227EDD4B7B7}" destId="{994FC4C7-4B9C-4B59-910E-929CA0044E78}" srcOrd="4" destOrd="0" presId="urn:microsoft.com/office/officeart/2005/8/layout/vList3"/>
    <dgm:cxn modelId="{6ECB4651-0ADE-4CE0-8DA0-245DBBB41B5C}" type="presParOf" srcId="{994FC4C7-4B9C-4B59-910E-929CA0044E78}" destId="{3667C427-20B9-4FAB-8D85-6D9A21B24272}" srcOrd="0" destOrd="0" presId="urn:microsoft.com/office/officeart/2005/8/layout/vList3"/>
    <dgm:cxn modelId="{AB27149A-1558-452F-8345-1C38CB2481D5}" type="presParOf" srcId="{994FC4C7-4B9C-4B59-910E-929CA0044E78}" destId="{AF025F22-237B-473D-8D82-59F1156304A1}" srcOrd="1" destOrd="0" presId="urn:microsoft.com/office/officeart/2005/8/layout/vList3"/>
    <dgm:cxn modelId="{065DB9A1-731B-4226-A466-F6A1DA9DCBDE}" type="presParOf" srcId="{0376AB1D-10BD-44CB-ACBF-1227EDD4B7B7}" destId="{48AE681F-F4B6-471B-A714-32A2B4AF1B6D}" srcOrd="5" destOrd="0" presId="urn:microsoft.com/office/officeart/2005/8/layout/vList3"/>
    <dgm:cxn modelId="{FBAAD755-8489-4E7A-8B97-9C8597DCF9B0}" type="presParOf" srcId="{0376AB1D-10BD-44CB-ACBF-1227EDD4B7B7}" destId="{E81BA93F-87F2-4309-BFDE-B113233559CB}" srcOrd="6" destOrd="0" presId="urn:microsoft.com/office/officeart/2005/8/layout/vList3"/>
    <dgm:cxn modelId="{2D694CCA-B906-46CA-9A72-7DF092D997F0}" type="presParOf" srcId="{E81BA93F-87F2-4309-BFDE-B113233559CB}" destId="{BB6DEA3C-6819-4804-A722-029535BC5649}" srcOrd="0" destOrd="0" presId="urn:microsoft.com/office/officeart/2005/8/layout/vList3"/>
    <dgm:cxn modelId="{F6E3811C-E67D-47C1-BFD0-8180A2617A71}" type="presParOf" srcId="{E81BA93F-87F2-4309-BFDE-B113233559CB}" destId="{C4AC5116-3069-4C50-9729-04EE4594ED14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1.xml><?xml version="1.0" encoding="utf-8"?>
<dgm:dataModel xmlns:dgm="http://schemas.openxmlformats.org/drawingml/2006/diagram" xmlns:a="http://schemas.openxmlformats.org/drawingml/2006/main">
  <dgm:ptLst>
    <dgm:pt modelId="{728D5267-C6EF-41F4-868D-A913D159280C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560F776-4C27-4447-9BC1-BAA52E3DC578}">
      <dgm:prSet/>
      <dgm:spPr/>
      <dgm:t>
        <a:bodyPr/>
        <a:lstStyle/>
        <a:p>
          <a:r>
            <a:rPr lang="uk-UA" b="0" i="0"/>
            <a:t>укладення Берестейської церковної унії та утворення греко-католицької церкви.</a:t>
          </a:r>
          <a:endParaRPr lang="uk-UA"/>
        </a:p>
      </dgm:t>
    </dgm:pt>
    <dgm:pt modelId="{3D3C80AD-1281-4668-936C-2D6C98C0D040}" type="parTrans" cxnId="{C6F62A65-092C-46A7-B770-389E9EAB284A}">
      <dgm:prSet/>
      <dgm:spPr/>
      <dgm:t>
        <a:bodyPr/>
        <a:lstStyle/>
        <a:p>
          <a:endParaRPr lang="uk-UA"/>
        </a:p>
      </dgm:t>
    </dgm:pt>
    <dgm:pt modelId="{E19E3214-E77F-49B7-9E9B-481CF66E8149}" type="sibTrans" cxnId="{C6F62A65-092C-46A7-B770-389E9EAB284A}">
      <dgm:prSet/>
      <dgm:spPr/>
      <dgm:t>
        <a:bodyPr/>
        <a:lstStyle/>
        <a:p>
          <a:endParaRPr lang="uk-UA"/>
        </a:p>
      </dgm:t>
    </dgm:pt>
    <dgm:pt modelId="{A44F4725-F17C-4AC8-9695-BBA24BF04002}">
      <dgm:prSet/>
      <dgm:spPr/>
      <dgm:t>
        <a:bodyPr/>
        <a:lstStyle/>
        <a:p>
          <a:r>
            <a:rPr lang="uk-UA" b="0" i="0" dirty="0"/>
            <a:t>надання прав і привілеїв реєстровому козацтву.</a:t>
          </a:r>
          <a:endParaRPr lang="uk-UA" dirty="0"/>
        </a:p>
      </dgm:t>
    </dgm:pt>
    <dgm:pt modelId="{39F332DC-399D-4FCC-B0A1-043440399E6E}" type="parTrans" cxnId="{9A3C2819-B701-4408-AFF4-B56764950E4D}">
      <dgm:prSet/>
      <dgm:spPr/>
      <dgm:t>
        <a:bodyPr/>
        <a:lstStyle/>
        <a:p>
          <a:endParaRPr lang="uk-UA"/>
        </a:p>
      </dgm:t>
    </dgm:pt>
    <dgm:pt modelId="{E96DD37A-22C3-45BC-8AFF-4701093B9BC1}" type="sibTrans" cxnId="{9A3C2819-B701-4408-AFF4-B56764950E4D}">
      <dgm:prSet/>
      <dgm:spPr/>
      <dgm:t>
        <a:bodyPr/>
        <a:lstStyle/>
        <a:p>
          <a:endParaRPr lang="uk-UA"/>
        </a:p>
      </dgm:t>
    </dgm:pt>
    <dgm:pt modelId="{9F87D150-EEF4-42CC-96C8-D7DDEEC2E985}">
      <dgm:prSet/>
      <dgm:spPr/>
      <dgm:t>
        <a:bodyPr/>
        <a:lstStyle/>
        <a:p>
          <a:r>
            <a:rPr lang="uk-UA" b="0" i="0" dirty="0"/>
            <a:t>відновлення та легалізація православної церкви в Речі Посполитій.</a:t>
          </a:r>
          <a:endParaRPr lang="uk-UA" dirty="0"/>
        </a:p>
      </dgm:t>
    </dgm:pt>
    <dgm:pt modelId="{E43FAD20-A362-4DBB-9B06-38839452FE1D}" type="parTrans" cxnId="{1CA0B18A-17BE-4524-B1F4-5C726334DD81}">
      <dgm:prSet/>
      <dgm:spPr/>
      <dgm:t>
        <a:bodyPr/>
        <a:lstStyle/>
        <a:p>
          <a:endParaRPr lang="uk-UA"/>
        </a:p>
      </dgm:t>
    </dgm:pt>
    <dgm:pt modelId="{B10CF56F-52DA-4F4A-AB39-BE6F9DB41018}" type="sibTrans" cxnId="{1CA0B18A-17BE-4524-B1F4-5C726334DD81}">
      <dgm:prSet/>
      <dgm:spPr/>
      <dgm:t>
        <a:bodyPr/>
        <a:lstStyle/>
        <a:p>
          <a:endParaRPr lang="uk-UA"/>
        </a:p>
      </dgm:t>
    </dgm:pt>
    <dgm:pt modelId="{1F10D824-4E42-41C7-A1C5-A20735F9A778}">
      <dgm:prSet/>
      <dgm:spPr/>
      <dgm:t>
        <a:bodyPr/>
        <a:lstStyle/>
        <a:p>
          <a:r>
            <a:rPr lang="uk-UA" b="0" i="0" dirty="0"/>
            <a:t>заснування першої відомої Запорозької Січі.</a:t>
          </a:r>
          <a:endParaRPr lang="uk-UA" dirty="0"/>
        </a:p>
      </dgm:t>
    </dgm:pt>
    <dgm:pt modelId="{A207D4BC-174F-4E69-A3E8-4A527C03FCEE}" type="parTrans" cxnId="{D61BA6C5-9D9C-481B-853F-97888266D9E1}">
      <dgm:prSet/>
      <dgm:spPr/>
      <dgm:t>
        <a:bodyPr/>
        <a:lstStyle/>
        <a:p>
          <a:endParaRPr lang="uk-UA"/>
        </a:p>
      </dgm:t>
    </dgm:pt>
    <dgm:pt modelId="{420664AD-D5CE-4648-AFDB-45C69B64A6AC}" type="sibTrans" cxnId="{D61BA6C5-9D9C-481B-853F-97888266D9E1}">
      <dgm:prSet/>
      <dgm:spPr/>
      <dgm:t>
        <a:bodyPr/>
        <a:lstStyle/>
        <a:p>
          <a:endParaRPr lang="uk-UA"/>
        </a:p>
      </dgm:t>
    </dgm:pt>
    <dgm:pt modelId="{0376AB1D-10BD-44CB-ACBF-1227EDD4B7B7}" type="pres">
      <dgm:prSet presAssocID="{728D5267-C6EF-41F4-868D-A913D159280C}" presName="linearFlow" presStyleCnt="0">
        <dgm:presLayoutVars>
          <dgm:dir/>
          <dgm:resizeHandles val="exact"/>
        </dgm:presLayoutVars>
      </dgm:prSet>
      <dgm:spPr/>
    </dgm:pt>
    <dgm:pt modelId="{9E53AFE0-3399-4807-BE91-B0A476D451FC}" type="pres">
      <dgm:prSet presAssocID="{0560F776-4C27-4447-9BC1-BAA52E3DC578}" presName="composite" presStyleCnt="0"/>
      <dgm:spPr/>
    </dgm:pt>
    <dgm:pt modelId="{92EBC65E-62EF-4A7C-8E55-4103B83F5203}" type="pres">
      <dgm:prSet presAssocID="{0560F776-4C27-4447-9BC1-BAA52E3DC578}" presName="imgShp" presStyleLbl="fgImgPlace1" presStyleIdx="0" presStyleCnt="4"/>
      <dgm:spPr/>
    </dgm:pt>
    <dgm:pt modelId="{2A374D5F-7421-443D-8590-5A183A538DD5}" type="pres">
      <dgm:prSet presAssocID="{0560F776-4C27-4447-9BC1-BAA52E3DC578}" presName="txShp" presStyleLbl="node1" presStyleIdx="0" presStyleCnt="4">
        <dgm:presLayoutVars>
          <dgm:bulletEnabled val="1"/>
        </dgm:presLayoutVars>
      </dgm:prSet>
      <dgm:spPr/>
    </dgm:pt>
    <dgm:pt modelId="{BCC693B3-8610-4B2A-ADB7-788C08D96D29}" type="pres">
      <dgm:prSet presAssocID="{E19E3214-E77F-49B7-9E9B-481CF66E8149}" presName="spacing" presStyleCnt="0"/>
      <dgm:spPr/>
    </dgm:pt>
    <dgm:pt modelId="{E5AB6E0A-CCC0-4CD3-B380-B7E9719D25BC}" type="pres">
      <dgm:prSet presAssocID="{A44F4725-F17C-4AC8-9695-BBA24BF04002}" presName="composite" presStyleCnt="0"/>
      <dgm:spPr/>
    </dgm:pt>
    <dgm:pt modelId="{3A038186-F67D-4E60-89F6-DFCE1C8C6EE0}" type="pres">
      <dgm:prSet presAssocID="{A44F4725-F17C-4AC8-9695-BBA24BF04002}" presName="imgShp" presStyleLbl="fgImgPlace1" presStyleIdx="1" presStyleCnt="4"/>
      <dgm:spPr/>
    </dgm:pt>
    <dgm:pt modelId="{E79BCD77-1A18-4D85-B545-1AB847F9FBCD}" type="pres">
      <dgm:prSet presAssocID="{A44F4725-F17C-4AC8-9695-BBA24BF04002}" presName="txShp" presStyleLbl="node1" presStyleIdx="1" presStyleCnt="4">
        <dgm:presLayoutVars>
          <dgm:bulletEnabled val="1"/>
        </dgm:presLayoutVars>
      </dgm:prSet>
      <dgm:spPr/>
    </dgm:pt>
    <dgm:pt modelId="{72CE7F4A-259E-4B92-B901-6522779FBB5E}" type="pres">
      <dgm:prSet presAssocID="{E96DD37A-22C3-45BC-8AFF-4701093B9BC1}" presName="spacing" presStyleCnt="0"/>
      <dgm:spPr/>
    </dgm:pt>
    <dgm:pt modelId="{994FC4C7-4B9C-4B59-910E-929CA0044E78}" type="pres">
      <dgm:prSet presAssocID="{9F87D150-EEF4-42CC-96C8-D7DDEEC2E985}" presName="composite" presStyleCnt="0"/>
      <dgm:spPr/>
    </dgm:pt>
    <dgm:pt modelId="{3667C427-20B9-4FAB-8D85-6D9A21B24272}" type="pres">
      <dgm:prSet presAssocID="{9F87D150-EEF4-42CC-96C8-D7DDEEC2E985}" presName="imgShp" presStyleLbl="fgImgPlace1" presStyleIdx="2" presStyleCnt="4"/>
      <dgm:spPr/>
    </dgm:pt>
    <dgm:pt modelId="{AF025F22-237B-473D-8D82-59F1156304A1}" type="pres">
      <dgm:prSet presAssocID="{9F87D150-EEF4-42CC-96C8-D7DDEEC2E985}" presName="txShp" presStyleLbl="node1" presStyleIdx="2" presStyleCnt="4">
        <dgm:presLayoutVars>
          <dgm:bulletEnabled val="1"/>
        </dgm:presLayoutVars>
      </dgm:prSet>
      <dgm:spPr/>
    </dgm:pt>
    <dgm:pt modelId="{48AE681F-F4B6-471B-A714-32A2B4AF1B6D}" type="pres">
      <dgm:prSet presAssocID="{B10CF56F-52DA-4F4A-AB39-BE6F9DB41018}" presName="spacing" presStyleCnt="0"/>
      <dgm:spPr/>
    </dgm:pt>
    <dgm:pt modelId="{E81BA93F-87F2-4309-BFDE-B113233559CB}" type="pres">
      <dgm:prSet presAssocID="{1F10D824-4E42-41C7-A1C5-A20735F9A778}" presName="composite" presStyleCnt="0"/>
      <dgm:spPr/>
    </dgm:pt>
    <dgm:pt modelId="{BB6DEA3C-6819-4804-A722-029535BC5649}" type="pres">
      <dgm:prSet presAssocID="{1F10D824-4E42-41C7-A1C5-A20735F9A778}" presName="imgShp" presStyleLbl="fgImgPlace1" presStyleIdx="3" presStyleCnt="4"/>
      <dgm:spPr/>
    </dgm:pt>
    <dgm:pt modelId="{C4AC5116-3069-4C50-9729-04EE4594ED14}" type="pres">
      <dgm:prSet presAssocID="{1F10D824-4E42-41C7-A1C5-A20735F9A778}" presName="txShp" presStyleLbl="node1" presStyleIdx="3" presStyleCnt="4">
        <dgm:presLayoutVars>
          <dgm:bulletEnabled val="1"/>
        </dgm:presLayoutVars>
      </dgm:prSet>
      <dgm:spPr/>
    </dgm:pt>
  </dgm:ptLst>
  <dgm:cxnLst>
    <dgm:cxn modelId="{9A3C2819-B701-4408-AFF4-B56764950E4D}" srcId="{728D5267-C6EF-41F4-868D-A913D159280C}" destId="{A44F4725-F17C-4AC8-9695-BBA24BF04002}" srcOrd="1" destOrd="0" parTransId="{39F332DC-399D-4FCC-B0A1-043440399E6E}" sibTransId="{E96DD37A-22C3-45BC-8AFF-4701093B9BC1}"/>
    <dgm:cxn modelId="{C6F62A65-092C-46A7-B770-389E9EAB284A}" srcId="{728D5267-C6EF-41F4-868D-A913D159280C}" destId="{0560F776-4C27-4447-9BC1-BAA52E3DC578}" srcOrd="0" destOrd="0" parTransId="{3D3C80AD-1281-4668-936C-2D6C98C0D040}" sibTransId="{E19E3214-E77F-49B7-9E9B-481CF66E8149}"/>
    <dgm:cxn modelId="{091CC880-1476-40B5-BB5C-2C0B649B4072}" type="presOf" srcId="{A44F4725-F17C-4AC8-9695-BBA24BF04002}" destId="{E79BCD77-1A18-4D85-B545-1AB847F9FBCD}" srcOrd="0" destOrd="0" presId="urn:microsoft.com/office/officeart/2005/8/layout/vList3"/>
    <dgm:cxn modelId="{1CA0B18A-17BE-4524-B1F4-5C726334DD81}" srcId="{728D5267-C6EF-41F4-868D-A913D159280C}" destId="{9F87D150-EEF4-42CC-96C8-D7DDEEC2E985}" srcOrd="2" destOrd="0" parTransId="{E43FAD20-A362-4DBB-9B06-38839452FE1D}" sibTransId="{B10CF56F-52DA-4F4A-AB39-BE6F9DB41018}"/>
    <dgm:cxn modelId="{46970D90-418E-4BCE-8F98-BAF770EBD567}" type="presOf" srcId="{1F10D824-4E42-41C7-A1C5-A20735F9A778}" destId="{C4AC5116-3069-4C50-9729-04EE4594ED14}" srcOrd="0" destOrd="0" presId="urn:microsoft.com/office/officeart/2005/8/layout/vList3"/>
    <dgm:cxn modelId="{123FF598-AB1E-4EDB-BDB1-94121A85F5DA}" type="presOf" srcId="{0560F776-4C27-4447-9BC1-BAA52E3DC578}" destId="{2A374D5F-7421-443D-8590-5A183A538DD5}" srcOrd="0" destOrd="0" presId="urn:microsoft.com/office/officeart/2005/8/layout/vList3"/>
    <dgm:cxn modelId="{8B574FC2-6FD2-4199-A887-D910386CF32D}" type="presOf" srcId="{9F87D150-EEF4-42CC-96C8-D7DDEEC2E985}" destId="{AF025F22-237B-473D-8D82-59F1156304A1}" srcOrd="0" destOrd="0" presId="urn:microsoft.com/office/officeart/2005/8/layout/vList3"/>
    <dgm:cxn modelId="{E9C65AC5-91AF-41DA-A7A6-07C937C36967}" type="presOf" srcId="{728D5267-C6EF-41F4-868D-A913D159280C}" destId="{0376AB1D-10BD-44CB-ACBF-1227EDD4B7B7}" srcOrd="0" destOrd="0" presId="urn:microsoft.com/office/officeart/2005/8/layout/vList3"/>
    <dgm:cxn modelId="{D61BA6C5-9D9C-481B-853F-97888266D9E1}" srcId="{728D5267-C6EF-41F4-868D-A913D159280C}" destId="{1F10D824-4E42-41C7-A1C5-A20735F9A778}" srcOrd="3" destOrd="0" parTransId="{A207D4BC-174F-4E69-A3E8-4A527C03FCEE}" sibTransId="{420664AD-D5CE-4648-AFDB-45C69B64A6AC}"/>
    <dgm:cxn modelId="{123B60FF-73FC-4393-B5E0-759E9EB06F63}" type="presParOf" srcId="{0376AB1D-10BD-44CB-ACBF-1227EDD4B7B7}" destId="{9E53AFE0-3399-4807-BE91-B0A476D451FC}" srcOrd="0" destOrd="0" presId="urn:microsoft.com/office/officeart/2005/8/layout/vList3"/>
    <dgm:cxn modelId="{F95EB36E-43E2-488C-A79E-5B8C010DF568}" type="presParOf" srcId="{9E53AFE0-3399-4807-BE91-B0A476D451FC}" destId="{92EBC65E-62EF-4A7C-8E55-4103B83F5203}" srcOrd="0" destOrd="0" presId="urn:microsoft.com/office/officeart/2005/8/layout/vList3"/>
    <dgm:cxn modelId="{D0739BB0-8FCA-4E43-993C-B866A1B7E8A4}" type="presParOf" srcId="{9E53AFE0-3399-4807-BE91-B0A476D451FC}" destId="{2A374D5F-7421-443D-8590-5A183A538DD5}" srcOrd="1" destOrd="0" presId="urn:microsoft.com/office/officeart/2005/8/layout/vList3"/>
    <dgm:cxn modelId="{1DFC3DE1-5973-4B8F-9EA4-54264EEC8735}" type="presParOf" srcId="{0376AB1D-10BD-44CB-ACBF-1227EDD4B7B7}" destId="{BCC693B3-8610-4B2A-ADB7-788C08D96D29}" srcOrd="1" destOrd="0" presId="urn:microsoft.com/office/officeart/2005/8/layout/vList3"/>
    <dgm:cxn modelId="{3F129537-30D4-40DE-A8C4-B95ED0887070}" type="presParOf" srcId="{0376AB1D-10BD-44CB-ACBF-1227EDD4B7B7}" destId="{E5AB6E0A-CCC0-4CD3-B380-B7E9719D25BC}" srcOrd="2" destOrd="0" presId="urn:microsoft.com/office/officeart/2005/8/layout/vList3"/>
    <dgm:cxn modelId="{244B4402-7360-4D1C-8F44-4E977491DD7F}" type="presParOf" srcId="{E5AB6E0A-CCC0-4CD3-B380-B7E9719D25BC}" destId="{3A038186-F67D-4E60-89F6-DFCE1C8C6EE0}" srcOrd="0" destOrd="0" presId="urn:microsoft.com/office/officeart/2005/8/layout/vList3"/>
    <dgm:cxn modelId="{880FAA5A-B622-44FD-98A9-D476984B11C6}" type="presParOf" srcId="{E5AB6E0A-CCC0-4CD3-B380-B7E9719D25BC}" destId="{E79BCD77-1A18-4D85-B545-1AB847F9FBCD}" srcOrd="1" destOrd="0" presId="urn:microsoft.com/office/officeart/2005/8/layout/vList3"/>
    <dgm:cxn modelId="{A85DD017-B702-4A7B-AFE9-EB81E11D7E61}" type="presParOf" srcId="{0376AB1D-10BD-44CB-ACBF-1227EDD4B7B7}" destId="{72CE7F4A-259E-4B92-B901-6522779FBB5E}" srcOrd="3" destOrd="0" presId="urn:microsoft.com/office/officeart/2005/8/layout/vList3"/>
    <dgm:cxn modelId="{8E177244-C11B-4548-965C-3EC03D75198D}" type="presParOf" srcId="{0376AB1D-10BD-44CB-ACBF-1227EDD4B7B7}" destId="{994FC4C7-4B9C-4B59-910E-929CA0044E78}" srcOrd="4" destOrd="0" presId="urn:microsoft.com/office/officeart/2005/8/layout/vList3"/>
    <dgm:cxn modelId="{6ECB4651-0ADE-4CE0-8DA0-245DBBB41B5C}" type="presParOf" srcId="{994FC4C7-4B9C-4B59-910E-929CA0044E78}" destId="{3667C427-20B9-4FAB-8D85-6D9A21B24272}" srcOrd="0" destOrd="0" presId="urn:microsoft.com/office/officeart/2005/8/layout/vList3"/>
    <dgm:cxn modelId="{AB27149A-1558-452F-8345-1C38CB2481D5}" type="presParOf" srcId="{994FC4C7-4B9C-4B59-910E-929CA0044E78}" destId="{AF025F22-237B-473D-8D82-59F1156304A1}" srcOrd="1" destOrd="0" presId="urn:microsoft.com/office/officeart/2005/8/layout/vList3"/>
    <dgm:cxn modelId="{065DB9A1-731B-4226-A466-F6A1DA9DCBDE}" type="presParOf" srcId="{0376AB1D-10BD-44CB-ACBF-1227EDD4B7B7}" destId="{48AE681F-F4B6-471B-A714-32A2B4AF1B6D}" srcOrd="5" destOrd="0" presId="urn:microsoft.com/office/officeart/2005/8/layout/vList3"/>
    <dgm:cxn modelId="{FBAAD755-8489-4E7A-8B97-9C8597DCF9B0}" type="presParOf" srcId="{0376AB1D-10BD-44CB-ACBF-1227EDD4B7B7}" destId="{E81BA93F-87F2-4309-BFDE-B113233559CB}" srcOrd="6" destOrd="0" presId="urn:microsoft.com/office/officeart/2005/8/layout/vList3"/>
    <dgm:cxn modelId="{2D694CCA-B906-46CA-9A72-7DF092D997F0}" type="presParOf" srcId="{E81BA93F-87F2-4309-BFDE-B113233559CB}" destId="{BB6DEA3C-6819-4804-A722-029535BC5649}" srcOrd="0" destOrd="0" presId="urn:microsoft.com/office/officeart/2005/8/layout/vList3"/>
    <dgm:cxn modelId="{F6E3811C-E67D-47C1-BFD0-8180A2617A71}" type="presParOf" srcId="{E81BA93F-87F2-4309-BFDE-B113233559CB}" destId="{C4AC5116-3069-4C50-9729-04EE4594ED14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72.xml><?xml version="1.0" encoding="utf-8"?>
<dgm:dataModel xmlns:dgm="http://schemas.openxmlformats.org/drawingml/2006/diagram" xmlns:a="http://schemas.openxmlformats.org/drawingml/2006/main">
  <dgm:ptLst>
    <dgm:pt modelId="{F5A9B608-8EAD-4BF4-8196-0C4A9E34A7ED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7A6F1F6-6B88-41F0-B45A-4B8239FF5ABC}">
      <dgm:prSet/>
      <dgm:spPr/>
      <dgm:t>
        <a:bodyPr/>
        <a:lstStyle/>
        <a:p>
          <a:r>
            <a:rPr lang="ru-RU" b="0" i="0"/>
            <a:t>засновників навчальних закладів.</a:t>
          </a:r>
          <a:endParaRPr lang="uk-UA"/>
        </a:p>
      </dgm:t>
    </dgm:pt>
    <dgm:pt modelId="{FE6C2E05-07CA-4225-8386-8B3B1E9B9018}" type="parTrans" cxnId="{C7A2DA31-377B-4A6B-96FA-F5FD49A74274}">
      <dgm:prSet/>
      <dgm:spPr/>
      <dgm:t>
        <a:bodyPr/>
        <a:lstStyle/>
        <a:p>
          <a:endParaRPr lang="uk-UA"/>
        </a:p>
      </dgm:t>
    </dgm:pt>
    <dgm:pt modelId="{CA5CF58F-159E-4842-8227-06A8A024B10D}" type="sibTrans" cxnId="{C7A2DA31-377B-4A6B-96FA-F5FD49A74274}">
      <dgm:prSet/>
      <dgm:spPr/>
      <dgm:t>
        <a:bodyPr/>
        <a:lstStyle/>
        <a:p>
          <a:endParaRPr lang="uk-UA"/>
        </a:p>
      </dgm:t>
    </dgm:pt>
    <dgm:pt modelId="{B535573A-2A13-41F2-A9D1-ECF30982A2EC}">
      <dgm:prSet/>
      <dgm:spPr/>
      <dgm:t>
        <a:bodyPr/>
        <a:lstStyle/>
        <a:p>
          <a:r>
            <a:rPr lang="ru-RU" b="0" i="0"/>
            <a:t>авторів козацьких літописів.</a:t>
          </a:r>
          <a:endParaRPr lang="uk-UA"/>
        </a:p>
      </dgm:t>
    </dgm:pt>
    <dgm:pt modelId="{544A6AA4-61C8-4DA4-93ED-91038D7DD337}" type="parTrans" cxnId="{2DDF75AD-2E11-471A-A326-BDA8D50EB1E3}">
      <dgm:prSet/>
      <dgm:spPr/>
      <dgm:t>
        <a:bodyPr/>
        <a:lstStyle/>
        <a:p>
          <a:endParaRPr lang="uk-UA"/>
        </a:p>
      </dgm:t>
    </dgm:pt>
    <dgm:pt modelId="{11FDC840-D93D-4F5F-9A3B-9FF5638A3959}" type="sibTrans" cxnId="{2DDF75AD-2E11-471A-A326-BDA8D50EB1E3}">
      <dgm:prSet/>
      <dgm:spPr/>
      <dgm:t>
        <a:bodyPr/>
        <a:lstStyle/>
        <a:p>
          <a:endParaRPr lang="uk-UA"/>
        </a:p>
      </dgm:t>
    </dgm:pt>
    <dgm:pt modelId="{8A858DC3-7281-4E81-BAC6-086FD33D12F0}">
      <dgm:prSet/>
      <dgm:spPr/>
      <dgm:t>
        <a:bodyPr/>
        <a:lstStyle/>
        <a:p>
          <a:r>
            <a:rPr lang="ru-RU" b="0" i="0" dirty="0" err="1"/>
            <a:t>митрополитів</a:t>
          </a:r>
          <a:r>
            <a:rPr lang="ru-RU" b="0" i="0" dirty="0"/>
            <a:t> </a:t>
          </a:r>
          <a:r>
            <a:rPr lang="ru-RU" b="0" i="0" dirty="0" err="1"/>
            <a:t>православної</a:t>
          </a:r>
          <a:r>
            <a:rPr lang="ru-RU" b="0" i="0" dirty="0"/>
            <a:t> церкви.</a:t>
          </a:r>
          <a:endParaRPr lang="uk-UA" dirty="0"/>
        </a:p>
      </dgm:t>
    </dgm:pt>
    <dgm:pt modelId="{D168A2C6-4D69-40C5-B3A2-B69FE09FB7D9}" type="parTrans" cxnId="{1F0734CD-843B-4C28-A340-24401DA72AE3}">
      <dgm:prSet/>
      <dgm:spPr/>
      <dgm:t>
        <a:bodyPr/>
        <a:lstStyle/>
        <a:p>
          <a:endParaRPr lang="uk-UA"/>
        </a:p>
      </dgm:t>
    </dgm:pt>
    <dgm:pt modelId="{0D1AAE22-56DF-4675-BCD0-1DA6EC15B3A8}" type="sibTrans" cxnId="{1F0734CD-843B-4C28-A340-24401DA72AE3}">
      <dgm:prSet/>
      <dgm:spPr/>
      <dgm:t>
        <a:bodyPr/>
        <a:lstStyle/>
        <a:p>
          <a:endParaRPr lang="uk-UA"/>
        </a:p>
      </dgm:t>
    </dgm:pt>
    <dgm:pt modelId="{9FA6BB71-9647-4AD3-8B68-999E4D20410A}">
      <dgm:prSet/>
      <dgm:spPr/>
      <dgm:t>
        <a:bodyPr/>
        <a:lstStyle/>
        <a:p>
          <a:r>
            <a:rPr lang="ru-RU" b="0" i="0" dirty="0" err="1"/>
            <a:t>фундаторів</a:t>
          </a:r>
          <a:r>
            <a:rPr lang="ru-RU" b="0" i="0" dirty="0"/>
            <a:t> </a:t>
          </a:r>
          <a:r>
            <a:rPr lang="ru-RU" b="0" i="0" dirty="0" err="1"/>
            <a:t>перших</a:t>
          </a:r>
          <a:r>
            <a:rPr lang="ru-RU" b="0" i="0" dirty="0"/>
            <a:t> </a:t>
          </a:r>
          <a:r>
            <a:rPr lang="ru-RU" b="0" i="0" dirty="0" err="1"/>
            <a:t>церковних</a:t>
          </a:r>
          <a:r>
            <a:rPr lang="ru-RU" b="0" i="0" dirty="0"/>
            <a:t> братств.</a:t>
          </a:r>
          <a:endParaRPr lang="uk-UA" dirty="0"/>
        </a:p>
      </dgm:t>
    </dgm:pt>
    <dgm:pt modelId="{20E4451C-A929-460C-B2DA-F53C1F1F1DAD}" type="parTrans" cxnId="{BB3441F8-2B0A-4372-9E88-B7CCAE5E6D42}">
      <dgm:prSet/>
      <dgm:spPr/>
      <dgm:t>
        <a:bodyPr/>
        <a:lstStyle/>
        <a:p>
          <a:endParaRPr lang="uk-UA"/>
        </a:p>
      </dgm:t>
    </dgm:pt>
    <dgm:pt modelId="{003336FB-3C8A-4902-8BF0-4A8CD21552F7}" type="sibTrans" cxnId="{BB3441F8-2B0A-4372-9E88-B7CCAE5E6D42}">
      <dgm:prSet/>
      <dgm:spPr/>
      <dgm:t>
        <a:bodyPr/>
        <a:lstStyle/>
        <a:p>
          <a:endParaRPr lang="uk-UA"/>
        </a:p>
      </dgm:t>
    </dgm:pt>
    <dgm:pt modelId="{7ADD442C-5D74-4E3B-823F-2FDA05B81692}" type="pres">
      <dgm:prSet presAssocID="{F5A9B608-8EAD-4BF4-8196-0C4A9E34A7ED}" presName="Name0" presStyleCnt="0">
        <dgm:presLayoutVars>
          <dgm:chMax val="7"/>
          <dgm:chPref val="7"/>
          <dgm:dir/>
        </dgm:presLayoutVars>
      </dgm:prSet>
      <dgm:spPr/>
    </dgm:pt>
    <dgm:pt modelId="{BAC5051C-4548-4219-AF67-6BA93AB33ACA}" type="pres">
      <dgm:prSet presAssocID="{F5A9B608-8EAD-4BF4-8196-0C4A9E34A7ED}" presName="Name1" presStyleCnt="0"/>
      <dgm:spPr/>
    </dgm:pt>
    <dgm:pt modelId="{BAFDD3E2-32A9-44BE-A340-F1384BBF9621}" type="pres">
      <dgm:prSet presAssocID="{F5A9B608-8EAD-4BF4-8196-0C4A9E34A7ED}" presName="cycle" presStyleCnt="0"/>
      <dgm:spPr/>
    </dgm:pt>
    <dgm:pt modelId="{89217513-97A1-4539-A260-25A122C8E3CE}" type="pres">
      <dgm:prSet presAssocID="{F5A9B608-8EAD-4BF4-8196-0C4A9E34A7ED}" presName="srcNode" presStyleLbl="node1" presStyleIdx="0" presStyleCnt="4"/>
      <dgm:spPr/>
    </dgm:pt>
    <dgm:pt modelId="{8F244E59-207D-4CCB-BFB1-BE22A8FF52D6}" type="pres">
      <dgm:prSet presAssocID="{F5A9B608-8EAD-4BF4-8196-0C4A9E34A7ED}" presName="conn" presStyleLbl="parChTrans1D2" presStyleIdx="0" presStyleCnt="1"/>
      <dgm:spPr/>
    </dgm:pt>
    <dgm:pt modelId="{3357DB61-BAE6-45C9-9400-CFB54AB87D0B}" type="pres">
      <dgm:prSet presAssocID="{F5A9B608-8EAD-4BF4-8196-0C4A9E34A7ED}" presName="extraNode" presStyleLbl="node1" presStyleIdx="0" presStyleCnt="4"/>
      <dgm:spPr/>
    </dgm:pt>
    <dgm:pt modelId="{8C4C9E71-1BC4-453C-9E4A-3170372FDF95}" type="pres">
      <dgm:prSet presAssocID="{F5A9B608-8EAD-4BF4-8196-0C4A9E34A7ED}" presName="dstNode" presStyleLbl="node1" presStyleIdx="0" presStyleCnt="4"/>
      <dgm:spPr/>
    </dgm:pt>
    <dgm:pt modelId="{22545F63-7BC1-43B4-8199-3B0F3A1C2817}" type="pres">
      <dgm:prSet presAssocID="{47A6F1F6-6B88-41F0-B45A-4B8239FF5ABC}" presName="text_1" presStyleLbl="node1" presStyleIdx="0" presStyleCnt="4">
        <dgm:presLayoutVars>
          <dgm:bulletEnabled val="1"/>
        </dgm:presLayoutVars>
      </dgm:prSet>
      <dgm:spPr/>
    </dgm:pt>
    <dgm:pt modelId="{7FB6F666-A62B-489D-B573-D1F5978839BC}" type="pres">
      <dgm:prSet presAssocID="{47A6F1F6-6B88-41F0-B45A-4B8239FF5ABC}" presName="accent_1" presStyleCnt="0"/>
      <dgm:spPr/>
    </dgm:pt>
    <dgm:pt modelId="{82B81F2D-DFB8-4776-815F-01B2368CE5F5}" type="pres">
      <dgm:prSet presAssocID="{47A6F1F6-6B88-41F0-B45A-4B8239FF5ABC}" presName="accentRepeatNode" presStyleLbl="solidFgAcc1" presStyleIdx="0" presStyleCnt="4"/>
      <dgm:spPr/>
    </dgm:pt>
    <dgm:pt modelId="{4A16E49B-4BA3-44C1-8412-7A745C340EAC}" type="pres">
      <dgm:prSet presAssocID="{B535573A-2A13-41F2-A9D1-ECF30982A2EC}" presName="text_2" presStyleLbl="node1" presStyleIdx="1" presStyleCnt="4">
        <dgm:presLayoutVars>
          <dgm:bulletEnabled val="1"/>
        </dgm:presLayoutVars>
      </dgm:prSet>
      <dgm:spPr/>
    </dgm:pt>
    <dgm:pt modelId="{8243CCB6-7E16-4A17-85B9-EFFEB1810464}" type="pres">
      <dgm:prSet presAssocID="{B535573A-2A13-41F2-A9D1-ECF30982A2EC}" presName="accent_2" presStyleCnt="0"/>
      <dgm:spPr/>
    </dgm:pt>
    <dgm:pt modelId="{5F3429CD-207F-4FD0-AE60-81E4932F89E3}" type="pres">
      <dgm:prSet presAssocID="{B535573A-2A13-41F2-A9D1-ECF30982A2EC}" presName="accentRepeatNode" presStyleLbl="solidFgAcc1" presStyleIdx="1" presStyleCnt="4"/>
      <dgm:spPr/>
    </dgm:pt>
    <dgm:pt modelId="{62A326F8-46B9-4952-9148-DF548C05D11B}" type="pres">
      <dgm:prSet presAssocID="{8A858DC3-7281-4E81-BAC6-086FD33D12F0}" presName="text_3" presStyleLbl="node1" presStyleIdx="2" presStyleCnt="4">
        <dgm:presLayoutVars>
          <dgm:bulletEnabled val="1"/>
        </dgm:presLayoutVars>
      </dgm:prSet>
      <dgm:spPr/>
    </dgm:pt>
    <dgm:pt modelId="{9814F6E3-C437-419D-86BC-836E1653A4C2}" type="pres">
      <dgm:prSet presAssocID="{8A858DC3-7281-4E81-BAC6-086FD33D12F0}" presName="accent_3" presStyleCnt="0"/>
      <dgm:spPr/>
    </dgm:pt>
    <dgm:pt modelId="{C51D7A2C-1A46-47E0-BA94-350D4299C1D1}" type="pres">
      <dgm:prSet presAssocID="{8A858DC3-7281-4E81-BAC6-086FD33D12F0}" presName="accentRepeatNode" presStyleLbl="solidFgAcc1" presStyleIdx="2" presStyleCnt="4"/>
      <dgm:spPr/>
    </dgm:pt>
    <dgm:pt modelId="{CFAC9E28-2B7F-4031-AB9E-7979C0D3EED8}" type="pres">
      <dgm:prSet presAssocID="{9FA6BB71-9647-4AD3-8B68-999E4D20410A}" presName="text_4" presStyleLbl="node1" presStyleIdx="3" presStyleCnt="4">
        <dgm:presLayoutVars>
          <dgm:bulletEnabled val="1"/>
        </dgm:presLayoutVars>
      </dgm:prSet>
      <dgm:spPr/>
    </dgm:pt>
    <dgm:pt modelId="{6F373C65-7D90-471F-B388-CC2A14DF822E}" type="pres">
      <dgm:prSet presAssocID="{9FA6BB71-9647-4AD3-8B68-999E4D20410A}" presName="accent_4" presStyleCnt="0"/>
      <dgm:spPr/>
    </dgm:pt>
    <dgm:pt modelId="{A3EEC228-96FC-4100-8A68-7E224459804B}" type="pres">
      <dgm:prSet presAssocID="{9FA6BB71-9647-4AD3-8B68-999E4D20410A}" presName="accentRepeatNode" presStyleLbl="solidFgAcc1" presStyleIdx="3" presStyleCnt="4"/>
      <dgm:spPr/>
    </dgm:pt>
  </dgm:ptLst>
  <dgm:cxnLst>
    <dgm:cxn modelId="{0AC57B16-C06C-4BE0-BB2E-8AE5DF3647DB}" type="presOf" srcId="{CA5CF58F-159E-4842-8227-06A8A024B10D}" destId="{8F244E59-207D-4CCB-BFB1-BE22A8FF52D6}" srcOrd="0" destOrd="0" presId="urn:microsoft.com/office/officeart/2008/layout/VerticalCurvedList"/>
    <dgm:cxn modelId="{C7A2DA31-377B-4A6B-96FA-F5FD49A74274}" srcId="{F5A9B608-8EAD-4BF4-8196-0C4A9E34A7ED}" destId="{47A6F1F6-6B88-41F0-B45A-4B8239FF5ABC}" srcOrd="0" destOrd="0" parTransId="{FE6C2E05-07CA-4225-8386-8B3B1E9B9018}" sibTransId="{CA5CF58F-159E-4842-8227-06A8A024B10D}"/>
    <dgm:cxn modelId="{13F74D52-84CD-4A6A-B9F5-8D383356C767}" type="presOf" srcId="{B535573A-2A13-41F2-A9D1-ECF30982A2EC}" destId="{4A16E49B-4BA3-44C1-8412-7A745C340EAC}" srcOrd="0" destOrd="0" presId="urn:microsoft.com/office/officeart/2008/layout/VerticalCurvedList"/>
    <dgm:cxn modelId="{58A7887D-648E-4E1C-A363-FA325764F4BF}" type="presOf" srcId="{8A858DC3-7281-4E81-BAC6-086FD33D12F0}" destId="{62A326F8-46B9-4952-9148-DF548C05D11B}" srcOrd="0" destOrd="0" presId="urn:microsoft.com/office/officeart/2008/layout/VerticalCurvedList"/>
    <dgm:cxn modelId="{898C908E-3781-4C5C-A745-2F87AB13373E}" type="presOf" srcId="{9FA6BB71-9647-4AD3-8B68-999E4D20410A}" destId="{CFAC9E28-2B7F-4031-AB9E-7979C0D3EED8}" srcOrd="0" destOrd="0" presId="urn:microsoft.com/office/officeart/2008/layout/VerticalCurvedList"/>
    <dgm:cxn modelId="{2DDF75AD-2E11-471A-A326-BDA8D50EB1E3}" srcId="{F5A9B608-8EAD-4BF4-8196-0C4A9E34A7ED}" destId="{B535573A-2A13-41F2-A9D1-ECF30982A2EC}" srcOrd="1" destOrd="0" parTransId="{544A6AA4-61C8-4DA4-93ED-91038D7DD337}" sibTransId="{11FDC840-D93D-4F5F-9A3B-9FF5638A3959}"/>
    <dgm:cxn modelId="{5C14AAAD-936E-4E31-85B0-3DD4A73F870C}" type="presOf" srcId="{F5A9B608-8EAD-4BF4-8196-0C4A9E34A7ED}" destId="{7ADD442C-5D74-4E3B-823F-2FDA05B81692}" srcOrd="0" destOrd="0" presId="urn:microsoft.com/office/officeart/2008/layout/VerticalCurvedList"/>
    <dgm:cxn modelId="{1F0734CD-843B-4C28-A340-24401DA72AE3}" srcId="{F5A9B608-8EAD-4BF4-8196-0C4A9E34A7ED}" destId="{8A858DC3-7281-4E81-BAC6-086FD33D12F0}" srcOrd="2" destOrd="0" parTransId="{D168A2C6-4D69-40C5-B3A2-B69FE09FB7D9}" sibTransId="{0D1AAE22-56DF-4675-BCD0-1DA6EC15B3A8}"/>
    <dgm:cxn modelId="{EE56EBCF-6567-4C10-A900-39B84128A0EB}" type="presOf" srcId="{47A6F1F6-6B88-41F0-B45A-4B8239FF5ABC}" destId="{22545F63-7BC1-43B4-8199-3B0F3A1C2817}" srcOrd="0" destOrd="0" presId="urn:microsoft.com/office/officeart/2008/layout/VerticalCurvedList"/>
    <dgm:cxn modelId="{BB3441F8-2B0A-4372-9E88-B7CCAE5E6D42}" srcId="{F5A9B608-8EAD-4BF4-8196-0C4A9E34A7ED}" destId="{9FA6BB71-9647-4AD3-8B68-999E4D20410A}" srcOrd="3" destOrd="0" parTransId="{20E4451C-A929-460C-B2DA-F53C1F1F1DAD}" sibTransId="{003336FB-3C8A-4902-8BF0-4A8CD21552F7}"/>
    <dgm:cxn modelId="{E48D7765-3ADA-4AFB-8A34-752468CE5C3B}" type="presParOf" srcId="{7ADD442C-5D74-4E3B-823F-2FDA05B81692}" destId="{BAC5051C-4548-4219-AF67-6BA93AB33ACA}" srcOrd="0" destOrd="0" presId="urn:microsoft.com/office/officeart/2008/layout/VerticalCurvedList"/>
    <dgm:cxn modelId="{DA9D36F8-898C-4BB5-B826-BF4EF33F6DA2}" type="presParOf" srcId="{BAC5051C-4548-4219-AF67-6BA93AB33ACA}" destId="{BAFDD3E2-32A9-44BE-A340-F1384BBF9621}" srcOrd="0" destOrd="0" presId="urn:microsoft.com/office/officeart/2008/layout/VerticalCurvedList"/>
    <dgm:cxn modelId="{DCCA9191-24B2-4C9A-82C3-5BB0938B9A6F}" type="presParOf" srcId="{BAFDD3E2-32A9-44BE-A340-F1384BBF9621}" destId="{89217513-97A1-4539-A260-25A122C8E3CE}" srcOrd="0" destOrd="0" presId="urn:microsoft.com/office/officeart/2008/layout/VerticalCurvedList"/>
    <dgm:cxn modelId="{A75ABAA0-1E0D-46DE-BD30-C50A6C8FE19D}" type="presParOf" srcId="{BAFDD3E2-32A9-44BE-A340-F1384BBF9621}" destId="{8F244E59-207D-4CCB-BFB1-BE22A8FF52D6}" srcOrd="1" destOrd="0" presId="urn:microsoft.com/office/officeart/2008/layout/VerticalCurvedList"/>
    <dgm:cxn modelId="{5736121A-4FBD-4E38-AD1B-263D1D0A8B91}" type="presParOf" srcId="{BAFDD3E2-32A9-44BE-A340-F1384BBF9621}" destId="{3357DB61-BAE6-45C9-9400-CFB54AB87D0B}" srcOrd="2" destOrd="0" presId="urn:microsoft.com/office/officeart/2008/layout/VerticalCurvedList"/>
    <dgm:cxn modelId="{DB22C25D-18AF-4D72-9A99-E82F880ED2F5}" type="presParOf" srcId="{BAFDD3E2-32A9-44BE-A340-F1384BBF9621}" destId="{8C4C9E71-1BC4-453C-9E4A-3170372FDF95}" srcOrd="3" destOrd="0" presId="urn:microsoft.com/office/officeart/2008/layout/VerticalCurvedList"/>
    <dgm:cxn modelId="{012C030A-89C5-4CBD-BDF1-A0844FE9E54C}" type="presParOf" srcId="{BAC5051C-4548-4219-AF67-6BA93AB33ACA}" destId="{22545F63-7BC1-43B4-8199-3B0F3A1C2817}" srcOrd="1" destOrd="0" presId="urn:microsoft.com/office/officeart/2008/layout/VerticalCurvedList"/>
    <dgm:cxn modelId="{83D2CEED-E7A1-41B5-9F46-7231BC74BE81}" type="presParOf" srcId="{BAC5051C-4548-4219-AF67-6BA93AB33ACA}" destId="{7FB6F666-A62B-489D-B573-D1F5978839BC}" srcOrd="2" destOrd="0" presId="urn:microsoft.com/office/officeart/2008/layout/VerticalCurvedList"/>
    <dgm:cxn modelId="{769B30C5-E75D-4670-A667-5A0450D2CF68}" type="presParOf" srcId="{7FB6F666-A62B-489D-B573-D1F5978839BC}" destId="{82B81F2D-DFB8-4776-815F-01B2368CE5F5}" srcOrd="0" destOrd="0" presId="urn:microsoft.com/office/officeart/2008/layout/VerticalCurvedList"/>
    <dgm:cxn modelId="{502A3935-77B3-487B-9F6B-23D3264898B9}" type="presParOf" srcId="{BAC5051C-4548-4219-AF67-6BA93AB33ACA}" destId="{4A16E49B-4BA3-44C1-8412-7A745C340EAC}" srcOrd="3" destOrd="0" presId="urn:microsoft.com/office/officeart/2008/layout/VerticalCurvedList"/>
    <dgm:cxn modelId="{5428A2C6-E561-4F7A-956A-73F1D8AAFACC}" type="presParOf" srcId="{BAC5051C-4548-4219-AF67-6BA93AB33ACA}" destId="{8243CCB6-7E16-4A17-85B9-EFFEB1810464}" srcOrd="4" destOrd="0" presId="urn:microsoft.com/office/officeart/2008/layout/VerticalCurvedList"/>
    <dgm:cxn modelId="{B47A0F88-8654-4198-8B94-6BCFE6383A23}" type="presParOf" srcId="{8243CCB6-7E16-4A17-85B9-EFFEB1810464}" destId="{5F3429CD-207F-4FD0-AE60-81E4932F89E3}" srcOrd="0" destOrd="0" presId="urn:microsoft.com/office/officeart/2008/layout/VerticalCurvedList"/>
    <dgm:cxn modelId="{AFD5043B-193F-49DA-9552-B72169E52AD1}" type="presParOf" srcId="{BAC5051C-4548-4219-AF67-6BA93AB33ACA}" destId="{62A326F8-46B9-4952-9148-DF548C05D11B}" srcOrd="5" destOrd="0" presId="urn:microsoft.com/office/officeart/2008/layout/VerticalCurvedList"/>
    <dgm:cxn modelId="{849CF2E2-796C-471E-AD88-FC79B3AFBB5B}" type="presParOf" srcId="{BAC5051C-4548-4219-AF67-6BA93AB33ACA}" destId="{9814F6E3-C437-419D-86BC-836E1653A4C2}" srcOrd="6" destOrd="0" presId="urn:microsoft.com/office/officeart/2008/layout/VerticalCurvedList"/>
    <dgm:cxn modelId="{C7AACA8C-F418-432F-AB8F-388FFDC77FA4}" type="presParOf" srcId="{9814F6E3-C437-419D-86BC-836E1653A4C2}" destId="{C51D7A2C-1A46-47E0-BA94-350D4299C1D1}" srcOrd="0" destOrd="0" presId="urn:microsoft.com/office/officeart/2008/layout/VerticalCurvedList"/>
    <dgm:cxn modelId="{8A245218-2C1C-4F62-95C4-C12F5FED11AF}" type="presParOf" srcId="{BAC5051C-4548-4219-AF67-6BA93AB33ACA}" destId="{CFAC9E28-2B7F-4031-AB9E-7979C0D3EED8}" srcOrd="7" destOrd="0" presId="urn:microsoft.com/office/officeart/2008/layout/VerticalCurvedList"/>
    <dgm:cxn modelId="{4DF21651-A7AE-4150-A6B5-F0E0165E843F}" type="presParOf" srcId="{BAC5051C-4548-4219-AF67-6BA93AB33ACA}" destId="{6F373C65-7D90-471F-B388-CC2A14DF822E}" srcOrd="8" destOrd="0" presId="urn:microsoft.com/office/officeart/2008/layout/VerticalCurvedList"/>
    <dgm:cxn modelId="{7F24335F-1F63-4CD3-879B-2C5957D1F052}" type="presParOf" srcId="{6F373C65-7D90-471F-B388-CC2A14DF822E}" destId="{A3EEC228-96FC-4100-8A68-7E224459804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3.xml><?xml version="1.0" encoding="utf-8"?>
<dgm:dataModel xmlns:dgm="http://schemas.openxmlformats.org/drawingml/2006/diagram" xmlns:a="http://schemas.openxmlformats.org/drawingml/2006/main">
  <dgm:ptLst>
    <dgm:pt modelId="{B41FBD55-F7B4-463C-BAA6-DD2764EE82CD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E92FC5C-8B48-4F09-BFE8-117022E5D475}">
      <dgm:prSet/>
      <dgm:spPr/>
      <dgm:t>
        <a:bodyPr/>
        <a:lstStyle/>
        <a:p>
          <a:r>
            <a:rPr lang="ru-RU" b="0" i="0"/>
            <a:t>гетьманами реєстрового козацтва.</a:t>
          </a:r>
          <a:endParaRPr lang="uk-UA"/>
        </a:p>
      </dgm:t>
    </dgm:pt>
    <dgm:pt modelId="{76F733AF-AC06-4AE4-B390-0411D5CAD1A8}" type="parTrans" cxnId="{EEF07541-6FE0-426E-8394-72EE0B29C372}">
      <dgm:prSet/>
      <dgm:spPr/>
      <dgm:t>
        <a:bodyPr/>
        <a:lstStyle/>
        <a:p>
          <a:endParaRPr lang="uk-UA"/>
        </a:p>
      </dgm:t>
    </dgm:pt>
    <dgm:pt modelId="{F66449F4-7C92-456C-9F01-50553B1792E7}" type="sibTrans" cxnId="{EEF07541-6FE0-426E-8394-72EE0B29C372}">
      <dgm:prSet/>
      <dgm:spPr/>
      <dgm:t>
        <a:bodyPr/>
        <a:lstStyle/>
        <a:p>
          <a:endParaRPr lang="uk-UA"/>
        </a:p>
      </dgm:t>
    </dgm:pt>
    <dgm:pt modelId="{2FE1B798-AC2F-48B0-900D-BE5848CBFB00}">
      <dgm:prSet/>
      <dgm:spPr/>
      <dgm:t>
        <a:bodyPr/>
        <a:lstStyle/>
        <a:p>
          <a:r>
            <a:rPr lang="ru-RU" b="0" i="0"/>
            <a:t>вихованцями Острозької академії.</a:t>
          </a:r>
          <a:endParaRPr lang="uk-UA"/>
        </a:p>
      </dgm:t>
    </dgm:pt>
    <dgm:pt modelId="{4AA36C03-EB5A-4767-9923-4354484BE118}" type="parTrans" cxnId="{96013C94-DF3F-4101-87CD-2DEA5B7B7A76}">
      <dgm:prSet/>
      <dgm:spPr/>
      <dgm:t>
        <a:bodyPr/>
        <a:lstStyle/>
        <a:p>
          <a:endParaRPr lang="uk-UA"/>
        </a:p>
      </dgm:t>
    </dgm:pt>
    <dgm:pt modelId="{82E68F26-3B74-4D76-8628-51485732C3EE}" type="sibTrans" cxnId="{96013C94-DF3F-4101-87CD-2DEA5B7B7A76}">
      <dgm:prSet/>
      <dgm:spPr/>
      <dgm:t>
        <a:bodyPr/>
        <a:lstStyle/>
        <a:p>
          <a:endParaRPr lang="uk-UA"/>
        </a:p>
      </dgm:t>
    </dgm:pt>
    <dgm:pt modelId="{540694E6-9B4F-4743-85E4-339247A045BF}">
      <dgm:prSet/>
      <dgm:spPr/>
      <dgm:t>
        <a:bodyPr/>
        <a:lstStyle/>
        <a:p>
          <a:r>
            <a:rPr lang="ru-RU" b="0" i="0" dirty="0"/>
            <a:t>митрополитами </a:t>
          </a:r>
          <a:r>
            <a:rPr lang="ru-RU" b="0" i="0" dirty="0" err="1"/>
            <a:t>православної</a:t>
          </a:r>
          <a:r>
            <a:rPr lang="ru-RU" b="0" i="0" dirty="0"/>
            <a:t> церкви.</a:t>
          </a:r>
          <a:endParaRPr lang="uk-UA" dirty="0"/>
        </a:p>
      </dgm:t>
    </dgm:pt>
    <dgm:pt modelId="{F2D37A28-B7EE-46F3-9A3E-BBE980AECF59}" type="parTrans" cxnId="{9171D1B1-73BE-456B-BD11-5EB943444382}">
      <dgm:prSet/>
      <dgm:spPr/>
      <dgm:t>
        <a:bodyPr/>
        <a:lstStyle/>
        <a:p>
          <a:endParaRPr lang="uk-UA"/>
        </a:p>
      </dgm:t>
    </dgm:pt>
    <dgm:pt modelId="{A1620949-6FA9-4F81-BA38-B41E39DBF248}" type="sibTrans" cxnId="{9171D1B1-73BE-456B-BD11-5EB943444382}">
      <dgm:prSet/>
      <dgm:spPr/>
      <dgm:t>
        <a:bodyPr/>
        <a:lstStyle/>
        <a:p>
          <a:endParaRPr lang="uk-UA"/>
        </a:p>
      </dgm:t>
    </dgm:pt>
    <dgm:pt modelId="{DAEBC125-7C86-4D4E-910A-45F3B3364145}">
      <dgm:prSet/>
      <dgm:spPr/>
      <dgm:t>
        <a:bodyPr/>
        <a:lstStyle/>
        <a:p>
          <a:r>
            <a:rPr lang="ru-RU" b="0" i="0" dirty="0"/>
            <a:t>ректорами </a:t>
          </a:r>
          <a:r>
            <a:rPr lang="ru-RU" b="0" i="0" dirty="0" err="1"/>
            <a:t>Києво-Могилянського</a:t>
          </a:r>
          <a:r>
            <a:rPr lang="ru-RU" b="0" i="0" dirty="0"/>
            <a:t> </a:t>
          </a:r>
          <a:r>
            <a:rPr lang="ru-RU" b="0" i="0" dirty="0" err="1"/>
            <a:t>колегіуму</a:t>
          </a:r>
          <a:r>
            <a:rPr lang="ru-RU" b="0" i="0" dirty="0"/>
            <a:t>.</a:t>
          </a:r>
          <a:endParaRPr lang="uk-UA" dirty="0"/>
        </a:p>
      </dgm:t>
    </dgm:pt>
    <dgm:pt modelId="{316562F0-7582-45FF-8A35-BB0BFD8933ED}" type="parTrans" cxnId="{7733EC17-FAA3-42DF-A4CB-A3BC25E06B43}">
      <dgm:prSet/>
      <dgm:spPr/>
      <dgm:t>
        <a:bodyPr/>
        <a:lstStyle/>
        <a:p>
          <a:endParaRPr lang="uk-UA"/>
        </a:p>
      </dgm:t>
    </dgm:pt>
    <dgm:pt modelId="{E99C8AF1-A1BD-48F3-8B29-FFB4795D8A6B}" type="sibTrans" cxnId="{7733EC17-FAA3-42DF-A4CB-A3BC25E06B43}">
      <dgm:prSet/>
      <dgm:spPr/>
      <dgm:t>
        <a:bodyPr/>
        <a:lstStyle/>
        <a:p>
          <a:endParaRPr lang="uk-UA"/>
        </a:p>
      </dgm:t>
    </dgm:pt>
    <dgm:pt modelId="{D691DF44-7EA5-4B4D-8176-42A89ADB1189}" type="pres">
      <dgm:prSet presAssocID="{B41FBD55-F7B4-463C-BAA6-DD2764EE82CD}" presName="linearFlow" presStyleCnt="0">
        <dgm:presLayoutVars>
          <dgm:dir/>
          <dgm:resizeHandles val="exact"/>
        </dgm:presLayoutVars>
      </dgm:prSet>
      <dgm:spPr/>
    </dgm:pt>
    <dgm:pt modelId="{CA08EFDE-C1A9-40BD-A651-DFF721D5757B}" type="pres">
      <dgm:prSet presAssocID="{7E92FC5C-8B48-4F09-BFE8-117022E5D475}" presName="composite" presStyleCnt="0"/>
      <dgm:spPr/>
    </dgm:pt>
    <dgm:pt modelId="{E0DAD6DA-56C1-473B-8823-A08129DE6420}" type="pres">
      <dgm:prSet presAssocID="{7E92FC5C-8B48-4F09-BFE8-117022E5D475}" presName="imgShp" presStyleLbl="fgImgPlace1" presStyleIdx="0" presStyleCnt="4"/>
      <dgm:spPr/>
    </dgm:pt>
    <dgm:pt modelId="{ACCA2E13-E796-4C5E-B697-D67E79418671}" type="pres">
      <dgm:prSet presAssocID="{7E92FC5C-8B48-4F09-BFE8-117022E5D475}" presName="txShp" presStyleLbl="node1" presStyleIdx="0" presStyleCnt="4">
        <dgm:presLayoutVars>
          <dgm:bulletEnabled val="1"/>
        </dgm:presLayoutVars>
      </dgm:prSet>
      <dgm:spPr/>
    </dgm:pt>
    <dgm:pt modelId="{6B965CCD-4CE4-41AD-9947-7BE2B7AEB10C}" type="pres">
      <dgm:prSet presAssocID="{F66449F4-7C92-456C-9F01-50553B1792E7}" presName="spacing" presStyleCnt="0"/>
      <dgm:spPr/>
    </dgm:pt>
    <dgm:pt modelId="{526B17E1-E1A7-4C29-A57D-6329B862CF1E}" type="pres">
      <dgm:prSet presAssocID="{2FE1B798-AC2F-48B0-900D-BE5848CBFB00}" presName="composite" presStyleCnt="0"/>
      <dgm:spPr/>
    </dgm:pt>
    <dgm:pt modelId="{231F18CE-998E-44E9-97DD-48ACF3D8EFB6}" type="pres">
      <dgm:prSet presAssocID="{2FE1B798-AC2F-48B0-900D-BE5848CBFB00}" presName="imgShp" presStyleLbl="fgImgPlace1" presStyleIdx="1" presStyleCnt="4"/>
      <dgm:spPr/>
    </dgm:pt>
    <dgm:pt modelId="{99D14024-34D3-4A22-8126-47B76D41D326}" type="pres">
      <dgm:prSet presAssocID="{2FE1B798-AC2F-48B0-900D-BE5848CBFB00}" presName="txShp" presStyleLbl="node1" presStyleIdx="1" presStyleCnt="4">
        <dgm:presLayoutVars>
          <dgm:bulletEnabled val="1"/>
        </dgm:presLayoutVars>
      </dgm:prSet>
      <dgm:spPr/>
    </dgm:pt>
    <dgm:pt modelId="{B50563A4-AC80-45CF-B2C7-23273D68809F}" type="pres">
      <dgm:prSet presAssocID="{82E68F26-3B74-4D76-8628-51485732C3EE}" presName="spacing" presStyleCnt="0"/>
      <dgm:spPr/>
    </dgm:pt>
    <dgm:pt modelId="{54EE988D-F427-488C-A544-E3E12D8F6E04}" type="pres">
      <dgm:prSet presAssocID="{540694E6-9B4F-4743-85E4-339247A045BF}" presName="composite" presStyleCnt="0"/>
      <dgm:spPr/>
    </dgm:pt>
    <dgm:pt modelId="{60596EE1-2379-434A-A718-A1BBE8945105}" type="pres">
      <dgm:prSet presAssocID="{540694E6-9B4F-4743-85E4-339247A045BF}" presName="imgShp" presStyleLbl="fgImgPlace1" presStyleIdx="2" presStyleCnt="4"/>
      <dgm:spPr/>
    </dgm:pt>
    <dgm:pt modelId="{B7EB9E76-137E-4625-B120-12B46129793B}" type="pres">
      <dgm:prSet presAssocID="{540694E6-9B4F-4743-85E4-339247A045BF}" presName="txShp" presStyleLbl="node1" presStyleIdx="2" presStyleCnt="4">
        <dgm:presLayoutVars>
          <dgm:bulletEnabled val="1"/>
        </dgm:presLayoutVars>
      </dgm:prSet>
      <dgm:spPr/>
    </dgm:pt>
    <dgm:pt modelId="{60E2D721-49CE-402C-A4DD-AD79CAFBA716}" type="pres">
      <dgm:prSet presAssocID="{A1620949-6FA9-4F81-BA38-B41E39DBF248}" presName="spacing" presStyleCnt="0"/>
      <dgm:spPr/>
    </dgm:pt>
    <dgm:pt modelId="{D54EFC6B-F293-409C-A63A-CA3CEFACA105}" type="pres">
      <dgm:prSet presAssocID="{DAEBC125-7C86-4D4E-910A-45F3B3364145}" presName="composite" presStyleCnt="0"/>
      <dgm:spPr/>
    </dgm:pt>
    <dgm:pt modelId="{694C1532-3B80-4D7D-AE99-2C32809F689F}" type="pres">
      <dgm:prSet presAssocID="{DAEBC125-7C86-4D4E-910A-45F3B3364145}" presName="imgShp" presStyleLbl="fgImgPlace1" presStyleIdx="3" presStyleCnt="4"/>
      <dgm:spPr/>
    </dgm:pt>
    <dgm:pt modelId="{D9334070-C8CD-42A5-949C-FADC44FCC2BE}" type="pres">
      <dgm:prSet presAssocID="{DAEBC125-7C86-4D4E-910A-45F3B3364145}" presName="txShp" presStyleLbl="node1" presStyleIdx="3" presStyleCnt="4">
        <dgm:presLayoutVars>
          <dgm:bulletEnabled val="1"/>
        </dgm:presLayoutVars>
      </dgm:prSet>
      <dgm:spPr/>
    </dgm:pt>
  </dgm:ptLst>
  <dgm:cxnLst>
    <dgm:cxn modelId="{7733EC17-FAA3-42DF-A4CB-A3BC25E06B43}" srcId="{B41FBD55-F7B4-463C-BAA6-DD2764EE82CD}" destId="{DAEBC125-7C86-4D4E-910A-45F3B3364145}" srcOrd="3" destOrd="0" parTransId="{316562F0-7582-45FF-8A35-BB0BFD8933ED}" sibTransId="{E99C8AF1-A1BD-48F3-8B29-FFB4795D8A6B}"/>
    <dgm:cxn modelId="{C323302B-210C-433B-AD93-805F7C90FF4E}" type="presOf" srcId="{7E92FC5C-8B48-4F09-BFE8-117022E5D475}" destId="{ACCA2E13-E796-4C5E-B697-D67E79418671}" srcOrd="0" destOrd="0" presId="urn:microsoft.com/office/officeart/2005/8/layout/vList3"/>
    <dgm:cxn modelId="{EEF07541-6FE0-426E-8394-72EE0B29C372}" srcId="{B41FBD55-F7B4-463C-BAA6-DD2764EE82CD}" destId="{7E92FC5C-8B48-4F09-BFE8-117022E5D475}" srcOrd="0" destOrd="0" parTransId="{76F733AF-AC06-4AE4-B390-0411D5CAD1A8}" sibTransId="{F66449F4-7C92-456C-9F01-50553B1792E7}"/>
    <dgm:cxn modelId="{66727F70-A81E-49E0-8584-EB69823E5E95}" type="presOf" srcId="{540694E6-9B4F-4743-85E4-339247A045BF}" destId="{B7EB9E76-137E-4625-B120-12B46129793B}" srcOrd="0" destOrd="0" presId="urn:microsoft.com/office/officeart/2005/8/layout/vList3"/>
    <dgm:cxn modelId="{DF6F6B51-FE4B-4A05-8D88-4EC3D946B0A0}" type="presOf" srcId="{B41FBD55-F7B4-463C-BAA6-DD2764EE82CD}" destId="{D691DF44-7EA5-4B4D-8176-42A89ADB1189}" srcOrd="0" destOrd="0" presId="urn:microsoft.com/office/officeart/2005/8/layout/vList3"/>
    <dgm:cxn modelId="{04F69475-081E-418A-8539-F5553E5AAD58}" type="presOf" srcId="{DAEBC125-7C86-4D4E-910A-45F3B3364145}" destId="{D9334070-C8CD-42A5-949C-FADC44FCC2BE}" srcOrd="0" destOrd="0" presId="urn:microsoft.com/office/officeart/2005/8/layout/vList3"/>
    <dgm:cxn modelId="{96013C94-DF3F-4101-87CD-2DEA5B7B7A76}" srcId="{B41FBD55-F7B4-463C-BAA6-DD2764EE82CD}" destId="{2FE1B798-AC2F-48B0-900D-BE5848CBFB00}" srcOrd="1" destOrd="0" parTransId="{4AA36C03-EB5A-4767-9923-4354484BE118}" sibTransId="{82E68F26-3B74-4D76-8628-51485732C3EE}"/>
    <dgm:cxn modelId="{195A8E9E-608B-40F6-9513-3B6C1B65EB83}" type="presOf" srcId="{2FE1B798-AC2F-48B0-900D-BE5848CBFB00}" destId="{99D14024-34D3-4A22-8126-47B76D41D326}" srcOrd="0" destOrd="0" presId="urn:microsoft.com/office/officeart/2005/8/layout/vList3"/>
    <dgm:cxn modelId="{9171D1B1-73BE-456B-BD11-5EB943444382}" srcId="{B41FBD55-F7B4-463C-BAA6-DD2764EE82CD}" destId="{540694E6-9B4F-4743-85E4-339247A045BF}" srcOrd="2" destOrd="0" parTransId="{F2D37A28-B7EE-46F3-9A3E-BBE980AECF59}" sibTransId="{A1620949-6FA9-4F81-BA38-B41E39DBF248}"/>
    <dgm:cxn modelId="{A9A34E37-8060-4912-B2D3-73DBF6E77AAA}" type="presParOf" srcId="{D691DF44-7EA5-4B4D-8176-42A89ADB1189}" destId="{CA08EFDE-C1A9-40BD-A651-DFF721D5757B}" srcOrd="0" destOrd="0" presId="urn:microsoft.com/office/officeart/2005/8/layout/vList3"/>
    <dgm:cxn modelId="{1CBF388C-AF68-4CFF-9463-C0270D259C98}" type="presParOf" srcId="{CA08EFDE-C1A9-40BD-A651-DFF721D5757B}" destId="{E0DAD6DA-56C1-473B-8823-A08129DE6420}" srcOrd="0" destOrd="0" presId="urn:microsoft.com/office/officeart/2005/8/layout/vList3"/>
    <dgm:cxn modelId="{C0FC5737-CA27-4817-85EE-44505939A8CB}" type="presParOf" srcId="{CA08EFDE-C1A9-40BD-A651-DFF721D5757B}" destId="{ACCA2E13-E796-4C5E-B697-D67E79418671}" srcOrd="1" destOrd="0" presId="urn:microsoft.com/office/officeart/2005/8/layout/vList3"/>
    <dgm:cxn modelId="{4C142BEB-C9A0-447E-87A4-7BC72D84985D}" type="presParOf" srcId="{D691DF44-7EA5-4B4D-8176-42A89ADB1189}" destId="{6B965CCD-4CE4-41AD-9947-7BE2B7AEB10C}" srcOrd="1" destOrd="0" presId="urn:microsoft.com/office/officeart/2005/8/layout/vList3"/>
    <dgm:cxn modelId="{BFE7DBFA-24AC-40D5-9D0F-7C9C645CF5A9}" type="presParOf" srcId="{D691DF44-7EA5-4B4D-8176-42A89ADB1189}" destId="{526B17E1-E1A7-4C29-A57D-6329B862CF1E}" srcOrd="2" destOrd="0" presId="urn:microsoft.com/office/officeart/2005/8/layout/vList3"/>
    <dgm:cxn modelId="{B4EA6242-DCAB-43BF-AAB0-DDA146BB4279}" type="presParOf" srcId="{526B17E1-E1A7-4C29-A57D-6329B862CF1E}" destId="{231F18CE-998E-44E9-97DD-48ACF3D8EFB6}" srcOrd="0" destOrd="0" presId="urn:microsoft.com/office/officeart/2005/8/layout/vList3"/>
    <dgm:cxn modelId="{68B27DFB-95AB-448F-ABA2-A782C66C776A}" type="presParOf" srcId="{526B17E1-E1A7-4C29-A57D-6329B862CF1E}" destId="{99D14024-34D3-4A22-8126-47B76D41D326}" srcOrd="1" destOrd="0" presId="urn:microsoft.com/office/officeart/2005/8/layout/vList3"/>
    <dgm:cxn modelId="{7AA574C4-5FC7-4F77-B38B-455DB7DB26E8}" type="presParOf" srcId="{D691DF44-7EA5-4B4D-8176-42A89ADB1189}" destId="{B50563A4-AC80-45CF-B2C7-23273D68809F}" srcOrd="3" destOrd="0" presId="urn:microsoft.com/office/officeart/2005/8/layout/vList3"/>
    <dgm:cxn modelId="{8F3CEE0C-E7E1-4F18-B743-89DCF1CFFEA6}" type="presParOf" srcId="{D691DF44-7EA5-4B4D-8176-42A89ADB1189}" destId="{54EE988D-F427-488C-A544-E3E12D8F6E04}" srcOrd="4" destOrd="0" presId="urn:microsoft.com/office/officeart/2005/8/layout/vList3"/>
    <dgm:cxn modelId="{D71DA2E0-606E-488A-B8BE-2AD4929E2554}" type="presParOf" srcId="{54EE988D-F427-488C-A544-E3E12D8F6E04}" destId="{60596EE1-2379-434A-A718-A1BBE8945105}" srcOrd="0" destOrd="0" presId="urn:microsoft.com/office/officeart/2005/8/layout/vList3"/>
    <dgm:cxn modelId="{64576843-3980-48E6-A5B1-71C4AB3D2E02}" type="presParOf" srcId="{54EE988D-F427-488C-A544-E3E12D8F6E04}" destId="{B7EB9E76-137E-4625-B120-12B46129793B}" srcOrd="1" destOrd="0" presId="urn:microsoft.com/office/officeart/2005/8/layout/vList3"/>
    <dgm:cxn modelId="{BA74C816-3D4D-4E3C-AAAB-546537928F9F}" type="presParOf" srcId="{D691DF44-7EA5-4B4D-8176-42A89ADB1189}" destId="{60E2D721-49CE-402C-A4DD-AD79CAFBA716}" srcOrd="5" destOrd="0" presId="urn:microsoft.com/office/officeart/2005/8/layout/vList3"/>
    <dgm:cxn modelId="{656151E8-FB0C-457C-94BF-BE8E89B73410}" type="presParOf" srcId="{D691DF44-7EA5-4B4D-8176-42A89ADB1189}" destId="{D54EFC6B-F293-409C-A63A-CA3CEFACA105}" srcOrd="6" destOrd="0" presId="urn:microsoft.com/office/officeart/2005/8/layout/vList3"/>
    <dgm:cxn modelId="{3B175658-0ED2-4DE1-8373-840B511F09A0}" type="presParOf" srcId="{D54EFC6B-F293-409C-A63A-CA3CEFACA105}" destId="{694C1532-3B80-4D7D-AE99-2C32809F689F}" srcOrd="0" destOrd="0" presId="urn:microsoft.com/office/officeart/2005/8/layout/vList3"/>
    <dgm:cxn modelId="{6FCDE540-6DFC-4DE3-AE2D-5E995F55C00C}" type="presParOf" srcId="{D54EFC6B-F293-409C-A63A-CA3CEFACA105}" destId="{D9334070-C8CD-42A5-949C-FADC44FCC2BE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4AAB12-1DF7-4707-8158-8FB576E4A0C8}">
      <dsp:nvSpPr>
        <dsp:cNvPr id="0" name=""/>
        <dsp:cNvSpPr/>
      </dsp:nvSpPr>
      <dsp:spPr>
        <a:xfrm rot="10800000">
          <a:off x="959338" y="155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/>
            <a:t>Укладення Люблінської унії.</a:t>
          </a:r>
          <a:endParaRPr lang="uk-UA" sz="1600" kern="1200"/>
        </a:p>
      </dsp:txBody>
      <dsp:txXfrm rot="10800000">
        <a:off x="1128360" y="155"/>
        <a:ext cx="2968650" cy="676090"/>
      </dsp:txXfrm>
    </dsp:sp>
    <dsp:sp modelId="{52311474-63FF-45C8-96DE-23A595328D68}">
      <dsp:nvSpPr>
        <dsp:cNvPr id="0" name=""/>
        <dsp:cNvSpPr/>
      </dsp:nvSpPr>
      <dsp:spPr>
        <a:xfrm>
          <a:off x="621293" y="155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156B4F-8F84-45E3-92A1-DE0DB81F5178}">
      <dsp:nvSpPr>
        <dsp:cNvPr id="0" name=""/>
        <dsp:cNvSpPr/>
      </dsp:nvSpPr>
      <dsp:spPr>
        <a:xfrm rot="10800000">
          <a:off x="959338" y="878064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/>
            <a:t>Утворення реєстрового козацтва.</a:t>
          </a:r>
          <a:endParaRPr lang="uk-UA" sz="1600" kern="1200"/>
        </a:p>
      </dsp:txBody>
      <dsp:txXfrm rot="10800000">
        <a:off x="1128360" y="878064"/>
        <a:ext cx="2968650" cy="676090"/>
      </dsp:txXfrm>
    </dsp:sp>
    <dsp:sp modelId="{45699EF9-DF5F-4C0B-AE50-05EFE5B7057C}">
      <dsp:nvSpPr>
        <dsp:cNvPr id="0" name=""/>
        <dsp:cNvSpPr/>
      </dsp:nvSpPr>
      <dsp:spPr>
        <a:xfrm>
          <a:off x="621293" y="878064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2C5467-15B6-4ACD-B257-96C2E49251C2}">
      <dsp:nvSpPr>
        <dsp:cNvPr id="0" name=""/>
        <dsp:cNvSpPr/>
      </dsp:nvSpPr>
      <dsp:spPr>
        <a:xfrm rot="10800000">
          <a:off x="959338" y="1755973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 err="1"/>
            <a:t>Завершення</a:t>
          </a:r>
          <a:r>
            <a:rPr lang="ru-RU" sz="1600" kern="1200" dirty="0"/>
            <a:t> </a:t>
          </a:r>
          <a:r>
            <a:rPr lang="ru-RU" sz="1600" kern="1200" dirty="0" err="1"/>
            <a:t>Хотинськоі</a:t>
          </a:r>
          <a:r>
            <a:rPr lang="ru-RU" sz="1600" kern="1200" dirty="0"/>
            <a:t>̈ </a:t>
          </a:r>
          <a:r>
            <a:rPr lang="ru-RU" sz="1600" kern="1200" dirty="0" err="1"/>
            <a:t>війни</a:t>
          </a:r>
          <a:r>
            <a:rPr lang="ru-RU" sz="1600" kern="1200" dirty="0"/>
            <a:t>.</a:t>
          </a:r>
          <a:endParaRPr lang="uk-UA" sz="1600" kern="1200" dirty="0"/>
        </a:p>
      </dsp:txBody>
      <dsp:txXfrm rot="10800000">
        <a:off x="1128360" y="1755973"/>
        <a:ext cx="2968650" cy="676090"/>
      </dsp:txXfrm>
    </dsp:sp>
    <dsp:sp modelId="{3460AA35-A51D-4B1C-947E-76B8C9591623}">
      <dsp:nvSpPr>
        <dsp:cNvPr id="0" name=""/>
        <dsp:cNvSpPr/>
      </dsp:nvSpPr>
      <dsp:spPr>
        <a:xfrm>
          <a:off x="621293" y="1755973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0803AC-293C-4347-AE6E-64B00B0A6AC8}">
      <dsp:nvSpPr>
        <dsp:cNvPr id="0" name=""/>
        <dsp:cNvSpPr/>
      </dsp:nvSpPr>
      <dsp:spPr>
        <a:xfrm rot="10800000">
          <a:off x="959338" y="2633881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/>
            <a:t>Укладення Берестейської унії.</a:t>
          </a:r>
          <a:br>
            <a:rPr lang="ru-RU" sz="1600" kern="1200"/>
          </a:br>
          <a:endParaRPr lang="uk-UA" sz="1600" kern="1200"/>
        </a:p>
      </dsp:txBody>
      <dsp:txXfrm rot="10800000">
        <a:off x="1128360" y="2633881"/>
        <a:ext cx="2968650" cy="676090"/>
      </dsp:txXfrm>
    </dsp:sp>
    <dsp:sp modelId="{2B9BFDC1-2FC7-436A-A767-2A06B01B00E3}">
      <dsp:nvSpPr>
        <dsp:cNvPr id="0" name=""/>
        <dsp:cNvSpPr/>
      </dsp:nvSpPr>
      <dsp:spPr>
        <a:xfrm>
          <a:off x="621293" y="2633881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9F5ADE-152E-4CA6-A59B-4C84CE6E5FB2}">
      <dsp:nvSpPr>
        <dsp:cNvPr id="0" name=""/>
        <dsp:cNvSpPr/>
      </dsp:nvSpPr>
      <dsp:spPr>
        <a:xfrm rot="5400000">
          <a:off x="1003915" y="1204330"/>
          <a:ext cx="1164543" cy="1937773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B6F954-7EEA-40E3-BB54-B8CAC1100D23}">
      <dsp:nvSpPr>
        <dsp:cNvPr id="0" name=""/>
        <dsp:cNvSpPr/>
      </dsp:nvSpPr>
      <dsp:spPr>
        <a:xfrm>
          <a:off x="809524" y="1783307"/>
          <a:ext cx="1749432" cy="153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/>
            <a:t>утворення Києво-Могилянського колегіуму</a:t>
          </a:r>
          <a:endParaRPr lang="uk-UA" sz="1700" kern="1200"/>
        </a:p>
      </dsp:txBody>
      <dsp:txXfrm>
        <a:off x="809524" y="1783307"/>
        <a:ext cx="1749432" cy="1533480"/>
      </dsp:txXfrm>
    </dsp:sp>
    <dsp:sp modelId="{32419048-5916-441A-B25D-74A5D95FC76A}">
      <dsp:nvSpPr>
        <dsp:cNvPr id="0" name=""/>
        <dsp:cNvSpPr/>
      </dsp:nvSpPr>
      <dsp:spPr>
        <a:xfrm>
          <a:off x="2228875" y="1061669"/>
          <a:ext cx="330081" cy="330081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A0056B-2579-48EE-B320-1A9F9296DCB8}">
      <dsp:nvSpPr>
        <dsp:cNvPr id="0" name=""/>
        <dsp:cNvSpPr/>
      </dsp:nvSpPr>
      <dsp:spPr>
        <a:xfrm rot="5400000">
          <a:off x="3145563" y="674377"/>
          <a:ext cx="1164543" cy="1937773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A56E53-759B-4B6B-B2B9-0009892E2078}">
      <dsp:nvSpPr>
        <dsp:cNvPr id="0" name=""/>
        <dsp:cNvSpPr/>
      </dsp:nvSpPr>
      <dsp:spPr>
        <a:xfrm>
          <a:off x="2951171" y="1253354"/>
          <a:ext cx="1749432" cy="153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/>
            <a:t>заснування в Острозі слов’яно-греко-латинської школи</a:t>
          </a:r>
          <a:endParaRPr lang="uk-UA" sz="1700" kern="1200"/>
        </a:p>
      </dsp:txBody>
      <dsp:txXfrm>
        <a:off x="2951171" y="1253354"/>
        <a:ext cx="1749432" cy="1533480"/>
      </dsp:txXfrm>
    </dsp:sp>
    <dsp:sp modelId="{5BFA7543-1CE7-46C4-80FE-4DBDF98DE3F7}">
      <dsp:nvSpPr>
        <dsp:cNvPr id="0" name=""/>
        <dsp:cNvSpPr/>
      </dsp:nvSpPr>
      <dsp:spPr>
        <a:xfrm>
          <a:off x="4370523" y="531716"/>
          <a:ext cx="330081" cy="330081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DF3817-33EA-469F-ABD2-E188E4F3B85D}">
      <dsp:nvSpPr>
        <dsp:cNvPr id="0" name=""/>
        <dsp:cNvSpPr/>
      </dsp:nvSpPr>
      <dsp:spPr>
        <a:xfrm rot="5400000">
          <a:off x="5287210" y="144424"/>
          <a:ext cx="1164543" cy="1937773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7FF259-FF25-4CD7-A656-4AABEC6DFCCE}">
      <dsp:nvSpPr>
        <dsp:cNvPr id="0" name=""/>
        <dsp:cNvSpPr/>
      </dsp:nvSpPr>
      <dsp:spPr>
        <a:xfrm>
          <a:off x="5092819" y="723401"/>
          <a:ext cx="1749432" cy="153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/>
            <a:t>створення Пересопницького Євангелія</a:t>
          </a:r>
          <a:endParaRPr lang="uk-UA" sz="1700" kern="1200"/>
        </a:p>
      </dsp:txBody>
      <dsp:txXfrm>
        <a:off x="5092819" y="723401"/>
        <a:ext cx="1749432" cy="1533480"/>
      </dsp:txXfrm>
    </dsp:sp>
    <dsp:sp modelId="{0A18D679-8974-40DF-942D-5E79E3B0CE78}">
      <dsp:nvSpPr>
        <dsp:cNvPr id="0" name=""/>
        <dsp:cNvSpPr/>
      </dsp:nvSpPr>
      <dsp:spPr>
        <a:xfrm>
          <a:off x="6512170" y="1763"/>
          <a:ext cx="330081" cy="330081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E6EA5A-D9DF-45BB-B141-6AD0EED74DB6}">
      <dsp:nvSpPr>
        <dsp:cNvPr id="0" name=""/>
        <dsp:cNvSpPr/>
      </dsp:nvSpPr>
      <dsp:spPr>
        <a:xfrm rot="5400000">
          <a:off x="7428857" y="-385527"/>
          <a:ext cx="1164543" cy="1937773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FA2B2D-79F4-4FC0-BD19-66E1A831C33D}">
      <dsp:nvSpPr>
        <dsp:cNvPr id="0" name=""/>
        <dsp:cNvSpPr/>
      </dsp:nvSpPr>
      <dsp:spPr>
        <a:xfrm>
          <a:off x="7234466" y="193448"/>
          <a:ext cx="1749432" cy="153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/>
            <a:t>відновлення вищої православної ієрархії в Речі Посполитій</a:t>
          </a:r>
          <a:endParaRPr lang="uk-UA" sz="1700" kern="1200"/>
        </a:p>
      </dsp:txBody>
      <dsp:txXfrm>
        <a:off x="7234466" y="193448"/>
        <a:ext cx="1749432" cy="15334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D09251-8E6C-48BC-B08A-A7EB2BD9140B}">
      <dsp:nvSpPr>
        <dsp:cNvPr id="0" name=""/>
        <dsp:cNvSpPr/>
      </dsp:nvSpPr>
      <dsp:spPr>
        <a:xfrm>
          <a:off x="0" y="28053"/>
          <a:ext cx="6926163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Пересопницьке Євангеліє;</a:t>
          </a:r>
          <a:endParaRPr lang="uk-UA" sz="1800" kern="1200"/>
        </a:p>
      </dsp:txBody>
      <dsp:txXfrm>
        <a:off x="20561" y="48614"/>
        <a:ext cx="6885041" cy="380078"/>
      </dsp:txXfrm>
    </dsp:sp>
    <dsp:sp modelId="{7216979D-6F0C-411D-9F07-C6D4E0EAF898}">
      <dsp:nvSpPr>
        <dsp:cNvPr id="0" name=""/>
        <dsp:cNvSpPr/>
      </dsp:nvSpPr>
      <dsp:spPr>
        <a:xfrm>
          <a:off x="0" y="501093"/>
          <a:ext cx="6926163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«Граматика словенська» Л. Зизанія</a:t>
          </a:r>
          <a:endParaRPr lang="uk-UA" sz="1800" kern="1200"/>
        </a:p>
      </dsp:txBody>
      <dsp:txXfrm>
        <a:off x="20561" y="521654"/>
        <a:ext cx="6885041" cy="380078"/>
      </dsp:txXfrm>
    </dsp:sp>
    <dsp:sp modelId="{944F06B4-A431-4B75-ADA8-022598735C79}">
      <dsp:nvSpPr>
        <dsp:cNvPr id="0" name=""/>
        <dsp:cNvSpPr/>
      </dsp:nvSpPr>
      <dsp:spPr>
        <a:xfrm>
          <a:off x="0" y="974133"/>
          <a:ext cx="6926163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Острозька Біблія;</a:t>
          </a:r>
          <a:endParaRPr lang="uk-UA" sz="1800" kern="1200"/>
        </a:p>
      </dsp:txBody>
      <dsp:txXfrm>
        <a:off x="20561" y="994694"/>
        <a:ext cx="6885041" cy="380078"/>
      </dsp:txXfrm>
    </dsp:sp>
    <dsp:sp modelId="{6EC2D8C3-4BDC-46E4-896F-7A76CABB944C}">
      <dsp:nvSpPr>
        <dsp:cNvPr id="0" name=""/>
        <dsp:cNvSpPr/>
      </dsp:nvSpPr>
      <dsp:spPr>
        <a:xfrm>
          <a:off x="0" y="1447173"/>
          <a:ext cx="6926163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«Хроніка з літописців стародавніх» Ф. Софоновича;</a:t>
          </a:r>
          <a:endParaRPr lang="uk-UA" sz="1800" kern="1200"/>
        </a:p>
      </dsp:txBody>
      <dsp:txXfrm>
        <a:off x="20561" y="1467734"/>
        <a:ext cx="6885041" cy="380078"/>
      </dsp:txXfrm>
    </dsp:sp>
    <dsp:sp modelId="{68CD8D60-C9C3-41E2-BA30-8EC7EB3D3262}">
      <dsp:nvSpPr>
        <dsp:cNvPr id="0" name=""/>
        <dsp:cNvSpPr/>
      </dsp:nvSpPr>
      <dsp:spPr>
        <a:xfrm>
          <a:off x="0" y="1920214"/>
          <a:ext cx="6926163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«Історія Русів»;</a:t>
          </a:r>
          <a:endParaRPr lang="uk-UA" sz="1800" kern="1200"/>
        </a:p>
      </dsp:txBody>
      <dsp:txXfrm>
        <a:off x="20561" y="1940775"/>
        <a:ext cx="6885041" cy="380078"/>
      </dsp:txXfrm>
    </dsp:sp>
    <dsp:sp modelId="{7CB8FCA3-1008-40FE-9393-E1C2AF9CD14A}">
      <dsp:nvSpPr>
        <dsp:cNvPr id="0" name=""/>
        <dsp:cNvSpPr/>
      </dsp:nvSpPr>
      <dsp:spPr>
        <a:xfrm>
          <a:off x="0" y="2393254"/>
          <a:ext cx="6926163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«Ключ царства небесного» Г. Смотрицького;</a:t>
          </a:r>
          <a:endParaRPr lang="uk-UA" sz="1800" kern="1200"/>
        </a:p>
      </dsp:txBody>
      <dsp:txXfrm>
        <a:off x="20561" y="2413815"/>
        <a:ext cx="6885041" cy="380078"/>
      </dsp:txXfrm>
    </dsp:sp>
    <dsp:sp modelId="{55F5DFBA-888A-4E12-BB3D-0B2BB039FD64}">
      <dsp:nvSpPr>
        <dsp:cNvPr id="0" name=""/>
        <dsp:cNvSpPr/>
      </dsp:nvSpPr>
      <dsp:spPr>
        <a:xfrm>
          <a:off x="0" y="2866293"/>
          <a:ext cx="6926163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«Лексикон славенороський» П. Беринди.</a:t>
          </a:r>
          <a:endParaRPr lang="uk-UA" sz="1800" kern="1200"/>
        </a:p>
      </dsp:txBody>
      <dsp:txXfrm>
        <a:off x="20561" y="2886854"/>
        <a:ext cx="6885041" cy="38007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4B6BDC-D1B5-4B5B-A7D0-06CDA2DDAE34}">
      <dsp:nvSpPr>
        <dsp:cNvPr id="0" name=""/>
        <dsp:cNvSpPr/>
      </dsp:nvSpPr>
      <dsp:spPr>
        <a:xfrm>
          <a:off x="329184" y="0"/>
          <a:ext cx="2161309" cy="2161309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709BD9-2C0A-41B0-8BAE-FD86558F55B5}">
      <dsp:nvSpPr>
        <dsp:cNvPr id="0" name=""/>
        <dsp:cNvSpPr/>
      </dsp:nvSpPr>
      <dsp:spPr>
        <a:xfrm>
          <a:off x="534508" y="205324"/>
          <a:ext cx="842910" cy="8429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1, 3, 4, 6</a:t>
          </a:r>
          <a:endParaRPr lang="uk-UA" sz="2200" kern="1200"/>
        </a:p>
      </dsp:txBody>
      <dsp:txXfrm>
        <a:off x="575655" y="246471"/>
        <a:ext cx="760616" cy="760616"/>
      </dsp:txXfrm>
    </dsp:sp>
    <dsp:sp modelId="{D89C457C-61E8-4D51-A53A-AA03C7D99C23}">
      <dsp:nvSpPr>
        <dsp:cNvPr id="0" name=""/>
        <dsp:cNvSpPr/>
      </dsp:nvSpPr>
      <dsp:spPr>
        <a:xfrm>
          <a:off x="1442258" y="205324"/>
          <a:ext cx="842910" cy="8429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2, 4, 5, 7</a:t>
          </a:r>
          <a:endParaRPr lang="uk-UA" sz="2200" kern="1200"/>
        </a:p>
      </dsp:txBody>
      <dsp:txXfrm>
        <a:off x="1483405" y="246471"/>
        <a:ext cx="760616" cy="760616"/>
      </dsp:txXfrm>
    </dsp:sp>
    <dsp:sp modelId="{1312E25A-4EBE-4AE0-A3A0-E62FFD4342CB}">
      <dsp:nvSpPr>
        <dsp:cNvPr id="0" name=""/>
        <dsp:cNvSpPr/>
      </dsp:nvSpPr>
      <dsp:spPr>
        <a:xfrm>
          <a:off x="534508" y="1113074"/>
          <a:ext cx="842910" cy="8429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1, 3, 4, 5</a:t>
          </a:r>
          <a:endParaRPr lang="uk-UA" sz="2200" kern="1200"/>
        </a:p>
      </dsp:txBody>
      <dsp:txXfrm>
        <a:off x="575655" y="1154221"/>
        <a:ext cx="760616" cy="760616"/>
      </dsp:txXfrm>
    </dsp:sp>
    <dsp:sp modelId="{6C0EBFFE-E819-4137-8715-BA5C6DFA5F1B}">
      <dsp:nvSpPr>
        <dsp:cNvPr id="0" name=""/>
        <dsp:cNvSpPr/>
      </dsp:nvSpPr>
      <dsp:spPr>
        <a:xfrm>
          <a:off x="1442258" y="1113074"/>
          <a:ext cx="842910" cy="842910"/>
        </a:xfrm>
        <a:prstGeom prst="roundRect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 dirty="0"/>
            <a:t>2, 3, 6, 7</a:t>
          </a:r>
          <a:endParaRPr lang="uk-UA" sz="2200" kern="1200" dirty="0"/>
        </a:p>
      </dsp:txBody>
      <dsp:txXfrm>
        <a:off x="1483405" y="1154221"/>
        <a:ext cx="760616" cy="76061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4B6BDC-D1B5-4B5B-A7D0-06CDA2DDAE34}">
      <dsp:nvSpPr>
        <dsp:cNvPr id="0" name=""/>
        <dsp:cNvSpPr/>
      </dsp:nvSpPr>
      <dsp:spPr>
        <a:xfrm>
          <a:off x="329184" y="0"/>
          <a:ext cx="2161309" cy="2161309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709BD9-2C0A-41B0-8BAE-FD86558F55B5}">
      <dsp:nvSpPr>
        <dsp:cNvPr id="0" name=""/>
        <dsp:cNvSpPr/>
      </dsp:nvSpPr>
      <dsp:spPr>
        <a:xfrm>
          <a:off x="534508" y="205324"/>
          <a:ext cx="842910" cy="8429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1, 3, 4, 6</a:t>
          </a:r>
          <a:endParaRPr lang="uk-UA" sz="2200" kern="1200"/>
        </a:p>
      </dsp:txBody>
      <dsp:txXfrm>
        <a:off x="575655" y="246471"/>
        <a:ext cx="760616" cy="760616"/>
      </dsp:txXfrm>
    </dsp:sp>
    <dsp:sp modelId="{D89C457C-61E8-4D51-A53A-AA03C7D99C23}">
      <dsp:nvSpPr>
        <dsp:cNvPr id="0" name=""/>
        <dsp:cNvSpPr/>
      </dsp:nvSpPr>
      <dsp:spPr>
        <a:xfrm>
          <a:off x="1442258" y="205324"/>
          <a:ext cx="842910" cy="8429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2, 4, 5, 7</a:t>
          </a:r>
          <a:endParaRPr lang="uk-UA" sz="2200" kern="1200"/>
        </a:p>
      </dsp:txBody>
      <dsp:txXfrm>
        <a:off x="1483405" y="246471"/>
        <a:ext cx="760616" cy="760616"/>
      </dsp:txXfrm>
    </dsp:sp>
    <dsp:sp modelId="{1312E25A-4EBE-4AE0-A3A0-E62FFD4342CB}">
      <dsp:nvSpPr>
        <dsp:cNvPr id="0" name=""/>
        <dsp:cNvSpPr/>
      </dsp:nvSpPr>
      <dsp:spPr>
        <a:xfrm>
          <a:off x="534508" y="1113074"/>
          <a:ext cx="842910" cy="8429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1, 3, 4, 5</a:t>
          </a:r>
          <a:endParaRPr lang="uk-UA" sz="2200" kern="1200"/>
        </a:p>
      </dsp:txBody>
      <dsp:txXfrm>
        <a:off x="575655" y="1154221"/>
        <a:ext cx="760616" cy="760616"/>
      </dsp:txXfrm>
    </dsp:sp>
    <dsp:sp modelId="{6C0EBFFE-E819-4137-8715-BA5C6DFA5F1B}">
      <dsp:nvSpPr>
        <dsp:cNvPr id="0" name=""/>
        <dsp:cNvSpPr/>
      </dsp:nvSpPr>
      <dsp:spPr>
        <a:xfrm>
          <a:off x="1442258" y="1113074"/>
          <a:ext cx="842910" cy="8429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2, 3, 6, 7</a:t>
          </a:r>
          <a:endParaRPr lang="uk-UA" sz="2200" kern="1200"/>
        </a:p>
      </dsp:txBody>
      <dsp:txXfrm>
        <a:off x="1483405" y="1154221"/>
        <a:ext cx="760616" cy="76061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5EF14A-5447-4E90-8ED5-D11F80FAF5F0}">
      <dsp:nvSpPr>
        <dsp:cNvPr id="0" name=""/>
        <dsp:cNvSpPr/>
      </dsp:nvSpPr>
      <dsp:spPr>
        <a:xfrm>
          <a:off x="0" y="71063"/>
          <a:ext cx="4718304" cy="74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поділ Київської митрополії на дві частини з центрами в Києві та Москві</a:t>
          </a:r>
          <a:endParaRPr lang="uk-UA" sz="2000" kern="1200"/>
        </a:p>
      </dsp:txBody>
      <dsp:txXfrm>
        <a:off x="36553" y="107616"/>
        <a:ext cx="4645198" cy="675694"/>
      </dsp:txXfrm>
    </dsp:sp>
    <dsp:sp modelId="{755F8128-E9F7-490E-9176-C95623F82749}">
      <dsp:nvSpPr>
        <dsp:cNvPr id="0" name=""/>
        <dsp:cNvSpPr/>
      </dsp:nvSpPr>
      <dsp:spPr>
        <a:xfrm>
          <a:off x="0" y="877464"/>
          <a:ext cx="4718304" cy="74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висвячення митрополитом Київським Йова Борецького</a:t>
          </a:r>
          <a:endParaRPr lang="uk-UA" sz="2000" kern="1200"/>
        </a:p>
      </dsp:txBody>
      <dsp:txXfrm>
        <a:off x="36553" y="914017"/>
        <a:ext cx="4645198" cy="675694"/>
      </dsp:txXfrm>
    </dsp:sp>
    <dsp:sp modelId="{C42094FB-B15B-46E6-BA10-9B3A3BBE1C97}">
      <dsp:nvSpPr>
        <dsp:cNvPr id="0" name=""/>
        <dsp:cNvSpPr/>
      </dsp:nvSpPr>
      <dsp:spPr>
        <a:xfrm>
          <a:off x="0" y="1683864"/>
          <a:ext cx="4718304" cy="74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прийняття «Статей заспокоєння руського народу»</a:t>
          </a:r>
          <a:endParaRPr lang="uk-UA" sz="2000" kern="1200"/>
        </a:p>
      </dsp:txBody>
      <dsp:txXfrm>
        <a:off x="36553" y="1720417"/>
        <a:ext cx="4645198" cy="675694"/>
      </dsp:txXfrm>
    </dsp:sp>
    <dsp:sp modelId="{172D654A-7BB0-4934-9235-B64863E36FFA}">
      <dsp:nvSpPr>
        <dsp:cNvPr id="0" name=""/>
        <dsp:cNvSpPr/>
      </dsp:nvSpPr>
      <dsp:spPr>
        <a:xfrm>
          <a:off x="0" y="2490264"/>
          <a:ext cx="4718304" cy="74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затвердження статуту Львівського Успенського братства</a:t>
          </a:r>
          <a:endParaRPr lang="uk-UA" sz="2000" kern="1200"/>
        </a:p>
      </dsp:txBody>
      <dsp:txXfrm>
        <a:off x="36553" y="2526817"/>
        <a:ext cx="4645198" cy="67569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199B12-CD1D-4915-AD9D-FDC6C2A46E5C}">
      <dsp:nvSpPr>
        <dsp:cNvPr id="0" name=""/>
        <dsp:cNvSpPr/>
      </dsp:nvSpPr>
      <dsp:spPr>
        <a:xfrm>
          <a:off x="-3741418" y="-574742"/>
          <a:ext cx="4459612" cy="4459612"/>
        </a:xfrm>
        <a:prstGeom prst="blockArc">
          <a:avLst>
            <a:gd name="adj1" fmla="val 18900000"/>
            <a:gd name="adj2" fmla="val 2700000"/>
            <a:gd name="adj3" fmla="val 484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BE3EF1-32D1-49FD-B584-82D48AE4780E}">
      <dsp:nvSpPr>
        <dsp:cNvPr id="0" name=""/>
        <dsp:cNvSpPr/>
      </dsp:nvSpPr>
      <dsp:spPr>
        <a:xfrm>
          <a:off x="376444" y="254482"/>
          <a:ext cx="4298579" cy="509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201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 dirty="0"/>
            <a:t>В. К. </a:t>
          </a:r>
          <a:r>
            <a:rPr lang="ru-RU" sz="2800" b="0" i="0" kern="1200" dirty="0" err="1"/>
            <a:t>Острозькому</a:t>
          </a:r>
          <a:r>
            <a:rPr lang="ru-RU" sz="2800" b="0" i="0" kern="1200" dirty="0"/>
            <a:t>.</a:t>
          </a:r>
          <a:endParaRPr lang="uk-UA" sz="2800" kern="1200" dirty="0"/>
        </a:p>
      </dsp:txBody>
      <dsp:txXfrm>
        <a:off x="376444" y="254482"/>
        <a:ext cx="4298579" cy="509230"/>
      </dsp:txXfrm>
    </dsp:sp>
    <dsp:sp modelId="{AEB12FBF-4043-42AE-956E-9D996742AEAA}">
      <dsp:nvSpPr>
        <dsp:cNvPr id="0" name=""/>
        <dsp:cNvSpPr/>
      </dsp:nvSpPr>
      <dsp:spPr>
        <a:xfrm>
          <a:off x="58175" y="190828"/>
          <a:ext cx="636537" cy="6365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CF7D44-2C51-4387-8E26-BED1BD818A43}">
      <dsp:nvSpPr>
        <dsp:cNvPr id="0" name=""/>
        <dsp:cNvSpPr/>
      </dsp:nvSpPr>
      <dsp:spPr>
        <a:xfrm>
          <a:off x="668397" y="1018460"/>
          <a:ext cx="4006626" cy="509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201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 dirty="0"/>
            <a:t>Д. </a:t>
          </a:r>
          <a:r>
            <a:rPr lang="ru-RU" sz="2800" b="0" i="0" kern="1200" dirty="0" err="1"/>
            <a:t>Вишневецькому</a:t>
          </a:r>
          <a:r>
            <a:rPr lang="ru-RU" sz="2800" b="0" i="0" kern="1200" dirty="0"/>
            <a:t>.</a:t>
          </a:r>
          <a:endParaRPr lang="uk-UA" sz="2800" kern="1200" dirty="0"/>
        </a:p>
      </dsp:txBody>
      <dsp:txXfrm>
        <a:off x="668397" y="1018460"/>
        <a:ext cx="4006626" cy="509230"/>
      </dsp:txXfrm>
    </dsp:sp>
    <dsp:sp modelId="{6B91DDDA-0395-4136-9816-D14611E8949F}">
      <dsp:nvSpPr>
        <dsp:cNvPr id="0" name=""/>
        <dsp:cNvSpPr/>
      </dsp:nvSpPr>
      <dsp:spPr>
        <a:xfrm>
          <a:off x="350128" y="954806"/>
          <a:ext cx="636537" cy="6365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FD272E-11B0-43B3-BCF8-EAFC2AD88321}">
      <dsp:nvSpPr>
        <dsp:cNvPr id="0" name=""/>
        <dsp:cNvSpPr/>
      </dsp:nvSpPr>
      <dsp:spPr>
        <a:xfrm>
          <a:off x="668397" y="1782437"/>
          <a:ext cx="4006626" cy="509230"/>
        </a:xfrm>
        <a:prstGeom prst="rect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201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 dirty="0"/>
            <a:t>П. Сагайдачному.</a:t>
          </a:r>
          <a:endParaRPr lang="uk-UA" sz="2800" kern="1200" dirty="0"/>
        </a:p>
      </dsp:txBody>
      <dsp:txXfrm>
        <a:off x="668397" y="1782437"/>
        <a:ext cx="4006626" cy="509230"/>
      </dsp:txXfrm>
    </dsp:sp>
    <dsp:sp modelId="{259762BE-2309-4C4A-88E4-CED165FBD2BE}">
      <dsp:nvSpPr>
        <dsp:cNvPr id="0" name=""/>
        <dsp:cNvSpPr/>
      </dsp:nvSpPr>
      <dsp:spPr>
        <a:xfrm>
          <a:off x="350128" y="1718783"/>
          <a:ext cx="636537" cy="6365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185374-B38C-4190-BBCE-EE27406A72A4}">
      <dsp:nvSpPr>
        <dsp:cNvPr id="0" name=""/>
        <dsp:cNvSpPr/>
      </dsp:nvSpPr>
      <dsp:spPr>
        <a:xfrm>
          <a:off x="376444" y="2546415"/>
          <a:ext cx="4298579" cy="509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201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П. Могилі.</a:t>
          </a:r>
          <a:endParaRPr lang="uk-UA" sz="2800" kern="1200"/>
        </a:p>
      </dsp:txBody>
      <dsp:txXfrm>
        <a:off x="376444" y="2546415"/>
        <a:ext cx="4298579" cy="509230"/>
      </dsp:txXfrm>
    </dsp:sp>
    <dsp:sp modelId="{4C5D09A2-E17E-49CC-8EB4-7FD07AB6937D}">
      <dsp:nvSpPr>
        <dsp:cNvPr id="0" name=""/>
        <dsp:cNvSpPr/>
      </dsp:nvSpPr>
      <dsp:spPr>
        <a:xfrm>
          <a:off x="58175" y="2482761"/>
          <a:ext cx="636537" cy="6365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199B12-CD1D-4915-AD9D-FDC6C2A46E5C}">
      <dsp:nvSpPr>
        <dsp:cNvPr id="0" name=""/>
        <dsp:cNvSpPr/>
      </dsp:nvSpPr>
      <dsp:spPr>
        <a:xfrm>
          <a:off x="-3741418" y="-574742"/>
          <a:ext cx="4459612" cy="4459612"/>
        </a:xfrm>
        <a:prstGeom prst="blockArc">
          <a:avLst>
            <a:gd name="adj1" fmla="val 18900000"/>
            <a:gd name="adj2" fmla="val 2700000"/>
            <a:gd name="adj3" fmla="val 484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BE3EF1-32D1-49FD-B584-82D48AE4780E}">
      <dsp:nvSpPr>
        <dsp:cNvPr id="0" name=""/>
        <dsp:cNvSpPr/>
      </dsp:nvSpPr>
      <dsp:spPr>
        <a:xfrm>
          <a:off x="376444" y="254482"/>
          <a:ext cx="4298579" cy="509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201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 dirty="0"/>
            <a:t>В. К. </a:t>
          </a:r>
          <a:r>
            <a:rPr lang="ru-RU" sz="2800" b="0" i="0" kern="1200" dirty="0" err="1"/>
            <a:t>Острозькому</a:t>
          </a:r>
          <a:r>
            <a:rPr lang="ru-RU" sz="2800" b="0" i="0" kern="1200" dirty="0"/>
            <a:t>.</a:t>
          </a:r>
          <a:endParaRPr lang="uk-UA" sz="2800" kern="1200" dirty="0"/>
        </a:p>
      </dsp:txBody>
      <dsp:txXfrm>
        <a:off x="376444" y="254482"/>
        <a:ext cx="4298579" cy="509230"/>
      </dsp:txXfrm>
    </dsp:sp>
    <dsp:sp modelId="{AEB12FBF-4043-42AE-956E-9D996742AEAA}">
      <dsp:nvSpPr>
        <dsp:cNvPr id="0" name=""/>
        <dsp:cNvSpPr/>
      </dsp:nvSpPr>
      <dsp:spPr>
        <a:xfrm>
          <a:off x="58175" y="190828"/>
          <a:ext cx="636537" cy="6365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CF7D44-2C51-4387-8E26-BED1BD818A43}">
      <dsp:nvSpPr>
        <dsp:cNvPr id="0" name=""/>
        <dsp:cNvSpPr/>
      </dsp:nvSpPr>
      <dsp:spPr>
        <a:xfrm>
          <a:off x="668397" y="1018460"/>
          <a:ext cx="4006626" cy="509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201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Д. Вишневецькому.</a:t>
          </a:r>
          <a:endParaRPr lang="uk-UA" sz="2800" kern="1200"/>
        </a:p>
      </dsp:txBody>
      <dsp:txXfrm>
        <a:off x="668397" y="1018460"/>
        <a:ext cx="4006626" cy="509230"/>
      </dsp:txXfrm>
    </dsp:sp>
    <dsp:sp modelId="{6B91DDDA-0395-4136-9816-D14611E8949F}">
      <dsp:nvSpPr>
        <dsp:cNvPr id="0" name=""/>
        <dsp:cNvSpPr/>
      </dsp:nvSpPr>
      <dsp:spPr>
        <a:xfrm>
          <a:off x="350128" y="954806"/>
          <a:ext cx="636537" cy="6365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FD272E-11B0-43B3-BCF8-EAFC2AD88321}">
      <dsp:nvSpPr>
        <dsp:cNvPr id="0" name=""/>
        <dsp:cNvSpPr/>
      </dsp:nvSpPr>
      <dsp:spPr>
        <a:xfrm>
          <a:off x="668397" y="1782437"/>
          <a:ext cx="4006626" cy="509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201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П. Сагайдачному.</a:t>
          </a:r>
          <a:endParaRPr lang="uk-UA" sz="2800" kern="1200"/>
        </a:p>
      </dsp:txBody>
      <dsp:txXfrm>
        <a:off x="668397" y="1782437"/>
        <a:ext cx="4006626" cy="509230"/>
      </dsp:txXfrm>
    </dsp:sp>
    <dsp:sp modelId="{259762BE-2309-4C4A-88E4-CED165FBD2BE}">
      <dsp:nvSpPr>
        <dsp:cNvPr id="0" name=""/>
        <dsp:cNvSpPr/>
      </dsp:nvSpPr>
      <dsp:spPr>
        <a:xfrm>
          <a:off x="350128" y="1718783"/>
          <a:ext cx="636537" cy="6365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185374-B38C-4190-BBCE-EE27406A72A4}">
      <dsp:nvSpPr>
        <dsp:cNvPr id="0" name=""/>
        <dsp:cNvSpPr/>
      </dsp:nvSpPr>
      <dsp:spPr>
        <a:xfrm>
          <a:off x="376444" y="2546415"/>
          <a:ext cx="4298579" cy="509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201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П. Могилі.</a:t>
          </a:r>
          <a:endParaRPr lang="uk-UA" sz="2800" kern="1200"/>
        </a:p>
      </dsp:txBody>
      <dsp:txXfrm>
        <a:off x="376444" y="2546415"/>
        <a:ext cx="4298579" cy="509230"/>
      </dsp:txXfrm>
    </dsp:sp>
    <dsp:sp modelId="{4C5D09A2-E17E-49CC-8EB4-7FD07AB6937D}">
      <dsp:nvSpPr>
        <dsp:cNvPr id="0" name=""/>
        <dsp:cNvSpPr/>
      </dsp:nvSpPr>
      <dsp:spPr>
        <a:xfrm>
          <a:off x="58175" y="2482761"/>
          <a:ext cx="636537" cy="6365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DDE6A8-74FB-4C32-B404-20F559324D14}">
      <dsp:nvSpPr>
        <dsp:cNvPr id="0" name=""/>
        <dsp:cNvSpPr/>
      </dsp:nvSpPr>
      <dsp:spPr>
        <a:xfrm>
          <a:off x="0" y="297143"/>
          <a:ext cx="4718304" cy="8611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/>
            <a:t>створення Пересопницького Євангелія</a:t>
          </a:r>
          <a:endParaRPr lang="uk-UA" sz="2300" kern="1200"/>
        </a:p>
      </dsp:txBody>
      <dsp:txXfrm>
        <a:off x="42036" y="339179"/>
        <a:ext cx="4634232" cy="777048"/>
      </dsp:txXfrm>
    </dsp:sp>
    <dsp:sp modelId="{6489EFBB-38AB-499D-87DD-E8823CAE9682}">
      <dsp:nvSpPr>
        <dsp:cNvPr id="0" name=""/>
        <dsp:cNvSpPr/>
      </dsp:nvSpPr>
      <dsp:spPr>
        <a:xfrm>
          <a:off x="0" y="1224503"/>
          <a:ext cx="4718304" cy="8611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/>
            <a:t>заснування колегіумів у Чернігові, Харкові та Переяславі</a:t>
          </a:r>
          <a:endParaRPr lang="uk-UA" sz="2300" kern="1200"/>
        </a:p>
      </dsp:txBody>
      <dsp:txXfrm>
        <a:off x="42036" y="1266539"/>
        <a:ext cx="4634232" cy="777048"/>
      </dsp:txXfrm>
    </dsp:sp>
    <dsp:sp modelId="{3977C4E9-0ABA-415D-9EAA-64DDF3B7F0EE}">
      <dsp:nvSpPr>
        <dsp:cNvPr id="0" name=""/>
        <dsp:cNvSpPr/>
      </dsp:nvSpPr>
      <dsp:spPr>
        <a:xfrm>
          <a:off x="0" y="2151864"/>
          <a:ext cx="4718304" cy="8611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/>
            <a:t>видання у Львові Іваном Федоровим «Апостола» та «Букваря»</a:t>
          </a:r>
          <a:endParaRPr lang="uk-UA" sz="2300" kern="1200"/>
        </a:p>
      </dsp:txBody>
      <dsp:txXfrm>
        <a:off x="42036" y="2193900"/>
        <a:ext cx="4634232" cy="77704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77F855-F9B4-470D-BC00-6E720EA60007}">
      <dsp:nvSpPr>
        <dsp:cNvPr id="0" name=""/>
        <dsp:cNvSpPr/>
      </dsp:nvSpPr>
      <dsp:spPr>
        <a:xfrm>
          <a:off x="0" y="238103"/>
          <a:ext cx="4718304" cy="898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/>
            <a:t>створення козацького літопису Самійла Величка</a:t>
          </a:r>
          <a:endParaRPr lang="uk-UA" sz="2400" kern="1200"/>
        </a:p>
      </dsp:txBody>
      <dsp:txXfrm>
        <a:off x="43864" y="281967"/>
        <a:ext cx="4630576" cy="810832"/>
      </dsp:txXfrm>
    </dsp:sp>
    <dsp:sp modelId="{81512D89-DB13-4490-A3C5-E2E847C30257}">
      <dsp:nvSpPr>
        <dsp:cNvPr id="0" name=""/>
        <dsp:cNvSpPr/>
      </dsp:nvSpPr>
      <dsp:spPr>
        <a:xfrm>
          <a:off x="0" y="1205784"/>
          <a:ext cx="4718304" cy="898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/>
            <a:t>об’єднання Київської братської та Лаврської шкіл у колегіум</a:t>
          </a:r>
          <a:endParaRPr lang="uk-UA" sz="2400" kern="1200"/>
        </a:p>
      </dsp:txBody>
      <dsp:txXfrm>
        <a:off x="43864" y="1249648"/>
        <a:ext cx="4630576" cy="810832"/>
      </dsp:txXfrm>
    </dsp:sp>
    <dsp:sp modelId="{6103B8AD-0FC5-4481-B8A3-FDD2C553767A}">
      <dsp:nvSpPr>
        <dsp:cNvPr id="0" name=""/>
        <dsp:cNvSpPr/>
      </dsp:nvSpPr>
      <dsp:spPr>
        <a:xfrm>
          <a:off x="0" y="2173464"/>
          <a:ext cx="4718304" cy="898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/>
            <a:t>видання «Синопсиса» — першого підручника з історії України</a:t>
          </a:r>
          <a:endParaRPr lang="uk-UA" sz="2400" kern="1200"/>
        </a:p>
      </dsp:txBody>
      <dsp:txXfrm>
        <a:off x="43864" y="2217328"/>
        <a:ext cx="4630576" cy="81083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019AB3-85A0-4453-B619-8C2FE9E73EC0}">
      <dsp:nvSpPr>
        <dsp:cNvPr id="0" name=""/>
        <dsp:cNvSpPr/>
      </dsp:nvSpPr>
      <dsp:spPr>
        <a:xfrm>
          <a:off x="-3741202" y="-574709"/>
          <a:ext cx="4459355" cy="4459355"/>
        </a:xfrm>
        <a:prstGeom prst="blockArc">
          <a:avLst>
            <a:gd name="adj1" fmla="val 18900000"/>
            <a:gd name="adj2" fmla="val 2700000"/>
            <a:gd name="adj3" fmla="val 484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234905-12C5-429D-8D93-2FE362F6867A}">
      <dsp:nvSpPr>
        <dsp:cNvPr id="0" name=""/>
        <dsp:cNvSpPr/>
      </dsp:nvSpPr>
      <dsp:spPr>
        <a:xfrm>
          <a:off x="376423" y="254467"/>
          <a:ext cx="4298349" cy="509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178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«Ординація Війська Запорозького, що перебуває на службі Речі Посполитої».</a:t>
          </a:r>
          <a:endParaRPr lang="uk-UA" sz="1600" kern="1200"/>
        </a:p>
      </dsp:txBody>
      <dsp:txXfrm>
        <a:off x="376423" y="254467"/>
        <a:ext cx="4298349" cy="509200"/>
      </dsp:txXfrm>
    </dsp:sp>
    <dsp:sp modelId="{7F4B4F89-FCE4-4467-BDE2-A4FE1B51D530}">
      <dsp:nvSpPr>
        <dsp:cNvPr id="0" name=""/>
        <dsp:cNvSpPr/>
      </dsp:nvSpPr>
      <dsp:spPr>
        <a:xfrm>
          <a:off x="58172" y="190817"/>
          <a:ext cx="636500" cy="63650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576208-5424-4A62-AFA4-9019BBADB6E6}">
      <dsp:nvSpPr>
        <dsp:cNvPr id="0" name=""/>
        <dsp:cNvSpPr/>
      </dsp:nvSpPr>
      <dsp:spPr>
        <a:xfrm>
          <a:off x="668359" y="1018401"/>
          <a:ext cx="4006413" cy="509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178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Куруківська угода.</a:t>
          </a:r>
          <a:endParaRPr lang="uk-UA" sz="1600" kern="1200"/>
        </a:p>
      </dsp:txBody>
      <dsp:txXfrm>
        <a:off x="668359" y="1018401"/>
        <a:ext cx="4006413" cy="509200"/>
      </dsp:txXfrm>
    </dsp:sp>
    <dsp:sp modelId="{0339A80A-EBAA-48ED-8EC5-75EFB5F6D9AC}">
      <dsp:nvSpPr>
        <dsp:cNvPr id="0" name=""/>
        <dsp:cNvSpPr/>
      </dsp:nvSpPr>
      <dsp:spPr>
        <a:xfrm>
          <a:off x="350109" y="954751"/>
          <a:ext cx="636500" cy="63650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139D88-BA57-4731-8F4B-733A1D958744}">
      <dsp:nvSpPr>
        <dsp:cNvPr id="0" name=""/>
        <dsp:cNvSpPr/>
      </dsp:nvSpPr>
      <dsp:spPr>
        <a:xfrm>
          <a:off x="668359" y="1782334"/>
          <a:ext cx="4006413" cy="509200"/>
        </a:xfrm>
        <a:prstGeom prst="rect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178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/>
            <a:t>«</a:t>
          </a:r>
          <a:r>
            <a:rPr lang="ru-RU" sz="1600" b="0" i="0" kern="1200" dirty="0" err="1"/>
            <a:t>Пункти</a:t>
          </a:r>
          <a:r>
            <a:rPr lang="ru-RU" sz="1600" b="0" i="0" kern="1200" dirty="0"/>
            <a:t> для </a:t>
          </a:r>
          <a:r>
            <a:rPr lang="ru-RU" sz="1600" b="0" i="0" kern="1200" dirty="0" err="1"/>
            <a:t>заспокоєння</a:t>
          </a:r>
          <a:r>
            <a:rPr lang="ru-RU" sz="1600" b="0" i="0" kern="1200" dirty="0"/>
            <a:t> руського народу».</a:t>
          </a:r>
          <a:endParaRPr lang="uk-UA" sz="1600" kern="1200" dirty="0"/>
        </a:p>
      </dsp:txBody>
      <dsp:txXfrm>
        <a:off x="668359" y="1782334"/>
        <a:ext cx="4006413" cy="509200"/>
      </dsp:txXfrm>
    </dsp:sp>
    <dsp:sp modelId="{62FE8539-F517-4F1E-9369-A06DC08EC166}">
      <dsp:nvSpPr>
        <dsp:cNvPr id="0" name=""/>
        <dsp:cNvSpPr/>
      </dsp:nvSpPr>
      <dsp:spPr>
        <a:xfrm>
          <a:off x="350109" y="1718684"/>
          <a:ext cx="636500" cy="63650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F4C03A-BA87-4BED-B683-055F801FF48B}">
      <dsp:nvSpPr>
        <dsp:cNvPr id="0" name=""/>
        <dsp:cNvSpPr/>
      </dsp:nvSpPr>
      <dsp:spPr>
        <a:xfrm>
          <a:off x="376423" y="2546268"/>
          <a:ext cx="4298349" cy="509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178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Люблінська унія.</a:t>
          </a:r>
          <a:endParaRPr lang="uk-UA" sz="1600" kern="1200"/>
        </a:p>
      </dsp:txBody>
      <dsp:txXfrm>
        <a:off x="376423" y="2546268"/>
        <a:ext cx="4298349" cy="509200"/>
      </dsp:txXfrm>
    </dsp:sp>
    <dsp:sp modelId="{4C00FDD8-78C8-4BFB-96F1-11C2C2E0982A}">
      <dsp:nvSpPr>
        <dsp:cNvPr id="0" name=""/>
        <dsp:cNvSpPr/>
      </dsp:nvSpPr>
      <dsp:spPr>
        <a:xfrm>
          <a:off x="58172" y="2482618"/>
          <a:ext cx="636500" cy="63650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019AB3-85A0-4453-B619-8C2FE9E73EC0}">
      <dsp:nvSpPr>
        <dsp:cNvPr id="0" name=""/>
        <dsp:cNvSpPr/>
      </dsp:nvSpPr>
      <dsp:spPr>
        <a:xfrm>
          <a:off x="-3741202" y="-574709"/>
          <a:ext cx="4459355" cy="4459355"/>
        </a:xfrm>
        <a:prstGeom prst="blockArc">
          <a:avLst>
            <a:gd name="adj1" fmla="val 18900000"/>
            <a:gd name="adj2" fmla="val 2700000"/>
            <a:gd name="adj3" fmla="val 484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234905-12C5-429D-8D93-2FE362F6867A}">
      <dsp:nvSpPr>
        <dsp:cNvPr id="0" name=""/>
        <dsp:cNvSpPr/>
      </dsp:nvSpPr>
      <dsp:spPr>
        <a:xfrm>
          <a:off x="376423" y="254467"/>
          <a:ext cx="4298349" cy="509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178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«Ординація Війська Запорозького, що перебуває на службі Речі Посполитої».</a:t>
          </a:r>
          <a:endParaRPr lang="uk-UA" sz="1600" kern="1200"/>
        </a:p>
      </dsp:txBody>
      <dsp:txXfrm>
        <a:off x="376423" y="254467"/>
        <a:ext cx="4298349" cy="509200"/>
      </dsp:txXfrm>
    </dsp:sp>
    <dsp:sp modelId="{7F4B4F89-FCE4-4467-BDE2-A4FE1B51D530}">
      <dsp:nvSpPr>
        <dsp:cNvPr id="0" name=""/>
        <dsp:cNvSpPr/>
      </dsp:nvSpPr>
      <dsp:spPr>
        <a:xfrm>
          <a:off x="58172" y="190817"/>
          <a:ext cx="636500" cy="63650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576208-5424-4A62-AFA4-9019BBADB6E6}">
      <dsp:nvSpPr>
        <dsp:cNvPr id="0" name=""/>
        <dsp:cNvSpPr/>
      </dsp:nvSpPr>
      <dsp:spPr>
        <a:xfrm>
          <a:off x="668359" y="1018401"/>
          <a:ext cx="4006413" cy="509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178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Куруківська угода.</a:t>
          </a:r>
          <a:endParaRPr lang="uk-UA" sz="1600" kern="1200"/>
        </a:p>
      </dsp:txBody>
      <dsp:txXfrm>
        <a:off x="668359" y="1018401"/>
        <a:ext cx="4006413" cy="509200"/>
      </dsp:txXfrm>
    </dsp:sp>
    <dsp:sp modelId="{0339A80A-EBAA-48ED-8EC5-75EFB5F6D9AC}">
      <dsp:nvSpPr>
        <dsp:cNvPr id="0" name=""/>
        <dsp:cNvSpPr/>
      </dsp:nvSpPr>
      <dsp:spPr>
        <a:xfrm>
          <a:off x="350109" y="954751"/>
          <a:ext cx="636500" cy="63650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139D88-BA57-4731-8F4B-733A1D958744}">
      <dsp:nvSpPr>
        <dsp:cNvPr id="0" name=""/>
        <dsp:cNvSpPr/>
      </dsp:nvSpPr>
      <dsp:spPr>
        <a:xfrm>
          <a:off x="668359" y="1782334"/>
          <a:ext cx="4006413" cy="509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178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/>
            <a:t>«</a:t>
          </a:r>
          <a:r>
            <a:rPr lang="ru-RU" sz="1600" b="0" i="0" kern="1200" dirty="0" err="1"/>
            <a:t>Пункти</a:t>
          </a:r>
          <a:r>
            <a:rPr lang="ru-RU" sz="1600" b="0" i="0" kern="1200" dirty="0"/>
            <a:t> для </a:t>
          </a:r>
          <a:r>
            <a:rPr lang="ru-RU" sz="1600" b="0" i="0" kern="1200" dirty="0" err="1"/>
            <a:t>заспокоєння</a:t>
          </a:r>
          <a:r>
            <a:rPr lang="ru-RU" sz="1600" b="0" i="0" kern="1200" dirty="0"/>
            <a:t> руського народу».</a:t>
          </a:r>
          <a:endParaRPr lang="uk-UA" sz="1600" kern="1200" dirty="0"/>
        </a:p>
      </dsp:txBody>
      <dsp:txXfrm>
        <a:off x="668359" y="1782334"/>
        <a:ext cx="4006413" cy="509200"/>
      </dsp:txXfrm>
    </dsp:sp>
    <dsp:sp modelId="{62FE8539-F517-4F1E-9369-A06DC08EC166}">
      <dsp:nvSpPr>
        <dsp:cNvPr id="0" name=""/>
        <dsp:cNvSpPr/>
      </dsp:nvSpPr>
      <dsp:spPr>
        <a:xfrm>
          <a:off x="350109" y="1718684"/>
          <a:ext cx="636500" cy="63650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F4C03A-BA87-4BED-B683-055F801FF48B}">
      <dsp:nvSpPr>
        <dsp:cNvPr id="0" name=""/>
        <dsp:cNvSpPr/>
      </dsp:nvSpPr>
      <dsp:spPr>
        <a:xfrm>
          <a:off x="376423" y="2546268"/>
          <a:ext cx="4298349" cy="509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178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Люблінська унія.</a:t>
          </a:r>
          <a:endParaRPr lang="uk-UA" sz="1600" kern="1200"/>
        </a:p>
      </dsp:txBody>
      <dsp:txXfrm>
        <a:off x="376423" y="2546268"/>
        <a:ext cx="4298349" cy="509200"/>
      </dsp:txXfrm>
    </dsp:sp>
    <dsp:sp modelId="{4C00FDD8-78C8-4BFB-96F1-11C2C2E0982A}">
      <dsp:nvSpPr>
        <dsp:cNvPr id="0" name=""/>
        <dsp:cNvSpPr/>
      </dsp:nvSpPr>
      <dsp:spPr>
        <a:xfrm>
          <a:off x="58172" y="2482618"/>
          <a:ext cx="636500" cy="63650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226F74-510F-4547-BF9F-B3CD9806A4E9}">
      <dsp:nvSpPr>
        <dsp:cNvPr id="0" name=""/>
        <dsp:cNvSpPr/>
      </dsp:nvSpPr>
      <dsp:spPr>
        <a:xfrm>
          <a:off x="-3741418" y="-574742"/>
          <a:ext cx="4459612" cy="4459612"/>
        </a:xfrm>
        <a:prstGeom prst="blockArc">
          <a:avLst>
            <a:gd name="adj1" fmla="val 18900000"/>
            <a:gd name="adj2" fmla="val 2700000"/>
            <a:gd name="adj3" fmla="val 484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1F32BA-A063-4C23-B582-169188C73FBF}">
      <dsp:nvSpPr>
        <dsp:cNvPr id="0" name=""/>
        <dsp:cNvSpPr/>
      </dsp:nvSpPr>
      <dsp:spPr>
        <a:xfrm>
          <a:off x="376444" y="254482"/>
          <a:ext cx="4298579" cy="509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201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розширити повноваження греко-католицької церкви</a:t>
          </a:r>
          <a:endParaRPr lang="uk-UA" sz="1600" kern="1200"/>
        </a:p>
      </dsp:txBody>
      <dsp:txXfrm>
        <a:off x="376444" y="254482"/>
        <a:ext cx="4298579" cy="509230"/>
      </dsp:txXfrm>
    </dsp:sp>
    <dsp:sp modelId="{D415BD4A-F190-430D-8D94-A4E72AAA92A5}">
      <dsp:nvSpPr>
        <dsp:cNvPr id="0" name=""/>
        <dsp:cNvSpPr/>
      </dsp:nvSpPr>
      <dsp:spPr>
        <a:xfrm>
          <a:off x="58175" y="190828"/>
          <a:ext cx="636537" cy="6365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121E89-560F-4754-975B-1CE0F09CA723}">
      <dsp:nvSpPr>
        <dsp:cNvPr id="0" name=""/>
        <dsp:cNvSpPr/>
      </dsp:nvSpPr>
      <dsp:spPr>
        <a:xfrm>
          <a:off x="668397" y="1018460"/>
          <a:ext cx="4006626" cy="509230"/>
        </a:xfrm>
        <a:prstGeom prst="rect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201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 err="1"/>
            <a:t>зняти</a:t>
          </a:r>
          <a:r>
            <a:rPr lang="ru-RU" sz="1600" b="0" i="0" kern="1200" dirty="0"/>
            <a:t> </a:t>
          </a:r>
          <a:r>
            <a:rPr lang="ru-RU" sz="1600" b="0" i="0" kern="1200" dirty="0" err="1"/>
            <a:t>гостроту</a:t>
          </a:r>
          <a:r>
            <a:rPr lang="ru-RU" sz="1600" b="0" i="0" kern="1200" dirty="0"/>
            <a:t> </a:t>
          </a:r>
          <a:r>
            <a:rPr lang="ru-RU" sz="1600" b="0" i="0" kern="1200" dirty="0" err="1"/>
            <a:t>міжконфесійного</a:t>
          </a:r>
          <a:r>
            <a:rPr lang="ru-RU" sz="1600" b="0" i="0" kern="1200" dirty="0"/>
            <a:t> </a:t>
          </a:r>
          <a:r>
            <a:rPr lang="ru-RU" sz="1600" b="0" i="0" kern="1200" dirty="0" err="1"/>
            <a:t>протистояння</a:t>
          </a:r>
          <a:r>
            <a:rPr lang="ru-RU" sz="1600" b="0" i="0" kern="1200" dirty="0"/>
            <a:t> в </a:t>
          </a:r>
          <a:r>
            <a:rPr lang="ru-RU" sz="1600" b="0" i="0" kern="1200" dirty="0" err="1"/>
            <a:t>суспільстві</a:t>
          </a:r>
          <a:endParaRPr lang="uk-UA" sz="1600" kern="1200" dirty="0"/>
        </a:p>
      </dsp:txBody>
      <dsp:txXfrm>
        <a:off x="668397" y="1018460"/>
        <a:ext cx="4006626" cy="509230"/>
      </dsp:txXfrm>
    </dsp:sp>
    <dsp:sp modelId="{E6E8D55B-9379-4972-A2AB-7A4E4D6EB2AF}">
      <dsp:nvSpPr>
        <dsp:cNvPr id="0" name=""/>
        <dsp:cNvSpPr/>
      </dsp:nvSpPr>
      <dsp:spPr>
        <a:xfrm>
          <a:off x="350128" y="954806"/>
          <a:ext cx="636537" cy="6365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53C333-CD53-437A-B2E7-72F7E534A06E}">
      <dsp:nvSpPr>
        <dsp:cNvPr id="0" name=""/>
        <dsp:cNvSpPr/>
      </dsp:nvSpPr>
      <dsp:spPr>
        <a:xfrm>
          <a:off x="668397" y="1782437"/>
          <a:ext cx="4006626" cy="509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201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розділити на українських землях світську та духовну владу</a:t>
          </a:r>
          <a:endParaRPr lang="uk-UA" sz="1600" kern="1200"/>
        </a:p>
      </dsp:txBody>
      <dsp:txXfrm>
        <a:off x="668397" y="1782437"/>
        <a:ext cx="4006626" cy="509230"/>
      </dsp:txXfrm>
    </dsp:sp>
    <dsp:sp modelId="{2B20BF62-7A4F-47E2-9C1A-8B79E9B86E97}">
      <dsp:nvSpPr>
        <dsp:cNvPr id="0" name=""/>
        <dsp:cNvSpPr/>
      </dsp:nvSpPr>
      <dsp:spPr>
        <a:xfrm>
          <a:off x="350128" y="1718783"/>
          <a:ext cx="636537" cy="6365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E6B4C7-CB32-4E2A-ACC2-AA86E57A8302}">
      <dsp:nvSpPr>
        <dsp:cNvPr id="0" name=""/>
        <dsp:cNvSpPr/>
      </dsp:nvSpPr>
      <dsp:spPr>
        <a:xfrm>
          <a:off x="376444" y="2546415"/>
          <a:ext cx="4298579" cy="509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201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скасувати рішення Берестейського церковного собору</a:t>
          </a:r>
          <a:endParaRPr lang="uk-UA" sz="1600" kern="1200"/>
        </a:p>
      </dsp:txBody>
      <dsp:txXfrm>
        <a:off x="376444" y="2546415"/>
        <a:ext cx="4298579" cy="509230"/>
      </dsp:txXfrm>
    </dsp:sp>
    <dsp:sp modelId="{34FB6BC7-1FFC-4B2D-833D-42BBD301F8CD}">
      <dsp:nvSpPr>
        <dsp:cNvPr id="0" name=""/>
        <dsp:cNvSpPr/>
      </dsp:nvSpPr>
      <dsp:spPr>
        <a:xfrm>
          <a:off x="58175" y="2482761"/>
          <a:ext cx="636537" cy="6365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226F74-510F-4547-BF9F-B3CD9806A4E9}">
      <dsp:nvSpPr>
        <dsp:cNvPr id="0" name=""/>
        <dsp:cNvSpPr/>
      </dsp:nvSpPr>
      <dsp:spPr>
        <a:xfrm>
          <a:off x="-3741418" y="-574742"/>
          <a:ext cx="4459612" cy="4459612"/>
        </a:xfrm>
        <a:prstGeom prst="blockArc">
          <a:avLst>
            <a:gd name="adj1" fmla="val 18900000"/>
            <a:gd name="adj2" fmla="val 2700000"/>
            <a:gd name="adj3" fmla="val 484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1F32BA-A063-4C23-B582-169188C73FBF}">
      <dsp:nvSpPr>
        <dsp:cNvPr id="0" name=""/>
        <dsp:cNvSpPr/>
      </dsp:nvSpPr>
      <dsp:spPr>
        <a:xfrm>
          <a:off x="376444" y="254482"/>
          <a:ext cx="4298579" cy="509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201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розширити повноваження греко-католицької церкви</a:t>
          </a:r>
          <a:endParaRPr lang="uk-UA" sz="1600" kern="1200"/>
        </a:p>
      </dsp:txBody>
      <dsp:txXfrm>
        <a:off x="376444" y="254482"/>
        <a:ext cx="4298579" cy="509230"/>
      </dsp:txXfrm>
    </dsp:sp>
    <dsp:sp modelId="{D415BD4A-F190-430D-8D94-A4E72AAA92A5}">
      <dsp:nvSpPr>
        <dsp:cNvPr id="0" name=""/>
        <dsp:cNvSpPr/>
      </dsp:nvSpPr>
      <dsp:spPr>
        <a:xfrm>
          <a:off x="58175" y="190828"/>
          <a:ext cx="636537" cy="6365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121E89-560F-4754-975B-1CE0F09CA723}">
      <dsp:nvSpPr>
        <dsp:cNvPr id="0" name=""/>
        <dsp:cNvSpPr/>
      </dsp:nvSpPr>
      <dsp:spPr>
        <a:xfrm>
          <a:off x="668397" y="1018460"/>
          <a:ext cx="4006626" cy="509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201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 err="1"/>
            <a:t>зняти</a:t>
          </a:r>
          <a:r>
            <a:rPr lang="ru-RU" sz="1600" b="0" i="0" kern="1200" dirty="0"/>
            <a:t> </a:t>
          </a:r>
          <a:r>
            <a:rPr lang="ru-RU" sz="1600" b="0" i="0" kern="1200" dirty="0" err="1"/>
            <a:t>гостроту</a:t>
          </a:r>
          <a:r>
            <a:rPr lang="ru-RU" sz="1600" b="0" i="0" kern="1200" dirty="0"/>
            <a:t> </a:t>
          </a:r>
          <a:r>
            <a:rPr lang="ru-RU" sz="1600" b="0" i="0" kern="1200" dirty="0" err="1"/>
            <a:t>міжконфесійного</a:t>
          </a:r>
          <a:r>
            <a:rPr lang="ru-RU" sz="1600" b="0" i="0" kern="1200" dirty="0"/>
            <a:t> </a:t>
          </a:r>
          <a:r>
            <a:rPr lang="ru-RU" sz="1600" b="0" i="0" kern="1200" dirty="0" err="1"/>
            <a:t>протистояння</a:t>
          </a:r>
          <a:r>
            <a:rPr lang="ru-RU" sz="1600" b="0" i="0" kern="1200" dirty="0"/>
            <a:t> в </a:t>
          </a:r>
          <a:r>
            <a:rPr lang="ru-RU" sz="1600" b="0" i="0" kern="1200"/>
            <a:t>суспільстві</a:t>
          </a:r>
          <a:endParaRPr lang="uk-UA" sz="1600" kern="1200" dirty="0"/>
        </a:p>
      </dsp:txBody>
      <dsp:txXfrm>
        <a:off x="668397" y="1018460"/>
        <a:ext cx="4006626" cy="509230"/>
      </dsp:txXfrm>
    </dsp:sp>
    <dsp:sp modelId="{E6E8D55B-9379-4972-A2AB-7A4E4D6EB2AF}">
      <dsp:nvSpPr>
        <dsp:cNvPr id="0" name=""/>
        <dsp:cNvSpPr/>
      </dsp:nvSpPr>
      <dsp:spPr>
        <a:xfrm>
          <a:off x="350128" y="954806"/>
          <a:ext cx="636537" cy="6365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53C333-CD53-437A-B2E7-72F7E534A06E}">
      <dsp:nvSpPr>
        <dsp:cNvPr id="0" name=""/>
        <dsp:cNvSpPr/>
      </dsp:nvSpPr>
      <dsp:spPr>
        <a:xfrm>
          <a:off x="668397" y="1782437"/>
          <a:ext cx="4006626" cy="509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201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розділити на українських землях світську та духовну владу</a:t>
          </a:r>
          <a:endParaRPr lang="uk-UA" sz="1600" kern="1200"/>
        </a:p>
      </dsp:txBody>
      <dsp:txXfrm>
        <a:off x="668397" y="1782437"/>
        <a:ext cx="4006626" cy="509230"/>
      </dsp:txXfrm>
    </dsp:sp>
    <dsp:sp modelId="{2B20BF62-7A4F-47E2-9C1A-8B79E9B86E97}">
      <dsp:nvSpPr>
        <dsp:cNvPr id="0" name=""/>
        <dsp:cNvSpPr/>
      </dsp:nvSpPr>
      <dsp:spPr>
        <a:xfrm>
          <a:off x="350128" y="1718783"/>
          <a:ext cx="636537" cy="6365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E6B4C7-CB32-4E2A-ACC2-AA86E57A8302}">
      <dsp:nvSpPr>
        <dsp:cNvPr id="0" name=""/>
        <dsp:cNvSpPr/>
      </dsp:nvSpPr>
      <dsp:spPr>
        <a:xfrm>
          <a:off x="376444" y="2546415"/>
          <a:ext cx="4298579" cy="509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201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скасувати рішення Берестейського церковного собору</a:t>
          </a:r>
          <a:endParaRPr lang="uk-UA" sz="1600" kern="1200"/>
        </a:p>
      </dsp:txBody>
      <dsp:txXfrm>
        <a:off x="376444" y="2546415"/>
        <a:ext cx="4298579" cy="509230"/>
      </dsp:txXfrm>
    </dsp:sp>
    <dsp:sp modelId="{34FB6BC7-1FFC-4B2D-833D-42BBD301F8CD}">
      <dsp:nvSpPr>
        <dsp:cNvPr id="0" name=""/>
        <dsp:cNvSpPr/>
      </dsp:nvSpPr>
      <dsp:spPr>
        <a:xfrm>
          <a:off x="58175" y="2482761"/>
          <a:ext cx="636537" cy="6365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E01442-BB37-4249-82FA-77FC54707529}">
      <dsp:nvSpPr>
        <dsp:cNvPr id="0" name=""/>
        <dsp:cNvSpPr/>
      </dsp:nvSpPr>
      <dsp:spPr>
        <a:xfrm rot="10800000">
          <a:off x="959338" y="155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«Києво-Печерський патерик».</a:t>
          </a:r>
          <a:endParaRPr lang="uk-UA" sz="2000" kern="1200"/>
        </a:p>
      </dsp:txBody>
      <dsp:txXfrm rot="10800000">
        <a:off x="1128360" y="155"/>
        <a:ext cx="2968650" cy="676090"/>
      </dsp:txXfrm>
    </dsp:sp>
    <dsp:sp modelId="{59FF2953-C0AB-41B5-9F0E-DFCE975CEB49}">
      <dsp:nvSpPr>
        <dsp:cNvPr id="0" name=""/>
        <dsp:cNvSpPr/>
      </dsp:nvSpPr>
      <dsp:spPr>
        <a:xfrm>
          <a:off x="621293" y="155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B49A58-E9C5-4B96-9EC7-50916FB6C2D5}">
      <dsp:nvSpPr>
        <dsp:cNvPr id="0" name=""/>
        <dsp:cNvSpPr/>
      </dsp:nvSpPr>
      <dsp:spPr>
        <a:xfrm rot="10800000">
          <a:off x="959338" y="878064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«Пересопницьке Євангеліє».</a:t>
          </a:r>
          <a:endParaRPr lang="uk-UA" sz="2000" kern="1200"/>
        </a:p>
      </dsp:txBody>
      <dsp:txXfrm rot="10800000">
        <a:off x="1128360" y="878064"/>
        <a:ext cx="2968650" cy="676090"/>
      </dsp:txXfrm>
    </dsp:sp>
    <dsp:sp modelId="{C7A64F94-061F-4E15-8520-0D90DA5CEE26}">
      <dsp:nvSpPr>
        <dsp:cNvPr id="0" name=""/>
        <dsp:cNvSpPr/>
      </dsp:nvSpPr>
      <dsp:spPr>
        <a:xfrm>
          <a:off x="621293" y="878064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E982FB-56CD-4658-BE8E-86EA65366752}">
      <dsp:nvSpPr>
        <dsp:cNvPr id="0" name=""/>
        <dsp:cNvSpPr/>
      </dsp:nvSpPr>
      <dsp:spPr>
        <a:xfrm rot="10800000">
          <a:off x="959338" y="1755973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«Синопсис».</a:t>
          </a:r>
          <a:endParaRPr lang="uk-UA" sz="2000" kern="1200"/>
        </a:p>
      </dsp:txBody>
      <dsp:txXfrm rot="10800000">
        <a:off x="1128360" y="1755973"/>
        <a:ext cx="2968650" cy="676090"/>
      </dsp:txXfrm>
    </dsp:sp>
    <dsp:sp modelId="{7C496BF9-64B7-444E-A41E-A2593303C3E1}">
      <dsp:nvSpPr>
        <dsp:cNvPr id="0" name=""/>
        <dsp:cNvSpPr/>
      </dsp:nvSpPr>
      <dsp:spPr>
        <a:xfrm>
          <a:off x="621293" y="1755973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9A6440-AC57-4197-B183-888543C227BB}">
      <dsp:nvSpPr>
        <dsp:cNvPr id="0" name=""/>
        <dsp:cNvSpPr/>
      </dsp:nvSpPr>
      <dsp:spPr>
        <a:xfrm rot="10800000">
          <a:off x="959338" y="2633881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«Православне ісповідання віри».</a:t>
          </a:r>
          <a:endParaRPr lang="uk-UA" sz="2000" kern="1200"/>
        </a:p>
      </dsp:txBody>
      <dsp:txXfrm rot="10800000">
        <a:off x="1128360" y="2633881"/>
        <a:ext cx="2968650" cy="676090"/>
      </dsp:txXfrm>
    </dsp:sp>
    <dsp:sp modelId="{460B01D7-F8E9-4A84-B21A-65E4A62E4B07}">
      <dsp:nvSpPr>
        <dsp:cNvPr id="0" name=""/>
        <dsp:cNvSpPr/>
      </dsp:nvSpPr>
      <dsp:spPr>
        <a:xfrm>
          <a:off x="621293" y="2633881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CE4CD7-8B72-42AD-8FB6-9C66B6C25DC6}">
      <dsp:nvSpPr>
        <dsp:cNvPr id="0" name=""/>
        <dsp:cNvSpPr/>
      </dsp:nvSpPr>
      <dsp:spPr>
        <a:xfrm>
          <a:off x="704088" y="0"/>
          <a:ext cx="3310127" cy="3310127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DBBF0B-C566-4198-8162-4749B62339CD}">
      <dsp:nvSpPr>
        <dsp:cNvPr id="0" name=""/>
        <dsp:cNvSpPr/>
      </dsp:nvSpPr>
      <dsp:spPr>
        <a:xfrm>
          <a:off x="1018550" y="314462"/>
          <a:ext cx="1290949" cy="12909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b="0" i="0" kern="1200"/>
            <a:t>Львівського університету</a:t>
          </a:r>
          <a:endParaRPr lang="uk-UA" sz="1300" kern="1200"/>
        </a:p>
      </dsp:txBody>
      <dsp:txXfrm>
        <a:off x="1081569" y="377481"/>
        <a:ext cx="1164911" cy="1164911"/>
      </dsp:txXfrm>
    </dsp:sp>
    <dsp:sp modelId="{545D2FF7-918A-4D9B-8EAE-2004E9B06B0E}">
      <dsp:nvSpPr>
        <dsp:cNvPr id="0" name=""/>
        <dsp:cNvSpPr/>
      </dsp:nvSpPr>
      <dsp:spPr>
        <a:xfrm>
          <a:off x="2408803" y="314462"/>
          <a:ext cx="1290949" cy="12909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b="0" i="0" kern="1200"/>
            <a:t>Києво-Могилянського колегіуму</a:t>
          </a:r>
          <a:endParaRPr lang="uk-UA" sz="1300" kern="1200"/>
        </a:p>
      </dsp:txBody>
      <dsp:txXfrm>
        <a:off x="2471822" y="377481"/>
        <a:ext cx="1164911" cy="1164911"/>
      </dsp:txXfrm>
    </dsp:sp>
    <dsp:sp modelId="{F5402F39-95BF-4450-ABEC-1FBBB2068636}">
      <dsp:nvSpPr>
        <dsp:cNvPr id="0" name=""/>
        <dsp:cNvSpPr/>
      </dsp:nvSpPr>
      <dsp:spPr>
        <a:xfrm>
          <a:off x="1018550" y="1704715"/>
          <a:ext cx="1290949" cy="12909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b="0" i="0" kern="1200"/>
            <a:t>Луцької братської школи</a:t>
          </a:r>
          <a:endParaRPr lang="uk-UA" sz="1300" kern="1200"/>
        </a:p>
      </dsp:txBody>
      <dsp:txXfrm>
        <a:off x="1081569" y="1767734"/>
        <a:ext cx="1164911" cy="1164911"/>
      </dsp:txXfrm>
    </dsp:sp>
    <dsp:sp modelId="{858614F5-8CE0-441E-BA86-E4B188489E6B}">
      <dsp:nvSpPr>
        <dsp:cNvPr id="0" name=""/>
        <dsp:cNvSpPr/>
      </dsp:nvSpPr>
      <dsp:spPr>
        <a:xfrm>
          <a:off x="2408803" y="1704715"/>
          <a:ext cx="1290949" cy="12909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b="0" i="0" kern="1200"/>
            <a:t>Острозької академії</a:t>
          </a:r>
          <a:endParaRPr lang="uk-UA" sz="1300" kern="1200"/>
        </a:p>
      </dsp:txBody>
      <dsp:txXfrm>
        <a:off x="2471822" y="1767734"/>
        <a:ext cx="1164911" cy="1164911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D92C34-F7C6-4087-8453-5FB92FD1F78E}">
      <dsp:nvSpPr>
        <dsp:cNvPr id="0" name=""/>
        <dsp:cNvSpPr/>
      </dsp:nvSpPr>
      <dsp:spPr>
        <a:xfrm>
          <a:off x="704088" y="0"/>
          <a:ext cx="3310127" cy="3310127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C24C64-A560-4E87-A65B-ED5EEE55B438}">
      <dsp:nvSpPr>
        <dsp:cNvPr id="0" name=""/>
        <dsp:cNvSpPr/>
      </dsp:nvSpPr>
      <dsp:spPr>
        <a:xfrm>
          <a:off x="1018550" y="314462"/>
          <a:ext cx="1290949" cy="12909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комедія</a:t>
          </a:r>
          <a:endParaRPr lang="uk-UA" sz="1900" kern="1200"/>
        </a:p>
      </dsp:txBody>
      <dsp:txXfrm>
        <a:off x="1081569" y="377481"/>
        <a:ext cx="1164911" cy="1164911"/>
      </dsp:txXfrm>
    </dsp:sp>
    <dsp:sp modelId="{673A7CD8-63FD-4568-8ABF-8393B84BC029}">
      <dsp:nvSpPr>
        <dsp:cNvPr id="0" name=""/>
        <dsp:cNvSpPr/>
      </dsp:nvSpPr>
      <dsp:spPr>
        <a:xfrm>
          <a:off x="2408803" y="314462"/>
          <a:ext cx="1290949" cy="12909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містерія</a:t>
          </a:r>
          <a:endParaRPr lang="uk-UA" sz="1900" kern="1200"/>
        </a:p>
      </dsp:txBody>
      <dsp:txXfrm>
        <a:off x="2471822" y="377481"/>
        <a:ext cx="1164911" cy="1164911"/>
      </dsp:txXfrm>
    </dsp:sp>
    <dsp:sp modelId="{B1B31A64-F364-4EF1-A9F0-8A650BECA8E8}">
      <dsp:nvSpPr>
        <dsp:cNvPr id="0" name=""/>
        <dsp:cNvSpPr/>
      </dsp:nvSpPr>
      <dsp:spPr>
        <a:xfrm>
          <a:off x="1018550" y="1704715"/>
          <a:ext cx="1290949" cy="12909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прелюдія</a:t>
          </a:r>
          <a:endParaRPr lang="uk-UA" sz="1900" kern="1200"/>
        </a:p>
      </dsp:txBody>
      <dsp:txXfrm>
        <a:off x="1081569" y="1767734"/>
        <a:ext cx="1164911" cy="1164911"/>
      </dsp:txXfrm>
    </dsp:sp>
    <dsp:sp modelId="{924AC84B-6565-4099-AED7-77882659893C}">
      <dsp:nvSpPr>
        <dsp:cNvPr id="0" name=""/>
        <dsp:cNvSpPr/>
      </dsp:nvSpPr>
      <dsp:spPr>
        <a:xfrm>
          <a:off x="2408803" y="1704715"/>
          <a:ext cx="1290949" cy="12909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інтермедія</a:t>
          </a:r>
          <a:endParaRPr lang="uk-UA" sz="1900" kern="1200"/>
        </a:p>
      </dsp:txBody>
      <dsp:txXfrm>
        <a:off x="2471822" y="1767734"/>
        <a:ext cx="1164911" cy="1164911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3E8EA5-22DE-4CCE-AD33-5B4E4C6101DC}">
      <dsp:nvSpPr>
        <dsp:cNvPr id="0" name=""/>
        <dsp:cNvSpPr/>
      </dsp:nvSpPr>
      <dsp:spPr>
        <a:xfrm>
          <a:off x="-3741418" y="-574742"/>
          <a:ext cx="4459612" cy="4459612"/>
        </a:xfrm>
        <a:prstGeom prst="blockArc">
          <a:avLst>
            <a:gd name="adj1" fmla="val 18900000"/>
            <a:gd name="adj2" fmla="val 2700000"/>
            <a:gd name="adj3" fmla="val 484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0565E2-6D24-4E6F-AC04-07392953145F}">
      <dsp:nvSpPr>
        <dsp:cNvPr id="0" name=""/>
        <dsp:cNvSpPr/>
      </dsp:nvSpPr>
      <dsp:spPr>
        <a:xfrm>
          <a:off x="461845" y="331012"/>
          <a:ext cx="4213178" cy="6620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5483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укладення Берестейської церковної унії</a:t>
          </a:r>
          <a:endParaRPr lang="uk-UA" sz="1500" kern="1200"/>
        </a:p>
      </dsp:txBody>
      <dsp:txXfrm>
        <a:off x="461845" y="331012"/>
        <a:ext cx="4213178" cy="662025"/>
      </dsp:txXfrm>
    </dsp:sp>
    <dsp:sp modelId="{6C81CCAD-6E1C-49D7-8930-27B274216C3A}">
      <dsp:nvSpPr>
        <dsp:cNvPr id="0" name=""/>
        <dsp:cNvSpPr/>
      </dsp:nvSpPr>
      <dsp:spPr>
        <a:xfrm>
          <a:off x="48079" y="248259"/>
          <a:ext cx="827531" cy="82753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54CBCA-4762-4074-9D46-268C7F604B42}">
      <dsp:nvSpPr>
        <dsp:cNvPr id="0" name=""/>
        <dsp:cNvSpPr/>
      </dsp:nvSpPr>
      <dsp:spPr>
        <a:xfrm>
          <a:off x="702491" y="1324051"/>
          <a:ext cx="3972532" cy="6620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5483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створення козацьких літописів Г. Граб’янки та С. Величка</a:t>
          </a:r>
          <a:endParaRPr lang="uk-UA" sz="1500" kern="1200"/>
        </a:p>
      </dsp:txBody>
      <dsp:txXfrm>
        <a:off x="702491" y="1324051"/>
        <a:ext cx="3972532" cy="662025"/>
      </dsp:txXfrm>
    </dsp:sp>
    <dsp:sp modelId="{47EFF80E-B75E-4A71-A427-C36EDA4B211F}">
      <dsp:nvSpPr>
        <dsp:cNvPr id="0" name=""/>
        <dsp:cNvSpPr/>
      </dsp:nvSpPr>
      <dsp:spPr>
        <a:xfrm>
          <a:off x="288725" y="1241298"/>
          <a:ext cx="827531" cy="82753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99D06D-540D-4F5A-A126-2276C231F043}">
      <dsp:nvSpPr>
        <dsp:cNvPr id="0" name=""/>
        <dsp:cNvSpPr/>
      </dsp:nvSpPr>
      <dsp:spPr>
        <a:xfrm>
          <a:off x="461845" y="2317089"/>
          <a:ext cx="4213178" cy="6620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5483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відновлення в Речі Посполитій вищої православної ієрархії на чолі з митрополитом Й. Борецьким</a:t>
          </a:r>
          <a:endParaRPr lang="uk-UA" sz="1500" kern="1200"/>
        </a:p>
      </dsp:txBody>
      <dsp:txXfrm>
        <a:off x="461845" y="2317089"/>
        <a:ext cx="4213178" cy="662025"/>
      </dsp:txXfrm>
    </dsp:sp>
    <dsp:sp modelId="{45D8C726-B4A3-425B-9A8D-C81DE3825FCD}">
      <dsp:nvSpPr>
        <dsp:cNvPr id="0" name=""/>
        <dsp:cNvSpPr/>
      </dsp:nvSpPr>
      <dsp:spPr>
        <a:xfrm>
          <a:off x="48079" y="2234336"/>
          <a:ext cx="827531" cy="82753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1FE932-A718-4DAF-9B67-82C2540726B3}">
      <dsp:nvSpPr>
        <dsp:cNvPr id="0" name=""/>
        <dsp:cNvSpPr/>
      </dsp:nvSpPr>
      <dsp:spPr>
        <a:xfrm>
          <a:off x="-3741418" y="-574742"/>
          <a:ext cx="4459612" cy="4459612"/>
        </a:xfrm>
        <a:prstGeom prst="blockArc">
          <a:avLst>
            <a:gd name="adj1" fmla="val 18900000"/>
            <a:gd name="adj2" fmla="val 2700000"/>
            <a:gd name="adj3" fmla="val 484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AE9F41-16E2-4302-AF84-37A158FB78E7}">
      <dsp:nvSpPr>
        <dsp:cNvPr id="0" name=""/>
        <dsp:cNvSpPr/>
      </dsp:nvSpPr>
      <dsp:spPr>
        <a:xfrm>
          <a:off x="461845" y="331012"/>
          <a:ext cx="4213178" cy="6620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5483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видання Ш. Фіолем у Кракові перших східнослов’янських книг кириличним шрифтом «Часослова» та «Октоїха»</a:t>
          </a:r>
          <a:endParaRPr lang="uk-UA" sz="1500" kern="1200"/>
        </a:p>
      </dsp:txBody>
      <dsp:txXfrm>
        <a:off x="461845" y="331012"/>
        <a:ext cx="4213178" cy="662025"/>
      </dsp:txXfrm>
    </dsp:sp>
    <dsp:sp modelId="{AFDFC737-9F67-41FA-88FF-A992068E546B}">
      <dsp:nvSpPr>
        <dsp:cNvPr id="0" name=""/>
        <dsp:cNvSpPr/>
      </dsp:nvSpPr>
      <dsp:spPr>
        <a:xfrm>
          <a:off x="48079" y="248259"/>
          <a:ext cx="827531" cy="82753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5D141B-ABEF-44C3-9228-9915EB55B139}">
      <dsp:nvSpPr>
        <dsp:cNvPr id="0" name=""/>
        <dsp:cNvSpPr/>
      </dsp:nvSpPr>
      <dsp:spPr>
        <a:xfrm>
          <a:off x="702491" y="1324051"/>
          <a:ext cx="3972532" cy="6620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5483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створення в Острозі першої на українських землях слов’яно-греко-латинської школи</a:t>
          </a:r>
          <a:endParaRPr lang="uk-UA" sz="1500" kern="1200"/>
        </a:p>
      </dsp:txBody>
      <dsp:txXfrm>
        <a:off x="702491" y="1324051"/>
        <a:ext cx="3972532" cy="662025"/>
      </dsp:txXfrm>
    </dsp:sp>
    <dsp:sp modelId="{DDD71486-91DC-40DA-9EFB-B480724D29AD}">
      <dsp:nvSpPr>
        <dsp:cNvPr id="0" name=""/>
        <dsp:cNvSpPr/>
      </dsp:nvSpPr>
      <dsp:spPr>
        <a:xfrm>
          <a:off x="288725" y="1241298"/>
          <a:ext cx="827531" cy="82753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778179-1A66-478F-BD1B-B6619DEF1ED3}">
      <dsp:nvSpPr>
        <dsp:cNvPr id="0" name=""/>
        <dsp:cNvSpPr/>
      </dsp:nvSpPr>
      <dsp:spPr>
        <a:xfrm>
          <a:off x="461845" y="2317089"/>
          <a:ext cx="4213178" cy="6620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5483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спорудження в Козельці І. Григоровичем-Барським собору Різдва Богородиці</a:t>
          </a:r>
          <a:endParaRPr lang="uk-UA" sz="1500" kern="1200"/>
        </a:p>
      </dsp:txBody>
      <dsp:txXfrm>
        <a:off x="461845" y="2317089"/>
        <a:ext cx="4213178" cy="662025"/>
      </dsp:txXfrm>
    </dsp:sp>
    <dsp:sp modelId="{933D222F-3A37-41EA-931C-4D0A545E1717}">
      <dsp:nvSpPr>
        <dsp:cNvPr id="0" name=""/>
        <dsp:cNvSpPr/>
      </dsp:nvSpPr>
      <dsp:spPr>
        <a:xfrm>
          <a:off x="48079" y="2234336"/>
          <a:ext cx="827531" cy="82753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BB2BD8-8BAB-44B3-B7E3-957F094C8169}">
      <dsp:nvSpPr>
        <dsp:cNvPr id="0" name=""/>
        <dsp:cNvSpPr/>
      </dsp:nvSpPr>
      <dsp:spPr>
        <a:xfrm rot="10800000">
          <a:off x="959338" y="155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/>
            <a:t>одну з подій Хотинської війни.</a:t>
          </a:r>
          <a:endParaRPr lang="uk-UA" sz="1800" kern="1200"/>
        </a:p>
      </dsp:txBody>
      <dsp:txXfrm rot="10800000">
        <a:off x="1128360" y="155"/>
        <a:ext cx="2968650" cy="676090"/>
      </dsp:txXfrm>
    </dsp:sp>
    <dsp:sp modelId="{DFD88616-1439-4582-9487-7EEFD9BEFA7E}">
      <dsp:nvSpPr>
        <dsp:cNvPr id="0" name=""/>
        <dsp:cNvSpPr/>
      </dsp:nvSpPr>
      <dsp:spPr>
        <a:xfrm>
          <a:off x="621293" y="155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FE4D50-82E7-4B49-95D9-F9A7DE74CB94}">
      <dsp:nvSpPr>
        <dsp:cNvPr id="0" name=""/>
        <dsp:cNvSpPr/>
      </dsp:nvSpPr>
      <dsp:spPr>
        <a:xfrm rot="10800000">
          <a:off x="959338" y="878064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 err="1"/>
            <a:t>захоплення</a:t>
          </a:r>
          <a:r>
            <a:rPr lang="ru-RU" sz="1800" kern="1200" dirty="0"/>
            <a:t> </a:t>
          </a:r>
          <a:r>
            <a:rPr lang="ru-RU" sz="1800" kern="1200" dirty="0" err="1"/>
            <a:t>запорозькими</a:t>
          </a:r>
          <a:r>
            <a:rPr lang="ru-RU" sz="1800" kern="1200" dirty="0"/>
            <a:t> козаками </a:t>
          </a:r>
          <a:r>
            <a:rPr lang="ru-RU" sz="1800" kern="1200" dirty="0" err="1"/>
            <a:t>фортеці</a:t>
          </a:r>
          <a:r>
            <a:rPr lang="ru-RU" sz="1800" kern="1200" dirty="0"/>
            <a:t> Кафа.</a:t>
          </a:r>
          <a:endParaRPr lang="uk-UA" sz="1800" kern="1200" dirty="0"/>
        </a:p>
      </dsp:txBody>
      <dsp:txXfrm rot="10800000">
        <a:off x="1128360" y="878064"/>
        <a:ext cx="2968650" cy="676090"/>
      </dsp:txXfrm>
    </dsp:sp>
    <dsp:sp modelId="{1C20129A-5985-4AA8-864D-0E8634F2660D}">
      <dsp:nvSpPr>
        <dsp:cNvPr id="0" name=""/>
        <dsp:cNvSpPr/>
      </dsp:nvSpPr>
      <dsp:spPr>
        <a:xfrm>
          <a:off x="621293" y="878064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F61FFA-6FAB-4160-A79F-3125AF49A160}">
      <dsp:nvSpPr>
        <dsp:cNvPr id="0" name=""/>
        <dsp:cNvSpPr/>
      </dsp:nvSpPr>
      <dsp:spPr>
        <a:xfrm rot="10800000">
          <a:off x="959338" y="1755973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 err="1"/>
            <a:t>вторгнення</a:t>
          </a:r>
          <a:r>
            <a:rPr lang="ru-RU" sz="1800" kern="1200" dirty="0"/>
            <a:t> в </a:t>
          </a:r>
          <a:r>
            <a:rPr lang="ru-RU" sz="1800" kern="1200" dirty="0" err="1"/>
            <a:t>Молдавію</a:t>
          </a:r>
          <a:r>
            <a:rPr lang="ru-RU" sz="1800" kern="1200" dirty="0"/>
            <a:t> </a:t>
          </a:r>
          <a:r>
            <a:rPr lang="ru-RU" sz="1800" kern="1200" dirty="0" err="1"/>
            <a:t>козаків</a:t>
          </a:r>
          <a:r>
            <a:rPr lang="ru-RU" sz="1800" kern="1200" dirty="0"/>
            <a:t> С. Наливайка.</a:t>
          </a:r>
          <a:endParaRPr lang="uk-UA" sz="1800" kern="1200" dirty="0"/>
        </a:p>
      </dsp:txBody>
      <dsp:txXfrm rot="10800000">
        <a:off x="1128360" y="1755973"/>
        <a:ext cx="2968650" cy="676090"/>
      </dsp:txXfrm>
    </dsp:sp>
    <dsp:sp modelId="{399C2D1D-1049-4939-90B4-D2E1698F1B92}">
      <dsp:nvSpPr>
        <dsp:cNvPr id="0" name=""/>
        <dsp:cNvSpPr/>
      </dsp:nvSpPr>
      <dsp:spPr>
        <a:xfrm>
          <a:off x="621293" y="1755973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A85C71-EBC7-4D6B-99F4-56F5B099DE17}">
      <dsp:nvSpPr>
        <dsp:cNvPr id="0" name=""/>
        <dsp:cNvSpPr/>
      </dsp:nvSpPr>
      <dsp:spPr>
        <a:xfrm rot="10800000">
          <a:off x="959338" y="2633881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 err="1"/>
            <a:t>захоплення</a:t>
          </a:r>
          <a:r>
            <a:rPr lang="ru-RU" sz="1800" kern="1200" dirty="0"/>
            <a:t> </a:t>
          </a:r>
          <a:r>
            <a:rPr lang="ru-RU" sz="1800" kern="1200" dirty="0" err="1"/>
            <a:t>запорозькими</a:t>
          </a:r>
          <a:r>
            <a:rPr lang="ru-RU" sz="1800" kern="1200" dirty="0"/>
            <a:t> козаками </a:t>
          </a:r>
          <a:r>
            <a:rPr lang="ru-RU" sz="1800" kern="1200" dirty="0" err="1"/>
            <a:t>фортеці</a:t>
          </a:r>
          <a:r>
            <a:rPr lang="ru-RU" sz="1800" kern="1200" dirty="0"/>
            <a:t> Кодак</a:t>
          </a:r>
          <a:endParaRPr lang="uk-UA" sz="1800" kern="1200" dirty="0"/>
        </a:p>
      </dsp:txBody>
      <dsp:txXfrm rot="10800000">
        <a:off x="1128360" y="2633881"/>
        <a:ext cx="2968650" cy="676090"/>
      </dsp:txXfrm>
    </dsp:sp>
    <dsp:sp modelId="{3A9AF015-F7E1-4C4F-BE97-2AB110E96468}">
      <dsp:nvSpPr>
        <dsp:cNvPr id="0" name=""/>
        <dsp:cNvSpPr/>
      </dsp:nvSpPr>
      <dsp:spPr>
        <a:xfrm>
          <a:off x="621293" y="2633881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A4E9B1-C81D-434B-9A70-E11BCD13FC96}">
      <dsp:nvSpPr>
        <dsp:cNvPr id="0" name=""/>
        <dsp:cNvSpPr/>
      </dsp:nvSpPr>
      <dsp:spPr>
        <a:xfrm>
          <a:off x="0" y="71603"/>
          <a:ext cx="4718304" cy="15561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“Процес об’єднання Великого князівства Литовського та Польського королівства в єдину державу започаткований Городельською, а завершений Кревською унією 1569 р.”</a:t>
          </a:r>
          <a:endParaRPr lang="uk-UA" sz="1900" kern="1200"/>
        </a:p>
      </dsp:txBody>
      <dsp:txXfrm>
        <a:off x="75963" y="147566"/>
        <a:ext cx="4566378" cy="1404174"/>
      </dsp:txXfrm>
    </dsp:sp>
    <dsp:sp modelId="{F60304B1-DD64-451E-8961-1F130AC97FE4}">
      <dsp:nvSpPr>
        <dsp:cNvPr id="0" name=""/>
        <dsp:cNvSpPr/>
      </dsp:nvSpPr>
      <dsp:spPr>
        <a:xfrm>
          <a:off x="0" y="1682424"/>
          <a:ext cx="4718304" cy="15561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/>
            <a:t>“</a:t>
          </a:r>
          <a:r>
            <a:rPr lang="ru-RU" sz="1900" b="0" i="0" kern="1200" dirty="0" err="1"/>
            <a:t>Запорожці</a:t>
          </a:r>
          <a:r>
            <a:rPr lang="ru-RU" sz="1900" b="0" i="0" kern="1200" dirty="0"/>
            <a:t> на </a:t>
          </a:r>
          <a:r>
            <a:rPr lang="ru-RU" sz="1900" b="0" i="0" kern="1200" dirty="0" err="1"/>
            <a:t>чолі</a:t>
          </a:r>
          <a:r>
            <a:rPr lang="ru-RU" sz="1900" b="0" i="0" kern="1200" dirty="0"/>
            <a:t> з П. </a:t>
          </a:r>
          <a:r>
            <a:rPr lang="ru-RU" sz="1900" b="0" i="0" kern="1200" dirty="0" err="1"/>
            <a:t>Сагайдачним</a:t>
          </a:r>
          <a:r>
            <a:rPr lang="ru-RU" sz="1900" b="0" i="0" kern="1200" dirty="0"/>
            <a:t> у 1616 р. </a:t>
          </a:r>
          <a:r>
            <a:rPr lang="ru-RU" sz="1900" b="0" i="0" kern="1200" dirty="0" err="1"/>
            <a:t>здобули</a:t>
          </a:r>
          <a:r>
            <a:rPr lang="ru-RU" sz="1900" b="0" i="0" kern="1200" dirty="0"/>
            <a:t> Кафу, а в 1621 р. взяли участь у </a:t>
          </a:r>
          <a:r>
            <a:rPr lang="ru-RU" sz="1900" b="0" i="0" kern="1200" dirty="0" err="1"/>
            <a:t>Хотинській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війні</a:t>
          </a:r>
          <a:r>
            <a:rPr lang="ru-RU" sz="1900" b="0" i="0" kern="1200" dirty="0"/>
            <a:t> на </a:t>
          </a:r>
          <a:r>
            <a:rPr lang="ru-RU" sz="1900" b="0" i="0" kern="1200" dirty="0" err="1"/>
            <a:t>боці</a:t>
          </a:r>
          <a:r>
            <a:rPr lang="ru-RU" sz="1900" b="0" i="0" kern="1200" dirty="0"/>
            <a:t> </a:t>
          </a:r>
          <a:r>
            <a:rPr lang="ru-RU" sz="1900" b="0" i="0" kern="1200" dirty="0" err="1"/>
            <a:t>Речі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Посполитої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проти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Османської</a:t>
          </a:r>
          <a:r>
            <a:rPr lang="ru-RU" sz="1900" b="0" i="0" kern="1200" dirty="0"/>
            <a:t> </a:t>
          </a:r>
          <a:r>
            <a:rPr lang="ru-RU" sz="1900" b="0" i="0" kern="1200" dirty="0" err="1"/>
            <a:t>імперії</a:t>
          </a:r>
          <a:r>
            <a:rPr lang="ru-RU" sz="1900" b="0" i="0" kern="1200" dirty="0"/>
            <a:t>”.</a:t>
          </a:r>
          <a:endParaRPr lang="uk-UA" sz="1900" kern="1200" dirty="0"/>
        </a:p>
      </dsp:txBody>
      <dsp:txXfrm>
        <a:off x="75963" y="1758387"/>
        <a:ext cx="4566378" cy="1404174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46ABEB-F2D1-42EE-A72F-B236D6AFB3E3}">
      <dsp:nvSpPr>
        <dsp:cNvPr id="0" name=""/>
        <dsp:cNvSpPr/>
      </dsp:nvSpPr>
      <dsp:spPr>
        <a:xfrm>
          <a:off x="0" y="71603"/>
          <a:ext cx="4718304" cy="15561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“Іов Борецький, обійнявши посаду Київського православного митрополита в 1596 р., одразу ж долучився до очолюваної князем К. Острозьким боротьби проти унії з Римом”.</a:t>
          </a:r>
          <a:endParaRPr lang="uk-UA" sz="1900" kern="1200"/>
        </a:p>
      </dsp:txBody>
      <dsp:txXfrm>
        <a:off x="75963" y="147566"/>
        <a:ext cx="4566378" cy="1404174"/>
      </dsp:txXfrm>
    </dsp:sp>
    <dsp:sp modelId="{B7EB674A-4FA3-483A-B70C-5A47B784D649}">
      <dsp:nvSpPr>
        <dsp:cNvPr id="0" name=""/>
        <dsp:cNvSpPr/>
      </dsp:nvSpPr>
      <dsp:spPr>
        <a:xfrm>
          <a:off x="0" y="1682424"/>
          <a:ext cx="4718304" cy="15561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“Утворення реєстрового козацтва пов’язане з ім’ям польського короля Яна ІІ Казимира, який у 1410 р. затвердив перший список найнятих козаків – реєстровців”</a:t>
          </a:r>
          <a:endParaRPr lang="uk-UA" sz="1900" kern="1200" dirty="0"/>
        </a:p>
      </dsp:txBody>
      <dsp:txXfrm>
        <a:off x="75963" y="1758387"/>
        <a:ext cx="4566378" cy="1404174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1FCF04-B371-4355-9C90-0CC61A805C09}">
      <dsp:nvSpPr>
        <dsp:cNvPr id="0" name=""/>
        <dsp:cNvSpPr/>
      </dsp:nvSpPr>
      <dsp:spPr>
        <a:xfrm rot="10800000">
          <a:off x="959338" y="155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/>
            <a:t>Д. </a:t>
          </a:r>
          <a:r>
            <a:rPr lang="ru-RU" sz="2000" b="0" i="0" kern="1200" dirty="0" err="1"/>
            <a:t>Вишневецького</a:t>
          </a:r>
          <a:r>
            <a:rPr lang="ru-RU" sz="2000" b="0" i="0" kern="1200" dirty="0"/>
            <a:t> (</a:t>
          </a:r>
          <a:r>
            <a:rPr lang="ru-RU" sz="2000" b="0" i="0" kern="1200" dirty="0" err="1"/>
            <a:t>Байди</a:t>
          </a:r>
          <a:r>
            <a:rPr lang="ru-RU" sz="2000" b="0" i="0" kern="1200" dirty="0"/>
            <a:t>)</a:t>
          </a:r>
          <a:endParaRPr lang="uk-UA" sz="2000" kern="1200" dirty="0"/>
        </a:p>
      </dsp:txBody>
      <dsp:txXfrm rot="10800000">
        <a:off x="1128360" y="155"/>
        <a:ext cx="2968650" cy="676090"/>
      </dsp:txXfrm>
    </dsp:sp>
    <dsp:sp modelId="{9FFFC46D-3CDB-47FE-A20D-B55F22F4A3E1}">
      <dsp:nvSpPr>
        <dsp:cNvPr id="0" name=""/>
        <dsp:cNvSpPr/>
      </dsp:nvSpPr>
      <dsp:spPr>
        <a:xfrm>
          <a:off x="621293" y="155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E2918C-F209-4BDD-94C0-AC0FC5AFEB71}">
      <dsp:nvSpPr>
        <dsp:cNvPr id="0" name=""/>
        <dsp:cNvSpPr/>
      </dsp:nvSpPr>
      <dsp:spPr>
        <a:xfrm rot="10800000">
          <a:off x="959338" y="878064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П. Конашевича-Сагайдачного</a:t>
          </a:r>
          <a:endParaRPr lang="uk-UA" sz="2000" kern="1200"/>
        </a:p>
      </dsp:txBody>
      <dsp:txXfrm rot="10800000">
        <a:off x="1128360" y="878064"/>
        <a:ext cx="2968650" cy="676090"/>
      </dsp:txXfrm>
    </dsp:sp>
    <dsp:sp modelId="{4CDD415F-DDCC-4799-9258-7056CDB9D3FA}">
      <dsp:nvSpPr>
        <dsp:cNvPr id="0" name=""/>
        <dsp:cNvSpPr/>
      </dsp:nvSpPr>
      <dsp:spPr>
        <a:xfrm>
          <a:off x="621293" y="878064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3AC061-BD5E-436F-B157-F41D0642DBED}">
      <dsp:nvSpPr>
        <dsp:cNvPr id="0" name=""/>
        <dsp:cNvSpPr/>
      </dsp:nvSpPr>
      <dsp:spPr>
        <a:xfrm rot="10800000">
          <a:off x="959338" y="1755973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Т. Федоровича (Трясила)</a:t>
          </a:r>
          <a:endParaRPr lang="uk-UA" sz="2000" kern="1200"/>
        </a:p>
      </dsp:txBody>
      <dsp:txXfrm rot="10800000">
        <a:off x="1128360" y="1755973"/>
        <a:ext cx="2968650" cy="676090"/>
      </dsp:txXfrm>
    </dsp:sp>
    <dsp:sp modelId="{4213FF65-A383-48B8-9171-61E048264F45}">
      <dsp:nvSpPr>
        <dsp:cNvPr id="0" name=""/>
        <dsp:cNvSpPr/>
      </dsp:nvSpPr>
      <dsp:spPr>
        <a:xfrm>
          <a:off x="621293" y="1755973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226E53-249E-4507-865F-178F275B5271}">
      <dsp:nvSpPr>
        <dsp:cNvPr id="0" name=""/>
        <dsp:cNvSpPr/>
      </dsp:nvSpPr>
      <dsp:spPr>
        <a:xfrm rot="10800000">
          <a:off x="959338" y="2633881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/>
            <a:t>К. </a:t>
          </a:r>
          <a:r>
            <a:rPr lang="ru-RU" sz="2000" b="0" i="0" kern="1200" dirty="0" err="1"/>
            <a:t>Косинського</a:t>
          </a:r>
          <a:endParaRPr lang="uk-UA" sz="2000" kern="1200" dirty="0"/>
        </a:p>
      </dsp:txBody>
      <dsp:txXfrm rot="10800000">
        <a:off x="1128360" y="2633881"/>
        <a:ext cx="2968650" cy="676090"/>
      </dsp:txXfrm>
    </dsp:sp>
    <dsp:sp modelId="{2DDBD1F9-F34C-4FDE-A5BF-4277F0E00BC1}">
      <dsp:nvSpPr>
        <dsp:cNvPr id="0" name=""/>
        <dsp:cNvSpPr/>
      </dsp:nvSpPr>
      <dsp:spPr>
        <a:xfrm>
          <a:off x="621293" y="2633881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EDA6E4-DE79-4F33-A13B-5C0F8E6C5568}">
      <dsp:nvSpPr>
        <dsp:cNvPr id="0" name=""/>
        <dsp:cNvSpPr/>
      </dsp:nvSpPr>
      <dsp:spPr>
        <a:xfrm>
          <a:off x="-3741418" y="-574742"/>
          <a:ext cx="4459612" cy="4459612"/>
        </a:xfrm>
        <a:prstGeom prst="blockArc">
          <a:avLst>
            <a:gd name="adj1" fmla="val 18900000"/>
            <a:gd name="adj2" fmla="val 2700000"/>
            <a:gd name="adj3" fmla="val 484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8B1B8E-6A62-4C8C-8471-5DCE20774716}">
      <dsp:nvSpPr>
        <dsp:cNvPr id="0" name=""/>
        <dsp:cNvSpPr/>
      </dsp:nvSpPr>
      <dsp:spPr>
        <a:xfrm>
          <a:off x="376444" y="254482"/>
          <a:ext cx="4298579" cy="509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201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утворення Речі Посполитої</a:t>
          </a:r>
          <a:endParaRPr lang="uk-UA" sz="1600" kern="1200"/>
        </a:p>
      </dsp:txBody>
      <dsp:txXfrm>
        <a:off x="376444" y="254482"/>
        <a:ext cx="4298579" cy="509230"/>
      </dsp:txXfrm>
    </dsp:sp>
    <dsp:sp modelId="{40635C73-4D99-462B-8720-BEE107AED7B2}">
      <dsp:nvSpPr>
        <dsp:cNvPr id="0" name=""/>
        <dsp:cNvSpPr/>
      </dsp:nvSpPr>
      <dsp:spPr>
        <a:xfrm>
          <a:off x="58175" y="190828"/>
          <a:ext cx="636537" cy="6365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B74BC0-82DB-428B-B9E7-7A5A4F95CB5C}">
      <dsp:nvSpPr>
        <dsp:cNvPr id="0" name=""/>
        <dsp:cNvSpPr/>
      </dsp:nvSpPr>
      <dsp:spPr>
        <a:xfrm>
          <a:off x="668397" y="1018460"/>
          <a:ext cx="4006626" cy="509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201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укладення Берестейської унії</a:t>
          </a:r>
          <a:endParaRPr lang="uk-UA" sz="1600" kern="1200"/>
        </a:p>
      </dsp:txBody>
      <dsp:txXfrm>
        <a:off x="668397" y="1018460"/>
        <a:ext cx="4006626" cy="509230"/>
      </dsp:txXfrm>
    </dsp:sp>
    <dsp:sp modelId="{7BA66C6C-6675-438E-A292-80056BDB7711}">
      <dsp:nvSpPr>
        <dsp:cNvPr id="0" name=""/>
        <dsp:cNvSpPr/>
      </dsp:nvSpPr>
      <dsp:spPr>
        <a:xfrm>
          <a:off x="350128" y="954806"/>
          <a:ext cx="636537" cy="6365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9B9BE1-C49F-4EFB-9B9E-06326116F9BB}">
      <dsp:nvSpPr>
        <dsp:cNvPr id="0" name=""/>
        <dsp:cNvSpPr/>
      </dsp:nvSpPr>
      <dsp:spPr>
        <a:xfrm>
          <a:off x="668397" y="1782437"/>
          <a:ext cx="4006626" cy="509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201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заснування перших православних братств у Львові</a:t>
          </a:r>
          <a:endParaRPr lang="uk-UA" sz="1600" kern="1200"/>
        </a:p>
      </dsp:txBody>
      <dsp:txXfrm>
        <a:off x="668397" y="1782437"/>
        <a:ext cx="4006626" cy="509230"/>
      </dsp:txXfrm>
    </dsp:sp>
    <dsp:sp modelId="{F7454233-1232-47AF-A4A4-D5EAAA4F7676}">
      <dsp:nvSpPr>
        <dsp:cNvPr id="0" name=""/>
        <dsp:cNvSpPr/>
      </dsp:nvSpPr>
      <dsp:spPr>
        <a:xfrm>
          <a:off x="350128" y="1718783"/>
          <a:ext cx="636537" cy="6365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A42687-F4F5-4265-9BA3-09DDF050EE6B}">
      <dsp:nvSpPr>
        <dsp:cNvPr id="0" name=""/>
        <dsp:cNvSpPr/>
      </dsp:nvSpPr>
      <dsp:spPr>
        <a:xfrm>
          <a:off x="376444" y="2546415"/>
          <a:ext cx="4298579" cy="509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201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 err="1"/>
            <a:t>обрання</a:t>
          </a:r>
          <a:r>
            <a:rPr lang="ru-RU" sz="1600" b="0" i="0" kern="1200" dirty="0"/>
            <a:t> П. </a:t>
          </a:r>
          <a:r>
            <a:rPr lang="ru-RU" sz="1600" b="0" i="0" kern="1200" dirty="0" err="1"/>
            <a:t>Могили</a:t>
          </a:r>
          <a:r>
            <a:rPr lang="ru-RU" sz="1600" b="0" i="0" kern="1200" dirty="0"/>
            <a:t> </a:t>
          </a:r>
          <a:r>
            <a:rPr lang="ru-RU" sz="1600" b="0" i="0" kern="1200" dirty="0" err="1"/>
            <a:t>Київським</a:t>
          </a:r>
          <a:r>
            <a:rPr lang="ru-RU" sz="1600" b="0" i="0" kern="1200" dirty="0"/>
            <a:t> митрополитом</a:t>
          </a:r>
          <a:endParaRPr lang="uk-UA" sz="1600" kern="1200" dirty="0"/>
        </a:p>
      </dsp:txBody>
      <dsp:txXfrm>
        <a:off x="376444" y="2546415"/>
        <a:ext cx="4298579" cy="509230"/>
      </dsp:txXfrm>
    </dsp:sp>
    <dsp:sp modelId="{A740B261-DBBB-4421-B8C4-D6B01BBABF1A}">
      <dsp:nvSpPr>
        <dsp:cNvPr id="0" name=""/>
        <dsp:cNvSpPr/>
      </dsp:nvSpPr>
      <dsp:spPr>
        <a:xfrm>
          <a:off x="58175" y="2482761"/>
          <a:ext cx="636537" cy="6365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65C387-3FD1-4442-A7CA-441A31017EF9}">
      <dsp:nvSpPr>
        <dsp:cNvPr id="0" name=""/>
        <dsp:cNvSpPr/>
      </dsp:nvSpPr>
      <dsp:spPr>
        <a:xfrm rot="10800000">
          <a:off x="923836" y="1008"/>
          <a:ext cx="3137672" cy="53408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515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реформування православної церкви</a:t>
          </a:r>
          <a:endParaRPr lang="uk-UA" sz="1500" kern="1200"/>
        </a:p>
      </dsp:txBody>
      <dsp:txXfrm rot="10800000">
        <a:off x="1057356" y="1008"/>
        <a:ext cx="3004152" cy="534080"/>
      </dsp:txXfrm>
    </dsp:sp>
    <dsp:sp modelId="{5DB7A8DF-33F7-418A-B7A9-BC382A1470F0}">
      <dsp:nvSpPr>
        <dsp:cNvPr id="0" name=""/>
        <dsp:cNvSpPr/>
      </dsp:nvSpPr>
      <dsp:spPr>
        <a:xfrm>
          <a:off x="656795" y="1008"/>
          <a:ext cx="534080" cy="53408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663FBE-204D-4371-A742-DA4AAE9C140A}">
      <dsp:nvSpPr>
        <dsp:cNvPr id="0" name=""/>
        <dsp:cNvSpPr/>
      </dsp:nvSpPr>
      <dsp:spPr>
        <a:xfrm rot="10800000">
          <a:off x="923836" y="694515"/>
          <a:ext cx="3137672" cy="53408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515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масове покозачення селянства</a:t>
          </a:r>
          <a:endParaRPr lang="uk-UA" sz="1500" kern="1200"/>
        </a:p>
      </dsp:txBody>
      <dsp:txXfrm rot="10800000">
        <a:off x="1057356" y="694515"/>
        <a:ext cx="3004152" cy="534080"/>
      </dsp:txXfrm>
    </dsp:sp>
    <dsp:sp modelId="{AD142DC0-E4D8-4546-84A8-6C6999377999}">
      <dsp:nvSpPr>
        <dsp:cNvPr id="0" name=""/>
        <dsp:cNvSpPr/>
      </dsp:nvSpPr>
      <dsp:spPr>
        <a:xfrm>
          <a:off x="656795" y="694515"/>
          <a:ext cx="534080" cy="53408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C7A9E4-50F2-4AFC-942D-01CAF23B6B54}">
      <dsp:nvSpPr>
        <dsp:cNvPr id="0" name=""/>
        <dsp:cNvSpPr/>
      </dsp:nvSpPr>
      <dsp:spPr>
        <a:xfrm rot="10800000">
          <a:off x="923836" y="1388023"/>
          <a:ext cx="3137672" cy="53408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515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dirty="0" err="1"/>
            <a:t>поширення</a:t>
          </a:r>
          <a:r>
            <a:rPr lang="ru-RU" sz="1500" b="0" i="0" kern="1200" dirty="0"/>
            <a:t> </a:t>
          </a:r>
          <a:r>
            <a:rPr lang="ru-RU" sz="1500" b="0" i="0" kern="1200" dirty="0" err="1"/>
            <a:t>фільварків</a:t>
          </a:r>
          <a:endParaRPr lang="uk-UA" sz="1500" kern="1200" dirty="0"/>
        </a:p>
      </dsp:txBody>
      <dsp:txXfrm rot="10800000">
        <a:off x="1057356" y="1388023"/>
        <a:ext cx="3004152" cy="534080"/>
      </dsp:txXfrm>
    </dsp:sp>
    <dsp:sp modelId="{10951289-5FAE-4B4E-AC16-4B2F616D0FE7}">
      <dsp:nvSpPr>
        <dsp:cNvPr id="0" name=""/>
        <dsp:cNvSpPr/>
      </dsp:nvSpPr>
      <dsp:spPr>
        <a:xfrm>
          <a:off x="656795" y="1388023"/>
          <a:ext cx="534080" cy="53408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F66858-FDE9-4E4B-AD00-81DBDAA97F70}">
      <dsp:nvSpPr>
        <dsp:cNvPr id="0" name=""/>
        <dsp:cNvSpPr/>
      </dsp:nvSpPr>
      <dsp:spPr>
        <a:xfrm rot="10800000">
          <a:off x="923836" y="2081531"/>
          <a:ext cx="3137672" cy="53408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515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започаткування книгодрукування</a:t>
          </a:r>
          <a:endParaRPr lang="uk-UA" sz="1500" kern="1200"/>
        </a:p>
      </dsp:txBody>
      <dsp:txXfrm rot="10800000">
        <a:off x="1057356" y="2081531"/>
        <a:ext cx="3004152" cy="534080"/>
      </dsp:txXfrm>
    </dsp:sp>
    <dsp:sp modelId="{BD25E9AD-B543-41E0-990A-B23DBE2DA7E8}">
      <dsp:nvSpPr>
        <dsp:cNvPr id="0" name=""/>
        <dsp:cNvSpPr/>
      </dsp:nvSpPr>
      <dsp:spPr>
        <a:xfrm>
          <a:off x="656795" y="2081531"/>
          <a:ext cx="534080" cy="53408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D89EB5-52C8-4C2E-843F-C31EF6AA38D1}">
      <dsp:nvSpPr>
        <dsp:cNvPr id="0" name=""/>
        <dsp:cNvSpPr/>
      </dsp:nvSpPr>
      <dsp:spPr>
        <a:xfrm rot="10800000">
          <a:off x="923836" y="2775039"/>
          <a:ext cx="3137672" cy="53408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515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dirty="0" err="1"/>
            <a:t>розкол</a:t>
          </a:r>
          <a:r>
            <a:rPr lang="ru-RU" sz="1500" b="0" i="0" kern="1200" dirty="0"/>
            <a:t> </a:t>
          </a:r>
          <a:r>
            <a:rPr lang="ru-RU" sz="1500" b="0" i="0" kern="1200" dirty="0" err="1"/>
            <a:t>православної</a:t>
          </a:r>
          <a:r>
            <a:rPr lang="ru-RU" sz="1500" b="0" i="0" kern="1200" dirty="0"/>
            <a:t> церкви</a:t>
          </a:r>
          <a:endParaRPr lang="uk-UA" sz="1500" kern="1200" dirty="0"/>
        </a:p>
      </dsp:txBody>
      <dsp:txXfrm rot="10800000">
        <a:off x="1057356" y="2775039"/>
        <a:ext cx="3004152" cy="534080"/>
      </dsp:txXfrm>
    </dsp:sp>
    <dsp:sp modelId="{2F202C64-8B22-41BC-AA4D-6E7F76E6FC68}">
      <dsp:nvSpPr>
        <dsp:cNvPr id="0" name=""/>
        <dsp:cNvSpPr/>
      </dsp:nvSpPr>
      <dsp:spPr>
        <a:xfrm>
          <a:off x="656795" y="2775039"/>
          <a:ext cx="534080" cy="53408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E75274-35CC-45FC-BC42-219A2AC38CA3}">
      <dsp:nvSpPr>
        <dsp:cNvPr id="0" name=""/>
        <dsp:cNvSpPr/>
      </dsp:nvSpPr>
      <dsp:spPr>
        <a:xfrm>
          <a:off x="0" y="0"/>
          <a:ext cx="4718304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836C25A-A6FC-4FAB-9B1A-AD5459388A83}">
      <dsp:nvSpPr>
        <dsp:cNvPr id="0" name=""/>
        <dsp:cNvSpPr/>
      </dsp:nvSpPr>
      <dsp:spPr>
        <a:xfrm>
          <a:off x="0" y="0"/>
          <a:ext cx="4718304" cy="1655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«…вдруге перебрав собі гетьманську булаву, зібрав козаків реєстрових та запорозьких і чимдуж поспішив під Хотин на підмогу Владиславу.., став обіч королевича в осаді…»</a:t>
          </a:r>
          <a:endParaRPr lang="uk-UA" sz="1900" i="0" kern="1200" dirty="0"/>
        </a:p>
      </dsp:txBody>
      <dsp:txXfrm>
        <a:off x="0" y="0"/>
        <a:ext cx="4718304" cy="1655063"/>
      </dsp:txXfrm>
    </dsp:sp>
    <dsp:sp modelId="{2DC48655-5E13-47A0-AB6A-F44FF56C54C7}">
      <dsp:nvSpPr>
        <dsp:cNvPr id="0" name=""/>
        <dsp:cNvSpPr/>
      </dsp:nvSpPr>
      <dsp:spPr>
        <a:xfrm>
          <a:off x="0" y="1655063"/>
          <a:ext cx="4718304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EACDE06-B44B-46E9-8A76-B04205D3C77C}">
      <dsp:nvSpPr>
        <dsp:cNvPr id="0" name=""/>
        <dsp:cNvSpPr/>
      </dsp:nvSpPr>
      <dsp:spPr>
        <a:xfrm>
          <a:off x="0" y="1655063"/>
          <a:ext cx="4718304" cy="1655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«…Петро Конашевич-Сагайдачний… ходив з військом запорозьким по воді на Кафу, повоював її добре, силу бранців християнських з неволі звільнив і з добичею великою з Чорного моря повернувся…»</a:t>
          </a:r>
          <a:endParaRPr lang="uk-UA" sz="1900" i="0" kern="1200" dirty="0"/>
        </a:p>
      </dsp:txBody>
      <dsp:txXfrm>
        <a:off x="0" y="1655063"/>
        <a:ext cx="4718304" cy="1655063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A24E7C-A039-423C-8C2D-602051483BC0}">
      <dsp:nvSpPr>
        <dsp:cNvPr id="0" name=""/>
        <dsp:cNvSpPr/>
      </dsp:nvSpPr>
      <dsp:spPr>
        <a:xfrm>
          <a:off x="0" y="0"/>
          <a:ext cx="47183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992336-E7B9-47B2-BADB-FA6536AE559C}">
      <dsp:nvSpPr>
        <dsp:cNvPr id="0" name=""/>
        <dsp:cNvSpPr/>
      </dsp:nvSpPr>
      <dsp:spPr>
        <a:xfrm>
          <a:off x="0" y="0"/>
          <a:ext cx="4718304" cy="1655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/>
            <a:t>«…козаки </a:t>
          </a:r>
          <a:r>
            <a:rPr lang="ru-RU" sz="1900" b="0" i="0" kern="1200" dirty="0" err="1"/>
            <a:t>зібралися</a:t>
          </a:r>
          <a:r>
            <a:rPr lang="ru-RU" sz="1900" b="0" i="0" kern="1200" dirty="0"/>
            <a:t>, </a:t>
          </a:r>
          <a:r>
            <a:rPr lang="ru-RU" sz="1900" b="0" i="0" kern="1200" dirty="0" err="1"/>
            <a:t>настановили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гетьманом</a:t>
          </a:r>
          <a:r>
            <a:rPr lang="ru-RU" sz="1900" b="0" i="0" kern="1200" dirty="0"/>
            <a:t> Павлюка й </a:t>
          </a:r>
          <a:r>
            <a:rPr lang="ru-RU" sz="1900" b="0" i="0" kern="1200" dirty="0" err="1"/>
            <a:t>вирушили</a:t>
          </a:r>
          <a:r>
            <a:rPr lang="ru-RU" sz="1900" b="0" i="0" kern="1200" dirty="0"/>
            <a:t> на </a:t>
          </a:r>
          <a:r>
            <a:rPr lang="ru-RU" sz="1900" b="0" i="0" kern="1200" dirty="0" err="1"/>
            <a:t>Кумейки</a:t>
          </a:r>
          <a:r>
            <a:rPr lang="ru-RU" sz="1900" b="0" i="0" kern="1200" dirty="0"/>
            <a:t> </a:t>
          </a:r>
          <a:r>
            <a:rPr lang="ru-RU" sz="1900" b="0" i="0" kern="1200" dirty="0" err="1"/>
            <a:t>супроти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ляхів</a:t>
          </a:r>
          <a:r>
            <a:rPr lang="ru-RU" sz="1900" b="0" i="0" kern="1200" dirty="0"/>
            <a:t>, </a:t>
          </a:r>
          <a:r>
            <a:rPr lang="ru-RU" sz="1900" b="0" i="0" kern="1200" dirty="0" err="1"/>
            <a:t>але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під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Кумейками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коронний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гетьман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Конецпольський</a:t>
          </a:r>
          <a:r>
            <a:rPr lang="ru-RU" sz="1900" b="0" i="0" kern="1200" dirty="0"/>
            <a:t>, до </a:t>
          </a:r>
          <a:r>
            <a:rPr lang="ru-RU" sz="1900" b="0" i="0" kern="1200" dirty="0" err="1"/>
            <a:t>підступу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вдавшися</a:t>
          </a:r>
          <a:r>
            <a:rPr lang="ru-RU" sz="1900" b="0" i="0" kern="1200" dirty="0"/>
            <a:t>, </a:t>
          </a:r>
          <a:r>
            <a:rPr lang="ru-RU" sz="1900" b="0" i="0" kern="1200" dirty="0" err="1"/>
            <a:t>здолав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козаків</a:t>
          </a:r>
          <a:r>
            <a:rPr lang="ru-RU" sz="1900" b="0" i="0" kern="1200" dirty="0"/>
            <a:t>…»</a:t>
          </a:r>
          <a:endParaRPr lang="uk-UA" sz="1900" i="0" kern="1200" dirty="0"/>
        </a:p>
      </dsp:txBody>
      <dsp:txXfrm>
        <a:off x="0" y="0"/>
        <a:ext cx="4718304" cy="1655063"/>
      </dsp:txXfrm>
    </dsp:sp>
    <dsp:sp modelId="{FB3DDC1B-0852-4314-B8D5-AB2F7D65FA34}">
      <dsp:nvSpPr>
        <dsp:cNvPr id="0" name=""/>
        <dsp:cNvSpPr/>
      </dsp:nvSpPr>
      <dsp:spPr>
        <a:xfrm>
          <a:off x="0" y="1655063"/>
          <a:ext cx="47183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25DE98-E438-4755-990E-7A982F216418}">
      <dsp:nvSpPr>
        <dsp:cNvPr id="0" name=""/>
        <dsp:cNvSpPr/>
      </dsp:nvSpPr>
      <dsp:spPr>
        <a:xfrm>
          <a:off x="0" y="1655063"/>
          <a:ext cx="4718304" cy="1655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/>
            <a:t>«…король </a:t>
          </a:r>
          <a:r>
            <a:rPr lang="ru-RU" sz="1900" b="0" i="0" kern="1200" dirty="0" err="1"/>
            <a:t>Баторій</a:t>
          </a:r>
          <a:r>
            <a:rPr lang="ru-RU" sz="1900" b="0" i="0" kern="1200" dirty="0"/>
            <a:t>, </a:t>
          </a:r>
          <a:r>
            <a:rPr lang="ru-RU" sz="1900" b="0" i="0" kern="1200" dirty="0" err="1"/>
            <a:t>настановив</a:t>
          </a:r>
          <a:r>
            <a:rPr lang="ru-RU" sz="1900" b="0" i="0" kern="1200" dirty="0"/>
            <a:t> козакам </a:t>
          </a:r>
          <a:r>
            <a:rPr lang="ru-RU" sz="1900" b="0" i="0" kern="1200" dirty="0" err="1"/>
            <a:t>гетьмана</a:t>
          </a:r>
          <a:r>
            <a:rPr lang="ru-RU" sz="1900" b="0" i="0" kern="1200" dirty="0"/>
            <a:t>, прислав </a:t>
          </a:r>
          <a:r>
            <a:rPr lang="ru-RU" sz="1900" b="0" i="0" kern="1200" dirty="0" err="1"/>
            <a:t>корогву</a:t>
          </a:r>
          <a:r>
            <a:rPr lang="ru-RU" sz="1900" b="0" i="0" kern="1200" dirty="0"/>
            <a:t>, бунчук та булаву, печатку </a:t>
          </a:r>
          <a:r>
            <a:rPr lang="ru-RU" sz="1900" b="0" i="0" kern="1200" dirty="0" err="1"/>
            <a:t>гербову</a:t>
          </a:r>
          <a:r>
            <a:rPr lang="ru-RU" sz="1900" b="0" i="0" kern="1200" dirty="0"/>
            <a:t>,.. </a:t>
          </a:r>
          <a:r>
            <a:rPr lang="ru-RU" sz="1900" b="0" i="0" kern="1200" dirty="0" err="1"/>
            <a:t>віддав</a:t>
          </a:r>
          <a:r>
            <a:rPr lang="ru-RU" sz="1900" b="0" i="0" kern="1200" dirty="0"/>
            <a:t> для пристанища </a:t>
          </a:r>
          <a:r>
            <a:rPr lang="ru-RU" sz="1900" b="0" i="0" kern="1200" dirty="0" err="1"/>
            <a:t>місто</a:t>
          </a:r>
          <a:r>
            <a:rPr lang="ru-RU" sz="1900" b="0" i="0" kern="1200" dirty="0"/>
            <a:t> </a:t>
          </a:r>
          <a:r>
            <a:rPr lang="ru-RU" sz="1900" b="0" i="0" kern="1200" dirty="0" err="1"/>
            <a:t>Терехтемирів</a:t>
          </a:r>
          <a:r>
            <a:rPr lang="ru-RU" sz="1900" b="0" i="0" kern="1200" dirty="0"/>
            <a:t> з </a:t>
          </a:r>
          <a:r>
            <a:rPr lang="ru-RU" sz="1900" b="0" i="0" kern="1200" dirty="0" err="1"/>
            <a:t>монастирем</a:t>
          </a:r>
          <a:r>
            <a:rPr lang="ru-RU" sz="1900" b="0" i="0" kern="1200" dirty="0"/>
            <a:t>, </a:t>
          </a:r>
          <a:r>
            <a:rPr lang="ru-RU" sz="1900" b="0" i="0" kern="1200" dirty="0" err="1"/>
            <a:t>аби</a:t>
          </a:r>
          <a:r>
            <a:rPr lang="ru-RU" sz="1900" b="0" i="0" kern="1200" dirty="0"/>
            <a:t> вони в </a:t>
          </a:r>
          <a:r>
            <a:rPr lang="ru-RU" sz="1900" b="0" i="0" kern="1200" dirty="0" err="1"/>
            <a:t>ньому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зимували</a:t>
          </a:r>
          <a:r>
            <a:rPr lang="ru-RU" sz="1900" b="0" i="0" kern="1200" dirty="0"/>
            <a:t>, а за службу </a:t>
          </a:r>
          <a:r>
            <a:rPr lang="ru-RU" sz="1900" b="0" i="0" kern="1200" dirty="0" err="1"/>
            <a:t>поклав</a:t>
          </a:r>
          <a:r>
            <a:rPr lang="ru-RU" sz="1900" b="0" i="0" kern="1200" dirty="0"/>
            <a:t> </a:t>
          </a:r>
          <a:r>
            <a:rPr lang="ru-RU" sz="1900" b="0" i="0" kern="1200" dirty="0" err="1"/>
            <a:t>їм</a:t>
          </a:r>
          <a:r>
            <a:rPr lang="ru-RU" sz="1900" b="0" i="0" kern="1200" dirty="0"/>
            <a:t> по </a:t>
          </a:r>
          <a:r>
            <a:rPr lang="ru-RU" sz="1900" b="0" i="0" kern="1200" dirty="0" err="1"/>
            <a:t>червінцеві</a:t>
          </a:r>
          <a:r>
            <a:rPr lang="ru-RU" sz="1900" b="0" i="0" kern="1200" dirty="0"/>
            <a:t> та по кожуху…»</a:t>
          </a:r>
          <a:endParaRPr lang="uk-UA" sz="1900" i="0" kern="1200" dirty="0"/>
        </a:p>
      </dsp:txBody>
      <dsp:txXfrm>
        <a:off x="0" y="1655063"/>
        <a:ext cx="4718304" cy="1655063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7DBDE3-2D9F-4334-8125-1995CC797FEB}">
      <dsp:nvSpPr>
        <dsp:cNvPr id="0" name=""/>
        <dsp:cNvSpPr/>
      </dsp:nvSpPr>
      <dsp:spPr>
        <a:xfrm>
          <a:off x="0" y="468896"/>
          <a:ext cx="3323428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/>
            <a:t>Василь-</a:t>
          </a:r>
          <a:r>
            <a:rPr lang="ru-RU" sz="1800" b="0" i="0" kern="1200" dirty="0" err="1"/>
            <a:t>Констянтин</a:t>
          </a:r>
          <a:r>
            <a:rPr lang="ru-RU" sz="1800" b="0" i="0" kern="1200" dirty="0"/>
            <a:t> </a:t>
          </a:r>
          <a:r>
            <a:rPr lang="ru-RU" sz="1800" b="0" i="0" kern="1200" dirty="0" err="1"/>
            <a:t>Острозький</a:t>
          </a:r>
          <a:endParaRPr lang="uk-UA" sz="1800" kern="1200" dirty="0"/>
        </a:p>
      </dsp:txBody>
      <dsp:txXfrm>
        <a:off x="20561" y="489457"/>
        <a:ext cx="3282306" cy="380078"/>
      </dsp:txXfrm>
    </dsp:sp>
    <dsp:sp modelId="{86E70CAA-EDE1-4389-9F91-3CEE6AC998F1}">
      <dsp:nvSpPr>
        <dsp:cNvPr id="0" name=""/>
        <dsp:cNvSpPr/>
      </dsp:nvSpPr>
      <dsp:spPr>
        <a:xfrm>
          <a:off x="0" y="941936"/>
          <a:ext cx="3323428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Дмитро Вишневецький</a:t>
          </a:r>
          <a:endParaRPr lang="uk-UA" sz="1800" kern="1200"/>
        </a:p>
      </dsp:txBody>
      <dsp:txXfrm>
        <a:off x="20561" y="962497"/>
        <a:ext cx="3282306" cy="380078"/>
      </dsp:txXfrm>
    </dsp:sp>
    <dsp:sp modelId="{4E5F6736-EE0D-4CAC-B450-8327AB57270D}">
      <dsp:nvSpPr>
        <dsp:cNvPr id="0" name=""/>
        <dsp:cNvSpPr/>
      </dsp:nvSpPr>
      <dsp:spPr>
        <a:xfrm>
          <a:off x="0" y="1414976"/>
          <a:ext cx="3323428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Петро Могила</a:t>
          </a:r>
          <a:endParaRPr lang="uk-UA" sz="1800" kern="1200"/>
        </a:p>
      </dsp:txBody>
      <dsp:txXfrm>
        <a:off x="20561" y="1435537"/>
        <a:ext cx="3282306" cy="380078"/>
      </dsp:txXfrm>
    </dsp:sp>
    <dsp:sp modelId="{DB14C3B5-828F-44FC-88DF-B9840750629C}">
      <dsp:nvSpPr>
        <dsp:cNvPr id="0" name=""/>
        <dsp:cNvSpPr/>
      </dsp:nvSpPr>
      <dsp:spPr>
        <a:xfrm>
          <a:off x="0" y="1888016"/>
          <a:ext cx="3323428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/>
            <a:t>Богдан </a:t>
          </a:r>
          <a:r>
            <a:rPr lang="ru-RU" sz="1800" b="0" i="0" kern="1200" dirty="0" err="1"/>
            <a:t>Хмельницький</a:t>
          </a:r>
          <a:endParaRPr lang="uk-UA" sz="1800" kern="1200" dirty="0"/>
        </a:p>
      </dsp:txBody>
      <dsp:txXfrm>
        <a:off x="20561" y="1908577"/>
        <a:ext cx="3282306" cy="380078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C8C9B3-B7E1-437E-8382-95B0E2ED8237}">
      <dsp:nvSpPr>
        <dsp:cNvPr id="0" name=""/>
        <dsp:cNvSpPr/>
      </dsp:nvSpPr>
      <dsp:spPr>
        <a:xfrm rot="10800000">
          <a:off x="1280794" y="1610"/>
          <a:ext cx="4555042" cy="53388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429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заснував перший на українських землях науково-освітній осередок, центр вищої освіти</a:t>
          </a:r>
          <a:endParaRPr lang="uk-UA" sz="1500" kern="1200"/>
        </a:p>
      </dsp:txBody>
      <dsp:txXfrm rot="10800000">
        <a:off x="1414265" y="1610"/>
        <a:ext cx="4421571" cy="533886"/>
      </dsp:txXfrm>
    </dsp:sp>
    <dsp:sp modelId="{08CBD6D4-0A9D-4AE2-B2F8-9A198BDCBC31}">
      <dsp:nvSpPr>
        <dsp:cNvPr id="0" name=""/>
        <dsp:cNvSpPr/>
      </dsp:nvSpPr>
      <dsp:spPr>
        <a:xfrm>
          <a:off x="1013851" y="1610"/>
          <a:ext cx="533886" cy="53388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BAB247-5097-493C-A07D-29467243AE56}">
      <dsp:nvSpPr>
        <dsp:cNvPr id="0" name=""/>
        <dsp:cNvSpPr/>
      </dsp:nvSpPr>
      <dsp:spPr>
        <a:xfrm rot="10800000">
          <a:off x="1280794" y="694865"/>
          <a:ext cx="4555042" cy="53388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429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 dirty="0"/>
            <a:t>здійснив реформу православної церкви на українських землях</a:t>
          </a:r>
          <a:endParaRPr lang="uk-UA" sz="1500" kern="1200" dirty="0"/>
        </a:p>
      </dsp:txBody>
      <dsp:txXfrm rot="10800000">
        <a:off x="1414265" y="694865"/>
        <a:ext cx="4421571" cy="533886"/>
      </dsp:txXfrm>
    </dsp:sp>
    <dsp:sp modelId="{D52DCCD1-9E03-41D4-8125-823FEE8D756C}">
      <dsp:nvSpPr>
        <dsp:cNvPr id="0" name=""/>
        <dsp:cNvSpPr/>
      </dsp:nvSpPr>
      <dsp:spPr>
        <a:xfrm>
          <a:off x="1013851" y="694865"/>
          <a:ext cx="533886" cy="53388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1B6531-B474-465C-8E68-63C61B4D15A4}">
      <dsp:nvSpPr>
        <dsp:cNvPr id="0" name=""/>
        <dsp:cNvSpPr/>
      </dsp:nvSpPr>
      <dsp:spPr>
        <a:xfrm rot="10800000">
          <a:off x="1280794" y="1388120"/>
          <a:ext cx="4555042" cy="53388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429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 dirty="0"/>
            <a:t>заснував Українську козацьку державу</a:t>
          </a:r>
          <a:endParaRPr lang="uk-UA" sz="1500" kern="1200" dirty="0"/>
        </a:p>
      </dsp:txBody>
      <dsp:txXfrm rot="10800000">
        <a:off x="1414265" y="1388120"/>
        <a:ext cx="4421571" cy="533886"/>
      </dsp:txXfrm>
    </dsp:sp>
    <dsp:sp modelId="{5EC9432D-D73A-464F-BBC8-429ECBA378BB}">
      <dsp:nvSpPr>
        <dsp:cNvPr id="0" name=""/>
        <dsp:cNvSpPr/>
      </dsp:nvSpPr>
      <dsp:spPr>
        <a:xfrm>
          <a:off x="1013851" y="1388120"/>
          <a:ext cx="533886" cy="53388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ADD1CA-7E31-41CB-82A8-25248816809B}">
      <dsp:nvSpPr>
        <dsp:cNvPr id="0" name=""/>
        <dsp:cNvSpPr/>
      </dsp:nvSpPr>
      <dsp:spPr>
        <a:xfrm rot="10800000">
          <a:off x="1280794" y="2081375"/>
          <a:ext cx="4555042" cy="53388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429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першим підняв козацтво на боротьбу за свої станові права</a:t>
          </a:r>
          <a:endParaRPr lang="uk-UA" sz="1500" kern="1200"/>
        </a:p>
      </dsp:txBody>
      <dsp:txXfrm rot="10800000">
        <a:off x="1414265" y="2081375"/>
        <a:ext cx="4421571" cy="533886"/>
      </dsp:txXfrm>
    </dsp:sp>
    <dsp:sp modelId="{1A5D53D0-C8EF-4F12-94F4-FFFA1B53AB63}">
      <dsp:nvSpPr>
        <dsp:cNvPr id="0" name=""/>
        <dsp:cNvSpPr/>
      </dsp:nvSpPr>
      <dsp:spPr>
        <a:xfrm>
          <a:off x="1013851" y="2081375"/>
          <a:ext cx="533886" cy="53388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AEC617-65BB-4E42-BE33-160F1E01C715}">
      <dsp:nvSpPr>
        <dsp:cNvPr id="0" name=""/>
        <dsp:cNvSpPr/>
      </dsp:nvSpPr>
      <dsp:spPr>
        <a:xfrm rot="10800000">
          <a:off x="1280794" y="2774630"/>
          <a:ext cx="4555042" cy="53388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429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 dirty="0"/>
            <a:t>започаткував традицію створення Січі – центру запорозького козацтва</a:t>
          </a:r>
          <a:endParaRPr lang="uk-UA" sz="1500" kern="1200" dirty="0"/>
        </a:p>
      </dsp:txBody>
      <dsp:txXfrm rot="10800000">
        <a:off x="1414265" y="2774630"/>
        <a:ext cx="4421571" cy="533886"/>
      </dsp:txXfrm>
    </dsp:sp>
    <dsp:sp modelId="{96BAB2BD-1AAA-4330-931F-E72AD91536F1}">
      <dsp:nvSpPr>
        <dsp:cNvPr id="0" name=""/>
        <dsp:cNvSpPr/>
      </dsp:nvSpPr>
      <dsp:spPr>
        <a:xfrm>
          <a:off x="1013851" y="2774630"/>
          <a:ext cx="533886" cy="53388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075DFD-8EF8-498B-B811-F848ECC0C257}">
      <dsp:nvSpPr>
        <dsp:cNvPr id="0" name=""/>
        <dsp:cNvSpPr/>
      </dsp:nvSpPr>
      <dsp:spPr>
        <a:xfrm>
          <a:off x="0" y="19223"/>
          <a:ext cx="4718304" cy="74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/>
            <a:t>П. Сагайдачний</a:t>
          </a:r>
          <a:endParaRPr lang="uk-UA" sz="3200" kern="1200"/>
        </a:p>
      </dsp:txBody>
      <dsp:txXfrm>
        <a:off x="36553" y="55776"/>
        <a:ext cx="4645198" cy="675694"/>
      </dsp:txXfrm>
    </dsp:sp>
    <dsp:sp modelId="{4271D723-C175-4AEC-87DF-B8EAAF843754}">
      <dsp:nvSpPr>
        <dsp:cNvPr id="0" name=""/>
        <dsp:cNvSpPr/>
      </dsp:nvSpPr>
      <dsp:spPr>
        <a:xfrm>
          <a:off x="0" y="860184"/>
          <a:ext cx="4718304" cy="74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/>
            <a:t>Б. Хмельницький</a:t>
          </a:r>
          <a:endParaRPr lang="uk-UA" sz="3200" kern="1200"/>
        </a:p>
      </dsp:txBody>
      <dsp:txXfrm>
        <a:off x="36553" y="896737"/>
        <a:ext cx="4645198" cy="675694"/>
      </dsp:txXfrm>
    </dsp:sp>
    <dsp:sp modelId="{25A27C43-518E-49E7-A799-A20C91125E7D}">
      <dsp:nvSpPr>
        <dsp:cNvPr id="0" name=""/>
        <dsp:cNvSpPr/>
      </dsp:nvSpPr>
      <dsp:spPr>
        <a:xfrm>
          <a:off x="0" y="1701144"/>
          <a:ext cx="4718304" cy="74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 dirty="0"/>
            <a:t>І. </a:t>
          </a:r>
          <a:r>
            <a:rPr lang="ru-RU" sz="3200" b="0" i="0" kern="1200" dirty="0" err="1"/>
            <a:t>Виговський</a:t>
          </a:r>
          <a:endParaRPr lang="uk-UA" sz="3200" kern="1200" dirty="0"/>
        </a:p>
      </dsp:txBody>
      <dsp:txXfrm>
        <a:off x="36553" y="1737697"/>
        <a:ext cx="4645198" cy="675694"/>
      </dsp:txXfrm>
    </dsp:sp>
    <dsp:sp modelId="{EF4F04D7-E364-41A0-89FF-E2C574083581}">
      <dsp:nvSpPr>
        <dsp:cNvPr id="0" name=""/>
        <dsp:cNvSpPr/>
      </dsp:nvSpPr>
      <dsp:spPr>
        <a:xfrm>
          <a:off x="0" y="2542104"/>
          <a:ext cx="4718304" cy="74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 dirty="0"/>
            <a:t>І. Самойлович</a:t>
          </a:r>
          <a:endParaRPr lang="uk-UA" sz="3200" kern="1200" dirty="0"/>
        </a:p>
      </dsp:txBody>
      <dsp:txXfrm>
        <a:off x="36553" y="2578657"/>
        <a:ext cx="4645198" cy="675694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5A7AB7-C995-4633-A324-138DAA54E64B}">
      <dsp:nvSpPr>
        <dsp:cNvPr id="0" name=""/>
        <dsp:cNvSpPr/>
      </dsp:nvSpPr>
      <dsp:spPr>
        <a:xfrm rot="10800000">
          <a:off x="959338" y="155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121920" rIns="227584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/>
            <a:t>1616 р.</a:t>
          </a:r>
          <a:endParaRPr lang="uk-UA" sz="3200" kern="1200"/>
        </a:p>
      </dsp:txBody>
      <dsp:txXfrm rot="10800000">
        <a:off x="1128360" y="155"/>
        <a:ext cx="2968650" cy="676090"/>
      </dsp:txXfrm>
    </dsp:sp>
    <dsp:sp modelId="{CDF56B7E-1AEA-485B-B9E7-9CD4B0B96A69}">
      <dsp:nvSpPr>
        <dsp:cNvPr id="0" name=""/>
        <dsp:cNvSpPr/>
      </dsp:nvSpPr>
      <dsp:spPr>
        <a:xfrm>
          <a:off x="621293" y="155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B4D806-1835-4648-B827-1C648809AC28}">
      <dsp:nvSpPr>
        <dsp:cNvPr id="0" name=""/>
        <dsp:cNvSpPr/>
      </dsp:nvSpPr>
      <dsp:spPr>
        <a:xfrm rot="10800000">
          <a:off x="959338" y="878064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121920" rIns="227584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 dirty="0"/>
            <a:t>1618 р.</a:t>
          </a:r>
          <a:endParaRPr lang="uk-UA" sz="3200" kern="1200" dirty="0"/>
        </a:p>
      </dsp:txBody>
      <dsp:txXfrm rot="10800000">
        <a:off x="1128360" y="878064"/>
        <a:ext cx="2968650" cy="676090"/>
      </dsp:txXfrm>
    </dsp:sp>
    <dsp:sp modelId="{CD290D30-55FF-43A5-92C0-55F82E087BD9}">
      <dsp:nvSpPr>
        <dsp:cNvPr id="0" name=""/>
        <dsp:cNvSpPr/>
      </dsp:nvSpPr>
      <dsp:spPr>
        <a:xfrm>
          <a:off x="621293" y="878064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B1A378-8192-4DD0-B3A6-3DCDFAEC5659}">
      <dsp:nvSpPr>
        <dsp:cNvPr id="0" name=""/>
        <dsp:cNvSpPr/>
      </dsp:nvSpPr>
      <dsp:spPr>
        <a:xfrm rot="10800000">
          <a:off x="959338" y="1755973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121920" rIns="227584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/>
            <a:t>1621 р.</a:t>
          </a:r>
          <a:endParaRPr lang="uk-UA" sz="3200" kern="1200"/>
        </a:p>
      </dsp:txBody>
      <dsp:txXfrm rot="10800000">
        <a:off x="1128360" y="1755973"/>
        <a:ext cx="2968650" cy="676090"/>
      </dsp:txXfrm>
    </dsp:sp>
    <dsp:sp modelId="{3A2538F2-0EAA-41C0-B6A3-817EA59DF247}">
      <dsp:nvSpPr>
        <dsp:cNvPr id="0" name=""/>
        <dsp:cNvSpPr/>
      </dsp:nvSpPr>
      <dsp:spPr>
        <a:xfrm>
          <a:off x="621293" y="1755973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084BA4-C9DA-42DD-B485-F10BE3184776}">
      <dsp:nvSpPr>
        <dsp:cNvPr id="0" name=""/>
        <dsp:cNvSpPr/>
      </dsp:nvSpPr>
      <dsp:spPr>
        <a:xfrm rot="10800000">
          <a:off x="959338" y="2633881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121920" rIns="227584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 dirty="0"/>
            <a:t>1625 р.</a:t>
          </a:r>
          <a:endParaRPr lang="uk-UA" sz="3200" kern="1200" dirty="0"/>
        </a:p>
      </dsp:txBody>
      <dsp:txXfrm rot="10800000">
        <a:off x="1128360" y="2633881"/>
        <a:ext cx="2968650" cy="676090"/>
      </dsp:txXfrm>
    </dsp:sp>
    <dsp:sp modelId="{721E7BC5-2C73-4CED-86DD-23AB53365658}">
      <dsp:nvSpPr>
        <dsp:cNvPr id="0" name=""/>
        <dsp:cNvSpPr/>
      </dsp:nvSpPr>
      <dsp:spPr>
        <a:xfrm>
          <a:off x="621293" y="2633881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4AAB12-1DF7-4707-8158-8FB576E4A0C8}">
      <dsp:nvSpPr>
        <dsp:cNvPr id="0" name=""/>
        <dsp:cNvSpPr/>
      </dsp:nvSpPr>
      <dsp:spPr>
        <a:xfrm rot="10800000">
          <a:off x="959338" y="155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/>
            <a:t>Укладення Люблінської унії.</a:t>
          </a:r>
          <a:endParaRPr lang="uk-UA" sz="1600" kern="1200"/>
        </a:p>
      </dsp:txBody>
      <dsp:txXfrm rot="10800000">
        <a:off x="1128360" y="155"/>
        <a:ext cx="2968650" cy="676090"/>
      </dsp:txXfrm>
    </dsp:sp>
    <dsp:sp modelId="{52311474-63FF-45C8-96DE-23A595328D68}">
      <dsp:nvSpPr>
        <dsp:cNvPr id="0" name=""/>
        <dsp:cNvSpPr/>
      </dsp:nvSpPr>
      <dsp:spPr>
        <a:xfrm>
          <a:off x="621293" y="155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156B4F-8F84-45E3-92A1-DE0DB81F5178}">
      <dsp:nvSpPr>
        <dsp:cNvPr id="0" name=""/>
        <dsp:cNvSpPr/>
      </dsp:nvSpPr>
      <dsp:spPr>
        <a:xfrm rot="10800000">
          <a:off x="959338" y="878064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/>
            <a:t>Утворення реєстрового козацтва.</a:t>
          </a:r>
          <a:endParaRPr lang="uk-UA" sz="1600" kern="1200"/>
        </a:p>
      </dsp:txBody>
      <dsp:txXfrm rot="10800000">
        <a:off x="1128360" y="878064"/>
        <a:ext cx="2968650" cy="676090"/>
      </dsp:txXfrm>
    </dsp:sp>
    <dsp:sp modelId="{45699EF9-DF5F-4C0B-AE50-05EFE5B7057C}">
      <dsp:nvSpPr>
        <dsp:cNvPr id="0" name=""/>
        <dsp:cNvSpPr/>
      </dsp:nvSpPr>
      <dsp:spPr>
        <a:xfrm>
          <a:off x="621293" y="878064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2C5467-15B6-4ACD-B257-96C2E49251C2}">
      <dsp:nvSpPr>
        <dsp:cNvPr id="0" name=""/>
        <dsp:cNvSpPr/>
      </dsp:nvSpPr>
      <dsp:spPr>
        <a:xfrm rot="10800000">
          <a:off x="959338" y="1755973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 err="1"/>
            <a:t>Завершення</a:t>
          </a:r>
          <a:r>
            <a:rPr lang="ru-RU" sz="1600" kern="1200" dirty="0"/>
            <a:t> </a:t>
          </a:r>
          <a:r>
            <a:rPr lang="ru-RU" sz="1600" kern="1200" dirty="0" err="1"/>
            <a:t>Хотинськоі</a:t>
          </a:r>
          <a:r>
            <a:rPr lang="ru-RU" sz="1600" kern="1200" dirty="0"/>
            <a:t>̈ </a:t>
          </a:r>
          <a:r>
            <a:rPr lang="ru-RU" sz="1600" kern="1200" dirty="0" err="1"/>
            <a:t>війни</a:t>
          </a:r>
          <a:r>
            <a:rPr lang="ru-RU" sz="1600" kern="1200" dirty="0"/>
            <a:t>.</a:t>
          </a:r>
          <a:endParaRPr lang="uk-UA" sz="1600" kern="1200" dirty="0"/>
        </a:p>
      </dsp:txBody>
      <dsp:txXfrm rot="10800000">
        <a:off x="1128360" y="1755973"/>
        <a:ext cx="2968650" cy="676090"/>
      </dsp:txXfrm>
    </dsp:sp>
    <dsp:sp modelId="{3460AA35-A51D-4B1C-947E-76B8C9591623}">
      <dsp:nvSpPr>
        <dsp:cNvPr id="0" name=""/>
        <dsp:cNvSpPr/>
      </dsp:nvSpPr>
      <dsp:spPr>
        <a:xfrm>
          <a:off x="621293" y="1755973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0803AC-293C-4347-AE6E-64B00B0A6AC8}">
      <dsp:nvSpPr>
        <dsp:cNvPr id="0" name=""/>
        <dsp:cNvSpPr/>
      </dsp:nvSpPr>
      <dsp:spPr>
        <a:xfrm rot="10800000">
          <a:off x="959338" y="2633881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/>
            <a:t>Укладення Берестейської унії.</a:t>
          </a:r>
          <a:br>
            <a:rPr lang="ru-RU" sz="1600" kern="1200"/>
          </a:br>
          <a:endParaRPr lang="uk-UA" sz="1600" kern="1200"/>
        </a:p>
      </dsp:txBody>
      <dsp:txXfrm rot="10800000">
        <a:off x="1128360" y="2633881"/>
        <a:ext cx="2968650" cy="676090"/>
      </dsp:txXfrm>
    </dsp:sp>
    <dsp:sp modelId="{2B9BFDC1-2FC7-436A-A767-2A06B01B00E3}">
      <dsp:nvSpPr>
        <dsp:cNvPr id="0" name=""/>
        <dsp:cNvSpPr/>
      </dsp:nvSpPr>
      <dsp:spPr>
        <a:xfrm>
          <a:off x="621293" y="2633881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9F5ADE-152E-4CA6-A59B-4C84CE6E5FB2}">
      <dsp:nvSpPr>
        <dsp:cNvPr id="0" name=""/>
        <dsp:cNvSpPr/>
      </dsp:nvSpPr>
      <dsp:spPr>
        <a:xfrm rot="5400000">
          <a:off x="1003915" y="1204330"/>
          <a:ext cx="1164543" cy="1937773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B6F954-7EEA-40E3-BB54-B8CAC1100D23}">
      <dsp:nvSpPr>
        <dsp:cNvPr id="0" name=""/>
        <dsp:cNvSpPr/>
      </dsp:nvSpPr>
      <dsp:spPr>
        <a:xfrm>
          <a:off x="809524" y="1783307"/>
          <a:ext cx="1749432" cy="153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/>
            <a:t>утворення Києво-Могилянського колегіуму</a:t>
          </a:r>
          <a:endParaRPr lang="uk-UA" sz="1700" kern="1200"/>
        </a:p>
      </dsp:txBody>
      <dsp:txXfrm>
        <a:off x="809524" y="1783307"/>
        <a:ext cx="1749432" cy="1533480"/>
      </dsp:txXfrm>
    </dsp:sp>
    <dsp:sp modelId="{32419048-5916-441A-B25D-74A5D95FC76A}">
      <dsp:nvSpPr>
        <dsp:cNvPr id="0" name=""/>
        <dsp:cNvSpPr/>
      </dsp:nvSpPr>
      <dsp:spPr>
        <a:xfrm>
          <a:off x="2228875" y="1061669"/>
          <a:ext cx="330081" cy="330081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A0056B-2579-48EE-B320-1A9F9296DCB8}">
      <dsp:nvSpPr>
        <dsp:cNvPr id="0" name=""/>
        <dsp:cNvSpPr/>
      </dsp:nvSpPr>
      <dsp:spPr>
        <a:xfrm rot="5400000">
          <a:off x="3145563" y="674377"/>
          <a:ext cx="1164543" cy="1937773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A56E53-759B-4B6B-B2B9-0009892E2078}">
      <dsp:nvSpPr>
        <dsp:cNvPr id="0" name=""/>
        <dsp:cNvSpPr/>
      </dsp:nvSpPr>
      <dsp:spPr>
        <a:xfrm>
          <a:off x="2951171" y="1253354"/>
          <a:ext cx="1749432" cy="153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/>
            <a:t>заснування в Острозі слов’яно-греко-латинської школи</a:t>
          </a:r>
          <a:endParaRPr lang="uk-UA" sz="1700" kern="1200"/>
        </a:p>
      </dsp:txBody>
      <dsp:txXfrm>
        <a:off x="2951171" y="1253354"/>
        <a:ext cx="1749432" cy="1533480"/>
      </dsp:txXfrm>
    </dsp:sp>
    <dsp:sp modelId="{5BFA7543-1CE7-46C4-80FE-4DBDF98DE3F7}">
      <dsp:nvSpPr>
        <dsp:cNvPr id="0" name=""/>
        <dsp:cNvSpPr/>
      </dsp:nvSpPr>
      <dsp:spPr>
        <a:xfrm>
          <a:off x="4370523" y="531716"/>
          <a:ext cx="330081" cy="330081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DF3817-33EA-469F-ABD2-E188E4F3B85D}">
      <dsp:nvSpPr>
        <dsp:cNvPr id="0" name=""/>
        <dsp:cNvSpPr/>
      </dsp:nvSpPr>
      <dsp:spPr>
        <a:xfrm rot="5400000">
          <a:off x="5287210" y="144424"/>
          <a:ext cx="1164543" cy="1937773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7FF259-FF25-4CD7-A656-4AABEC6DFCCE}">
      <dsp:nvSpPr>
        <dsp:cNvPr id="0" name=""/>
        <dsp:cNvSpPr/>
      </dsp:nvSpPr>
      <dsp:spPr>
        <a:xfrm>
          <a:off x="5092819" y="723401"/>
          <a:ext cx="1749432" cy="153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/>
            <a:t>створення Пересопницького Євангелія</a:t>
          </a:r>
          <a:endParaRPr lang="uk-UA" sz="1700" kern="1200"/>
        </a:p>
      </dsp:txBody>
      <dsp:txXfrm>
        <a:off x="5092819" y="723401"/>
        <a:ext cx="1749432" cy="1533480"/>
      </dsp:txXfrm>
    </dsp:sp>
    <dsp:sp modelId="{0A18D679-8974-40DF-942D-5E79E3B0CE78}">
      <dsp:nvSpPr>
        <dsp:cNvPr id="0" name=""/>
        <dsp:cNvSpPr/>
      </dsp:nvSpPr>
      <dsp:spPr>
        <a:xfrm>
          <a:off x="6512170" y="1763"/>
          <a:ext cx="330081" cy="330081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E6EA5A-D9DF-45BB-B141-6AD0EED74DB6}">
      <dsp:nvSpPr>
        <dsp:cNvPr id="0" name=""/>
        <dsp:cNvSpPr/>
      </dsp:nvSpPr>
      <dsp:spPr>
        <a:xfrm rot="5400000">
          <a:off x="7428857" y="-385527"/>
          <a:ext cx="1164543" cy="1937773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FA2B2D-79F4-4FC0-BD19-66E1A831C33D}">
      <dsp:nvSpPr>
        <dsp:cNvPr id="0" name=""/>
        <dsp:cNvSpPr/>
      </dsp:nvSpPr>
      <dsp:spPr>
        <a:xfrm>
          <a:off x="7234466" y="193448"/>
          <a:ext cx="1749432" cy="153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/>
            <a:t>відновлення вищої православної ієрархії в Речі Посполитій</a:t>
          </a:r>
          <a:endParaRPr lang="uk-UA" sz="1700" kern="1200"/>
        </a:p>
      </dsp:txBody>
      <dsp:txXfrm>
        <a:off x="7234466" y="193448"/>
        <a:ext cx="1749432" cy="1533480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D09251-8E6C-48BC-B08A-A7EB2BD9140B}">
      <dsp:nvSpPr>
        <dsp:cNvPr id="0" name=""/>
        <dsp:cNvSpPr/>
      </dsp:nvSpPr>
      <dsp:spPr>
        <a:xfrm>
          <a:off x="0" y="28053"/>
          <a:ext cx="6926163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Пересопницьке Євангеліє;</a:t>
          </a:r>
          <a:endParaRPr lang="uk-UA" sz="1800" kern="1200"/>
        </a:p>
      </dsp:txBody>
      <dsp:txXfrm>
        <a:off x="20561" y="48614"/>
        <a:ext cx="6885041" cy="380078"/>
      </dsp:txXfrm>
    </dsp:sp>
    <dsp:sp modelId="{7216979D-6F0C-411D-9F07-C6D4E0EAF898}">
      <dsp:nvSpPr>
        <dsp:cNvPr id="0" name=""/>
        <dsp:cNvSpPr/>
      </dsp:nvSpPr>
      <dsp:spPr>
        <a:xfrm>
          <a:off x="0" y="501093"/>
          <a:ext cx="6926163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«Граматика словенська» Л. Зизанія</a:t>
          </a:r>
          <a:endParaRPr lang="uk-UA" sz="1800" kern="1200"/>
        </a:p>
      </dsp:txBody>
      <dsp:txXfrm>
        <a:off x="20561" y="521654"/>
        <a:ext cx="6885041" cy="380078"/>
      </dsp:txXfrm>
    </dsp:sp>
    <dsp:sp modelId="{944F06B4-A431-4B75-ADA8-022598735C79}">
      <dsp:nvSpPr>
        <dsp:cNvPr id="0" name=""/>
        <dsp:cNvSpPr/>
      </dsp:nvSpPr>
      <dsp:spPr>
        <a:xfrm>
          <a:off x="0" y="974133"/>
          <a:ext cx="6926163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Острозька Біблія;</a:t>
          </a:r>
          <a:endParaRPr lang="uk-UA" sz="1800" kern="1200"/>
        </a:p>
      </dsp:txBody>
      <dsp:txXfrm>
        <a:off x="20561" y="994694"/>
        <a:ext cx="6885041" cy="380078"/>
      </dsp:txXfrm>
    </dsp:sp>
    <dsp:sp modelId="{6EC2D8C3-4BDC-46E4-896F-7A76CABB944C}">
      <dsp:nvSpPr>
        <dsp:cNvPr id="0" name=""/>
        <dsp:cNvSpPr/>
      </dsp:nvSpPr>
      <dsp:spPr>
        <a:xfrm>
          <a:off x="0" y="1447173"/>
          <a:ext cx="6926163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«Хроніка з літописців стародавніх» Ф. Софоновича;</a:t>
          </a:r>
          <a:endParaRPr lang="uk-UA" sz="1800" kern="1200"/>
        </a:p>
      </dsp:txBody>
      <dsp:txXfrm>
        <a:off x="20561" y="1467734"/>
        <a:ext cx="6885041" cy="380078"/>
      </dsp:txXfrm>
    </dsp:sp>
    <dsp:sp modelId="{68CD8D60-C9C3-41E2-BA30-8EC7EB3D3262}">
      <dsp:nvSpPr>
        <dsp:cNvPr id="0" name=""/>
        <dsp:cNvSpPr/>
      </dsp:nvSpPr>
      <dsp:spPr>
        <a:xfrm>
          <a:off x="0" y="1920214"/>
          <a:ext cx="6926163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«Історія Русів»;</a:t>
          </a:r>
          <a:endParaRPr lang="uk-UA" sz="1800" kern="1200"/>
        </a:p>
      </dsp:txBody>
      <dsp:txXfrm>
        <a:off x="20561" y="1940775"/>
        <a:ext cx="6885041" cy="380078"/>
      </dsp:txXfrm>
    </dsp:sp>
    <dsp:sp modelId="{7CB8FCA3-1008-40FE-9393-E1C2AF9CD14A}">
      <dsp:nvSpPr>
        <dsp:cNvPr id="0" name=""/>
        <dsp:cNvSpPr/>
      </dsp:nvSpPr>
      <dsp:spPr>
        <a:xfrm>
          <a:off x="0" y="2393254"/>
          <a:ext cx="6926163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«Ключ царства небесного» Г. Смотрицького;</a:t>
          </a:r>
          <a:endParaRPr lang="uk-UA" sz="1800" kern="1200"/>
        </a:p>
      </dsp:txBody>
      <dsp:txXfrm>
        <a:off x="20561" y="2413815"/>
        <a:ext cx="6885041" cy="380078"/>
      </dsp:txXfrm>
    </dsp:sp>
    <dsp:sp modelId="{55F5DFBA-888A-4E12-BB3D-0B2BB039FD64}">
      <dsp:nvSpPr>
        <dsp:cNvPr id="0" name=""/>
        <dsp:cNvSpPr/>
      </dsp:nvSpPr>
      <dsp:spPr>
        <a:xfrm>
          <a:off x="0" y="2866293"/>
          <a:ext cx="6926163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«Лексикон славенороський» П. Беринди.</a:t>
          </a:r>
          <a:endParaRPr lang="uk-UA" sz="1800" kern="1200"/>
        </a:p>
      </dsp:txBody>
      <dsp:txXfrm>
        <a:off x="20561" y="2886854"/>
        <a:ext cx="6885041" cy="380078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4B6BDC-D1B5-4B5B-A7D0-06CDA2DDAE34}">
      <dsp:nvSpPr>
        <dsp:cNvPr id="0" name=""/>
        <dsp:cNvSpPr/>
      </dsp:nvSpPr>
      <dsp:spPr>
        <a:xfrm>
          <a:off x="329184" y="0"/>
          <a:ext cx="2161309" cy="2161309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709BD9-2C0A-41B0-8BAE-FD86558F55B5}">
      <dsp:nvSpPr>
        <dsp:cNvPr id="0" name=""/>
        <dsp:cNvSpPr/>
      </dsp:nvSpPr>
      <dsp:spPr>
        <a:xfrm>
          <a:off x="534508" y="205324"/>
          <a:ext cx="842910" cy="8429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1, 3, 4, 6</a:t>
          </a:r>
          <a:endParaRPr lang="uk-UA" sz="2200" kern="1200"/>
        </a:p>
      </dsp:txBody>
      <dsp:txXfrm>
        <a:off x="575655" y="246471"/>
        <a:ext cx="760616" cy="760616"/>
      </dsp:txXfrm>
    </dsp:sp>
    <dsp:sp modelId="{D89C457C-61E8-4D51-A53A-AA03C7D99C23}">
      <dsp:nvSpPr>
        <dsp:cNvPr id="0" name=""/>
        <dsp:cNvSpPr/>
      </dsp:nvSpPr>
      <dsp:spPr>
        <a:xfrm>
          <a:off x="1442258" y="205324"/>
          <a:ext cx="842910" cy="8429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2, 4, 5, 7</a:t>
          </a:r>
          <a:endParaRPr lang="uk-UA" sz="2200" kern="1200"/>
        </a:p>
      </dsp:txBody>
      <dsp:txXfrm>
        <a:off x="1483405" y="246471"/>
        <a:ext cx="760616" cy="760616"/>
      </dsp:txXfrm>
    </dsp:sp>
    <dsp:sp modelId="{1312E25A-4EBE-4AE0-A3A0-E62FFD4342CB}">
      <dsp:nvSpPr>
        <dsp:cNvPr id="0" name=""/>
        <dsp:cNvSpPr/>
      </dsp:nvSpPr>
      <dsp:spPr>
        <a:xfrm>
          <a:off x="534508" y="1113074"/>
          <a:ext cx="842910" cy="8429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1, 3, 4, 5</a:t>
          </a:r>
          <a:endParaRPr lang="uk-UA" sz="2200" kern="1200"/>
        </a:p>
      </dsp:txBody>
      <dsp:txXfrm>
        <a:off x="575655" y="1154221"/>
        <a:ext cx="760616" cy="760616"/>
      </dsp:txXfrm>
    </dsp:sp>
    <dsp:sp modelId="{6C0EBFFE-E819-4137-8715-BA5C6DFA5F1B}">
      <dsp:nvSpPr>
        <dsp:cNvPr id="0" name=""/>
        <dsp:cNvSpPr/>
      </dsp:nvSpPr>
      <dsp:spPr>
        <a:xfrm>
          <a:off x="1442258" y="1113074"/>
          <a:ext cx="842910" cy="842910"/>
        </a:xfrm>
        <a:prstGeom prst="roundRect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 dirty="0"/>
            <a:t>2, 3, 6, 7</a:t>
          </a:r>
          <a:endParaRPr lang="uk-UA" sz="2200" kern="1200" dirty="0"/>
        </a:p>
      </dsp:txBody>
      <dsp:txXfrm>
        <a:off x="1483405" y="1154221"/>
        <a:ext cx="760616" cy="760616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4B6BDC-D1B5-4B5B-A7D0-06CDA2DDAE34}">
      <dsp:nvSpPr>
        <dsp:cNvPr id="0" name=""/>
        <dsp:cNvSpPr/>
      </dsp:nvSpPr>
      <dsp:spPr>
        <a:xfrm>
          <a:off x="329184" y="0"/>
          <a:ext cx="2161309" cy="2161309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709BD9-2C0A-41B0-8BAE-FD86558F55B5}">
      <dsp:nvSpPr>
        <dsp:cNvPr id="0" name=""/>
        <dsp:cNvSpPr/>
      </dsp:nvSpPr>
      <dsp:spPr>
        <a:xfrm>
          <a:off x="534508" y="205324"/>
          <a:ext cx="842910" cy="8429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1, 3, 4, 6</a:t>
          </a:r>
          <a:endParaRPr lang="uk-UA" sz="2200" kern="1200"/>
        </a:p>
      </dsp:txBody>
      <dsp:txXfrm>
        <a:off x="575655" y="246471"/>
        <a:ext cx="760616" cy="760616"/>
      </dsp:txXfrm>
    </dsp:sp>
    <dsp:sp modelId="{D89C457C-61E8-4D51-A53A-AA03C7D99C23}">
      <dsp:nvSpPr>
        <dsp:cNvPr id="0" name=""/>
        <dsp:cNvSpPr/>
      </dsp:nvSpPr>
      <dsp:spPr>
        <a:xfrm>
          <a:off x="1442258" y="205324"/>
          <a:ext cx="842910" cy="8429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2, 4, 5, 7</a:t>
          </a:r>
          <a:endParaRPr lang="uk-UA" sz="2200" kern="1200"/>
        </a:p>
      </dsp:txBody>
      <dsp:txXfrm>
        <a:off x="1483405" y="246471"/>
        <a:ext cx="760616" cy="760616"/>
      </dsp:txXfrm>
    </dsp:sp>
    <dsp:sp modelId="{1312E25A-4EBE-4AE0-A3A0-E62FFD4342CB}">
      <dsp:nvSpPr>
        <dsp:cNvPr id="0" name=""/>
        <dsp:cNvSpPr/>
      </dsp:nvSpPr>
      <dsp:spPr>
        <a:xfrm>
          <a:off x="534508" y="1113074"/>
          <a:ext cx="842910" cy="8429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1, 3, 4, 5</a:t>
          </a:r>
          <a:endParaRPr lang="uk-UA" sz="2200" kern="1200"/>
        </a:p>
      </dsp:txBody>
      <dsp:txXfrm>
        <a:off x="575655" y="1154221"/>
        <a:ext cx="760616" cy="760616"/>
      </dsp:txXfrm>
    </dsp:sp>
    <dsp:sp modelId="{6C0EBFFE-E819-4137-8715-BA5C6DFA5F1B}">
      <dsp:nvSpPr>
        <dsp:cNvPr id="0" name=""/>
        <dsp:cNvSpPr/>
      </dsp:nvSpPr>
      <dsp:spPr>
        <a:xfrm>
          <a:off x="1442258" y="1113074"/>
          <a:ext cx="842910" cy="8429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2, 3, 6, 7</a:t>
          </a:r>
          <a:endParaRPr lang="uk-UA" sz="2200" kern="1200"/>
        </a:p>
      </dsp:txBody>
      <dsp:txXfrm>
        <a:off x="1483405" y="1154221"/>
        <a:ext cx="760616" cy="760616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5EF14A-5447-4E90-8ED5-D11F80FAF5F0}">
      <dsp:nvSpPr>
        <dsp:cNvPr id="0" name=""/>
        <dsp:cNvSpPr/>
      </dsp:nvSpPr>
      <dsp:spPr>
        <a:xfrm>
          <a:off x="0" y="71063"/>
          <a:ext cx="4718304" cy="74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поділ Київської митрополії на дві частини з центрами в Києві та Москві</a:t>
          </a:r>
          <a:endParaRPr lang="uk-UA" sz="2000" kern="1200"/>
        </a:p>
      </dsp:txBody>
      <dsp:txXfrm>
        <a:off x="36553" y="107616"/>
        <a:ext cx="4645198" cy="675694"/>
      </dsp:txXfrm>
    </dsp:sp>
    <dsp:sp modelId="{755F8128-E9F7-490E-9176-C95623F82749}">
      <dsp:nvSpPr>
        <dsp:cNvPr id="0" name=""/>
        <dsp:cNvSpPr/>
      </dsp:nvSpPr>
      <dsp:spPr>
        <a:xfrm>
          <a:off x="0" y="877464"/>
          <a:ext cx="4718304" cy="74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висвячення митрополитом Київським Йова Борецького</a:t>
          </a:r>
          <a:endParaRPr lang="uk-UA" sz="2000" kern="1200"/>
        </a:p>
      </dsp:txBody>
      <dsp:txXfrm>
        <a:off x="36553" y="914017"/>
        <a:ext cx="4645198" cy="675694"/>
      </dsp:txXfrm>
    </dsp:sp>
    <dsp:sp modelId="{C42094FB-B15B-46E6-BA10-9B3A3BBE1C97}">
      <dsp:nvSpPr>
        <dsp:cNvPr id="0" name=""/>
        <dsp:cNvSpPr/>
      </dsp:nvSpPr>
      <dsp:spPr>
        <a:xfrm>
          <a:off x="0" y="1683864"/>
          <a:ext cx="4718304" cy="74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прийняття «Статей заспокоєння руського народу»</a:t>
          </a:r>
          <a:endParaRPr lang="uk-UA" sz="2000" kern="1200"/>
        </a:p>
      </dsp:txBody>
      <dsp:txXfrm>
        <a:off x="36553" y="1720417"/>
        <a:ext cx="4645198" cy="675694"/>
      </dsp:txXfrm>
    </dsp:sp>
    <dsp:sp modelId="{172D654A-7BB0-4934-9235-B64863E36FFA}">
      <dsp:nvSpPr>
        <dsp:cNvPr id="0" name=""/>
        <dsp:cNvSpPr/>
      </dsp:nvSpPr>
      <dsp:spPr>
        <a:xfrm>
          <a:off x="0" y="2490264"/>
          <a:ext cx="4718304" cy="74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затвердження статуту Львівського Успенського братства</a:t>
          </a:r>
          <a:endParaRPr lang="uk-UA" sz="2000" kern="1200"/>
        </a:p>
      </dsp:txBody>
      <dsp:txXfrm>
        <a:off x="36553" y="2526817"/>
        <a:ext cx="4645198" cy="675694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374D5F-7421-443D-8590-5A183A538DD5}">
      <dsp:nvSpPr>
        <dsp:cNvPr id="0" name=""/>
        <dsp:cNvSpPr/>
      </dsp:nvSpPr>
      <dsp:spPr>
        <a:xfrm rot="10800000">
          <a:off x="959338" y="155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укладення Берестейської церковної унії та утворення греко-католицької церкви.</a:t>
          </a:r>
          <a:endParaRPr lang="uk-UA" sz="1400" kern="1200"/>
        </a:p>
      </dsp:txBody>
      <dsp:txXfrm rot="10800000">
        <a:off x="1128360" y="155"/>
        <a:ext cx="2968650" cy="676090"/>
      </dsp:txXfrm>
    </dsp:sp>
    <dsp:sp modelId="{92EBC65E-62EF-4A7C-8E55-4103B83F5203}">
      <dsp:nvSpPr>
        <dsp:cNvPr id="0" name=""/>
        <dsp:cNvSpPr/>
      </dsp:nvSpPr>
      <dsp:spPr>
        <a:xfrm>
          <a:off x="621293" y="155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9BCD77-1A18-4D85-B545-1AB847F9FBCD}">
      <dsp:nvSpPr>
        <dsp:cNvPr id="0" name=""/>
        <dsp:cNvSpPr/>
      </dsp:nvSpPr>
      <dsp:spPr>
        <a:xfrm rot="10800000">
          <a:off x="959338" y="878064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надання прав і привілеїв реєстровому козацтву.</a:t>
          </a:r>
          <a:endParaRPr lang="uk-UA" sz="1400" kern="1200"/>
        </a:p>
      </dsp:txBody>
      <dsp:txXfrm rot="10800000">
        <a:off x="1128360" y="878064"/>
        <a:ext cx="2968650" cy="676090"/>
      </dsp:txXfrm>
    </dsp:sp>
    <dsp:sp modelId="{3A038186-F67D-4E60-89F6-DFCE1C8C6EE0}">
      <dsp:nvSpPr>
        <dsp:cNvPr id="0" name=""/>
        <dsp:cNvSpPr/>
      </dsp:nvSpPr>
      <dsp:spPr>
        <a:xfrm>
          <a:off x="621293" y="878064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025F22-237B-473D-8D82-59F1156304A1}">
      <dsp:nvSpPr>
        <dsp:cNvPr id="0" name=""/>
        <dsp:cNvSpPr/>
      </dsp:nvSpPr>
      <dsp:spPr>
        <a:xfrm rot="10800000">
          <a:off x="959338" y="1755973"/>
          <a:ext cx="3137672" cy="676090"/>
        </a:xfrm>
        <a:prstGeom prst="homePlate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відновлення та легалізація православної церкви в Речі Посполитій.</a:t>
          </a:r>
          <a:endParaRPr lang="uk-UA" sz="1400" kern="1200"/>
        </a:p>
      </dsp:txBody>
      <dsp:txXfrm rot="10800000">
        <a:off x="1128360" y="1755973"/>
        <a:ext cx="2968650" cy="676090"/>
      </dsp:txXfrm>
    </dsp:sp>
    <dsp:sp modelId="{3667C427-20B9-4FAB-8D85-6D9A21B24272}">
      <dsp:nvSpPr>
        <dsp:cNvPr id="0" name=""/>
        <dsp:cNvSpPr/>
      </dsp:nvSpPr>
      <dsp:spPr>
        <a:xfrm>
          <a:off x="621293" y="1755973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AC5116-3069-4C50-9729-04EE4594ED14}">
      <dsp:nvSpPr>
        <dsp:cNvPr id="0" name=""/>
        <dsp:cNvSpPr/>
      </dsp:nvSpPr>
      <dsp:spPr>
        <a:xfrm rot="10800000">
          <a:off x="959338" y="2633881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заснування першої відомої Запорозької Січі.</a:t>
          </a:r>
          <a:endParaRPr lang="uk-UA" sz="1400" kern="1200"/>
        </a:p>
      </dsp:txBody>
      <dsp:txXfrm rot="10800000">
        <a:off x="1128360" y="2633881"/>
        <a:ext cx="2968650" cy="676090"/>
      </dsp:txXfrm>
    </dsp:sp>
    <dsp:sp modelId="{BB6DEA3C-6819-4804-A722-029535BC5649}">
      <dsp:nvSpPr>
        <dsp:cNvPr id="0" name=""/>
        <dsp:cNvSpPr/>
      </dsp:nvSpPr>
      <dsp:spPr>
        <a:xfrm>
          <a:off x="621293" y="2633881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374D5F-7421-443D-8590-5A183A538DD5}">
      <dsp:nvSpPr>
        <dsp:cNvPr id="0" name=""/>
        <dsp:cNvSpPr/>
      </dsp:nvSpPr>
      <dsp:spPr>
        <a:xfrm rot="10800000">
          <a:off x="959338" y="155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укладення Берестейської церковної унії та утворення греко-католицької церкви.</a:t>
          </a:r>
          <a:endParaRPr lang="uk-UA" sz="1400" kern="1200"/>
        </a:p>
      </dsp:txBody>
      <dsp:txXfrm rot="10800000">
        <a:off x="1128360" y="155"/>
        <a:ext cx="2968650" cy="676090"/>
      </dsp:txXfrm>
    </dsp:sp>
    <dsp:sp modelId="{92EBC65E-62EF-4A7C-8E55-4103B83F5203}">
      <dsp:nvSpPr>
        <dsp:cNvPr id="0" name=""/>
        <dsp:cNvSpPr/>
      </dsp:nvSpPr>
      <dsp:spPr>
        <a:xfrm>
          <a:off x="621293" y="155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9BCD77-1A18-4D85-B545-1AB847F9FBCD}">
      <dsp:nvSpPr>
        <dsp:cNvPr id="0" name=""/>
        <dsp:cNvSpPr/>
      </dsp:nvSpPr>
      <dsp:spPr>
        <a:xfrm rot="10800000">
          <a:off x="959338" y="878064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dirty="0"/>
            <a:t>надання прав і привілеїв реєстровому козацтву.</a:t>
          </a:r>
          <a:endParaRPr lang="uk-UA" sz="1400" kern="1200" dirty="0"/>
        </a:p>
      </dsp:txBody>
      <dsp:txXfrm rot="10800000">
        <a:off x="1128360" y="878064"/>
        <a:ext cx="2968650" cy="676090"/>
      </dsp:txXfrm>
    </dsp:sp>
    <dsp:sp modelId="{3A038186-F67D-4E60-89F6-DFCE1C8C6EE0}">
      <dsp:nvSpPr>
        <dsp:cNvPr id="0" name=""/>
        <dsp:cNvSpPr/>
      </dsp:nvSpPr>
      <dsp:spPr>
        <a:xfrm>
          <a:off x="621293" y="878064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025F22-237B-473D-8D82-59F1156304A1}">
      <dsp:nvSpPr>
        <dsp:cNvPr id="0" name=""/>
        <dsp:cNvSpPr/>
      </dsp:nvSpPr>
      <dsp:spPr>
        <a:xfrm rot="10800000">
          <a:off x="959338" y="1755973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dirty="0"/>
            <a:t>відновлення та легалізація православної церкви в Речі Посполитій.</a:t>
          </a:r>
          <a:endParaRPr lang="uk-UA" sz="1400" kern="1200" dirty="0"/>
        </a:p>
      </dsp:txBody>
      <dsp:txXfrm rot="10800000">
        <a:off x="1128360" y="1755973"/>
        <a:ext cx="2968650" cy="676090"/>
      </dsp:txXfrm>
    </dsp:sp>
    <dsp:sp modelId="{3667C427-20B9-4FAB-8D85-6D9A21B24272}">
      <dsp:nvSpPr>
        <dsp:cNvPr id="0" name=""/>
        <dsp:cNvSpPr/>
      </dsp:nvSpPr>
      <dsp:spPr>
        <a:xfrm>
          <a:off x="621293" y="1755973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AC5116-3069-4C50-9729-04EE4594ED14}">
      <dsp:nvSpPr>
        <dsp:cNvPr id="0" name=""/>
        <dsp:cNvSpPr/>
      </dsp:nvSpPr>
      <dsp:spPr>
        <a:xfrm rot="10800000">
          <a:off x="959338" y="2633881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dirty="0"/>
            <a:t>заснування першої відомої Запорозької Січі.</a:t>
          </a:r>
          <a:endParaRPr lang="uk-UA" sz="1400" kern="1200" dirty="0"/>
        </a:p>
      </dsp:txBody>
      <dsp:txXfrm rot="10800000">
        <a:off x="1128360" y="2633881"/>
        <a:ext cx="2968650" cy="676090"/>
      </dsp:txXfrm>
    </dsp:sp>
    <dsp:sp modelId="{BB6DEA3C-6819-4804-A722-029535BC5649}">
      <dsp:nvSpPr>
        <dsp:cNvPr id="0" name=""/>
        <dsp:cNvSpPr/>
      </dsp:nvSpPr>
      <dsp:spPr>
        <a:xfrm>
          <a:off x="621293" y="2633881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244E59-207D-4CCB-BFB1-BE22A8FF52D6}">
      <dsp:nvSpPr>
        <dsp:cNvPr id="0" name=""/>
        <dsp:cNvSpPr/>
      </dsp:nvSpPr>
      <dsp:spPr>
        <a:xfrm>
          <a:off x="-3741418" y="-574742"/>
          <a:ext cx="4459612" cy="4459612"/>
        </a:xfrm>
        <a:prstGeom prst="blockArc">
          <a:avLst>
            <a:gd name="adj1" fmla="val 18900000"/>
            <a:gd name="adj2" fmla="val 2700000"/>
            <a:gd name="adj3" fmla="val 484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545F63-7BC1-43B4-8199-3B0F3A1C2817}">
      <dsp:nvSpPr>
        <dsp:cNvPr id="0" name=""/>
        <dsp:cNvSpPr/>
      </dsp:nvSpPr>
      <dsp:spPr>
        <a:xfrm>
          <a:off x="376444" y="254482"/>
          <a:ext cx="4298579" cy="509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201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засновників навчальних закладів.</a:t>
          </a:r>
          <a:endParaRPr lang="uk-UA" sz="1800" kern="1200"/>
        </a:p>
      </dsp:txBody>
      <dsp:txXfrm>
        <a:off x="376444" y="254482"/>
        <a:ext cx="4298579" cy="509230"/>
      </dsp:txXfrm>
    </dsp:sp>
    <dsp:sp modelId="{82B81F2D-DFB8-4776-815F-01B2368CE5F5}">
      <dsp:nvSpPr>
        <dsp:cNvPr id="0" name=""/>
        <dsp:cNvSpPr/>
      </dsp:nvSpPr>
      <dsp:spPr>
        <a:xfrm>
          <a:off x="58175" y="190828"/>
          <a:ext cx="636537" cy="6365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16E49B-4BA3-44C1-8412-7A745C340EAC}">
      <dsp:nvSpPr>
        <dsp:cNvPr id="0" name=""/>
        <dsp:cNvSpPr/>
      </dsp:nvSpPr>
      <dsp:spPr>
        <a:xfrm>
          <a:off x="668397" y="1018460"/>
          <a:ext cx="4006626" cy="509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201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авторів козацьких літописів.</a:t>
          </a:r>
          <a:endParaRPr lang="uk-UA" sz="1800" kern="1200"/>
        </a:p>
      </dsp:txBody>
      <dsp:txXfrm>
        <a:off x="668397" y="1018460"/>
        <a:ext cx="4006626" cy="509230"/>
      </dsp:txXfrm>
    </dsp:sp>
    <dsp:sp modelId="{5F3429CD-207F-4FD0-AE60-81E4932F89E3}">
      <dsp:nvSpPr>
        <dsp:cNvPr id="0" name=""/>
        <dsp:cNvSpPr/>
      </dsp:nvSpPr>
      <dsp:spPr>
        <a:xfrm>
          <a:off x="350128" y="954806"/>
          <a:ext cx="636537" cy="6365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A326F8-46B9-4952-9148-DF548C05D11B}">
      <dsp:nvSpPr>
        <dsp:cNvPr id="0" name=""/>
        <dsp:cNvSpPr/>
      </dsp:nvSpPr>
      <dsp:spPr>
        <a:xfrm>
          <a:off x="668397" y="1782437"/>
          <a:ext cx="4006626" cy="509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201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 err="1"/>
            <a:t>митрополитів</a:t>
          </a:r>
          <a:r>
            <a:rPr lang="ru-RU" sz="1800" b="0" i="0" kern="1200" dirty="0"/>
            <a:t> </a:t>
          </a:r>
          <a:r>
            <a:rPr lang="ru-RU" sz="1800" b="0" i="0" kern="1200" dirty="0" err="1"/>
            <a:t>православної</a:t>
          </a:r>
          <a:r>
            <a:rPr lang="ru-RU" sz="1800" b="0" i="0" kern="1200" dirty="0"/>
            <a:t> церкви.</a:t>
          </a:r>
          <a:endParaRPr lang="uk-UA" sz="1800" kern="1200" dirty="0"/>
        </a:p>
      </dsp:txBody>
      <dsp:txXfrm>
        <a:off x="668397" y="1782437"/>
        <a:ext cx="4006626" cy="509230"/>
      </dsp:txXfrm>
    </dsp:sp>
    <dsp:sp modelId="{C51D7A2C-1A46-47E0-BA94-350D4299C1D1}">
      <dsp:nvSpPr>
        <dsp:cNvPr id="0" name=""/>
        <dsp:cNvSpPr/>
      </dsp:nvSpPr>
      <dsp:spPr>
        <a:xfrm>
          <a:off x="350128" y="1718783"/>
          <a:ext cx="636537" cy="6365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AC9E28-2B7F-4031-AB9E-7979C0D3EED8}">
      <dsp:nvSpPr>
        <dsp:cNvPr id="0" name=""/>
        <dsp:cNvSpPr/>
      </dsp:nvSpPr>
      <dsp:spPr>
        <a:xfrm>
          <a:off x="376444" y="2546415"/>
          <a:ext cx="4298579" cy="509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201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 err="1"/>
            <a:t>фундаторів</a:t>
          </a:r>
          <a:r>
            <a:rPr lang="ru-RU" sz="1800" b="0" i="0" kern="1200" dirty="0"/>
            <a:t> </a:t>
          </a:r>
          <a:r>
            <a:rPr lang="ru-RU" sz="1800" b="0" i="0" kern="1200" dirty="0" err="1"/>
            <a:t>перших</a:t>
          </a:r>
          <a:r>
            <a:rPr lang="ru-RU" sz="1800" b="0" i="0" kern="1200" dirty="0"/>
            <a:t> </a:t>
          </a:r>
          <a:r>
            <a:rPr lang="ru-RU" sz="1800" b="0" i="0" kern="1200" dirty="0" err="1"/>
            <a:t>церковних</a:t>
          </a:r>
          <a:r>
            <a:rPr lang="ru-RU" sz="1800" b="0" i="0" kern="1200" dirty="0"/>
            <a:t> братств.</a:t>
          </a:r>
          <a:endParaRPr lang="uk-UA" sz="1800" kern="1200" dirty="0"/>
        </a:p>
      </dsp:txBody>
      <dsp:txXfrm>
        <a:off x="376444" y="2546415"/>
        <a:ext cx="4298579" cy="509230"/>
      </dsp:txXfrm>
    </dsp:sp>
    <dsp:sp modelId="{A3EEC228-96FC-4100-8A68-7E224459804B}">
      <dsp:nvSpPr>
        <dsp:cNvPr id="0" name=""/>
        <dsp:cNvSpPr/>
      </dsp:nvSpPr>
      <dsp:spPr>
        <a:xfrm>
          <a:off x="58175" y="2482761"/>
          <a:ext cx="636537" cy="6365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CA2E13-E796-4C5E-B697-D67E79418671}">
      <dsp:nvSpPr>
        <dsp:cNvPr id="0" name=""/>
        <dsp:cNvSpPr/>
      </dsp:nvSpPr>
      <dsp:spPr>
        <a:xfrm rot="10800000">
          <a:off x="959338" y="155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гетьманами реєстрового козацтва.</a:t>
          </a:r>
          <a:endParaRPr lang="uk-UA" sz="1800" kern="1200"/>
        </a:p>
      </dsp:txBody>
      <dsp:txXfrm rot="10800000">
        <a:off x="1128360" y="155"/>
        <a:ext cx="2968650" cy="676090"/>
      </dsp:txXfrm>
    </dsp:sp>
    <dsp:sp modelId="{E0DAD6DA-56C1-473B-8823-A08129DE6420}">
      <dsp:nvSpPr>
        <dsp:cNvPr id="0" name=""/>
        <dsp:cNvSpPr/>
      </dsp:nvSpPr>
      <dsp:spPr>
        <a:xfrm>
          <a:off x="621293" y="155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D14024-34D3-4A22-8126-47B76D41D326}">
      <dsp:nvSpPr>
        <dsp:cNvPr id="0" name=""/>
        <dsp:cNvSpPr/>
      </dsp:nvSpPr>
      <dsp:spPr>
        <a:xfrm rot="10800000">
          <a:off x="959338" y="878064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вихованцями Острозької академії.</a:t>
          </a:r>
          <a:endParaRPr lang="uk-UA" sz="1800" kern="1200"/>
        </a:p>
      </dsp:txBody>
      <dsp:txXfrm rot="10800000">
        <a:off x="1128360" y="878064"/>
        <a:ext cx="2968650" cy="676090"/>
      </dsp:txXfrm>
    </dsp:sp>
    <dsp:sp modelId="{231F18CE-998E-44E9-97DD-48ACF3D8EFB6}">
      <dsp:nvSpPr>
        <dsp:cNvPr id="0" name=""/>
        <dsp:cNvSpPr/>
      </dsp:nvSpPr>
      <dsp:spPr>
        <a:xfrm>
          <a:off x="621293" y="878064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EB9E76-137E-4625-B120-12B46129793B}">
      <dsp:nvSpPr>
        <dsp:cNvPr id="0" name=""/>
        <dsp:cNvSpPr/>
      </dsp:nvSpPr>
      <dsp:spPr>
        <a:xfrm rot="10800000">
          <a:off x="959338" y="1755973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/>
            <a:t>митрополитами </a:t>
          </a:r>
          <a:r>
            <a:rPr lang="ru-RU" sz="1800" b="0" i="0" kern="1200" dirty="0" err="1"/>
            <a:t>православної</a:t>
          </a:r>
          <a:r>
            <a:rPr lang="ru-RU" sz="1800" b="0" i="0" kern="1200" dirty="0"/>
            <a:t> церкви.</a:t>
          </a:r>
          <a:endParaRPr lang="uk-UA" sz="1800" kern="1200" dirty="0"/>
        </a:p>
      </dsp:txBody>
      <dsp:txXfrm rot="10800000">
        <a:off x="1128360" y="1755973"/>
        <a:ext cx="2968650" cy="676090"/>
      </dsp:txXfrm>
    </dsp:sp>
    <dsp:sp modelId="{60596EE1-2379-434A-A718-A1BBE8945105}">
      <dsp:nvSpPr>
        <dsp:cNvPr id="0" name=""/>
        <dsp:cNvSpPr/>
      </dsp:nvSpPr>
      <dsp:spPr>
        <a:xfrm>
          <a:off x="621293" y="1755973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334070-C8CD-42A5-949C-FADC44FCC2BE}">
      <dsp:nvSpPr>
        <dsp:cNvPr id="0" name=""/>
        <dsp:cNvSpPr/>
      </dsp:nvSpPr>
      <dsp:spPr>
        <a:xfrm rot="10800000">
          <a:off x="959338" y="2633881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/>
            <a:t>ректорами </a:t>
          </a:r>
          <a:r>
            <a:rPr lang="ru-RU" sz="1800" b="0" i="0" kern="1200" dirty="0" err="1"/>
            <a:t>Києво-Могилянського</a:t>
          </a:r>
          <a:r>
            <a:rPr lang="ru-RU" sz="1800" b="0" i="0" kern="1200" dirty="0"/>
            <a:t> </a:t>
          </a:r>
          <a:r>
            <a:rPr lang="ru-RU" sz="1800" b="0" i="0" kern="1200" dirty="0" err="1"/>
            <a:t>колегіуму</a:t>
          </a:r>
          <a:r>
            <a:rPr lang="ru-RU" sz="1800" b="0" i="0" kern="1200" dirty="0"/>
            <a:t>.</a:t>
          </a:r>
          <a:endParaRPr lang="uk-UA" sz="1800" kern="1200" dirty="0"/>
        </a:p>
      </dsp:txBody>
      <dsp:txXfrm rot="10800000">
        <a:off x="1128360" y="2633881"/>
        <a:ext cx="2968650" cy="676090"/>
      </dsp:txXfrm>
    </dsp:sp>
    <dsp:sp modelId="{694C1532-3B80-4D7D-AE99-2C32809F689F}">
      <dsp:nvSpPr>
        <dsp:cNvPr id="0" name=""/>
        <dsp:cNvSpPr/>
      </dsp:nvSpPr>
      <dsp:spPr>
        <a:xfrm>
          <a:off x="621293" y="2633881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680210-14FF-4E62-BC71-E16D6B9B6684}">
      <dsp:nvSpPr>
        <dsp:cNvPr id="0" name=""/>
        <dsp:cNvSpPr/>
      </dsp:nvSpPr>
      <dsp:spPr>
        <a:xfrm>
          <a:off x="0" y="71063"/>
          <a:ext cx="4718304" cy="74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укладення унії православної та католицької церков.</a:t>
          </a:r>
          <a:endParaRPr lang="uk-UA" sz="2000" kern="1200"/>
        </a:p>
      </dsp:txBody>
      <dsp:txXfrm>
        <a:off x="36553" y="107616"/>
        <a:ext cx="4645198" cy="675694"/>
      </dsp:txXfrm>
    </dsp:sp>
    <dsp:sp modelId="{AE9CC501-78D0-418C-BC51-89D826BCFA29}">
      <dsp:nvSpPr>
        <dsp:cNvPr id="0" name=""/>
        <dsp:cNvSpPr/>
      </dsp:nvSpPr>
      <dsp:spPr>
        <a:xfrm>
          <a:off x="0" y="877464"/>
          <a:ext cx="4718304" cy="74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надання ставропігії Львівському Успенському братству.</a:t>
          </a:r>
          <a:endParaRPr lang="uk-UA" sz="2000" kern="1200"/>
        </a:p>
      </dsp:txBody>
      <dsp:txXfrm>
        <a:off x="36553" y="914017"/>
        <a:ext cx="4645198" cy="675694"/>
      </dsp:txXfrm>
    </dsp:sp>
    <dsp:sp modelId="{DD71BAE4-A7CB-4933-816F-270CDF725E1E}">
      <dsp:nvSpPr>
        <dsp:cNvPr id="0" name=""/>
        <dsp:cNvSpPr/>
      </dsp:nvSpPr>
      <dsp:spPr>
        <a:xfrm>
          <a:off x="0" y="1683864"/>
          <a:ext cx="4718304" cy="74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об’єднання Лаврської школи та Київської братської школи в колегію.</a:t>
          </a:r>
          <a:endParaRPr lang="uk-UA" sz="2000" kern="1200" dirty="0"/>
        </a:p>
      </dsp:txBody>
      <dsp:txXfrm>
        <a:off x="36553" y="1720417"/>
        <a:ext cx="4645198" cy="675694"/>
      </dsp:txXfrm>
    </dsp:sp>
    <dsp:sp modelId="{782D94BD-1AD2-4B47-9413-756BA96A5FAA}">
      <dsp:nvSpPr>
        <dsp:cNvPr id="0" name=""/>
        <dsp:cNvSpPr/>
      </dsp:nvSpPr>
      <dsp:spPr>
        <a:xfrm>
          <a:off x="0" y="2490264"/>
          <a:ext cx="4718304" cy="74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заснування першої на українських землях слов’яно-греко-латинської школи</a:t>
          </a:r>
          <a:endParaRPr lang="uk-UA" sz="2000" kern="1200" dirty="0"/>
        </a:p>
      </dsp:txBody>
      <dsp:txXfrm>
        <a:off x="36553" y="2526817"/>
        <a:ext cx="4645198" cy="675694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E10DCA-DE5C-4C9E-B16C-7287BD2D7490}">
      <dsp:nvSpPr>
        <dsp:cNvPr id="0" name=""/>
        <dsp:cNvSpPr/>
      </dsp:nvSpPr>
      <dsp:spPr>
        <a:xfrm>
          <a:off x="-3741418" y="-574742"/>
          <a:ext cx="4459612" cy="4459612"/>
        </a:xfrm>
        <a:prstGeom prst="blockArc">
          <a:avLst>
            <a:gd name="adj1" fmla="val 18900000"/>
            <a:gd name="adj2" fmla="val 2700000"/>
            <a:gd name="adj3" fmla="val 484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23342B-2388-46D0-94B1-B5C62C92AAAC}">
      <dsp:nvSpPr>
        <dsp:cNvPr id="0" name=""/>
        <dsp:cNvSpPr/>
      </dsp:nvSpPr>
      <dsp:spPr>
        <a:xfrm>
          <a:off x="376444" y="254482"/>
          <a:ext cx="4298579" cy="509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201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 err="1"/>
            <a:t>ухвалення</a:t>
          </a:r>
          <a:r>
            <a:rPr lang="ru-RU" sz="1600" b="0" i="0" kern="1200" dirty="0"/>
            <a:t> «</a:t>
          </a:r>
          <a:r>
            <a:rPr lang="ru-RU" sz="1600" b="0" i="0" kern="1200" dirty="0" err="1"/>
            <a:t>Пунктів</a:t>
          </a:r>
          <a:r>
            <a:rPr lang="ru-RU" sz="1600" b="0" i="0" kern="1200" dirty="0"/>
            <a:t> для </a:t>
          </a:r>
          <a:r>
            <a:rPr lang="ru-RU" sz="1600" b="0" i="0" kern="1200" dirty="0" err="1"/>
            <a:t>заспокоєння</a:t>
          </a:r>
          <a:r>
            <a:rPr lang="ru-RU" sz="1600" b="0" i="0" kern="1200" dirty="0"/>
            <a:t> руського народу»</a:t>
          </a:r>
          <a:endParaRPr lang="uk-UA" sz="1600" kern="1200" dirty="0"/>
        </a:p>
      </dsp:txBody>
      <dsp:txXfrm>
        <a:off x="376444" y="254482"/>
        <a:ext cx="4298579" cy="509230"/>
      </dsp:txXfrm>
    </dsp:sp>
    <dsp:sp modelId="{E7A64654-0331-4954-B17F-F12356B59B2A}">
      <dsp:nvSpPr>
        <dsp:cNvPr id="0" name=""/>
        <dsp:cNvSpPr/>
      </dsp:nvSpPr>
      <dsp:spPr>
        <a:xfrm>
          <a:off x="58175" y="190828"/>
          <a:ext cx="636537" cy="6365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845143-60FD-4566-B5A2-3A1E594F3F0D}">
      <dsp:nvSpPr>
        <dsp:cNvPr id="0" name=""/>
        <dsp:cNvSpPr/>
      </dsp:nvSpPr>
      <dsp:spPr>
        <a:xfrm>
          <a:off x="668397" y="1018460"/>
          <a:ext cx="4006626" cy="509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201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 err="1"/>
            <a:t>обрання</a:t>
          </a:r>
          <a:r>
            <a:rPr lang="ru-RU" sz="1600" b="0" i="0" kern="1200" dirty="0"/>
            <a:t> </a:t>
          </a:r>
          <a:r>
            <a:rPr lang="ru-RU" sz="1600" b="0" i="0" kern="1200" dirty="0" err="1"/>
            <a:t>вперше</a:t>
          </a:r>
          <a:r>
            <a:rPr lang="ru-RU" sz="1600" b="0" i="0" kern="1200" dirty="0"/>
            <a:t> </a:t>
          </a:r>
          <a:r>
            <a:rPr lang="ru-RU" sz="1600" b="0" i="0" kern="1200" dirty="0" err="1"/>
            <a:t>гетьманом</a:t>
          </a:r>
          <a:r>
            <a:rPr lang="ru-RU" sz="1600" b="0" i="0" kern="1200" dirty="0"/>
            <a:t> П. Конашевича-Сагайдачного</a:t>
          </a:r>
          <a:endParaRPr lang="uk-UA" sz="1600" kern="1200" dirty="0"/>
        </a:p>
      </dsp:txBody>
      <dsp:txXfrm>
        <a:off x="668397" y="1018460"/>
        <a:ext cx="4006626" cy="509230"/>
      </dsp:txXfrm>
    </dsp:sp>
    <dsp:sp modelId="{2014331E-9055-41D1-9948-AEB62E237537}">
      <dsp:nvSpPr>
        <dsp:cNvPr id="0" name=""/>
        <dsp:cNvSpPr/>
      </dsp:nvSpPr>
      <dsp:spPr>
        <a:xfrm>
          <a:off x="350128" y="954806"/>
          <a:ext cx="636537" cy="6365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F49892-7F4E-4008-B9A1-EBE8A6A12D4E}">
      <dsp:nvSpPr>
        <dsp:cNvPr id="0" name=""/>
        <dsp:cNvSpPr/>
      </dsp:nvSpPr>
      <dsp:spPr>
        <a:xfrm>
          <a:off x="668397" y="1782437"/>
          <a:ext cx="4006626" cy="509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201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укладення Куруківської угоди</a:t>
          </a:r>
          <a:endParaRPr lang="uk-UA" sz="1600" kern="1200"/>
        </a:p>
      </dsp:txBody>
      <dsp:txXfrm>
        <a:off x="668397" y="1782437"/>
        <a:ext cx="4006626" cy="509230"/>
      </dsp:txXfrm>
    </dsp:sp>
    <dsp:sp modelId="{A2DC3875-537A-4176-85C8-4069E6944B90}">
      <dsp:nvSpPr>
        <dsp:cNvPr id="0" name=""/>
        <dsp:cNvSpPr/>
      </dsp:nvSpPr>
      <dsp:spPr>
        <a:xfrm>
          <a:off x="350128" y="1718783"/>
          <a:ext cx="636537" cy="6365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798CD7-A0EE-4712-BC0B-A4CD5BDC9D68}">
      <dsp:nvSpPr>
        <dsp:cNvPr id="0" name=""/>
        <dsp:cNvSpPr/>
      </dsp:nvSpPr>
      <dsp:spPr>
        <a:xfrm>
          <a:off x="376444" y="2546415"/>
          <a:ext cx="4298579" cy="509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201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 err="1"/>
            <a:t>видання</a:t>
          </a:r>
          <a:r>
            <a:rPr lang="ru-RU" sz="1600" b="0" i="0" kern="1200" dirty="0"/>
            <a:t> постанови сейму «</a:t>
          </a:r>
          <a:r>
            <a:rPr lang="ru-RU" sz="1600" b="0" i="0" kern="1200" dirty="0" err="1"/>
            <a:t>Ординація</a:t>
          </a:r>
          <a:r>
            <a:rPr lang="ru-RU" sz="1600" b="0" i="0" kern="1200" dirty="0"/>
            <a:t> </a:t>
          </a:r>
          <a:r>
            <a:rPr lang="ru-RU" sz="1600" b="0" i="0" kern="1200" dirty="0" err="1"/>
            <a:t>Війська</a:t>
          </a:r>
          <a:r>
            <a:rPr lang="ru-RU" sz="1600" b="0" i="0" kern="1200" dirty="0"/>
            <a:t> </a:t>
          </a:r>
          <a:r>
            <a:rPr lang="ru-RU" sz="1600" b="0" i="0" kern="1200" dirty="0" err="1"/>
            <a:t>Запорозького</a:t>
          </a:r>
          <a:r>
            <a:rPr lang="ru-RU" sz="1600" b="0" i="0" kern="1200" dirty="0"/>
            <a:t>…»</a:t>
          </a:r>
          <a:endParaRPr lang="uk-UA" sz="1600" kern="1200" dirty="0"/>
        </a:p>
      </dsp:txBody>
      <dsp:txXfrm>
        <a:off x="376444" y="2546415"/>
        <a:ext cx="4298579" cy="509230"/>
      </dsp:txXfrm>
    </dsp:sp>
    <dsp:sp modelId="{E484139D-3A0A-40A3-92C2-7E391C6EEB25}">
      <dsp:nvSpPr>
        <dsp:cNvPr id="0" name=""/>
        <dsp:cNvSpPr/>
      </dsp:nvSpPr>
      <dsp:spPr>
        <a:xfrm>
          <a:off x="58175" y="2482761"/>
          <a:ext cx="636537" cy="6365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146E25-5F78-4BC9-A213-B0BECA9C3B17}">
      <dsp:nvSpPr>
        <dsp:cNvPr id="0" name=""/>
        <dsp:cNvSpPr/>
      </dsp:nvSpPr>
      <dsp:spPr>
        <a:xfrm rot="10800000">
          <a:off x="923836" y="1008"/>
          <a:ext cx="3137672" cy="53408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515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dirty="0" err="1"/>
            <a:t>настання</a:t>
          </a:r>
          <a:r>
            <a:rPr lang="ru-RU" sz="1500" b="0" i="0" kern="1200" dirty="0"/>
            <a:t> </a:t>
          </a:r>
          <a:r>
            <a:rPr lang="ru-RU" sz="1500" b="0" i="0" kern="1200" dirty="0" err="1"/>
            <a:t>періоду</a:t>
          </a:r>
          <a:r>
            <a:rPr lang="ru-RU" sz="1500" b="0" i="0" kern="1200" dirty="0"/>
            <a:t> «Золотого спокою»</a:t>
          </a:r>
          <a:endParaRPr lang="uk-UA" sz="1500" kern="1200" dirty="0"/>
        </a:p>
      </dsp:txBody>
      <dsp:txXfrm rot="10800000">
        <a:off x="1057356" y="1008"/>
        <a:ext cx="3004152" cy="534080"/>
      </dsp:txXfrm>
    </dsp:sp>
    <dsp:sp modelId="{B3ACC4AF-5927-4590-8ED0-8D64E7ADD378}">
      <dsp:nvSpPr>
        <dsp:cNvPr id="0" name=""/>
        <dsp:cNvSpPr/>
      </dsp:nvSpPr>
      <dsp:spPr>
        <a:xfrm>
          <a:off x="656795" y="1008"/>
          <a:ext cx="534080" cy="53408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BDB1F6-F3FA-43E1-8002-999069F4B743}">
      <dsp:nvSpPr>
        <dsp:cNvPr id="0" name=""/>
        <dsp:cNvSpPr/>
      </dsp:nvSpPr>
      <dsp:spPr>
        <a:xfrm rot="10800000">
          <a:off x="923836" y="694515"/>
          <a:ext cx="3137672" cy="53408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515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dirty="0" err="1"/>
            <a:t>збільшення</a:t>
          </a:r>
          <a:r>
            <a:rPr lang="ru-RU" sz="1500" b="0" i="0" kern="1200" dirty="0"/>
            <a:t> </a:t>
          </a:r>
          <a:r>
            <a:rPr lang="ru-RU" sz="1500" b="0" i="0" kern="1200" dirty="0" err="1"/>
            <a:t>реєстру</a:t>
          </a:r>
          <a:r>
            <a:rPr lang="ru-RU" sz="1500" b="0" i="0" kern="1200" dirty="0"/>
            <a:t> </a:t>
          </a:r>
          <a:r>
            <a:rPr lang="ru-RU" sz="1500" b="0" i="0" kern="1200" dirty="0" err="1"/>
            <a:t>козаків</a:t>
          </a:r>
          <a:r>
            <a:rPr lang="ru-RU" sz="1500" b="0" i="0" kern="1200" dirty="0"/>
            <a:t> </a:t>
          </a:r>
          <a:r>
            <a:rPr lang="ru-RU" sz="1500" b="0" i="0" kern="1200" dirty="0" err="1"/>
            <a:t>із</a:t>
          </a:r>
          <a:r>
            <a:rPr lang="ru-RU" sz="1500" b="0" i="0" kern="1200" dirty="0"/>
            <a:t> </a:t>
          </a:r>
          <a:r>
            <a:rPr lang="ru-RU" sz="1500" b="0" i="0" kern="1200" dirty="0" err="1"/>
            <a:t>трьох</a:t>
          </a:r>
          <a:r>
            <a:rPr lang="ru-RU" sz="1500" b="0" i="0" kern="1200" dirty="0"/>
            <a:t> до шести </a:t>
          </a:r>
          <a:r>
            <a:rPr lang="ru-RU" sz="1500" b="0" i="0" kern="1200" dirty="0" err="1"/>
            <a:t>тисяч</a:t>
          </a:r>
          <a:endParaRPr lang="uk-UA" sz="1500" kern="1200" dirty="0"/>
        </a:p>
      </dsp:txBody>
      <dsp:txXfrm rot="10800000">
        <a:off x="1057356" y="694515"/>
        <a:ext cx="3004152" cy="534080"/>
      </dsp:txXfrm>
    </dsp:sp>
    <dsp:sp modelId="{2D6D6976-AC88-43DB-B4A5-393182FD6778}">
      <dsp:nvSpPr>
        <dsp:cNvPr id="0" name=""/>
        <dsp:cNvSpPr/>
      </dsp:nvSpPr>
      <dsp:spPr>
        <a:xfrm>
          <a:off x="656795" y="694515"/>
          <a:ext cx="534080" cy="53408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A4EBC6-1492-4FA7-973F-E78C20D4AECD}">
      <dsp:nvSpPr>
        <dsp:cNvPr id="0" name=""/>
        <dsp:cNvSpPr/>
      </dsp:nvSpPr>
      <dsp:spPr>
        <a:xfrm rot="10800000">
          <a:off x="923836" y="1388023"/>
          <a:ext cx="3137672" cy="53408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515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морський похід козаків на Кафу й Стамбул</a:t>
          </a:r>
          <a:endParaRPr lang="uk-UA" sz="1500" kern="1200"/>
        </a:p>
      </dsp:txBody>
      <dsp:txXfrm rot="10800000">
        <a:off x="1057356" y="1388023"/>
        <a:ext cx="3004152" cy="534080"/>
      </dsp:txXfrm>
    </dsp:sp>
    <dsp:sp modelId="{85CC0F2F-5249-404D-A88C-1EF1F1000C2C}">
      <dsp:nvSpPr>
        <dsp:cNvPr id="0" name=""/>
        <dsp:cNvSpPr/>
      </dsp:nvSpPr>
      <dsp:spPr>
        <a:xfrm>
          <a:off x="656795" y="1388023"/>
          <a:ext cx="534080" cy="53408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B6B22A-69E7-47E7-B318-C856A6E62605}">
      <dsp:nvSpPr>
        <dsp:cNvPr id="0" name=""/>
        <dsp:cNvSpPr/>
      </dsp:nvSpPr>
      <dsp:spPr>
        <a:xfrm rot="10800000">
          <a:off x="923836" y="2081531"/>
          <a:ext cx="3137672" cy="53408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515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обрання православним митрополитом Петра Могили</a:t>
          </a:r>
          <a:endParaRPr lang="uk-UA" sz="1500" kern="1200"/>
        </a:p>
      </dsp:txBody>
      <dsp:txXfrm rot="10800000">
        <a:off x="1057356" y="2081531"/>
        <a:ext cx="3004152" cy="534080"/>
      </dsp:txXfrm>
    </dsp:sp>
    <dsp:sp modelId="{547C5169-34AF-47F3-916B-2A8885ADC37E}">
      <dsp:nvSpPr>
        <dsp:cNvPr id="0" name=""/>
        <dsp:cNvSpPr/>
      </dsp:nvSpPr>
      <dsp:spPr>
        <a:xfrm>
          <a:off x="656795" y="2081531"/>
          <a:ext cx="534080" cy="53408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DD5CD2-ACA4-404F-A742-38EDC9CF5347}">
      <dsp:nvSpPr>
        <dsp:cNvPr id="0" name=""/>
        <dsp:cNvSpPr/>
      </dsp:nvSpPr>
      <dsp:spPr>
        <a:xfrm rot="10800000">
          <a:off x="923836" y="2775039"/>
          <a:ext cx="3137672" cy="53408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515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dirty="0" err="1"/>
            <a:t>утворення</a:t>
          </a:r>
          <a:r>
            <a:rPr lang="ru-RU" sz="1500" b="0" i="0" kern="1200" dirty="0"/>
            <a:t> греко-</a:t>
          </a:r>
          <a:r>
            <a:rPr lang="ru-RU" sz="1500" b="0" i="0" kern="1200" dirty="0" err="1"/>
            <a:t>католицької</a:t>
          </a:r>
          <a:r>
            <a:rPr lang="ru-RU" sz="1500" b="0" i="0" kern="1200" dirty="0"/>
            <a:t> церкви</a:t>
          </a:r>
          <a:endParaRPr lang="uk-UA" sz="1500" kern="1200" dirty="0"/>
        </a:p>
      </dsp:txBody>
      <dsp:txXfrm rot="10800000">
        <a:off x="1057356" y="2775039"/>
        <a:ext cx="3004152" cy="534080"/>
      </dsp:txXfrm>
    </dsp:sp>
    <dsp:sp modelId="{6CC1E0B5-4BA1-4D06-BF56-2EF274684B38}">
      <dsp:nvSpPr>
        <dsp:cNvPr id="0" name=""/>
        <dsp:cNvSpPr/>
      </dsp:nvSpPr>
      <dsp:spPr>
        <a:xfrm>
          <a:off x="656795" y="2775039"/>
          <a:ext cx="534080" cy="53408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29C1EA-3DCF-409F-8797-5F7C9B242DB3}">
      <dsp:nvSpPr>
        <dsp:cNvPr id="0" name=""/>
        <dsp:cNvSpPr/>
      </dsp:nvSpPr>
      <dsp:spPr>
        <a:xfrm>
          <a:off x="-3741418" y="-574742"/>
          <a:ext cx="4459612" cy="4459612"/>
        </a:xfrm>
        <a:prstGeom prst="blockArc">
          <a:avLst>
            <a:gd name="adj1" fmla="val 18900000"/>
            <a:gd name="adj2" fmla="val 2700000"/>
            <a:gd name="adj3" fmla="val 484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CB251B-B14D-4A5B-90EA-A2961ED219A2}">
      <dsp:nvSpPr>
        <dsp:cNvPr id="0" name=""/>
        <dsp:cNvSpPr/>
      </dsp:nvSpPr>
      <dsp:spPr>
        <a:xfrm>
          <a:off x="376444" y="254482"/>
          <a:ext cx="4298579" cy="509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201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А. П. Могилі</a:t>
          </a:r>
          <a:endParaRPr lang="uk-UA" sz="2200" kern="1200"/>
        </a:p>
      </dsp:txBody>
      <dsp:txXfrm>
        <a:off x="376444" y="254482"/>
        <a:ext cx="4298579" cy="509230"/>
      </dsp:txXfrm>
    </dsp:sp>
    <dsp:sp modelId="{992112E2-CFE9-4158-83A7-23CC89966278}">
      <dsp:nvSpPr>
        <dsp:cNvPr id="0" name=""/>
        <dsp:cNvSpPr/>
      </dsp:nvSpPr>
      <dsp:spPr>
        <a:xfrm>
          <a:off x="58175" y="190828"/>
          <a:ext cx="636537" cy="6365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5537CA-C2ED-4D21-84EF-7F5AC52B5FBD}">
      <dsp:nvSpPr>
        <dsp:cNvPr id="0" name=""/>
        <dsp:cNvSpPr/>
      </dsp:nvSpPr>
      <dsp:spPr>
        <a:xfrm>
          <a:off x="668397" y="1018460"/>
          <a:ext cx="4006626" cy="509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201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Б. Д. Вишневецькому</a:t>
          </a:r>
          <a:endParaRPr lang="uk-UA" sz="2200" kern="1200"/>
        </a:p>
      </dsp:txBody>
      <dsp:txXfrm>
        <a:off x="668397" y="1018460"/>
        <a:ext cx="4006626" cy="509230"/>
      </dsp:txXfrm>
    </dsp:sp>
    <dsp:sp modelId="{A4CD6059-254D-4ACA-BAF2-8BE441DA597B}">
      <dsp:nvSpPr>
        <dsp:cNvPr id="0" name=""/>
        <dsp:cNvSpPr/>
      </dsp:nvSpPr>
      <dsp:spPr>
        <a:xfrm>
          <a:off x="350128" y="954806"/>
          <a:ext cx="636537" cy="6365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2277D6-B45F-4909-BE9B-2951BAE05787}">
      <dsp:nvSpPr>
        <dsp:cNvPr id="0" name=""/>
        <dsp:cNvSpPr/>
      </dsp:nvSpPr>
      <dsp:spPr>
        <a:xfrm>
          <a:off x="668397" y="1782437"/>
          <a:ext cx="4006626" cy="509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201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В. К. Острозькому</a:t>
          </a:r>
          <a:endParaRPr lang="uk-UA" sz="2200" kern="1200"/>
        </a:p>
      </dsp:txBody>
      <dsp:txXfrm>
        <a:off x="668397" y="1782437"/>
        <a:ext cx="4006626" cy="509230"/>
      </dsp:txXfrm>
    </dsp:sp>
    <dsp:sp modelId="{B6455EA0-7490-4F40-894C-BBE8B14E6B26}">
      <dsp:nvSpPr>
        <dsp:cNvPr id="0" name=""/>
        <dsp:cNvSpPr/>
      </dsp:nvSpPr>
      <dsp:spPr>
        <a:xfrm>
          <a:off x="350128" y="1718783"/>
          <a:ext cx="636537" cy="6365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61192A-F4A9-48BE-9FF5-E4CC4A5043FE}">
      <dsp:nvSpPr>
        <dsp:cNvPr id="0" name=""/>
        <dsp:cNvSpPr/>
      </dsp:nvSpPr>
      <dsp:spPr>
        <a:xfrm>
          <a:off x="376444" y="2546415"/>
          <a:ext cx="4298579" cy="509230"/>
        </a:xfrm>
        <a:prstGeom prst="rect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201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 dirty="0"/>
            <a:t>Г. П. Конашевичу-Сагайдачному</a:t>
          </a:r>
          <a:endParaRPr lang="uk-UA" sz="2200" kern="1200" dirty="0"/>
        </a:p>
      </dsp:txBody>
      <dsp:txXfrm>
        <a:off x="376444" y="2546415"/>
        <a:ext cx="4298579" cy="509230"/>
      </dsp:txXfrm>
    </dsp:sp>
    <dsp:sp modelId="{F851651E-2C6D-481C-84A4-5BAC972B7F21}">
      <dsp:nvSpPr>
        <dsp:cNvPr id="0" name=""/>
        <dsp:cNvSpPr/>
      </dsp:nvSpPr>
      <dsp:spPr>
        <a:xfrm>
          <a:off x="58175" y="2482761"/>
          <a:ext cx="636537" cy="6365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29C1EA-3DCF-409F-8797-5F7C9B242DB3}">
      <dsp:nvSpPr>
        <dsp:cNvPr id="0" name=""/>
        <dsp:cNvSpPr/>
      </dsp:nvSpPr>
      <dsp:spPr>
        <a:xfrm>
          <a:off x="-3741418" y="-574742"/>
          <a:ext cx="4459612" cy="4459612"/>
        </a:xfrm>
        <a:prstGeom prst="blockArc">
          <a:avLst>
            <a:gd name="adj1" fmla="val 18900000"/>
            <a:gd name="adj2" fmla="val 2700000"/>
            <a:gd name="adj3" fmla="val 484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CB251B-B14D-4A5B-90EA-A2961ED219A2}">
      <dsp:nvSpPr>
        <dsp:cNvPr id="0" name=""/>
        <dsp:cNvSpPr/>
      </dsp:nvSpPr>
      <dsp:spPr>
        <a:xfrm>
          <a:off x="376444" y="254482"/>
          <a:ext cx="4298579" cy="509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201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А. П. Могилі</a:t>
          </a:r>
          <a:endParaRPr lang="uk-UA" sz="2200" kern="1200"/>
        </a:p>
      </dsp:txBody>
      <dsp:txXfrm>
        <a:off x="376444" y="254482"/>
        <a:ext cx="4298579" cy="509230"/>
      </dsp:txXfrm>
    </dsp:sp>
    <dsp:sp modelId="{992112E2-CFE9-4158-83A7-23CC89966278}">
      <dsp:nvSpPr>
        <dsp:cNvPr id="0" name=""/>
        <dsp:cNvSpPr/>
      </dsp:nvSpPr>
      <dsp:spPr>
        <a:xfrm>
          <a:off x="58175" y="190828"/>
          <a:ext cx="636537" cy="6365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5537CA-C2ED-4D21-84EF-7F5AC52B5FBD}">
      <dsp:nvSpPr>
        <dsp:cNvPr id="0" name=""/>
        <dsp:cNvSpPr/>
      </dsp:nvSpPr>
      <dsp:spPr>
        <a:xfrm>
          <a:off x="668397" y="1018460"/>
          <a:ext cx="4006626" cy="509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201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Б. Д. Вишневецькому</a:t>
          </a:r>
          <a:endParaRPr lang="uk-UA" sz="2200" kern="1200"/>
        </a:p>
      </dsp:txBody>
      <dsp:txXfrm>
        <a:off x="668397" y="1018460"/>
        <a:ext cx="4006626" cy="509230"/>
      </dsp:txXfrm>
    </dsp:sp>
    <dsp:sp modelId="{A4CD6059-254D-4ACA-BAF2-8BE441DA597B}">
      <dsp:nvSpPr>
        <dsp:cNvPr id="0" name=""/>
        <dsp:cNvSpPr/>
      </dsp:nvSpPr>
      <dsp:spPr>
        <a:xfrm>
          <a:off x="350128" y="954806"/>
          <a:ext cx="636537" cy="6365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2277D6-B45F-4909-BE9B-2951BAE05787}">
      <dsp:nvSpPr>
        <dsp:cNvPr id="0" name=""/>
        <dsp:cNvSpPr/>
      </dsp:nvSpPr>
      <dsp:spPr>
        <a:xfrm>
          <a:off x="668397" y="1782437"/>
          <a:ext cx="4006626" cy="509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201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 dirty="0"/>
            <a:t>В. К. </a:t>
          </a:r>
          <a:r>
            <a:rPr lang="ru-RU" sz="2200" b="0" i="0" kern="1200" dirty="0" err="1"/>
            <a:t>Острозькому</a:t>
          </a:r>
          <a:endParaRPr lang="uk-UA" sz="2200" kern="1200" dirty="0"/>
        </a:p>
      </dsp:txBody>
      <dsp:txXfrm>
        <a:off x="668397" y="1782437"/>
        <a:ext cx="4006626" cy="509230"/>
      </dsp:txXfrm>
    </dsp:sp>
    <dsp:sp modelId="{B6455EA0-7490-4F40-894C-BBE8B14E6B26}">
      <dsp:nvSpPr>
        <dsp:cNvPr id="0" name=""/>
        <dsp:cNvSpPr/>
      </dsp:nvSpPr>
      <dsp:spPr>
        <a:xfrm>
          <a:off x="350128" y="1718783"/>
          <a:ext cx="636537" cy="6365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61192A-F4A9-48BE-9FF5-E4CC4A5043FE}">
      <dsp:nvSpPr>
        <dsp:cNvPr id="0" name=""/>
        <dsp:cNvSpPr/>
      </dsp:nvSpPr>
      <dsp:spPr>
        <a:xfrm>
          <a:off x="376444" y="2546415"/>
          <a:ext cx="4298579" cy="509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201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 dirty="0"/>
            <a:t>Г. П. Конашевичу-Сагайдачному</a:t>
          </a:r>
          <a:endParaRPr lang="uk-UA" sz="2200" kern="1200" dirty="0"/>
        </a:p>
      </dsp:txBody>
      <dsp:txXfrm>
        <a:off x="376444" y="2546415"/>
        <a:ext cx="4298579" cy="509230"/>
      </dsp:txXfrm>
    </dsp:sp>
    <dsp:sp modelId="{F851651E-2C6D-481C-84A4-5BAC972B7F21}">
      <dsp:nvSpPr>
        <dsp:cNvPr id="0" name=""/>
        <dsp:cNvSpPr/>
      </dsp:nvSpPr>
      <dsp:spPr>
        <a:xfrm>
          <a:off x="58175" y="2482761"/>
          <a:ext cx="636537" cy="6365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FBCB3B-E702-42BB-9D2C-FF21DBC4AD6C}">
      <dsp:nvSpPr>
        <dsp:cNvPr id="0" name=""/>
        <dsp:cNvSpPr/>
      </dsp:nvSpPr>
      <dsp:spPr>
        <a:xfrm>
          <a:off x="0" y="53063"/>
          <a:ext cx="4718304" cy="1029600"/>
        </a:xfrm>
        <a:prstGeom prst="roundRect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kern="1200" dirty="0"/>
            <a:t>сприяв відновленню вищої ієрархії православної церкви на українських землях.</a:t>
          </a:r>
        </a:p>
      </dsp:txBody>
      <dsp:txXfrm>
        <a:off x="50261" y="103324"/>
        <a:ext cx="4617782" cy="929078"/>
      </dsp:txXfrm>
    </dsp:sp>
    <dsp:sp modelId="{4169EFD8-2F4C-47C0-AB28-4A0F86D572A9}">
      <dsp:nvSpPr>
        <dsp:cNvPr id="0" name=""/>
        <dsp:cNvSpPr/>
      </dsp:nvSpPr>
      <dsp:spPr>
        <a:xfrm>
          <a:off x="0" y="1140263"/>
          <a:ext cx="4718304" cy="1029600"/>
        </a:xfrm>
        <a:prstGeom prst="roundRect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kern="1200" dirty="0"/>
            <a:t>очолював удалі морські походи козаків проти Османської імперії.</a:t>
          </a:r>
        </a:p>
      </dsp:txBody>
      <dsp:txXfrm>
        <a:off x="50261" y="1190524"/>
        <a:ext cx="4617782" cy="929078"/>
      </dsp:txXfrm>
    </dsp:sp>
    <dsp:sp modelId="{E4676C71-04F3-40EF-ADB4-7E387CA93FC7}">
      <dsp:nvSpPr>
        <dsp:cNvPr id="0" name=""/>
        <dsp:cNvSpPr/>
      </dsp:nvSpPr>
      <dsp:spPr>
        <a:xfrm>
          <a:off x="0" y="2227464"/>
          <a:ext cx="4718304" cy="1029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kern="1200" dirty="0"/>
            <a:t>знищив фортецю Кодак, збудовану поляками для контролю над Запорозькою Січчю.</a:t>
          </a:r>
        </a:p>
      </dsp:txBody>
      <dsp:txXfrm>
        <a:off x="50261" y="2277725"/>
        <a:ext cx="4617782" cy="929078"/>
      </dsp:txXfrm>
    </dsp:sp>
  </dsp:spTree>
</dsp:drawing>
</file>

<file path=ppt/diagrams/drawing4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37B64E-C28C-4B8D-8200-6828E6E40160}">
      <dsp:nvSpPr>
        <dsp:cNvPr id="0" name=""/>
        <dsp:cNvSpPr/>
      </dsp:nvSpPr>
      <dsp:spPr>
        <a:xfrm>
          <a:off x="0" y="229464"/>
          <a:ext cx="4718304" cy="673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збудував першу Запорозьку Січ на о. Мала Хортиця.</a:t>
          </a:r>
          <a:endParaRPr lang="uk-UA" sz="1800" kern="1200" dirty="0"/>
        </a:p>
      </dsp:txBody>
      <dsp:txXfrm>
        <a:off x="32898" y="262362"/>
        <a:ext cx="4652508" cy="608124"/>
      </dsp:txXfrm>
    </dsp:sp>
    <dsp:sp modelId="{3D8DBB20-5979-4143-B3C4-5764B1995C04}">
      <dsp:nvSpPr>
        <dsp:cNvPr id="0" name=""/>
        <dsp:cNvSpPr/>
      </dsp:nvSpPr>
      <dsp:spPr>
        <a:xfrm>
          <a:off x="0" y="955224"/>
          <a:ext cx="4718304" cy="673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підтримував видавничу діяльність Івана Федорова.</a:t>
          </a:r>
          <a:endParaRPr lang="uk-UA" sz="1800" kern="1200" dirty="0"/>
        </a:p>
      </dsp:txBody>
      <dsp:txXfrm>
        <a:off x="32898" y="988122"/>
        <a:ext cx="4652508" cy="608124"/>
      </dsp:txXfrm>
    </dsp:sp>
    <dsp:sp modelId="{B0155EBF-5889-4B0E-807C-0A40E8C10B6E}">
      <dsp:nvSpPr>
        <dsp:cNvPr id="0" name=""/>
        <dsp:cNvSpPr/>
      </dsp:nvSpPr>
      <dsp:spPr>
        <a:xfrm>
          <a:off x="0" y="1680984"/>
          <a:ext cx="4718304" cy="673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відстоював інтереси української шляхти на Люблінському сеймі.</a:t>
          </a:r>
          <a:endParaRPr lang="uk-UA" sz="1800" kern="1200" dirty="0"/>
        </a:p>
      </dsp:txBody>
      <dsp:txXfrm>
        <a:off x="32898" y="1713882"/>
        <a:ext cx="4652508" cy="608124"/>
      </dsp:txXfrm>
    </dsp:sp>
    <dsp:sp modelId="{87CB94DB-ECBD-46F1-A3F3-5A01A3505ECA}">
      <dsp:nvSpPr>
        <dsp:cNvPr id="0" name=""/>
        <dsp:cNvSpPr/>
      </dsp:nvSpPr>
      <dsp:spPr>
        <a:xfrm>
          <a:off x="0" y="2406743"/>
          <a:ext cx="4718304" cy="673920"/>
        </a:xfrm>
        <a:prstGeom prst="roundRect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відіграв вирішальну роль у перемозі польсько-козацького війська в битві під </a:t>
          </a:r>
          <a:r>
            <a:rPr lang="uk-UA" sz="1800" b="0" i="0" kern="1200" dirty="0" err="1"/>
            <a:t>Хотином</a:t>
          </a:r>
          <a:endParaRPr lang="uk-UA" sz="1800" kern="1200" dirty="0"/>
        </a:p>
      </dsp:txBody>
      <dsp:txXfrm>
        <a:off x="32898" y="2439641"/>
        <a:ext cx="4652508" cy="608124"/>
      </dsp:txXfrm>
    </dsp:sp>
  </dsp:spTree>
</dsp:drawing>
</file>

<file path=ppt/diagrams/drawing4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FBCB3B-E702-42BB-9D2C-FF21DBC4AD6C}">
      <dsp:nvSpPr>
        <dsp:cNvPr id="0" name=""/>
        <dsp:cNvSpPr/>
      </dsp:nvSpPr>
      <dsp:spPr>
        <a:xfrm>
          <a:off x="0" y="53063"/>
          <a:ext cx="4718304" cy="1029600"/>
        </a:xfrm>
        <a:prstGeom prst="roundRect">
          <a:avLst/>
        </a:prstGeom>
        <a:solidFill>
          <a:schemeClr val="accent1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сприяв відновленню вищої ієрархії православної церкви на українських землях.</a:t>
          </a:r>
          <a:endParaRPr lang="uk-UA" sz="2000" kern="1200" dirty="0"/>
        </a:p>
      </dsp:txBody>
      <dsp:txXfrm>
        <a:off x="50261" y="103324"/>
        <a:ext cx="4617782" cy="929078"/>
      </dsp:txXfrm>
    </dsp:sp>
    <dsp:sp modelId="{4169EFD8-2F4C-47C0-AB28-4A0F86D572A9}">
      <dsp:nvSpPr>
        <dsp:cNvPr id="0" name=""/>
        <dsp:cNvSpPr/>
      </dsp:nvSpPr>
      <dsp:spPr>
        <a:xfrm>
          <a:off x="0" y="1140263"/>
          <a:ext cx="4718304" cy="1029600"/>
        </a:xfrm>
        <a:prstGeom prst="roundRect">
          <a:avLst/>
        </a:prstGeom>
        <a:solidFill>
          <a:schemeClr val="accent1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очолював удалі морські походи козаків проти Османської імперії.</a:t>
          </a:r>
          <a:endParaRPr lang="uk-UA" sz="2000" kern="1200" dirty="0"/>
        </a:p>
      </dsp:txBody>
      <dsp:txXfrm>
        <a:off x="50261" y="1190524"/>
        <a:ext cx="4617782" cy="929078"/>
      </dsp:txXfrm>
    </dsp:sp>
    <dsp:sp modelId="{E4676C71-04F3-40EF-ADB4-7E387CA93FC7}">
      <dsp:nvSpPr>
        <dsp:cNvPr id="0" name=""/>
        <dsp:cNvSpPr/>
      </dsp:nvSpPr>
      <dsp:spPr>
        <a:xfrm>
          <a:off x="0" y="2227464"/>
          <a:ext cx="4718304" cy="1029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знищив фортецю Кодак, збудовану поляками для контролю над Запорозькою Січчю.</a:t>
          </a:r>
          <a:endParaRPr lang="uk-UA" sz="2000" kern="1200" dirty="0"/>
        </a:p>
      </dsp:txBody>
      <dsp:txXfrm>
        <a:off x="50261" y="2277725"/>
        <a:ext cx="4617782" cy="929078"/>
      </dsp:txXfrm>
    </dsp:sp>
  </dsp:spTree>
</dsp:drawing>
</file>

<file path=ppt/diagrams/drawing5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37B64E-C28C-4B8D-8200-6828E6E40160}">
      <dsp:nvSpPr>
        <dsp:cNvPr id="0" name=""/>
        <dsp:cNvSpPr/>
      </dsp:nvSpPr>
      <dsp:spPr>
        <a:xfrm>
          <a:off x="0" y="229464"/>
          <a:ext cx="4718304" cy="673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збудував першу Запорозьку Січ на о. Мала Хортиця.</a:t>
          </a:r>
          <a:endParaRPr lang="uk-UA" sz="1800" kern="1200" dirty="0"/>
        </a:p>
      </dsp:txBody>
      <dsp:txXfrm>
        <a:off x="32898" y="262362"/>
        <a:ext cx="4652508" cy="608124"/>
      </dsp:txXfrm>
    </dsp:sp>
    <dsp:sp modelId="{3D8DBB20-5979-4143-B3C4-5764B1995C04}">
      <dsp:nvSpPr>
        <dsp:cNvPr id="0" name=""/>
        <dsp:cNvSpPr/>
      </dsp:nvSpPr>
      <dsp:spPr>
        <a:xfrm>
          <a:off x="0" y="955224"/>
          <a:ext cx="4718304" cy="673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підтримував видавничу діяльність Івана Федорова.</a:t>
          </a:r>
          <a:endParaRPr lang="uk-UA" sz="1800" kern="1200" dirty="0"/>
        </a:p>
      </dsp:txBody>
      <dsp:txXfrm>
        <a:off x="32898" y="988122"/>
        <a:ext cx="4652508" cy="608124"/>
      </dsp:txXfrm>
    </dsp:sp>
    <dsp:sp modelId="{B0155EBF-5889-4B0E-807C-0A40E8C10B6E}">
      <dsp:nvSpPr>
        <dsp:cNvPr id="0" name=""/>
        <dsp:cNvSpPr/>
      </dsp:nvSpPr>
      <dsp:spPr>
        <a:xfrm>
          <a:off x="0" y="1680984"/>
          <a:ext cx="4718304" cy="673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відстоював інтереси української шляхти на Люблінському сеймі.</a:t>
          </a:r>
          <a:endParaRPr lang="uk-UA" sz="1800" kern="1200" dirty="0"/>
        </a:p>
      </dsp:txBody>
      <dsp:txXfrm>
        <a:off x="32898" y="1713882"/>
        <a:ext cx="4652508" cy="608124"/>
      </dsp:txXfrm>
    </dsp:sp>
    <dsp:sp modelId="{87CB94DB-ECBD-46F1-A3F3-5A01A3505ECA}">
      <dsp:nvSpPr>
        <dsp:cNvPr id="0" name=""/>
        <dsp:cNvSpPr/>
      </dsp:nvSpPr>
      <dsp:spPr>
        <a:xfrm>
          <a:off x="0" y="2406743"/>
          <a:ext cx="4718304" cy="673920"/>
        </a:xfrm>
        <a:prstGeom prst="roundRect">
          <a:avLst/>
        </a:prstGeom>
        <a:solidFill>
          <a:schemeClr val="accent1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відіграв вирішальну роль у перемозі польсько-козацького війська в битві під </a:t>
          </a:r>
          <a:r>
            <a:rPr lang="uk-UA" sz="1800" b="0" i="0" kern="1200" dirty="0" err="1"/>
            <a:t>Хотином</a:t>
          </a:r>
          <a:endParaRPr lang="uk-UA" sz="1800" kern="1200" dirty="0"/>
        </a:p>
      </dsp:txBody>
      <dsp:txXfrm>
        <a:off x="32898" y="2439641"/>
        <a:ext cx="4652508" cy="608124"/>
      </dsp:txXfrm>
    </dsp:sp>
  </dsp:spTree>
</dsp:drawing>
</file>

<file path=ppt/diagrams/drawing5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4B0D48-9BCF-4630-9B51-9D5DD3988049}">
      <dsp:nvSpPr>
        <dsp:cNvPr id="0" name=""/>
        <dsp:cNvSpPr/>
      </dsp:nvSpPr>
      <dsp:spPr>
        <a:xfrm>
          <a:off x="968986" y="0"/>
          <a:ext cx="3310127" cy="3310127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791F43-D85E-4404-BD90-614FEF5E8C2C}">
      <dsp:nvSpPr>
        <dsp:cNvPr id="0" name=""/>
        <dsp:cNvSpPr/>
      </dsp:nvSpPr>
      <dsp:spPr>
        <a:xfrm>
          <a:off x="1283448" y="314462"/>
          <a:ext cx="1290949" cy="1290949"/>
        </a:xfrm>
        <a:prstGeom prst="roundRect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/>
            <a:t>1621 р.</a:t>
          </a:r>
          <a:endParaRPr lang="uk-UA" sz="3400" kern="1200"/>
        </a:p>
      </dsp:txBody>
      <dsp:txXfrm>
        <a:off x="1346467" y="377481"/>
        <a:ext cx="1164911" cy="1164911"/>
      </dsp:txXfrm>
    </dsp:sp>
    <dsp:sp modelId="{20F8BDA7-2A45-4401-9A10-99B5C32FE8EF}">
      <dsp:nvSpPr>
        <dsp:cNvPr id="0" name=""/>
        <dsp:cNvSpPr/>
      </dsp:nvSpPr>
      <dsp:spPr>
        <a:xfrm>
          <a:off x="2673701" y="314462"/>
          <a:ext cx="1290949" cy="12909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/>
            <a:t>1625 р.</a:t>
          </a:r>
          <a:endParaRPr lang="uk-UA" sz="3400" kern="1200"/>
        </a:p>
      </dsp:txBody>
      <dsp:txXfrm>
        <a:off x="2736720" y="377481"/>
        <a:ext cx="1164911" cy="1164911"/>
      </dsp:txXfrm>
    </dsp:sp>
    <dsp:sp modelId="{C583173D-CF07-4E0B-981A-CBEC83DEB31A}">
      <dsp:nvSpPr>
        <dsp:cNvPr id="0" name=""/>
        <dsp:cNvSpPr/>
      </dsp:nvSpPr>
      <dsp:spPr>
        <a:xfrm>
          <a:off x="1283448" y="1704715"/>
          <a:ext cx="1290949" cy="12909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/>
            <a:t>1632 р.</a:t>
          </a:r>
          <a:endParaRPr lang="uk-UA" sz="3400" kern="1200"/>
        </a:p>
      </dsp:txBody>
      <dsp:txXfrm>
        <a:off x="1346467" y="1767734"/>
        <a:ext cx="1164911" cy="1164911"/>
      </dsp:txXfrm>
    </dsp:sp>
    <dsp:sp modelId="{A6D192A2-7022-4759-95F3-2C080F3302F5}">
      <dsp:nvSpPr>
        <dsp:cNvPr id="0" name=""/>
        <dsp:cNvSpPr/>
      </dsp:nvSpPr>
      <dsp:spPr>
        <a:xfrm>
          <a:off x="2673701" y="1704715"/>
          <a:ext cx="1290949" cy="12909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/>
            <a:t>1637 р.</a:t>
          </a:r>
          <a:endParaRPr lang="uk-UA" sz="3400" kern="1200"/>
        </a:p>
      </dsp:txBody>
      <dsp:txXfrm>
        <a:off x="2736720" y="1767734"/>
        <a:ext cx="1164911" cy="1164911"/>
      </dsp:txXfrm>
    </dsp:sp>
  </dsp:spTree>
</dsp:drawing>
</file>

<file path=ppt/diagrams/drawing5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4B0D48-9BCF-4630-9B51-9D5DD3988049}">
      <dsp:nvSpPr>
        <dsp:cNvPr id="0" name=""/>
        <dsp:cNvSpPr/>
      </dsp:nvSpPr>
      <dsp:spPr>
        <a:xfrm>
          <a:off x="968986" y="0"/>
          <a:ext cx="3310127" cy="3310127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791F43-D85E-4404-BD90-614FEF5E8C2C}">
      <dsp:nvSpPr>
        <dsp:cNvPr id="0" name=""/>
        <dsp:cNvSpPr/>
      </dsp:nvSpPr>
      <dsp:spPr>
        <a:xfrm>
          <a:off x="1283448" y="314462"/>
          <a:ext cx="1290949" cy="12909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 dirty="0"/>
            <a:t>1621 р.</a:t>
          </a:r>
          <a:endParaRPr lang="uk-UA" sz="3400" kern="1200" dirty="0"/>
        </a:p>
      </dsp:txBody>
      <dsp:txXfrm>
        <a:off x="1346467" y="377481"/>
        <a:ext cx="1164911" cy="1164911"/>
      </dsp:txXfrm>
    </dsp:sp>
    <dsp:sp modelId="{20F8BDA7-2A45-4401-9A10-99B5C32FE8EF}">
      <dsp:nvSpPr>
        <dsp:cNvPr id="0" name=""/>
        <dsp:cNvSpPr/>
      </dsp:nvSpPr>
      <dsp:spPr>
        <a:xfrm>
          <a:off x="2673701" y="314462"/>
          <a:ext cx="1290949" cy="12909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/>
            <a:t>1625 р.</a:t>
          </a:r>
          <a:endParaRPr lang="uk-UA" sz="3400" kern="1200"/>
        </a:p>
      </dsp:txBody>
      <dsp:txXfrm>
        <a:off x="2736720" y="377481"/>
        <a:ext cx="1164911" cy="1164911"/>
      </dsp:txXfrm>
    </dsp:sp>
    <dsp:sp modelId="{C583173D-CF07-4E0B-981A-CBEC83DEB31A}">
      <dsp:nvSpPr>
        <dsp:cNvPr id="0" name=""/>
        <dsp:cNvSpPr/>
      </dsp:nvSpPr>
      <dsp:spPr>
        <a:xfrm>
          <a:off x="1283448" y="1704715"/>
          <a:ext cx="1290949" cy="12909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 dirty="0"/>
            <a:t>1632 р.</a:t>
          </a:r>
          <a:endParaRPr lang="uk-UA" sz="3400" kern="1200" dirty="0"/>
        </a:p>
      </dsp:txBody>
      <dsp:txXfrm>
        <a:off x="1346467" y="1767734"/>
        <a:ext cx="1164911" cy="1164911"/>
      </dsp:txXfrm>
    </dsp:sp>
    <dsp:sp modelId="{A6D192A2-7022-4759-95F3-2C080F3302F5}">
      <dsp:nvSpPr>
        <dsp:cNvPr id="0" name=""/>
        <dsp:cNvSpPr/>
      </dsp:nvSpPr>
      <dsp:spPr>
        <a:xfrm>
          <a:off x="2673701" y="1704715"/>
          <a:ext cx="1290949" cy="12909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 dirty="0"/>
            <a:t>1637 р.</a:t>
          </a:r>
          <a:endParaRPr lang="uk-UA" sz="3400" kern="1200" dirty="0"/>
        </a:p>
      </dsp:txBody>
      <dsp:txXfrm>
        <a:off x="2736720" y="1767734"/>
        <a:ext cx="1164911" cy="1164911"/>
      </dsp:txXfrm>
    </dsp:sp>
  </dsp:spTree>
</dsp:drawing>
</file>

<file path=ppt/diagrams/drawing5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98D678-5B0D-4901-A846-2CDE8BED373D}">
      <dsp:nvSpPr>
        <dsp:cNvPr id="0" name=""/>
        <dsp:cNvSpPr/>
      </dsp:nvSpPr>
      <dsp:spPr>
        <a:xfrm rot="10800000">
          <a:off x="959338" y="155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відкрила шлях до скасування Берестейської унії.</a:t>
          </a:r>
          <a:endParaRPr lang="uk-UA" sz="1400" kern="1200"/>
        </a:p>
      </dsp:txBody>
      <dsp:txXfrm rot="10800000">
        <a:off x="1128360" y="155"/>
        <a:ext cx="2968650" cy="676090"/>
      </dsp:txXfrm>
    </dsp:sp>
    <dsp:sp modelId="{4B91EABC-9906-4CA1-A6DA-EF544C9A43DB}">
      <dsp:nvSpPr>
        <dsp:cNvPr id="0" name=""/>
        <dsp:cNvSpPr/>
      </dsp:nvSpPr>
      <dsp:spPr>
        <a:xfrm>
          <a:off x="621293" y="155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8B2064-4E02-4792-A596-B94A02B91860}">
      <dsp:nvSpPr>
        <dsp:cNvPr id="0" name=""/>
        <dsp:cNvSpPr/>
      </dsp:nvSpPr>
      <dsp:spPr>
        <a:xfrm rot="10800000">
          <a:off x="959338" y="878064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поширила реєстрові права та привілеї на все козацтво.</a:t>
          </a:r>
          <a:endParaRPr lang="uk-UA" sz="1400" kern="1200"/>
        </a:p>
      </dsp:txBody>
      <dsp:txXfrm rot="10800000">
        <a:off x="1128360" y="878064"/>
        <a:ext cx="2968650" cy="676090"/>
      </dsp:txXfrm>
    </dsp:sp>
    <dsp:sp modelId="{97EBA74A-DE63-4113-84AB-562E4B57AA12}">
      <dsp:nvSpPr>
        <dsp:cNvPr id="0" name=""/>
        <dsp:cNvSpPr/>
      </dsp:nvSpPr>
      <dsp:spPr>
        <a:xfrm>
          <a:off x="621293" y="878064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642B21-6CB5-4817-9451-E1267C3ADB4A}">
      <dsp:nvSpPr>
        <dsp:cNvPr id="0" name=""/>
        <dsp:cNvSpPr/>
      </dsp:nvSpPr>
      <dsp:spPr>
        <a:xfrm rot="10800000">
          <a:off x="959338" y="1755973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забезпечила козакам право безперешкодного виходу в Чорне море.</a:t>
          </a:r>
          <a:endParaRPr lang="uk-UA" sz="1400" kern="1200"/>
        </a:p>
      </dsp:txBody>
      <dsp:txXfrm rot="10800000">
        <a:off x="1128360" y="1755973"/>
        <a:ext cx="2968650" cy="676090"/>
      </dsp:txXfrm>
    </dsp:sp>
    <dsp:sp modelId="{937B2734-1CD4-4ABC-ADD3-969D29FAFFCA}">
      <dsp:nvSpPr>
        <dsp:cNvPr id="0" name=""/>
        <dsp:cNvSpPr/>
      </dsp:nvSpPr>
      <dsp:spPr>
        <a:xfrm>
          <a:off x="621293" y="1755973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0C7818-5046-45BD-A0BE-E308D30897BE}">
      <dsp:nvSpPr>
        <dsp:cNvPr id="0" name=""/>
        <dsp:cNvSpPr/>
      </dsp:nvSpPr>
      <dsp:spPr>
        <a:xfrm rot="10800000">
          <a:off x="959338" y="2633881"/>
          <a:ext cx="3137672" cy="676090"/>
        </a:xfrm>
        <a:prstGeom prst="homePlate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dirty="0"/>
            <a:t>врятувала Річ Посполиту від </a:t>
          </a:r>
          <a:r>
            <a:rPr lang="uk-UA" sz="1400" b="0" i="0" kern="1200" dirty="0" err="1"/>
            <a:t>турецько</a:t>
          </a:r>
          <a:r>
            <a:rPr lang="uk-UA" sz="1400" b="0" i="0" kern="1200" dirty="0"/>
            <a:t>-татарської навали.</a:t>
          </a:r>
          <a:endParaRPr lang="uk-UA" sz="1400" kern="1200" dirty="0"/>
        </a:p>
      </dsp:txBody>
      <dsp:txXfrm rot="10800000">
        <a:off x="1128360" y="2633881"/>
        <a:ext cx="2968650" cy="676090"/>
      </dsp:txXfrm>
    </dsp:sp>
    <dsp:sp modelId="{203CE06F-EDF6-4A4A-BDA7-FEC3C16471EA}">
      <dsp:nvSpPr>
        <dsp:cNvPr id="0" name=""/>
        <dsp:cNvSpPr/>
      </dsp:nvSpPr>
      <dsp:spPr>
        <a:xfrm>
          <a:off x="621293" y="2633881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98D678-5B0D-4901-A846-2CDE8BED373D}">
      <dsp:nvSpPr>
        <dsp:cNvPr id="0" name=""/>
        <dsp:cNvSpPr/>
      </dsp:nvSpPr>
      <dsp:spPr>
        <a:xfrm rot="10800000">
          <a:off x="959338" y="155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dirty="0"/>
            <a:t>відкрила шлях до скасування Берестейської унії.</a:t>
          </a:r>
          <a:endParaRPr lang="uk-UA" sz="1400" kern="1200" dirty="0"/>
        </a:p>
      </dsp:txBody>
      <dsp:txXfrm rot="10800000">
        <a:off x="1128360" y="155"/>
        <a:ext cx="2968650" cy="676090"/>
      </dsp:txXfrm>
    </dsp:sp>
    <dsp:sp modelId="{4B91EABC-9906-4CA1-A6DA-EF544C9A43DB}">
      <dsp:nvSpPr>
        <dsp:cNvPr id="0" name=""/>
        <dsp:cNvSpPr/>
      </dsp:nvSpPr>
      <dsp:spPr>
        <a:xfrm>
          <a:off x="621293" y="155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8B2064-4E02-4792-A596-B94A02B91860}">
      <dsp:nvSpPr>
        <dsp:cNvPr id="0" name=""/>
        <dsp:cNvSpPr/>
      </dsp:nvSpPr>
      <dsp:spPr>
        <a:xfrm rot="10800000">
          <a:off x="959338" y="878064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dirty="0"/>
            <a:t>поширила реєстрові права та привілеї на все козацтво.</a:t>
          </a:r>
          <a:endParaRPr lang="uk-UA" sz="1400" kern="1200" dirty="0"/>
        </a:p>
      </dsp:txBody>
      <dsp:txXfrm rot="10800000">
        <a:off x="1128360" y="878064"/>
        <a:ext cx="2968650" cy="676090"/>
      </dsp:txXfrm>
    </dsp:sp>
    <dsp:sp modelId="{97EBA74A-DE63-4113-84AB-562E4B57AA12}">
      <dsp:nvSpPr>
        <dsp:cNvPr id="0" name=""/>
        <dsp:cNvSpPr/>
      </dsp:nvSpPr>
      <dsp:spPr>
        <a:xfrm>
          <a:off x="621293" y="878064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642B21-6CB5-4817-9451-E1267C3ADB4A}">
      <dsp:nvSpPr>
        <dsp:cNvPr id="0" name=""/>
        <dsp:cNvSpPr/>
      </dsp:nvSpPr>
      <dsp:spPr>
        <a:xfrm rot="10800000">
          <a:off x="959338" y="1755973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забезпечила козакам право безперешкодного виходу в Чорне море.</a:t>
          </a:r>
          <a:endParaRPr lang="uk-UA" sz="1400" kern="1200"/>
        </a:p>
      </dsp:txBody>
      <dsp:txXfrm rot="10800000">
        <a:off x="1128360" y="1755973"/>
        <a:ext cx="2968650" cy="676090"/>
      </dsp:txXfrm>
    </dsp:sp>
    <dsp:sp modelId="{937B2734-1CD4-4ABC-ADD3-969D29FAFFCA}">
      <dsp:nvSpPr>
        <dsp:cNvPr id="0" name=""/>
        <dsp:cNvSpPr/>
      </dsp:nvSpPr>
      <dsp:spPr>
        <a:xfrm>
          <a:off x="621293" y="1755973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0C7818-5046-45BD-A0BE-E308D30897BE}">
      <dsp:nvSpPr>
        <dsp:cNvPr id="0" name=""/>
        <dsp:cNvSpPr/>
      </dsp:nvSpPr>
      <dsp:spPr>
        <a:xfrm rot="10800000">
          <a:off x="959338" y="2633881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dirty="0"/>
            <a:t>врятувала Річ Посполиту від </a:t>
          </a:r>
          <a:r>
            <a:rPr lang="uk-UA" sz="1400" b="0" i="0" kern="1200" dirty="0" err="1"/>
            <a:t>турецько</a:t>
          </a:r>
          <a:r>
            <a:rPr lang="uk-UA" sz="1400" b="0" i="0" kern="1200" dirty="0"/>
            <a:t>-татарської навали.</a:t>
          </a:r>
          <a:endParaRPr lang="uk-UA" sz="1400" kern="1200" dirty="0"/>
        </a:p>
      </dsp:txBody>
      <dsp:txXfrm rot="10800000">
        <a:off x="1128360" y="2633881"/>
        <a:ext cx="2968650" cy="676090"/>
      </dsp:txXfrm>
    </dsp:sp>
    <dsp:sp modelId="{203CE06F-EDF6-4A4A-BDA7-FEC3C16471EA}">
      <dsp:nvSpPr>
        <dsp:cNvPr id="0" name=""/>
        <dsp:cNvSpPr/>
      </dsp:nvSpPr>
      <dsp:spPr>
        <a:xfrm>
          <a:off x="621293" y="2633881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BB2BD8-8BAB-44B3-B7E3-957F094C8169}">
      <dsp:nvSpPr>
        <dsp:cNvPr id="0" name=""/>
        <dsp:cNvSpPr/>
      </dsp:nvSpPr>
      <dsp:spPr>
        <a:xfrm rot="10800000">
          <a:off x="959338" y="155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/>
            <a:t>одну з подій Хотинської війни.</a:t>
          </a:r>
          <a:endParaRPr lang="uk-UA" sz="1800" kern="1200"/>
        </a:p>
      </dsp:txBody>
      <dsp:txXfrm rot="10800000">
        <a:off x="1128360" y="155"/>
        <a:ext cx="2968650" cy="676090"/>
      </dsp:txXfrm>
    </dsp:sp>
    <dsp:sp modelId="{DFD88616-1439-4582-9487-7EEFD9BEFA7E}">
      <dsp:nvSpPr>
        <dsp:cNvPr id="0" name=""/>
        <dsp:cNvSpPr/>
      </dsp:nvSpPr>
      <dsp:spPr>
        <a:xfrm>
          <a:off x="621293" y="155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FE4D50-82E7-4B49-95D9-F9A7DE74CB94}">
      <dsp:nvSpPr>
        <dsp:cNvPr id="0" name=""/>
        <dsp:cNvSpPr/>
      </dsp:nvSpPr>
      <dsp:spPr>
        <a:xfrm rot="10800000">
          <a:off x="959338" y="878064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 err="1"/>
            <a:t>захоплення</a:t>
          </a:r>
          <a:r>
            <a:rPr lang="ru-RU" sz="1800" kern="1200" dirty="0"/>
            <a:t> </a:t>
          </a:r>
          <a:r>
            <a:rPr lang="ru-RU" sz="1800" kern="1200" dirty="0" err="1"/>
            <a:t>запорозькими</a:t>
          </a:r>
          <a:r>
            <a:rPr lang="ru-RU" sz="1800" kern="1200" dirty="0"/>
            <a:t> козаками </a:t>
          </a:r>
          <a:r>
            <a:rPr lang="ru-RU" sz="1800" kern="1200" dirty="0" err="1"/>
            <a:t>фортеці</a:t>
          </a:r>
          <a:r>
            <a:rPr lang="ru-RU" sz="1800" kern="1200" dirty="0"/>
            <a:t> Кафа.</a:t>
          </a:r>
          <a:endParaRPr lang="uk-UA" sz="1800" kern="1200" dirty="0"/>
        </a:p>
      </dsp:txBody>
      <dsp:txXfrm rot="10800000">
        <a:off x="1128360" y="878064"/>
        <a:ext cx="2968650" cy="676090"/>
      </dsp:txXfrm>
    </dsp:sp>
    <dsp:sp modelId="{1C20129A-5985-4AA8-864D-0E8634F2660D}">
      <dsp:nvSpPr>
        <dsp:cNvPr id="0" name=""/>
        <dsp:cNvSpPr/>
      </dsp:nvSpPr>
      <dsp:spPr>
        <a:xfrm>
          <a:off x="621293" y="878064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F61FFA-6FAB-4160-A79F-3125AF49A160}">
      <dsp:nvSpPr>
        <dsp:cNvPr id="0" name=""/>
        <dsp:cNvSpPr/>
      </dsp:nvSpPr>
      <dsp:spPr>
        <a:xfrm rot="10800000">
          <a:off x="959338" y="1755973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 err="1"/>
            <a:t>вторгнення</a:t>
          </a:r>
          <a:r>
            <a:rPr lang="ru-RU" sz="1800" kern="1200" dirty="0"/>
            <a:t> в </a:t>
          </a:r>
          <a:r>
            <a:rPr lang="ru-RU" sz="1800" kern="1200" dirty="0" err="1"/>
            <a:t>Молдавію</a:t>
          </a:r>
          <a:r>
            <a:rPr lang="ru-RU" sz="1800" kern="1200" dirty="0"/>
            <a:t> </a:t>
          </a:r>
          <a:r>
            <a:rPr lang="ru-RU" sz="1800" kern="1200" dirty="0" err="1"/>
            <a:t>козаків</a:t>
          </a:r>
          <a:r>
            <a:rPr lang="ru-RU" sz="1800" kern="1200" dirty="0"/>
            <a:t> С. Наливайка.</a:t>
          </a:r>
          <a:endParaRPr lang="uk-UA" sz="1800" kern="1200" dirty="0"/>
        </a:p>
      </dsp:txBody>
      <dsp:txXfrm rot="10800000">
        <a:off x="1128360" y="1755973"/>
        <a:ext cx="2968650" cy="676090"/>
      </dsp:txXfrm>
    </dsp:sp>
    <dsp:sp modelId="{399C2D1D-1049-4939-90B4-D2E1698F1B92}">
      <dsp:nvSpPr>
        <dsp:cNvPr id="0" name=""/>
        <dsp:cNvSpPr/>
      </dsp:nvSpPr>
      <dsp:spPr>
        <a:xfrm>
          <a:off x="621293" y="1755973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A85C71-EBC7-4D6B-99F4-56F5B099DE17}">
      <dsp:nvSpPr>
        <dsp:cNvPr id="0" name=""/>
        <dsp:cNvSpPr/>
      </dsp:nvSpPr>
      <dsp:spPr>
        <a:xfrm rot="10800000">
          <a:off x="959338" y="2633881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 err="1"/>
            <a:t>захоплення</a:t>
          </a:r>
          <a:r>
            <a:rPr lang="ru-RU" sz="1800" kern="1200" dirty="0"/>
            <a:t> </a:t>
          </a:r>
          <a:r>
            <a:rPr lang="ru-RU" sz="1800" kern="1200" dirty="0" err="1"/>
            <a:t>запорозькими</a:t>
          </a:r>
          <a:r>
            <a:rPr lang="ru-RU" sz="1800" kern="1200" dirty="0"/>
            <a:t> козаками </a:t>
          </a:r>
          <a:r>
            <a:rPr lang="ru-RU" sz="1800" kern="1200" dirty="0" err="1"/>
            <a:t>фортеці</a:t>
          </a:r>
          <a:r>
            <a:rPr lang="ru-RU" sz="1800" kern="1200" dirty="0"/>
            <a:t> Кодак</a:t>
          </a:r>
          <a:endParaRPr lang="uk-UA" sz="1800" kern="1200" dirty="0"/>
        </a:p>
      </dsp:txBody>
      <dsp:txXfrm rot="10800000">
        <a:off x="1128360" y="2633881"/>
        <a:ext cx="2968650" cy="676090"/>
      </dsp:txXfrm>
    </dsp:sp>
    <dsp:sp modelId="{3A9AF015-F7E1-4C4F-BE97-2AB110E96468}">
      <dsp:nvSpPr>
        <dsp:cNvPr id="0" name=""/>
        <dsp:cNvSpPr/>
      </dsp:nvSpPr>
      <dsp:spPr>
        <a:xfrm>
          <a:off x="621293" y="2633881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A4E9B1-C81D-434B-9A70-E11BCD13FC96}">
      <dsp:nvSpPr>
        <dsp:cNvPr id="0" name=""/>
        <dsp:cNvSpPr/>
      </dsp:nvSpPr>
      <dsp:spPr>
        <a:xfrm>
          <a:off x="0" y="71603"/>
          <a:ext cx="4718304" cy="15561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“Процес об’єднання Великого князівства Литовського та Польського королівства в єдину державу започаткований Городельською, а завершений Кревською унією 1569 р.”</a:t>
          </a:r>
          <a:endParaRPr lang="uk-UA" sz="1900" kern="1200"/>
        </a:p>
      </dsp:txBody>
      <dsp:txXfrm>
        <a:off x="75963" y="147566"/>
        <a:ext cx="4566378" cy="1404174"/>
      </dsp:txXfrm>
    </dsp:sp>
    <dsp:sp modelId="{F60304B1-DD64-451E-8961-1F130AC97FE4}">
      <dsp:nvSpPr>
        <dsp:cNvPr id="0" name=""/>
        <dsp:cNvSpPr/>
      </dsp:nvSpPr>
      <dsp:spPr>
        <a:xfrm>
          <a:off x="0" y="1682424"/>
          <a:ext cx="4718304" cy="15561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/>
            <a:t>“</a:t>
          </a:r>
          <a:r>
            <a:rPr lang="ru-RU" sz="1900" b="0" i="0" kern="1200" dirty="0" err="1"/>
            <a:t>Запорожці</a:t>
          </a:r>
          <a:r>
            <a:rPr lang="ru-RU" sz="1900" b="0" i="0" kern="1200" dirty="0"/>
            <a:t> на </a:t>
          </a:r>
          <a:r>
            <a:rPr lang="ru-RU" sz="1900" b="0" i="0" kern="1200" dirty="0" err="1"/>
            <a:t>чолі</a:t>
          </a:r>
          <a:r>
            <a:rPr lang="ru-RU" sz="1900" b="0" i="0" kern="1200" dirty="0"/>
            <a:t> з П. </a:t>
          </a:r>
          <a:r>
            <a:rPr lang="ru-RU" sz="1900" b="0" i="0" kern="1200" dirty="0" err="1"/>
            <a:t>Сагайдачним</a:t>
          </a:r>
          <a:r>
            <a:rPr lang="ru-RU" sz="1900" b="0" i="0" kern="1200" dirty="0"/>
            <a:t> у 1616 р. </a:t>
          </a:r>
          <a:r>
            <a:rPr lang="ru-RU" sz="1900" b="0" i="0" kern="1200" dirty="0" err="1"/>
            <a:t>здобули</a:t>
          </a:r>
          <a:r>
            <a:rPr lang="ru-RU" sz="1900" b="0" i="0" kern="1200" dirty="0"/>
            <a:t> Кафу, а в 1621 р. взяли участь у </a:t>
          </a:r>
          <a:r>
            <a:rPr lang="ru-RU" sz="1900" b="0" i="0" kern="1200" dirty="0" err="1"/>
            <a:t>Хотинській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війні</a:t>
          </a:r>
          <a:r>
            <a:rPr lang="ru-RU" sz="1900" b="0" i="0" kern="1200" dirty="0"/>
            <a:t> на </a:t>
          </a:r>
          <a:r>
            <a:rPr lang="ru-RU" sz="1900" b="0" i="0" kern="1200" dirty="0" err="1"/>
            <a:t>боці</a:t>
          </a:r>
          <a:r>
            <a:rPr lang="ru-RU" sz="1900" b="0" i="0" kern="1200" dirty="0"/>
            <a:t> </a:t>
          </a:r>
          <a:r>
            <a:rPr lang="ru-RU" sz="1900" b="0" i="0" kern="1200" dirty="0" err="1"/>
            <a:t>Речі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Посполитої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проти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Османської</a:t>
          </a:r>
          <a:r>
            <a:rPr lang="ru-RU" sz="1900" b="0" i="0" kern="1200" dirty="0"/>
            <a:t> </a:t>
          </a:r>
          <a:r>
            <a:rPr lang="ru-RU" sz="1900" b="0" i="0" kern="1200" dirty="0" err="1"/>
            <a:t>імперії</a:t>
          </a:r>
          <a:r>
            <a:rPr lang="ru-RU" sz="1900" b="0" i="0" kern="1200" dirty="0"/>
            <a:t>”.</a:t>
          </a:r>
          <a:endParaRPr lang="uk-UA" sz="1900" kern="1200" dirty="0"/>
        </a:p>
      </dsp:txBody>
      <dsp:txXfrm>
        <a:off x="75963" y="1758387"/>
        <a:ext cx="4566378" cy="1404174"/>
      </dsp:txXfrm>
    </dsp:sp>
  </dsp:spTree>
</dsp:drawing>
</file>

<file path=ppt/diagrams/drawing5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46ABEB-F2D1-42EE-A72F-B236D6AFB3E3}">
      <dsp:nvSpPr>
        <dsp:cNvPr id="0" name=""/>
        <dsp:cNvSpPr/>
      </dsp:nvSpPr>
      <dsp:spPr>
        <a:xfrm>
          <a:off x="0" y="71603"/>
          <a:ext cx="4718304" cy="15561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“Іов Борецький, обійнявши посаду Київського православного митрополита в 1596 р., одразу ж долучився до очолюваної князем К. Острозьким боротьби проти унії з Римом”.</a:t>
          </a:r>
          <a:endParaRPr lang="uk-UA" sz="1900" kern="1200"/>
        </a:p>
      </dsp:txBody>
      <dsp:txXfrm>
        <a:off x="75963" y="147566"/>
        <a:ext cx="4566378" cy="1404174"/>
      </dsp:txXfrm>
    </dsp:sp>
    <dsp:sp modelId="{B7EB674A-4FA3-483A-B70C-5A47B784D649}">
      <dsp:nvSpPr>
        <dsp:cNvPr id="0" name=""/>
        <dsp:cNvSpPr/>
      </dsp:nvSpPr>
      <dsp:spPr>
        <a:xfrm>
          <a:off x="0" y="1682424"/>
          <a:ext cx="4718304" cy="15561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“Утворення реєстрового козацтва пов’язане з ім’ям польського короля Яна ІІ Казимира, який у 1410 р. затвердив перший список найнятих козаків – реєстровців”</a:t>
          </a:r>
          <a:endParaRPr lang="uk-UA" sz="1900" kern="1200" dirty="0"/>
        </a:p>
      </dsp:txBody>
      <dsp:txXfrm>
        <a:off x="75963" y="1758387"/>
        <a:ext cx="4566378" cy="1404174"/>
      </dsp:txXfrm>
    </dsp:sp>
  </dsp:spTree>
</dsp:drawing>
</file>

<file path=ppt/diagrams/drawing5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1FCF04-B371-4355-9C90-0CC61A805C09}">
      <dsp:nvSpPr>
        <dsp:cNvPr id="0" name=""/>
        <dsp:cNvSpPr/>
      </dsp:nvSpPr>
      <dsp:spPr>
        <a:xfrm rot="10800000">
          <a:off x="959338" y="155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/>
            <a:t>Д. </a:t>
          </a:r>
          <a:r>
            <a:rPr lang="ru-RU" sz="2000" b="0" i="0" kern="1200" dirty="0" err="1"/>
            <a:t>Вишневецького</a:t>
          </a:r>
          <a:r>
            <a:rPr lang="ru-RU" sz="2000" b="0" i="0" kern="1200" dirty="0"/>
            <a:t> (</a:t>
          </a:r>
          <a:r>
            <a:rPr lang="ru-RU" sz="2000" b="0" i="0" kern="1200" dirty="0" err="1"/>
            <a:t>Байди</a:t>
          </a:r>
          <a:r>
            <a:rPr lang="ru-RU" sz="2000" b="0" i="0" kern="1200" dirty="0"/>
            <a:t>)</a:t>
          </a:r>
          <a:endParaRPr lang="uk-UA" sz="2000" kern="1200" dirty="0"/>
        </a:p>
      </dsp:txBody>
      <dsp:txXfrm rot="10800000">
        <a:off x="1128360" y="155"/>
        <a:ext cx="2968650" cy="676090"/>
      </dsp:txXfrm>
    </dsp:sp>
    <dsp:sp modelId="{9FFFC46D-3CDB-47FE-A20D-B55F22F4A3E1}">
      <dsp:nvSpPr>
        <dsp:cNvPr id="0" name=""/>
        <dsp:cNvSpPr/>
      </dsp:nvSpPr>
      <dsp:spPr>
        <a:xfrm>
          <a:off x="621293" y="155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E2918C-F209-4BDD-94C0-AC0FC5AFEB71}">
      <dsp:nvSpPr>
        <dsp:cNvPr id="0" name=""/>
        <dsp:cNvSpPr/>
      </dsp:nvSpPr>
      <dsp:spPr>
        <a:xfrm rot="10800000">
          <a:off x="959338" y="878064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П. Конашевича-Сагайдачного</a:t>
          </a:r>
          <a:endParaRPr lang="uk-UA" sz="2000" kern="1200"/>
        </a:p>
      </dsp:txBody>
      <dsp:txXfrm rot="10800000">
        <a:off x="1128360" y="878064"/>
        <a:ext cx="2968650" cy="676090"/>
      </dsp:txXfrm>
    </dsp:sp>
    <dsp:sp modelId="{4CDD415F-DDCC-4799-9258-7056CDB9D3FA}">
      <dsp:nvSpPr>
        <dsp:cNvPr id="0" name=""/>
        <dsp:cNvSpPr/>
      </dsp:nvSpPr>
      <dsp:spPr>
        <a:xfrm>
          <a:off x="621293" y="878064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3AC061-BD5E-436F-B157-F41D0642DBED}">
      <dsp:nvSpPr>
        <dsp:cNvPr id="0" name=""/>
        <dsp:cNvSpPr/>
      </dsp:nvSpPr>
      <dsp:spPr>
        <a:xfrm rot="10800000">
          <a:off x="959338" y="1755973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Т. Федоровича (Трясила)</a:t>
          </a:r>
          <a:endParaRPr lang="uk-UA" sz="2000" kern="1200"/>
        </a:p>
      </dsp:txBody>
      <dsp:txXfrm rot="10800000">
        <a:off x="1128360" y="1755973"/>
        <a:ext cx="2968650" cy="676090"/>
      </dsp:txXfrm>
    </dsp:sp>
    <dsp:sp modelId="{4213FF65-A383-48B8-9171-61E048264F45}">
      <dsp:nvSpPr>
        <dsp:cNvPr id="0" name=""/>
        <dsp:cNvSpPr/>
      </dsp:nvSpPr>
      <dsp:spPr>
        <a:xfrm>
          <a:off x="621293" y="1755973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226E53-249E-4507-865F-178F275B5271}">
      <dsp:nvSpPr>
        <dsp:cNvPr id="0" name=""/>
        <dsp:cNvSpPr/>
      </dsp:nvSpPr>
      <dsp:spPr>
        <a:xfrm rot="10800000">
          <a:off x="959338" y="2633881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/>
            <a:t>К. </a:t>
          </a:r>
          <a:r>
            <a:rPr lang="ru-RU" sz="2000" b="0" i="0" kern="1200" dirty="0" err="1"/>
            <a:t>Косинського</a:t>
          </a:r>
          <a:endParaRPr lang="uk-UA" sz="2000" kern="1200" dirty="0"/>
        </a:p>
      </dsp:txBody>
      <dsp:txXfrm rot="10800000">
        <a:off x="1128360" y="2633881"/>
        <a:ext cx="2968650" cy="676090"/>
      </dsp:txXfrm>
    </dsp:sp>
    <dsp:sp modelId="{2DDBD1F9-F34C-4FDE-A5BF-4277F0E00BC1}">
      <dsp:nvSpPr>
        <dsp:cNvPr id="0" name=""/>
        <dsp:cNvSpPr/>
      </dsp:nvSpPr>
      <dsp:spPr>
        <a:xfrm>
          <a:off x="621293" y="2633881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EDA6E4-DE79-4F33-A13B-5C0F8E6C5568}">
      <dsp:nvSpPr>
        <dsp:cNvPr id="0" name=""/>
        <dsp:cNvSpPr/>
      </dsp:nvSpPr>
      <dsp:spPr>
        <a:xfrm>
          <a:off x="-3741418" y="-574742"/>
          <a:ext cx="4459612" cy="4459612"/>
        </a:xfrm>
        <a:prstGeom prst="blockArc">
          <a:avLst>
            <a:gd name="adj1" fmla="val 18900000"/>
            <a:gd name="adj2" fmla="val 2700000"/>
            <a:gd name="adj3" fmla="val 484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8B1B8E-6A62-4C8C-8471-5DCE20774716}">
      <dsp:nvSpPr>
        <dsp:cNvPr id="0" name=""/>
        <dsp:cNvSpPr/>
      </dsp:nvSpPr>
      <dsp:spPr>
        <a:xfrm>
          <a:off x="376444" y="254482"/>
          <a:ext cx="4298579" cy="509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201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утворення Речі Посполитої</a:t>
          </a:r>
          <a:endParaRPr lang="uk-UA" sz="1600" kern="1200"/>
        </a:p>
      </dsp:txBody>
      <dsp:txXfrm>
        <a:off x="376444" y="254482"/>
        <a:ext cx="4298579" cy="509230"/>
      </dsp:txXfrm>
    </dsp:sp>
    <dsp:sp modelId="{40635C73-4D99-462B-8720-BEE107AED7B2}">
      <dsp:nvSpPr>
        <dsp:cNvPr id="0" name=""/>
        <dsp:cNvSpPr/>
      </dsp:nvSpPr>
      <dsp:spPr>
        <a:xfrm>
          <a:off x="58175" y="190828"/>
          <a:ext cx="636537" cy="6365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B74BC0-82DB-428B-B9E7-7A5A4F95CB5C}">
      <dsp:nvSpPr>
        <dsp:cNvPr id="0" name=""/>
        <dsp:cNvSpPr/>
      </dsp:nvSpPr>
      <dsp:spPr>
        <a:xfrm>
          <a:off x="668397" y="1018460"/>
          <a:ext cx="4006626" cy="509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201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укладення Берестейської унії</a:t>
          </a:r>
          <a:endParaRPr lang="uk-UA" sz="1600" kern="1200"/>
        </a:p>
      </dsp:txBody>
      <dsp:txXfrm>
        <a:off x="668397" y="1018460"/>
        <a:ext cx="4006626" cy="509230"/>
      </dsp:txXfrm>
    </dsp:sp>
    <dsp:sp modelId="{7BA66C6C-6675-438E-A292-80056BDB7711}">
      <dsp:nvSpPr>
        <dsp:cNvPr id="0" name=""/>
        <dsp:cNvSpPr/>
      </dsp:nvSpPr>
      <dsp:spPr>
        <a:xfrm>
          <a:off x="350128" y="954806"/>
          <a:ext cx="636537" cy="6365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9B9BE1-C49F-4EFB-9B9E-06326116F9BB}">
      <dsp:nvSpPr>
        <dsp:cNvPr id="0" name=""/>
        <dsp:cNvSpPr/>
      </dsp:nvSpPr>
      <dsp:spPr>
        <a:xfrm>
          <a:off x="668397" y="1782437"/>
          <a:ext cx="4006626" cy="509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201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заснування перших православних братств у Львові</a:t>
          </a:r>
          <a:endParaRPr lang="uk-UA" sz="1600" kern="1200"/>
        </a:p>
      </dsp:txBody>
      <dsp:txXfrm>
        <a:off x="668397" y="1782437"/>
        <a:ext cx="4006626" cy="509230"/>
      </dsp:txXfrm>
    </dsp:sp>
    <dsp:sp modelId="{F7454233-1232-47AF-A4A4-D5EAAA4F7676}">
      <dsp:nvSpPr>
        <dsp:cNvPr id="0" name=""/>
        <dsp:cNvSpPr/>
      </dsp:nvSpPr>
      <dsp:spPr>
        <a:xfrm>
          <a:off x="350128" y="1718783"/>
          <a:ext cx="636537" cy="6365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A42687-F4F5-4265-9BA3-09DDF050EE6B}">
      <dsp:nvSpPr>
        <dsp:cNvPr id="0" name=""/>
        <dsp:cNvSpPr/>
      </dsp:nvSpPr>
      <dsp:spPr>
        <a:xfrm>
          <a:off x="376444" y="2546415"/>
          <a:ext cx="4298579" cy="509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201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 err="1"/>
            <a:t>обрання</a:t>
          </a:r>
          <a:r>
            <a:rPr lang="ru-RU" sz="1600" b="0" i="0" kern="1200" dirty="0"/>
            <a:t> П. </a:t>
          </a:r>
          <a:r>
            <a:rPr lang="ru-RU" sz="1600" b="0" i="0" kern="1200" dirty="0" err="1"/>
            <a:t>Могили</a:t>
          </a:r>
          <a:r>
            <a:rPr lang="ru-RU" sz="1600" b="0" i="0" kern="1200" dirty="0"/>
            <a:t> </a:t>
          </a:r>
          <a:r>
            <a:rPr lang="ru-RU" sz="1600" b="0" i="0" kern="1200" dirty="0" err="1"/>
            <a:t>Київським</a:t>
          </a:r>
          <a:r>
            <a:rPr lang="ru-RU" sz="1600" b="0" i="0" kern="1200" dirty="0"/>
            <a:t> митрополитом</a:t>
          </a:r>
          <a:endParaRPr lang="uk-UA" sz="1600" kern="1200" dirty="0"/>
        </a:p>
      </dsp:txBody>
      <dsp:txXfrm>
        <a:off x="376444" y="2546415"/>
        <a:ext cx="4298579" cy="509230"/>
      </dsp:txXfrm>
    </dsp:sp>
    <dsp:sp modelId="{A740B261-DBBB-4421-B8C4-D6B01BBABF1A}">
      <dsp:nvSpPr>
        <dsp:cNvPr id="0" name=""/>
        <dsp:cNvSpPr/>
      </dsp:nvSpPr>
      <dsp:spPr>
        <a:xfrm>
          <a:off x="58175" y="2482761"/>
          <a:ext cx="636537" cy="6365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65C387-3FD1-4442-A7CA-441A31017EF9}">
      <dsp:nvSpPr>
        <dsp:cNvPr id="0" name=""/>
        <dsp:cNvSpPr/>
      </dsp:nvSpPr>
      <dsp:spPr>
        <a:xfrm rot="10800000">
          <a:off x="923836" y="1008"/>
          <a:ext cx="3137672" cy="53408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515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реформування православної церкви</a:t>
          </a:r>
          <a:endParaRPr lang="uk-UA" sz="1500" kern="1200"/>
        </a:p>
      </dsp:txBody>
      <dsp:txXfrm rot="10800000">
        <a:off x="1057356" y="1008"/>
        <a:ext cx="3004152" cy="534080"/>
      </dsp:txXfrm>
    </dsp:sp>
    <dsp:sp modelId="{5DB7A8DF-33F7-418A-B7A9-BC382A1470F0}">
      <dsp:nvSpPr>
        <dsp:cNvPr id="0" name=""/>
        <dsp:cNvSpPr/>
      </dsp:nvSpPr>
      <dsp:spPr>
        <a:xfrm>
          <a:off x="656795" y="1008"/>
          <a:ext cx="534080" cy="53408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663FBE-204D-4371-A742-DA4AAE9C140A}">
      <dsp:nvSpPr>
        <dsp:cNvPr id="0" name=""/>
        <dsp:cNvSpPr/>
      </dsp:nvSpPr>
      <dsp:spPr>
        <a:xfrm rot="10800000">
          <a:off x="923836" y="694515"/>
          <a:ext cx="3137672" cy="53408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515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масове покозачення селянства</a:t>
          </a:r>
          <a:endParaRPr lang="uk-UA" sz="1500" kern="1200"/>
        </a:p>
      </dsp:txBody>
      <dsp:txXfrm rot="10800000">
        <a:off x="1057356" y="694515"/>
        <a:ext cx="3004152" cy="534080"/>
      </dsp:txXfrm>
    </dsp:sp>
    <dsp:sp modelId="{AD142DC0-E4D8-4546-84A8-6C6999377999}">
      <dsp:nvSpPr>
        <dsp:cNvPr id="0" name=""/>
        <dsp:cNvSpPr/>
      </dsp:nvSpPr>
      <dsp:spPr>
        <a:xfrm>
          <a:off x="656795" y="694515"/>
          <a:ext cx="534080" cy="53408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C7A9E4-50F2-4AFC-942D-01CAF23B6B54}">
      <dsp:nvSpPr>
        <dsp:cNvPr id="0" name=""/>
        <dsp:cNvSpPr/>
      </dsp:nvSpPr>
      <dsp:spPr>
        <a:xfrm rot="10800000">
          <a:off x="923836" y="1388023"/>
          <a:ext cx="3137672" cy="53408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515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dirty="0" err="1"/>
            <a:t>поширення</a:t>
          </a:r>
          <a:r>
            <a:rPr lang="ru-RU" sz="1500" b="0" i="0" kern="1200" dirty="0"/>
            <a:t> </a:t>
          </a:r>
          <a:r>
            <a:rPr lang="ru-RU" sz="1500" b="0" i="0" kern="1200" dirty="0" err="1"/>
            <a:t>фільварків</a:t>
          </a:r>
          <a:endParaRPr lang="uk-UA" sz="1500" kern="1200" dirty="0"/>
        </a:p>
      </dsp:txBody>
      <dsp:txXfrm rot="10800000">
        <a:off x="1057356" y="1388023"/>
        <a:ext cx="3004152" cy="534080"/>
      </dsp:txXfrm>
    </dsp:sp>
    <dsp:sp modelId="{10951289-5FAE-4B4E-AC16-4B2F616D0FE7}">
      <dsp:nvSpPr>
        <dsp:cNvPr id="0" name=""/>
        <dsp:cNvSpPr/>
      </dsp:nvSpPr>
      <dsp:spPr>
        <a:xfrm>
          <a:off x="656795" y="1388023"/>
          <a:ext cx="534080" cy="53408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F66858-FDE9-4E4B-AD00-81DBDAA97F70}">
      <dsp:nvSpPr>
        <dsp:cNvPr id="0" name=""/>
        <dsp:cNvSpPr/>
      </dsp:nvSpPr>
      <dsp:spPr>
        <a:xfrm rot="10800000">
          <a:off x="923836" y="2081531"/>
          <a:ext cx="3137672" cy="53408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515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започаткування книгодрукування</a:t>
          </a:r>
          <a:endParaRPr lang="uk-UA" sz="1500" kern="1200"/>
        </a:p>
      </dsp:txBody>
      <dsp:txXfrm rot="10800000">
        <a:off x="1057356" y="2081531"/>
        <a:ext cx="3004152" cy="534080"/>
      </dsp:txXfrm>
    </dsp:sp>
    <dsp:sp modelId="{BD25E9AD-B543-41E0-990A-B23DBE2DA7E8}">
      <dsp:nvSpPr>
        <dsp:cNvPr id="0" name=""/>
        <dsp:cNvSpPr/>
      </dsp:nvSpPr>
      <dsp:spPr>
        <a:xfrm>
          <a:off x="656795" y="2081531"/>
          <a:ext cx="534080" cy="53408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D89EB5-52C8-4C2E-843F-C31EF6AA38D1}">
      <dsp:nvSpPr>
        <dsp:cNvPr id="0" name=""/>
        <dsp:cNvSpPr/>
      </dsp:nvSpPr>
      <dsp:spPr>
        <a:xfrm rot="10800000">
          <a:off x="923836" y="2775039"/>
          <a:ext cx="3137672" cy="53408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515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dirty="0" err="1"/>
            <a:t>розкол</a:t>
          </a:r>
          <a:r>
            <a:rPr lang="ru-RU" sz="1500" b="0" i="0" kern="1200" dirty="0"/>
            <a:t> </a:t>
          </a:r>
          <a:r>
            <a:rPr lang="ru-RU" sz="1500" b="0" i="0" kern="1200" dirty="0" err="1"/>
            <a:t>православної</a:t>
          </a:r>
          <a:r>
            <a:rPr lang="ru-RU" sz="1500" b="0" i="0" kern="1200" dirty="0"/>
            <a:t> церкви</a:t>
          </a:r>
          <a:endParaRPr lang="uk-UA" sz="1500" kern="1200" dirty="0"/>
        </a:p>
      </dsp:txBody>
      <dsp:txXfrm rot="10800000">
        <a:off x="1057356" y="2775039"/>
        <a:ext cx="3004152" cy="534080"/>
      </dsp:txXfrm>
    </dsp:sp>
    <dsp:sp modelId="{2F202C64-8B22-41BC-AA4D-6E7F76E6FC68}">
      <dsp:nvSpPr>
        <dsp:cNvPr id="0" name=""/>
        <dsp:cNvSpPr/>
      </dsp:nvSpPr>
      <dsp:spPr>
        <a:xfrm>
          <a:off x="656795" y="2775039"/>
          <a:ext cx="534080" cy="53408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E75274-35CC-45FC-BC42-219A2AC38CA3}">
      <dsp:nvSpPr>
        <dsp:cNvPr id="0" name=""/>
        <dsp:cNvSpPr/>
      </dsp:nvSpPr>
      <dsp:spPr>
        <a:xfrm>
          <a:off x="0" y="0"/>
          <a:ext cx="4718304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836C25A-A6FC-4FAB-9B1A-AD5459388A83}">
      <dsp:nvSpPr>
        <dsp:cNvPr id="0" name=""/>
        <dsp:cNvSpPr/>
      </dsp:nvSpPr>
      <dsp:spPr>
        <a:xfrm>
          <a:off x="0" y="0"/>
          <a:ext cx="4718304" cy="1655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«…вдруге перебрав собі гетьманську булаву, зібрав козаків реєстрових та запорозьких і чимдуж поспішив під Хотин на підмогу Владиславу.., став обіч королевича в осаді…»</a:t>
          </a:r>
          <a:endParaRPr lang="uk-UA" sz="1900" i="0" kern="1200" dirty="0"/>
        </a:p>
      </dsp:txBody>
      <dsp:txXfrm>
        <a:off x="0" y="0"/>
        <a:ext cx="4718304" cy="1655063"/>
      </dsp:txXfrm>
    </dsp:sp>
    <dsp:sp modelId="{2DC48655-5E13-47A0-AB6A-F44FF56C54C7}">
      <dsp:nvSpPr>
        <dsp:cNvPr id="0" name=""/>
        <dsp:cNvSpPr/>
      </dsp:nvSpPr>
      <dsp:spPr>
        <a:xfrm>
          <a:off x="0" y="1655063"/>
          <a:ext cx="4718304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EACDE06-B44B-46E9-8A76-B04205D3C77C}">
      <dsp:nvSpPr>
        <dsp:cNvPr id="0" name=""/>
        <dsp:cNvSpPr/>
      </dsp:nvSpPr>
      <dsp:spPr>
        <a:xfrm>
          <a:off x="0" y="1655063"/>
          <a:ext cx="4718304" cy="1655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«…Петро Конашевич-Сагайдачний… ходив з військом запорозьким по воді на Кафу, повоював її добре, силу бранців християнських з неволі звільнив і з добичею великою з Чорного моря повернувся…»</a:t>
          </a:r>
          <a:endParaRPr lang="uk-UA" sz="1900" i="0" kern="1200" dirty="0"/>
        </a:p>
      </dsp:txBody>
      <dsp:txXfrm>
        <a:off x="0" y="1655063"/>
        <a:ext cx="4718304" cy="1655063"/>
      </dsp:txXfrm>
    </dsp:sp>
  </dsp:spTree>
</dsp:drawing>
</file>

<file path=ppt/diagrams/drawing6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A24E7C-A039-423C-8C2D-602051483BC0}">
      <dsp:nvSpPr>
        <dsp:cNvPr id="0" name=""/>
        <dsp:cNvSpPr/>
      </dsp:nvSpPr>
      <dsp:spPr>
        <a:xfrm>
          <a:off x="0" y="0"/>
          <a:ext cx="47183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992336-E7B9-47B2-BADB-FA6536AE559C}">
      <dsp:nvSpPr>
        <dsp:cNvPr id="0" name=""/>
        <dsp:cNvSpPr/>
      </dsp:nvSpPr>
      <dsp:spPr>
        <a:xfrm>
          <a:off x="0" y="0"/>
          <a:ext cx="4718304" cy="1655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/>
            <a:t>«…козаки </a:t>
          </a:r>
          <a:r>
            <a:rPr lang="ru-RU" sz="1900" b="0" i="0" kern="1200" dirty="0" err="1"/>
            <a:t>зібралися</a:t>
          </a:r>
          <a:r>
            <a:rPr lang="ru-RU" sz="1900" b="0" i="0" kern="1200" dirty="0"/>
            <a:t>, </a:t>
          </a:r>
          <a:r>
            <a:rPr lang="ru-RU" sz="1900" b="0" i="0" kern="1200" dirty="0" err="1"/>
            <a:t>настановили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гетьманом</a:t>
          </a:r>
          <a:r>
            <a:rPr lang="ru-RU" sz="1900" b="0" i="0" kern="1200" dirty="0"/>
            <a:t> Павлюка й </a:t>
          </a:r>
          <a:r>
            <a:rPr lang="ru-RU" sz="1900" b="0" i="0" kern="1200" dirty="0" err="1"/>
            <a:t>вирушили</a:t>
          </a:r>
          <a:r>
            <a:rPr lang="ru-RU" sz="1900" b="0" i="0" kern="1200" dirty="0"/>
            <a:t> на </a:t>
          </a:r>
          <a:r>
            <a:rPr lang="ru-RU" sz="1900" b="0" i="0" kern="1200" dirty="0" err="1"/>
            <a:t>Кумейки</a:t>
          </a:r>
          <a:r>
            <a:rPr lang="ru-RU" sz="1900" b="0" i="0" kern="1200" dirty="0"/>
            <a:t> </a:t>
          </a:r>
          <a:r>
            <a:rPr lang="ru-RU" sz="1900" b="0" i="0" kern="1200" dirty="0" err="1"/>
            <a:t>супроти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ляхів</a:t>
          </a:r>
          <a:r>
            <a:rPr lang="ru-RU" sz="1900" b="0" i="0" kern="1200" dirty="0"/>
            <a:t>, </a:t>
          </a:r>
          <a:r>
            <a:rPr lang="ru-RU" sz="1900" b="0" i="0" kern="1200" dirty="0" err="1"/>
            <a:t>але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під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Кумейками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коронний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гетьман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Конецпольський</a:t>
          </a:r>
          <a:r>
            <a:rPr lang="ru-RU" sz="1900" b="0" i="0" kern="1200" dirty="0"/>
            <a:t>, до </a:t>
          </a:r>
          <a:r>
            <a:rPr lang="ru-RU" sz="1900" b="0" i="0" kern="1200" dirty="0" err="1"/>
            <a:t>підступу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вдавшися</a:t>
          </a:r>
          <a:r>
            <a:rPr lang="ru-RU" sz="1900" b="0" i="0" kern="1200" dirty="0"/>
            <a:t>, </a:t>
          </a:r>
          <a:r>
            <a:rPr lang="ru-RU" sz="1900" b="0" i="0" kern="1200" dirty="0" err="1"/>
            <a:t>здолав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козаків</a:t>
          </a:r>
          <a:r>
            <a:rPr lang="ru-RU" sz="1900" b="0" i="0" kern="1200" dirty="0"/>
            <a:t>…»</a:t>
          </a:r>
          <a:endParaRPr lang="uk-UA" sz="1900" i="0" kern="1200" dirty="0"/>
        </a:p>
      </dsp:txBody>
      <dsp:txXfrm>
        <a:off x="0" y="0"/>
        <a:ext cx="4718304" cy="1655063"/>
      </dsp:txXfrm>
    </dsp:sp>
    <dsp:sp modelId="{FB3DDC1B-0852-4314-B8D5-AB2F7D65FA34}">
      <dsp:nvSpPr>
        <dsp:cNvPr id="0" name=""/>
        <dsp:cNvSpPr/>
      </dsp:nvSpPr>
      <dsp:spPr>
        <a:xfrm>
          <a:off x="0" y="1655063"/>
          <a:ext cx="47183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25DE98-E438-4755-990E-7A982F216418}">
      <dsp:nvSpPr>
        <dsp:cNvPr id="0" name=""/>
        <dsp:cNvSpPr/>
      </dsp:nvSpPr>
      <dsp:spPr>
        <a:xfrm>
          <a:off x="0" y="1655063"/>
          <a:ext cx="4718304" cy="1655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/>
            <a:t>«…король </a:t>
          </a:r>
          <a:r>
            <a:rPr lang="ru-RU" sz="1900" b="0" i="0" kern="1200" dirty="0" err="1"/>
            <a:t>Баторій</a:t>
          </a:r>
          <a:r>
            <a:rPr lang="ru-RU" sz="1900" b="0" i="0" kern="1200" dirty="0"/>
            <a:t>, </a:t>
          </a:r>
          <a:r>
            <a:rPr lang="ru-RU" sz="1900" b="0" i="0" kern="1200" dirty="0" err="1"/>
            <a:t>настановив</a:t>
          </a:r>
          <a:r>
            <a:rPr lang="ru-RU" sz="1900" b="0" i="0" kern="1200" dirty="0"/>
            <a:t> козакам </a:t>
          </a:r>
          <a:r>
            <a:rPr lang="ru-RU" sz="1900" b="0" i="0" kern="1200" dirty="0" err="1"/>
            <a:t>гетьмана</a:t>
          </a:r>
          <a:r>
            <a:rPr lang="ru-RU" sz="1900" b="0" i="0" kern="1200" dirty="0"/>
            <a:t>, прислав </a:t>
          </a:r>
          <a:r>
            <a:rPr lang="ru-RU" sz="1900" b="0" i="0" kern="1200" dirty="0" err="1"/>
            <a:t>корогву</a:t>
          </a:r>
          <a:r>
            <a:rPr lang="ru-RU" sz="1900" b="0" i="0" kern="1200" dirty="0"/>
            <a:t>, бунчук та булаву, печатку </a:t>
          </a:r>
          <a:r>
            <a:rPr lang="ru-RU" sz="1900" b="0" i="0" kern="1200" dirty="0" err="1"/>
            <a:t>гербову</a:t>
          </a:r>
          <a:r>
            <a:rPr lang="ru-RU" sz="1900" b="0" i="0" kern="1200" dirty="0"/>
            <a:t>,.. </a:t>
          </a:r>
          <a:r>
            <a:rPr lang="ru-RU" sz="1900" b="0" i="0" kern="1200" dirty="0" err="1"/>
            <a:t>віддав</a:t>
          </a:r>
          <a:r>
            <a:rPr lang="ru-RU" sz="1900" b="0" i="0" kern="1200" dirty="0"/>
            <a:t> для пристанища </a:t>
          </a:r>
          <a:r>
            <a:rPr lang="ru-RU" sz="1900" b="0" i="0" kern="1200" dirty="0" err="1"/>
            <a:t>місто</a:t>
          </a:r>
          <a:r>
            <a:rPr lang="ru-RU" sz="1900" b="0" i="0" kern="1200" dirty="0"/>
            <a:t> </a:t>
          </a:r>
          <a:r>
            <a:rPr lang="ru-RU" sz="1900" b="0" i="0" kern="1200" dirty="0" err="1"/>
            <a:t>Терехтемирів</a:t>
          </a:r>
          <a:r>
            <a:rPr lang="ru-RU" sz="1900" b="0" i="0" kern="1200" dirty="0"/>
            <a:t> з </a:t>
          </a:r>
          <a:r>
            <a:rPr lang="ru-RU" sz="1900" b="0" i="0" kern="1200" dirty="0" err="1"/>
            <a:t>монастирем</a:t>
          </a:r>
          <a:r>
            <a:rPr lang="ru-RU" sz="1900" b="0" i="0" kern="1200" dirty="0"/>
            <a:t>, </a:t>
          </a:r>
          <a:r>
            <a:rPr lang="ru-RU" sz="1900" b="0" i="0" kern="1200" dirty="0" err="1"/>
            <a:t>аби</a:t>
          </a:r>
          <a:r>
            <a:rPr lang="ru-RU" sz="1900" b="0" i="0" kern="1200" dirty="0"/>
            <a:t> вони в </a:t>
          </a:r>
          <a:r>
            <a:rPr lang="ru-RU" sz="1900" b="0" i="0" kern="1200" dirty="0" err="1"/>
            <a:t>ньому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зимували</a:t>
          </a:r>
          <a:r>
            <a:rPr lang="ru-RU" sz="1900" b="0" i="0" kern="1200" dirty="0"/>
            <a:t>, а за службу </a:t>
          </a:r>
          <a:r>
            <a:rPr lang="ru-RU" sz="1900" b="0" i="0" kern="1200" dirty="0" err="1"/>
            <a:t>поклав</a:t>
          </a:r>
          <a:r>
            <a:rPr lang="ru-RU" sz="1900" b="0" i="0" kern="1200" dirty="0"/>
            <a:t> </a:t>
          </a:r>
          <a:r>
            <a:rPr lang="ru-RU" sz="1900" b="0" i="0" kern="1200" dirty="0" err="1"/>
            <a:t>їм</a:t>
          </a:r>
          <a:r>
            <a:rPr lang="ru-RU" sz="1900" b="0" i="0" kern="1200" dirty="0"/>
            <a:t> по </a:t>
          </a:r>
          <a:r>
            <a:rPr lang="ru-RU" sz="1900" b="0" i="0" kern="1200" dirty="0" err="1"/>
            <a:t>червінцеві</a:t>
          </a:r>
          <a:r>
            <a:rPr lang="ru-RU" sz="1900" b="0" i="0" kern="1200" dirty="0"/>
            <a:t> та по кожуху…»</a:t>
          </a:r>
          <a:endParaRPr lang="uk-UA" sz="1900" i="0" kern="1200" dirty="0"/>
        </a:p>
      </dsp:txBody>
      <dsp:txXfrm>
        <a:off x="0" y="1655063"/>
        <a:ext cx="4718304" cy="1655063"/>
      </dsp:txXfrm>
    </dsp:sp>
  </dsp:spTree>
</dsp:drawing>
</file>

<file path=ppt/diagrams/drawing6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A54700-438E-4F8C-A2BB-54FF579594B8}">
      <dsp:nvSpPr>
        <dsp:cNvPr id="0" name=""/>
        <dsp:cNvSpPr/>
      </dsp:nvSpPr>
      <dsp:spPr>
        <a:xfrm rot="10800000">
          <a:off x="959338" y="155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95250" rIns="17780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М. Смотрицький</a:t>
          </a:r>
          <a:endParaRPr lang="uk-UA" sz="2500" kern="1200"/>
        </a:p>
      </dsp:txBody>
      <dsp:txXfrm rot="10800000">
        <a:off x="1128360" y="155"/>
        <a:ext cx="2968650" cy="676090"/>
      </dsp:txXfrm>
    </dsp:sp>
    <dsp:sp modelId="{07C627C8-5182-4C95-822D-16AF80B56051}">
      <dsp:nvSpPr>
        <dsp:cNvPr id="0" name=""/>
        <dsp:cNvSpPr/>
      </dsp:nvSpPr>
      <dsp:spPr>
        <a:xfrm>
          <a:off x="621293" y="155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6F0DD7-9B79-48EC-91C1-E6D36894346B}">
      <dsp:nvSpPr>
        <dsp:cNvPr id="0" name=""/>
        <dsp:cNvSpPr/>
      </dsp:nvSpPr>
      <dsp:spPr>
        <a:xfrm rot="10800000">
          <a:off x="959338" y="878064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95250" rIns="17780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/>
            <a:t>П. Могила</a:t>
          </a:r>
          <a:endParaRPr lang="uk-UA" sz="2500" kern="1200" dirty="0"/>
        </a:p>
      </dsp:txBody>
      <dsp:txXfrm rot="10800000">
        <a:off x="1128360" y="878064"/>
        <a:ext cx="2968650" cy="676090"/>
      </dsp:txXfrm>
    </dsp:sp>
    <dsp:sp modelId="{B86FD64C-EA14-47EA-8529-7475BC5282CC}">
      <dsp:nvSpPr>
        <dsp:cNvPr id="0" name=""/>
        <dsp:cNvSpPr/>
      </dsp:nvSpPr>
      <dsp:spPr>
        <a:xfrm>
          <a:off x="621293" y="878064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C8D7C4-1A28-496F-94D9-BB2CCA0135EA}">
      <dsp:nvSpPr>
        <dsp:cNvPr id="0" name=""/>
        <dsp:cNvSpPr/>
      </dsp:nvSpPr>
      <dsp:spPr>
        <a:xfrm rot="10800000">
          <a:off x="959338" y="1755973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95250" rIns="17780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Й. Борецький</a:t>
          </a:r>
          <a:endParaRPr lang="uk-UA" sz="2500" kern="1200"/>
        </a:p>
      </dsp:txBody>
      <dsp:txXfrm rot="10800000">
        <a:off x="1128360" y="1755973"/>
        <a:ext cx="2968650" cy="676090"/>
      </dsp:txXfrm>
    </dsp:sp>
    <dsp:sp modelId="{FD741BEA-C900-49E5-BEF7-2CFA5B813535}">
      <dsp:nvSpPr>
        <dsp:cNvPr id="0" name=""/>
        <dsp:cNvSpPr/>
      </dsp:nvSpPr>
      <dsp:spPr>
        <a:xfrm>
          <a:off x="621293" y="1755973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683469-7641-4FF2-AAC7-3DED5A10AD90}">
      <dsp:nvSpPr>
        <dsp:cNvPr id="0" name=""/>
        <dsp:cNvSpPr/>
      </dsp:nvSpPr>
      <dsp:spPr>
        <a:xfrm rot="10800000">
          <a:off x="959338" y="2633881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95250" rIns="17780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/>
            <a:t>Ф. Прокопович</a:t>
          </a:r>
          <a:endParaRPr lang="uk-UA" sz="2500" kern="1200" dirty="0"/>
        </a:p>
      </dsp:txBody>
      <dsp:txXfrm rot="10800000">
        <a:off x="1128360" y="2633881"/>
        <a:ext cx="2968650" cy="676090"/>
      </dsp:txXfrm>
    </dsp:sp>
    <dsp:sp modelId="{4E524CA1-C072-4749-A970-C063418BEBF3}">
      <dsp:nvSpPr>
        <dsp:cNvPr id="0" name=""/>
        <dsp:cNvSpPr/>
      </dsp:nvSpPr>
      <dsp:spPr>
        <a:xfrm>
          <a:off x="621293" y="2633881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84A221-10DC-472C-82D1-5EA543E15210}">
      <dsp:nvSpPr>
        <dsp:cNvPr id="0" name=""/>
        <dsp:cNvSpPr/>
      </dsp:nvSpPr>
      <dsp:spPr>
        <a:xfrm>
          <a:off x="-3741418" y="-574742"/>
          <a:ext cx="4459612" cy="4459612"/>
        </a:xfrm>
        <a:prstGeom prst="blockArc">
          <a:avLst>
            <a:gd name="adj1" fmla="val 18900000"/>
            <a:gd name="adj2" fmla="val 2700000"/>
            <a:gd name="adj3" fmla="val 484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29DF3C-C9B2-4FDF-98B4-3363DA608349}">
      <dsp:nvSpPr>
        <dsp:cNvPr id="0" name=""/>
        <dsp:cNvSpPr/>
      </dsp:nvSpPr>
      <dsp:spPr>
        <a:xfrm>
          <a:off x="376444" y="254482"/>
          <a:ext cx="4298579" cy="509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201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заснування першої на українських землях слов’яно-греко-латинської школи</a:t>
          </a:r>
          <a:endParaRPr lang="uk-UA" sz="1600" kern="1200"/>
        </a:p>
      </dsp:txBody>
      <dsp:txXfrm>
        <a:off x="376444" y="254482"/>
        <a:ext cx="4298579" cy="509230"/>
      </dsp:txXfrm>
    </dsp:sp>
    <dsp:sp modelId="{8AE8519E-6AAC-49A1-94BA-E2E8EC622449}">
      <dsp:nvSpPr>
        <dsp:cNvPr id="0" name=""/>
        <dsp:cNvSpPr/>
      </dsp:nvSpPr>
      <dsp:spPr>
        <a:xfrm>
          <a:off x="58175" y="190828"/>
          <a:ext cx="636537" cy="6365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D3AC5D-E319-4EF2-9C0D-DDF5B3262DB9}">
      <dsp:nvSpPr>
        <dsp:cNvPr id="0" name=""/>
        <dsp:cNvSpPr/>
      </dsp:nvSpPr>
      <dsp:spPr>
        <a:xfrm>
          <a:off x="668397" y="1018460"/>
          <a:ext cx="4006626" cy="509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201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укладення унії православної та католицької церков</a:t>
          </a:r>
          <a:endParaRPr lang="uk-UA" sz="1600" kern="1200" dirty="0"/>
        </a:p>
      </dsp:txBody>
      <dsp:txXfrm>
        <a:off x="668397" y="1018460"/>
        <a:ext cx="4006626" cy="509230"/>
      </dsp:txXfrm>
    </dsp:sp>
    <dsp:sp modelId="{F2CDC586-FE9E-4EDF-A9C5-EFA6CB8CAF9A}">
      <dsp:nvSpPr>
        <dsp:cNvPr id="0" name=""/>
        <dsp:cNvSpPr/>
      </dsp:nvSpPr>
      <dsp:spPr>
        <a:xfrm>
          <a:off x="350128" y="954806"/>
          <a:ext cx="636537" cy="6365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FF50C0-6080-4280-8396-FE7C73180606}">
      <dsp:nvSpPr>
        <dsp:cNvPr id="0" name=""/>
        <dsp:cNvSpPr/>
      </dsp:nvSpPr>
      <dsp:spPr>
        <a:xfrm>
          <a:off x="668397" y="1782437"/>
          <a:ext cx="4006626" cy="509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201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об’єднання Лаврської школи та Київської братської школи в колегію</a:t>
          </a:r>
          <a:endParaRPr lang="uk-UA" sz="1600" kern="1200"/>
        </a:p>
      </dsp:txBody>
      <dsp:txXfrm>
        <a:off x="668397" y="1782437"/>
        <a:ext cx="4006626" cy="509230"/>
      </dsp:txXfrm>
    </dsp:sp>
    <dsp:sp modelId="{04F94D63-856C-4485-B157-D131A1789476}">
      <dsp:nvSpPr>
        <dsp:cNvPr id="0" name=""/>
        <dsp:cNvSpPr/>
      </dsp:nvSpPr>
      <dsp:spPr>
        <a:xfrm>
          <a:off x="350128" y="1718783"/>
          <a:ext cx="636537" cy="6365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D0F629-E10D-4691-8280-916BEE9201EF}">
      <dsp:nvSpPr>
        <dsp:cNvPr id="0" name=""/>
        <dsp:cNvSpPr/>
      </dsp:nvSpPr>
      <dsp:spPr>
        <a:xfrm>
          <a:off x="376444" y="2546415"/>
          <a:ext cx="4298579" cy="509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201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надання ставропігії Львівському Успенському братству</a:t>
          </a:r>
          <a:endParaRPr lang="uk-UA" sz="1600" kern="1200" dirty="0"/>
        </a:p>
      </dsp:txBody>
      <dsp:txXfrm>
        <a:off x="376444" y="2546415"/>
        <a:ext cx="4298579" cy="509230"/>
      </dsp:txXfrm>
    </dsp:sp>
    <dsp:sp modelId="{4F85ADC6-2D94-4454-AA4D-6E7595C5F4C3}">
      <dsp:nvSpPr>
        <dsp:cNvPr id="0" name=""/>
        <dsp:cNvSpPr/>
      </dsp:nvSpPr>
      <dsp:spPr>
        <a:xfrm>
          <a:off x="58175" y="2482761"/>
          <a:ext cx="636537" cy="6365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205554-C8FB-4AFE-AFD0-0A52EEEBA2FD}">
      <dsp:nvSpPr>
        <dsp:cNvPr id="0" name=""/>
        <dsp:cNvSpPr/>
      </dsp:nvSpPr>
      <dsp:spPr>
        <a:xfrm rot="10800000">
          <a:off x="959338" y="155"/>
          <a:ext cx="3137672" cy="676090"/>
        </a:xfrm>
        <a:prstGeom prst="homePlate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95250" rIns="17780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П. Могилу</a:t>
          </a:r>
          <a:endParaRPr lang="uk-UA" sz="2500" kern="1200"/>
        </a:p>
      </dsp:txBody>
      <dsp:txXfrm rot="10800000">
        <a:off x="1128360" y="155"/>
        <a:ext cx="2968650" cy="676090"/>
      </dsp:txXfrm>
    </dsp:sp>
    <dsp:sp modelId="{8F31FABE-7E04-4ACB-A033-B6E90AC6DD28}">
      <dsp:nvSpPr>
        <dsp:cNvPr id="0" name=""/>
        <dsp:cNvSpPr/>
      </dsp:nvSpPr>
      <dsp:spPr>
        <a:xfrm>
          <a:off x="621293" y="155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2BB4BF-7202-4764-965A-A58AC9AE2E95}">
      <dsp:nvSpPr>
        <dsp:cNvPr id="0" name=""/>
        <dsp:cNvSpPr/>
      </dsp:nvSpPr>
      <dsp:spPr>
        <a:xfrm rot="10800000">
          <a:off x="959338" y="878064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95250" rIns="17780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Ф. Прокоповича</a:t>
          </a:r>
          <a:endParaRPr lang="uk-UA" sz="2500" kern="1200"/>
        </a:p>
      </dsp:txBody>
      <dsp:txXfrm rot="10800000">
        <a:off x="1128360" y="878064"/>
        <a:ext cx="2968650" cy="676090"/>
      </dsp:txXfrm>
    </dsp:sp>
    <dsp:sp modelId="{C8AAE6D8-3863-440C-82BE-91CA0E57419C}">
      <dsp:nvSpPr>
        <dsp:cNvPr id="0" name=""/>
        <dsp:cNvSpPr/>
      </dsp:nvSpPr>
      <dsp:spPr>
        <a:xfrm>
          <a:off x="621293" y="878064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6429A7-E6E1-485A-9850-349FDD046DB1}">
      <dsp:nvSpPr>
        <dsp:cNvPr id="0" name=""/>
        <dsp:cNvSpPr/>
      </dsp:nvSpPr>
      <dsp:spPr>
        <a:xfrm rot="10800000">
          <a:off x="959338" y="1755973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95250" rIns="17780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Й. Кондзелевича</a:t>
          </a:r>
          <a:endParaRPr lang="uk-UA" sz="2500" kern="1200"/>
        </a:p>
      </dsp:txBody>
      <dsp:txXfrm rot="10800000">
        <a:off x="1128360" y="1755973"/>
        <a:ext cx="2968650" cy="676090"/>
      </dsp:txXfrm>
    </dsp:sp>
    <dsp:sp modelId="{34DDE839-7EC7-44C9-BBC0-A08CEAE2907A}">
      <dsp:nvSpPr>
        <dsp:cNvPr id="0" name=""/>
        <dsp:cNvSpPr/>
      </dsp:nvSpPr>
      <dsp:spPr>
        <a:xfrm>
          <a:off x="621293" y="1755973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60E66D-1020-405B-A7F5-F759743CC7F1}">
      <dsp:nvSpPr>
        <dsp:cNvPr id="0" name=""/>
        <dsp:cNvSpPr/>
      </dsp:nvSpPr>
      <dsp:spPr>
        <a:xfrm rot="10800000">
          <a:off x="959338" y="2633881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95250" rIns="17780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В.-К. Острозького</a:t>
          </a:r>
          <a:endParaRPr lang="uk-UA" sz="2500" kern="1200"/>
        </a:p>
      </dsp:txBody>
      <dsp:txXfrm rot="10800000">
        <a:off x="1128360" y="2633881"/>
        <a:ext cx="2968650" cy="676090"/>
      </dsp:txXfrm>
    </dsp:sp>
    <dsp:sp modelId="{45058D6B-3B80-461A-B95F-1C660EA227EE}">
      <dsp:nvSpPr>
        <dsp:cNvPr id="0" name=""/>
        <dsp:cNvSpPr/>
      </dsp:nvSpPr>
      <dsp:spPr>
        <a:xfrm>
          <a:off x="621293" y="2633881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205554-C8FB-4AFE-AFD0-0A52EEEBA2FD}">
      <dsp:nvSpPr>
        <dsp:cNvPr id="0" name=""/>
        <dsp:cNvSpPr/>
      </dsp:nvSpPr>
      <dsp:spPr>
        <a:xfrm rot="10800000">
          <a:off x="959338" y="155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95250" rIns="17780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П. Могилу</a:t>
          </a:r>
          <a:endParaRPr lang="uk-UA" sz="2500" kern="1200"/>
        </a:p>
      </dsp:txBody>
      <dsp:txXfrm rot="10800000">
        <a:off x="1128360" y="155"/>
        <a:ext cx="2968650" cy="676090"/>
      </dsp:txXfrm>
    </dsp:sp>
    <dsp:sp modelId="{8F31FABE-7E04-4ACB-A033-B6E90AC6DD28}">
      <dsp:nvSpPr>
        <dsp:cNvPr id="0" name=""/>
        <dsp:cNvSpPr/>
      </dsp:nvSpPr>
      <dsp:spPr>
        <a:xfrm>
          <a:off x="621293" y="155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2BB4BF-7202-4764-965A-A58AC9AE2E95}">
      <dsp:nvSpPr>
        <dsp:cNvPr id="0" name=""/>
        <dsp:cNvSpPr/>
      </dsp:nvSpPr>
      <dsp:spPr>
        <a:xfrm rot="10800000">
          <a:off x="959338" y="878064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95250" rIns="17780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Ф. Прокоповича</a:t>
          </a:r>
          <a:endParaRPr lang="uk-UA" sz="2500" kern="1200"/>
        </a:p>
      </dsp:txBody>
      <dsp:txXfrm rot="10800000">
        <a:off x="1128360" y="878064"/>
        <a:ext cx="2968650" cy="676090"/>
      </dsp:txXfrm>
    </dsp:sp>
    <dsp:sp modelId="{C8AAE6D8-3863-440C-82BE-91CA0E57419C}">
      <dsp:nvSpPr>
        <dsp:cNvPr id="0" name=""/>
        <dsp:cNvSpPr/>
      </dsp:nvSpPr>
      <dsp:spPr>
        <a:xfrm>
          <a:off x="621293" y="878064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6429A7-E6E1-485A-9850-349FDD046DB1}">
      <dsp:nvSpPr>
        <dsp:cNvPr id="0" name=""/>
        <dsp:cNvSpPr/>
      </dsp:nvSpPr>
      <dsp:spPr>
        <a:xfrm rot="10800000">
          <a:off x="959338" y="1755973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95250" rIns="17780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/>
            <a:t>Й. </a:t>
          </a:r>
          <a:r>
            <a:rPr lang="ru-RU" sz="2500" b="0" i="0" kern="1200" dirty="0" err="1"/>
            <a:t>Кондзелевича</a:t>
          </a:r>
          <a:endParaRPr lang="uk-UA" sz="2500" kern="1200" dirty="0"/>
        </a:p>
      </dsp:txBody>
      <dsp:txXfrm rot="10800000">
        <a:off x="1128360" y="1755973"/>
        <a:ext cx="2968650" cy="676090"/>
      </dsp:txXfrm>
    </dsp:sp>
    <dsp:sp modelId="{34DDE839-7EC7-44C9-BBC0-A08CEAE2907A}">
      <dsp:nvSpPr>
        <dsp:cNvPr id="0" name=""/>
        <dsp:cNvSpPr/>
      </dsp:nvSpPr>
      <dsp:spPr>
        <a:xfrm>
          <a:off x="621293" y="1755973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60E66D-1020-405B-A7F5-F759743CC7F1}">
      <dsp:nvSpPr>
        <dsp:cNvPr id="0" name=""/>
        <dsp:cNvSpPr/>
      </dsp:nvSpPr>
      <dsp:spPr>
        <a:xfrm rot="10800000">
          <a:off x="959338" y="2633881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95250" rIns="17780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/>
            <a:t>В.-К. </a:t>
          </a:r>
          <a:r>
            <a:rPr lang="ru-RU" sz="2500" b="0" i="0" kern="1200" dirty="0" err="1"/>
            <a:t>Острозького</a:t>
          </a:r>
          <a:endParaRPr lang="uk-UA" sz="2500" kern="1200" dirty="0"/>
        </a:p>
      </dsp:txBody>
      <dsp:txXfrm rot="10800000">
        <a:off x="1128360" y="2633881"/>
        <a:ext cx="2968650" cy="676090"/>
      </dsp:txXfrm>
    </dsp:sp>
    <dsp:sp modelId="{45058D6B-3B80-461A-B95F-1C660EA227EE}">
      <dsp:nvSpPr>
        <dsp:cNvPr id="0" name=""/>
        <dsp:cNvSpPr/>
      </dsp:nvSpPr>
      <dsp:spPr>
        <a:xfrm>
          <a:off x="621293" y="2633881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9CE07F-EE2A-4E4F-8637-45EDBA8F2582}">
      <dsp:nvSpPr>
        <dsp:cNvPr id="0" name=""/>
        <dsp:cNvSpPr/>
      </dsp:nvSpPr>
      <dsp:spPr>
        <a:xfrm>
          <a:off x="0" y="53063"/>
          <a:ext cx="4718304" cy="1029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Єрусалимський патріарх Феофан 1620 р. висвятив його на Київського митрополита</a:t>
          </a:r>
          <a:endParaRPr lang="uk-UA" sz="2000" kern="1200" dirty="0"/>
        </a:p>
      </dsp:txBody>
      <dsp:txXfrm>
        <a:off x="50261" y="103324"/>
        <a:ext cx="4617782" cy="929078"/>
      </dsp:txXfrm>
    </dsp:sp>
    <dsp:sp modelId="{55C66023-833F-4B4B-8E78-E89BA07237A8}">
      <dsp:nvSpPr>
        <dsp:cNvPr id="0" name=""/>
        <dsp:cNvSpPr/>
      </dsp:nvSpPr>
      <dsp:spPr>
        <a:xfrm>
          <a:off x="0" y="1140263"/>
          <a:ext cx="4718304" cy="1029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брав участь у заснуванні Богоявленського братства в Києві</a:t>
          </a:r>
          <a:endParaRPr lang="uk-UA" sz="2000" kern="1200" dirty="0"/>
        </a:p>
      </dsp:txBody>
      <dsp:txXfrm>
        <a:off x="50261" y="1190524"/>
        <a:ext cx="4617782" cy="929078"/>
      </dsp:txXfrm>
    </dsp:sp>
    <dsp:sp modelId="{878D10B7-5556-4EAE-A823-E85725BA29B4}">
      <dsp:nvSpPr>
        <dsp:cNvPr id="0" name=""/>
        <dsp:cNvSpPr/>
      </dsp:nvSpPr>
      <dsp:spPr>
        <a:xfrm>
          <a:off x="0" y="2227464"/>
          <a:ext cx="4718304" cy="1029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домігся від польської влади визнання відновлення вищої православної церковної ієрархії</a:t>
          </a:r>
          <a:endParaRPr lang="uk-UA" sz="2000" kern="1200" dirty="0"/>
        </a:p>
      </dsp:txBody>
      <dsp:txXfrm>
        <a:off x="50261" y="2277725"/>
        <a:ext cx="4617782" cy="929078"/>
      </dsp:txXfrm>
    </dsp:sp>
  </dsp:spTree>
</dsp:drawing>
</file>

<file path=ppt/diagrams/drawing6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DB059A-4CF6-4389-911A-E28B4B1E83C2}">
      <dsp:nvSpPr>
        <dsp:cNvPr id="0" name=""/>
        <dsp:cNvSpPr/>
      </dsp:nvSpPr>
      <dsp:spPr>
        <a:xfrm>
          <a:off x="0" y="155821"/>
          <a:ext cx="4718304" cy="7085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був автором богослужебної книги «Требник»</a:t>
          </a:r>
          <a:endParaRPr lang="uk-UA" sz="1900" kern="1200" dirty="0"/>
        </a:p>
      </dsp:txBody>
      <dsp:txXfrm>
        <a:off x="34590" y="190411"/>
        <a:ext cx="4649124" cy="639401"/>
      </dsp:txXfrm>
    </dsp:sp>
    <dsp:sp modelId="{965AD9B2-6AC5-4E06-8BA8-B3F0F71B37E9}">
      <dsp:nvSpPr>
        <dsp:cNvPr id="0" name=""/>
        <dsp:cNvSpPr/>
      </dsp:nvSpPr>
      <dsp:spPr>
        <a:xfrm>
          <a:off x="0" y="919122"/>
          <a:ext cx="4718304" cy="7085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був соратником гетьмана Б. Хмельницького під час Національно-визвольної війни</a:t>
          </a:r>
          <a:endParaRPr lang="uk-UA" sz="1900" kern="1200" dirty="0"/>
        </a:p>
      </dsp:txBody>
      <dsp:txXfrm>
        <a:off x="34590" y="953712"/>
        <a:ext cx="4649124" cy="639401"/>
      </dsp:txXfrm>
    </dsp:sp>
    <dsp:sp modelId="{F583A18F-A303-4121-841E-049ADB132C13}">
      <dsp:nvSpPr>
        <dsp:cNvPr id="0" name=""/>
        <dsp:cNvSpPr/>
      </dsp:nvSpPr>
      <dsp:spPr>
        <a:xfrm>
          <a:off x="0" y="1682423"/>
          <a:ext cx="4718304" cy="7085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до обрання митрополитом був архімандритом Києво-Печерської лаври</a:t>
          </a:r>
          <a:endParaRPr lang="uk-UA" sz="1900" kern="1200" dirty="0"/>
        </a:p>
      </dsp:txBody>
      <dsp:txXfrm>
        <a:off x="34590" y="1717013"/>
        <a:ext cx="4649124" cy="639401"/>
      </dsp:txXfrm>
    </dsp:sp>
    <dsp:sp modelId="{DAC137DB-6081-4172-BD8E-C6D530CC1EEF}">
      <dsp:nvSpPr>
        <dsp:cNvPr id="0" name=""/>
        <dsp:cNvSpPr/>
      </dsp:nvSpPr>
      <dsp:spPr>
        <a:xfrm>
          <a:off x="0" y="2445725"/>
          <a:ext cx="4718304" cy="7085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визнав право московського патріарха на Київську митрополію</a:t>
          </a:r>
          <a:endParaRPr lang="uk-UA" sz="1900" kern="1200" dirty="0"/>
        </a:p>
      </dsp:txBody>
      <dsp:txXfrm>
        <a:off x="34590" y="2480315"/>
        <a:ext cx="4649124" cy="639401"/>
      </dsp:txXfrm>
    </dsp:sp>
  </dsp:spTree>
</dsp:drawing>
</file>

<file path=ppt/diagrams/drawing6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351EC3-CBFB-46AF-A59B-2F3F3A7ECC78}">
      <dsp:nvSpPr>
        <dsp:cNvPr id="0" name=""/>
        <dsp:cNvSpPr/>
      </dsp:nvSpPr>
      <dsp:spPr>
        <a:xfrm>
          <a:off x="-3750183" y="-576074"/>
          <a:ext cx="4470024" cy="4470024"/>
        </a:xfrm>
        <a:prstGeom prst="blockArc">
          <a:avLst>
            <a:gd name="adj1" fmla="val 18900000"/>
            <a:gd name="adj2" fmla="val 2700000"/>
            <a:gd name="adj3" fmla="val 483"/>
          </a:avLst>
        </a:prstGeom>
        <a:noFill/>
        <a:ln w="15875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7AF5D0-B339-44BD-BBDF-CC3362B00F1E}">
      <dsp:nvSpPr>
        <dsp:cNvPr id="0" name=""/>
        <dsp:cNvSpPr/>
      </dsp:nvSpPr>
      <dsp:spPr>
        <a:xfrm>
          <a:off x="377304" y="255078"/>
          <a:ext cx="9180493" cy="51042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5147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скасування частини умов церковної унії</a:t>
          </a:r>
          <a:endParaRPr lang="uk-UA" sz="2400" kern="1200"/>
        </a:p>
      </dsp:txBody>
      <dsp:txXfrm>
        <a:off x="377304" y="255078"/>
        <a:ext cx="9180493" cy="510421"/>
      </dsp:txXfrm>
    </dsp:sp>
    <dsp:sp modelId="{65BE8252-1891-4F60-BDA1-6471F0F90687}">
      <dsp:nvSpPr>
        <dsp:cNvPr id="0" name=""/>
        <dsp:cNvSpPr/>
      </dsp:nvSpPr>
      <dsp:spPr>
        <a:xfrm>
          <a:off x="58290" y="191275"/>
          <a:ext cx="638027" cy="63802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A52D6C-3166-4E56-AD1C-32A39717A3BC}">
      <dsp:nvSpPr>
        <dsp:cNvPr id="0" name=""/>
        <dsp:cNvSpPr/>
      </dsp:nvSpPr>
      <dsp:spPr>
        <a:xfrm>
          <a:off x="669940" y="1020843"/>
          <a:ext cx="8887856" cy="51042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5147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набуття церковними братствами права ставропігії</a:t>
          </a:r>
          <a:endParaRPr lang="uk-UA" sz="2400" kern="1200"/>
        </a:p>
      </dsp:txBody>
      <dsp:txXfrm>
        <a:off x="669940" y="1020843"/>
        <a:ext cx="8887856" cy="510421"/>
      </dsp:txXfrm>
    </dsp:sp>
    <dsp:sp modelId="{3FC08BE4-E6A1-4E2A-AF25-D156A5646DBD}">
      <dsp:nvSpPr>
        <dsp:cNvPr id="0" name=""/>
        <dsp:cNvSpPr/>
      </dsp:nvSpPr>
      <dsp:spPr>
        <a:xfrm>
          <a:off x="350927" y="957041"/>
          <a:ext cx="638027" cy="63802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A648BD-5603-4195-84EF-E7C3D2EF1136}">
      <dsp:nvSpPr>
        <dsp:cNvPr id="0" name=""/>
        <dsp:cNvSpPr/>
      </dsp:nvSpPr>
      <dsp:spPr>
        <a:xfrm>
          <a:off x="669940" y="1786609"/>
          <a:ext cx="8887856" cy="510421"/>
        </a:xfrm>
        <a:prstGeom prst="rect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5147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 err="1"/>
            <a:t>подолання</a:t>
          </a:r>
          <a:r>
            <a:rPr lang="ru-RU" sz="2400" b="0" i="0" kern="1200" dirty="0"/>
            <a:t> </a:t>
          </a:r>
          <a:r>
            <a:rPr lang="ru-RU" sz="2400" b="0" i="0" kern="1200" dirty="0" err="1"/>
            <a:t>занепаду</a:t>
          </a:r>
          <a:r>
            <a:rPr lang="ru-RU" sz="2400" b="0" i="0" kern="1200" dirty="0"/>
            <a:t> </a:t>
          </a:r>
          <a:r>
            <a:rPr lang="ru-RU" sz="2400" b="0" i="0" kern="1200" dirty="0" err="1"/>
            <a:t>православної</a:t>
          </a:r>
          <a:r>
            <a:rPr lang="ru-RU" sz="2400" b="0" i="0" kern="1200" dirty="0"/>
            <a:t> церкви на </a:t>
          </a:r>
          <a:r>
            <a:rPr lang="ru-RU" sz="2400" b="0" i="0" kern="1200" dirty="0" err="1"/>
            <a:t>українських</a:t>
          </a:r>
          <a:r>
            <a:rPr lang="ru-RU" sz="2400" b="0" i="0" kern="1200" dirty="0"/>
            <a:t> землях</a:t>
          </a:r>
          <a:endParaRPr lang="uk-UA" sz="2400" kern="1200" dirty="0"/>
        </a:p>
      </dsp:txBody>
      <dsp:txXfrm>
        <a:off x="669940" y="1786609"/>
        <a:ext cx="8887856" cy="510421"/>
      </dsp:txXfrm>
    </dsp:sp>
    <dsp:sp modelId="{B5794350-E2A9-40A4-95AE-87F041DAD584}">
      <dsp:nvSpPr>
        <dsp:cNvPr id="0" name=""/>
        <dsp:cNvSpPr/>
      </dsp:nvSpPr>
      <dsp:spPr>
        <a:xfrm>
          <a:off x="350927" y="1722806"/>
          <a:ext cx="638027" cy="63802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93FD57-02C9-42FC-B6CA-8558E864F726}">
      <dsp:nvSpPr>
        <dsp:cNvPr id="0" name=""/>
        <dsp:cNvSpPr/>
      </dsp:nvSpPr>
      <dsp:spPr>
        <a:xfrm>
          <a:off x="377304" y="2552374"/>
          <a:ext cx="9180493" cy="51042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5147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 err="1"/>
            <a:t>стрімке</a:t>
          </a:r>
          <a:r>
            <a:rPr lang="ru-RU" sz="2400" b="0" i="0" kern="1200" dirty="0"/>
            <a:t> </a:t>
          </a:r>
          <a:r>
            <a:rPr lang="ru-RU" sz="2400" b="0" i="0" kern="1200" dirty="0" err="1"/>
            <a:t>зростання</a:t>
          </a:r>
          <a:r>
            <a:rPr lang="ru-RU" sz="2400" b="0" i="0" kern="1200" dirty="0"/>
            <a:t> </a:t>
          </a:r>
          <a:r>
            <a:rPr lang="ru-RU" sz="2400" b="0" i="0" kern="1200" dirty="0" err="1"/>
            <a:t>протестантських</a:t>
          </a:r>
          <a:r>
            <a:rPr lang="ru-RU" sz="2400" b="0" i="0" kern="1200" dirty="0"/>
            <a:t> громад у </a:t>
          </a:r>
          <a:r>
            <a:rPr lang="ru-RU" sz="2400" b="0" i="0" kern="1200" dirty="0" err="1"/>
            <a:t>містах</a:t>
          </a:r>
          <a:r>
            <a:rPr lang="ru-RU" sz="2400" b="0" i="0" kern="1200" dirty="0"/>
            <a:t> і селах </a:t>
          </a:r>
          <a:r>
            <a:rPr lang="ru-RU" sz="2400" b="0" i="0" kern="1200" dirty="0" err="1"/>
            <a:t>України</a:t>
          </a:r>
          <a:endParaRPr lang="uk-UA" sz="2400" kern="1200" dirty="0"/>
        </a:p>
      </dsp:txBody>
      <dsp:txXfrm>
        <a:off x="377304" y="2552374"/>
        <a:ext cx="9180493" cy="510421"/>
      </dsp:txXfrm>
    </dsp:sp>
    <dsp:sp modelId="{B7D4F268-1ECC-4336-AA6E-6B4A6A93264D}">
      <dsp:nvSpPr>
        <dsp:cNvPr id="0" name=""/>
        <dsp:cNvSpPr/>
      </dsp:nvSpPr>
      <dsp:spPr>
        <a:xfrm>
          <a:off x="58290" y="2488572"/>
          <a:ext cx="638027" cy="63802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374D5F-7421-443D-8590-5A183A538DD5}">
      <dsp:nvSpPr>
        <dsp:cNvPr id="0" name=""/>
        <dsp:cNvSpPr/>
      </dsp:nvSpPr>
      <dsp:spPr>
        <a:xfrm rot="10800000">
          <a:off x="959338" y="155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укладення Берестейської церковної унії та утворення греко-католицької церкви.</a:t>
          </a:r>
          <a:endParaRPr lang="uk-UA" sz="1400" kern="1200"/>
        </a:p>
      </dsp:txBody>
      <dsp:txXfrm rot="10800000">
        <a:off x="1128360" y="155"/>
        <a:ext cx="2968650" cy="676090"/>
      </dsp:txXfrm>
    </dsp:sp>
    <dsp:sp modelId="{92EBC65E-62EF-4A7C-8E55-4103B83F5203}">
      <dsp:nvSpPr>
        <dsp:cNvPr id="0" name=""/>
        <dsp:cNvSpPr/>
      </dsp:nvSpPr>
      <dsp:spPr>
        <a:xfrm>
          <a:off x="621293" y="155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9BCD77-1A18-4D85-B545-1AB847F9FBCD}">
      <dsp:nvSpPr>
        <dsp:cNvPr id="0" name=""/>
        <dsp:cNvSpPr/>
      </dsp:nvSpPr>
      <dsp:spPr>
        <a:xfrm rot="10800000">
          <a:off x="959338" y="878064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надання прав і привілеїв реєстровому козацтву.</a:t>
          </a:r>
          <a:endParaRPr lang="uk-UA" sz="1400" kern="1200"/>
        </a:p>
      </dsp:txBody>
      <dsp:txXfrm rot="10800000">
        <a:off x="1128360" y="878064"/>
        <a:ext cx="2968650" cy="676090"/>
      </dsp:txXfrm>
    </dsp:sp>
    <dsp:sp modelId="{3A038186-F67D-4E60-89F6-DFCE1C8C6EE0}">
      <dsp:nvSpPr>
        <dsp:cNvPr id="0" name=""/>
        <dsp:cNvSpPr/>
      </dsp:nvSpPr>
      <dsp:spPr>
        <a:xfrm>
          <a:off x="621293" y="878064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025F22-237B-473D-8D82-59F1156304A1}">
      <dsp:nvSpPr>
        <dsp:cNvPr id="0" name=""/>
        <dsp:cNvSpPr/>
      </dsp:nvSpPr>
      <dsp:spPr>
        <a:xfrm rot="10800000">
          <a:off x="959338" y="1755973"/>
          <a:ext cx="3137672" cy="676090"/>
        </a:xfrm>
        <a:prstGeom prst="homePlate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відновлення та легалізація православної церкви в Речі Посполитій.</a:t>
          </a:r>
          <a:endParaRPr lang="uk-UA" sz="1400" kern="1200"/>
        </a:p>
      </dsp:txBody>
      <dsp:txXfrm rot="10800000">
        <a:off x="1128360" y="1755973"/>
        <a:ext cx="2968650" cy="676090"/>
      </dsp:txXfrm>
    </dsp:sp>
    <dsp:sp modelId="{3667C427-20B9-4FAB-8D85-6D9A21B24272}">
      <dsp:nvSpPr>
        <dsp:cNvPr id="0" name=""/>
        <dsp:cNvSpPr/>
      </dsp:nvSpPr>
      <dsp:spPr>
        <a:xfrm>
          <a:off x="621293" y="1755973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AC5116-3069-4C50-9729-04EE4594ED14}">
      <dsp:nvSpPr>
        <dsp:cNvPr id="0" name=""/>
        <dsp:cNvSpPr/>
      </dsp:nvSpPr>
      <dsp:spPr>
        <a:xfrm rot="10800000">
          <a:off x="959338" y="2633881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заснування першої відомої Запорозької Січі.</a:t>
          </a:r>
          <a:endParaRPr lang="uk-UA" sz="1400" kern="1200"/>
        </a:p>
      </dsp:txBody>
      <dsp:txXfrm rot="10800000">
        <a:off x="1128360" y="2633881"/>
        <a:ext cx="2968650" cy="676090"/>
      </dsp:txXfrm>
    </dsp:sp>
    <dsp:sp modelId="{BB6DEA3C-6819-4804-A722-029535BC5649}">
      <dsp:nvSpPr>
        <dsp:cNvPr id="0" name=""/>
        <dsp:cNvSpPr/>
      </dsp:nvSpPr>
      <dsp:spPr>
        <a:xfrm>
          <a:off x="621293" y="2633881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374D5F-7421-443D-8590-5A183A538DD5}">
      <dsp:nvSpPr>
        <dsp:cNvPr id="0" name=""/>
        <dsp:cNvSpPr/>
      </dsp:nvSpPr>
      <dsp:spPr>
        <a:xfrm rot="10800000">
          <a:off x="959338" y="155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укладення Берестейської церковної унії та утворення греко-католицької церкви.</a:t>
          </a:r>
          <a:endParaRPr lang="uk-UA" sz="1400" kern="1200"/>
        </a:p>
      </dsp:txBody>
      <dsp:txXfrm rot="10800000">
        <a:off x="1128360" y="155"/>
        <a:ext cx="2968650" cy="676090"/>
      </dsp:txXfrm>
    </dsp:sp>
    <dsp:sp modelId="{92EBC65E-62EF-4A7C-8E55-4103B83F5203}">
      <dsp:nvSpPr>
        <dsp:cNvPr id="0" name=""/>
        <dsp:cNvSpPr/>
      </dsp:nvSpPr>
      <dsp:spPr>
        <a:xfrm>
          <a:off x="621293" y="155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9BCD77-1A18-4D85-B545-1AB847F9FBCD}">
      <dsp:nvSpPr>
        <dsp:cNvPr id="0" name=""/>
        <dsp:cNvSpPr/>
      </dsp:nvSpPr>
      <dsp:spPr>
        <a:xfrm rot="10800000">
          <a:off x="959338" y="878064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dirty="0"/>
            <a:t>надання прав і привілеїв реєстровому козацтву.</a:t>
          </a:r>
          <a:endParaRPr lang="uk-UA" sz="1400" kern="1200" dirty="0"/>
        </a:p>
      </dsp:txBody>
      <dsp:txXfrm rot="10800000">
        <a:off x="1128360" y="878064"/>
        <a:ext cx="2968650" cy="676090"/>
      </dsp:txXfrm>
    </dsp:sp>
    <dsp:sp modelId="{3A038186-F67D-4E60-89F6-DFCE1C8C6EE0}">
      <dsp:nvSpPr>
        <dsp:cNvPr id="0" name=""/>
        <dsp:cNvSpPr/>
      </dsp:nvSpPr>
      <dsp:spPr>
        <a:xfrm>
          <a:off x="621293" y="878064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025F22-237B-473D-8D82-59F1156304A1}">
      <dsp:nvSpPr>
        <dsp:cNvPr id="0" name=""/>
        <dsp:cNvSpPr/>
      </dsp:nvSpPr>
      <dsp:spPr>
        <a:xfrm rot="10800000">
          <a:off x="959338" y="1755973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dirty="0"/>
            <a:t>відновлення та легалізація православної церкви в Речі Посполитій.</a:t>
          </a:r>
          <a:endParaRPr lang="uk-UA" sz="1400" kern="1200" dirty="0"/>
        </a:p>
      </dsp:txBody>
      <dsp:txXfrm rot="10800000">
        <a:off x="1128360" y="1755973"/>
        <a:ext cx="2968650" cy="676090"/>
      </dsp:txXfrm>
    </dsp:sp>
    <dsp:sp modelId="{3667C427-20B9-4FAB-8D85-6D9A21B24272}">
      <dsp:nvSpPr>
        <dsp:cNvPr id="0" name=""/>
        <dsp:cNvSpPr/>
      </dsp:nvSpPr>
      <dsp:spPr>
        <a:xfrm>
          <a:off x="621293" y="1755973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AC5116-3069-4C50-9729-04EE4594ED14}">
      <dsp:nvSpPr>
        <dsp:cNvPr id="0" name=""/>
        <dsp:cNvSpPr/>
      </dsp:nvSpPr>
      <dsp:spPr>
        <a:xfrm rot="10800000">
          <a:off x="959338" y="2633881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dirty="0"/>
            <a:t>заснування першої відомої Запорозької Січі.</a:t>
          </a:r>
          <a:endParaRPr lang="uk-UA" sz="1400" kern="1200" dirty="0"/>
        </a:p>
      </dsp:txBody>
      <dsp:txXfrm rot="10800000">
        <a:off x="1128360" y="2633881"/>
        <a:ext cx="2968650" cy="676090"/>
      </dsp:txXfrm>
    </dsp:sp>
    <dsp:sp modelId="{BB6DEA3C-6819-4804-A722-029535BC5649}">
      <dsp:nvSpPr>
        <dsp:cNvPr id="0" name=""/>
        <dsp:cNvSpPr/>
      </dsp:nvSpPr>
      <dsp:spPr>
        <a:xfrm>
          <a:off x="621293" y="2633881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244E59-207D-4CCB-BFB1-BE22A8FF52D6}">
      <dsp:nvSpPr>
        <dsp:cNvPr id="0" name=""/>
        <dsp:cNvSpPr/>
      </dsp:nvSpPr>
      <dsp:spPr>
        <a:xfrm>
          <a:off x="-3741418" y="-574742"/>
          <a:ext cx="4459612" cy="4459612"/>
        </a:xfrm>
        <a:prstGeom prst="blockArc">
          <a:avLst>
            <a:gd name="adj1" fmla="val 18900000"/>
            <a:gd name="adj2" fmla="val 2700000"/>
            <a:gd name="adj3" fmla="val 484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545F63-7BC1-43B4-8199-3B0F3A1C2817}">
      <dsp:nvSpPr>
        <dsp:cNvPr id="0" name=""/>
        <dsp:cNvSpPr/>
      </dsp:nvSpPr>
      <dsp:spPr>
        <a:xfrm>
          <a:off x="376444" y="254482"/>
          <a:ext cx="4298579" cy="509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201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засновників навчальних закладів.</a:t>
          </a:r>
          <a:endParaRPr lang="uk-UA" sz="1800" kern="1200"/>
        </a:p>
      </dsp:txBody>
      <dsp:txXfrm>
        <a:off x="376444" y="254482"/>
        <a:ext cx="4298579" cy="509230"/>
      </dsp:txXfrm>
    </dsp:sp>
    <dsp:sp modelId="{82B81F2D-DFB8-4776-815F-01B2368CE5F5}">
      <dsp:nvSpPr>
        <dsp:cNvPr id="0" name=""/>
        <dsp:cNvSpPr/>
      </dsp:nvSpPr>
      <dsp:spPr>
        <a:xfrm>
          <a:off x="58175" y="190828"/>
          <a:ext cx="636537" cy="6365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16E49B-4BA3-44C1-8412-7A745C340EAC}">
      <dsp:nvSpPr>
        <dsp:cNvPr id="0" name=""/>
        <dsp:cNvSpPr/>
      </dsp:nvSpPr>
      <dsp:spPr>
        <a:xfrm>
          <a:off x="668397" y="1018460"/>
          <a:ext cx="4006626" cy="509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201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авторів козацьких літописів.</a:t>
          </a:r>
          <a:endParaRPr lang="uk-UA" sz="1800" kern="1200"/>
        </a:p>
      </dsp:txBody>
      <dsp:txXfrm>
        <a:off x="668397" y="1018460"/>
        <a:ext cx="4006626" cy="509230"/>
      </dsp:txXfrm>
    </dsp:sp>
    <dsp:sp modelId="{5F3429CD-207F-4FD0-AE60-81E4932F89E3}">
      <dsp:nvSpPr>
        <dsp:cNvPr id="0" name=""/>
        <dsp:cNvSpPr/>
      </dsp:nvSpPr>
      <dsp:spPr>
        <a:xfrm>
          <a:off x="350128" y="954806"/>
          <a:ext cx="636537" cy="6365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A326F8-46B9-4952-9148-DF548C05D11B}">
      <dsp:nvSpPr>
        <dsp:cNvPr id="0" name=""/>
        <dsp:cNvSpPr/>
      </dsp:nvSpPr>
      <dsp:spPr>
        <a:xfrm>
          <a:off x="668397" y="1782437"/>
          <a:ext cx="4006626" cy="509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201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 err="1"/>
            <a:t>митрополитів</a:t>
          </a:r>
          <a:r>
            <a:rPr lang="ru-RU" sz="1800" b="0" i="0" kern="1200" dirty="0"/>
            <a:t> </a:t>
          </a:r>
          <a:r>
            <a:rPr lang="ru-RU" sz="1800" b="0" i="0" kern="1200" dirty="0" err="1"/>
            <a:t>православної</a:t>
          </a:r>
          <a:r>
            <a:rPr lang="ru-RU" sz="1800" b="0" i="0" kern="1200" dirty="0"/>
            <a:t> церкви.</a:t>
          </a:r>
          <a:endParaRPr lang="uk-UA" sz="1800" kern="1200" dirty="0"/>
        </a:p>
      </dsp:txBody>
      <dsp:txXfrm>
        <a:off x="668397" y="1782437"/>
        <a:ext cx="4006626" cy="509230"/>
      </dsp:txXfrm>
    </dsp:sp>
    <dsp:sp modelId="{C51D7A2C-1A46-47E0-BA94-350D4299C1D1}">
      <dsp:nvSpPr>
        <dsp:cNvPr id="0" name=""/>
        <dsp:cNvSpPr/>
      </dsp:nvSpPr>
      <dsp:spPr>
        <a:xfrm>
          <a:off x="350128" y="1718783"/>
          <a:ext cx="636537" cy="6365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AC9E28-2B7F-4031-AB9E-7979C0D3EED8}">
      <dsp:nvSpPr>
        <dsp:cNvPr id="0" name=""/>
        <dsp:cNvSpPr/>
      </dsp:nvSpPr>
      <dsp:spPr>
        <a:xfrm>
          <a:off x="376444" y="2546415"/>
          <a:ext cx="4298579" cy="509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201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 err="1"/>
            <a:t>фундаторів</a:t>
          </a:r>
          <a:r>
            <a:rPr lang="ru-RU" sz="1800" b="0" i="0" kern="1200" dirty="0"/>
            <a:t> </a:t>
          </a:r>
          <a:r>
            <a:rPr lang="ru-RU" sz="1800" b="0" i="0" kern="1200" dirty="0" err="1"/>
            <a:t>перших</a:t>
          </a:r>
          <a:r>
            <a:rPr lang="ru-RU" sz="1800" b="0" i="0" kern="1200" dirty="0"/>
            <a:t> </a:t>
          </a:r>
          <a:r>
            <a:rPr lang="ru-RU" sz="1800" b="0" i="0" kern="1200" dirty="0" err="1"/>
            <a:t>церковних</a:t>
          </a:r>
          <a:r>
            <a:rPr lang="ru-RU" sz="1800" b="0" i="0" kern="1200" dirty="0"/>
            <a:t> братств.</a:t>
          </a:r>
          <a:endParaRPr lang="uk-UA" sz="1800" kern="1200" dirty="0"/>
        </a:p>
      </dsp:txBody>
      <dsp:txXfrm>
        <a:off x="376444" y="2546415"/>
        <a:ext cx="4298579" cy="509230"/>
      </dsp:txXfrm>
    </dsp:sp>
    <dsp:sp modelId="{A3EEC228-96FC-4100-8A68-7E224459804B}">
      <dsp:nvSpPr>
        <dsp:cNvPr id="0" name=""/>
        <dsp:cNvSpPr/>
      </dsp:nvSpPr>
      <dsp:spPr>
        <a:xfrm>
          <a:off x="58175" y="2482761"/>
          <a:ext cx="636537" cy="6365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CA2E13-E796-4C5E-B697-D67E79418671}">
      <dsp:nvSpPr>
        <dsp:cNvPr id="0" name=""/>
        <dsp:cNvSpPr/>
      </dsp:nvSpPr>
      <dsp:spPr>
        <a:xfrm rot="10800000">
          <a:off x="959338" y="155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гетьманами реєстрового козацтва.</a:t>
          </a:r>
          <a:endParaRPr lang="uk-UA" sz="1800" kern="1200"/>
        </a:p>
      </dsp:txBody>
      <dsp:txXfrm rot="10800000">
        <a:off x="1128360" y="155"/>
        <a:ext cx="2968650" cy="676090"/>
      </dsp:txXfrm>
    </dsp:sp>
    <dsp:sp modelId="{E0DAD6DA-56C1-473B-8823-A08129DE6420}">
      <dsp:nvSpPr>
        <dsp:cNvPr id="0" name=""/>
        <dsp:cNvSpPr/>
      </dsp:nvSpPr>
      <dsp:spPr>
        <a:xfrm>
          <a:off x="621293" y="155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D14024-34D3-4A22-8126-47B76D41D326}">
      <dsp:nvSpPr>
        <dsp:cNvPr id="0" name=""/>
        <dsp:cNvSpPr/>
      </dsp:nvSpPr>
      <dsp:spPr>
        <a:xfrm rot="10800000">
          <a:off x="959338" y="878064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вихованцями Острозької академії.</a:t>
          </a:r>
          <a:endParaRPr lang="uk-UA" sz="1800" kern="1200"/>
        </a:p>
      </dsp:txBody>
      <dsp:txXfrm rot="10800000">
        <a:off x="1128360" y="878064"/>
        <a:ext cx="2968650" cy="676090"/>
      </dsp:txXfrm>
    </dsp:sp>
    <dsp:sp modelId="{231F18CE-998E-44E9-97DD-48ACF3D8EFB6}">
      <dsp:nvSpPr>
        <dsp:cNvPr id="0" name=""/>
        <dsp:cNvSpPr/>
      </dsp:nvSpPr>
      <dsp:spPr>
        <a:xfrm>
          <a:off x="621293" y="878064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EB9E76-137E-4625-B120-12B46129793B}">
      <dsp:nvSpPr>
        <dsp:cNvPr id="0" name=""/>
        <dsp:cNvSpPr/>
      </dsp:nvSpPr>
      <dsp:spPr>
        <a:xfrm rot="10800000">
          <a:off x="959338" y="1755973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/>
            <a:t>митрополитами </a:t>
          </a:r>
          <a:r>
            <a:rPr lang="ru-RU" sz="1800" b="0" i="0" kern="1200" dirty="0" err="1"/>
            <a:t>православної</a:t>
          </a:r>
          <a:r>
            <a:rPr lang="ru-RU" sz="1800" b="0" i="0" kern="1200" dirty="0"/>
            <a:t> церкви.</a:t>
          </a:r>
          <a:endParaRPr lang="uk-UA" sz="1800" kern="1200" dirty="0"/>
        </a:p>
      </dsp:txBody>
      <dsp:txXfrm rot="10800000">
        <a:off x="1128360" y="1755973"/>
        <a:ext cx="2968650" cy="676090"/>
      </dsp:txXfrm>
    </dsp:sp>
    <dsp:sp modelId="{60596EE1-2379-434A-A718-A1BBE8945105}">
      <dsp:nvSpPr>
        <dsp:cNvPr id="0" name=""/>
        <dsp:cNvSpPr/>
      </dsp:nvSpPr>
      <dsp:spPr>
        <a:xfrm>
          <a:off x="621293" y="1755973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334070-C8CD-42A5-949C-FADC44FCC2BE}">
      <dsp:nvSpPr>
        <dsp:cNvPr id="0" name=""/>
        <dsp:cNvSpPr/>
      </dsp:nvSpPr>
      <dsp:spPr>
        <a:xfrm rot="10800000">
          <a:off x="959338" y="2633881"/>
          <a:ext cx="3137672" cy="67609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137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/>
            <a:t>ректорами </a:t>
          </a:r>
          <a:r>
            <a:rPr lang="ru-RU" sz="1800" b="0" i="0" kern="1200" dirty="0" err="1"/>
            <a:t>Києво-Могилянського</a:t>
          </a:r>
          <a:r>
            <a:rPr lang="ru-RU" sz="1800" b="0" i="0" kern="1200" dirty="0"/>
            <a:t> </a:t>
          </a:r>
          <a:r>
            <a:rPr lang="ru-RU" sz="1800" b="0" i="0" kern="1200" dirty="0" err="1"/>
            <a:t>колегіуму</a:t>
          </a:r>
          <a:r>
            <a:rPr lang="ru-RU" sz="1800" b="0" i="0" kern="1200" dirty="0"/>
            <a:t>.</a:t>
          </a:r>
          <a:endParaRPr lang="uk-UA" sz="1800" kern="1200" dirty="0"/>
        </a:p>
      </dsp:txBody>
      <dsp:txXfrm rot="10800000">
        <a:off x="1128360" y="2633881"/>
        <a:ext cx="2968650" cy="676090"/>
      </dsp:txXfrm>
    </dsp:sp>
    <dsp:sp modelId="{694C1532-3B80-4D7D-AE99-2C32809F689F}">
      <dsp:nvSpPr>
        <dsp:cNvPr id="0" name=""/>
        <dsp:cNvSpPr/>
      </dsp:nvSpPr>
      <dsp:spPr>
        <a:xfrm>
          <a:off x="621293" y="2633881"/>
          <a:ext cx="676090" cy="67609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5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8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9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60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65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6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9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70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7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296669-35B7-4C24-B858-BD318EAD7139}" type="datetimeFigureOut">
              <a:rPr lang="uk-UA" smtClean="0"/>
              <a:t>02.11.2024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21DE0B-3438-433B-AA89-79479C5E73A6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32813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8299B3B5-BB37-4070-9BB7-A5930ABB7D01}" type="datetimeFigureOut">
              <a:rPr lang="uk-UA" smtClean="0"/>
              <a:t>02.11.2024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B99A7A2-A882-4BC6-83EF-3259098EFA32}" type="slidenum">
              <a:rPr lang="uk-UA" smtClean="0"/>
              <a:t>‹№›</a:t>
            </a:fld>
            <a:endParaRPr lang="uk-UA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7458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9B3B5-BB37-4070-9BB7-A5930ABB7D01}" type="datetimeFigureOut">
              <a:rPr lang="uk-UA" smtClean="0"/>
              <a:t>02.11.2024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9A7A2-A882-4BC6-83EF-3259098EFA3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02527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9B3B5-BB37-4070-9BB7-A5930ABB7D01}" type="datetimeFigureOut">
              <a:rPr lang="uk-UA" smtClean="0"/>
              <a:t>02.11.2024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9A7A2-A882-4BC6-83EF-3259098EFA32}" type="slidenum">
              <a:rPr lang="uk-UA" smtClean="0"/>
              <a:t>‹№›</a:t>
            </a:fld>
            <a:endParaRPr lang="uk-UA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6717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9B3B5-BB37-4070-9BB7-A5930ABB7D01}" type="datetimeFigureOut">
              <a:rPr lang="uk-UA" smtClean="0"/>
              <a:t>02.11.2024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9A7A2-A882-4BC6-83EF-3259098EFA32}" type="slidenum">
              <a:rPr lang="uk-UA" smtClean="0"/>
              <a:t>‹№›</a:t>
            </a:fld>
            <a:endParaRPr lang="uk-UA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3736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9B3B5-BB37-4070-9BB7-A5930ABB7D01}" type="datetimeFigureOut">
              <a:rPr lang="uk-UA" smtClean="0"/>
              <a:t>02.11.2024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9A7A2-A882-4BC6-83EF-3259098EFA32}" type="slidenum">
              <a:rPr lang="uk-UA" smtClean="0"/>
              <a:t>‹№›</a:t>
            </a:fld>
            <a:endParaRPr lang="uk-UA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1505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9B3B5-BB37-4070-9BB7-A5930ABB7D01}" type="datetimeFigureOut">
              <a:rPr lang="uk-UA" smtClean="0"/>
              <a:t>02.11.2024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9A7A2-A882-4BC6-83EF-3259098EFA32}" type="slidenum">
              <a:rPr lang="uk-UA" smtClean="0"/>
              <a:t>‹№›</a:t>
            </a:fld>
            <a:endParaRPr lang="uk-UA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4552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9B3B5-BB37-4070-9BB7-A5930ABB7D01}" type="datetimeFigureOut">
              <a:rPr lang="uk-UA" smtClean="0"/>
              <a:t>02.11.2024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9A7A2-A882-4BC6-83EF-3259098EFA3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02119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9B3B5-BB37-4070-9BB7-A5930ABB7D01}" type="datetimeFigureOut">
              <a:rPr lang="uk-UA" smtClean="0"/>
              <a:t>02.11.2024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9A7A2-A882-4BC6-83EF-3259098EFA32}" type="slidenum">
              <a:rPr lang="uk-UA" smtClean="0"/>
              <a:t>‹№›</a:t>
            </a:fld>
            <a:endParaRPr lang="uk-UA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2717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9B3B5-BB37-4070-9BB7-A5930ABB7D01}" type="datetimeFigureOut">
              <a:rPr lang="uk-UA" smtClean="0"/>
              <a:t>02.11.2024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9A7A2-A882-4BC6-83EF-3259098EFA3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59142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 фотографі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9B3B5-BB37-4070-9BB7-A5930ABB7D01}" type="datetimeFigureOut">
              <a:rPr lang="uk-UA" smtClean="0"/>
              <a:t>02.11.2024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9A7A2-A882-4BC6-83EF-3259098EFA3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73991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Назва та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9B3B5-BB37-4070-9BB7-A5930ABB7D01}" type="datetimeFigureOut">
              <a:rPr lang="uk-UA" smtClean="0"/>
              <a:t>02.11.2024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9A7A2-A882-4BC6-83EF-3259098EFA32}" type="slidenum">
              <a:rPr lang="uk-UA" smtClean="0"/>
              <a:t>‹№›</a:t>
            </a:fld>
            <a:endParaRPr lang="uk-UA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09116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9B3B5-BB37-4070-9BB7-A5930ABB7D01}" type="datetimeFigureOut">
              <a:rPr lang="uk-UA" smtClean="0"/>
              <a:t>02.11.2024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9A7A2-A882-4BC6-83EF-3259098EFA32}" type="slidenum">
              <a:rPr lang="uk-UA" smtClean="0"/>
              <a:t>‹№›</a:t>
            </a:fld>
            <a:endParaRPr lang="uk-UA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45074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ка назв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9B3B5-BB37-4070-9BB7-A5930ABB7D01}" type="datetimeFigureOut">
              <a:rPr lang="uk-UA" smtClean="0"/>
              <a:t>02.11.2024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9A7A2-A882-4BC6-83EF-3259098EFA3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535081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ка назви цита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9B3B5-BB37-4070-9BB7-A5930ABB7D01}" type="datetimeFigureOut">
              <a:rPr lang="uk-UA" smtClean="0"/>
              <a:t>02.11.2024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9A7A2-A882-4BC6-83EF-3259098EFA32}" type="slidenum">
              <a:rPr lang="uk-UA" smtClean="0"/>
              <a:t>‹№›</a:t>
            </a:fld>
            <a:endParaRPr lang="uk-UA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98502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Істина/хибніст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9B3B5-BB37-4070-9BB7-A5930ABB7D01}" type="datetimeFigureOut">
              <a:rPr lang="uk-UA" smtClean="0"/>
              <a:t>02.11.2024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9A7A2-A882-4BC6-83EF-3259098EFA32}" type="slidenum">
              <a:rPr lang="uk-UA" smtClean="0"/>
              <a:t>‹№›</a:t>
            </a:fld>
            <a:endParaRPr lang="uk-UA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91194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9B3B5-BB37-4070-9BB7-A5930ABB7D01}" type="datetimeFigureOut">
              <a:rPr lang="uk-UA" smtClean="0"/>
              <a:t>02.11.2024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9A7A2-A882-4BC6-83EF-3259098EFA32}" type="slidenum">
              <a:rPr lang="uk-UA" smtClean="0"/>
              <a:t>‹№›</a:t>
            </a:fld>
            <a:endParaRPr lang="uk-UA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64249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9B3B5-BB37-4070-9BB7-A5930ABB7D01}" type="datetimeFigureOut">
              <a:rPr lang="uk-UA" smtClean="0"/>
              <a:t>02.11.2024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9A7A2-A882-4BC6-83EF-3259098EFA32}" type="slidenum">
              <a:rPr lang="uk-UA" smtClean="0"/>
              <a:t>‹№›</a:t>
            </a:fld>
            <a:endParaRPr lang="uk-UA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625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299B3B5-BB37-4070-9BB7-A5930ABB7D01}" type="datetimeFigureOut">
              <a:rPr lang="uk-UA" smtClean="0"/>
              <a:t>02.11.2024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B99A7A2-A882-4BC6-83EF-3259098EFA3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44923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0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13" Type="http://schemas.openxmlformats.org/officeDocument/2006/relationships/diagramLayout" Target="../diagrams/layout5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12" Type="http://schemas.openxmlformats.org/officeDocument/2006/relationships/diagramData" Target="../diagrams/data5.xml"/><Relationship Id="rId2" Type="http://schemas.openxmlformats.org/officeDocument/2006/relationships/diagramData" Target="../diagrams/data3.xml"/><Relationship Id="rId16" Type="http://schemas.microsoft.com/office/2007/relationships/diagramDrawing" Target="../diagrams/drawing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5" Type="http://schemas.openxmlformats.org/officeDocument/2006/relationships/diagramColors" Target="../diagrams/colors5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Relationship Id="rId1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3" Type="http://schemas.openxmlformats.org/officeDocument/2006/relationships/diagramLayout" Target="../diagrams/layout7.xml"/><Relationship Id="rId7" Type="http://schemas.openxmlformats.org/officeDocument/2006/relationships/diagramData" Target="../diagrams/data8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11" Type="http://schemas.microsoft.com/office/2007/relationships/diagramDrawing" Target="../diagrams/drawing8.xml"/><Relationship Id="rId5" Type="http://schemas.openxmlformats.org/officeDocument/2006/relationships/diagramColors" Target="../diagrams/colors7.xml"/><Relationship Id="rId10" Type="http://schemas.openxmlformats.org/officeDocument/2006/relationships/diagramColors" Target="../diagrams/colors8.xml"/><Relationship Id="rId4" Type="http://schemas.openxmlformats.org/officeDocument/2006/relationships/diagramQuickStyle" Target="../diagrams/quickStyle7.xml"/><Relationship Id="rId9" Type="http://schemas.openxmlformats.org/officeDocument/2006/relationships/diagramQuickStyle" Target="../diagrams/quickStyle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.xml"/><Relationship Id="rId3" Type="http://schemas.openxmlformats.org/officeDocument/2006/relationships/diagramLayout" Target="../diagrams/layout9.xml"/><Relationship Id="rId7" Type="http://schemas.openxmlformats.org/officeDocument/2006/relationships/diagramData" Target="../diagrams/data10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.xml"/><Relationship Id="rId11" Type="http://schemas.microsoft.com/office/2007/relationships/diagramDrawing" Target="../diagrams/drawing10.xml"/><Relationship Id="rId5" Type="http://schemas.openxmlformats.org/officeDocument/2006/relationships/diagramColors" Target="../diagrams/colors9.xml"/><Relationship Id="rId10" Type="http://schemas.openxmlformats.org/officeDocument/2006/relationships/diagramColors" Target="../diagrams/colors10.xml"/><Relationship Id="rId4" Type="http://schemas.openxmlformats.org/officeDocument/2006/relationships/diagramQuickStyle" Target="../diagrams/quickStyle9.xml"/><Relationship Id="rId9" Type="http://schemas.openxmlformats.org/officeDocument/2006/relationships/diagramQuickStyle" Target="../diagrams/quickStyle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2.xml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12" Type="http://schemas.microsoft.com/office/2007/relationships/diagramDrawing" Target="../diagrams/drawing12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1.xml"/><Relationship Id="rId11" Type="http://schemas.openxmlformats.org/officeDocument/2006/relationships/diagramColors" Target="../diagrams/colors12.xml"/><Relationship Id="rId5" Type="http://schemas.openxmlformats.org/officeDocument/2006/relationships/diagramQuickStyle" Target="../diagrams/quickStyle11.xml"/><Relationship Id="rId10" Type="http://schemas.openxmlformats.org/officeDocument/2006/relationships/diagramQuickStyle" Target="../diagrams/quickStyle12.xml"/><Relationship Id="rId4" Type="http://schemas.openxmlformats.org/officeDocument/2006/relationships/diagramLayout" Target="../diagrams/layout11.xml"/><Relationship Id="rId9" Type="http://schemas.openxmlformats.org/officeDocument/2006/relationships/diagramLayout" Target="../diagrams/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4.xml"/><Relationship Id="rId3" Type="http://schemas.openxmlformats.org/officeDocument/2006/relationships/diagramLayout" Target="../diagrams/layout13.xml"/><Relationship Id="rId7" Type="http://schemas.openxmlformats.org/officeDocument/2006/relationships/image" Target="../media/image11.png"/><Relationship Id="rId12" Type="http://schemas.microsoft.com/office/2007/relationships/diagramDrawing" Target="../diagrams/drawing14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3.xml"/><Relationship Id="rId11" Type="http://schemas.openxmlformats.org/officeDocument/2006/relationships/diagramColors" Target="../diagrams/colors14.xml"/><Relationship Id="rId5" Type="http://schemas.openxmlformats.org/officeDocument/2006/relationships/diagramColors" Target="../diagrams/colors13.xml"/><Relationship Id="rId10" Type="http://schemas.openxmlformats.org/officeDocument/2006/relationships/diagramQuickStyle" Target="../diagrams/quickStyle14.xml"/><Relationship Id="rId4" Type="http://schemas.openxmlformats.org/officeDocument/2006/relationships/diagramQuickStyle" Target="../diagrams/quickStyle13.xml"/><Relationship Id="rId9" Type="http://schemas.openxmlformats.org/officeDocument/2006/relationships/diagramLayout" Target="../diagrams/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7" Type="http://schemas.openxmlformats.org/officeDocument/2006/relationships/image" Target="../media/image13.jpeg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7" Type="http://schemas.openxmlformats.org/officeDocument/2006/relationships/image" Target="../media/image14.jpeg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9.xml"/><Relationship Id="rId3" Type="http://schemas.openxmlformats.org/officeDocument/2006/relationships/diagramLayout" Target="../diagrams/layout18.xml"/><Relationship Id="rId7" Type="http://schemas.openxmlformats.org/officeDocument/2006/relationships/diagramData" Target="../diagrams/data19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8.xml"/><Relationship Id="rId11" Type="http://schemas.microsoft.com/office/2007/relationships/diagramDrawing" Target="../diagrams/drawing19.xml"/><Relationship Id="rId5" Type="http://schemas.openxmlformats.org/officeDocument/2006/relationships/diagramColors" Target="../diagrams/colors18.xml"/><Relationship Id="rId10" Type="http://schemas.openxmlformats.org/officeDocument/2006/relationships/diagramColors" Target="../diagrams/colors19.xml"/><Relationship Id="rId4" Type="http://schemas.openxmlformats.org/officeDocument/2006/relationships/diagramQuickStyle" Target="../diagrams/quickStyle18.xml"/><Relationship Id="rId9" Type="http://schemas.openxmlformats.org/officeDocument/2006/relationships/diagramQuickStyle" Target="../diagrams/quickStyle1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2.xml"/><Relationship Id="rId3" Type="http://schemas.openxmlformats.org/officeDocument/2006/relationships/diagramLayout" Target="../diagrams/layout21.xml"/><Relationship Id="rId7" Type="http://schemas.openxmlformats.org/officeDocument/2006/relationships/diagramData" Target="../diagrams/data22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1.xml"/><Relationship Id="rId11" Type="http://schemas.microsoft.com/office/2007/relationships/diagramDrawing" Target="../diagrams/drawing22.xml"/><Relationship Id="rId5" Type="http://schemas.openxmlformats.org/officeDocument/2006/relationships/diagramColors" Target="../diagrams/colors21.xml"/><Relationship Id="rId10" Type="http://schemas.openxmlformats.org/officeDocument/2006/relationships/diagramColors" Target="../diagrams/colors22.xml"/><Relationship Id="rId4" Type="http://schemas.openxmlformats.org/officeDocument/2006/relationships/diagramQuickStyle" Target="../diagrams/quickStyle21.xml"/><Relationship Id="rId9" Type="http://schemas.openxmlformats.org/officeDocument/2006/relationships/diagramQuickStyle" Target="../diagrams/quickStyle2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5.xml"/><Relationship Id="rId3" Type="http://schemas.openxmlformats.org/officeDocument/2006/relationships/diagramLayout" Target="../diagrams/layout24.xml"/><Relationship Id="rId7" Type="http://schemas.openxmlformats.org/officeDocument/2006/relationships/diagramData" Target="../diagrams/data25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4.xml"/><Relationship Id="rId11" Type="http://schemas.microsoft.com/office/2007/relationships/diagramDrawing" Target="../diagrams/drawing25.xml"/><Relationship Id="rId5" Type="http://schemas.openxmlformats.org/officeDocument/2006/relationships/diagramColors" Target="../diagrams/colors24.xml"/><Relationship Id="rId10" Type="http://schemas.openxmlformats.org/officeDocument/2006/relationships/diagramColors" Target="../diagrams/colors25.xml"/><Relationship Id="rId4" Type="http://schemas.openxmlformats.org/officeDocument/2006/relationships/diagramQuickStyle" Target="../diagrams/quickStyle24.xml"/><Relationship Id="rId9" Type="http://schemas.openxmlformats.org/officeDocument/2006/relationships/diagramQuickStyle" Target="../diagrams/quickStyle25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7.xml"/><Relationship Id="rId3" Type="http://schemas.openxmlformats.org/officeDocument/2006/relationships/diagramLayout" Target="../diagrams/layout26.xml"/><Relationship Id="rId7" Type="http://schemas.openxmlformats.org/officeDocument/2006/relationships/diagramData" Target="../diagrams/data27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6.xml"/><Relationship Id="rId11" Type="http://schemas.microsoft.com/office/2007/relationships/diagramDrawing" Target="../diagrams/drawing27.xml"/><Relationship Id="rId5" Type="http://schemas.openxmlformats.org/officeDocument/2006/relationships/diagramColors" Target="../diagrams/colors26.xml"/><Relationship Id="rId10" Type="http://schemas.openxmlformats.org/officeDocument/2006/relationships/diagramColors" Target="../diagrams/colors27.xml"/><Relationship Id="rId4" Type="http://schemas.openxmlformats.org/officeDocument/2006/relationships/diagramQuickStyle" Target="../diagrams/quickStyle26.xml"/><Relationship Id="rId9" Type="http://schemas.openxmlformats.org/officeDocument/2006/relationships/diagramQuickStyle" Target="../diagrams/quickStyle2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9.xml"/><Relationship Id="rId3" Type="http://schemas.openxmlformats.org/officeDocument/2006/relationships/diagramLayout" Target="../diagrams/layout28.xml"/><Relationship Id="rId7" Type="http://schemas.openxmlformats.org/officeDocument/2006/relationships/diagramData" Target="../diagrams/data29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8.xml"/><Relationship Id="rId11" Type="http://schemas.microsoft.com/office/2007/relationships/diagramDrawing" Target="../diagrams/drawing29.xml"/><Relationship Id="rId5" Type="http://schemas.openxmlformats.org/officeDocument/2006/relationships/diagramColors" Target="../diagrams/colors28.xml"/><Relationship Id="rId10" Type="http://schemas.openxmlformats.org/officeDocument/2006/relationships/diagramColors" Target="../diagrams/colors29.xml"/><Relationship Id="rId4" Type="http://schemas.openxmlformats.org/officeDocument/2006/relationships/diagramQuickStyle" Target="../diagrams/quickStyle28.xml"/><Relationship Id="rId9" Type="http://schemas.openxmlformats.org/officeDocument/2006/relationships/diagramQuickStyle" Target="../diagrams/quickStyle2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0.xml"/><Relationship Id="rId7" Type="http://schemas.microsoft.com/office/2007/relationships/diagramDrawing" Target="../diagrams/drawing30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0.xml"/><Relationship Id="rId5" Type="http://schemas.openxmlformats.org/officeDocument/2006/relationships/diagramQuickStyle" Target="../diagrams/quickStyle30.xml"/><Relationship Id="rId4" Type="http://schemas.openxmlformats.org/officeDocument/2006/relationships/diagramLayout" Target="../diagrams/layout3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7" Type="http://schemas.openxmlformats.org/officeDocument/2006/relationships/image" Target="../media/image10.png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5.xml"/><Relationship Id="rId13" Type="http://schemas.openxmlformats.org/officeDocument/2006/relationships/diagramLayout" Target="../diagrams/layout36.xml"/><Relationship Id="rId3" Type="http://schemas.openxmlformats.org/officeDocument/2006/relationships/diagramLayout" Target="../diagrams/layout34.xml"/><Relationship Id="rId7" Type="http://schemas.openxmlformats.org/officeDocument/2006/relationships/diagramData" Target="../diagrams/data35.xml"/><Relationship Id="rId12" Type="http://schemas.openxmlformats.org/officeDocument/2006/relationships/diagramData" Target="../diagrams/data36.xml"/><Relationship Id="rId2" Type="http://schemas.openxmlformats.org/officeDocument/2006/relationships/diagramData" Target="../diagrams/data34.xml"/><Relationship Id="rId16" Type="http://schemas.microsoft.com/office/2007/relationships/diagramDrawing" Target="../diagrams/drawing3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4.xml"/><Relationship Id="rId11" Type="http://schemas.microsoft.com/office/2007/relationships/diagramDrawing" Target="../diagrams/drawing35.xml"/><Relationship Id="rId5" Type="http://schemas.openxmlformats.org/officeDocument/2006/relationships/diagramColors" Target="../diagrams/colors34.xml"/><Relationship Id="rId15" Type="http://schemas.openxmlformats.org/officeDocument/2006/relationships/diagramColors" Target="../diagrams/colors36.xml"/><Relationship Id="rId10" Type="http://schemas.openxmlformats.org/officeDocument/2006/relationships/diagramColors" Target="../diagrams/colors35.xml"/><Relationship Id="rId4" Type="http://schemas.openxmlformats.org/officeDocument/2006/relationships/diagramQuickStyle" Target="../diagrams/quickStyle34.xml"/><Relationship Id="rId9" Type="http://schemas.openxmlformats.org/officeDocument/2006/relationships/diagramQuickStyle" Target="../diagrams/quickStyle35.xml"/><Relationship Id="rId14" Type="http://schemas.openxmlformats.org/officeDocument/2006/relationships/diagramQuickStyle" Target="../diagrams/quickStyle3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7.xml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7.xml"/><Relationship Id="rId5" Type="http://schemas.openxmlformats.org/officeDocument/2006/relationships/diagramColors" Target="../diagrams/colors37.xml"/><Relationship Id="rId4" Type="http://schemas.openxmlformats.org/officeDocument/2006/relationships/diagramQuickStyle" Target="../diagrams/quickStyle3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9.xml"/><Relationship Id="rId3" Type="http://schemas.openxmlformats.org/officeDocument/2006/relationships/diagramData" Target="../diagrams/data38.xml"/><Relationship Id="rId7" Type="http://schemas.microsoft.com/office/2007/relationships/diagramDrawing" Target="../diagrams/drawing38.xml"/><Relationship Id="rId12" Type="http://schemas.microsoft.com/office/2007/relationships/diagramDrawing" Target="../diagrams/drawing39.xm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8.xml"/><Relationship Id="rId11" Type="http://schemas.openxmlformats.org/officeDocument/2006/relationships/diagramColors" Target="../diagrams/colors39.xml"/><Relationship Id="rId5" Type="http://schemas.openxmlformats.org/officeDocument/2006/relationships/diagramQuickStyle" Target="../diagrams/quickStyle38.xml"/><Relationship Id="rId10" Type="http://schemas.openxmlformats.org/officeDocument/2006/relationships/diagramQuickStyle" Target="../diagrams/quickStyle39.xml"/><Relationship Id="rId4" Type="http://schemas.openxmlformats.org/officeDocument/2006/relationships/diagramLayout" Target="../diagrams/layout38.xml"/><Relationship Id="rId9" Type="http://schemas.openxmlformats.org/officeDocument/2006/relationships/diagramLayout" Target="../diagrams/layout3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0.xml"/><Relationship Id="rId7" Type="http://schemas.openxmlformats.org/officeDocument/2006/relationships/image" Target="../media/image19.jpeg"/><Relationship Id="rId2" Type="http://schemas.openxmlformats.org/officeDocument/2006/relationships/diagramData" Target="../diagrams/data4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0.xml"/><Relationship Id="rId5" Type="http://schemas.openxmlformats.org/officeDocument/2006/relationships/diagramColors" Target="../diagrams/colors40.xml"/><Relationship Id="rId4" Type="http://schemas.openxmlformats.org/officeDocument/2006/relationships/diagramQuickStyle" Target="../diagrams/quickStyle4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1.xml"/><Relationship Id="rId7" Type="http://schemas.openxmlformats.org/officeDocument/2006/relationships/image" Target="../media/image20.jpeg"/><Relationship Id="rId2" Type="http://schemas.openxmlformats.org/officeDocument/2006/relationships/diagramData" Target="../diagrams/data4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1.xml"/><Relationship Id="rId5" Type="http://schemas.openxmlformats.org/officeDocument/2006/relationships/diagramColors" Target="../diagrams/colors41.xml"/><Relationship Id="rId4" Type="http://schemas.openxmlformats.org/officeDocument/2006/relationships/diagramQuickStyle" Target="../diagrams/quickStyle4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2.xml"/><Relationship Id="rId7" Type="http://schemas.openxmlformats.org/officeDocument/2006/relationships/image" Target="../media/image22.png"/><Relationship Id="rId2" Type="http://schemas.openxmlformats.org/officeDocument/2006/relationships/diagramData" Target="../diagrams/data4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2.xml"/><Relationship Id="rId5" Type="http://schemas.openxmlformats.org/officeDocument/2006/relationships/diagramColors" Target="../diagrams/colors42.xml"/><Relationship Id="rId4" Type="http://schemas.openxmlformats.org/officeDocument/2006/relationships/diagramQuickStyle" Target="../diagrams/quickStyle4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4.xml"/><Relationship Id="rId3" Type="http://schemas.openxmlformats.org/officeDocument/2006/relationships/diagramLayout" Target="../diagrams/layout43.xml"/><Relationship Id="rId7" Type="http://schemas.openxmlformats.org/officeDocument/2006/relationships/diagramData" Target="../diagrams/data44.xml"/><Relationship Id="rId2" Type="http://schemas.openxmlformats.org/officeDocument/2006/relationships/diagramData" Target="../diagrams/data4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3.xml"/><Relationship Id="rId11" Type="http://schemas.microsoft.com/office/2007/relationships/diagramDrawing" Target="../diagrams/drawing44.xml"/><Relationship Id="rId5" Type="http://schemas.openxmlformats.org/officeDocument/2006/relationships/diagramColors" Target="../diagrams/colors43.xml"/><Relationship Id="rId10" Type="http://schemas.openxmlformats.org/officeDocument/2006/relationships/diagramColors" Target="../diagrams/colors44.xml"/><Relationship Id="rId4" Type="http://schemas.openxmlformats.org/officeDocument/2006/relationships/diagramQuickStyle" Target="../diagrams/quickStyle43.xml"/><Relationship Id="rId9" Type="http://schemas.openxmlformats.org/officeDocument/2006/relationships/diagramQuickStyle" Target="../diagrams/quickStyle44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6.xml"/><Relationship Id="rId3" Type="http://schemas.openxmlformats.org/officeDocument/2006/relationships/diagramLayout" Target="../diagrams/layout45.xml"/><Relationship Id="rId7" Type="http://schemas.openxmlformats.org/officeDocument/2006/relationships/diagramData" Target="../diagrams/data46.xml"/><Relationship Id="rId2" Type="http://schemas.openxmlformats.org/officeDocument/2006/relationships/diagramData" Target="../diagrams/data4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5.xml"/><Relationship Id="rId11" Type="http://schemas.microsoft.com/office/2007/relationships/diagramDrawing" Target="../diagrams/drawing46.xml"/><Relationship Id="rId5" Type="http://schemas.openxmlformats.org/officeDocument/2006/relationships/diagramColors" Target="../diagrams/colors45.xml"/><Relationship Id="rId10" Type="http://schemas.openxmlformats.org/officeDocument/2006/relationships/diagramColors" Target="../diagrams/colors46.xml"/><Relationship Id="rId4" Type="http://schemas.openxmlformats.org/officeDocument/2006/relationships/diagramQuickStyle" Target="../diagrams/quickStyle45.xml"/><Relationship Id="rId9" Type="http://schemas.openxmlformats.org/officeDocument/2006/relationships/diagramQuickStyle" Target="../diagrams/quickStyle46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8.xml"/><Relationship Id="rId13" Type="http://schemas.openxmlformats.org/officeDocument/2006/relationships/diagramLayout" Target="../diagrams/layout49.xml"/><Relationship Id="rId18" Type="http://schemas.openxmlformats.org/officeDocument/2006/relationships/diagramLayout" Target="../diagrams/layout50.xml"/><Relationship Id="rId3" Type="http://schemas.openxmlformats.org/officeDocument/2006/relationships/diagramLayout" Target="../diagrams/layout47.xml"/><Relationship Id="rId21" Type="http://schemas.microsoft.com/office/2007/relationships/diagramDrawing" Target="../diagrams/drawing50.xml"/><Relationship Id="rId7" Type="http://schemas.openxmlformats.org/officeDocument/2006/relationships/diagramData" Target="../diagrams/data48.xml"/><Relationship Id="rId12" Type="http://schemas.openxmlformats.org/officeDocument/2006/relationships/diagramData" Target="../diagrams/data49.xml"/><Relationship Id="rId17" Type="http://schemas.openxmlformats.org/officeDocument/2006/relationships/diagramData" Target="../diagrams/data50.xml"/><Relationship Id="rId2" Type="http://schemas.openxmlformats.org/officeDocument/2006/relationships/diagramData" Target="../diagrams/data47.xml"/><Relationship Id="rId16" Type="http://schemas.microsoft.com/office/2007/relationships/diagramDrawing" Target="../diagrams/drawing49.xml"/><Relationship Id="rId20" Type="http://schemas.openxmlformats.org/officeDocument/2006/relationships/diagramColors" Target="../diagrams/colors5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7.xml"/><Relationship Id="rId11" Type="http://schemas.microsoft.com/office/2007/relationships/diagramDrawing" Target="../diagrams/drawing48.xml"/><Relationship Id="rId5" Type="http://schemas.openxmlformats.org/officeDocument/2006/relationships/diagramColors" Target="../diagrams/colors47.xml"/><Relationship Id="rId15" Type="http://schemas.openxmlformats.org/officeDocument/2006/relationships/diagramColors" Target="../diagrams/colors49.xml"/><Relationship Id="rId10" Type="http://schemas.openxmlformats.org/officeDocument/2006/relationships/diagramColors" Target="../diagrams/colors48.xml"/><Relationship Id="rId19" Type="http://schemas.openxmlformats.org/officeDocument/2006/relationships/diagramQuickStyle" Target="../diagrams/quickStyle50.xml"/><Relationship Id="rId4" Type="http://schemas.openxmlformats.org/officeDocument/2006/relationships/diagramQuickStyle" Target="../diagrams/quickStyle47.xml"/><Relationship Id="rId9" Type="http://schemas.openxmlformats.org/officeDocument/2006/relationships/diagramQuickStyle" Target="../diagrams/quickStyle48.xml"/><Relationship Id="rId14" Type="http://schemas.openxmlformats.org/officeDocument/2006/relationships/diagramQuickStyle" Target="../diagrams/quickStyle49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2.xml"/><Relationship Id="rId3" Type="http://schemas.openxmlformats.org/officeDocument/2006/relationships/diagramLayout" Target="../diagrams/layout51.xml"/><Relationship Id="rId7" Type="http://schemas.openxmlformats.org/officeDocument/2006/relationships/diagramData" Target="../diagrams/data52.xml"/><Relationship Id="rId2" Type="http://schemas.openxmlformats.org/officeDocument/2006/relationships/diagramData" Target="../diagrams/data5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1.xml"/><Relationship Id="rId11" Type="http://schemas.microsoft.com/office/2007/relationships/diagramDrawing" Target="../diagrams/drawing52.xml"/><Relationship Id="rId5" Type="http://schemas.openxmlformats.org/officeDocument/2006/relationships/diagramColors" Target="../diagrams/colors51.xml"/><Relationship Id="rId10" Type="http://schemas.openxmlformats.org/officeDocument/2006/relationships/diagramColors" Target="../diagrams/colors52.xml"/><Relationship Id="rId4" Type="http://schemas.openxmlformats.org/officeDocument/2006/relationships/diagramQuickStyle" Target="../diagrams/quickStyle51.xml"/><Relationship Id="rId9" Type="http://schemas.openxmlformats.org/officeDocument/2006/relationships/diagramQuickStyle" Target="../diagrams/quickStyle5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microsoft.com/office/2007/relationships/diagramDrawing" Target="../diagrams/drawing54.xml"/><Relationship Id="rId3" Type="http://schemas.openxmlformats.org/officeDocument/2006/relationships/diagramLayout" Target="../diagrams/layout53.xml"/><Relationship Id="rId7" Type="http://schemas.openxmlformats.org/officeDocument/2006/relationships/image" Target="../media/image23.emf"/><Relationship Id="rId12" Type="http://schemas.openxmlformats.org/officeDocument/2006/relationships/diagramColors" Target="../diagrams/colors54.xml"/><Relationship Id="rId2" Type="http://schemas.openxmlformats.org/officeDocument/2006/relationships/diagramData" Target="../diagrams/data5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3.xml"/><Relationship Id="rId11" Type="http://schemas.openxmlformats.org/officeDocument/2006/relationships/diagramQuickStyle" Target="../diagrams/quickStyle54.xml"/><Relationship Id="rId5" Type="http://schemas.openxmlformats.org/officeDocument/2006/relationships/diagramColors" Target="../diagrams/colors53.xml"/><Relationship Id="rId10" Type="http://schemas.openxmlformats.org/officeDocument/2006/relationships/diagramLayout" Target="../diagrams/layout54.xml"/><Relationship Id="rId4" Type="http://schemas.openxmlformats.org/officeDocument/2006/relationships/diagramQuickStyle" Target="../diagrams/quickStyle53.xml"/><Relationship Id="rId9" Type="http://schemas.openxmlformats.org/officeDocument/2006/relationships/diagramData" Target="../diagrams/data5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5.xml"/><Relationship Id="rId2" Type="http://schemas.openxmlformats.org/officeDocument/2006/relationships/diagramData" Target="../diagrams/data5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5.xml"/><Relationship Id="rId5" Type="http://schemas.openxmlformats.org/officeDocument/2006/relationships/diagramColors" Target="../diagrams/colors55.xml"/><Relationship Id="rId4" Type="http://schemas.openxmlformats.org/officeDocument/2006/relationships/diagramQuickStyle" Target="../diagrams/quickStyle55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7.xml"/><Relationship Id="rId3" Type="http://schemas.openxmlformats.org/officeDocument/2006/relationships/diagramLayout" Target="../diagrams/layout56.xml"/><Relationship Id="rId7" Type="http://schemas.openxmlformats.org/officeDocument/2006/relationships/diagramData" Target="../diagrams/data57.xml"/><Relationship Id="rId2" Type="http://schemas.openxmlformats.org/officeDocument/2006/relationships/diagramData" Target="../diagrams/data5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6.xml"/><Relationship Id="rId11" Type="http://schemas.microsoft.com/office/2007/relationships/diagramDrawing" Target="../diagrams/drawing57.xml"/><Relationship Id="rId5" Type="http://schemas.openxmlformats.org/officeDocument/2006/relationships/diagramColors" Target="../diagrams/colors56.xml"/><Relationship Id="rId10" Type="http://schemas.openxmlformats.org/officeDocument/2006/relationships/diagramColors" Target="../diagrams/colors57.xml"/><Relationship Id="rId4" Type="http://schemas.openxmlformats.org/officeDocument/2006/relationships/diagramQuickStyle" Target="../diagrams/quickStyle56.xml"/><Relationship Id="rId9" Type="http://schemas.openxmlformats.org/officeDocument/2006/relationships/diagramQuickStyle" Target="../diagrams/quickStyle5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8.xml"/><Relationship Id="rId2" Type="http://schemas.openxmlformats.org/officeDocument/2006/relationships/diagramData" Target="../diagrams/data5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8.xml"/><Relationship Id="rId5" Type="http://schemas.openxmlformats.org/officeDocument/2006/relationships/diagramColors" Target="../diagrams/colors58.xml"/><Relationship Id="rId4" Type="http://schemas.openxmlformats.org/officeDocument/2006/relationships/diagramQuickStyle" Target="../diagrams/quickStyle58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0.xml"/><Relationship Id="rId3" Type="http://schemas.openxmlformats.org/officeDocument/2006/relationships/diagramLayout" Target="../diagrams/layout59.xml"/><Relationship Id="rId7" Type="http://schemas.openxmlformats.org/officeDocument/2006/relationships/diagramData" Target="../diagrams/data60.xml"/><Relationship Id="rId2" Type="http://schemas.openxmlformats.org/officeDocument/2006/relationships/diagramData" Target="../diagrams/data5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9.xml"/><Relationship Id="rId11" Type="http://schemas.microsoft.com/office/2007/relationships/diagramDrawing" Target="../diagrams/drawing60.xml"/><Relationship Id="rId5" Type="http://schemas.openxmlformats.org/officeDocument/2006/relationships/diagramColors" Target="../diagrams/colors59.xml"/><Relationship Id="rId10" Type="http://schemas.openxmlformats.org/officeDocument/2006/relationships/diagramColors" Target="../diagrams/colors60.xml"/><Relationship Id="rId4" Type="http://schemas.openxmlformats.org/officeDocument/2006/relationships/diagramQuickStyle" Target="../diagrams/quickStyle59.xml"/><Relationship Id="rId9" Type="http://schemas.openxmlformats.org/officeDocument/2006/relationships/diagramQuickStyle" Target="../diagrams/quickStyle60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2.xml"/><Relationship Id="rId3" Type="http://schemas.openxmlformats.org/officeDocument/2006/relationships/diagramLayout" Target="../diagrams/layout61.xml"/><Relationship Id="rId7" Type="http://schemas.openxmlformats.org/officeDocument/2006/relationships/diagramData" Target="../diagrams/data62.xml"/><Relationship Id="rId2" Type="http://schemas.openxmlformats.org/officeDocument/2006/relationships/diagramData" Target="../diagrams/data6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1.xml"/><Relationship Id="rId11" Type="http://schemas.microsoft.com/office/2007/relationships/diagramDrawing" Target="../diagrams/drawing62.xml"/><Relationship Id="rId5" Type="http://schemas.openxmlformats.org/officeDocument/2006/relationships/diagramColors" Target="../diagrams/colors61.xml"/><Relationship Id="rId10" Type="http://schemas.openxmlformats.org/officeDocument/2006/relationships/diagramColors" Target="../diagrams/colors62.xml"/><Relationship Id="rId4" Type="http://schemas.openxmlformats.org/officeDocument/2006/relationships/diagramQuickStyle" Target="../diagrams/quickStyle61.xml"/><Relationship Id="rId9" Type="http://schemas.openxmlformats.org/officeDocument/2006/relationships/diagramQuickStyle" Target="../diagrams/quickStyle6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diagramLayout" Target="../diagrams/layout63.xml"/><Relationship Id="rId7" Type="http://schemas.openxmlformats.org/officeDocument/2006/relationships/image" Target="../media/image25.jpeg"/><Relationship Id="rId2" Type="http://schemas.openxmlformats.org/officeDocument/2006/relationships/diagramData" Target="../diagrams/data6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3.xml"/><Relationship Id="rId5" Type="http://schemas.openxmlformats.org/officeDocument/2006/relationships/diagramColors" Target="../diagrams/colors63.xml"/><Relationship Id="rId4" Type="http://schemas.openxmlformats.org/officeDocument/2006/relationships/diagramQuickStyle" Target="../diagrams/quickStyle6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4.xml"/><Relationship Id="rId7" Type="http://schemas.microsoft.com/office/2007/relationships/diagramDrawing" Target="../diagrams/drawing64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64.xml"/><Relationship Id="rId5" Type="http://schemas.openxmlformats.org/officeDocument/2006/relationships/diagramQuickStyle" Target="../diagrams/quickStyle64.xml"/><Relationship Id="rId4" Type="http://schemas.openxmlformats.org/officeDocument/2006/relationships/diagramLayout" Target="../diagrams/layout64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6.xml"/><Relationship Id="rId3" Type="http://schemas.openxmlformats.org/officeDocument/2006/relationships/diagramLayout" Target="../diagrams/layout65.xml"/><Relationship Id="rId7" Type="http://schemas.openxmlformats.org/officeDocument/2006/relationships/diagramData" Target="../diagrams/data66.xml"/><Relationship Id="rId2" Type="http://schemas.openxmlformats.org/officeDocument/2006/relationships/diagramData" Target="../diagrams/data6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5.xml"/><Relationship Id="rId11" Type="http://schemas.microsoft.com/office/2007/relationships/diagramDrawing" Target="../diagrams/drawing66.xml"/><Relationship Id="rId5" Type="http://schemas.openxmlformats.org/officeDocument/2006/relationships/diagramColors" Target="../diagrams/colors65.xml"/><Relationship Id="rId10" Type="http://schemas.openxmlformats.org/officeDocument/2006/relationships/diagramColors" Target="../diagrams/colors66.xml"/><Relationship Id="rId4" Type="http://schemas.openxmlformats.org/officeDocument/2006/relationships/diagramQuickStyle" Target="../diagrams/quickStyle65.xml"/><Relationship Id="rId9" Type="http://schemas.openxmlformats.org/officeDocument/2006/relationships/diagramQuickStyle" Target="../diagrams/quickStyle66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8.xml"/><Relationship Id="rId3" Type="http://schemas.openxmlformats.org/officeDocument/2006/relationships/diagramLayout" Target="../diagrams/layout67.xml"/><Relationship Id="rId7" Type="http://schemas.openxmlformats.org/officeDocument/2006/relationships/diagramData" Target="../diagrams/data68.xml"/><Relationship Id="rId2" Type="http://schemas.openxmlformats.org/officeDocument/2006/relationships/diagramData" Target="../diagrams/data6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7.xml"/><Relationship Id="rId11" Type="http://schemas.microsoft.com/office/2007/relationships/diagramDrawing" Target="../diagrams/drawing68.xml"/><Relationship Id="rId5" Type="http://schemas.openxmlformats.org/officeDocument/2006/relationships/diagramColors" Target="../diagrams/colors67.xml"/><Relationship Id="rId10" Type="http://schemas.openxmlformats.org/officeDocument/2006/relationships/diagramColors" Target="../diagrams/colors68.xml"/><Relationship Id="rId4" Type="http://schemas.openxmlformats.org/officeDocument/2006/relationships/diagramQuickStyle" Target="../diagrams/quickStyle67.xml"/><Relationship Id="rId9" Type="http://schemas.openxmlformats.org/officeDocument/2006/relationships/diagramQuickStyle" Target="../diagrams/quickStyle6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9.xml"/><Relationship Id="rId2" Type="http://schemas.openxmlformats.org/officeDocument/2006/relationships/diagramData" Target="../diagrams/data6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9.xml"/><Relationship Id="rId5" Type="http://schemas.openxmlformats.org/officeDocument/2006/relationships/diagramColors" Target="../diagrams/colors69.xml"/><Relationship Id="rId4" Type="http://schemas.openxmlformats.org/officeDocument/2006/relationships/diagramQuickStyle" Target="../diagrams/quickStyle69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71.xml"/><Relationship Id="rId3" Type="http://schemas.openxmlformats.org/officeDocument/2006/relationships/diagramData" Target="../diagrams/data70.xml"/><Relationship Id="rId7" Type="http://schemas.microsoft.com/office/2007/relationships/diagramDrawing" Target="../diagrams/drawing70.xml"/><Relationship Id="rId12" Type="http://schemas.microsoft.com/office/2007/relationships/diagramDrawing" Target="../diagrams/drawing71.xm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70.xml"/><Relationship Id="rId11" Type="http://schemas.openxmlformats.org/officeDocument/2006/relationships/diagramColors" Target="../diagrams/colors71.xml"/><Relationship Id="rId5" Type="http://schemas.openxmlformats.org/officeDocument/2006/relationships/diagramQuickStyle" Target="../diagrams/quickStyle70.xml"/><Relationship Id="rId10" Type="http://schemas.openxmlformats.org/officeDocument/2006/relationships/diagramQuickStyle" Target="../diagrams/quickStyle71.xml"/><Relationship Id="rId4" Type="http://schemas.openxmlformats.org/officeDocument/2006/relationships/diagramLayout" Target="../diagrams/layout70.xml"/><Relationship Id="rId9" Type="http://schemas.openxmlformats.org/officeDocument/2006/relationships/diagramLayout" Target="../diagrams/layout7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2.xml"/><Relationship Id="rId7" Type="http://schemas.openxmlformats.org/officeDocument/2006/relationships/image" Target="../media/image19.jpeg"/><Relationship Id="rId2" Type="http://schemas.openxmlformats.org/officeDocument/2006/relationships/diagramData" Target="../diagrams/data7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2.xml"/><Relationship Id="rId5" Type="http://schemas.openxmlformats.org/officeDocument/2006/relationships/diagramColors" Target="../diagrams/colors72.xml"/><Relationship Id="rId4" Type="http://schemas.openxmlformats.org/officeDocument/2006/relationships/diagramQuickStyle" Target="../diagrams/quickStyle7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3.xml"/><Relationship Id="rId7" Type="http://schemas.openxmlformats.org/officeDocument/2006/relationships/image" Target="../media/image20.jpeg"/><Relationship Id="rId2" Type="http://schemas.openxmlformats.org/officeDocument/2006/relationships/diagramData" Target="../diagrams/data7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3.xml"/><Relationship Id="rId5" Type="http://schemas.openxmlformats.org/officeDocument/2006/relationships/diagramColors" Target="../diagrams/colors73.xml"/><Relationship Id="rId4" Type="http://schemas.openxmlformats.org/officeDocument/2006/relationships/diagramQuickStyle" Target="../diagrams/quickStyle7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3278B4-C1E2-9FFF-5B00-F3AF7C8106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4000" dirty="0"/>
              <a:t> </a:t>
            </a:r>
            <a:r>
              <a:rPr lang="ru-RU" sz="4000" dirty="0" err="1"/>
              <a:t>Українські</a:t>
            </a:r>
            <a:r>
              <a:rPr lang="ru-RU" sz="4000" dirty="0"/>
              <a:t> </a:t>
            </a:r>
            <a:r>
              <a:rPr lang="ru-RU" sz="4000" dirty="0" err="1"/>
              <a:t>землі</a:t>
            </a:r>
            <a:r>
              <a:rPr lang="ru-RU" sz="4000" dirty="0"/>
              <a:t> у </a:t>
            </a:r>
            <a:r>
              <a:rPr lang="ru-RU" sz="4000" dirty="0" err="1"/>
              <a:t>складі</a:t>
            </a:r>
            <a:r>
              <a:rPr lang="ru-RU" sz="4000" dirty="0"/>
              <a:t> </a:t>
            </a:r>
            <a:r>
              <a:rPr lang="ru-RU" sz="4000" dirty="0" err="1"/>
              <a:t>Речі</a:t>
            </a:r>
            <a:r>
              <a:rPr lang="ru-RU" sz="4000" dirty="0"/>
              <a:t> </a:t>
            </a:r>
            <a:r>
              <a:rPr lang="ru-RU" sz="4000" dirty="0" err="1"/>
              <a:t>Посполитої</a:t>
            </a:r>
            <a:r>
              <a:rPr lang="ru-RU" sz="4000" dirty="0"/>
              <a:t> в </a:t>
            </a:r>
            <a:r>
              <a:rPr lang="ru-RU" sz="4000" dirty="0" err="1"/>
              <a:t>першій</a:t>
            </a:r>
            <a:r>
              <a:rPr lang="ru-RU" sz="4000" dirty="0"/>
              <a:t> </a:t>
            </a:r>
            <a:r>
              <a:rPr lang="ru-RU" sz="4000" dirty="0" err="1"/>
              <a:t>половині</a:t>
            </a:r>
            <a:r>
              <a:rPr lang="ru-RU" sz="4000" dirty="0"/>
              <a:t> ХVІІ ст.</a:t>
            </a:r>
            <a:endParaRPr lang="uk-UA" sz="4000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D8BF613E-0C41-D6F9-FEB8-2A2ECA91D6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uk-UA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B669652-BAB3-3365-ADB8-87996A609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632" y="318381"/>
            <a:ext cx="2306096" cy="236750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E2983CC-E724-2106-30B6-60E9C8DAB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26819">
            <a:off x="9776385" y="2322046"/>
            <a:ext cx="2372795" cy="240017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0E6C612-F13A-251B-9124-007C314835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636597">
            <a:off x="9628632" y="4172119"/>
            <a:ext cx="2426831" cy="246888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804743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9B3AB-4075-B05B-ACB2-9AC12F126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BD5129-7A4D-A631-53ED-39CA9C320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Частина 4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F838C989-90C9-011C-4D86-1B205D7C38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https://forms.gle/QQSHVXQTRS3FowCf6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097506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80D85-4E96-FA44-8190-1535BD23F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572CAE-057F-18CB-E96B-C099364BD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Яка </a:t>
            </a:r>
            <a:r>
              <a:rPr lang="ru-RU" dirty="0" err="1"/>
              <a:t>подія</a:t>
            </a:r>
            <a:r>
              <a:rPr lang="ru-RU" dirty="0"/>
              <a:t> </a:t>
            </a:r>
            <a:r>
              <a:rPr lang="ru-RU" dirty="0" err="1"/>
              <a:t>суттєво</a:t>
            </a:r>
            <a:r>
              <a:rPr lang="ru-RU" dirty="0"/>
              <a:t> </a:t>
            </a:r>
            <a:r>
              <a:rPr lang="ru-RU" dirty="0" err="1"/>
              <a:t>вплинула</a:t>
            </a:r>
            <a:r>
              <a:rPr lang="ru-RU" dirty="0"/>
              <a:t> на </a:t>
            </a:r>
            <a:r>
              <a:rPr lang="ru-RU" dirty="0" err="1"/>
              <a:t>активізацію</a:t>
            </a:r>
            <a:r>
              <a:rPr lang="ru-RU" dirty="0"/>
              <a:t> </a:t>
            </a:r>
            <a:r>
              <a:rPr lang="ru-RU" dirty="0" err="1"/>
              <a:t>українського</a:t>
            </a:r>
            <a:r>
              <a:rPr lang="ru-RU" dirty="0"/>
              <a:t> </a:t>
            </a:r>
            <a:r>
              <a:rPr lang="ru-RU" dirty="0" err="1"/>
              <a:t>національно</a:t>
            </a:r>
            <a:r>
              <a:rPr lang="ru-RU" dirty="0"/>
              <a:t>-культурного </a:t>
            </a:r>
            <a:r>
              <a:rPr lang="ru-RU" dirty="0" err="1"/>
              <a:t>руху</a:t>
            </a:r>
            <a:r>
              <a:rPr lang="ru-RU" dirty="0"/>
              <a:t> </a:t>
            </a:r>
            <a:r>
              <a:rPr lang="ru-RU" dirty="0" err="1"/>
              <a:t>кінця</a:t>
            </a:r>
            <a:r>
              <a:rPr lang="ru-RU" dirty="0"/>
              <a:t> ХVІ — початку ХVІІ ст.?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FD7E0B5-B613-5C57-E280-2ABBA5D12233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298448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Місце для вмісту 6">
            <a:extLst>
              <a:ext uri="{FF2B5EF4-FFF2-40B4-BE49-F238E27FC236}">
                <a16:creationId xmlns:a16="http://schemas.microsoft.com/office/drawing/2014/main" id="{246D638A-584B-98C1-526E-D824D41AA9D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6181725" y="3400821"/>
            <a:ext cx="4718050" cy="1629571"/>
          </a:xfrm>
        </p:spPr>
      </p:pic>
    </p:spTree>
    <p:extLst>
      <p:ext uri="{BB962C8B-B14F-4D97-AF65-F5344CB8AC3E}">
        <p14:creationId xmlns:p14="http://schemas.microsoft.com/office/powerpoint/2010/main" val="539264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261B4-50EE-F838-466B-FF3E319EF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F95E89-3D12-481F-995D-23E77E153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ru-RU" dirty="0"/>
            </a:br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 </a:t>
            </a:r>
            <a:r>
              <a:rPr lang="ru-RU" dirty="0" err="1"/>
              <a:t>суспільно</a:t>
            </a:r>
            <a:r>
              <a:rPr lang="ru-RU" dirty="0"/>
              <a:t>-культурного </a:t>
            </a:r>
            <a:r>
              <a:rPr lang="ru-RU" dirty="0" err="1"/>
              <a:t>життя</a:t>
            </a:r>
            <a:r>
              <a:rPr lang="ru-RU" dirty="0"/>
              <a:t> </a:t>
            </a:r>
            <a:r>
              <a:rPr lang="ru-RU" dirty="0" err="1"/>
              <a:t>другої</a:t>
            </a:r>
            <a:r>
              <a:rPr lang="ru-RU" dirty="0"/>
              <a:t> </a:t>
            </a:r>
            <a:r>
              <a:rPr lang="ru-RU" dirty="0" err="1"/>
              <a:t>половини</a:t>
            </a:r>
            <a:r>
              <a:rPr lang="ru-RU" dirty="0"/>
              <a:t> XVI — </a:t>
            </a:r>
            <a:r>
              <a:rPr lang="ru-RU" dirty="0" err="1"/>
              <a:t>першої</a:t>
            </a:r>
            <a:r>
              <a:rPr lang="ru-RU" dirty="0"/>
              <a:t> </a:t>
            </a:r>
            <a:r>
              <a:rPr lang="ru-RU" dirty="0" err="1"/>
              <a:t>половини</a:t>
            </a:r>
            <a:r>
              <a:rPr lang="ru-RU" dirty="0"/>
              <a:t> ХVII </a:t>
            </a:r>
            <a:r>
              <a:rPr lang="ru-RU" dirty="0" err="1"/>
              <a:t>ст</a:t>
            </a:r>
            <a:br>
              <a:rPr lang="ru-RU" dirty="0"/>
            </a:br>
            <a:endParaRPr lang="ru-RU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29DD0CF-27F9-F95C-5928-A52FEF2C7C0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95400" y="2557463"/>
          <a:ext cx="9601200" cy="3317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44654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6032C-9474-9AAC-8990-009A37F1F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D798E9-CBD3-89E0-E82A-5582FE249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Укажіть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книжки,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надруковані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другій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половині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XVI –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першій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половині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XVII ст.: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D340E428-B2CE-DE35-B468-11F13ACFFB4B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303436" y="2560320"/>
          <a:ext cx="6926163" cy="33155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478ED25-9E58-A200-E216-CC5968AECF31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8462356" y="3137439"/>
          <a:ext cx="2819677" cy="21613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3" name="Місце для вмісту 4">
            <a:extLst>
              <a:ext uri="{FF2B5EF4-FFF2-40B4-BE49-F238E27FC236}">
                <a16:creationId xmlns:a16="http://schemas.microsoft.com/office/drawing/2014/main" id="{1F144E3A-9EF1-CE1A-DB6F-16597AF5003A}"/>
              </a:ext>
            </a:extLst>
          </p:cNvPr>
          <p:cNvGraphicFramePr>
            <a:graphicFrameLocks/>
          </p:cNvGraphicFramePr>
          <p:nvPr/>
        </p:nvGraphicFramePr>
        <p:xfrm>
          <a:off x="8436030" y="3137439"/>
          <a:ext cx="2819677" cy="21613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1924024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993C7-58F8-061A-4A88-811489F30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413E8D-8658-78AF-1BCD-13B3FC98A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Що</a:t>
            </a:r>
            <a:r>
              <a:rPr lang="ru-RU" dirty="0">
                <a:solidFill>
                  <a:srgbClr val="000000"/>
                </a:solidFill>
                <a:latin typeface="Century Gothic" panose="020B0502020202020204" pitchFamily="34" charset="0"/>
              </a:rPr>
              <a:t> стало </a:t>
            </a:r>
            <a:r>
              <a:rPr lang="ru-RU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наслідком</a:t>
            </a:r>
            <a:r>
              <a:rPr lang="ru-RU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події</a:t>
            </a:r>
            <a:r>
              <a:rPr lang="ru-RU" dirty="0">
                <a:solidFill>
                  <a:srgbClr val="000000"/>
                </a:solidFill>
                <a:latin typeface="Century Gothic" panose="020B0502020202020204" pitchFamily="34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описаної</a:t>
            </a:r>
            <a:r>
              <a:rPr lang="ru-RU" dirty="0">
                <a:solidFill>
                  <a:srgbClr val="000000"/>
                </a:solidFill>
                <a:latin typeface="Century Gothic" panose="020B0502020202020204" pitchFamily="34" charset="0"/>
              </a:rPr>
              <a:t> в </a:t>
            </a:r>
            <a:r>
              <a:rPr lang="ru-RU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уривку</a:t>
            </a:r>
            <a:r>
              <a:rPr lang="ru-RU" dirty="0">
                <a:solidFill>
                  <a:srgbClr val="000000"/>
                </a:solidFill>
                <a:latin typeface="Century Gothic" panose="020B0502020202020204" pitchFamily="34" charset="0"/>
              </a:rPr>
              <a:t> з </a:t>
            </a:r>
            <a:r>
              <a:rPr lang="ru-RU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історичного</a:t>
            </a:r>
            <a:r>
              <a:rPr lang="ru-RU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джерела</a:t>
            </a:r>
            <a:r>
              <a:rPr lang="ru-RU" dirty="0">
                <a:solidFill>
                  <a:srgbClr val="000000"/>
                </a:solidFill>
                <a:latin typeface="Century Gothic" panose="020B0502020202020204" pitchFamily="34" charset="0"/>
              </a:rPr>
              <a:t>: 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9E30020-C69F-4F7A-77CB-7E4F950D89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l"/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«Року 1620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місяця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березня 22 дня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прибув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Москви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Києва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святійший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патріарх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Феофан…»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</a:p>
          <a:p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6FA8E9A-1F93-7EE4-58CC-C4277699216D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81344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5018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47499-7EBF-AE66-88ED-035AC97FA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CE53B0-9B21-B617-6335-88304B1AB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Прочитайте </a:t>
            </a:r>
            <a:r>
              <a:rPr lang="ru-RU" dirty="0" err="1"/>
              <a:t>уривок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 та </a:t>
            </a:r>
            <a:r>
              <a:rPr lang="ru-RU" dirty="0" err="1"/>
              <a:t>виконайте</a:t>
            </a:r>
            <a:r>
              <a:rPr lang="ru-RU" dirty="0"/>
              <a:t> </a:t>
            </a:r>
            <a:r>
              <a:rPr lang="ru-RU" dirty="0" err="1"/>
              <a:t>завдання</a:t>
            </a:r>
            <a:r>
              <a:rPr lang="ru-RU" dirty="0"/>
              <a:t>. </a:t>
            </a:r>
            <a:r>
              <a:rPr lang="ru-RU" dirty="0" err="1"/>
              <a:t>Описані</a:t>
            </a:r>
            <a:r>
              <a:rPr lang="ru-RU" dirty="0"/>
              <a:t> </a:t>
            </a:r>
            <a:r>
              <a:rPr lang="ru-RU" dirty="0" err="1"/>
              <a:t>події</a:t>
            </a:r>
            <a:r>
              <a:rPr lang="ru-RU" dirty="0"/>
              <a:t> </a:t>
            </a:r>
            <a:r>
              <a:rPr lang="ru-RU" dirty="0" err="1"/>
              <a:t>відбулися</a:t>
            </a:r>
            <a:r>
              <a:rPr lang="ru-RU" dirty="0"/>
              <a:t> </a:t>
            </a:r>
            <a:r>
              <a:rPr lang="ru-RU" dirty="0" err="1"/>
              <a:t>завдяки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C6D3E1F-2044-FE3D-C64E-047C79BA189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«Прибув... до Києва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святійший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патріарх єрусалимський Феофан… і був прийнятий з великою честю духовними та світськими людьми. Того ж року... висвятив на митрополію Київську чоловіка гідного й чесного. Іменем Йов Борецький… і з ним єпископів на різні місця...»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B4E226C-FD8F-995E-0549-890A223C9432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81344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4">
            <a:extLst>
              <a:ext uri="{FF2B5EF4-FFF2-40B4-BE49-F238E27FC236}">
                <a16:creationId xmlns:a16="http://schemas.microsoft.com/office/drawing/2014/main" id="{72AC6820-F33C-2994-2161-9D65646A1996}"/>
              </a:ext>
            </a:extLst>
          </p:cNvPr>
          <p:cNvGraphicFramePr>
            <a:graphicFrameLocks/>
          </p:cNvGraphicFramePr>
          <p:nvPr/>
        </p:nvGraphicFramePr>
        <p:xfrm>
          <a:off x="6181344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219770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2D6F6-EDCA-AE6B-B6DD-C42E1357C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A1CB16-BC08-4F46-6268-891A65306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Укажіть</a:t>
            </a:r>
            <a:r>
              <a:rPr lang="ru-RU" dirty="0"/>
              <a:t> </a:t>
            </a:r>
            <a:r>
              <a:rPr lang="ru-RU" dirty="0" err="1"/>
              <a:t>події</a:t>
            </a:r>
            <a:r>
              <a:rPr lang="ru-RU" dirty="0"/>
              <a:t> культурного </a:t>
            </a:r>
            <a:r>
              <a:rPr lang="ru-RU" dirty="0" err="1"/>
              <a:t>життя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 в </a:t>
            </a:r>
            <a:r>
              <a:rPr lang="ru-RU" dirty="0" err="1"/>
              <a:t>другій</a:t>
            </a:r>
            <a:r>
              <a:rPr lang="ru-RU" dirty="0"/>
              <a:t> </a:t>
            </a:r>
            <a:r>
              <a:rPr lang="ru-RU" dirty="0" err="1"/>
              <a:t>половині</a:t>
            </a:r>
            <a:r>
              <a:rPr lang="ru-RU" dirty="0"/>
              <a:t> XVI — </a:t>
            </a:r>
            <a:r>
              <a:rPr lang="ru-RU" dirty="0" err="1"/>
              <a:t>першій</a:t>
            </a:r>
            <a:r>
              <a:rPr lang="ru-RU" dirty="0"/>
              <a:t> </a:t>
            </a:r>
            <a:r>
              <a:rPr lang="ru-RU" dirty="0" err="1"/>
              <a:t>половині</a:t>
            </a:r>
            <a:r>
              <a:rPr lang="ru-RU" dirty="0"/>
              <a:t> XVII ст.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E237F8E-2584-598C-FAE3-358452AA7AF8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298448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0A6A72ED-001B-3FCE-AD81-E9BCBEFDEB5C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81344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011473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A89D5-851F-96FB-1D65-EE60FE858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19F92A-A05D-0837-B939-61020CF44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Прочитайте фрагмент </a:t>
            </a:r>
            <a:r>
              <a:rPr lang="ru-RU" dirty="0" err="1"/>
              <a:t>історичного</a:t>
            </a:r>
            <a:r>
              <a:rPr lang="ru-RU" dirty="0"/>
              <a:t> документа та </a:t>
            </a:r>
            <a:r>
              <a:rPr lang="ru-RU" dirty="0" err="1"/>
              <a:t>виконайте</a:t>
            </a:r>
            <a:r>
              <a:rPr lang="ru-RU" dirty="0"/>
              <a:t> </a:t>
            </a:r>
            <a:r>
              <a:rPr lang="ru-RU" dirty="0" err="1"/>
              <a:t>завдання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D385BAA-49F2-CB0B-FDDC-CE1181F6C4D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«1. Усім уніатам і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неуніатам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надається право вільного відправлення свого богослужіння,.. ремонтувати свої церкви й будувати нові…</a:t>
            </a:r>
            <a:endParaRPr lang="uk-UA" b="0" i="0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  <a:p>
            <a:pPr algn="l"/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3. Те ж саме треба розуміти й щодо Львівського, Луцького, Перемишльського й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Мстиславського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владик й архімандритів Печерського й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Унівського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…»</a:t>
            </a:r>
            <a:endParaRPr lang="uk-UA" b="0" i="0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  <a:p>
            <a:endParaRPr lang="uk-UA" dirty="0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FE025BE-F145-5CB1-5F40-C335930B56E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uk-UA" i="1" dirty="0">
                <a:solidFill>
                  <a:srgbClr val="000000"/>
                </a:solidFill>
                <a:latin typeface="Century Gothic" panose="020B0502020202020204" pitchFamily="34" charset="0"/>
              </a:rPr>
              <a:t>2. …церква </a:t>
            </a:r>
            <a:r>
              <a:rPr lang="uk-UA" i="1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Св</a:t>
            </a:r>
            <a:r>
              <a:rPr lang="uk-UA" i="1" dirty="0">
                <a:solidFill>
                  <a:srgbClr val="000000"/>
                </a:solidFill>
                <a:latin typeface="Century Gothic" panose="020B0502020202020204" pitchFamily="34" charset="0"/>
              </a:rPr>
              <a:t>. Софії київська з підданими, що живуть навколо неї, повинна   залишатися за </a:t>
            </a:r>
            <a:r>
              <a:rPr lang="uk-UA" i="1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неуніатами</a:t>
            </a:r>
            <a:r>
              <a:rPr lang="uk-UA" i="1" dirty="0">
                <a:solidFill>
                  <a:srgbClr val="000000"/>
                </a:solidFill>
                <a:latin typeface="Century Gothic" panose="020B0502020202020204" pitchFamily="34" charset="0"/>
              </a:rPr>
              <a:t> й митрополитом, що має посвяту від патріарха константинопольського; він, митрополит, за давніми правами й звичаями, повинен обиратися з-поміж руської шляхти духовними й світськими обивателями Корони [Польської] і Великого князівства Литовського релігії грецької, що не перебувають в унії і мають привілеї з боку короля…</a:t>
            </a:r>
            <a:endParaRPr lang="uk-UA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endParaRPr lang="uk-UA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42D597A-7786-D0F7-511E-55509C381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0345" y="755552"/>
            <a:ext cx="1192506" cy="1667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418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9E1F2-FB6D-F5DA-4576-39BA77BD7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D5A666-4CE2-92EB-ABB2-E870759F4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Прочитайте фрагмент </a:t>
            </a:r>
            <a:r>
              <a:rPr lang="ru-RU" dirty="0" err="1"/>
              <a:t>історичного</a:t>
            </a:r>
            <a:r>
              <a:rPr lang="ru-RU" dirty="0"/>
              <a:t> документа та </a:t>
            </a:r>
            <a:r>
              <a:rPr lang="ru-RU" dirty="0" err="1"/>
              <a:t>виконайте</a:t>
            </a:r>
            <a:r>
              <a:rPr lang="ru-RU" dirty="0"/>
              <a:t> </a:t>
            </a:r>
            <a:r>
              <a:rPr lang="ru-RU" dirty="0" err="1"/>
              <a:t>завдання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FCB48AE-C2C2-2C75-DEC2-5237524EA1B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«1. Усім уніатам і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неуніатам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надається право вільного відправлення свого богослужіння,.. ремонтувати свої церкви й будувати нові…</a:t>
            </a:r>
            <a:endParaRPr lang="uk-UA" b="0" i="0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  <a:p>
            <a:pPr algn="l"/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3. Те ж саме треба розуміти й щодо Львівського, Луцького, Перемишльського й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Мстиславського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владик й архімандритів Печерського й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Унівського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…»</a:t>
            </a:r>
            <a:endParaRPr lang="uk-UA" b="0" i="0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  <a:p>
            <a:endParaRPr lang="uk-UA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5298A11-79CA-4059-41DF-D0B6DDB4E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0345" y="755552"/>
            <a:ext cx="1192506" cy="1667608"/>
          </a:xfrm>
          <a:prstGeom prst="rect">
            <a:avLst/>
          </a:prstGeom>
        </p:spPr>
      </p:pic>
      <p:graphicFrame>
        <p:nvGraphicFramePr>
          <p:cNvPr id="8" name="Місце для вмісту 7">
            <a:extLst>
              <a:ext uri="{FF2B5EF4-FFF2-40B4-BE49-F238E27FC236}">
                <a16:creationId xmlns:a16="http://schemas.microsoft.com/office/drawing/2014/main" id="{F6E0078B-467E-5CDE-C428-B63AFEC3861D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81725" y="2560638"/>
          <a:ext cx="4718050" cy="33099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0" name="Місце для вмісту 7">
            <a:extLst>
              <a:ext uri="{FF2B5EF4-FFF2-40B4-BE49-F238E27FC236}">
                <a16:creationId xmlns:a16="http://schemas.microsoft.com/office/drawing/2014/main" id="{F05F4C40-FC2F-8D13-8FDC-AAC0328BC47A}"/>
              </a:ext>
            </a:extLst>
          </p:cNvPr>
          <p:cNvGraphicFramePr>
            <a:graphicFrameLocks/>
          </p:cNvGraphicFramePr>
          <p:nvPr/>
        </p:nvGraphicFramePr>
        <p:xfrm>
          <a:off x="6181725" y="2560511"/>
          <a:ext cx="4718050" cy="33099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1232100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AsOne/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43E60-334B-E74B-9D96-E2EB9660D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0BAC9B-511A-9260-A5C5-1F83935D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Укажіть</a:t>
            </a:r>
            <a:r>
              <a:rPr lang="ru-RU" dirty="0"/>
              <a:t> портрет </a:t>
            </a:r>
            <a:r>
              <a:rPr lang="ru-RU" dirty="0" err="1"/>
              <a:t>діяча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унаслідок</a:t>
            </a:r>
            <a:r>
              <a:rPr lang="ru-RU" dirty="0"/>
              <a:t> </a:t>
            </a:r>
            <a:r>
              <a:rPr lang="ru-RU" dirty="0" err="1"/>
              <a:t>виконання</a:t>
            </a:r>
            <a:r>
              <a:rPr lang="ru-RU" dirty="0"/>
              <a:t> умов </a:t>
            </a:r>
            <a:r>
              <a:rPr lang="ru-RU" dirty="0" err="1"/>
              <a:t>цитованого</a:t>
            </a:r>
            <a:r>
              <a:rPr lang="ru-RU" dirty="0"/>
              <a:t> документа </a:t>
            </a:r>
            <a:r>
              <a:rPr lang="ru-RU" dirty="0" err="1"/>
              <a:t>очолив</a:t>
            </a:r>
            <a:r>
              <a:rPr lang="ru-RU" dirty="0"/>
              <a:t> </a:t>
            </a:r>
            <a:r>
              <a:rPr lang="ru-RU" dirty="0" err="1"/>
              <a:t>православну</a:t>
            </a:r>
            <a:r>
              <a:rPr lang="ru-RU" dirty="0"/>
              <a:t> </a:t>
            </a:r>
            <a:r>
              <a:rPr lang="ru-RU" dirty="0" err="1"/>
              <a:t>церкву</a:t>
            </a:r>
            <a:r>
              <a:rPr lang="ru-RU" dirty="0"/>
              <a:t>.</a:t>
            </a:r>
            <a:endParaRPr lang="uk-UA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287EEC9-EAB7-4B65-A65F-AE689D32625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98575" y="3356921"/>
            <a:ext cx="4718050" cy="1717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E8D1C292-70D9-1849-95F2-17F8EECF8B6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pPr algn="l"/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«1. Усім уніатам і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неуніатам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надається право вільного відправлення свого богослужіння,.. ремонтувати свої церкви й будувати нові…</a:t>
            </a:r>
            <a:endParaRPr lang="uk-UA" b="0" i="0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  <a:p>
            <a:pPr algn="l"/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2. …церква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Софії київська з підданими, що живуть навколо неї, повинна   залишатися за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неуніатами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й митрополитом, що має посвяту від патріарха константинопольського; він, митрополит, за давніми правами й звичаями, повинен обиратися з-поміж руської шляхти духовними й світськими обивателями Корони [Польської] і Великого князівства Литовського релігії грецької, що не перебувають в унії і мають привілеї з боку короля…</a:t>
            </a:r>
            <a:endParaRPr lang="uk-UA" b="0" i="0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  <a:p>
            <a:pPr algn="l"/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3. Те ж саме треба розуміти й щодо Львівського, Луцького, Перемишльського й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Мстиславського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владик й архімандритів Печерського й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Унівського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…»</a:t>
            </a:r>
            <a:endParaRPr lang="uk-UA" b="0" i="0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  <a:p>
            <a:endParaRPr lang="uk-UA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7380B9C-BEF3-0344-FF94-BBC6AD6A6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0345" y="755552"/>
            <a:ext cx="1192506" cy="1667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299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53CB0-7767-0F98-CB92-1213366E0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052703-AFFC-46B7-3F4F-95A3B5A71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 </a:t>
            </a:r>
            <a:r>
              <a:rPr lang="ru-RU" dirty="0" err="1"/>
              <a:t>якою</a:t>
            </a:r>
            <a:r>
              <a:rPr lang="ru-RU" dirty="0"/>
              <a:t> метою </a:t>
            </a:r>
            <a:r>
              <a:rPr lang="ru-RU" dirty="0" err="1"/>
              <a:t>ухвалено</a:t>
            </a:r>
            <a:r>
              <a:rPr lang="ru-RU" dirty="0"/>
              <a:t> </a:t>
            </a:r>
            <a:r>
              <a:rPr lang="ru-RU" dirty="0" err="1"/>
              <a:t>цитований</a:t>
            </a:r>
            <a:r>
              <a:rPr lang="ru-RU" dirty="0"/>
              <a:t> документ?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894A468-70D6-2B82-91AE-A4F4A7CCF321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298448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D081B225-8E59-A6E1-4C3F-37D08A9111D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pPr algn="l"/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«1. Усім уніатам і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неуніатам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надається право вільного відправлення свого богослужіння,.. ремонтувати свої церкви й будувати нові…</a:t>
            </a:r>
            <a:endParaRPr lang="uk-UA" b="0" i="0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  <a:p>
            <a:pPr algn="l"/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2. …церква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Софії київська з підданими, що живуть навколо неї, повинна   залишатися за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неуніатами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й митрополитом, що має посвяту від патріарха константинопольського; він, митрополит, за давніми правами й звичаями, повинен обиратися з-поміж руської шляхти духовними й світськими обивателями Корони [Польської] і Великого князівства Литовського релігії грецької, що не перебувають в унії і мають привілеї з боку короля…</a:t>
            </a:r>
            <a:endParaRPr lang="uk-UA" b="0" i="0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  <a:p>
            <a:pPr algn="l"/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3. Те ж саме треба розуміти й щодо Львівського, Луцького, Перемишльського й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Мстиславського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владик й архімандритів Печерського й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Унівського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…»</a:t>
            </a:r>
            <a:endParaRPr lang="uk-UA" b="0" i="0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  <a:p>
            <a:endParaRPr lang="uk-UA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ED4C1A8-D00C-50F6-F464-A1CB0CF2CB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00345" y="755552"/>
            <a:ext cx="1192506" cy="1667608"/>
          </a:xfrm>
          <a:prstGeom prst="rect">
            <a:avLst/>
          </a:prstGeom>
        </p:spPr>
      </p:pic>
      <p:graphicFrame>
        <p:nvGraphicFramePr>
          <p:cNvPr id="3" name="Місце для вмісту 4">
            <a:extLst>
              <a:ext uri="{FF2B5EF4-FFF2-40B4-BE49-F238E27FC236}">
                <a16:creationId xmlns:a16="http://schemas.microsoft.com/office/drawing/2014/main" id="{69D5F031-F5E6-D73A-D869-546CC177D5F3}"/>
              </a:ext>
            </a:extLst>
          </p:cNvPr>
          <p:cNvGraphicFramePr>
            <a:graphicFrameLocks/>
          </p:cNvGraphicFramePr>
          <p:nvPr/>
        </p:nvGraphicFramePr>
        <p:xfrm>
          <a:off x="1298448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498895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4BA42-2688-F0AA-6D44-283EAA9B0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20CA9A-2799-EFD4-2E51-E903AC829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/>
              <a:t>Одна з </a:t>
            </a:r>
            <a:r>
              <a:rPr lang="ru-RU" sz="3600" dirty="0" err="1"/>
              <a:t>перших</a:t>
            </a:r>
            <a:r>
              <a:rPr lang="ru-RU" sz="3600" dirty="0"/>
              <a:t> </a:t>
            </a:r>
            <a:r>
              <a:rPr lang="ru-RU" sz="3600" dirty="0" err="1"/>
              <a:t>рукописних</a:t>
            </a:r>
            <a:r>
              <a:rPr lang="ru-RU" sz="3600" dirty="0"/>
              <a:t> книг, </a:t>
            </a:r>
            <a:r>
              <a:rPr lang="ru-RU" sz="3600" dirty="0" err="1"/>
              <a:t>перекладена</a:t>
            </a:r>
            <a:r>
              <a:rPr lang="ru-RU" sz="3600" dirty="0"/>
              <a:t> </a:t>
            </a:r>
            <a:r>
              <a:rPr lang="ru-RU" sz="3600" dirty="0" err="1"/>
              <a:t>тогочасною</a:t>
            </a:r>
            <a:r>
              <a:rPr lang="ru-RU" sz="3600" dirty="0"/>
              <a:t> </a:t>
            </a:r>
            <a:r>
              <a:rPr lang="ru-RU" sz="3600" dirty="0" err="1"/>
              <a:t>українською</a:t>
            </a:r>
            <a:r>
              <a:rPr lang="ru-RU" sz="3600" dirty="0"/>
              <a:t> мовою </a:t>
            </a:r>
            <a:r>
              <a:rPr lang="ru-RU" sz="3600" dirty="0" err="1"/>
              <a:t>під</a:t>
            </a:r>
            <a:r>
              <a:rPr lang="ru-RU" sz="3600" dirty="0"/>
              <a:t> </a:t>
            </a:r>
            <a:r>
              <a:rPr lang="ru-RU" sz="3600" dirty="0" err="1"/>
              <a:t>впливом</a:t>
            </a:r>
            <a:r>
              <a:rPr lang="ru-RU" sz="3600" dirty="0"/>
              <a:t> </a:t>
            </a:r>
            <a:r>
              <a:rPr lang="ru-RU" sz="3600" dirty="0" err="1"/>
              <a:t>подій</a:t>
            </a:r>
            <a:r>
              <a:rPr lang="ru-RU" sz="3600" dirty="0"/>
              <a:t> </a:t>
            </a:r>
            <a:r>
              <a:rPr lang="ru-RU" sz="3600" dirty="0" err="1"/>
              <a:t>європейської</a:t>
            </a:r>
            <a:r>
              <a:rPr lang="ru-RU" sz="3600" dirty="0"/>
              <a:t> </a:t>
            </a:r>
            <a:r>
              <a:rPr lang="ru-RU" sz="3600" dirty="0" err="1"/>
              <a:t>Реформації</a:t>
            </a:r>
            <a:r>
              <a:rPr lang="ru-RU" sz="3600" dirty="0"/>
              <a:t>, — </a:t>
            </a:r>
            <a:r>
              <a:rPr lang="ru-RU" sz="3600" dirty="0" err="1"/>
              <a:t>це</a:t>
            </a:r>
            <a:endParaRPr lang="uk-UA" sz="36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626BF0B-7ABF-9AEB-4B6B-F0E83DCA98C4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298448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 descr="Презентація &quot;Реформація&quot;">
            <a:extLst>
              <a:ext uri="{FF2B5EF4-FFF2-40B4-BE49-F238E27FC236}">
                <a16:creationId xmlns:a16="http://schemas.microsoft.com/office/drawing/2014/main" id="{806C4614-C63C-522B-DD52-4ADDE291276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125" y="2560638"/>
            <a:ext cx="4413249" cy="3309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79906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13A9-A557-FACA-6B76-731B42D9B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DCDFAE-9D9B-7A69-683B-386B89592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1632 р. -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рік</a:t>
            </a:r>
            <a:r>
              <a:rPr lang="ru-RU" dirty="0"/>
              <a:t> </a:t>
            </a:r>
            <a:r>
              <a:rPr lang="ru-RU" dirty="0" err="1"/>
              <a:t>створення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FB94F6D-E2D3-5069-B16B-F3B62A2670F7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298448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0" name="Picture 2" descr="Презентація на тему &quot;Києво-Могилянська академія&quot; | Презентація. Історія  України">
            <a:extLst>
              <a:ext uri="{FF2B5EF4-FFF2-40B4-BE49-F238E27FC236}">
                <a16:creationId xmlns:a16="http://schemas.microsoft.com/office/drawing/2014/main" id="{92740232-49C8-4883-2901-BC7A13ADFE7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0161" y="2971800"/>
            <a:ext cx="4655126" cy="2438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6076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DE76C-F5A6-961C-79A3-05B672FDD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2E5036-9AF6-5351-9FC1-E54D1523D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Укажіть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особливості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розвитку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української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культури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другої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половини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XVI —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першої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половини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XVII ст.</a:t>
            </a:r>
            <a:endParaRPr lang="uk-UA" sz="36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ACE18C6-2A85-FA5D-8F26-7B407645CB9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Поява козацького літописання та історичної прози.</a:t>
            </a:r>
          </a:p>
          <a:p>
            <a:pPr algn="l"/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Становлення української професійної музики.</a:t>
            </a:r>
          </a:p>
          <a:p>
            <a:pPr algn="l"/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Поява та поширення книгодрукування.</a:t>
            </a:r>
          </a:p>
          <a:p>
            <a:pPr algn="l"/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Поява полемічної літератури.</a:t>
            </a:r>
          </a:p>
          <a:p>
            <a:pPr algn="l"/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Зародження класицизму в архітектурі.</a:t>
            </a:r>
          </a:p>
          <a:p>
            <a:pPr algn="l"/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Поява монументальної скульптури та портретного живопису.</a:t>
            </a:r>
          </a:p>
          <a:p>
            <a:endParaRPr lang="uk-UA" dirty="0"/>
          </a:p>
        </p:txBody>
      </p:sp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C1FA9E9A-7F75-0D7D-D3EA-FB959FD0352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5502" y="2476717"/>
            <a:ext cx="4718050" cy="1591829"/>
          </a:xfr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B6FF540-3DCC-387B-B0BE-049FC62AF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250" y="4229602"/>
            <a:ext cx="4718050" cy="1331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0892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9C933-2B11-EFBF-F9CD-B2F646F50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35114B-7E4D-0821-B837-01026152F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/>
              <a:t>Про </a:t>
            </a:r>
            <a:r>
              <a:rPr lang="ru-RU" sz="3600" dirty="0" err="1"/>
              <a:t>появу</a:t>
            </a:r>
            <a:r>
              <a:rPr lang="ru-RU" sz="3600" dirty="0"/>
              <a:t> </a:t>
            </a:r>
            <a:r>
              <a:rPr lang="ru-RU" sz="3600" dirty="0" err="1"/>
              <a:t>якого</a:t>
            </a:r>
            <a:r>
              <a:rPr lang="ru-RU" sz="3600" dirty="0"/>
              <a:t> </a:t>
            </a:r>
            <a:r>
              <a:rPr lang="ru-RU" sz="3600" dirty="0" err="1"/>
              <a:t>явища</a:t>
            </a:r>
            <a:r>
              <a:rPr lang="ru-RU" sz="3600" dirty="0"/>
              <a:t> в театральному </a:t>
            </a:r>
            <a:r>
              <a:rPr lang="ru-RU" sz="3600" dirty="0" err="1"/>
              <a:t>мистецтві</a:t>
            </a:r>
            <a:r>
              <a:rPr lang="ru-RU" sz="3600" dirty="0"/>
              <a:t> </a:t>
            </a:r>
            <a:r>
              <a:rPr lang="ru-RU" sz="3600" dirty="0" err="1"/>
              <a:t>йдеться</a:t>
            </a:r>
            <a:r>
              <a:rPr lang="ru-RU" sz="3600" dirty="0"/>
              <a:t> в </a:t>
            </a:r>
            <a:r>
              <a:rPr lang="ru-RU" sz="3600" dirty="0" err="1"/>
              <a:t>уривку</a:t>
            </a:r>
            <a:r>
              <a:rPr lang="ru-RU" sz="3600" dirty="0"/>
              <a:t> з </a:t>
            </a:r>
            <a:r>
              <a:rPr lang="ru-RU" sz="3600" dirty="0" err="1"/>
              <a:t>історичного</a:t>
            </a:r>
            <a:r>
              <a:rPr lang="ru-RU" sz="3600" dirty="0"/>
              <a:t> </a:t>
            </a:r>
            <a:r>
              <a:rPr lang="ru-RU" sz="3600" dirty="0" err="1"/>
              <a:t>джерела</a:t>
            </a:r>
            <a:r>
              <a:rPr lang="ru-RU" sz="3600" dirty="0"/>
              <a:t>?</a:t>
            </a:r>
            <a:endParaRPr lang="uk-UA" sz="36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84DED17-9053-F592-CFC2-E7BAC1B1C2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братських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школах,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академіях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учні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писали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вірші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промови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потім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виголошували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їх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Виконавці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виходили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сцену й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декламували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текст,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об’єднаний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спільною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темою.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Шкільні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вистави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присвячувалися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християнським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святам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впливовим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особам,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важливим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подіям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Вистава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тривала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досить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довго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тому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глядачам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давали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перепочинок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пропонуючи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їхній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увазі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перервах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між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діями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спектаклю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театралізовані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сценки народно-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побутової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тематики».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1914096-8F96-7FDA-4B2E-CCC60807FE07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81344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532665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20F06-C1C4-F6CD-7CC8-20368AEE7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8250A2-F047-F4AF-8ED6-27D35FCDF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 err="1"/>
              <a:t>Які</a:t>
            </a:r>
            <a:r>
              <a:rPr lang="ru-RU" sz="3600" dirty="0"/>
              <a:t> </a:t>
            </a:r>
            <a:r>
              <a:rPr lang="ru-RU" sz="3600" dirty="0" err="1"/>
              <a:t>події</a:t>
            </a:r>
            <a:r>
              <a:rPr lang="ru-RU" sz="3600" dirty="0"/>
              <a:t> </a:t>
            </a:r>
            <a:r>
              <a:rPr lang="ru-RU" sz="3600" dirty="0" err="1"/>
              <a:t>національно</a:t>
            </a:r>
            <a:r>
              <a:rPr lang="ru-RU" sz="3600" dirty="0"/>
              <a:t>-культурного </a:t>
            </a:r>
            <a:r>
              <a:rPr lang="ru-RU" sz="3600" dirty="0" err="1"/>
              <a:t>життя</a:t>
            </a:r>
            <a:r>
              <a:rPr lang="ru-RU" sz="3600" dirty="0"/>
              <a:t> </a:t>
            </a:r>
            <a:r>
              <a:rPr lang="ru-RU" sz="3600" dirty="0" err="1"/>
              <a:t>України</a:t>
            </a:r>
            <a:r>
              <a:rPr lang="ru-RU" sz="3600" dirty="0"/>
              <a:t> </a:t>
            </a:r>
            <a:r>
              <a:rPr lang="ru-RU" sz="3600" dirty="0" err="1"/>
              <a:t>відбулися</a:t>
            </a:r>
            <a:r>
              <a:rPr lang="ru-RU" sz="3600" dirty="0"/>
              <a:t> в </a:t>
            </a:r>
            <a:r>
              <a:rPr lang="ru-RU" sz="3600" dirty="0" err="1"/>
              <a:t>другій</a:t>
            </a:r>
            <a:r>
              <a:rPr lang="ru-RU" sz="3600" dirty="0"/>
              <a:t> </a:t>
            </a:r>
            <a:r>
              <a:rPr lang="ru-RU" sz="3600" dirty="0" err="1"/>
              <a:t>половині</a:t>
            </a:r>
            <a:r>
              <a:rPr lang="ru-RU" sz="3600" dirty="0"/>
              <a:t> XVI – </a:t>
            </a:r>
            <a:r>
              <a:rPr lang="ru-RU" sz="3600" dirty="0" err="1"/>
              <a:t>першій</a:t>
            </a:r>
            <a:r>
              <a:rPr lang="ru-RU" sz="3600" dirty="0"/>
              <a:t> </a:t>
            </a:r>
            <a:r>
              <a:rPr lang="ru-RU" sz="3600" dirty="0" err="1"/>
              <a:t>половині</a:t>
            </a:r>
            <a:r>
              <a:rPr lang="ru-RU" sz="3600" dirty="0"/>
              <a:t> XVII ст.?</a:t>
            </a:r>
            <a:endParaRPr lang="uk-UA" sz="36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5851A2A-DC65-55B8-303B-31A221062DED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298448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92CA0D3E-6348-37BD-E61A-B5EB0C052667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81344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6445590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AC80B-EE55-3C68-EF2E-866EC4F26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14CDF2-6EB3-7F83-46A0-FAD2129A4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Частина 3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DC5B2D77-DB16-ED33-073C-E961132EB5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https://forms.gle/d5GaUjce4xfgZsMT7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3799633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6B166-2AB1-CD60-87A0-9BF32F455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811C0A-D880-BA45-CCDA-C2D99E057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Прочитайте </a:t>
            </a:r>
            <a:r>
              <a:rPr lang="ru-RU" dirty="0" err="1"/>
              <a:t>уривок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 та </a:t>
            </a:r>
            <a:r>
              <a:rPr lang="ru-RU" dirty="0" err="1"/>
              <a:t>виконайте</a:t>
            </a:r>
            <a:r>
              <a:rPr lang="ru-RU" dirty="0"/>
              <a:t> </a:t>
            </a:r>
            <a:r>
              <a:rPr lang="ru-RU" dirty="0" err="1"/>
              <a:t>завдання</a:t>
            </a:r>
            <a:r>
              <a:rPr lang="ru-RU" dirty="0"/>
              <a:t>. В </a:t>
            </a:r>
            <a:r>
              <a:rPr lang="ru-RU" dirty="0" err="1"/>
              <a:t>уривку</a:t>
            </a:r>
            <a:r>
              <a:rPr lang="ru-RU" dirty="0"/>
              <a:t> </a:t>
            </a:r>
            <a:r>
              <a:rPr lang="ru-RU" dirty="0" err="1"/>
              <a:t>йдеться</a:t>
            </a:r>
            <a:r>
              <a:rPr lang="ru-RU" dirty="0"/>
              <a:t> про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8DC412-C2CF-4CDA-6ADD-AE878349361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i="1" dirty="0"/>
              <a:t>«</a:t>
            </a:r>
            <a:r>
              <a:rPr lang="ru-RU" i="1" dirty="0" err="1"/>
              <a:t>Після</a:t>
            </a:r>
            <a:r>
              <a:rPr lang="ru-RU" i="1" dirty="0"/>
              <a:t> </a:t>
            </a:r>
            <a:r>
              <a:rPr lang="ru-RU" i="1" dirty="0" err="1"/>
              <a:t>раптового</a:t>
            </a:r>
            <a:r>
              <a:rPr lang="ru-RU" i="1" dirty="0"/>
              <a:t> </a:t>
            </a:r>
            <a:r>
              <a:rPr lang="ru-RU" i="1" dirty="0" err="1"/>
              <a:t>вторгнення</a:t>
            </a:r>
            <a:r>
              <a:rPr lang="ru-RU" i="1" dirty="0"/>
              <a:t> </a:t>
            </a:r>
            <a:r>
              <a:rPr lang="ru-RU" i="1" dirty="0" err="1"/>
              <a:t>запорожців</a:t>
            </a:r>
            <a:r>
              <a:rPr lang="ru-RU" i="1" dirty="0"/>
              <a:t> у </a:t>
            </a:r>
            <a:r>
              <a:rPr lang="ru-RU" i="1" dirty="0" err="1"/>
              <a:t>табір</a:t>
            </a:r>
            <a:r>
              <a:rPr lang="ru-RU" i="1" dirty="0"/>
              <a:t> Османа турками </a:t>
            </a:r>
            <a:r>
              <a:rPr lang="ru-RU" i="1" dirty="0" err="1"/>
              <a:t>оволоділа</a:t>
            </a:r>
            <a:r>
              <a:rPr lang="ru-RU" i="1" dirty="0"/>
              <a:t> </a:t>
            </a:r>
            <a:r>
              <a:rPr lang="ru-RU" i="1" dirty="0" err="1"/>
              <a:t>паніка</a:t>
            </a:r>
            <a:r>
              <a:rPr lang="ru-RU" i="1" dirty="0"/>
              <a:t>: сам Осман, </a:t>
            </a:r>
            <a:r>
              <a:rPr lang="ru-RU" i="1" dirty="0" err="1"/>
              <a:t>який</a:t>
            </a:r>
            <a:r>
              <a:rPr lang="ru-RU" i="1" dirty="0"/>
              <a:t> </a:t>
            </a:r>
            <a:r>
              <a:rPr lang="ru-RU" i="1" dirty="0" err="1"/>
              <a:t>ще</a:t>
            </a:r>
            <a:r>
              <a:rPr lang="ru-RU" i="1" dirty="0"/>
              <a:t> недавно думав, </a:t>
            </a:r>
            <a:r>
              <a:rPr lang="ru-RU" i="1" dirty="0" err="1"/>
              <a:t>що</a:t>
            </a:r>
            <a:r>
              <a:rPr lang="ru-RU" i="1" dirty="0"/>
              <a:t> </a:t>
            </a:r>
            <a:r>
              <a:rPr lang="ru-RU" i="1" dirty="0" err="1"/>
              <a:t>немає</a:t>
            </a:r>
            <a:r>
              <a:rPr lang="ru-RU" i="1" dirty="0"/>
              <a:t> </a:t>
            </a:r>
            <a:r>
              <a:rPr lang="ru-RU" i="1" dirty="0" err="1"/>
              <a:t>нікого</a:t>
            </a:r>
            <a:r>
              <a:rPr lang="ru-RU" i="1" dirty="0"/>
              <a:t> у </a:t>
            </a:r>
            <a:r>
              <a:rPr lang="ru-RU" i="1" dirty="0" err="1"/>
              <a:t>світі</a:t>
            </a:r>
            <a:r>
              <a:rPr lang="ru-RU" i="1" dirty="0"/>
              <a:t> </a:t>
            </a:r>
            <a:r>
              <a:rPr lang="ru-RU" i="1" dirty="0" err="1"/>
              <a:t>могутнішого</a:t>
            </a:r>
            <a:r>
              <a:rPr lang="ru-RU" i="1" dirty="0"/>
              <a:t> за </a:t>
            </a:r>
            <a:r>
              <a:rPr lang="ru-RU" i="1" dirty="0" err="1"/>
              <a:t>нього</a:t>
            </a:r>
            <a:r>
              <a:rPr lang="ru-RU" i="1" dirty="0"/>
              <a:t>, </a:t>
            </a:r>
            <a:r>
              <a:rPr lang="ru-RU" i="1" dirty="0" err="1"/>
              <a:t>тепер</a:t>
            </a:r>
            <a:r>
              <a:rPr lang="ru-RU" i="1" dirty="0"/>
              <a:t> на </a:t>
            </a:r>
            <a:r>
              <a:rPr lang="ru-RU" i="1" dirty="0" err="1"/>
              <a:t>власні</a:t>
            </a:r>
            <a:r>
              <a:rPr lang="ru-RU" i="1" dirty="0"/>
              <a:t> </a:t>
            </a:r>
            <a:r>
              <a:rPr lang="ru-RU" i="1" dirty="0" err="1"/>
              <a:t>очі</a:t>
            </a:r>
            <a:r>
              <a:rPr lang="ru-RU" i="1" dirty="0"/>
              <a:t> </a:t>
            </a:r>
            <a:r>
              <a:rPr lang="ru-RU" i="1" dirty="0" err="1"/>
              <a:t>побачив</a:t>
            </a:r>
            <a:r>
              <a:rPr lang="ru-RU" i="1" dirty="0"/>
              <a:t> </a:t>
            </a:r>
            <a:r>
              <a:rPr lang="ru-RU" i="1" dirty="0" err="1"/>
              <a:t>усю</a:t>
            </a:r>
            <a:r>
              <a:rPr lang="ru-RU" i="1" dirty="0"/>
              <a:t> </a:t>
            </a:r>
            <a:r>
              <a:rPr lang="ru-RU" i="1" dirty="0" err="1"/>
              <a:t>хиткість</a:t>
            </a:r>
            <a:r>
              <a:rPr lang="ru-RU" i="1" dirty="0"/>
              <a:t> </a:t>
            </a:r>
            <a:r>
              <a:rPr lang="ru-RU" i="1" dirty="0" err="1"/>
              <a:t>свого</a:t>
            </a:r>
            <a:r>
              <a:rPr lang="ru-RU" i="1" dirty="0"/>
              <a:t> становища...»</a:t>
            </a:r>
            <a:endParaRPr lang="ru-RU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96BC2DA-C416-652E-8D08-F5DEC423EFC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81344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322965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B50EE-2AC8-3586-1FD2-8D0D24163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6B692A-F4C9-C460-96D8-69C045958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Проаналізуйте</a:t>
            </a:r>
            <a:r>
              <a:rPr lang="ru-RU" dirty="0"/>
              <a:t> </a:t>
            </a:r>
            <a:r>
              <a:rPr lang="ru-RU" dirty="0" err="1"/>
              <a:t>наведені</a:t>
            </a:r>
            <a:r>
              <a:rPr lang="ru-RU" dirty="0"/>
              <a:t> </a:t>
            </a:r>
            <a:r>
              <a:rPr lang="ru-RU" dirty="0" err="1"/>
              <a:t>твердження</a:t>
            </a:r>
            <a:r>
              <a:rPr lang="ru-RU" dirty="0"/>
              <a:t> та </a:t>
            </a:r>
            <a:r>
              <a:rPr lang="ru-RU" dirty="0" err="1"/>
              <a:t>вкажіть</a:t>
            </a:r>
            <a:r>
              <a:rPr lang="ru-RU" dirty="0"/>
              <a:t> </a:t>
            </a:r>
            <a:r>
              <a:rPr lang="ru-RU" dirty="0" err="1"/>
              <a:t>правильне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88087F35-9C36-16C9-2095-179BA14C9EBE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298448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Місце для вмісту 2">
            <a:extLst>
              <a:ext uri="{FF2B5EF4-FFF2-40B4-BE49-F238E27FC236}">
                <a16:creationId xmlns:a16="http://schemas.microsoft.com/office/drawing/2014/main" id="{EAE597C7-7C67-7C97-5383-D5ACF6EF983E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81344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066486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6995F-7DF2-329D-9216-119B1C21C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273DD1-6A0D-1F87-6F91-0A912C38C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Діяльність</a:t>
            </a:r>
            <a:r>
              <a:rPr lang="ru-RU" dirty="0"/>
              <a:t> </a:t>
            </a:r>
            <a:r>
              <a:rPr lang="ru-RU" dirty="0" err="1"/>
              <a:t>якого</a:t>
            </a:r>
            <a:r>
              <a:rPr lang="ru-RU" dirty="0"/>
              <a:t> </a:t>
            </a:r>
            <a:r>
              <a:rPr lang="ru-RU" dirty="0" err="1"/>
              <a:t>гетьмана</a:t>
            </a:r>
            <a:r>
              <a:rPr lang="ru-RU" dirty="0"/>
              <a:t> так </a:t>
            </a:r>
            <a:r>
              <a:rPr lang="ru-RU" dirty="0" err="1"/>
              <a:t>характеризував</a:t>
            </a:r>
            <a:r>
              <a:rPr lang="ru-RU" dirty="0"/>
              <a:t> </a:t>
            </a:r>
            <a:r>
              <a:rPr lang="ru-RU" dirty="0" err="1"/>
              <a:t>історик</a:t>
            </a:r>
            <a:r>
              <a:rPr lang="ru-RU" dirty="0"/>
              <a:t> Михайло </a:t>
            </a:r>
            <a:r>
              <a:rPr lang="ru-RU" dirty="0" err="1"/>
              <a:t>Грушевський</a:t>
            </a:r>
            <a:r>
              <a:rPr lang="ru-RU" dirty="0"/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EC691C5-E3FE-0F57-0525-7C132C9EB3C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...записавши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братство, дав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йому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тільки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право,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але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й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обов’язок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виступати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усіх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братських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справах 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ролі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його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членів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зв’язав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братство як…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козацьке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представництво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церковних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національних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справах...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»?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A5D028A-FAAF-16E0-D70D-B853292BFC4D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81344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603420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A94AD-2D50-F05A-A5ED-BF09156CA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FC770A-CE70-05A3-75CB-F395C9B03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Установіть відповідність між подією другої половини Х</a:t>
            </a:r>
            <a:r>
              <a:rPr lang="en-US" dirty="0"/>
              <a:t>V</a:t>
            </a:r>
            <a:r>
              <a:rPr lang="uk-UA" dirty="0"/>
              <a:t>І - першої половини Х</a:t>
            </a:r>
            <a:r>
              <a:rPr lang="en-US" dirty="0"/>
              <a:t>V</a:t>
            </a:r>
            <a:r>
              <a:rPr lang="uk-UA" dirty="0"/>
              <a:t>ІІ ст. та її наслідком для українських земель.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2D7847B-4842-0AE8-A1AE-F31E13DF1034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298448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F959CBD1-C039-F92F-4B55-FCDC1C8CFCE5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81344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4305701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DCF36-E41D-DCFB-13DA-FB2615C0E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DDE916-6BD8-FAFE-1DE5-9E237E52B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, </a:t>
            </a:r>
            <a:r>
              <a:rPr lang="ru-RU" dirty="0" err="1"/>
              <a:t>описаних</a:t>
            </a:r>
            <a:r>
              <a:rPr lang="ru-RU" dirty="0"/>
              <a:t> в </a:t>
            </a:r>
            <a:r>
              <a:rPr lang="ru-RU" dirty="0" err="1"/>
              <a:t>уривках</a:t>
            </a:r>
            <a:r>
              <a:rPr lang="ru-RU" dirty="0"/>
              <a:t> з </a:t>
            </a:r>
            <a:r>
              <a:rPr lang="ru-RU" dirty="0" err="1"/>
              <a:t>літопису</a:t>
            </a:r>
            <a:r>
              <a:rPr lang="ru-RU" dirty="0"/>
              <a:t> Г. </a:t>
            </a:r>
            <a:r>
              <a:rPr lang="ru-RU" dirty="0" err="1"/>
              <a:t>Граб’янки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A272222-9384-480B-A10A-13D557955ABE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298448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1DC23FE0-A123-F3B9-D45D-8075434495B7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81344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7378037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36E7DE-DE3D-A0D9-B2B1-FDAE5602B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відповідність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між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історичними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постатями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їхньою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роллю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9BC54F7-EA36-8D83-8A39-93C504371AB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163748319"/>
              </p:ext>
            </p:extLst>
          </p:nvPr>
        </p:nvGraphicFramePr>
        <p:xfrm>
          <a:off x="1298448" y="3092334"/>
          <a:ext cx="3323428" cy="27781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196B6ECE-106C-5045-16BF-2FC0B0CA67E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06038239"/>
              </p:ext>
            </p:extLst>
          </p:nvPr>
        </p:nvGraphicFramePr>
        <p:xfrm>
          <a:off x="4621876" y="2560320"/>
          <a:ext cx="6849688" cy="33101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9321648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1E123D-C71E-2606-0138-751056D11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Хто</a:t>
            </a:r>
            <a:r>
              <a:rPr lang="ru-RU" dirty="0"/>
              <a:t> з </a:t>
            </a:r>
            <a:r>
              <a:rPr lang="ru-RU" dirty="0" err="1"/>
              <a:t>українських</a:t>
            </a:r>
            <a:r>
              <a:rPr lang="ru-RU" dirty="0"/>
              <a:t> </a:t>
            </a:r>
            <a:r>
              <a:rPr lang="ru-RU" dirty="0" err="1"/>
              <a:t>гетьманів</a:t>
            </a:r>
            <a:r>
              <a:rPr lang="ru-RU" dirty="0"/>
              <a:t> </a:t>
            </a:r>
            <a:r>
              <a:rPr lang="ru-RU" dirty="0" err="1"/>
              <a:t>здійснив</a:t>
            </a:r>
            <a:r>
              <a:rPr lang="ru-RU" dirty="0"/>
              <a:t> </a:t>
            </a:r>
            <a:r>
              <a:rPr lang="ru-RU" dirty="0" err="1"/>
              <a:t>похід</a:t>
            </a:r>
            <a:r>
              <a:rPr lang="ru-RU" dirty="0"/>
              <a:t>, </a:t>
            </a:r>
            <a:r>
              <a:rPr lang="ru-RU" dirty="0" err="1"/>
              <a:t>відображений</a:t>
            </a:r>
            <a:r>
              <a:rPr lang="ru-RU" dirty="0"/>
              <a:t> на </a:t>
            </a:r>
            <a:r>
              <a:rPr lang="ru-RU" dirty="0" err="1"/>
              <a:t>картосхемі</a:t>
            </a:r>
            <a:r>
              <a:rPr lang="ru-RU" dirty="0"/>
              <a:t>?</a:t>
            </a:r>
            <a:endParaRPr lang="uk-UA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01D2B9E5-CBB4-2BF8-52E2-21BDE6C766E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88084" y="2560638"/>
            <a:ext cx="2539032" cy="3309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F3963F5-9004-0C2F-30F9-36087672EB8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64176251"/>
              </p:ext>
            </p:extLst>
          </p:nvPr>
        </p:nvGraphicFramePr>
        <p:xfrm>
          <a:off x="6181344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478286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BFB8D2-DE16-4C3C-7870-39F555CB9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Якого</a:t>
            </a:r>
            <a:r>
              <a:rPr lang="ru-RU" dirty="0"/>
              <a:t> року </a:t>
            </a:r>
            <a:r>
              <a:rPr lang="ru-RU" dirty="0" err="1"/>
              <a:t>відбулася</a:t>
            </a:r>
            <a:r>
              <a:rPr lang="ru-RU" dirty="0"/>
              <a:t> </a:t>
            </a:r>
            <a:r>
              <a:rPr lang="ru-RU" dirty="0" err="1"/>
              <a:t>подія</a:t>
            </a:r>
            <a:r>
              <a:rPr lang="ru-RU" dirty="0"/>
              <a:t>, описана в </a:t>
            </a:r>
            <a:r>
              <a:rPr lang="ru-RU" dirty="0" err="1"/>
              <a:t>уривку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9640CCA-C56E-09CA-1C14-A9FC20B841B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Конашевич надзвичайно спритно, страшенно збентеживши ворога, об’єднався з Владиславом під самою Москвою, столицею держави.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Проніс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переможні корогви своїми безмежними просторами.., обернувши в руїни такі надзвичайно сильні своєю позицією та залогами міста, як Єлець, Шацьк,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Лівни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Калуга…</a:t>
            </a: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»?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BAC6327-2F6D-DF82-CEF2-3C6AAEE4191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94486678"/>
              </p:ext>
            </p:extLst>
          </p:nvPr>
        </p:nvGraphicFramePr>
        <p:xfrm>
          <a:off x="6181344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935172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3B7DF-D2C8-2511-4706-DCE50078B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85E142-1467-91BD-74CB-074372B67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Яка </a:t>
            </a:r>
            <a:r>
              <a:rPr lang="ru-RU" dirty="0" err="1"/>
              <a:t>подія</a:t>
            </a:r>
            <a:r>
              <a:rPr lang="ru-RU" dirty="0"/>
              <a:t> </a:t>
            </a:r>
            <a:r>
              <a:rPr lang="ru-RU" dirty="0" err="1"/>
              <a:t>суттєво</a:t>
            </a:r>
            <a:r>
              <a:rPr lang="ru-RU" dirty="0"/>
              <a:t> </a:t>
            </a:r>
            <a:r>
              <a:rPr lang="ru-RU" dirty="0" err="1"/>
              <a:t>вплинула</a:t>
            </a:r>
            <a:r>
              <a:rPr lang="ru-RU" dirty="0"/>
              <a:t> на </a:t>
            </a:r>
            <a:r>
              <a:rPr lang="ru-RU" dirty="0" err="1"/>
              <a:t>активізацію</a:t>
            </a:r>
            <a:r>
              <a:rPr lang="ru-RU" dirty="0"/>
              <a:t> </a:t>
            </a:r>
            <a:r>
              <a:rPr lang="ru-RU" dirty="0" err="1"/>
              <a:t>українського</a:t>
            </a:r>
            <a:r>
              <a:rPr lang="ru-RU" dirty="0"/>
              <a:t> </a:t>
            </a:r>
            <a:r>
              <a:rPr lang="ru-RU" dirty="0" err="1"/>
              <a:t>національно</a:t>
            </a:r>
            <a:r>
              <a:rPr lang="ru-RU" dirty="0"/>
              <a:t>-культурного </a:t>
            </a:r>
            <a:r>
              <a:rPr lang="ru-RU" dirty="0" err="1"/>
              <a:t>руху</a:t>
            </a:r>
            <a:r>
              <a:rPr lang="ru-RU" dirty="0"/>
              <a:t> </a:t>
            </a:r>
            <a:r>
              <a:rPr lang="ru-RU" dirty="0" err="1"/>
              <a:t>кінця</a:t>
            </a:r>
            <a:r>
              <a:rPr lang="ru-RU" dirty="0"/>
              <a:t> ХVІ — початку ХVІІ ст.?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88F8240-01C7-8447-5776-E858127BFAFF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298448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Місце для вмісту 6">
            <a:extLst>
              <a:ext uri="{FF2B5EF4-FFF2-40B4-BE49-F238E27FC236}">
                <a16:creationId xmlns:a16="http://schemas.microsoft.com/office/drawing/2014/main" id="{9A47F489-1833-A38D-98CD-138F750551E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6181725" y="3400821"/>
            <a:ext cx="4718050" cy="1629571"/>
          </a:xfrm>
        </p:spPr>
      </p:pic>
    </p:spTree>
    <p:extLst>
      <p:ext uri="{BB962C8B-B14F-4D97-AF65-F5344CB8AC3E}">
        <p14:creationId xmlns:p14="http://schemas.microsoft.com/office/powerpoint/2010/main" val="5453452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9E962-5254-0BE2-7080-3F98CF888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689C9A-3FAF-AC82-92AF-C37769A57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ru-RU" dirty="0"/>
            </a:br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 </a:t>
            </a:r>
            <a:r>
              <a:rPr lang="ru-RU" dirty="0" err="1"/>
              <a:t>суспільно</a:t>
            </a:r>
            <a:r>
              <a:rPr lang="ru-RU" dirty="0"/>
              <a:t>-культурного </a:t>
            </a:r>
            <a:r>
              <a:rPr lang="ru-RU" dirty="0" err="1"/>
              <a:t>життя</a:t>
            </a:r>
            <a:r>
              <a:rPr lang="ru-RU" dirty="0"/>
              <a:t> </a:t>
            </a:r>
            <a:r>
              <a:rPr lang="ru-RU" dirty="0" err="1"/>
              <a:t>другої</a:t>
            </a:r>
            <a:r>
              <a:rPr lang="ru-RU" dirty="0"/>
              <a:t> </a:t>
            </a:r>
            <a:r>
              <a:rPr lang="ru-RU" dirty="0" err="1"/>
              <a:t>половини</a:t>
            </a:r>
            <a:r>
              <a:rPr lang="ru-RU" dirty="0"/>
              <a:t> XVI — </a:t>
            </a:r>
            <a:r>
              <a:rPr lang="ru-RU" dirty="0" err="1"/>
              <a:t>першої</a:t>
            </a:r>
            <a:r>
              <a:rPr lang="ru-RU" dirty="0"/>
              <a:t> </a:t>
            </a:r>
            <a:r>
              <a:rPr lang="ru-RU" dirty="0" err="1"/>
              <a:t>половини</a:t>
            </a:r>
            <a:r>
              <a:rPr lang="ru-RU" dirty="0"/>
              <a:t> ХVII </a:t>
            </a:r>
            <a:r>
              <a:rPr lang="ru-RU" dirty="0" err="1"/>
              <a:t>ст</a:t>
            </a:r>
            <a:br>
              <a:rPr lang="ru-RU" dirty="0"/>
            </a:br>
            <a:endParaRPr lang="ru-RU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ACB933F-A9C4-4899-B1AE-720F5220C19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95400" y="2557463"/>
          <a:ext cx="9601200" cy="3317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956856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D4ADB-8C09-7B8E-50EB-F5BB9CE75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1BAB2B-139D-E171-910D-89B496320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Укажіть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книжки,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надруковані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другій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половині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XVI –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першій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половині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XVII ст.: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861B50C9-AF21-2045-1A2B-DC20A6B8EFF3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303436" y="2560320"/>
          <a:ext cx="6926163" cy="33155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F1767D0-9C6F-659D-A7C6-D9CB37CF9E8A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8462356" y="3137439"/>
          <a:ext cx="2819677" cy="21613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3" name="Місце для вмісту 4">
            <a:extLst>
              <a:ext uri="{FF2B5EF4-FFF2-40B4-BE49-F238E27FC236}">
                <a16:creationId xmlns:a16="http://schemas.microsoft.com/office/drawing/2014/main" id="{5E45D576-01FA-1818-1B66-6AEB2060E1B1}"/>
              </a:ext>
            </a:extLst>
          </p:cNvPr>
          <p:cNvGraphicFramePr>
            <a:graphicFrameLocks/>
          </p:cNvGraphicFramePr>
          <p:nvPr/>
        </p:nvGraphicFramePr>
        <p:xfrm>
          <a:off x="8436030" y="3137439"/>
          <a:ext cx="2819677" cy="21613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3078377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BEA0C-424F-D129-F702-A300D3426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8B651C-6F6A-06BD-D59B-8897DF715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Що</a:t>
            </a:r>
            <a:r>
              <a:rPr lang="ru-RU" dirty="0">
                <a:solidFill>
                  <a:srgbClr val="000000"/>
                </a:solidFill>
                <a:latin typeface="Century Gothic" panose="020B0502020202020204" pitchFamily="34" charset="0"/>
              </a:rPr>
              <a:t> стало </a:t>
            </a:r>
            <a:r>
              <a:rPr lang="ru-RU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наслідком</a:t>
            </a:r>
            <a:r>
              <a:rPr lang="ru-RU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події</a:t>
            </a:r>
            <a:r>
              <a:rPr lang="ru-RU" dirty="0">
                <a:solidFill>
                  <a:srgbClr val="000000"/>
                </a:solidFill>
                <a:latin typeface="Century Gothic" panose="020B0502020202020204" pitchFamily="34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описаної</a:t>
            </a:r>
            <a:r>
              <a:rPr lang="ru-RU" dirty="0">
                <a:solidFill>
                  <a:srgbClr val="000000"/>
                </a:solidFill>
                <a:latin typeface="Century Gothic" panose="020B0502020202020204" pitchFamily="34" charset="0"/>
              </a:rPr>
              <a:t> в </a:t>
            </a:r>
            <a:r>
              <a:rPr lang="ru-RU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уривку</a:t>
            </a:r>
            <a:r>
              <a:rPr lang="ru-RU" dirty="0">
                <a:solidFill>
                  <a:srgbClr val="000000"/>
                </a:solidFill>
                <a:latin typeface="Century Gothic" panose="020B0502020202020204" pitchFamily="34" charset="0"/>
              </a:rPr>
              <a:t> з </a:t>
            </a:r>
            <a:r>
              <a:rPr lang="ru-RU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історичного</a:t>
            </a:r>
            <a:r>
              <a:rPr lang="ru-RU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джерела</a:t>
            </a:r>
            <a:r>
              <a:rPr lang="ru-RU" dirty="0">
                <a:solidFill>
                  <a:srgbClr val="000000"/>
                </a:solidFill>
                <a:latin typeface="Century Gothic" panose="020B0502020202020204" pitchFamily="34" charset="0"/>
              </a:rPr>
              <a:t>: 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FAC4107-E1AE-EC4E-304D-15A8F03A8A5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l"/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«Року 1620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місяця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березня 22 дня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прибув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Москви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Києва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святійший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патріарх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Феофан…»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</a:p>
          <a:p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D824B29-66AB-817F-2037-73CB18ED856C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81344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411339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A1D9A6-A3FB-9DFA-689E-662F59FF8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Частина 2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81E1ADF0-1780-6A28-9DFC-5654E35FE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https://forms.gle/auPgK8gc553NsJTq8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5294859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38BC8-B536-99E0-7A71-A4415BEC7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88B330-058B-7199-9EF2-0EE71FC81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іменами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діячів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зображених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портретах,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пов’язано</a:t>
            </a:r>
            <a:endParaRPr lang="uk-UA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D71C1D2-26FF-32AE-77B5-879E3E60CEFC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57325" y="2720181"/>
            <a:ext cx="4400550" cy="299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Місце для вмісту 2">
            <a:extLst>
              <a:ext uri="{FF2B5EF4-FFF2-40B4-BE49-F238E27FC236}">
                <a16:creationId xmlns:a16="http://schemas.microsoft.com/office/drawing/2014/main" id="{886B31FC-23B3-2AE5-CEA6-BAF23C6871C5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81344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6" name="Місце для вмісту 2">
            <a:extLst>
              <a:ext uri="{FF2B5EF4-FFF2-40B4-BE49-F238E27FC236}">
                <a16:creationId xmlns:a16="http://schemas.microsoft.com/office/drawing/2014/main" id="{4EA002D3-53FC-F91C-6BD7-4C268A5BB760}"/>
              </a:ext>
            </a:extLst>
          </p:cNvPr>
          <p:cNvGraphicFramePr>
            <a:graphicFrameLocks/>
          </p:cNvGraphicFramePr>
          <p:nvPr/>
        </p:nvGraphicFramePr>
        <p:xfrm>
          <a:off x="6181344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3436023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CB491-EF03-42ED-EFD5-DC7DC119B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B4AD4B-34DF-18CE-EB51-50E4342CB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1038659"/>
            <a:ext cx="9601196" cy="1303867"/>
          </a:xfrm>
        </p:spPr>
        <p:txBody>
          <a:bodyPr/>
          <a:lstStyle/>
          <a:p>
            <a:r>
              <a:rPr lang="uk-UA" dirty="0"/>
              <a:t>На фото зображено портрети</a:t>
            </a:r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6B42A29A-BBD6-8F68-632E-1DB08A8D54A2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298448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122" name="Picture 2">
            <a:extLst>
              <a:ext uri="{FF2B5EF4-FFF2-40B4-BE49-F238E27FC236}">
                <a16:creationId xmlns:a16="http://schemas.microsoft.com/office/drawing/2014/main" id="{42EE1900-A80E-7746-D16A-E36F899EDD4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88075" y="2701131"/>
            <a:ext cx="4705350" cy="302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19909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6A625-4714-8F58-7BC5-D2765A285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3124C2-5AD1-DFED-9DB7-B6D7DFD78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Йов</a:t>
            </a:r>
            <a:r>
              <a:rPr lang="ru-RU" dirty="0"/>
              <a:t> </a:t>
            </a:r>
            <a:r>
              <a:rPr lang="ru-RU" dirty="0" err="1"/>
              <a:t>Борецький</a:t>
            </a:r>
            <a:r>
              <a:rPr lang="ru-RU" dirty="0"/>
              <a:t>, Петро Конашевич-</a:t>
            </a:r>
            <a:r>
              <a:rPr lang="ru-RU" dirty="0" err="1"/>
              <a:t>Сагайдачний</a:t>
            </a:r>
            <a:r>
              <a:rPr lang="ru-RU" dirty="0"/>
              <a:t>, </a:t>
            </a:r>
            <a:r>
              <a:rPr lang="ru-RU" dirty="0" err="1"/>
              <a:t>Мелетій</a:t>
            </a:r>
            <a:r>
              <a:rPr lang="ru-RU" dirty="0"/>
              <a:t> </a:t>
            </a:r>
            <a:r>
              <a:rPr lang="ru-RU" dirty="0" err="1"/>
              <a:t>Смотрицький</a:t>
            </a:r>
            <a:r>
              <a:rPr lang="ru-RU" dirty="0"/>
              <a:t> були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F52B350-A240-7169-0945-5BEB146F4CE5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298448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 descr="Острозька академія: 445 років історії вищої освіти">
            <a:extLst>
              <a:ext uri="{FF2B5EF4-FFF2-40B4-BE49-F238E27FC236}">
                <a16:creationId xmlns:a16="http://schemas.microsoft.com/office/drawing/2014/main" id="{DA2821DD-CADB-D562-8829-1A933A6883B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4175" y="2560320"/>
            <a:ext cx="4297603" cy="3219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57949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641F0-9FD9-F405-72B3-F501D419A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FD346E-3568-9640-CA26-2458D0B81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 кого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зображених</a:t>
            </a:r>
            <a:r>
              <a:rPr lang="ru-RU" dirty="0"/>
              <a:t> </a:t>
            </a:r>
            <a:r>
              <a:rPr lang="ru-RU" dirty="0" err="1"/>
              <a:t>діячів</a:t>
            </a:r>
            <a:r>
              <a:rPr lang="ru-RU" dirty="0"/>
              <a:t> </a:t>
            </a:r>
            <a:r>
              <a:rPr lang="ru-RU" dirty="0" err="1"/>
              <a:t>ідеться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 документа: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7A0F8BD-C016-146F-A619-9D4FEA53EDD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уклав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Київським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братством угоду, за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якою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ставав “старшим братом,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дозорцем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довічним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охоронцем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і наставником”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об’єднаних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Лаврської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Братської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шкіл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»?</a:t>
            </a:r>
            <a:endParaRPr lang="uk-UA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4771D1E-0825-24DA-D3ED-040E0517A6A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22" r="51310"/>
          <a:stretch/>
        </p:blipFill>
        <p:spPr bwMode="auto">
          <a:xfrm>
            <a:off x="9293638" y="2284631"/>
            <a:ext cx="1190097" cy="1932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6DB15959-1A97-CC1C-C975-03C0E915C1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77" r="25455"/>
          <a:stretch/>
        </p:blipFill>
        <p:spPr bwMode="auto">
          <a:xfrm>
            <a:off x="7834747" y="4215384"/>
            <a:ext cx="1330031" cy="1932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8E64696E-953D-F8BE-13F1-3FDA8A4A0C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74332"/>
          <a:stretch/>
        </p:blipFill>
        <p:spPr bwMode="auto">
          <a:xfrm>
            <a:off x="6882946" y="2302070"/>
            <a:ext cx="1330031" cy="1932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898ADB05-136B-4A7B-2C8A-5B5AE4B092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545" r="1"/>
          <a:stretch/>
        </p:blipFill>
        <p:spPr bwMode="auto">
          <a:xfrm>
            <a:off x="10385374" y="3938326"/>
            <a:ext cx="1318957" cy="1932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52291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95D8A0-EFD0-D736-F94C-51FE36135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 митрополитом Петром Могилою </a:t>
            </a:r>
            <a:r>
              <a:rPr lang="ru-RU" dirty="0" err="1"/>
              <a:t>пов’язано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50DDB55-28B6-0042-8E7A-7E1668469B3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920174560"/>
              </p:ext>
            </p:extLst>
          </p:nvPr>
        </p:nvGraphicFramePr>
        <p:xfrm>
          <a:off x="1298448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2">
            <a:extLst>
              <a:ext uri="{FF2B5EF4-FFF2-40B4-BE49-F238E27FC236}">
                <a16:creationId xmlns:a16="http://schemas.microsoft.com/office/drawing/2014/main" id="{D9282654-17C1-641A-9FD4-4FC3BBC0C7C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50116" y="2560638"/>
            <a:ext cx="2781267" cy="3309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25235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3C8565-D089-87AA-866D-A44E38319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Увідповідніть</a:t>
            </a: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подію першої половини </a:t>
            </a:r>
            <a:r>
              <a:rPr lang="en-US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XVII </a:t>
            </a: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ст. з її наслідком.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70877A5-E643-BDDB-2ED3-EFD1E3976D7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72131833"/>
              </p:ext>
            </p:extLst>
          </p:nvPr>
        </p:nvGraphicFramePr>
        <p:xfrm>
          <a:off x="1298448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1BE41D2B-AF89-0A9E-AB4A-09346A92763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59030166"/>
              </p:ext>
            </p:extLst>
          </p:nvPr>
        </p:nvGraphicFramePr>
        <p:xfrm>
          <a:off x="6181344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cxnSp>
        <p:nvCxnSpPr>
          <p:cNvPr id="8" name="Пряма зі стрілкою 7">
            <a:extLst>
              <a:ext uri="{FF2B5EF4-FFF2-40B4-BE49-F238E27FC236}">
                <a16:creationId xmlns:a16="http://schemas.microsoft.com/office/drawing/2014/main" id="{1794EA88-B9E6-BC37-FBA7-9115071CDCF4}"/>
              </a:ext>
            </a:extLst>
          </p:cNvPr>
          <p:cNvCxnSpPr/>
          <p:nvPr/>
        </p:nvCxnSpPr>
        <p:spPr>
          <a:xfrm flipV="1">
            <a:off x="5892800" y="3429000"/>
            <a:ext cx="1231900" cy="1181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 зі стрілкою 9">
            <a:extLst>
              <a:ext uri="{FF2B5EF4-FFF2-40B4-BE49-F238E27FC236}">
                <a16:creationId xmlns:a16="http://schemas.microsoft.com/office/drawing/2014/main" id="{6E4A89F8-6EC8-6D69-5AAF-D4523FE1183C}"/>
              </a:ext>
            </a:extLst>
          </p:cNvPr>
          <p:cNvCxnSpPr/>
          <p:nvPr/>
        </p:nvCxnSpPr>
        <p:spPr>
          <a:xfrm>
            <a:off x="6010657" y="3848100"/>
            <a:ext cx="1050543" cy="406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 зі стрілкою 11">
            <a:extLst>
              <a:ext uri="{FF2B5EF4-FFF2-40B4-BE49-F238E27FC236}">
                <a16:creationId xmlns:a16="http://schemas.microsoft.com/office/drawing/2014/main" id="{81DD5CAB-D20E-191A-78C6-DCDF865C63BA}"/>
              </a:ext>
            </a:extLst>
          </p:cNvPr>
          <p:cNvCxnSpPr/>
          <p:nvPr/>
        </p:nvCxnSpPr>
        <p:spPr>
          <a:xfrm flipV="1">
            <a:off x="5778500" y="2908300"/>
            <a:ext cx="1346200" cy="2489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 зі стрілкою 13">
            <a:extLst>
              <a:ext uri="{FF2B5EF4-FFF2-40B4-BE49-F238E27FC236}">
                <a16:creationId xmlns:a16="http://schemas.microsoft.com/office/drawing/2014/main" id="{BB34B82F-9016-E2AE-5AFA-3D7DAF4F79D6}"/>
              </a:ext>
            </a:extLst>
          </p:cNvPr>
          <p:cNvCxnSpPr/>
          <p:nvPr/>
        </p:nvCxnSpPr>
        <p:spPr>
          <a:xfrm>
            <a:off x="5803900" y="3079750"/>
            <a:ext cx="1320800" cy="187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45461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5BC669-7979-4BAB-71FA-BBA2D9E4E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історичному</a:t>
            </a:r>
            <a:r>
              <a:rPr lang="ru-RU" dirty="0"/>
              <a:t> </a:t>
            </a:r>
            <a:r>
              <a:rPr lang="ru-RU" dirty="0" err="1"/>
              <a:t>діячеві</a:t>
            </a:r>
            <a:r>
              <a:rPr lang="ru-RU" dirty="0"/>
              <a:t> </a:t>
            </a:r>
            <a:r>
              <a:rPr lang="ru-RU" dirty="0" err="1"/>
              <a:t>історик</a:t>
            </a:r>
            <a:r>
              <a:rPr lang="ru-RU" dirty="0"/>
              <a:t> О. </a:t>
            </a:r>
            <a:r>
              <a:rPr lang="ru-RU" dirty="0" err="1"/>
              <a:t>Субтельний</a:t>
            </a:r>
            <a:r>
              <a:rPr lang="ru-RU" dirty="0"/>
              <a:t> дав </a:t>
            </a:r>
            <a:r>
              <a:rPr lang="ru-RU" dirty="0" err="1"/>
              <a:t>таку</a:t>
            </a:r>
            <a:r>
              <a:rPr lang="ru-RU" dirty="0"/>
              <a:t> </a:t>
            </a:r>
            <a:r>
              <a:rPr lang="ru-RU" dirty="0" err="1"/>
              <a:t>оцінку</a:t>
            </a:r>
            <a:r>
              <a:rPr lang="ru-RU" dirty="0"/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A14725F-6CCB-01F8-1FBE-C387DB9471B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«...Він дивився на козаків не лише під кутом зору їхніх особливих станових інтересів, а й як на потенційних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рушїів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українського суспільства в цілому. Сам він об’єднав військову силу козацтва з політично слабкою церковною та культурною верхівкою України...»</a:t>
            </a: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E7F3FD9-8FED-65E3-EC9D-896AC58BF03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80994717"/>
              </p:ext>
            </p:extLst>
          </p:nvPr>
        </p:nvGraphicFramePr>
        <p:xfrm>
          <a:off x="6181344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4">
            <a:extLst>
              <a:ext uri="{FF2B5EF4-FFF2-40B4-BE49-F238E27FC236}">
                <a16:creationId xmlns:a16="http://schemas.microsoft.com/office/drawing/2014/main" id="{A080DABA-66FC-AC1C-CF11-4852289814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3756889"/>
              </p:ext>
            </p:extLst>
          </p:nvPr>
        </p:nvGraphicFramePr>
        <p:xfrm>
          <a:off x="6181344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5102547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21A296-C8EA-494A-E190-086BD4128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Гетьман П. Конашевич-</a:t>
            </a:r>
            <a:r>
              <a:rPr lang="ru-RU" dirty="0" err="1"/>
              <a:t>Сагайдачний</a:t>
            </a:r>
            <a:r>
              <a:rPr lang="ru-RU" dirty="0"/>
              <a:t> </a:t>
            </a:r>
            <a:r>
              <a:rPr lang="ru-RU" dirty="0" err="1"/>
              <a:t>уславився</a:t>
            </a:r>
            <a:r>
              <a:rPr lang="ru-RU" dirty="0"/>
              <a:t> </a:t>
            </a:r>
            <a:r>
              <a:rPr lang="ru-RU" dirty="0" err="1"/>
              <a:t>тим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: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0796A57-8AAE-FE35-34C9-31F07887104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72380013"/>
              </p:ext>
            </p:extLst>
          </p:nvPr>
        </p:nvGraphicFramePr>
        <p:xfrm>
          <a:off x="1298448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B7C648C0-ABC9-2BA2-9723-308DD756D4F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65218594"/>
              </p:ext>
            </p:extLst>
          </p:nvPr>
        </p:nvGraphicFramePr>
        <p:xfrm>
          <a:off x="6181344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8" name="Місце для вмісту 4">
            <a:extLst>
              <a:ext uri="{FF2B5EF4-FFF2-40B4-BE49-F238E27FC236}">
                <a16:creationId xmlns:a16="http://schemas.microsoft.com/office/drawing/2014/main" id="{DB009B0D-0191-BD79-A127-C21EBBFEED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7764768"/>
              </p:ext>
            </p:extLst>
          </p:nvPr>
        </p:nvGraphicFramePr>
        <p:xfrm>
          <a:off x="1292352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9" name="Місце для вмісту 5">
            <a:extLst>
              <a:ext uri="{FF2B5EF4-FFF2-40B4-BE49-F238E27FC236}">
                <a16:creationId xmlns:a16="http://schemas.microsoft.com/office/drawing/2014/main" id="{47C094A5-982E-6B14-6AD7-821C6F4C2C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03488091"/>
              </p:ext>
            </p:extLst>
          </p:nvPr>
        </p:nvGraphicFramePr>
        <p:xfrm>
          <a:off x="6181344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</p:spTree>
    <p:extLst>
      <p:ext uri="{BB962C8B-B14F-4D97-AF65-F5344CB8AC3E}">
        <p14:creationId xmlns:p14="http://schemas.microsoft.com/office/powerpoint/2010/main" val="2518787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  <p:bldGraphic spid="9" grpId="0">
        <p:bldAsOne/>
      </p:bldGraphic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24202B-6866-F4C0-A831-F8366AC2D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році</a:t>
            </a:r>
            <a:r>
              <a:rPr lang="ru-RU" dirty="0"/>
              <a:t> </a:t>
            </a:r>
            <a:r>
              <a:rPr lang="ru-RU" dirty="0" err="1"/>
              <a:t>відбулася</a:t>
            </a:r>
            <a:r>
              <a:rPr lang="ru-RU" dirty="0"/>
              <a:t> </a:t>
            </a:r>
            <a:r>
              <a:rPr lang="ru-RU" dirty="0" err="1"/>
              <a:t>подія</a:t>
            </a:r>
            <a:r>
              <a:rPr lang="ru-RU" dirty="0"/>
              <a:t>, описана в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FEE4521-66C6-E5D8-71E9-9DD5EA5425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uk-UA" dirty="0"/>
              <a:t>«...султан турецький Осман підійшов до Хотина з військом, що перевищувало християнські сили в десятки разів, і зупинився на відстані однієї милі від поляків... 18 серпня турецьке військо напало на польський табір, на ту частину, де були козаки. А козаки об'єдналися й, перехрестившись, почали бити чужинців, поки ті... не почали тікати...»?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89264EC-EEC2-1F3B-A8AB-AE65E357D33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79835560"/>
              </p:ext>
            </p:extLst>
          </p:nvPr>
        </p:nvGraphicFramePr>
        <p:xfrm>
          <a:off x="6007333" y="2560320"/>
          <a:ext cx="5248100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4">
            <a:extLst>
              <a:ext uri="{FF2B5EF4-FFF2-40B4-BE49-F238E27FC236}">
                <a16:creationId xmlns:a16="http://schemas.microsoft.com/office/drawing/2014/main" id="{DC7E1F8B-2E96-D009-E15B-EFC9A06F92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0177855"/>
              </p:ext>
            </p:extLst>
          </p:nvPr>
        </p:nvGraphicFramePr>
        <p:xfrm>
          <a:off x="6007333" y="2563091"/>
          <a:ext cx="5248100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366357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830210-181E-7C31-039B-F4E1CD1B5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Участь </a:t>
            </a:r>
            <a:r>
              <a:rPr lang="ru-RU" dirty="0" err="1"/>
              <a:t>українських</a:t>
            </a:r>
            <a:r>
              <a:rPr lang="ru-RU" dirty="0"/>
              <a:t> </a:t>
            </a:r>
            <a:r>
              <a:rPr lang="ru-RU" dirty="0" err="1"/>
              <a:t>козаків</a:t>
            </a:r>
            <a:r>
              <a:rPr lang="ru-RU" dirty="0"/>
              <a:t> у </a:t>
            </a:r>
            <a:r>
              <a:rPr lang="ru-RU" dirty="0" err="1"/>
              <a:t>Хотинській</a:t>
            </a:r>
            <a:r>
              <a:rPr lang="ru-RU" dirty="0"/>
              <a:t> </a:t>
            </a:r>
            <a:r>
              <a:rPr lang="ru-RU" dirty="0" err="1"/>
              <a:t>війні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8FF0E26-7C23-A1D6-4000-B1D620FE593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79288075"/>
              </p:ext>
            </p:extLst>
          </p:nvPr>
        </p:nvGraphicFramePr>
        <p:xfrm>
          <a:off x="1298448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Місце для вмісту 6">
            <a:extLst>
              <a:ext uri="{FF2B5EF4-FFF2-40B4-BE49-F238E27FC236}">
                <a16:creationId xmlns:a16="http://schemas.microsoft.com/office/drawing/2014/main" id="{F8950314-87C2-5CBA-9C2B-A822748E2E1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8362605" y="2014748"/>
            <a:ext cx="2846348" cy="3855509"/>
          </a:xfr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BCFD788-F36D-B369-B329-06015E7A89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4113" y="2576758"/>
            <a:ext cx="2443719" cy="3310127"/>
          </a:xfrm>
          <a:prstGeom prst="rect">
            <a:avLst/>
          </a:prstGeom>
        </p:spPr>
      </p:pic>
      <p:graphicFrame>
        <p:nvGraphicFramePr>
          <p:cNvPr id="10" name="Місце для вмісту 4">
            <a:extLst>
              <a:ext uri="{FF2B5EF4-FFF2-40B4-BE49-F238E27FC236}">
                <a16:creationId xmlns:a16="http://schemas.microsoft.com/office/drawing/2014/main" id="{3D0C16D9-1A54-EBF1-25BB-15777FEFD43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7942283"/>
              </p:ext>
            </p:extLst>
          </p:nvPr>
        </p:nvGraphicFramePr>
        <p:xfrm>
          <a:off x="1295402" y="2576758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3826816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AsOne/>
      </p:bldGraphic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Прочитайте </a:t>
            </a:r>
            <a:r>
              <a:rPr lang="ru-RU" dirty="0" err="1"/>
              <a:t>уривок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 та </a:t>
            </a:r>
            <a:r>
              <a:rPr lang="ru-RU" dirty="0" err="1"/>
              <a:t>виконайте</a:t>
            </a:r>
            <a:r>
              <a:rPr lang="ru-RU" dirty="0"/>
              <a:t> </a:t>
            </a:r>
            <a:r>
              <a:rPr lang="ru-RU" dirty="0" err="1"/>
              <a:t>завдання</a:t>
            </a:r>
            <a:r>
              <a:rPr lang="ru-RU" dirty="0"/>
              <a:t>. В </a:t>
            </a:r>
            <a:r>
              <a:rPr lang="ru-RU" dirty="0" err="1"/>
              <a:t>уривку</a:t>
            </a:r>
            <a:r>
              <a:rPr lang="ru-RU" dirty="0"/>
              <a:t> </a:t>
            </a:r>
            <a:r>
              <a:rPr lang="ru-RU" dirty="0" err="1"/>
              <a:t>йдеться</a:t>
            </a:r>
            <a:r>
              <a:rPr lang="ru-RU" dirty="0"/>
              <a:t> про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i="1" dirty="0"/>
              <a:t>«</a:t>
            </a:r>
            <a:r>
              <a:rPr lang="ru-RU" i="1" dirty="0" err="1"/>
              <a:t>Після</a:t>
            </a:r>
            <a:r>
              <a:rPr lang="ru-RU" i="1" dirty="0"/>
              <a:t> </a:t>
            </a:r>
            <a:r>
              <a:rPr lang="ru-RU" i="1" dirty="0" err="1"/>
              <a:t>раптового</a:t>
            </a:r>
            <a:r>
              <a:rPr lang="ru-RU" i="1" dirty="0"/>
              <a:t> </a:t>
            </a:r>
            <a:r>
              <a:rPr lang="ru-RU" i="1" dirty="0" err="1"/>
              <a:t>вторгнення</a:t>
            </a:r>
            <a:r>
              <a:rPr lang="ru-RU" i="1" dirty="0"/>
              <a:t> </a:t>
            </a:r>
            <a:r>
              <a:rPr lang="ru-RU" i="1" dirty="0" err="1"/>
              <a:t>запорожців</a:t>
            </a:r>
            <a:r>
              <a:rPr lang="ru-RU" i="1" dirty="0"/>
              <a:t> у </a:t>
            </a:r>
            <a:r>
              <a:rPr lang="ru-RU" i="1" dirty="0" err="1"/>
              <a:t>табір</a:t>
            </a:r>
            <a:r>
              <a:rPr lang="ru-RU" i="1" dirty="0"/>
              <a:t> Османа турками </a:t>
            </a:r>
            <a:r>
              <a:rPr lang="ru-RU" i="1" dirty="0" err="1"/>
              <a:t>оволоділа</a:t>
            </a:r>
            <a:r>
              <a:rPr lang="ru-RU" i="1" dirty="0"/>
              <a:t> </a:t>
            </a:r>
            <a:r>
              <a:rPr lang="ru-RU" i="1" dirty="0" err="1"/>
              <a:t>паніка</a:t>
            </a:r>
            <a:r>
              <a:rPr lang="ru-RU" i="1" dirty="0"/>
              <a:t>: сам Осман, </a:t>
            </a:r>
            <a:r>
              <a:rPr lang="ru-RU" i="1" dirty="0" err="1"/>
              <a:t>який</a:t>
            </a:r>
            <a:r>
              <a:rPr lang="ru-RU" i="1" dirty="0"/>
              <a:t> </a:t>
            </a:r>
            <a:r>
              <a:rPr lang="ru-RU" i="1" dirty="0" err="1"/>
              <a:t>ще</a:t>
            </a:r>
            <a:r>
              <a:rPr lang="ru-RU" i="1" dirty="0"/>
              <a:t> недавно думав, </a:t>
            </a:r>
            <a:r>
              <a:rPr lang="ru-RU" i="1" dirty="0" err="1"/>
              <a:t>що</a:t>
            </a:r>
            <a:r>
              <a:rPr lang="ru-RU" i="1" dirty="0"/>
              <a:t> </a:t>
            </a:r>
            <a:r>
              <a:rPr lang="ru-RU" i="1" dirty="0" err="1"/>
              <a:t>немає</a:t>
            </a:r>
            <a:r>
              <a:rPr lang="ru-RU" i="1" dirty="0"/>
              <a:t> </a:t>
            </a:r>
            <a:r>
              <a:rPr lang="ru-RU" i="1" dirty="0" err="1"/>
              <a:t>нікого</a:t>
            </a:r>
            <a:r>
              <a:rPr lang="ru-RU" i="1" dirty="0"/>
              <a:t> у </a:t>
            </a:r>
            <a:r>
              <a:rPr lang="ru-RU" i="1" dirty="0" err="1"/>
              <a:t>світі</a:t>
            </a:r>
            <a:r>
              <a:rPr lang="ru-RU" i="1" dirty="0"/>
              <a:t> </a:t>
            </a:r>
            <a:r>
              <a:rPr lang="ru-RU" i="1" dirty="0" err="1"/>
              <a:t>могутнішого</a:t>
            </a:r>
            <a:r>
              <a:rPr lang="ru-RU" i="1" dirty="0"/>
              <a:t> за </a:t>
            </a:r>
            <a:r>
              <a:rPr lang="ru-RU" i="1" dirty="0" err="1"/>
              <a:t>нього</a:t>
            </a:r>
            <a:r>
              <a:rPr lang="ru-RU" i="1" dirty="0"/>
              <a:t>, </a:t>
            </a:r>
            <a:r>
              <a:rPr lang="ru-RU" i="1" dirty="0" err="1"/>
              <a:t>тепер</a:t>
            </a:r>
            <a:r>
              <a:rPr lang="ru-RU" i="1" dirty="0"/>
              <a:t> на </a:t>
            </a:r>
            <a:r>
              <a:rPr lang="ru-RU" i="1" dirty="0" err="1"/>
              <a:t>власні</a:t>
            </a:r>
            <a:r>
              <a:rPr lang="ru-RU" i="1" dirty="0"/>
              <a:t> </a:t>
            </a:r>
            <a:r>
              <a:rPr lang="ru-RU" i="1" dirty="0" err="1"/>
              <a:t>очі</a:t>
            </a:r>
            <a:r>
              <a:rPr lang="ru-RU" i="1" dirty="0"/>
              <a:t> </a:t>
            </a:r>
            <a:r>
              <a:rPr lang="ru-RU" i="1" dirty="0" err="1"/>
              <a:t>побачив</a:t>
            </a:r>
            <a:r>
              <a:rPr lang="ru-RU" i="1" dirty="0"/>
              <a:t> </a:t>
            </a:r>
            <a:r>
              <a:rPr lang="ru-RU" i="1" dirty="0" err="1"/>
              <a:t>усю</a:t>
            </a:r>
            <a:r>
              <a:rPr lang="ru-RU" i="1" dirty="0"/>
              <a:t> </a:t>
            </a:r>
            <a:r>
              <a:rPr lang="ru-RU" i="1" dirty="0" err="1"/>
              <a:t>хиткість</a:t>
            </a:r>
            <a:r>
              <a:rPr lang="ru-RU" i="1" dirty="0"/>
              <a:t> </a:t>
            </a:r>
            <a:r>
              <a:rPr lang="ru-RU" i="1" dirty="0" err="1"/>
              <a:t>свого</a:t>
            </a:r>
            <a:r>
              <a:rPr lang="ru-RU" i="1" dirty="0"/>
              <a:t> становища...»</a:t>
            </a:r>
            <a:endParaRPr lang="ru-RU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E3020E9-DEE5-9D2C-2E8B-ABB0F83FB55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72210810"/>
              </p:ext>
            </p:extLst>
          </p:nvPr>
        </p:nvGraphicFramePr>
        <p:xfrm>
          <a:off x="6181344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853080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030326-9B3C-3B30-D09E-0EC1D8B5D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Проаналізуйте</a:t>
            </a:r>
            <a:r>
              <a:rPr lang="ru-RU" dirty="0"/>
              <a:t> </a:t>
            </a:r>
            <a:r>
              <a:rPr lang="ru-RU" dirty="0" err="1"/>
              <a:t>наведені</a:t>
            </a:r>
            <a:r>
              <a:rPr lang="ru-RU" dirty="0"/>
              <a:t> </a:t>
            </a:r>
            <a:r>
              <a:rPr lang="ru-RU" dirty="0" err="1"/>
              <a:t>твердження</a:t>
            </a:r>
            <a:r>
              <a:rPr lang="ru-RU" dirty="0"/>
              <a:t> та </a:t>
            </a:r>
            <a:r>
              <a:rPr lang="ru-RU" dirty="0" err="1"/>
              <a:t>вкажіть</a:t>
            </a:r>
            <a:r>
              <a:rPr lang="ru-RU" dirty="0"/>
              <a:t> </a:t>
            </a:r>
            <a:r>
              <a:rPr lang="ru-RU" dirty="0" err="1"/>
              <a:t>правильне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FCE90952-ADA5-9317-14C6-88BB5AABAAC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289480090"/>
              </p:ext>
            </p:extLst>
          </p:nvPr>
        </p:nvGraphicFramePr>
        <p:xfrm>
          <a:off x="1298448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Місце для вмісту 2">
            <a:extLst>
              <a:ext uri="{FF2B5EF4-FFF2-40B4-BE49-F238E27FC236}">
                <a16:creationId xmlns:a16="http://schemas.microsoft.com/office/drawing/2014/main" id="{F83BCBB1-9111-A10C-8DA9-ED5235EEFF8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77159172"/>
              </p:ext>
            </p:extLst>
          </p:nvPr>
        </p:nvGraphicFramePr>
        <p:xfrm>
          <a:off x="6181344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0190433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A325BB-F95F-2FF0-9E7A-B08129469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Діяльність</a:t>
            </a:r>
            <a:r>
              <a:rPr lang="ru-RU" dirty="0"/>
              <a:t> </a:t>
            </a:r>
            <a:r>
              <a:rPr lang="ru-RU" dirty="0" err="1"/>
              <a:t>якого</a:t>
            </a:r>
            <a:r>
              <a:rPr lang="ru-RU" dirty="0"/>
              <a:t> </a:t>
            </a:r>
            <a:r>
              <a:rPr lang="ru-RU" dirty="0" err="1"/>
              <a:t>гетьмана</a:t>
            </a:r>
            <a:r>
              <a:rPr lang="ru-RU" dirty="0"/>
              <a:t> так </a:t>
            </a:r>
            <a:r>
              <a:rPr lang="ru-RU" dirty="0" err="1"/>
              <a:t>характеризував</a:t>
            </a:r>
            <a:r>
              <a:rPr lang="ru-RU" dirty="0"/>
              <a:t> </a:t>
            </a:r>
            <a:r>
              <a:rPr lang="ru-RU" dirty="0" err="1"/>
              <a:t>історик</a:t>
            </a:r>
            <a:r>
              <a:rPr lang="ru-RU" dirty="0"/>
              <a:t> Михайло </a:t>
            </a:r>
            <a:r>
              <a:rPr lang="ru-RU" dirty="0" err="1"/>
              <a:t>Грушевський</a:t>
            </a:r>
            <a:r>
              <a:rPr lang="ru-RU" dirty="0"/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785D0B6-BD07-6975-C98D-9A891DAA509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...записавши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братство, дав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йому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тільки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право,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але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й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обов’язок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виступати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усіх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братських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справах 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ролі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його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членів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зв’язав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братство як…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козацьке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представництво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церковних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національних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справах...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»?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6384B6A-3491-1B7A-5ED0-43EB054A214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78259295"/>
              </p:ext>
            </p:extLst>
          </p:nvPr>
        </p:nvGraphicFramePr>
        <p:xfrm>
          <a:off x="6181344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545849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2B70B6-CAFA-6BAE-06FA-AC3A6C311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Установіть відповідність між подією другої половини Х</a:t>
            </a:r>
            <a:r>
              <a:rPr lang="en-US" dirty="0"/>
              <a:t>V</a:t>
            </a:r>
            <a:r>
              <a:rPr lang="uk-UA" dirty="0"/>
              <a:t>І - першої половини Х</a:t>
            </a:r>
            <a:r>
              <a:rPr lang="en-US" dirty="0"/>
              <a:t>V</a:t>
            </a:r>
            <a:r>
              <a:rPr lang="uk-UA" dirty="0"/>
              <a:t>ІІ ст. та її наслідком для українських земель.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CB1031F-DA7D-666A-A2DD-09645A48019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451416430"/>
              </p:ext>
            </p:extLst>
          </p:nvPr>
        </p:nvGraphicFramePr>
        <p:xfrm>
          <a:off x="1298448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F8FAF5F7-2C6B-8C4A-C2C8-1F8354FFDDB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47307594"/>
              </p:ext>
            </p:extLst>
          </p:nvPr>
        </p:nvGraphicFramePr>
        <p:xfrm>
          <a:off x="6181344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4069545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AD5393-393F-B351-B6BD-0BAED7218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, </a:t>
            </a:r>
            <a:r>
              <a:rPr lang="ru-RU" dirty="0" err="1"/>
              <a:t>описаних</a:t>
            </a:r>
            <a:r>
              <a:rPr lang="ru-RU" dirty="0"/>
              <a:t> в </a:t>
            </a:r>
            <a:r>
              <a:rPr lang="ru-RU" dirty="0" err="1"/>
              <a:t>уривках</a:t>
            </a:r>
            <a:r>
              <a:rPr lang="ru-RU" dirty="0"/>
              <a:t> з </a:t>
            </a:r>
            <a:r>
              <a:rPr lang="ru-RU" dirty="0" err="1"/>
              <a:t>літопису</a:t>
            </a:r>
            <a:r>
              <a:rPr lang="ru-RU" dirty="0"/>
              <a:t> Г. </a:t>
            </a:r>
            <a:r>
              <a:rPr lang="ru-RU" dirty="0" err="1"/>
              <a:t>Граб’янки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9492FD6-4E9B-DC64-EB48-489A7F91D7A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959310187"/>
              </p:ext>
            </p:extLst>
          </p:nvPr>
        </p:nvGraphicFramePr>
        <p:xfrm>
          <a:off x="1298448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9A9AED30-9791-EF26-7872-D4047E081CB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50066779"/>
              </p:ext>
            </p:extLst>
          </p:nvPr>
        </p:nvGraphicFramePr>
        <p:xfrm>
          <a:off x="6181344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918417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A1EA96-302C-51BB-524A-A8D7639E2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Частина 1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D0406B65-58CD-C33F-D69F-BA5D62F39A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https://forms.gle/2RAzi6AJQvbJTVwu8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0411625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054DBF-3220-1F14-6E17-1174764C4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Укажіть прізвище діяча, з яким пов’язане відновлення в </a:t>
            </a:r>
            <a:r>
              <a:rPr lang="en-US" dirty="0"/>
              <a:t>XVII </a:t>
            </a:r>
            <a:r>
              <a:rPr lang="uk-UA" dirty="0"/>
              <a:t>ст. вищої православної церковної ієрархії в Речі Посполитій: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E84C2A9-2AED-E9A3-C9B6-6EC04C2C7F5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400721500"/>
              </p:ext>
            </p:extLst>
          </p:nvPr>
        </p:nvGraphicFramePr>
        <p:xfrm>
          <a:off x="1298448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0" name="Picture 2" descr="БОРЕЦЬКИЙ ІОВ">
            <a:extLst>
              <a:ext uri="{FF2B5EF4-FFF2-40B4-BE49-F238E27FC236}">
                <a16:creationId xmlns:a16="http://schemas.microsoft.com/office/drawing/2014/main" id="{059245E9-1599-B420-BAB5-5D187207485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5147" y="2560320"/>
            <a:ext cx="2095566" cy="314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402CEE33-0E33-0C38-E9AF-9CFFC2B161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41552" y="2560511"/>
            <a:ext cx="2793707" cy="3309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992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5B5054-6BA6-B998-CDFB-B7F46ABF3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Яка </a:t>
            </a:r>
            <a:r>
              <a:rPr lang="ru-RU" dirty="0" err="1"/>
              <a:t>подія</a:t>
            </a:r>
            <a:r>
              <a:rPr lang="ru-RU" dirty="0"/>
              <a:t> </a:t>
            </a:r>
            <a:r>
              <a:rPr lang="ru-RU" dirty="0" err="1"/>
              <a:t>пов’язана</a:t>
            </a:r>
            <a:r>
              <a:rPr lang="ru-RU" dirty="0"/>
              <a:t> з </a:t>
            </a:r>
            <a:r>
              <a:rPr lang="ru-RU" dirty="0" err="1"/>
              <a:t>діячем</a:t>
            </a:r>
            <a:r>
              <a:rPr lang="ru-RU" dirty="0"/>
              <a:t>, </a:t>
            </a:r>
            <a:r>
              <a:rPr lang="ru-RU" dirty="0" err="1"/>
              <a:t>зображеним</a:t>
            </a:r>
            <a:r>
              <a:rPr lang="ru-RU" dirty="0"/>
              <a:t> на </a:t>
            </a:r>
            <a:r>
              <a:rPr lang="ru-RU" dirty="0" err="1"/>
              <a:t>репродукції</a:t>
            </a:r>
            <a:r>
              <a:rPr lang="ru-RU" dirty="0"/>
              <a:t> </a:t>
            </a:r>
            <a:r>
              <a:rPr lang="ru-RU" dirty="0" err="1"/>
              <a:t>картини</a:t>
            </a:r>
            <a:r>
              <a:rPr lang="ru-RU" dirty="0"/>
              <a:t>?</a:t>
            </a:r>
            <a:endParaRPr lang="uk-UA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8D4A19B-F961-5CA9-388C-43E4ABB7269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66966" y="2560638"/>
            <a:ext cx="2781267" cy="3309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Місце для вмісту 2">
            <a:extLst>
              <a:ext uri="{FF2B5EF4-FFF2-40B4-BE49-F238E27FC236}">
                <a16:creationId xmlns:a16="http://schemas.microsoft.com/office/drawing/2014/main" id="{18E68FC6-A545-A112-E1DC-722858EF18A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30668994"/>
              </p:ext>
            </p:extLst>
          </p:nvPr>
        </p:nvGraphicFramePr>
        <p:xfrm>
          <a:off x="6181344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4965925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CFA3F6-27C5-0CD2-4185-FA78F5F48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 </a:t>
            </a:r>
            <a:r>
              <a:rPr lang="ru-RU" dirty="0" err="1"/>
              <a:t>якого</a:t>
            </a:r>
            <a:r>
              <a:rPr lang="ru-RU" dirty="0"/>
              <a:t> </a:t>
            </a:r>
            <a:r>
              <a:rPr lang="ru-RU" dirty="0" err="1"/>
              <a:t>діяча</a:t>
            </a:r>
            <a:r>
              <a:rPr lang="ru-RU" dirty="0"/>
              <a:t> </a:t>
            </a:r>
            <a:r>
              <a:rPr lang="ru-RU" dirty="0" err="1"/>
              <a:t>йдеться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EAA8DB4-A154-28D9-AD19-556EBD92ECC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«Політичний, церковний, освітній діяч Речі Посполитої. З 1627 р. — архімандрит Києво-Печерського монастиря. У 1632 р. домігся від королівської влади визнання вищої православної церковної ієрархії. Для підвищення культурно-освітнього рівня православних священиків заснував Лаврську школу...»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F330705-581C-442A-87DB-58B7C0EEFA3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77312241"/>
              </p:ext>
            </p:extLst>
          </p:nvPr>
        </p:nvGraphicFramePr>
        <p:xfrm>
          <a:off x="6181344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Місце для вмісту 4">
            <a:extLst>
              <a:ext uri="{FF2B5EF4-FFF2-40B4-BE49-F238E27FC236}">
                <a16:creationId xmlns:a16="http://schemas.microsoft.com/office/drawing/2014/main" id="{FF1CAF66-A7AA-3849-738B-5DFF066CF1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1010804"/>
              </p:ext>
            </p:extLst>
          </p:nvPr>
        </p:nvGraphicFramePr>
        <p:xfrm>
          <a:off x="6181344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589949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09A0CC-2A13-74CA-F48E-13098E643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 </a:t>
            </a:r>
            <a:r>
              <a:rPr lang="ru-RU" dirty="0" err="1"/>
              <a:t>яких</a:t>
            </a:r>
            <a:r>
              <a:rPr lang="ru-RU" dirty="0"/>
              <a:t> </a:t>
            </a:r>
            <a:r>
              <a:rPr lang="ru-RU" dirty="0" err="1"/>
              <a:t>твердженнях</a:t>
            </a:r>
            <a:r>
              <a:rPr lang="ru-RU" dirty="0"/>
              <a:t> </a:t>
            </a:r>
            <a:r>
              <a:rPr lang="ru-RU" dirty="0" err="1"/>
              <a:t>схарактеризовано</a:t>
            </a:r>
            <a:r>
              <a:rPr lang="ru-RU" dirty="0"/>
              <a:t> </a:t>
            </a:r>
            <a:r>
              <a:rPr lang="ru-RU" dirty="0" err="1"/>
              <a:t>життя</a:t>
            </a:r>
            <a:r>
              <a:rPr lang="ru-RU" dirty="0"/>
              <a:t> і </a:t>
            </a:r>
            <a:r>
              <a:rPr lang="ru-RU" dirty="0" err="1"/>
              <a:t>діяльність</a:t>
            </a:r>
            <a:r>
              <a:rPr lang="ru-RU" dirty="0"/>
              <a:t> митрополита Петра </a:t>
            </a:r>
            <a:r>
              <a:rPr lang="ru-RU" dirty="0" err="1"/>
              <a:t>Могили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B6F593F1-D518-27E8-2359-CC027138DC5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73839702"/>
              </p:ext>
            </p:extLst>
          </p:nvPr>
        </p:nvGraphicFramePr>
        <p:xfrm>
          <a:off x="1298448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1AAEAE6-987D-2D83-B403-8BDB8EECEB2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18618690"/>
              </p:ext>
            </p:extLst>
          </p:nvPr>
        </p:nvGraphicFramePr>
        <p:xfrm>
          <a:off x="6181344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2474565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3E15D8-78CB-719B-1020-2434DA54F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було</a:t>
            </a:r>
            <a:r>
              <a:rPr lang="ru-RU" dirty="0"/>
              <a:t> одним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результатів</a:t>
            </a:r>
            <a:r>
              <a:rPr lang="ru-RU" dirty="0"/>
              <a:t> </a:t>
            </a:r>
            <a:r>
              <a:rPr lang="ru-RU" dirty="0" err="1"/>
              <a:t>церковної</a:t>
            </a:r>
            <a:r>
              <a:rPr lang="ru-RU" dirty="0"/>
              <a:t> </a:t>
            </a:r>
            <a:r>
              <a:rPr lang="ru-RU" dirty="0" err="1"/>
              <a:t>реформи</a:t>
            </a:r>
            <a:r>
              <a:rPr lang="ru-RU" dirty="0"/>
              <a:t> митрополита П. </a:t>
            </a:r>
            <a:r>
              <a:rPr lang="ru-RU" dirty="0" err="1"/>
              <a:t>Могили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9EEC78D8-CB08-46EA-B555-047AE744D3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9116189"/>
              </p:ext>
            </p:extLst>
          </p:nvPr>
        </p:nvGraphicFramePr>
        <p:xfrm>
          <a:off x="1295400" y="2557463"/>
          <a:ext cx="9601200" cy="3317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7779474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E6173D-6416-9F55-AE04-E49806920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іменами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діячів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зображених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портретах,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пов’язано</a:t>
            </a:r>
            <a:endParaRPr lang="uk-UA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C684FAD-0BB9-F43A-67D5-251042C5C47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57325" y="2720181"/>
            <a:ext cx="4400550" cy="299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Місце для вмісту 2">
            <a:extLst>
              <a:ext uri="{FF2B5EF4-FFF2-40B4-BE49-F238E27FC236}">
                <a16:creationId xmlns:a16="http://schemas.microsoft.com/office/drawing/2014/main" id="{53BAC7DD-FC58-3FFC-CC69-2C4E0C97348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19239489"/>
              </p:ext>
            </p:extLst>
          </p:nvPr>
        </p:nvGraphicFramePr>
        <p:xfrm>
          <a:off x="6181344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6" name="Місце для вмісту 2">
            <a:extLst>
              <a:ext uri="{FF2B5EF4-FFF2-40B4-BE49-F238E27FC236}">
                <a16:creationId xmlns:a16="http://schemas.microsoft.com/office/drawing/2014/main" id="{C9075F6E-AC05-8AB8-A277-E2061B95AE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5802309"/>
              </p:ext>
            </p:extLst>
          </p:nvPr>
        </p:nvGraphicFramePr>
        <p:xfrm>
          <a:off x="6181344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901629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3A58E8-3899-AFCD-7EA9-2F29D2344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1038659"/>
            <a:ext cx="9601196" cy="1303867"/>
          </a:xfrm>
        </p:spPr>
        <p:txBody>
          <a:bodyPr/>
          <a:lstStyle/>
          <a:p>
            <a:r>
              <a:rPr lang="uk-UA" dirty="0"/>
              <a:t>На фото зображено портрети</a:t>
            </a:r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865F3314-275C-D1DE-2B16-A27C78E63E1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86726319"/>
              </p:ext>
            </p:extLst>
          </p:nvPr>
        </p:nvGraphicFramePr>
        <p:xfrm>
          <a:off x="1298448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122" name="Picture 2">
            <a:extLst>
              <a:ext uri="{FF2B5EF4-FFF2-40B4-BE49-F238E27FC236}">
                <a16:creationId xmlns:a16="http://schemas.microsoft.com/office/drawing/2014/main" id="{F509730F-8D71-71DB-6AC3-79B759F184B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88075" y="2701131"/>
            <a:ext cx="4705350" cy="302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158702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F38104-6DFA-D381-F471-097269D8B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Йов</a:t>
            </a:r>
            <a:r>
              <a:rPr lang="ru-RU" dirty="0"/>
              <a:t> </a:t>
            </a:r>
            <a:r>
              <a:rPr lang="ru-RU" dirty="0" err="1"/>
              <a:t>Борецький</a:t>
            </a:r>
            <a:r>
              <a:rPr lang="ru-RU" dirty="0"/>
              <a:t>, Петро Конашевич-</a:t>
            </a:r>
            <a:r>
              <a:rPr lang="ru-RU" dirty="0" err="1"/>
              <a:t>Сагайдачний</a:t>
            </a:r>
            <a:r>
              <a:rPr lang="ru-RU" dirty="0"/>
              <a:t>, </a:t>
            </a:r>
            <a:r>
              <a:rPr lang="ru-RU" dirty="0" err="1"/>
              <a:t>Мелетій</a:t>
            </a:r>
            <a:r>
              <a:rPr lang="ru-RU" dirty="0"/>
              <a:t> </a:t>
            </a:r>
            <a:r>
              <a:rPr lang="ru-RU" dirty="0" err="1"/>
              <a:t>Смотрицький</a:t>
            </a:r>
            <a:r>
              <a:rPr lang="ru-RU" dirty="0"/>
              <a:t> були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90EC559-807B-5631-B688-1F328718DDB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88271084"/>
              </p:ext>
            </p:extLst>
          </p:nvPr>
        </p:nvGraphicFramePr>
        <p:xfrm>
          <a:off x="1298448" y="2560320"/>
          <a:ext cx="4718304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 descr="Острозька академія: 445 років історії вищої освіти">
            <a:extLst>
              <a:ext uri="{FF2B5EF4-FFF2-40B4-BE49-F238E27FC236}">
                <a16:creationId xmlns:a16="http://schemas.microsoft.com/office/drawing/2014/main" id="{92B9E211-91E0-A16E-821E-C9C0908C932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4175" y="2560320"/>
            <a:ext cx="4297603" cy="3219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620426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009F7D-0D9E-D942-F974-CEC773511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 кого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зображених</a:t>
            </a:r>
            <a:r>
              <a:rPr lang="ru-RU" dirty="0"/>
              <a:t> </a:t>
            </a:r>
            <a:r>
              <a:rPr lang="ru-RU" dirty="0" err="1"/>
              <a:t>діячів</a:t>
            </a:r>
            <a:r>
              <a:rPr lang="ru-RU" dirty="0"/>
              <a:t> </a:t>
            </a:r>
            <a:r>
              <a:rPr lang="ru-RU" dirty="0" err="1"/>
              <a:t>ідеться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 документа: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767954A-68EE-3FB5-C395-A6EC760D60A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уклав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Київським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братством угоду, за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якою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ставав “старшим братом,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дозорцем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довічним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охоронцем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і наставником”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об’єднаних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Лаврської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Братської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шкіл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»?</a:t>
            </a:r>
            <a:endParaRPr lang="uk-UA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E58389D-7158-F82B-ABC2-EB04A4BAD33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22" r="51310"/>
          <a:stretch/>
        </p:blipFill>
        <p:spPr bwMode="auto">
          <a:xfrm>
            <a:off x="9293638" y="2284631"/>
            <a:ext cx="1190097" cy="1932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C5EA8026-3162-697F-EED1-07E2DC2B5C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77" r="25455"/>
          <a:stretch/>
        </p:blipFill>
        <p:spPr bwMode="auto">
          <a:xfrm>
            <a:off x="7834747" y="4215384"/>
            <a:ext cx="1330031" cy="1932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1F92C7E9-238C-74F9-661A-CA4B08441C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74332"/>
          <a:stretch/>
        </p:blipFill>
        <p:spPr bwMode="auto">
          <a:xfrm>
            <a:off x="6882946" y="2302070"/>
            <a:ext cx="1330031" cy="1932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7C1303E3-ECCE-7AE9-3133-CC50D68FBC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545" r="1"/>
          <a:stretch/>
        </p:blipFill>
        <p:spPr bwMode="auto">
          <a:xfrm>
            <a:off x="10385374" y="3938326"/>
            <a:ext cx="1318957" cy="1932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92813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Природа">
  <a:themeElements>
    <a:clrScheme name="Природа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Природа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Природа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816</TotalTime>
  <Words>3614</Words>
  <Application>Microsoft Office PowerPoint</Application>
  <PresentationFormat>Широкий екран</PresentationFormat>
  <Paragraphs>370</Paragraphs>
  <Slides>56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56</vt:i4>
      </vt:variant>
    </vt:vector>
  </HeadingPairs>
  <TitlesOfParts>
    <vt:vector size="61" baseType="lpstr">
      <vt:lpstr>Arial</vt:lpstr>
      <vt:lpstr>Calibri</vt:lpstr>
      <vt:lpstr>Century Gothic</vt:lpstr>
      <vt:lpstr>Garamond</vt:lpstr>
      <vt:lpstr>Природа</vt:lpstr>
      <vt:lpstr> Українські землі у складі Речі Посполитої в першій половині ХVІІ ст.</vt:lpstr>
      <vt:lpstr>Частина 4</vt:lpstr>
      <vt:lpstr>Яка подія суттєво вплинула на активізацію українського національно-культурного руху кінця ХVІ — початку ХVІІ ст.?</vt:lpstr>
      <vt:lpstr> Установіть послідовність подій суспільно-культурного життя другої половини XVI — першої половини ХVII ст </vt:lpstr>
      <vt:lpstr>Укажіть українські книжки, надруковані в другій половині XVI – першій половині XVII ст.:</vt:lpstr>
      <vt:lpstr>Що стало наслідком події, описаної в уривку з історичного джерела: </vt:lpstr>
      <vt:lpstr>Прочитайте уривок з історичного джерела та виконайте завдання. Описані події відбулися завдяки</vt:lpstr>
      <vt:lpstr>Укажіть події культурного життя України в другій половині XVI — першій половині XVII ст.</vt:lpstr>
      <vt:lpstr>Прочитайте фрагмент історичного документа та виконайте завдання</vt:lpstr>
      <vt:lpstr>Прочитайте фрагмент історичного документа та виконайте завдання</vt:lpstr>
      <vt:lpstr>Укажіть портрет діяча, який унаслідок виконання умов цитованого документа очолив православну церкву.</vt:lpstr>
      <vt:lpstr>З якою метою ухвалено цитований документ?</vt:lpstr>
      <vt:lpstr>Одна з перших рукописних книг, перекладена тогочасною українською мовою під впливом подій європейської Реформації, — це</vt:lpstr>
      <vt:lpstr>1632 р. - це рік створення</vt:lpstr>
      <vt:lpstr>Укажіть особливості розвитку української культури другої половини XVI — першої половини XVII ст.</vt:lpstr>
      <vt:lpstr>Про появу якого явища в театральному мистецтві йдеться в уривку з історичного джерела?</vt:lpstr>
      <vt:lpstr>Які події національно-культурного життя України відбулися в другій половині XVI – першій половині XVII ст.?</vt:lpstr>
      <vt:lpstr>Частина 3</vt:lpstr>
      <vt:lpstr>Прочитайте уривок з історичного джерела та виконайте завдання. В уривку йдеться про</vt:lpstr>
      <vt:lpstr>Проаналізуйте наведені твердження та вкажіть правильне.</vt:lpstr>
      <vt:lpstr>Діяльність якого гетьмана так характеризував історик Михайло Грушевський:</vt:lpstr>
      <vt:lpstr>Установіть відповідність між подією другої половини ХVІ - першої половини ХVІІ ст. та її наслідком для українських земель.</vt:lpstr>
      <vt:lpstr>Установіть послідовність подій, описаних в уривках з літопису Г. Граб’янки.</vt:lpstr>
      <vt:lpstr>Установіть відповідність між історичними постатями та їхньою історичною роллю.</vt:lpstr>
      <vt:lpstr>Хто з українських гетьманів здійснив похід, відображений на картосхемі?</vt:lpstr>
      <vt:lpstr>Якого року відбулася подія, описана в уривку джерела:</vt:lpstr>
      <vt:lpstr>Яка подія суттєво вплинула на активізацію українського національно-культурного руху кінця ХVІ — початку ХVІІ ст.?</vt:lpstr>
      <vt:lpstr> Установіть послідовність подій суспільно-культурного життя другої половини XVI — першої половини ХVII ст </vt:lpstr>
      <vt:lpstr>Укажіть українські книжки, надруковані в другій половині XVI – першій половині XVII ст.:</vt:lpstr>
      <vt:lpstr>Що стало наслідком події, описаної в уривку з історичного джерела: </vt:lpstr>
      <vt:lpstr>Частина 2</vt:lpstr>
      <vt:lpstr>З іменами діячів, зображених на портретах, пов’язано</vt:lpstr>
      <vt:lpstr>На фото зображено портрети</vt:lpstr>
      <vt:lpstr>Йов Борецький, Петро Конашевич-Сагайдачний, Мелетій Смотрицький були</vt:lpstr>
      <vt:lpstr>Про кого із зображених діячів ідеться в уривку документа:</vt:lpstr>
      <vt:lpstr>З митрополитом Петром Могилою пов’язано</vt:lpstr>
      <vt:lpstr>Увідповідніть подію першої половини XVII ст. з її наслідком.</vt:lpstr>
      <vt:lpstr>Якому історичному діячеві історик О. Субтельний дав таку оцінку:</vt:lpstr>
      <vt:lpstr>Гетьман П. Конашевич-Сагайдачний уславився тим, що:</vt:lpstr>
      <vt:lpstr>У якому році відбулася подія, описана в уривку з історичного джерела:</vt:lpstr>
      <vt:lpstr>Участь українських козаків у Хотинській війні</vt:lpstr>
      <vt:lpstr>Прочитайте уривок з історичного джерела та виконайте завдання. В уривку йдеться про</vt:lpstr>
      <vt:lpstr>Проаналізуйте наведені твердження та вкажіть правильне.</vt:lpstr>
      <vt:lpstr>Діяльність якого гетьмана так характеризував історик Михайло Грушевський:</vt:lpstr>
      <vt:lpstr>Установіть відповідність між подією другої половини ХVІ - першої половини ХVІІ ст. та її наслідком для українських земель.</vt:lpstr>
      <vt:lpstr>Установіть послідовність подій, описаних в уривках з літопису Г. Граб’янки.</vt:lpstr>
      <vt:lpstr>Частина 1</vt:lpstr>
      <vt:lpstr>Укажіть прізвище діяча, з яким пов’язане відновлення в XVII ст. вищої православної церковної ієрархії в Речі Посполитій:</vt:lpstr>
      <vt:lpstr>Яка подія пов’язана з діячем, зображеним на репродукції картини?</vt:lpstr>
      <vt:lpstr>Про якого діяча йдеться в уривку з історичного джерела?</vt:lpstr>
      <vt:lpstr>У яких твердженнях схарактеризовано життя і діяльність митрополита Петра Могили?</vt:lpstr>
      <vt:lpstr>Що було одним із результатів церковної реформи митрополита П. Могили?</vt:lpstr>
      <vt:lpstr>З іменами діячів, зображених на портретах, пов’язано</vt:lpstr>
      <vt:lpstr>На фото зображено портрети</vt:lpstr>
      <vt:lpstr>Йов Борецький, Петро Конашевич-Сагайдачний, Мелетій Смотрицький були</vt:lpstr>
      <vt:lpstr>Про кого із зображених діячів ідеться в уривку документа: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 Українські землі у складі Речі Посполитої в першій половині ХVІІ ст.</dc:title>
  <dc:creator>Сергей Корниенко</dc:creator>
  <cp:lastModifiedBy>Сергей Корниенко</cp:lastModifiedBy>
  <cp:revision>21</cp:revision>
  <dcterms:created xsi:type="dcterms:W3CDTF">2024-10-10T15:14:42Z</dcterms:created>
  <dcterms:modified xsi:type="dcterms:W3CDTF">2024-11-02T16:16:37Z</dcterms:modified>
</cp:coreProperties>
</file>