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notesSlides/notesSlide1.xml" ContentType="application/vnd.openxmlformats-officedocument.presentationml.notesSlide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5"/>
  </p:notesMasterIdLst>
  <p:sldIdLst>
    <p:sldId id="256" r:id="rId3"/>
    <p:sldId id="345" r:id="rId4"/>
    <p:sldId id="346" r:id="rId5"/>
    <p:sldId id="347" r:id="rId6"/>
    <p:sldId id="306" r:id="rId7"/>
    <p:sldId id="267" r:id="rId8"/>
    <p:sldId id="348" r:id="rId9"/>
    <p:sldId id="349" r:id="rId10"/>
    <p:sldId id="350" r:id="rId11"/>
    <p:sldId id="351" r:id="rId12"/>
    <p:sldId id="352" r:id="rId13"/>
    <p:sldId id="275" r:id="rId14"/>
    <p:sldId id="309" r:id="rId15"/>
    <p:sldId id="302" r:id="rId16"/>
    <p:sldId id="310" r:id="rId17"/>
    <p:sldId id="284" r:id="rId18"/>
    <p:sldId id="290" r:id="rId19"/>
    <p:sldId id="340" r:id="rId20"/>
    <p:sldId id="341" r:id="rId21"/>
    <p:sldId id="342" r:id="rId22"/>
    <p:sldId id="343" r:id="rId23"/>
    <p:sldId id="344" r:id="rId24"/>
    <p:sldId id="260" r:id="rId25"/>
    <p:sldId id="264" r:id="rId26"/>
    <p:sldId id="321" r:id="rId27"/>
    <p:sldId id="259" r:id="rId28"/>
    <p:sldId id="326" r:id="rId29"/>
    <p:sldId id="327" r:id="rId30"/>
    <p:sldId id="328" r:id="rId31"/>
    <p:sldId id="271" r:id="rId32"/>
    <p:sldId id="304" r:id="rId33"/>
    <p:sldId id="305" r:id="rId34"/>
    <p:sldId id="334" r:id="rId35"/>
    <p:sldId id="335" r:id="rId36"/>
    <p:sldId id="336" r:id="rId37"/>
    <p:sldId id="337" r:id="rId38"/>
    <p:sldId id="338" r:id="rId39"/>
    <p:sldId id="339" r:id="rId40"/>
    <p:sldId id="286" r:id="rId41"/>
    <p:sldId id="308" r:id="rId42"/>
    <p:sldId id="323" r:id="rId43"/>
    <p:sldId id="324" r:id="rId44"/>
    <p:sldId id="325" r:id="rId45"/>
    <p:sldId id="322" r:id="rId46"/>
    <p:sldId id="257" r:id="rId47"/>
    <p:sldId id="261" r:id="rId48"/>
    <p:sldId id="262" r:id="rId49"/>
    <p:sldId id="263" r:id="rId50"/>
    <p:sldId id="269" r:id="rId51"/>
    <p:sldId id="289" r:id="rId52"/>
    <p:sldId id="301" r:id="rId53"/>
    <p:sldId id="315" r:id="rId54"/>
    <p:sldId id="316" r:id="rId55"/>
    <p:sldId id="297" r:id="rId56"/>
    <p:sldId id="333" r:id="rId57"/>
    <p:sldId id="298" r:id="rId58"/>
    <p:sldId id="273" r:id="rId59"/>
    <p:sldId id="292" r:id="rId60"/>
    <p:sldId id="280" r:id="rId61"/>
    <p:sldId id="294" r:id="rId62"/>
    <p:sldId id="281" r:id="rId63"/>
    <p:sldId id="288" r:id="rId64"/>
    <p:sldId id="287" r:id="rId65"/>
    <p:sldId id="300" r:id="rId66"/>
    <p:sldId id="318" r:id="rId67"/>
    <p:sldId id="320" r:id="rId68"/>
    <p:sldId id="330" r:id="rId69"/>
    <p:sldId id="331" r:id="rId70"/>
    <p:sldId id="332" r:id="rId71"/>
    <p:sldId id="291" r:id="rId72"/>
    <p:sldId id="272" r:id="rId73"/>
    <p:sldId id="274" r:id="rId7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044A0329-07C9-41E7-91C9-DD2AD0C380BB}">
          <p14:sldIdLst>
            <p14:sldId id="256"/>
          </p14:sldIdLst>
        </p14:section>
        <p14:section name="Блок 5" id="{A918A7BD-8B8A-4972-97A0-93FA961409D5}">
          <p14:sldIdLst>
            <p14:sldId id="345"/>
            <p14:sldId id="346"/>
            <p14:sldId id="347"/>
            <p14:sldId id="306"/>
            <p14:sldId id="267"/>
            <p14:sldId id="348"/>
            <p14:sldId id="349"/>
            <p14:sldId id="350"/>
            <p14:sldId id="351"/>
            <p14:sldId id="352"/>
            <p14:sldId id="275"/>
            <p14:sldId id="309"/>
            <p14:sldId id="302"/>
            <p14:sldId id="310"/>
            <p14:sldId id="284"/>
            <p14:sldId id="290"/>
          </p14:sldIdLst>
        </p14:section>
        <p14:section name="Блок 4" id="{29BE81C5-63F4-488D-80B0-A2037B9646E8}">
          <p14:sldIdLst>
            <p14:sldId id="340"/>
            <p14:sldId id="341"/>
            <p14:sldId id="342"/>
            <p14:sldId id="343"/>
            <p14:sldId id="344"/>
            <p14:sldId id="260"/>
            <p14:sldId id="264"/>
            <p14:sldId id="321"/>
            <p14:sldId id="259"/>
            <p14:sldId id="326"/>
            <p14:sldId id="327"/>
            <p14:sldId id="328"/>
            <p14:sldId id="271"/>
            <p14:sldId id="304"/>
            <p14:sldId id="305"/>
          </p14:sldIdLst>
        </p14:section>
        <p14:section name="Блок 3" id="{A682AE20-3D36-46AD-9A96-A8EB627C259F}">
          <p14:sldIdLst>
            <p14:sldId id="334"/>
            <p14:sldId id="335"/>
            <p14:sldId id="336"/>
            <p14:sldId id="337"/>
            <p14:sldId id="338"/>
            <p14:sldId id="339"/>
            <p14:sldId id="286"/>
            <p14:sldId id="308"/>
            <p14:sldId id="323"/>
            <p14:sldId id="324"/>
            <p14:sldId id="325"/>
            <p14:sldId id="322"/>
            <p14:sldId id="257"/>
            <p14:sldId id="261"/>
            <p14:sldId id="262"/>
            <p14:sldId id="263"/>
          </p14:sldIdLst>
        </p14:section>
        <p14:section name="блок 2" id="{0F2F7C15-07F7-4894-8FA4-8C0258C4C14C}">
          <p14:sldIdLst>
            <p14:sldId id="269"/>
            <p14:sldId id="289"/>
            <p14:sldId id="301"/>
            <p14:sldId id="315"/>
            <p14:sldId id="316"/>
            <p14:sldId id="297"/>
            <p14:sldId id="333"/>
            <p14:sldId id="298"/>
            <p14:sldId id="273"/>
            <p14:sldId id="292"/>
            <p14:sldId id="280"/>
            <p14:sldId id="294"/>
            <p14:sldId id="281"/>
            <p14:sldId id="288"/>
            <p14:sldId id="287"/>
          </p14:sldIdLst>
        </p14:section>
        <p14:section name="Блок 1" id="{A366881B-61FC-4499-902C-CE3BD151B4A0}">
          <p14:sldIdLst>
            <p14:sldId id="300"/>
            <p14:sldId id="318"/>
            <p14:sldId id="320"/>
            <p14:sldId id="330"/>
            <p14:sldId id="331"/>
            <p14:sldId id="332"/>
            <p14:sldId id="291"/>
            <p14:sldId id="272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76" autoAdjust="0"/>
  </p:normalViewPr>
  <p:slideViewPr>
    <p:cSldViewPr snapToGrid="0">
      <p:cViewPr varScale="1">
        <p:scale>
          <a:sx n="58" d="100"/>
          <a:sy n="58" d="100"/>
        </p:scale>
        <p:origin x="78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7960D3-8FD1-4ACD-AA63-8A11EB6931C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70DD87-4FB7-44C0-9A62-7494B0C962BF}">
      <dgm:prSet/>
      <dgm:spPr/>
      <dgm:t>
        <a:bodyPr/>
        <a:lstStyle/>
        <a:p>
          <a:r>
            <a:rPr lang="uk-UA" b="0" i="0"/>
            <a:t>Від початку збройного виступу до Зборівського договору.</a:t>
          </a:r>
          <a:endParaRPr lang="uk-UA"/>
        </a:p>
      </dgm:t>
    </dgm:pt>
    <dgm:pt modelId="{24EE8C5D-53A1-4C17-966F-5C64CB6A08BF}" type="parTrans" cxnId="{013E5B0E-A45C-4836-A63D-E01B5E3DD999}">
      <dgm:prSet/>
      <dgm:spPr/>
      <dgm:t>
        <a:bodyPr/>
        <a:lstStyle/>
        <a:p>
          <a:endParaRPr lang="uk-UA"/>
        </a:p>
      </dgm:t>
    </dgm:pt>
    <dgm:pt modelId="{1A3ECEC0-8525-4286-B810-7FD023E29868}" type="sibTrans" cxnId="{013E5B0E-A45C-4836-A63D-E01B5E3DD999}">
      <dgm:prSet/>
      <dgm:spPr/>
      <dgm:t>
        <a:bodyPr/>
        <a:lstStyle/>
        <a:p>
          <a:endParaRPr lang="uk-UA"/>
        </a:p>
      </dgm:t>
    </dgm:pt>
    <dgm:pt modelId="{7F87E427-9F83-44ED-8E36-E93248363C3C}">
      <dgm:prSet/>
      <dgm:spPr/>
      <dgm:t>
        <a:bodyPr/>
        <a:lstStyle/>
        <a:p>
          <a:r>
            <a:rPr lang="uk-UA" b="0" i="0"/>
            <a:t>Від Зборівського до Білоцерківського договору.</a:t>
          </a:r>
          <a:endParaRPr lang="uk-UA"/>
        </a:p>
      </dgm:t>
    </dgm:pt>
    <dgm:pt modelId="{78841BFC-B682-488A-B121-020F6A3F3397}" type="parTrans" cxnId="{6B99AF3B-5478-465E-9F69-3C8998B2FDB7}">
      <dgm:prSet/>
      <dgm:spPr/>
      <dgm:t>
        <a:bodyPr/>
        <a:lstStyle/>
        <a:p>
          <a:endParaRPr lang="uk-UA"/>
        </a:p>
      </dgm:t>
    </dgm:pt>
    <dgm:pt modelId="{EAD807AE-3DD6-4751-96A3-4B4C495D9E03}" type="sibTrans" cxnId="{6B99AF3B-5478-465E-9F69-3C8998B2FDB7}">
      <dgm:prSet/>
      <dgm:spPr/>
      <dgm:t>
        <a:bodyPr/>
        <a:lstStyle/>
        <a:p>
          <a:endParaRPr lang="uk-UA"/>
        </a:p>
      </dgm:t>
    </dgm:pt>
    <dgm:pt modelId="{D2C7139F-0635-4A5D-9E56-6A4DFE78702A}">
      <dgm:prSet/>
      <dgm:spPr/>
      <dgm:t>
        <a:bodyPr/>
        <a:lstStyle/>
        <a:p>
          <a:r>
            <a:rPr lang="uk-UA" b="0" i="0"/>
            <a:t>Від Білоцерківського договору до Переяславської ради.</a:t>
          </a:r>
          <a:endParaRPr lang="uk-UA"/>
        </a:p>
      </dgm:t>
    </dgm:pt>
    <dgm:pt modelId="{7A85DFF6-1862-427D-A652-275E3ED6D9F4}" type="parTrans" cxnId="{1E56D391-13C8-4A7F-8F58-AB6DB9F47B28}">
      <dgm:prSet/>
      <dgm:spPr/>
      <dgm:t>
        <a:bodyPr/>
        <a:lstStyle/>
        <a:p>
          <a:endParaRPr lang="uk-UA"/>
        </a:p>
      </dgm:t>
    </dgm:pt>
    <dgm:pt modelId="{FC9C5674-92C1-43A3-9F50-2DD3C04E753D}" type="sibTrans" cxnId="{1E56D391-13C8-4A7F-8F58-AB6DB9F47B28}">
      <dgm:prSet/>
      <dgm:spPr/>
      <dgm:t>
        <a:bodyPr/>
        <a:lstStyle/>
        <a:p>
          <a:endParaRPr lang="uk-UA"/>
        </a:p>
      </dgm:t>
    </dgm:pt>
    <dgm:pt modelId="{E8757074-00A3-461F-B232-90378A5F9466}">
      <dgm:prSet/>
      <dgm:spPr/>
      <dgm:t>
        <a:bodyPr/>
        <a:lstStyle/>
        <a:p>
          <a:r>
            <a:rPr lang="uk-UA" b="0" i="0"/>
            <a:t>Від Переяславської ради до Віленського перемир’я.</a:t>
          </a:r>
          <a:endParaRPr lang="uk-UA"/>
        </a:p>
      </dgm:t>
    </dgm:pt>
    <dgm:pt modelId="{A06D16D2-CA7E-4911-969A-15F41CEC3FC6}" type="parTrans" cxnId="{E901AD80-07E5-40D6-A462-A7060FD18BE4}">
      <dgm:prSet/>
      <dgm:spPr/>
      <dgm:t>
        <a:bodyPr/>
        <a:lstStyle/>
        <a:p>
          <a:endParaRPr lang="uk-UA"/>
        </a:p>
      </dgm:t>
    </dgm:pt>
    <dgm:pt modelId="{782FBFBC-361D-48AC-A81C-B908C066742A}" type="sibTrans" cxnId="{E901AD80-07E5-40D6-A462-A7060FD18BE4}">
      <dgm:prSet/>
      <dgm:spPr/>
      <dgm:t>
        <a:bodyPr/>
        <a:lstStyle/>
        <a:p>
          <a:endParaRPr lang="uk-UA"/>
        </a:p>
      </dgm:t>
    </dgm:pt>
    <dgm:pt modelId="{C59DBAD0-3526-4A5A-95E9-FCDF32AB2873}" type="pres">
      <dgm:prSet presAssocID="{E77960D3-8FD1-4ACD-AA63-8A11EB6931C7}" presName="linearFlow" presStyleCnt="0">
        <dgm:presLayoutVars>
          <dgm:dir/>
          <dgm:resizeHandles val="exact"/>
        </dgm:presLayoutVars>
      </dgm:prSet>
      <dgm:spPr/>
    </dgm:pt>
    <dgm:pt modelId="{00B7F865-6949-4043-87B5-052558F302AE}" type="pres">
      <dgm:prSet presAssocID="{9D70DD87-4FB7-44C0-9A62-7494B0C962BF}" presName="composite" presStyleCnt="0"/>
      <dgm:spPr/>
    </dgm:pt>
    <dgm:pt modelId="{1EFDF617-6DCD-4680-B292-6475797530C0}" type="pres">
      <dgm:prSet presAssocID="{9D70DD87-4FB7-44C0-9A62-7494B0C962BF}" presName="imgShp" presStyleLbl="fgImgPlace1" presStyleIdx="0" presStyleCnt="4"/>
      <dgm:spPr/>
    </dgm:pt>
    <dgm:pt modelId="{41EA3C29-6963-4D48-A093-2C8B4DD5906A}" type="pres">
      <dgm:prSet presAssocID="{9D70DD87-4FB7-44C0-9A62-7494B0C962BF}" presName="txShp" presStyleLbl="node1" presStyleIdx="0" presStyleCnt="4">
        <dgm:presLayoutVars>
          <dgm:bulletEnabled val="1"/>
        </dgm:presLayoutVars>
      </dgm:prSet>
      <dgm:spPr/>
    </dgm:pt>
    <dgm:pt modelId="{4103FA38-A12B-4DF0-9B6F-A15C831A50A7}" type="pres">
      <dgm:prSet presAssocID="{1A3ECEC0-8525-4286-B810-7FD023E29868}" presName="spacing" presStyleCnt="0"/>
      <dgm:spPr/>
    </dgm:pt>
    <dgm:pt modelId="{485396CB-3D58-4E41-9BAC-FB8DE9F3BC99}" type="pres">
      <dgm:prSet presAssocID="{7F87E427-9F83-44ED-8E36-E93248363C3C}" presName="composite" presStyleCnt="0"/>
      <dgm:spPr/>
    </dgm:pt>
    <dgm:pt modelId="{E49AB48D-07AC-405C-9F35-06BA9EFF3544}" type="pres">
      <dgm:prSet presAssocID="{7F87E427-9F83-44ED-8E36-E93248363C3C}" presName="imgShp" presStyleLbl="fgImgPlace1" presStyleIdx="1" presStyleCnt="4"/>
      <dgm:spPr/>
    </dgm:pt>
    <dgm:pt modelId="{A1042F6D-8E65-44B2-90A2-5C387376DDA0}" type="pres">
      <dgm:prSet presAssocID="{7F87E427-9F83-44ED-8E36-E93248363C3C}" presName="txShp" presStyleLbl="node1" presStyleIdx="1" presStyleCnt="4">
        <dgm:presLayoutVars>
          <dgm:bulletEnabled val="1"/>
        </dgm:presLayoutVars>
      </dgm:prSet>
      <dgm:spPr/>
    </dgm:pt>
    <dgm:pt modelId="{10D9E791-6151-4C30-83F3-2A864F39F30D}" type="pres">
      <dgm:prSet presAssocID="{EAD807AE-3DD6-4751-96A3-4B4C495D9E03}" presName="spacing" presStyleCnt="0"/>
      <dgm:spPr/>
    </dgm:pt>
    <dgm:pt modelId="{DB4F7C66-4682-499B-B769-BDC3F49490B0}" type="pres">
      <dgm:prSet presAssocID="{D2C7139F-0635-4A5D-9E56-6A4DFE78702A}" presName="composite" presStyleCnt="0"/>
      <dgm:spPr/>
    </dgm:pt>
    <dgm:pt modelId="{F6CFB05B-EF96-4447-B226-1875DC3AED02}" type="pres">
      <dgm:prSet presAssocID="{D2C7139F-0635-4A5D-9E56-6A4DFE78702A}" presName="imgShp" presStyleLbl="fgImgPlace1" presStyleIdx="2" presStyleCnt="4"/>
      <dgm:spPr/>
    </dgm:pt>
    <dgm:pt modelId="{60312578-EC2B-46A6-A1CA-B3CE2D5F2A37}" type="pres">
      <dgm:prSet presAssocID="{D2C7139F-0635-4A5D-9E56-6A4DFE78702A}" presName="txShp" presStyleLbl="node1" presStyleIdx="2" presStyleCnt="4">
        <dgm:presLayoutVars>
          <dgm:bulletEnabled val="1"/>
        </dgm:presLayoutVars>
      </dgm:prSet>
      <dgm:spPr/>
    </dgm:pt>
    <dgm:pt modelId="{AE4C647F-81C4-433E-A9F7-1F876DA99B3B}" type="pres">
      <dgm:prSet presAssocID="{FC9C5674-92C1-43A3-9F50-2DD3C04E753D}" presName="spacing" presStyleCnt="0"/>
      <dgm:spPr/>
    </dgm:pt>
    <dgm:pt modelId="{D91CA57C-8DE5-451A-AA03-B88CEE2CFA39}" type="pres">
      <dgm:prSet presAssocID="{E8757074-00A3-461F-B232-90378A5F9466}" presName="composite" presStyleCnt="0"/>
      <dgm:spPr/>
    </dgm:pt>
    <dgm:pt modelId="{ADF60D70-EE0E-4AB8-973B-5423F7D8138C}" type="pres">
      <dgm:prSet presAssocID="{E8757074-00A3-461F-B232-90378A5F9466}" presName="imgShp" presStyleLbl="fgImgPlace1" presStyleIdx="3" presStyleCnt="4"/>
      <dgm:spPr/>
    </dgm:pt>
    <dgm:pt modelId="{667738CA-39E7-4B4F-A661-8967A8ECE6B7}" type="pres">
      <dgm:prSet presAssocID="{E8757074-00A3-461F-B232-90378A5F9466}" presName="txShp" presStyleLbl="node1" presStyleIdx="3" presStyleCnt="4">
        <dgm:presLayoutVars>
          <dgm:bulletEnabled val="1"/>
        </dgm:presLayoutVars>
      </dgm:prSet>
      <dgm:spPr/>
    </dgm:pt>
  </dgm:ptLst>
  <dgm:cxnLst>
    <dgm:cxn modelId="{013E5B0E-A45C-4836-A63D-E01B5E3DD999}" srcId="{E77960D3-8FD1-4ACD-AA63-8A11EB6931C7}" destId="{9D70DD87-4FB7-44C0-9A62-7494B0C962BF}" srcOrd="0" destOrd="0" parTransId="{24EE8C5D-53A1-4C17-966F-5C64CB6A08BF}" sibTransId="{1A3ECEC0-8525-4286-B810-7FD023E29868}"/>
    <dgm:cxn modelId="{6B99AF3B-5478-465E-9F69-3C8998B2FDB7}" srcId="{E77960D3-8FD1-4ACD-AA63-8A11EB6931C7}" destId="{7F87E427-9F83-44ED-8E36-E93248363C3C}" srcOrd="1" destOrd="0" parTransId="{78841BFC-B682-488A-B121-020F6A3F3397}" sibTransId="{EAD807AE-3DD6-4751-96A3-4B4C495D9E03}"/>
    <dgm:cxn modelId="{E901AD80-07E5-40D6-A462-A7060FD18BE4}" srcId="{E77960D3-8FD1-4ACD-AA63-8A11EB6931C7}" destId="{E8757074-00A3-461F-B232-90378A5F9466}" srcOrd="3" destOrd="0" parTransId="{A06D16D2-CA7E-4911-969A-15F41CEC3FC6}" sibTransId="{782FBFBC-361D-48AC-A81C-B908C066742A}"/>
    <dgm:cxn modelId="{73C4DE84-32D1-4135-8329-37E6BD7F88A9}" type="presOf" srcId="{9D70DD87-4FB7-44C0-9A62-7494B0C962BF}" destId="{41EA3C29-6963-4D48-A093-2C8B4DD5906A}" srcOrd="0" destOrd="0" presId="urn:microsoft.com/office/officeart/2005/8/layout/vList3"/>
    <dgm:cxn modelId="{A4D46C8D-20B0-4F6A-BE4E-5A076C480E50}" type="presOf" srcId="{D2C7139F-0635-4A5D-9E56-6A4DFE78702A}" destId="{60312578-EC2B-46A6-A1CA-B3CE2D5F2A37}" srcOrd="0" destOrd="0" presId="urn:microsoft.com/office/officeart/2005/8/layout/vList3"/>
    <dgm:cxn modelId="{1E56D391-13C8-4A7F-8F58-AB6DB9F47B28}" srcId="{E77960D3-8FD1-4ACD-AA63-8A11EB6931C7}" destId="{D2C7139F-0635-4A5D-9E56-6A4DFE78702A}" srcOrd="2" destOrd="0" parTransId="{7A85DFF6-1862-427D-A652-275E3ED6D9F4}" sibTransId="{FC9C5674-92C1-43A3-9F50-2DD3C04E753D}"/>
    <dgm:cxn modelId="{4691DC9F-6F48-4A49-98DA-968C4805D996}" type="presOf" srcId="{E77960D3-8FD1-4ACD-AA63-8A11EB6931C7}" destId="{C59DBAD0-3526-4A5A-95E9-FCDF32AB2873}" srcOrd="0" destOrd="0" presId="urn:microsoft.com/office/officeart/2005/8/layout/vList3"/>
    <dgm:cxn modelId="{0CB011BC-D4F4-49FB-9282-A7AA6B9020D4}" type="presOf" srcId="{7F87E427-9F83-44ED-8E36-E93248363C3C}" destId="{A1042F6D-8E65-44B2-90A2-5C387376DDA0}" srcOrd="0" destOrd="0" presId="urn:microsoft.com/office/officeart/2005/8/layout/vList3"/>
    <dgm:cxn modelId="{625DB9C5-B56F-4524-97A2-A777F6345B9C}" type="presOf" srcId="{E8757074-00A3-461F-B232-90378A5F9466}" destId="{667738CA-39E7-4B4F-A661-8967A8ECE6B7}" srcOrd="0" destOrd="0" presId="urn:microsoft.com/office/officeart/2005/8/layout/vList3"/>
    <dgm:cxn modelId="{EA36BC92-29BB-4151-916C-FEE4CFB5CFE7}" type="presParOf" srcId="{C59DBAD0-3526-4A5A-95E9-FCDF32AB2873}" destId="{00B7F865-6949-4043-87B5-052558F302AE}" srcOrd="0" destOrd="0" presId="urn:microsoft.com/office/officeart/2005/8/layout/vList3"/>
    <dgm:cxn modelId="{9D79FD8D-DC22-4CB7-83D5-77F4BEC9DD0D}" type="presParOf" srcId="{00B7F865-6949-4043-87B5-052558F302AE}" destId="{1EFDF617-6DCD-4680-B292-6475797530C0}" srcOrd="0" destOrd="0" presId="urn:microsoft.com/office/officeart/2005/8/layout/vList3"/>
    <dgm:cxn modelId="{33FF4086-083C-4223-8990-9FD4807672A2}" type="presParOf" srcId="{00B7F865-6949-4043-87B5-052558F302AE}" destId="{41EA3C29-6963-4D48-A093-2C8B4DD5906A}" srcOrd="1" destOrd="0" presId="urn:microsoft.com/office/officeart/2005/8/layout/vList3"/>
    <dgm:cxn modelId="{B43829BD-2D4E-4D6F-AD3A-69F4DF00C420}" type="presParOf" srcId="{C59DBAD0-3526-4A5A-95E9-FCDF32AB2873}" destId="{4103FA38-A12B-4DF0-9B6F-A15C831A50A7}" srcOrd="1" destOrd="0" presId="urn:microsoft.com/office/officeart/2005/8/layout/vList3"/>
    <dgm:cxn modelId="{DBD14F80-936A-49F9-A417-24CD90EA32C3}" type="presParOf" srcId="{C59DBAD0-3526-4A5A-95E9-FCDF32AB2873}" destId="{485396CB-3D58-4E41-9BAC-FB8DE9F3BC99}" srcOrd="2" destOrd="0" presId="urn:microsoft.com/office/officeart/2005/8/layout/vList3"/>
    <dgm:cxn modelId="{8899EDE9-2C6C-4B7E-B011-BCD65613381D}" type="presParOf" srcId="{485396CB-3D58-4E41-9BAC-FB8DE9F3BC99}" destId="{E49AB48D-07AC-405C-9F35-06BA9EFF3544}" srcOrd="0" destOrd="0" presId="urn:microsoft.com/office/officeart/2005/8/layout/vList3"/>
    <dgm:cxn modelId="{911DD26B-1039-4DEC-9DF0-0F2D648AD961}" type="presParOf" srcId="{485396CB-3D58-4E41-9BAC-FB8DE9F3BC99}" destId="{A1042F6D-8E65-44B2-90A2-5C387376DDA0}" srcOrd="1" destOrd="0" presId="urn:microsoft.com/office/officeart/2005/8/layout/vList3"/>
    <dgm:cxn modelId="{2E91F264-1F11-4332-BA7A-ED34BD74BE75}" type="presParOf" srcId="{C59DBAD0-3526-4A5A-95E9-FCDF32AB2873}" destId="{10D9E791-6151-4C30-83F3-2A864F39F30D}" srcOrd="3" destOrd="0" presId="urn:microsoft.com/office/officeart/2005/8/layout/vList3"/>
    <dgm:cxn modelId="{DE1C05F9-22CE-4341-BE5B-CE8977FA4F36}" type="presParOf" srcId="{C59DBAD0-3526-4A5A-95E9-FCDF32AB2873}" destId="{DB4F7C66-4682-499B-B769-BDC3F49490B0}" srcOrd="4" destOrd="0" presId="urn:microsoft.com/office/officeart/2005/8/layout/vList3"/>
    <dgm:cxn modelId="{7D9DDC14-3E98-4EB3-B48D-187C5E5A267A}" type="presParOf" srcId="{DB4F7C66-4682-499B-B769-BDC3F49490B0}" destId="{F6CFB05B-EF96-4447-B226-1875DC3AED02}" srcOrd="0" destOrd="0" presId="urn:microsoft.com/office/officeart/2005/8/layout/vList3"/>
    <dgm:cxn modelId="{F7353C82-A2C2-4F54-A2D0-312F23211CA6}" type="presParOf" srcId="{DB4F7C66-4682-499B-B769-BDC3F49490B0}" destId="{60312578-EC2B-46A6-A1CA-B3CE2D5F2A37}" srcOrd="1" destOrd="0" presId="urn:microsoft.com/office/officeart/2005/8/layout/vList3"/>
    <dgm:cxn modelId="{30D5097A-6149-44A5-9B50-5C73E9058CC5}" type="presParOf" srcId="{C59DBAD0-3526-4A5A-95E9-FCDF32AB2873}" destId="{AE4C647F-81C4-433E-A9F7-1F876DA99B3B}" srcOrd="5" destOrd="0" presId="urn:microsoft.com/office/officeart/2005/8/layout/vList3"/>
    <dgm:cxn modelId="{5C11671A-C932-4D46-8818-C30E19ECEE3E}" type="presParOf" srcId="{C59DBAD0-3526-4A5A-95E9-FCDF32AB2873}" destId="{D91CA57C-8DE5-451A-AA03-B88CEE2CFA39}" srcOrd="6" destOrd="0" presId="urn:microsoft.com/office/officeart/2005/8/layout/vList3"/>
    <dgm:cxn modelId="{0DCB8C20-8C60-4CAD-9AAA-6F7B87A29F87}" type="presParOf" srcId="{D91CA57C-8DE5-451A-AA03-B88CEE2CFA39}" destId="{ADF60D70-EE0E-4AB8-973B-5423F7D8138C}" srcOrd="0" destOrd="0" presId="urn:microsoft.com/office/officeart/2005/8/layout/vList3"/>
    <dgm:cxn modelId="{DB54B829-79B1-44B2-B6CE-750381F8E356}" type="presParOf" srcId="{D91CA57C-8DE5-451A-AA03-B88CEE2CFA39}" destId="{667738CA-39E7-4B4F-A661-8967A8ECE6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372A50-AD4A-4525-84F6-DBEA571578B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4757A4-978A-410A-B3CD-E12BCE510735}">
      <dgm:prSet/>
      <dgm:spPr/>
      <dgm:t>
        <a:bodyPr/>
        <a:lstStyle/>
        <a:p>
          <a:r>
            <a:rPr lang="ru-RU" b="0" i="0"/>
            <a:t>І. Богун</a:t>
          </a:r>
          <a:endParaRPr lang="uk-UA"/>
        </a:p>
      </dgm:t>
    </dgm:pt>
    <dgm:pt modelId="{08896721-B940-41BF-A41B-B1CD54F5A4D8}" type="parTrans" cxnId="{CE0E8117-8079-4E37-87B4-EDB62F2A8AA7}">
      <dgm:prSet/>
      <dgm:spPr/>
      <dgm:t>
        <a:bodyPr/>
        <a:lstStyle/>
        <a:p>
          <a:endParaRPr lang="uk-UA"/>
        </a:p>
      </dgm:t>
    </dgm:pt>
    <dgm:pt modelId="{63D90538-81BB-40DF-AF05-4EBE32701819}" type="sibTrans" cxnId="{CE0E8117-8079-4E37-87B4-EDB62F2A8AA7}">
      <dgm:prSet/>
      <dgm:spPr/>
      <dgm:t>
        <a:bodyPr/>
        <a:lstStyle/>
        <a:p>
          <a:endParaRPr lang="uk-UA"/>
        </a:p>
      </dgm:t>
    </dgm:pt>
    <dgm:pt modelId="{C3841066-6733-4C38-84B3-3D7C9FCF3F17}">
      <dgm:prSet/>
      <dgm:spPr/>
      <dgm:t>
        <a:bodyPr/>
        <a:lstStyle/>
        <a:p>
          <a:r>
            <a:rPr lang="ru-RU" b="0" i="0"/>
            <a:t>К. Гордієнко</a:t>
          </a:r>
          <a:endParaRPr lang="uk-UA"/>
        </a:p>
      </dgm:t>
    </dgm:pt>
    <dgm:pt modelId="{919246FD-BB2A-4CF1-9AC2-52B534AAB4A2}" type="parTrans" cxnId="{6CB781FE-CC59-4244-B1DC-7CB332F92202}">
      <dgm:prSet/>
      <dgm:spPr/>
      <dgm:t>
        <a:bodyPr/>
        <a:lstStyle/>
        <a:p>
          <a:endParaRPr lang="uk-UA"/>
        </a:p>
      </dgm:t>
    </dgm:pt>
    <dgm:pt modelId="{01126903-7532-4B5E-B89E-D600357DCB85}" type="sibTrans" cxnId="{6CB781FE-CC59-4244-B1DC-7CB332F92202}">
      <dgm:prSet/>
      <dgm:spPr/>
      <dgm:t>
        <a:bodyPr/>
        <a:lstStyle/>
        <a:p>
          <a:endParaRPr lang="uk-UA"/>
        </a:p>
      </dgm:t>
    </dgm:pt>
    <dgm:pt modelId="{55EED7A3-F670-4D78-9749-283AB2A42E13}">
      <dgm:prSet/>
      <dgm:spPr/>
      <dgm:t>
        <a:bodyPr/>
        <a:lstStyle/>
        <a:p>
          <a:r>
            <a:rPr lang="ru-RU" b="0" i="0"/>
            <a:t>Т. Хмельницький</a:t>
          </a:r>
          <a:endParaRPr lang="uk-UA"/>
        </a:p>
      </dgm:t>
    </dgm:pt>
    <dgm:pt modelId="{FDC756BA-977F-48F4-BFD8-CA6D9D169F9C}" type="parTrans" cxnId="{26615E9F-3F48-4805-958B-66F90EE6A665}">
      <dgm:prSet/>
      <dgm:spPr/>
      <dgm:t>
        <a:bodyPr/>
        <a:lstStyle/>
        <a:p>
          <a:endParaRPr lang="uk-UA"/>
        </a:p>
      </dgm:t>
    </dgm:pt>
    <dgm:pt modelId="{E0089C1F-17E2-49B9-B1B5-9337C0CE5064}" type="sibTrans" cxnId="{26615E9F-3F48-4805-958B-66F90EE6A665}">
      <dgm:prSet/>
      <dgm:spPr/>
      <dgm:t>
        <a:bodyPr/>
        <a:lstStyle/>
        <a:p>
          <a:endParaRPr lang="uk-UA"/>
        </a:p>
      </dgm:t>
    </dgm:pt>
    <dgm:pt modelId="{1DC32323-09E1-4A9C-ABE6-D80E1D1664AB}">
      <dgm:prSet/>
      <dgm:spPr/>
      <dgm:t>
        <a:bodyPr/>
        <a:lstStyle/>
        <a:p>
          <a:r>
            <a:rPr lang="ru-RU" b="0" i="0"/>
            <a:t>П. Конашевич-Сагайдачний</a:t>
          </a:r>
          <a:endParaRPr lang="uk-UA"/>
        </a:p>
      </dgm:t>
    </dgm:pt>
    <dgm:pt modelId="{CBF68F79-B885-4E24-90CB-B476E4F5D570}" type="parTrans" cxnId="{A6E6F321-4C7C-4215-8087-E8897CA45A6A}">
      <dgm:prSet/>
      <dgm:spPr/>
      <dgm:t>
        <a:bodyPr/>
        <a:lstStyle/>
        <a:p>
          <a:endParaRPr lang="uk-UA"/>
        </a:p>
      </dgm:t>
    </dgm:pt>
    <dgm:pt modelId="{849D18CA-F3E2-45E1-BBEE-E20CBC5A7944}" type="sibTrans" cxnId="{A6E6F321-4C7C-4215-8087-E8897CA45A6A}">
      <dgm:prSet/>
      <dgm:spPr/>
      <dgm:t>
        <a:bodyPr/>
        <a:lstStyle/>
        <a:p>
          <a:endParaRPr lang="uk-UA"/>
        </a:p>
      </dgm:t>
    </dgm:pt>
    <dgm:pt modelId="{9D5D5481-F05D-40EB-A2AB-590F130F3F5E}" type="pres">
      <dgm:prSet presAssocID="{EC372A50-AD4A-4525-84F6-DBEA571578B0}" presName="linearFlow" presStyleCnt="0">
        <dgm:presLayoutVars>
          <dgm:dir/>
          <dgm:resizeHandles val="exact"/>
        </dgm:presLayoutVars>
      </dgm:prSet>
      <dgm:spPr/>
    </dgm:pt>
    <dgm:pt modelId="{335E310C-DE3D-4E30-B879-6FD23C77D4E5}" type="pres">
      <dgm:prSet presAssocID="{EE4757A4-978A-410A-B3CD-E12BCE510735}" presName="composite" presStyleCnt="0"/>
      <dgm:spPr/>
    </dgm:pt>
    <dgm:pt modelId="{79B92910-7FB9-4DDB-9C78-E2480805FCEF}" type="pres">
      <dgm:prSet presAssocID="{EE4757A4-978A-410A-B3CD-E12BCE510735}" presName="imgShp" presStyleLbl="fgImgPlace1" presStyleIdx="0" presStyleCnt="4"/>
      <dgm:spPr/>
    </dgm:pt>
    <dgm:pt modelId="{13B6BF3E-E2A6-4E26-98C7-5EDD3CE23F30}" type="pres">
      <dgm:prSet presAssocID="{EE4757A4-978A-410A-B3CD-E12BCE510735}" presName="txShp" presStyleLbl="node1" presStyleIdx="0" presStyleCnt="4">
        <dgm:presLayoutVars>
          <dgm:bulletEnabled val="1"/>
        </dgm:presLayoutVars>
      </dgm:prSet>
      <dgm:spPr/>
    </dgm:pt>
    <dgm:pt modelId="{7D5861F0-8BBF-4A19-A5AA-D1276B2FCF78}" type="pres">
      <dgm:prSet presAssocID="{63D90538-81BB-40DF-AF05-4EBE32701819}" presName="spacing" presStyleCnt="0"/>
      <dgm:spPr/>
    </dgm:pt>
    <dgm:pt modelId="{BE030927-A980-42D4-AD21-A237BC5A7AD8}" type="pres">
      <dgm:prSet presAssocID="{C3841066-6733-4C38-84B3-3D7C9FCF3F17}" presName="composite" presStyleCnt="0"/>
      <dgm:spPr/>
    </dgm:pt>
    <dgm:pt modelId="{F22AC6FD-B1C8-445B-8C3F-CE7133ED054D}" type="pres">
      <dgm:prSet presAssocID="{C3841066-6733-4C38-84B3-3D7C9FCF3F17}" presName="imgShp" presStyleLbl="fgImgPlace1" presStyleIdx="1" presStyleCnt="4"/>
      <dgm:spPr/>
    </dgm:pt>
    <dgm:pt modelId="{6B634687-3F53-4DF1-A0A9-D1AA4860BE5A}" type="pres">
      <dgm:prSet presAssocID="{C3841066-6733-4C38-84B3-3D7C9FCF3F17}" presName="txShp" presStyleLbl="node1" presStyleIdx="1" presStyleCnt="4">
        <dgm:presLayoutVars>
          <dgm:bulletEnabled val="1"/>
        </dgm:presLayoutVars>
      </dgm:prSet>
      <dgm:spPr/>
    </dgm:pt>
    <dgm:pt modelId="{8F5A2905-6A99-402F-A15A-8279F0DB08D8}" type="pres">
      <dgm:prSet presAssocID="{01126903-7532-4B5E-B89E-D600357DCB85}" presName="spacing" presStyleCnt="0"/>
      <dgm:spPr/>
    </dgm:pt>
    <dgm:pt modelId="{A8722E1C-BC6E-4340-B0D6-5BCA37B9F0DF}" type="pres">
      <dgm:prSet presAssocID="{55EED7A3-F670-4D78-9749-283AB2A42E13}" presName="composite" presStyleCnt="0"/>
      <dgm:spPr/>
    </dgm:pt>
    <dgm:pt modelId="{3DC119A5-0D9F-4F99-BB2C-5132193B5D97}" type="pres">
      <dgm:prSet presAssocID="{55EED7A3-F670-4D78-9749-283AB2A42E13}" presName="imgShp" presStyleLbl="fgImgPlace1" presStyleIdx="2" presStyleCnt="4"/>
      <dgm:spPr/>
    </dgm:pt>
    <dgm:pt modelId="{CA97C92F-78A7-4674-86B0-88B1E4B79B88}" type="pres">
      <dgm:prSet presAssocID="{55EED7A3-F670-4D78-9749-283AB2A42E13}" presName="txShp" presStyleLbl="node1" presStyleIdx="2" presStyleCnt="4">
        <dgm:presLayoutVars>
          <dgm:bulletEnabled val="1"/>
        </dgm:presLayoutVars>
      </dgm:prSet>
      <dgm:spPr/>
    </dgm:pt>
    <dgm:pt modelId="{85F910F9-1F84-4E98-976D-9095ABBDAAA7}" type="pres">
      <dgm:prSet presAssocID="{E0089C1F-17E2-49B9-B1B5-9337C0CE5064}" presName="spacing" presStyleCnt="0"/>
      <dgm:spPr/>
    </dgm:pt>
    <dgm:pt modelId="{43A59825-3647-40F7-9B6F-229641F08D3E}" type="pres">
      <dgm:prSet presAssocID="{1DC32323-09E1-4A9C-ABE6-D80E1D1664AB}" presName="composite" presStyleCnt="0"/>
      <dgm:spPr/>
    </dgm:pt>
    <dgm:pt modelId="{49A6E188-08F8-4CDE-B69D-8E8B9985B478}" type="pres">
      <dgm:prSet presAssocID="{1DC32323-09E1-4A9C-ABE6-D80E1D1664AB}" presName="imgShp" presStyleLbl="fgImgPlace1" presStyleIdx="3" presStyleCnt="4"/>
      <dgm:spPr/>
    </dgm:pt>
    <dgm:pt modelId="{C32FD20E-7382-4E6C-B684-709E7D8632B2}" type="pres">
      <dgm:prSet presAssocID="{1DC32323-09E1-4A9C-ABE6-D80E1D1664AB}" presName="txShp" presStyleLbl="node1" presStyleIdx="3" presStyleCnt="4">
        <dgm:presLayoutVars>
          <dgm:bulletEnabled val="1"/>
        </dgm:presLayoutVars>
      </dgm:prSet>
      <dgm:spPr/>
    </dgm:pt>
  </dgm:ptLst>
  <dgm:cxnLst>
    <dgm:cxn modelId="{CE0E8117-8079-4E37-87B4-EDB62F2A8AA7}" srcId="{EC372A50-AD4A-4525-84F6-DBEA571578B0}" destId="{EE4757A4-978A-410A-B3CD-E12BCE510735}" srcOrd="0" destOrd="0" parTransId="{08896721-B940-41BF-A41B-B1CD54F5A4D8}" sibTransId="{63D90538-81BB-40DF-AF05-4EBE32701819}"/>
    <dgm:cxn modelId="{A6E6F321-4C7C-4215-8087-E8897CA45A6A}" srcId="{EC372A50-AD4A-4525-84F6-DBEA571578B0}" destId="{1DC32323-09E1-4A9C-ABE6-D80E1D1664AB}" srcOrd="3" destOrd="0" parTransId="{CBF68F79-B885-4E24-90CB-B476E4F5D570}" sibTransId="{849D18CA-F3E2-45E1-BBEE-E20CBC5A7944}"/>
    <dgm:cxn modelId="{4DC0353A-4A70-46B1-A005-C0434BBB0CA8}" type="presOf" srcId="{1DC32323-09E1-4A9C-ABE6-D80E1D1664AB}" destId="{C32FD20E-7382-4E6C-B684-709E7D8632B2}" srcOrd="0" destOrd="0" presId="urn:microsoft.com/office/officeart/2005/8/layout/vList3"/>
    <dgm:cxn modelId="{43C08241-6C43-4050-A233-F662EE95D48A}" type="presOf" srcId="{C3841066-6733-4C38-84B3-3D7C9FCF3F17}" destId="{6B634687-3F53-4DF1-A0A9-D1AA4860BE5A}" srcOrd="0" destOrd="0" presId="urn:microsoft.com/office/officeart/2005/8/layout/vList3"/>
    <dgm:cxn modelId="{26615E9F-3F48-4805-958B-66F90EE6A665}" srcId="{EC372A50-AD4A-4525-84F6-DBEA571578B0}" destId="{55EED7A3-F670-4D78-9749-283AB2A42E13}" srcOrd="2" destOrd="0" parTransId="{FDC756BA-977F-48F4-BFD8-CA6D9D169F9C}" sibTransId="{E0089C1F-17E2-49B9-B1B5-9337C0CE5064}"/>
    <dgm:cxn modelId="{F26495C1-B3AA-4DE9-A03C-061636CA12D2}" type="presOf" srcId="{EE4757A4-978A-410A-B3CD-E12BCE510735}" destId="{13B6BF3E-E2A6-4E26-98C7-5EDD3CE23F30}" srcOrd="0" destOrd="0" presId="urn:microsoft.com/office/officeart/2005/8/layout/vList3"/>
    <dgm:cxn modelId="{024960EA-2935-4E1C-B696-30AE09BF27F8}" type="presOf" srcId="{55EED7A3-F670-4D78-9749-283AB2A42E13}" destId="{CA97C92F-78A7-4674-86B0-88B1E4B79B88}" srcOrd="0" destOrd="0" presId="urn:microsoft.com/office/officeart/2005/8/layout/vList3"/>
    <dgm:cxn modelId="{4657FAF4-23F4-4F51-BB30-F37F7F28C80B}" type="presOf" srcId="{EC372A50-AD4A-4525-84F6-DBEA571578B0}" destId="{9D5D5481-F05D-40EB-A2AB-590F130F3F5E}" srcOrd="0" destOrd="0" presId="urn:microsoft.com/office/officeart/2005/8/layout/vList3"/>
    <dgm:cxn modelId="{6CB781FE-CC59-4244-B1DC-7CB332F92202}" srcId="{EC372A50-AD4A-4525-84F6-DBEA571578B0}" destId="{C3841066-6733-4C38-84B3-3D7C9FCF3F17}" srcOrd="1" destOrd="0" parTransId="{919246FD-BB2A-4CF1-9AC2-52B534AAB4A2}" sibTransId="{01126903-7532-4B5E-B89E-D600357DCB85}"/>
    <dgm:cxn modelId="{97E51590-4650-40CF-A5C4-4DF1A80A3B71}" type="presParOf" srcId="{9D5D5481-F05D-40EB-A2AB-590F130F3F5E}" destId="{335E310C-DE3D-4E30-B879-6FD23C77D4E5}" srcOrd="0" destOrd="0" presId="urn:microsoft.com/office/officeart/2005/8/layout/vList3"/>
    <dgm:cxn modelId="{4A765C2B-7CD8-4436-9C28-F7DED3962C34}" type="presParOf" srcId="{335E310C-DE3D-4E30-B879-6FD23C77D4E5}" destId="{79B92910-7FB9-4DDB-9C78-E2480805FCEF}" srcOrd="0" destOrd="0" presId="urn:microsoft.com/office/officeart/2005/8/layout/vList3"/>
    <dgm:cxn modelId="{59FC649F-51CB-4318-8437-CA5774278E3B}" type="presParOf" srcId="{335E310C-DE3D-4E30-B879-6FD23C77D4E5}" destId="{13B6BF3E-E2A6-4E26-98C7-5EDD3CE23F30}" srcOrd="1" destOrd="0" presId="urn:microsoft.com/office/officeart/2005/8/layout/vList3"/>
    <dgm:cxn modelId="{5208D496-CEFD-419A-AC8A-37B54AAFDC7D}" type="presParOf" srcId="{9D5D5481-F05D-40EB-A2AB-590F130F3F5E}" destId="{7D5861F0-8BBF-4A19-A5AA-D1276B2FCF78}" srcOrd="1" destOrd="0" presId="urn:microsoft.com/office/officeart/2005/8/layout/vList3"/>
    <dgm:cxn modelId="{E6C3A474-337D-4A09-AD83-B17661CAEBC7}" type="presParOf" srcId="{9D5D5481-F05D-40EB-A2AB-590F130F3F5E}" destId="{BE030927-A980-42D4-AD21-A237BC5A7AD8}" srcOrd="2" destOrd="0" presId="urn:microsoft.com/office/officeart/2005/8/layout/vList3"/>
    <dgm:cxn modelId="{283F4ABE-0EAD-4BA7-BA98-2F01547C25F8}" type="presParOf" srcId="{BE030927-A980-42D4-AD21-A237BC5A7AD8}" destId="{F22AC6FD-B1C8-445B-8C3F-CE7133ED054D}" srcOrd="0" destOrd="0" presId="urn:microsoft.com/office/officeart/2005/8/layout/vList3"/>
    <dgm:cxn modelId="{6EE0C5D1-AF59-499E-BC7A-74246586220B}" type="presParOf" srcId="{BE030927-A980-42D4-AD21-A237BC5A7AD8}" destId="{6B634687-3F53-4DF1-A0A9-D1AA4860BE5A}" srcOrd="1" destOrd="0" presId="urn:microsoft.com/office/officeart/2005/8/layout/vList3"/>
    <dgm:cxn modelId="{C9CF9EB0-0F3C-4D9B-B0AC-7E225BE72541}" type="presParOf" srcId="{9D5D5481-F05D-40EB-A2AB-590F130F3F5E}" destId="{8F5A2905-6A99-402F-A15A-8279F0DB08D8}" srcOrd="3" destOrd="0" presId="urn:microsoft.com/office/officeart/2005/8/layout/vList3"/>
    <dgm:cxn modelId="{4545C403-FCA1-4833-A7D6-6D7806EFD9C5}" type="presParOf" srcId="{9D5D5481-F05D-40EB-A2AB-590F130F3F5E}" destId="{A8722E1C-BC6E-4340-B0D6-5BCA37B9F0DF}" srcOrd="4" destOrd="0" presId="urn:microsoft.com/office/officeart/2005/8/layout/vList3"/>
    <dgm:cxn modelId="{17341706-C1B1-4FA8-AA91-7AC0ADCFBB6E}" type="presParOf" srcId="{A8722E1C-BC6E-4340-B0D6-5BCA37B9F0DF}" destId="{3DC119A5-0D9F-4F99-BB2C-5132193B5D97}" srcOrd="0" destOrd="0" presId="urn:microsoft.com/office/officeart/2005/8/layout/vList3"/>
    <dgm:cxn modelId="{DFAB70C6-FCE1-48AF-A0F4-71DA83292A64}" type="presParOf" srcId="{A8722E1C-BC6E-4340-B0D6-5BCA37B9F0DF}" destId="{CA97C92F-78A7-4674-86B0-88B1E4B79B88}" srcOrd="1" destOrd="0" presId="urn:microsoft.com/office/officeart/2005/8/layout/vList3"/>
    <dgm:cxn modelId="{C0BEC7E0-4EE6-45B1-8EA2-74E1E13DB154}" type="presParOf" srcId="{9D5D5481-F05D-40EB-A2AB-590F130F3F5E}" destId="{85F910F9-1F84-4E98-976D-9095ABBDAAA7}" srcOrd="5" destOrd="0" presId="urn:microsoft.com/office/officeart/2005/8/layout/vList3"/>
    <dgm:cxn modelId="{9647AC98-8195-4252-B6F2-12E5561DE5B1}" type="presParOf" srcId="{9D5D5481-F05D-40EB-A2AB-590F130F3F5E}" destId="{43A59825-3647-40F7-9B6F-229641F08D3E}" srcOrd="6" destOrd="0" presId="urn:microsoft.com/office/officeart/2005/8/layout/vList3"/>
    <dgm:cxn modelId="{D3A745A8-8172-4A21-A231-3B89ACE0917B}" type="presParOf" srcId="{43A59825-3647-40F7-9B6F-229641F08D3E}" destId="{49A6E188-08F8-4CDE-B69D-8E8B9985B478}" srcOrd="0" destOrd="0" presId="urn:microsoft.com/office/officeart/2005/8/layout/vList3"/>
    <dgm:cxn modelId="{43E374AB-B092-43ED-A412-E6D27C20B2BC}" type="presParOf" srcId="{43A59825-3647-40F7-9B6F-229641F08D3E}" destId="{C32FD20E-7382-4E6C-B684-709E7D8632B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460C1D-9DCF-4108-961E-2D388196CB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452369C-9A3C-4B64-82DE-E4B09FE44906}">
      <dgm:prSet/>
      <dgm:spPr/>
      <dgm:t>
        <a:bodyPr/>
        <a:lstStyle/>
        <a:p>
          <a:r>
            <a:rPr lang="uk-UA" b="0" i="0"/>
            <a:t>військ Речі Посполитої.</a:t>
          </a:r>
          <a:endParaRPr lang="uk-UA"/>
        </a:p>
      </dgm:t>
    </dgm:pt>
    <dgm:pt modelId="{E717F238-3B97-435E-BE4E-083F0E90F6DB}" type="parTrans" cxnId="{BA04EA91-AFAB-437E-A4AE-44E5A04B2BB9}">
      <dgm:prSet/>
      <dgm:spPr/>
      <dgm:t>
        <a:bodyPr/>
        <a:lstStyle/>
        <a:p>
          <a:endParaRPr lang="uk-UA"/>
        </a:p>
      </dgm:t>
    </dgm:pt>
    <dgm:pt modelId="{CC62D4A9-D4C2-422C-8E69-E3DD38E2FCE7}" type="sibTrans" cxnId="{BA04EA91-AFAB-437E-A4AE-44E5A04B2BB9}">
      <dgm:prSet/>
      <dgm:spPr/>
      <dgm:t>
        <a:bodyPr/>
        <a:lstStyle/>
        <a:p>
          <a:endParaRPr lang="uk-UA"/>
        </a:p>
      </dgm:t>
    </dgm:pt>
    <dgm:pt modelId="{4FDF8192-623A-47B9-999D-4D04D1639190}">
      <dgm:prSet/>
      <dgm:spPr/>
      <dgm:t>
        <a:bodyPr/>
        <a:lstStyle/>
        <a:p>
          <a:r>
            <a:rPr lang="uk-UA" b="0" i="0"/>
            <a:t>армії Османської імперії.</a:t>
          </a:r>
          <a:endParaRPr lang="uk-UA"/>
        </a:p>
      </dgm:t>
    </dgm:pt>
    <dgm:pt modelId="{4FC625F3-6DCB-4CC4-BF86-2F3E24879CDB}" type="parTrans" cxnId="{8E4038B8-B91E-47E2-9725-E74A8D82CECC}">
      <dgm:prSet/>
      <dgm:spPr/>
      <dgm:t>
        <a:bodyPr/>
        <a:lstStyle/>
        <a:p>
          <a:endParaRPr lang="uk-UA"/>
        </a:p>
      </dgm:t>
    </dgm:pt>
    <dgm:pt modelId="{9131D344-3D9F-488F-954B-0E51E758CF72}" type="sibTrans" cxnId="{8E4038B8-B91E-47E2-9725-E74A8D82CECC}">
      <dgm:prSet/>
      <dgm:spPr/>
      <dgm:t>
        <a:bodyPr/>
        <a:lstStyle/>
        <a:p>
          <a:endParaRPr lang="uk-UA"/>
        </a:p>
      </dgm:t>
    </dgm:pt>
    <dgm:pt modelId="{6AADF560-5EA1-475E-89DC-75F71ED8FF6F}">
      <dgm:prSet/>
      <dgm:spPr/>
      <dgm:t>
        <a:bodyPr/>
        <a:lstStyle/>
        <a:p>
          <a:r>
            <a:rPr lang="uk-UA" b="0" i="0"/>
            <a:t>загонів Кримського ханства.</a:t>
          </a:r>
          <a:endParaRPr lang="uk-UA"/>
        </a:p>
      </dgm:t>
    </dgm:pt>
    <dgm:pt modelId="{ACAED63C-519C-418A-89AC-5AF5CF9A124B}" type="parTrans" cxnId="{5333E44E-37BD-40AC-8DB5-C6A9CA51C9CA}">
      <dgm:prSet/>
      <dgm:spPr/>
      <dgm:t>
        <a:bodyPr/>
        <a:lstStyle/>
        <a:p>
          <a:endParaRPr lang="uk-UA"/>
        </a:p>
      </dgm:t>
    </dgm:pt>
    <dgm:pt modelId="{EAD41995-C823-424A-B6AF-5AB5EAB69B28}" type="sibTrans" cxnId="{5333E44E-37BD-40AC-8DB5-C6A9CA51C9CA}">
      <dgm:prSet/>
      <dgm:spPr/>
      <dgm:t>
        <a:bodyPr/>
        <a:lstStyle/>
        <a:p>
          <a:endParaRPr lang="uk-UA"/>
        </a:p>
      </dgm:t>
    </dgm:pt>
    <dgm:pt modelId="{9269A948-5ADF-4D5C-B348-E40F365D0734}">
      <dgm:prSet/>
      <dgm:spPr/>
      <dgm:t>
        <a:bodyPr/>
        <a:lstStyle/>
        <a:p>
          <a:r>
            <a:rPr lang="uk-UA" b="0" i="0"/>
            <a:t>полків Московського царства.</a:t>
          </a:r>
          <a:endParaRPr lang="uk-UA"/>
        </a:p>
      </dgm:t>
    </dgm:pt>
    <dgm:pt modelId="{73F18B6E-197D-4694-8204-0280C9C3C2DD}" type="parTrans" cxnId="{5687AA0C-E647-42B1-8091-DFF6C64AD904}">
      <dgm:prSet/>
      <dgm:spPr/>
      <dgm:t>
        <a:bodyPr/>
        <a:lstStyle/>
        <a:p>
          <a:endParaRPr lang="uk-UA"/>
        </a:p>
      </dgm:t>
    </dgm:pt>
    <dgm:pt modelId="{4AD84CE0-AC21-400E-B997-0280E97B20F6}" type="sibTrans" cxnId="{5687AA0C-E647-42B1-8091-DFF6C64AD904}">
      <dgm:prSet/>
      <dgm:spPr/>
      <dgm:t>
        <a:bodyPr/>
        <a:lstStyle/>
        <a:p>
          <a:endParaRPr lang="uk-UA"/>
        </a:p>
      </dgm:t>
    </dgm:pt>
    <dgm:pt modelId="{DB1A9B91-89DC-435E-9C8F-35F9B776934E}" type="pres">
      <dgm:prSet presAssocID="{36460C1D-9DCF-4108-961E-2D388196CB22}" presName="linear" presStyleCnt="0">
        <dgm:presLayoutVars>
          <dgm:animLvl val="lvl"/>
          <dgm:resizeHandles val="exact"/>
        </dgm:presLayoutVars>
      </dgm:prSet>
      <dgm:spPr/>
    </dgm:pt>
    <dgm:pt modelId="{7CAF4C47-1A51-4BFB-AB0F-F4ECB3BC92C4}" type="pres">
      <dgm:prSet presAssocID="{6452369C-9A3C-4B64-82DE-E4B09FE449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805937-4A95-416E-85E6-8658B8618AB6}" type="pres">
      <dgm:prSet presAssocID="{CC62D4A9-D4C2-422C-8E69-E3DD38E2FCE7}" presName="spacer" presStyleCnt="0"/>
      <dgm:spPr/>
    </dgm:pt>
    <dgm:pt modelId="{86418949-FF53-4CD4-AABD-453A0479930A}" type="pres">
      <dgm:prSet presAssocID="{4FDF8192-623A-47B9-999D-4D04D163919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361E8D-A745-4BE5-907F-F59713E236F4}" type="pres">
      <dgm:prSet presAssocID="{9131D344-3D9F-488F-954B-0E51E758CF72}" presName="spacer" presStyleCnt="0"/>
      <dgm:spPr/>
    </dgm:pt>
    <dgm:pt modelId="{3B027D79-3CFF-4260-8F7E-031C1A201700}" type="pres">
      <dgm:prSet presAssocID="{6AADF560-5EA1-475E-89DC-75F71ED8FF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755D0E5-0164-4D20-B079-F9F7AC785DDA}" type="pres">
      <dgm:prSet presAssocID="{EAD41995-C823-424A-B6AF-5AB5EAB69B28}" presName="spacer" presStyleCnt="0"/>
      <dgm:spPr/>
    </dgm:pt>
    <dgm:pt modelId="{776D20CA-9AAC-4B6A-A184-A438A1282DE3}" type="pres">
      <dgm:prSet presAssocID="{9269A948-5ADF-4D5C-B348-E40F365D073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687AA0C-E647-42B1-8091-DFF6C64AD904}" srcId="{36460C1D-9DCF-4108-961E-2D388196CB22}" destId="{9269A948-5ADF-4D5C-B348-E40F365D0734}" srcOrd="3" destOrd="0" parTransId="{73F18B6E-197D-4694-8204-0280C9C3C2DD}" sibTransId="{4AD84CE0-AC21-400E-B997-0280E97B20F6}"/>
    <dgm:cxn modelId="{49573A44-8E95-4ABD-ADE2-E5CB0F7BDB87}" type="presOf" srcId="{36460C1D-9DCF-4108-961E-2D388196CB22}" destId="{DB1A9B91-89DC-435E-9C8F-35F9B776934E}" srcOrd="0" destOrd="0" presId="urn:microsoft.com/office/officeart/2005/8/layout/vList2"/>
    <dgm:cxn modelId="{5333E44E-37BD-40AC-8DB5-C6A9CA51C9CA}" srcId="{36460C1D-9DCF-4108-961E-2D388196CB22}" destId="{6AADF560-5EA1-475E-89DC-75F71ED8FF6F}" srcOrd="2" destOrd="0" parTransId="{ACAED63C-519C-418A-89AC-5AF5CF9A124B}" sibTransId="{EAD41995-C823-424A-B6AF-5AB5EAB69B28}"/>
    <dgm:cxn modelId="{9EEF6975-5007-47C3-8F1B-7541B2C1F0E7}" type="presOf" srcId="{4FDF8192-623A-47B9-999D-4D04D1639190}" destId="{86418949-FF53-4CD4-AABD-453A0479930A}" srcOrd="0" destOrd="0" presId="urn:microsoft.com/office/officeart/2005/8/layout/vList2"/>
    <dgm:cxn modelId="{BA04EA91-AFAB-437E-A4AE-44E5A04B2BB9}" srcId="{36460C1D-9DCF-4108-961E-2D388196CB22}" destId="{6452369C-9A3C-4B64-82DE-E4B09FE44906}" srcOrd="0" destOrd="0" parTransId="{E717F238-3B97-435E-BE4E-083F0E90F6DB}" sibTransId="{CC62D4A9-D4C2-422C-8E69-E3DD38E2FCE7}"/>
    <dgm:cxn modelId="{B08ACD92-6D9C-44C7-97F1-51AF24989A3A}" type="presOf" srcId="{9269A948-5ADF-4D5C-B348-E40F365D0734}" destId="{776D20CA-9AAC-4B6A-A184-A438A1282DE3}" srcOrd="0" destOrd="0" presId="urn:microsoft.com/office/officeart/2005/8/layout/vList2"/>
    <dgm:cxn modelId="{ECBD96A3-1DC6-4DE4-82E3-D119D3278B7A}" type="presOf" srcId="{6452369C-9A3C-4B64-82DE-E4B09FE44906}" destId="{7CAF4C47-1A51-4BFB-AB0F-F4ECB3BC92C4}" srcOrd="0" destOrd="0" presId="urn:microsoft.com/office/officeart/2005/8/layout/vList2"/>
    <dgm:cxn modelId="{8E4038B8-B91E-47E2-9725-E74A8D82CECC}" srcId="{36460C1D-9DCF-4108-961E-2D388196CB22}" destId="{4FDF8192-623A-47B9-999D-4D04D1639190}" srcOrd="1" destOrd="0" parTransId="{4FC625F3-6DCB-4CC4-BF86-2F3E24879CDB}" sibTransId="{9131D344-3D9F-488F-954B-0E51E758CF72}"/>
    <dgm:cxn modelId="{A37C55E3-26DD-45D2-A208-8F1896BC1280}" type="presOf" srcId="{6AADF560-5EA1-475E-89DC-75F71ED8FF6F}" destId="{3B027D79-3CFF-4260-8F7E-031C1A201700}" srcOrd="0" destOrd="0" presId="urn:microsoft.com/office/officeart/2005/8/layout/vList2"/>
    <dgm:cxn modelId="{AFBA8BCB-12F8-448C-AFB3-A4C1A1D4EDA0}" type="presParOf" srcId="{DB1A9B91-89DC-435E-9C8F-35F9B776934E}" destId="{7CAF4C47-1A51-4BFB-AB0F-F4ECB3BC92C4}" srcOrd="0" destOrd="0" presId="urn:microsoft.com/office/officeart/2005/8/layout/vList2"/>
    <dgm:cxn modelId="{F74AB5E4-ACAB-4DDF-AFC9-73C3FE0F61F4}" type="presParOf" srcId="{DB1A9B91-89DC-435E-9C8F-35F9B776934E}" destId="{4F805937-4A95-416E-85E6-8658B8618AB6}" srcOrd="1" destOrd="0" presId="urn:microsoft.com/office/officeart/2005/8/layout/vList2"/>
    <dgm:cxn modelId="{4CB9FBC5-65EF-4DFC-9A6C-CACACB198B38}" type="presParOf" srcId="{DB1A9B91-89DC-435E-9C8F-35F9B776934E}" destId="{86418949-FF53-4CD4-AABD-453A0479930A}" srcOrd="2" destOrd="0" presId="urn:microsoft.com/office/officeart/2005/8/layout/vList2"/>
    <dgm:cxn modelId="{669C12B3-39F3-4916-95E7-5913272861C6}" type="presParOf" srcId="{DB1A9B91-89DC-435E-9C8F-35F9B776934E}" destId="{9C361E8D-A745-4BE5-907F-F59713E236F4}" srcOrd="3" destOrd="0" presId="urn:microsoft.com/office/officeart/2005/8/layout/vList2"/>
    <dgm:cxn modelId="{0825CF4B-AEDB-4036-927E-46776C728962}" type="presParOf" srcId="{DB1A9B91-89DC-435E-9C8F-35F9B776934E}" destId="{3B027D79-3CFF-4260-8F7E-031C1A201700}" srcOrd="4" destOrd="0" presId="urn:microsoft.com/office/officeart/2005/8/layout/vList2"/>
    <dgm:cxn modelId="{D8724D74-968E-4D37-8733-655D21E4640D}" type="presParOf" srcId="{DB1A9B91-89DC-435E-9C8F-35F9B776934E}" destId="{B755D0E5-0164-4D20-B079-F9F7AC785DDA}" srcOrd="5" destOrd="0" presId="urn:microsoft.com/office/officeart/2005/8/layout/vList2"/>
    <dgm:cxn modelId="{A8B88961-12FD-49CD-96DB-B8CEE910DC55}" type="presParOf" srcId="{DB1A9B91-89DC-435E-9C8F-35F9B776934E}" destId="{776D20CA-9AAC-4B6A-A184-A438A1282D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A1BF4E-BF67-40DC-8B48-E79CD13B49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C5F7A8D-3227-4370-B88D-3890A88B6A95}">
      <dgm:prSet/>
      <dgm:spPr/>
      <dgm:t>
        <a:bodyPr/>
        <a:lstStyle/>
        <a:p>
          <a:r>
            <a:rPr lang="ru-RU" b="0" i="0"/>
            <a:t>доби «Руїни»</a:t>
          </a:r>
          <a:endParaRPr lang="uk-UA"/>
        </a:p>
      </dgm:t>
    </dgm:pt>
    <dgm:pt modelId="{EFE64E25-B5DC-4871-9EB2-0945062764C5}" type="parTrans" cxnId="{2810CCB5-D9BB-43E4-80D7-72E8E42B2BF8}">
      <dgm:prSet/>
      <dgm:spPr/>
      <dgm:t>
        <a:bodyPr/>
        <a:lstStyle/>
        <a:p>
          <a:endParaRPr lang="uk-UA"/>
        </a:p>
      </dgm:t>
    </dgm:pt>
    <dgm:pt modelId="{00DD5B92-CDFB-4184-9A12-BA230378F3FC}" type="sibTrans" cxnId="{2810CCB5-D9BB-43E4-80D7-72E8E42B2BF8}">
      <dgm:prSet/>
      <dgm:spPr/>
      <dgm:t>
        <a:bodyPr/>
        <a:lstStyle/>
        <a:p>
          <a:endParaRPr lang="uk-UA"/>
        </a:p>
      </dgm:t>
    </dgm:pt>
    <dgm:pt modelId="{6BDE6F5E-0A65-422F-96A7-7F9919253EE1}">
      <dgm:prSet/>
      <dgm:spPr/>
      <dgm:t>
        <a:bodyPr/>
        <a:lstStyle/>
        <a:p>
          <a:r>
            <a:rPr lang="ru-RU" b="0" i="0"/>
            <a:t>московсько-литовських війн</a:t>
          </a:r>
          <a:endParaRPr lang="uk-UA"/>
        </a:p>
      </dgm:t>
    </dgm:pt>
    <dgm:pt modelId="{A9D82671-73F5-4151-B07A-F17AAA07DDC3}" type="parTrans" cxnId="{36E6D1FD-6BCD-4D12-8852-BBC2A280FEC1}">
      <dgm:prSet/>
      <dgm:spPr/>
      <dgm:t>
        <a:bodyPr/>
        <a:lstStyle/>
        <a:p>
          <a:endParaRPr lang="uk-UA"/>
        </a:p>
      </dgm:t>
    </dgm:pt>
    <dgm:pt modelId="{6C3EE456-614B-4664-B0B3-514A302CA3DA}" type="sibTrans" cxnId="{36E6D1FD-6BCD-4D12-8852-BBC2A280FEC1}">
      <dgm:prSet/>
      <dgm:spPr/>
      <dgm:t>
        <a:bodyPr/>
        <a:lstStyle/>
        <a:p>
          <a:endParaRPr lang="uk-UA"/>
        </a:p>
      </dgm:t>
    </dgm:pt>
    <dgm:pt modelId="{7BE54C45-3678-4B67-B630-B1E8CCA9E46C}">
      <dgm:prSet/>
      <dgm:spPr/>
      <dgm:t>
        <a:bodyPr/>
        <a:lstStyle/>
        <a:p>
          <a:r>
            <a:rPr lang="ru-RU" b="0" i="0"/>
            <a:t>Національно-визвольної війни</a:t>
          </a:r>
          <a:endParaRPr lang="uk-UA"/>
        </a:p>
      </dgm:t>
    </dgm:pt>
    <dgm:pt modelId="{2452107A-9664-4EC3-9BE3-E8FD7ED44E1D}" type="parTrans" cxnId="{2C9CC3E8-696A-48A7-946B-83F411ED7A94}">
      <dgm:prSet/>
      <dgm:spPr/>
      <dgm:t>
        <a:bodyPr/>
        <a:lstStyle/>
        <a:p>
          <a:endParaRPr lang="uk-UA"/>
        </a:p>
      </dgm:t>
    </dgm:pt>
    <dgm:pt modelId="{7CA54E6C-A8FE-42E3-97DD-236F546586EE}" type="sibTrans" cxnId="{2C9CC3E8-696A-48A7-946B-83F411ED7A94}">
      <dgm:prSet/>
      <dgm:spPr/>
      <dgm:t>
        <a:bodyPr/>
        <a:lstStyle/>
        <a:p>
          <a:endParaRPr lang="uk-UA"/>
        </a:p>
      </dgm:t>
    </dgm:pt>
    <dgm:pt modelId="{2369E248-9FB7-4BF2-8130-E5D422822CD9}">
      <dgm:prSet/>
      <dgm:spPr/>
      <dgm:t>
        <a:bodyPr/>
        <a:lstStyle/>
        <a:p>
          <a:r>
            <a:rPr lang="ru-RU" b="0" i="0"/>
            <a:t>доби «героїчних походів» козацтва</a:t>
          </a:r>
          <a:endParaRPr lang="uk-UA"/>
        </a:p>
      </dgm:t>
    </dgm:pt>
    <dgm:pt modelId="{55C3DBA3-013D-4A59-9CAE-A7EFE20EF200}" type="parTrans" cxnId="{AE1901FC-6859-45A8-8247-8FF3799022DA}">
      <dgm:prSet/>
      <dgm:spPr/>
      <dgm:t>
        <a:bodyPr/>
        <a:lstStyle/>
        <a:p>
          <a:endParaRPr lang="uk-UA"/>
        </a:p>
      </dgm:t>
    </dgm:pt>
    <dgm:pt modelId="{D010D01F-DA0F-4463-9463-8A6DCCB85D83}" type="sibTrans" cxnId="{AE1901FC-6859-45A8-8247-8FF3799022DA}">
      <dgm:prSet/>
      <dgm:spPr/>
      <dgm:t>
        <a:bodyPr/>
        <a:lstStyle/>
        <a:p>
          <a:endParaRPr lang="uk-UA"/>
        </a:p>
      </dgm:t>
    </dgm:pt>
    <dgm:pt modelId="{3F8CB9F6-E23E-4C13-AC11-47E526C1933C}" type="pres">
      <dgm:prSet presAssocID="{1FA1BF4E-BF67-40DC-8B48-E79CD13B4928}" presName="linear" presStyleCnt="0">
        <dgm:presLayoutVars>
          <dgm:animLvl val="lvl"/>
          <dgm:resizeHandles val="exact"/>
        </dgm:presLayoutVars>
      </dgm:prSet>
      <dgm:spPr/>
    </dgm:pt>
    <dgm:pt modelId="{9D7946F2-0AB2-4A87-8CB3-12CEF2A36029}" type="pres">
      <dgm:prSet presAssocID="{6C5F7A8D-3227-4370-B88D-3890A88B6A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6E701F3-445E-443A-A00D-E77A2A79554A}" type="pres">
      <dgm:prSet presAssocID="{00DD5B92-CDFB-4184-9A12-BA230378F3FC}" presName="spacer" presStyleCnt="0"/>
      <dgm:spPr/>
    </dgm:pt>
    <dgm:pt modelId="{B89AD7AD-0AB7-497F-AFA1-2666D81D39BD}" type="pres">
      <dgm:prSet presAssocID="{6BDE6F5E-0A65-422F-96A7-7F9919253E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C09929-28DE-4C6A-A626-00FCD08BDCC3}" type="pres">
      <dgm:prSet presAssocID="{6C3EE456-614B-4664-B0B3-514A302CA3DA}" presName="spacer" presStyleCnt="0"/>
      <dgm:spPr/>
    </dgm:pt>
    <dgm:pt modelId="{DEFC4944-7351-49BC-ABB9-146A4F124B79}" type="pres">
      <dgm:prSet presAssocID="{7BE54C45-3678-4B67-B630-B1E8CCA9E4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6E30CC-81E9-460F-BD4E-796C8F21A3D3}" type="pres">
      <dgm:prSet presAssocID="{7CA54E6C-A8FE-42E3-97DD-236F546586EE}" presName="spacer" presStyleCnt="0"/>
      <dgm:spPr/>
    </dgm:pt>
    <dgm:pt modelId="{C56AE522-F5FA-40F8-AF84-8EA597A684DD}" type="pres">
      <dgm:prSet presAssocID="{2369E248-9FB7-4BF2-8130-E5D422822CD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F26C608-6F7F-46C1-86E1-6CF6F1F2507F}" type="presOf" srcId="{2369E248-9FB7-4BF2-8130-E5D422822CD9}" destId="{C56AE522-F5FA-40F8-AF84-8EA597A684DD}" srcOrd="0" destOrd="0" presId="urn:microsoft.com/office/officeart/2005/8/layout/vList2"/>
    <dgm:cxn modelId="{51F7DD20-FDDE-40DE-9ACF-D3FA94A77452}" type="presOf" srcId="{6BDE6F5E-0A65-422F-96A7-7F9919253EE1}" destId="{B89AD7AD-0AB7-497F-AFA1-2666D81D39BD}" srcOrd="0" destOrd="0" presId="urn:microsoft.com/office/officeart/2005/8/layout/vList2"/>
    <dgm:cxn modelId="{5867CE7A-B0F7-4BC5-BE77-3B4DBC50C2B9}" type="presOf" srcId="{6C5F7A8D-3227-4370-B88D-3890A88B6A95}" destId="{9D7946F2-0AB2-4A87-8CB3-12CEF2A36029}" srcOrd="0" destOrd="0" presId="urn:microsoft.com/office/officeart/2005/8/layout/vList2"/>
    <dgm:cxn modelId="{B5D8138C-768C-4D7B-8021-28A842835A65}" type="presOf" srcId="{7BE54C45-3678-4B67-B630-B1E8CCA9E46C}" destId="{DEFC4944-7351-49BC-ABB9-146A4F124B79}" srcOrd="0" destOrd="0" presId="urn:microsoft.com/office/officeart/2005/8/layout/vList2"/>
    <dgm:cxn modelId="{2810CCB5-D9BB-43E4-80D7-72E8E42B2BF8}" srcId="{1FA1BF4E-BF67-40DC-8B48-E79CD13B4928}" destId="{6C5F7A8D-3227-4370-B88D-3890A88B6A95}" srcOrd="0" destOrd="0" parTransId="{EFE64E25-B5DC-4871-9EB2-0945062764C5}" sibTransId="{00DD5B92-CDFB-4184-9A12-BA230378F3FC}"/>
    <dgm:cxn modelId="{2C9CC3E8-696A-48A7-946B-83F411ED7A94}" srcId="{1FA1BF4E-BF67-40DC-8B48-E79CD13B4928}" destId="{7BE54C45-3678-4B67-B630-B1E8CCA9E46C}" srcOrd="2" destOrd="0" parTransId="{2452107A-9664-4EC3-9BE3-E8FD7ED44E1D}" sibTransId="{7CA54E6C-A8FE-42E3-97DD-236F546586EE}"/>
    <dgm:cxn modelId="{3CB2A2ED-F540-4329-A8B7-9762A8C14EA4}" type="presOf" srcId="{1FA1BF4E-BF67-40DC-8B48-E79CD13B4928}" destId="{3F8CB9F6-E23E-4C13-AC11-47E526C1933C}" srcOrd="0" destOrd="0" presId="urn:microsoft.com/office/officeart/2005/8/layout/vList2"/>
    <dgm:cxn modelId="{AE1901FC-6859-45A8-8247-8FF3799022DA}" srcId="{1FA1BF4E-BF67-40DC-8B48-E79CD13B4928}" destId="{2369E248-9FB7-4BF2-8130-E5D422822CD9}" srcOrd="3" destOrd="0" parTransId="{55C3DBA3-013D-4A59-9CAE-A7EFE20EF200}" sibTransId="{D010D01F-DA0F-4463-9463-8A6DCCB85D83}"/>
    <dgm:cxn modelId="{36E6D1FD-6BCD-4D12-8852-BBC2A280FEC1}" srcId="{1FA1BF4E-BF67-40DC-8B48-E79CD13B4928}" destId="{6BDE6F5E-0A65-422F-96A7-7F9919253EE1}" srcOrd="1" destOrd="0" parTransId="{A9D82671-73F5-4151-B07A-F17AAA07DDC3}" sibTransId="{6C3EE456-614B-4664-B0B3-514A302CA3DA}"/>
    <dgm:cxn modelId="{7AF79A08-590A-4763-A005-7981105B6CAA}" type="presParOf" srcId="{3F8CB9F6-E23E-4C13-AC11-47E526C1933C}" destId="{9D7946F2-0AB2-4A87-8CB3-12CEF2A36029}" srcOrd="0" destOrd="0" presId="urn:microsoft.com/office/officeart/2005/8/layout/vList2"/>
    <dgm:cxn modelId="{F8F33AAC-A63F-4F78-98E3-38726E02A1E3}" type="presParOf" srcId="{3F8CB9F6-E23E-4C13-AC11-47E526C1933C}" destId="{E6E701F3-445E-443A-A00D-E77A2A79554A}" srcOrd="1" destOrd="0" presId="urn:microsoft.com/office/officeart/2005/8/layout/vList2"/>
    <dgm:cxn modelId="{5B9BEA35-86A5-4792-A3E7-20D30424D62A}" type="presParOf" srcId="{3F8CB9F6-E23E-4C13-AC11-47E526C1933C}" destId="{B89AD7AD-0AB7-497F-AFA1-2666D81D39BD}" srcOrd="2" destOrd="0" presId="urn:microsoft.com/office/officeart/2005/8/layout/vList2"/>
    <dgm:cxn modelId="{5FCAA930-EFEB-4BA1-963F-7E4FB7D4AFCB}" type="presParOf" srcId="{3F8CB9F6-E23E-4C13-AC11-47E526C1933C}" destId="{72C09929-28DE-4C6A-A626-00FCD08BDCC3}" srcOrd="3" destOrd="0" presId="urn:microsoft.com/office/officeart/2005/8/layout/vList2"/>
    <dgm:cxn modelId="{30FFDE7D-A2CC-4D91-B988-8130F53DD1B9}" type="presParOf" srcId="{3F8CB9F6-E23E-4C13-AC11-47E526C1933C}" destId="{DEFC4944-7351-49BC-ABB9-146A4F124B79}" srcOrd="4" destOrd="0" presId="urn:microsoft.com/office/officeart/2005/8/layout/vList2"/>
    <dgm:cxn modelId="{40C2A95C-1AF8-4858-B65F-1CF456DCB98A}" type="presParOf" srcId="{3F8CB9F6-E23E-4C13-AC11-47E526C1933C}" destId="{796E30CC-81E9-460F-BD4E-796C8F21A3D3}" srcOrd="5" destOrd="0" presId="urn:microsoft.com/office/officeart/2005/8/layout/vList2"/>
    <dgm:cxn modelId="{3CB14767-8FC9-474C-88AF-69DF8C62DEBD}" type="presParOf" srcId="{3F8CB9F6-E23E-4C13-AC11-47E526C1933C}" destId="{C56AE522-F5FA-40F8-AF84-8EA597A684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2BD91BA-E2EB-4579-B0B4-F05C6C0D8B7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857FE83-82DC-42F2-A7F0-D900D3E5C714}">
      <dgm:prSet/>
      <dgm:spPr/>
      <dgm:t>
        <a:bodyPr/>
        <a:lstStyle/>
        <a:p>
          <a:r>
            <a:rPr lang="uk-UA" b="0" i="0"/>
            <a:t>Пилявецька</a:t>
          </a:r>
          <a:endParaRPr lang="uk-UA"/>
        </a:p>
      </dgm:t>
    </dgm:pt>
    <dgm:pt modelId="{6023926F-FE10-42F0-929A-F7BA7093CCD1}" type="parTrans" cxnId="{AFFE293F-2D6A-4C70-8010-DADEF008D43B}">
      <dgm:prSet/>
      <dgm:spPr/>
      <dgm:t>
        <a:bodyPr/>
        <a:lstStyle/>
        <a:p>
          <a:endParaRPr lang="uk-UA"/>
        </a:p>
      </dgm:t>
    </dgm:pt>
    <dgm:pt modelId="{BEE4774F-2C11-45B9-83E4-B7D1D3C0C464}" type="sibTrans" cxnId="{AFFE293F-2D6A-4C70-8010-DADEF008D43B}">
      <dgm:prSet/>
      <dgm:spPr/>
      <dgm:t>
        <a:bodyPr/>
        <a:lstStyle/>
        <a:p>
          <a:endParaRPr lang="uk-UA"/>
        </a:p>
      </dgm:t>
    </dgm:pt>
    <dgm:pt modelId="{A2B00B3A-B7F2-483D-B332-FD91B8D1F5A4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9854A0E6-C89C-4E1B-8C15-7ED5245052D9}" type="parTrans" cxnId="{62741255-677E-4FDA-AD05-BE88BE2B1EB3}">
      <dgm:prSet/>
      <dgm:spPr/>
      <dgm:t>
        <a:bodyPr/>
        <a:lstStyle/>
        <a:p>
          <a:endParaRPr lang="uk-UA"/>
        </a:p>
      </dgm:t>
    </dgm:pt>
    <dgm:pt modelId="{95DA8400-0514-43F1-9D23-841E9953D5E7}" type="sibTrans" cxnId="{62741255-677E-4FDA-AD05-BE88BE2B1EB3}">
      <dgm:prSet/>
      <dgm:spPr/>
      <dgm:t>
        <a:bodyPr/>
        <a:lstStyle/>
        <a:p>
          <a:endParaRPr lang="uk-UA"/>
        </a:p>
      </dgm:t>
    </dgm:pt>
    <dgm:pt modelId="{355731DA-131A-4971-BAB3-127CBA7DE4DF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96015ED0-1829-44C9-B2CD-743B53A9AA96}" type="parTrans" cxnId="{54B5EB9F-0442-4035-9890-0DAB84772B1B}">
      <dgm:prSet/>
      <dgm:spPr/>
      <dgm:t>
        <a:bodyPr/>
        <a:lstStyle/>
        <a:p>
          <a:endParaRPr lang="uk-UA"/>
        </a:p>
      </dgm:t>
    </dgm:pt>
    <dgm:pt modelId="{3E5F48FE-27F0-4EAC-A0F0-AF18B2AF650D}" type="sibTrans" cxnId="{54B5EB9F-0442-4035-9890-0DAB84772B1B}">
      <dgm:prSet/>
      <dgm:spPr/>
      <dgm:t>
        <a:bodyPr/>
        <a:lstStyle/>
        <a:p>
          <a:endParaRPr lang="uk-UA"/>
        </a:p>
      </dgm:t>
    </dgm:pt>
    <dgm:pt modelId="{371A8A14-5E83-45D7-91B6-114CFD7070BD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B20A6344-758D-48CF-9284-912490468918}" type="parTrans" cxnId="{FE7D5B32-70A6-455A-9B79-8B664548B825}">
      <dgm:prSet/>
      <dgm:spPr/>
      <dgm:t>
        <a:bodyPr/>
        <a:lstStyle/>
        <a:p>
          <a:endParaRPr lang="uk-UA"/>
        </a:p>
      </dgm:t>
    </dgm:pt>
    <dgm:pt modelId="{014D6EA1-BD4E-4C67-8FF7-29463B926772}" type="sibTrans" cxnId="{FE7D5B32-70A6-455A-9B79-8B664548B825}">
      <dgm:prSet/>
      <dgm:spPr/>
      <dgm:t>
        <a:bodyPr/>
        <a:lstStyle/>
        <a:p>
          <a:endParaRPr lang="uk-UA"/>
        </a:p>
      </dgm:t>
    </dgm:pt>
    <dgm:pt modelId="{5110808C-3161-4F4B-8203-F296661279F1}" type="pres">
      <dgm:prSet presAssocID="{A2BD91BA-E2EB-4579-B0B4-F05C6C0D8B7E}" presName="Name0" presStyleCnt="0">
        <dgm:presLayoutVars>
          <dgm:chMax val="7"/>
          <dgm:chPref val="7"/>
          <dgm:dir/>
        </dgm:presLayoutVars>
      </dgm:prSet>
      <dgm:spPr/>
    </dgm:pt>
    <dgm:pt modelId="{3E066D9A-954E-40E6-8BD1-BEA81204A48F}" type="pres">
      <dgm:prSet presAssocID="{A2BD91BA-E2EB-4579-B0B4-F05C6C0D8B7E}" presName="Name1" presStyleCnt="0"/>
      <dgm:spPr/>
    </dgm:pt>
    <dgm:pt modelId="{9543CC33-3D8A-4D16-9B58-DBB698897BEA}" type="pres">
      <dgm:prSet presAssocID="{A2BD91BA-E2EB-4579-B0B4-F05C6C0D8B7E}" presName="cycle" presStyleCnt="0"/>
      <dgm:spPr/>
    </dgm:pt>
    <dgm:pt modelId="{6C5C8922-9552-42F6-B0E0-E05E7442A8FD}" type="pres">
      <dgm:prSet presAssocID="{A2BD91BA-E2EB-4579-B0B4-F05C6C0D8B7E}" presName="srcNode" presStyleLbl="node1" presStyleIdx="0" presStyleCnt="4"/>
      <dgm:spPr/>
    </dgm:pt>
    <dgm:pt modelId="{67918F80-9D17-453F-A448-32E3DB0827A6}" type="pres">
      <dgm:prSet presAssocID="{A2BD91BA-E2EB-4579-B0B4-F05C6C0D8B7E}" presName="conn" presStyleLbl="parChTrans1D2" presStyleIdx="0" presStyleCnt="1"/>
      <dgm:spPr/>
    </dgm:pt>
    <dgm:pt modelId="{7296FE30-0512-4823-9695-E9B3B354160D}" type="pres">
      <dgm:prSet presAssocID="{A2BD91BA-E2EB-4579-B0B4-F05C6C0D8B7E}" presName="extraNode" presStyleLbl="node1" presStyleIdx="0" presStyleCnt="4"/>
      <dgm:spPr/>
    </dgm:pt>
    <dgm:pt modelId="{2DEE6C63-8A4C-4653-9E5D-40A059DD491C}" type="pres">
      <dgm:prSet presAssocID="{A2BD91BA-E2EB-4579-B0B4-F05C6C0D8B7E}" presName="dstNode" presStyleLbl="node1" presStyleIdx="0" presStyleCnt="4"/>
      <dgm:spPr/>
    </dgm:pt>
    <dgm:pt modelId="{E470C1E4-AFC6-4EBA-897B-07E5ED9DCB09}" type="pres">
      <dgm:prSet presAssocID="{0857FE83-82DC-42F2-A7F0-D900D3E5C714}" presName="text_1" presStyleLbl="node1" presStyleIdx="0" presStyleCnt="4">
        <dgm:presLayoutVars>
          <dgm:bulletEnabled val="1"/>
        </dgm:presLayoutVars>
      </dgm:prSet>
      <dgm:spPr/>
    </dgm:pt>
    <dgm:pt modelId="{6096F0BB-557D-4E7E-A5D5-86D999130CB4}" type="pres">
      <dgm:prSet presAssocID="{0857FE83-82DC-42F2-A7F0-D900D3E5C714}" presName="accent_1" presStyleCnt="0"/>
      <dgm:spPr/>
    </dgm:pt>
    <dgm:pt modelId="{16314D14-8425-483C-AA6C-2546FBBF38C4}" type="pres">
      <dgm:prSet presAssocID="{0857FE83-82DC-42F2-A7F0-D900D3E5C714}" presName="accentRepeatNode" presStyleLbl="solidFgAcc1" presStyleIdx="0" presStyleCnt="4"/>
      <dgm:spPr/>
    </dgm:pt>
    <dgm:pt modelId="{7F6AC5AE-73E3-4A82-9020-72023FED859F}" type="pres">
      <dgm:prSet presAssocID="{A2B00B3A-B7F2-483D-B332-FD91B8D1F5A4}" presName="text_2" presStyleLbl="node1" presStyleIdx="1" presStyleCnt="4">
        <dgm:presLayoutVars>
          <dgm:bulletEnabled val="1"/>
        </dgm:presLayoutVars>
      </dgm:prSet>
      <dgm:spPr/>
    </dgm:pt>
    <dgm:pt modelId="{C35B11B5-DB5B-43DF-9047-153F49E12EDD}" type="pres">
      <dgm:prSet presAssocID="{A2B00B3A-B7F2-483D-B332-FD91B8D1F5A4}" presName="accent_2" presStyleCnt="0"/>
      <dgm:spPr/>
    </dgm:pt>
    <dgm:pt modelId="{0760019E-3E2D-4FFC-B7AE-93820ED471E2}" type="pres">
      <dgm:prSet presAssocID="{A2B00B3A-B7F2-483D-B332-FD91B8D1F5A4}" presName="accentRepeatNode" presStyleLbl="solidFgAcc1" presStyleIdx="1" presStyleCnt="4"/>
      <dgm:spPr/>
    </dgm:pt>
    <dgm:pt modelId="{B5E35AE6-6529-4CD0-9DA8-B837643A1121}" type="pres">
      <dgm:prSet presAssocID="{355731DA-131A-4971-BAB3-127CBA7DE4DF}" presName="text_3" presStyleLbl="node1" presStyleIdx="2" presStyleCnt="4">
        <dgm:presLayoutVars>
          <dgm:bulletEnabled val="1"/>
        </dgm:presLayoutVars>
      </dgm:prSet>
      <dgm:spPr/>
    </dgm:pt>
    <dgm:pt modelId="{4FD72E68-16F4-46DA-9AB8-00C81B7656A4}" type="pres">
      <dgm:prSet presAssocID="{355731DA-131A-4971-BAB3-127CBA7DE4DF}" presName="accent_3" presStyleCnt="0"/>
      <dgm:spPr/>
    </dgm:pt>
    <dgm:pt modelId="{C9509F45-206D-4A25-B3B7-2588F049C8CA}" type="pres">
      <dgm:prSet presAssocID="{355731DA-131A-4971-BAB3-127CBA7DE4DF}" presName="accentRepeatNode" presStyleLbl="solidFgAcc1" presStyleIdx="2" presStyleCnt="4"/>
      <dgm:spPr/>
    </dgm:pt>
    <dgm:pt modelId="{CAEB8713-1C4B-4C3F-AD5B-A20AEB719A4E}" type="pres">
      <dgm:prSet presAssocID="{371A8A14-5E83-45D7-91B6-114CFD7070BD}" presName="text_4" presStyleLbl="node1" presStyleIdx="3" presStyleCnt="4">
        <dgm:presLayoutVars>
          <dgm:bulletEnabled val="1"/>
        </dgm:presLayoutVars>
      </dgm:prSet>
      <dgm:spPr/>
    </dgm:pt>
    <dgm:pt modelId="{ABD0E50A-ACF1-4AAD-BA7B-42F511AEB7E4}" type="pres">
      <dgm:prSet presAssocID="{371A8A14-5E83-45D7-91B6-114CFD7070BD}" presName="accent_4" presStyleCnt="0"/>
      <dgm:spPr/>
    </dgm:pt>
    <dgm:pt modelId="{C4D51E14-CE72-461A-8ECD-1BB153C10FE8}" type="pres">
      <dgm:prSet presAssocID="{371A8A14-5E83-45D7-91B6-114CFD7070BD}" presName="accentRepeatNode" presStyleLbl="solidFgAcc1" presStyleIdx="3" presStyleCnt="4"/>
      <dgm:spPr/>
    </dgm:pt>
  </dgm:ptLst>
  <dgm:cxnLst>
    <dgm:cxn modelId="{3DAA3C32-9442-425F-B297-38BD47504EF6}" type="presOf" srcId="{BEE4774F-2C11-45B9-83E4-B7D1D3C0C464}" destId="{67918F80-9D17-453F-A448-32E3DB0827A6}" srcOrd="0" destOrd="0" presId="urn:microsoft.com/office/officeart/2008/layout/VerticalCurvedList"/>
    <dgm:cxn modelId="{FE7D5B32-70A6-455A-9B79-8B664548B825}" srcId="{A2BD91BA-E2EB-4579-B0B4-F05C6C0D8B7E}" destId="{371A8A14-5E83-45D7-91B6-114CFD7070BD}" srcOrd="3" destOrd="0" parTransId="{B20A6344-758D-48CF-9284-912490468918}" sibTransId="{014D6EA1-BD4E-4C67-8FF7-29463B926772}"/>
    <dgm:cxn modelId="{AFFE293F-2D6A-4C70-8010-DADEF008D43B}" srcId="{A2BD91BA-E2EB-4579-B0B4-F05C6C0D8B7E}" destId="{0857FE83-82DC-42F2-A7F0-D900D3E5C714}" srcOrd="0" destOrd="0" parTransId="{6023926F-FE10-42F0-929A-F7BA7093CCD1}" sibTransId="{BEE4774F-2C11-45B9-83E4-B7D1D3C0C464}"/>
    <dgm:cxn modelId="{62741255-677E-4FDA-AD05-BE88BE2B1EB3}" srcId="{A2BD91BA-E2EB-4579-B0B4-F05C6C0D8B7E}" destId="{A2B00B3A-B7F2-483D-B332-FD91B8D1F5A4}" srcOrd="1" destOrd="0" parTransId="{9854A0E6-C89C-4E1B-8C15-7ED5245052D9}" sibTransId="{95DA8400-0514-43F1-9D23-841E9953D5E7}"/>
    <dgm:cxn modelId="{54B5EB9F-0442-4035-9890-0DAB84772B1B}" srcId="{A2BD91BA-E2EB-4579-B0B4-F05C6C0D8B7E}" destId="{355731DA-131A-4971-BAB3-127CBA7DE4DF}" srcOrd="2" destOrd="0" parTransId="{96015ED0-1829-44C9-B2CD-743B53A9AA96}" sibTransId="{3E5F48FE-27F0-4EAC-A0F0-AF18B2AF650D}"/>
    <dgm:cxn modelId="{487D49AD-4E87-4B19-A9AD-14904CC7AE32}" type="presOf" srcId="{A2B00B3A-B7F2-483D-B332-FD91B8D1F5A4}" destId="{7F6AC5AE-73E3-4A82-9020-72023FED859F}" srcOrd="0" destOrd="0" presId="urn:microsoft.com/office/officeart/2008/layout/VerticalCurvedList"/>
    <dgm:cxn modelId="{E49B29CD-C547-4B57-B60B-4CADCC9D39F8}" type="presOf" srcId="{A2BD91BA-E2EB-4579-B0B4-F05C6C0D8B7E}" destId="{5110808C-3161-4F4B-8203-F296661279F1}" srcOrd="0" destOrd="0" presId="urn:microsoft.com/office/officeart/2008/layout/VerticalCurvedList"/>
    <dgm:cxn modelId="{9FBC7FE5-A6C3-445E-A496-79187DFAAE81}" type="presOf" srcId="{355731DA-131A-4971-BAB3-127CBA7DE4DF}" destId="{B5E35AE6-6529-4CD0-9DA8-B837643A1121}" srcOrd="0" destOrd="0" presId="urn:microsoft.com/office/officeart/2008/layout/VerticalCurvedList"/>
    <dgm:cxn modelId="{838BEBEF-1C64-4DDC-9F10-D7986FFB1EB4}" type="presOf" srcId="{371A8A14-5E83-45D7-91B6-114CFD7070BD}" destId="{CAEB8713-1C4B-4C3F-AD5B-A20AEB719A4E}" srcOrd="0" destOrd="0" presId="urn:microsoft.com/office/officeart/2008/layout/VerticalCurvedList"/>
    <dgm:cxn modelId="{D9BB4BF1-25E2-44CB-AA6F-8FAE1C510E86}" type="presOf" srcId="{0857FE83-82DC-42F2-A7F0-D900D3E5C714}" destId="{E470C1E4-AFC6-4EBA-897B-07E5ED9DCB09}" srcOrd="0" destOrd="0" presId="urn:microsoft.com/office/officeart/2008/layout/VerticalCurvedList"/>
    <dgm:cxn modelId="{C2BBF55A-F922-4C57-A499-DE2690ADFDC0}" type="presParOf" srcId="{5110808C-3161-4F4B-8203-F296661279F1}" destId="{3E066D9A-954E-40E6-8BD1-BEA81204A48F}" srcOrd="0" destOrd="0" presId="urn:microsoft.com/office/officeart/2008/layout/VerticalCurvedList"/>
    <dgm:cxn modelId="{D468D76D-8650-4C1F-818C-A5337B4DF0F6}" type="presParOf" srcId="{3E066D9A-954E-40E6-8BD1-BEA81204A48F}" destId="{9543CC33-3D8A-4D16-9B58-DBB698897BEA}" srcOrd="0" destOrd="0" presId="urn:microsoft.com/office/officeart/2008/layout/VerticalCurvedList"/>
    <dgm:cxn modelId="{5F1F17BA-84FA-4297-9BE7-6431438923F5}" type="presParOf" srcId="{9543CC33-3D8A-4D16-9B58-DBB698897BEA}" destId="{6C5C8922-9552-42F6-B0E0-E05E7442A8FD}" srcOrd="0" destOrd="0" presId="urn:microsoft.com/office/officeart/2008/layout/VerticalCurvedList"/>
    <dgm:cxn modelId="{7B8DB555-E62C-4BAD-BBC1-AB7B779B709D}" type="presParOf" srcId="{9543CC33-3D8A-4D16-9B58-DBB698897BEA}" destId="{67918F80-9D17-453F-A448-32E3DB0827A6}" srcOrd="1" destOrd="0" presId="urn:microsoft.com/office/officeart/2008/layout/VerticalCurvedList"/>
    <dgm:cxn modelId="{6882A433-7868-433A-BA56-9838DE8195EF}" type="presParOf" srcId="{9543CC33-3D8A-4D16-9B58-DBB698897BEA}" destId="{7296FE30-0512-4823-9695-E9B3B354160D}" srcOrd="2" destOrd="0" presId="urn:microsoft.com/office/officeart/2008/layout/VerticalCurvedList"/>
    <dgm:cxn modelId="{2D2B1019-CCC3-4765-B620-637C3BAD57D3}" type="presParOf" srcId="{9543CC33-3D8A-4D16-9B58-DBB698897BEA}" destId="{2DEE6C63-8A4C-4653-9E5D-40A059DD491C}" srcOrd="3" destOrd="0" presId="urn:microsoft.com/office/officeart/2008/layout/VerticalCurvedList"/>
    <dgm:cxn modelId="{A37A0449-C17F-47F1-AB65-BB5DE782C245}" type="presParOf" srcId="{3E066D9A-954E-40E6-8BD1-BEA81204A48F}" destId="{E470C1E4-AFC6-4EBA-897B-07E5ED9DCB09}" srcOrd="1" destOrd="0" presId="urn:microsoft.com/office/officeart/2008/layout/VerticalCurvedList"/>
    <dgm:cxn modelId="{5B62FA16-B124-4B89-8F55-A34BD69CD27F}" type="presParOf" srcId="{3E066D9A-954E-40E6-8BD1-BEA81204A48F}" destId="{6096F0BB-557D-4E7E-A5D5-86D999130CB4}" srcOrd="2" destOrd="0" presId="urn:microsoft.com/office/officeart/2008/layout/VerticalCurvedList"/>
    <dgm:cxn modelId="{61A5CD7B-6F58-45EC-8158-76B77A79CD8F}" type="presParOf" srcId="{6096F0BB-557D-4E7E-A5D5-86D999130CB4}" destId="{16314D14-8425-483C-AA6C-2546FBBF38C4}" srcOrd="0" destOrd="0" presId="urn:microsoft.com/office/officeart/2008/layout/VerticalCurvedList"/>
    <dgm:cxn modelId="{C11E57DB-D35C-42C1-B018-D9382FC8FCBD}" type="presParOf" srcId="{3E066D9A-954E-40E6-8BD1-BEA81204A48F}" destId="{7F6AC5AE-73E3-4A82-9020-72023FED859F}" srcOrd="3" destOrd="0" presId="urn:microsoft.com/office/officeart/2008/layout/VerticalCurvedList"/>
    <dgm:cxn modelId="{7F7A235F-53E1-4770-B749-FB07FA4A67E4}" type="presParOf" srcId="{3E066D9A-954E-40E6-8BD1-BEA81204A48F}" destId="{C35B11B5-DB5B-43DF-9047-153F49E12EDD}" srcOrd="4" destOrd="0" presId="urn:microsoft.com/office/officeart/2008/layout/VerticalCurvedList"/>
    <dgm:cxn modelId="{3B1D3E6F-1CD0-42EC-B5BE-F5C5A60C1B44}" type="presParOf" srcId="{C35B11B5-DB5B-43DF-9047-153F49E12EDD}" destId="{0760019E-3E2D-4FFC-B7AE-93820ED471E2}" srcOrd="0" destOrd="0" presId="urn:microsoft.com/office/officeart/2008/layout/VerticalCurvedList"/>
    <dgm:cxn modelId="{44768A2E-86B3-41D6-9E3C-58EEB150ECB7}" type="presParOf" srcId="{3E066D9A-954E-40E6-8BD1-BEA81204A48F}" destId="{B5E35AE6-6529-4CD0-9DA8-B837643A1121}" srcOrd="5" destOrd="0" presId="urn:microsoft.com/office/officeart/2008/layout/VerticalCurvedList"/>
    <dgm:cxn modelId="{AFA3AE6F-249E-4106-A68E-2D3C5F34F91D}" type="presParOf" srcId="{3E066D9A-954E-40E6-8BD1-BEA81204A48F}" destId="{4FD72E68-16F4-46DA-9AB8-00C81B7656A4}" srcOrd="6" destOrd="0" presId="urn:microsoft.com/office/officeart/2008/layout/VerticalCurvedList"/>
    <dgm:cxn modelId="{6EAA7085-7DB5-4736-858A-298E8B9B2A6A}" type="presParOf" srcId="{4FD72E68-16F4-46DA-9AB8-00C81B7656A4}" destId="{C9509F45-206D-4A25-B3B7-2588F049C8CA}" srcOrd="0" destOrd="0" presId="urn:microsoft.com/office/officeart/2008/layout/VerticalCurvedList"/>
    <dgm:cxn modelId="{E54E7EF5-8BC7-495E-88D6-94BE0DAA6363}" type="presParOf" srcId="{3E066D9A-954E-40E6-8BD1-BEA81204A48F}" destId="{CAEB8713-1C4B-4C3F-AD5B-A20AEB719A4E}" srcOrd="7" destOrd="0" presId="urn:microsoft.com/office/officeart/2008/layout/VerticalCurvedList"/>
    <dgm:cxn modelId="{3F9B0AD2-B821-47CB-91A1-BB085CA5105C}" type="presParOf" srcId="{3E066D9A-954E-40E6-8BD1-BEA81204A48F}" destId="{ABD0E50A-ACF1-4AAD-BA7B-42F511AEB7E4}" srcOrd="8" destOrd="0" presId="urn:microsoft.com/office/officeart/2008/layout/VerticalCurvedList"/>
    <dgm:cxn modelId="{D32A8020-74E8-45EB-8C86-B3CEBA84B48F}" type="presParOf" srcId="{ABD0E50A-ACF1-4AAD-BA7B-42F511AEB7E4}" destId="{C4D51E14-CE72-461A-8ECD-1BB153C10FE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390E51-A75A-47B3-BC23-B87ADDA557B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B285FA4-5577-476A-9950-42511E7BE5A9}">
      <dgm:prSet/>
      <dgm:spPr/>
      <dgm:t>
        <a:bodyPr/>
        <a:lstStyle/>
        <a:p>
          <a:r>
            <a:rPr lang="uk-UA" b="0" i="0"/>
            <a:t>обмеження території, підпорядкованої владі гетьмана, Київським воєводством, скорочення козацького реєстру до 20 тис. осіб</a:t>
          </a:r>
          <a:endParaRPr lang="uk-UA"/>
        </a:p>
      </dgm:t>
    </dgm:pt>
    <dgm:pt modelId="{79609F8A-4006-4061-A32E-9C7CCFCAF272}" type="parTrans" cxnId="{DCD8A622-D4EA-4FF8-BFA4-B070324363C4}">
      <dgm:prSet/>
      <dgm:spPr/>
      <dgm:t>
        <a:bodyPr/>
        <a:lstStyle/>
        <a:p>
          <a:endParaRPr lang="uk-UA"/>
        </a:p>
      </dgm:t>
    </dgm:pt>
    <dgm:pt modelId="{3656A071-D7E6-485A-BEAE-4D663AFA3E7D}" type="sibTrans" cxnId="{DCD8A622-D4EA-4FF8-BFA4-B070324363C4}">
      <dgm:prSet/>
      <dgm:spPr/>
      <dgm:t>
        <a:bodyPr/>
        <a:lstStyle/>
        <a:p>
          <a:endParaRPr lang="uk-UA"/>
        </a:p>
      </dgm:t>
    </dgm:pt>
    <dgm:pt modelId="{FF10DE5D-9399-49D6-B4C5-9664F3B4A8D5}">
      <dgm:prSet/>
      <dgm:spPr/>
      <dgm:t>
        <a:bodyPr/>
        <a:lstStyle/>
        <a:p>
          <a:r>
            <a:rPr lang="uk-UA" b="0" i="0"/>
            <a:t>укладення союзу з Трансільванією, спільні бойові дії козацького та трансільванського військ на території Польщі</a:t>
          </a:r>
          <a:endParaRPr lang="uk-UA"/>
        </a:p>
      </dgm:t>
    </dgm:pt>
    <dgm:pt modelId="{91D77401-61C1-4477-9E18-21944946A3C7}" type="parTrans" cxnId="{F5334E21-BB2C-4DCA-9A5A-BC15C341EDF0}">
      <dgm:prSet/>
      <dgm:spPr/>
      <dgm:t>
        <a:bodyPr/>
        <a:lstStyle/>
        <a:p>
          <a:endParaRPr lang="uk-UA"/>
        </a:p>
      </dgm:t>
    </dgm:pt>
    <dgm:pt modelId="{7EDB2DC7-56AF-4EE0-B1AE-82181C3890B9}" type="sibTrans" cxnId="{F5334E21-BB2C-4DCA-9A5A-BC15C341EDF0}">
      <dgm:prSet/>
      <dgm:spPr/>
      <dgm:t>
        <a:bodyPr/>
        <a:lstStyle/>
        <a:p>
          <a:endParaRPr lang="uk-UA"/>
        </a:p>
      </dgm:t>
    </dgm:pt>
    <dgm:pt modelId="{6D22BACE-CAFA-41B7-ABED-BBBBA48CB040}">
      <dgm:prSet/>
      <dgm:spPr/>
      <dgm:t>
        <a:bodyPr/>
        <a:lstStyle/>
        <a:p>
          <a:r>
            <a:rPr lang="uk-UA" b="0" i="0"/>
            <a:t>визнання польським королем влади гетьмана над Київським, Чернігівським і Брацлавським воєводствами</a:t>
          </a:r>
          <a:endParaRPr lang="uk-UA"/>
        </a:p>
      </dgm:t>
    </dgm:pt>
    <dgm:pt modelId="{0485BEBA-02FC-4CDA-8923-2793C4C35471}" type="parTrans" cxnId="{8519F732-0F52-4C97-AF45-9FF099040C04}">
      <dgm:prSet/>
      <dgm:spPr/>
      <dgm:t>
        <a:bodyPr/>
        <a:lstStyle/>
        <a:p>
          <a:endParaRPr lang="uk-UA"/>
        </a:p>
      </dgm:t>
    </dgm:pt>
    <dgm:pt modelId="{7CB48CCD-0F20-4F6C-BA98-7D0703CFB31D}" type="sibTrans" cxnId="{8519F732-0F52-4C97-AF45-9FF099040C04}">
      <dgm:prSet/>
      <dgm:spPr/>
      <dgm:t>
        <a:bodyPr/>
        <a:lstStyle/>
        <a:p>
          <a:endParaRPr lang="uk-UA"/>
        </a:p>
      </dgm:t>
    </dgm:pt>
    <dgm:pt modelId="{70941CBA-6600-4C57-97FD-70389D3BB315}">
      <dgm:prSet/>
      <dgm:spPr/>
      <dgm:t>
        <a:bodyPr/>
        <a:lstStyle/>
        <a:p>
          <a:r>
            <a:rPr lang="uk-UA" b="0" i="0"/>
            <a:t>звільнення козацькими військами Поділля та Волині, створення сприятливих умов для визволення західноукраїнських земель</a:t>
          </a:r>
          <a:endParaRPr lang="uk-UA"/>
        </a:p>
      </dgm:t>
    </dgm:pt>
    <dgm:pt modelId="{D03FFC29-C41F-49A6-8B1B-C96B345C3FB3}" type="parTrans" cxnId="{AAD7EFA4-7548-4020-A8E5-B9B7F3AC026F}">
      <dgm:prSet/>
      <dgm:spPr/>
      <dgm:t>
        <a:bodyPr/>
        <a:lstStyle/>
        <a:p>
          <a:endParaRPr lang="uk-UA"/>
        </a:p>
      </dgm:t>
    </dgm:pt>
    <dgm:pt modelId="{E4A3D3A9-8790-4464-863C-5817022A0C40}" type="sibTrans" cxnId="{AAD7EFA4-7548-4020-A8E5-B9B7F3AC026F}">
      <dgm:prSet/>
      <dgm:spPr/>
      <dgm:t>
        <a:bodyPr/>
        <a:lstStyle/>
        <a:p>
          <a:endParaRPr lang="uk-UA"/>
        </a:p>
      </dgm:t>
    </dgm:pt>
    <dgm:pt modelId="{AE8CF1DA-FC38-4428-B84A-E60EE9069679}">
      <dgm:prSet/>
      <dgm:spPr/>
      <dgm:t>
        <a:bodyPr/>
        <a:lstStyle/>
        <a:p>
          <a:r>
            <a:rPr lang="uk-UA" b="0" i="0" dirty="0"/>
            <a:t>відновлення українсько-молдавського союзу, укладення шлюбу Тимоша Хмельницького з </a:t>
          </a:r>
          <a:r>
            <a:rPr lang="uk-UA" b="0" i="0" dirty="0" err="1"/>
            <a:t>Розандою</a:t>
          </a:r>
          <a:r>
            <a:rPr lang="uk-UA" b="0" i="0" dirty="0"/>
            <a:t> Лупу</a:t>
          </a:r>
          <a:endParaRPr lang="uk-UA" dirty="0"/>
        </a:p>
      </dgm:t>
    </dgm:pt>
    <dgm:pt modelId="{F3140DA0-8700-4549-9E61-E6117CEF0F0E}" type="parTrans" cxnId="{D0D8C2DC-C8DA-4B22-8AD5-4F01B77BF7AA}">
      <dgm:prSet/>
      <dgm:spPr/>
      <dgm:t>
        <a:bodyPr/>
        <a:lstStyle/>
        <a:p>
          <a:endParaRPr lang="uk-UA"/>
        </a:p>
      </dgm:t>
    </dgm:pt>
    <dgm:pt modelId="{7D5E77CC-E488-4804-9A9F-48CF4DF83160}" type="sibTrans" cxnId="{D0D8C2DC-C8DA-4B22-8AD5-4F01B77BF7AA}">
      <dgm:prSet/>
      <dgm:spPr/>
      <dgm:t>
        <a:bodyPr/>
        <a:lstStyle/>
        <a:p>
          <a:endParaRPr lang="uk-UA"/>
        </a:p>
      </dgm:t>
    </dgm:pt>
    <dgm:pt modelId="{8E3700C5-D689-472D-894D-710B6AECB284}" type="pres">
      <dgm:prSet presAssocID="{79390E51-A75A-47B3-BC23-B87ADDA557BC}" presName="linearFlow" presStyleCnt="0">
        <dgm:presLayoutVars>
          <dgm:dir/>
          <dgm:resizeHandles val="exact"/>
        </dgm:presLayoutVars>
      </dgm:prSet>
      <dgm:spPr/>
    </dgm:pt>
    <dgm:pt modelId="{8412877F-0131-467A-9C7F-F8EF1B71394B}" type="pres">
      <dgm:prSet presAssocID="{AB285FA4-5577-476A-9950-42511E7BE5A9}" presName="composite" presStyleCnt="0"/>
      <dgm:spPr/>
    </dgm:pt>
    <dgm:pt modelId="{351291F2-8A2D-4C0F-B403-9736692024BB}" type="pres">
      <dgm:prSet presAssocID="{AB285FA4-5577-476A-9950-42511E7BE5A9}" presName="imgShp" presStyleLbl="fgImgPlace1" presStyleIdx="0" presStyleCnt="5"/>
      <dgm:spPr/>
    </dgm:pt>
    <dgm:pt modelId="{C2FE4E71-A7F0-4D43-BC5E-BA9462F286FA}" type="pres">
      <dgm:prSet presAssocID="{AB285FA4-5577-476A-9950-42511E7BE5A9}" presName="txShp" presStyleLbl="node1" presStyleIdx="0" presStyleCnt="5">
        <dgm:presLayoutVars>
          <dgm:bulletEnabled val="1"/>
        </dgm:presLayoutVars>
      </dgm:prSet>
      <dgm:spPr/>
    </dgm:pt>
    <dgm:pt modelId="{907408E2-9D08-4CE0-B3B8-4F70E26E4C8F}" type="pres">
      <dgm:prSet presAssocID="{3656A071-D7E6-485A-BEAE-4D663AFA3E7D}" presName="spacing" presStyleCnt="0"/>
      <dgm:spPr/>
    </dgm:pt>
    <dgm:pt modelId="{0647C227-CAC1-40DC-B530-191F1DC40726}" type="pres">
      <dgm:prSet presAssocID="{FF10DE5D-9399-49D6-B4C5-9664F3B4A8D5}" presName="composite" presStyleCnt="0"/>
      <dgm:spPr/>
    </dgm:pt>
    <dgm:pt modelId="{7DD2C001-88E9-4EBF-8686-5F059AA59CE8}" type="pres">
      <dgm:prSet presAssocID="{FF10DE5D-9399-49D6-B4C5-9664F3B4A8D5}" presName="imgShp" presStyleLbl="fgImgPlace1" presStyleIdx="1" presStyleCnt="5"/>
      <dgm:spPr/>
    </dgm:pt>
    <dgm:pt modelId="{6D63A7B5-0924-4BB0-8CAE-2D5A5574A1E2}" type="pres">
      <dgm:prSet presAssocID="{FF10DE5D-9399-49D6-B4C5-9664F3B4A8D5}" presName="txShp" presStyleLbl="node1" presStyleIdx="1" presStyleCnt="5">
        <dgm:presLayoutVars>
          <dgm:bulletEnabled val="1"/>
        </dgm:presLayoutVars>
      </dgm:prSet>
      <dgm:spPr/>
    </dgm:pt>
    <dgm:pt modelId="{A9E6C434-DEFF-4E45-AD77-8F867E74B465}" type="pres">
      <dgm:prSet presAssocID="{7EDB2DC7-56AF-4EE0-B1AE-82181C3890B9}" presName="spacing" presStyleCnt="0"/>
      <dgm:spPr/>
    </dgm:pt>
    <dgm:pt modelId="{8BFBF965-A709-44A8-A502-210DA0C7EFF1}" type="pres">
      <dgm:prSet presAssocID="{6D22BACE-CAFA-41B7-ABED-BBBBA48CB040}" presName="composite" presStyleCnt="0"/>
      <dgm:spPr/>
    </dgm:pt>
    <dgm:pt modelId="{98EA4E54-7D76-4BC9-ABB1-5736B40A36C5}" type="pres">
      <dgm:prSet presAssocID="{6D22BACE-CAFA-41B7-ABED-BBBBA48CB040}" presName="imgShp" presStyleLbl="fgImgPlace1" presStyleIdx="2" presStyleCnt="5"/>
      <dgm:spPr/>
    </dgm:pt>
    <dgm:pt modelId="{7BB6066E-CFA0-432B-9A31-8860C6CB1438}" type="pres">
      <dgm:prSet presAssocID="{6D22BACE-CAFA-41B7-ABED-BBBBA48CB040}" presName="txShp" presStyleLbl="node1" presStyleIdx="2" presStyleCnt="5">
        <dgm:presLayoutVars>
          <dgm:bulletEnabled val="1"/>
        </dgm:presLayoutVars>
      </dgm:prSet>
      <dgm:spPr/>
    </dgm:pt>
    <dgm:pt modelId="{233977F6-6EDE-413B-A4CF-06EBA15E5F0B}" type="pres">
      <dgm:prSet presAssocID="{7CB48CCD-0F20-4F6C-BA98-7D0703CFB31D}" presName="spacing" presStyleCnt="0"/>
      <dgm:spPr/>
    </dgm:pt>
    <dgm:pt modelId="{74B801B4-0D3B-48F2-BB72-E467EC43E5BD}" type="pres">
      <dgm:prSet presAssocID="{70941CBA-6600-4C57-97FD-70389D3BB315}" presName="composite" presStyleCnt="0"/>
      <dgm:spPr/>
    </dgm:pt>
    <dgm:pt modelId="{487F5088-45DE-4FC8-B526-796AF437BF62}" type="pres">
      <dgm:prSet presAssocID="{70941CBA-6600-4C57-97FD-70389D3BB315}" presName="imgShp" presStyleLbl="fgImgPlace1" presStyleIdx="3" presStyleCnt="5"/>
      <dgm:spPr/>
    </dgm:pt>
    <dgm:pt modelId="{78BA93BC-B660-43A0-801D-DBE5940102BA}" type="pres">
      <dgm:prSet presAssocID="{70941CBA-6600-4C57-97FD-70389D3BB315}" presName="txShp" presStyleLbl="node1" presStyleIdx="3" presStyleCnt="5">
        <dgm:presLayoutVars>
          <dgm:bulletEnabled val="1"/>
        </dgm:presLayoutVars>
      </dgm:prSet>
      <dgm:spPr/>
    </dgm:pt>
    <dgm:pt modelId="{6AA27408-8F29-4E37-BA08-896C36020A8F}" type="pres">
      <dgm:prSet presAssocID="{E4A3D3A9-8790-4464-863C-5817022A0C40}" presName="spacing" presStyleCnt="0"/>
      <dgm:spPr/>
    </dgm:pt>
    <dgm:pt modelId="{3613B08F-4DB4-417D-9891-153F2E4DBDFB}" type="pres">
      <dgm:prSet presAssocID="{AE8CF1DA-FC38-4428-B84A-E60EE9069679}" presName="composite" presStyleCnt="0"/>
      <dgm:spPr/>
    </dgm:pt>
    <dgm:pt modelId="{6F25585C-7720-4C91-A6B8-572C41A55A10}" type="pres">
      <dgm:prSet presAssocID="{AE8CF1DA-FC38-4428-B84A-E60EE9069679}" presName="imgShp" presStyleLbl="fgImgPlace1" presStyleIdx="4" presStyleCnt="5"/>
      <dgm:spPr/>
    </dgm:pt>
    <dgm:pt modelId="{6A8142C8-896A-4336-B839-82109B2AC7EC}" type="pres">
      <dgm:prSet presAssocID="{AE8CF1DA-FC38-4428-B84A-E60EE9069679}" presName="txShp" presStyleLbl="node1" presStyleIdx="4" presStyleCnt="5">
        <dgm:presLayoutVars>
          <dgm:bulletEnabled val="1"/>
        </dgm:presLayoutVars>
      </dgm:prSet>
      <dgm:spPr/>
    </dgm:pt>
  </dgm:ptLst>
  <dgm:cxnLst>
    <dgm:cxn modelId="{F5334E21-BB2C-4DCA-9A5A-BC15C341EDF0}" srcId="{79390E51-A75A-47B3-BC23-B87ADDA557BC}" destId="{FF10DE5D-9399-49D6-B4C5-9664F3B4A8D5}" srcOrd="1" destOrd="0" parTransId="{91D77401-61C1-4477-9E18-21944946A3C7}" sibTransId="{7EDB2DC7-56AF-4EE0-B1AE-82181C3890B9}"/>
    <dgm:cxn modelId="{DCD8A622-D4EA-4FF8-BFA4-B070324363C4}" srcId="{79390E51-A75A-47B3-BC23-B87ADDA557BC}" destId="{AB285FA4-5577-476A-9950-42511E7BE5A9}" srcOrd="0" destOrd="0" parTransId="{79609F8A-4006-4061-A32E-9C7CCFCAF272}" sibTransId="{3656A071-D7E6-485A-BEAE-4D663AFA3E7D}"/>
    <dgm:cxn modelId="{0C16B627-AE76-4D48-BE10-50E9268A42CC}" type="presOf" srcId="{AE8CF1DA-FC38-4428-B84A-E60EE9069679}" destId="{6A8142C8-896A-4336-B839-82109B2AC7EC}" srcOrd="0" destOrd="0" presId="urn:microsoft.com/office/officeart/2005/8/layout/vList3"/>
    <dgm:cxn modelId="{8519F732-0F52-4C97-AF45-9FF099040C04}" srcId="{79390E51-A75A-47B3-BC23-B87ADDA557BC}" destId="{6D22BACE-CAFA-41B7-ABED-BBBBA48CB040}" srcOrd="2" destOrd="0" parTransId="{0485BEBA-02FC-4CDA-8923-2793C4C35471}" sibTransId="{7CB48CCD-0F20-4F6C-BA98-7D0703CFB31D}"/>
    <dgm:cxn modelId="{4DEF9438-C9C6-47DE-A624-0240B2C0C18A}" type="presOf" srcId="{AB285FA4-5577-476A-9950-42511E7BE5A9}" destId="{C2FE4E71-A7F0-4D43-BC5E-BA9462F286FA}" srcOrd="0" destOrd="0" presId="urn:microsoft.com/office/officeart/2005/8/layout/vList3"/>
    <dgm:cxn modelId="{93018469-B4FD-424A-9EC0-8556C704ADBA}" type="presOf" srcId="{70941CBA-6600-4C57-97FD-70389D3BB315}" destId="{78BA93BC-B660-43A0-801D-DBE5940102BA}" srcOrd="0" destOrd="0" presId="urn:microsoft.com/office/officeart/2005/8/layout/vList3"/>
    <dgm:cxn modelId="{1B8C0D6E-BC70-4D6E-923D-9B9FB0CE7F88}" type="presOf" srcId="{79390E51-A75A-47B3-BC23-B87ADDA557BC}" destId="{8E3700C5-D689-472D-894D-710B6AECB284}" srcOrd="0" destOrd="0" presId="urn:microsoft.com/office/officeart/2005/8/layout/vList3"/>
    <dgm:cxn modelId="{AAD7EFA4-7548-4020-A8E5-B9B7F3AC026F}" srcId="{79390E51-A75A-47B3-BC23-B87ADDA557BC}" destId="{70941CBA-6600-4C57-97FD-70389D3BB315}" srcOrd="3" destOrd="0" parTransId="{D03FFC29-C41F-49A6-8B1B-C96B345C3FB3}" sibTransId="{E4A3D3A9-8790-4464-863C-5817022A0C40}"/>
    <dgm:cxn modelId="{E811D8C7-ACDB-4ABD-8418-E43E74A80056}" type="presOf" srcId="{6D22BACE-CAFA-41B7-ABED-BBBBA48CB040}" destId="{7BB6066E-CFA0-432B-9A31-8860C6CB1438}" srcOrd="0" destOrd="0" presId="urn:microsoft.com/office/officeart/2005/8/layout/vList3"/>
    <dgm:cxn modelId="{1B6A04DB-A1D9-467E-91E5-89EF435E6860}" type="presOf" srcId="{FF10DE5D-9399-49D6-B4C5-9664F3B4A8D5}" destId="{6D63A7B5-0924-4BB0-8CAE-2D5A5574A1E2}" srcOrd="0" destOrd="0" presId="urn:microsoft.com/office/officeart/2005/8/layout/vList3"/>
    <dgm:cxn modelId="{D0D8C2DC-C8DA-4B22-8AD5-4F01B77BF7AA}" srcId="{79390E51-A75A-47B3-BC23-B87ADDA557BC}" destId="{AE8CF1DA-FC38-4428-B84A-E60EE9069679}" srcOrd="4" destOrd="0" parTransId="{F3140DA0-8700-4549-9E61-E6117CEF0F0E}" sibTransId="{7D5E77CC-E488-4804-9A9F-48CF4DF83160}"/>
    <dgm:cxn modelId="{D822C653-2524-4744-8902-8BE1535A65FB}" type="presParOf" srcId="{8E3700C5-D689-472D-894D-710B6AECB284}" destId="{8412877F-0131-467A-9C7F-F8EF1B71394B}" srcOrd="0" destOrd="0" presId="urn:microsoft.com/office/officeart/2005/8/layout/vList3"/>
    <dgm:cxn modelId="{8EE88A40-6EE9-4C40-88CC-AD56E31E290E}" type="presParOf" srcId="{8412877F-0131-467A-9C7F-F8EF1B71394B}" destId="{351291F2-8A2D-4C0F-B403-9736692024BB}" srcOrd="0" destOrd="0" presId="urn:microsoft.com/office/officeart/2005/8/layout/vList3"/>
    <dgm:cxn modelId="{8E005411-DC84-4F9A-904C-ADF6F8DEBCB9}" type="presParOf" srcId="{8412877F-0131-467A-9C7F-F8EF1B71394B}" destId="{C2FE4E71-A7F0-4D43-BC5E-BA9462F286FA}" srcOrd="1" destOrd="0" presId="urn:microsoft.com/office/officeart/2005/8/layout/vList3"/>
    <dgm:cxn modelId="{8E84343B-6F30-450F-9B12-CEAD3FF45651}" type="presParOf" srcId="{8E3700C5-D689-472D-894D-710B6AECB284}" destId="{907408E2-9D08-4CE0-B3B8-4F70E26E4C8F}" srcOrd="1" destOrd="0" presId="urn:microsoft.com/office/officeart/2005/8/layout/vList3"/>
    <dgm:cxn modelId="{AC80D12B-D44E-41A5-9004-7BE44BA7E6E3}" type="presParOf" srcId="{8E3700C5-D689-472D-894D-710B6AECB284}" destId="{0647C227-CAC1-40DC-B530-191F1DC40726}" srcOrd="2" destOrd="0" presId="urn:microsoft.com/office/officeart/2005/8/layout/vList3"/>
    <dgm:cxn modelId="{9D91EAB8-6439-452B-953A-BFB759A583AF}" type="presParOf" srcId="{0647C227-CAC1-40DC-B530-191F1DC40726}" destId="{7DD2C001-88E9-4EBF-8686-5F059AA59CE8}" srcOrd="0" destOrd="0" presId="urn:microsoft.com/office/officeart/2005/8/layout/vList3"/>
    <dgm:cxn modelId="{ED8FCCF0-CAC2-4A87-9E94-8FAEE24F3009}" type="presParOf" srcId="{0647C227-CAC1-40DC-B530-191F1DC40726}" destId="{6D63A7B5-0924-4BB0-8CAE-2D5A5574A1E2}" srcOrd="1" destOrd="0" presId="urn:microsoft.com/office/officeart/2005/8/layout/vList3"/>
    <dgm:cxn modelId="{A84E9749-1A45-4898-8AE3-CB2BB08FAF55}" type="presParOf" srcId="{8E3700C5-D689-472D-894D-710B6AECB284}" destId="{A9E6C434-DEFF-4E45-AD77-8F867E74B465}" srcOrd="3" destOrd="0" presId="urn:microsoft.com/office/officeart/2005/8/layout/vList3"/>
    <dgm:cxn modelId="{B2BCFBED-CED0-4832-B0CE-7E2F2A92EB5D}" type="presParOf" srcId="{8E3700C5-D689-472D-894D-710B6AECB284}" destId="{8BFBF965-A709-44A8-A502-210DA0C7EFF1}" srcOrd="4" destOrd="0" presId="urn:microsoft.com/office/officeart/2005/8/layout/vList3"/>
    <dgm:cxn modelId="{34B69AB9-6C6C-4563-96CB-6067D26EA1B3}" type="presParOf" srcId="{8BFBF965-A709-44A8-A502-210DA0C7EFF1}" destId="{98EA4E54-7D76-4BC9-ABB1-5736B40A36C5}" srcOrd="0" destOrd="0" presId="urn:microsoft.com/office/officeart/2005/8/layout/vList3"/>
    <dgm:cxn modelId="{10FB2836-1DC3-49DC-9B52-5C1A03EDEF45}" type="presParOf" srcId="{8BFBF965-A709-44A8-A502-210DA0C7EFF1}" destId="{7BB6066E-CFA0-432B-9A31-8860C6CB1438}" srcOrd="1" destOrd="0" presId="urn:microsoft.com/office/officeart/2005/8/layout/vList3"/>
    <dgm:cxn modelId="{F31F7EA2-CB02-4A83-82E6-F9181FCCB1EB}" type="presParOf" srcId="{8E3700C5-D689-472D-894D-710B6AECB284}" destId="{233977F6-6EDE-413B-A4CF-06EBA15E5F0B}" srcOrd="5" destOrd="0" presId="urn:microsoft.com/office/officeart/2005/8/layout/vList3"/>
    <dgm:cxn modelId="{BEAC189E-7C78-44E5-AF26-6E7CCB314871}" type="presParOf" srcId="{8E3700C5-D689-472D-894D-710B6AECB284}" destId="{74B801B4-0D3B-48F2-BB72-E467EC43E5BD}" srcOrd="6" destOrd="0" presId="urn:microsoft.com/office/officeart/2005/8/layout/vList3"/>
    <dgm:cxn modelId="{1376A6A6-EA8E-4CD1-8140-CCD26EDCDED0}" type="presParOf" srcId="{74B801B4-0D3B-48F2-BB72-E467EC43E5BD}" destId="{487F5088-45DE-4FC8-B526-796AF437BF62}" srcOrd="0" destOrd="0" presId="urn:microsoft.com/office/officeart/2005/8/layout/vList3"/>
    <dgm:cxn modelId="{7350C530-0FA6-4149-834C-B68BE9B151CB}" type="presParOf" srcId="{74B801B4-0D3B-48F2-BB72-E467EC43E5BD}" destId="{78BA93BC-B660-43A0-801D-DBE5940102BA}" srcOrd="1" destOrd="0" presId="urn:microsoft.com/office/officeart/2005/8/layout/vList3"/>
    <dgm:cxn modelId="{B9829FF9-EB86-4831-A358-51C9EE33D40A}" type="presParOf" srcId="{8E3700C5-D689-472D-894D-710B6AECB284}" destId="{6AA27408-8F29-4E37-BA08-896C36020A8F}" srcOrd="7" destOrd="0" presId="urn:microsoft.com/office/officeart/2005/8/layout/vList3"/>
    <dgm:cxn modelId="{C43B3045-47FE-42A9-9622-0795A1C79C6B}" type="presParOf" srcId="{8E3700C5-D689-472D-894D-710B6AECB284}" destId="{3613B08F-4DB4-417D-9891-153F2E4DBDFB}" srcOrd="8" destOrd="0" presId="urn:microsoft.com/office/officeart/2005/8/layout/vList3"/>
    <dgm:cxn modelId="{D3FBC197-74EC-47A5-BF23-0D1758EBBE06}" type="presParOf" srcId="{3613B08F-4DB4-417D-9891-153F2E4DBDFB}" destId="{6F25585C-7720-4C91-A6B8-572C41A55A10}" srcOrd="0" destOrd="0" presId="urn:microsoft.com/office/officeart/2005/8/layout/vList3"/>
    <dgm:cxn modelId="{49BE9D40-AE60-4AD9-AA36-D1BFDCF5A228}" type="presParOf" srcId="{3613B08F-4DB4-417D-9891-153F2E4DBDFB}" destId="{6A8142C8-896A-4336-B839-82109B2AC7E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5037C30-9A3E-480B-9CA7-26EA18727BB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07002E-D5ED-401F-901F-AAC3C1BE6565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0EF408E2-62F6-4549-846A-69BC36775ABD}" type="parTrans" cxnId="{9D2A273E-5414-43E0-80E0-33ECAE82283B}">
      <dgm:prSet/>
      <dgm:spPr/>
      <dgm:t>
        <a:bodyPr/>
        <a:lstStyle/>
        <a:p>
          <a:endParaRPr lang="uk-UA"/>
        </a:p>
      </dgm:t>
    </dgm:pt>
    <dgm:pt modelId="{F8BABCD3-B421-447F-BE70-5DA0794745E5}" type="sibTrans" cxnId="{9D2A273E-5414-43E0-80E0-33ECAE82283B}">
      <dgm:prSet/>
      <dgm:spPr/>
      <dgm:t>
        <a:bodyPr/>
        <a:lstStyle/>
        <a:p>
          <a:endParaRPr lang="uk-UA"/>
        </a:p>
      </dgm:t>
    </dgm:pt>
    <dgm:pt modelId="{292FEF6F-D751-49D5-A832-719755DA04AB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59879A2E-AC23-4B4C-8346-08DB7863F334}" type="parTrans" cxnId="{95A4398C-E0E0-40BC-ABD5-FCEF21846B5D}">
      <dgm:prSet/>
      <dgm:spPr/>
      <dgm:t>
        <a:bodyPr/>
        <a:lstStyle/>
        <a:p>
          <a:endParaRPr lang="uk-UA"/>
        </a:p>
      </dgm:t>
    </dgm:pt>
    <dgm:pt modelId="{C9166640-F9CC-41A4-B2D0-591EC9A6A7AA}" type="sibTrans" cxnId="{95A4398C-E0E0-40BC-ABD5-FCEF21846B5D}">
      <dgm:prSet/>
      <dgm:spPr/>
      <dgm:t>
        <a:bodyPr/>
        <a:lstStyle/>
        <a:p>
          <a:endParaRPr lang="uk-UA"/>
        </a:p>
      </dgm:t>
    </dgm:pt>
    <dgm:pt modelId="{CD809F5B-8034-4928-B67A-52A988C1DCF7}">
      <dgm:prSet/>
      <dgm:spPr/>
      <dgm:t>
        <a:bodyPr/>
        <a:lstStyle/>
        <a:p>
          <a:r>
            <a:rPr lang="uk-UA" b="0" i="0"/>
            <a:t>Корсунська</a:t>
          </a:r>
          <a:endParaRPr lang="uk-UA"/>
        </a:p>
      </dgm:t>
    </dgm:pt>
    <dgm:pt modelId="{016AAF9B-C30E-44D0-BD0F-C95C7D3CA680}" type="parTrans" cxnId="{B5DC7389-6CF1-4624-B757-C7CD09E3F553}">
      <dgm:prSet/>
      <dgm:spPr/>
      <dgm:t>
        <a:bodyPr/>
        <a:lstStyle/>
        <a:p>
          <a:endParaRPr lang="uk-UA"/>
        </a:p>
      </dgm:t>
    </dgm:pt>
    <dgm:pt modelId="{E424BEE7-AADC-478C-A5F2-E3A9CA8A0160}" type="sibTrans" cxnId="{B5DC7389-6CF1-4624-B757-C7CD09E3F553}">
      <dgm:prSet/>
      <dgm:spPr/>
      <dgm:t>
        <a:bodyPr/>
        <a:lstStyle/>
        <a:p>
          <a:endParaRPr lang="uk-UA"/>
        </a:p>
      </dgm:t>
    </dgm:pt>
    <dgm:pt modelId="{603AC7BA-308E-4BB0-A0F9-439B366A1BA3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84D28416-2B30-4932-9EFC-4D25F9BE2A01}" type="parTrans" cxnId="{06785CBF-4423-4F52-B841-2DC486BA4756}">
      <dgm:prSet/>
      <dgm:spPr/>
      <dgm:t>
        <a:bodyPr/>
        <a:lstStyle/>
        <a:p>
          <a:endParaRPr lang="uk-UA"/>
        </a:p>
      </dgm:t>
    </dgm:pt>
    <dgm:pt modelId="{209AFFCD-E054-48D3-85AA-808F887017E6}" type="sibTrans" cxnId="{06785CBF-4423-4F52-B841-2DC486BA4756}">
      <dgm:prSet/>
      <dgm:spPr/>
      <dgm:t>
        <a:bodyPr/>
        <a:lstStyle/>
        <a:p>
          <a:endParaRPr lang="uk-UA"/>
        </a:p>
      </dgm:t>
    </dgm:pt>
    <dgm:pt modelId="{5E2C3E5F-1473-41C1-97AD-AEF06AFE0E3E}" type="pres">
      <dgm:prSet presAssocID="{05037C30-9A3E-480B-9CA7-26EA18727BBF}" presName="matrix" presStyleCnt="0">
        <dgm:presLayoutVars>
          <dgm:chMax val="1"/>
          <dgm:dir/>
          <dgm:resizeHandles val="exact"/>
        </dgm:presLayoutVars>
      </dgm:prSet>
      <dgm:spPr/>
    </dgm:pt>
    <dgm:pt modelId="{DC739C20-F184-4D72-B5FF-B2A1318E008C}" type="pres">
      <dgm:prSet presAssocID="{05037C30-9A3E-480B-9CA7-26EA18727BBF}" presName="diamond" presStyleLbl="bgShp" presStyleIdx="0" presStyleCnt="1"/>
      <dgm:spPr/>
    </dgm:pt>
    <dgm:pt modelId="{DC0C638F-4C85-47A3-BC3A-F58D25850102}" type="pres">
      <dgm:prSet presAssocID="{05037C30-9A3E-480B-9CA7-26EA18727BB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879AC1B-0221-4E94-B5C3-EE41E67DF5E5}" type="pres">
      <dgm:prSet presAssocID="{05037C30-9A3E-480B-9CA7-26EA18727BB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892BBC9-89B8-40EA-8164-79BA9BEA9ECD}" type="pres">
      <dgm:prSet presAssocID="{05037C30-9A3E-480B-9CA7-26EA18727BB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76890D3-19D1-4888-9DA8-0B761623B304}" type="pres">
      <dgm:prSet presAssocID="{05037C30-9A3E-480B-9CA7-26EA18727BB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C98552A-7635-4665-870A-D16CDD1631D4}" type="presOf" srcId="{05037C30-9A3E-480B-9CA7-26EA18727BBF}" destId="{5E2C3E5F-1473-41C1-97AD-AEF06AFE0E3E}" srcOrd="0" destOrd="0" presId="urn:microsoft.com/office/officeart/2005/8/layout/matrix3"/>
    <dgm:cxn modelId="{8D24F734-61E6-48C2-9C4E-E93244BD94B1}" type="presOf" srcId="{603AC7BA-308E-4BB0-A0F9-439B366A1BA3}" destId="{776890D3-19D1-4888-9DA8-0B761623B304}" srcOrd="0" destOrd="0" presId="urn:microsoft.com/office/officeart/2005/8/layout/matrix3"/>
    <dgm:cxn modelId="{9D2A273E-5414-43E0-80E0-33ECAE82283B}" srcId="{05037C30-9A3E-480B-9CA7-26EA18727BBF}" destId="{D507002E-D5ED-401F-901F-AAC3C1BE6565}" srcOrd="0" destOrd="0" parTransId="{0EF408E2-62F6-4549-846A-69BC36775ABD}" sibTransId="{F8BABCD3-B421-447F-BE70-5DA0794745E5}"/>
    <dgm:cxn modelId="{96D77D5B-097B-4E70-8889-C9CB8DA16D01}" type="presOf" srcId="{CD809F5B-8034-4928-B67A-52A988C1DCF7}" destId="{8892BBC9-89B8-40EA-8164-79BA9BEA9ECD}" srcOrd="0" destOrd="0" presId="urn:microsoft.com/office/officeart/2005/8/layout/matrix3"/>
    <dgm:cxn modelId="{1956D57F-3FAF-4026-A304-5C83E66C44FA}" type="presOf" srcId="{D507002E-D5ED-401F-901F-AAC3C1BE6565}" destId="{DC0C638F-4C85-47A3-BC3A-F58D25850102}" srcOrd="0" destOrd="0" presId="urn:microsoft.com/office/officeart/2005/8/layout/matrix3"/>
    <dgm:cxn modelId="{B5DC7389-6CF1-4624-B757-C7CD09E3F553}" srcId="{05037C30-9A3E-480B-9CA7-26EA18727BBF}" destId="{CD809F5B-8034-4928-B67A-52A988C1DCF7}" srcOrd="2" destOrd="0" parTransId="{016AAF9B-C30E-44D0-BD0F-C95C7D3CA680}" sibTransId="{E424BEE7-AADC-478C-A5F2-E3A9CA8A0160}"/>
    <dgm:cxn modelId="{95A4398C-E0E0-40BC-ABD5-FCEF21846B5D}" srcId="{05037C30-9A3E-480B-9CA7-26EA18727BBF}" destId="{292FEF6F-D751-49D5-A832-719755DA04AB}" srcOrd="1" destOrd="0" parTransId="{59879A2E-AC23-4B4C-8346-08DB7863F334}" sibTransId="{C9166640-F9CC-41A4-B2D0-591EC9A6A7AA}"/>
    <dgm:cxn modelId="{06785CBF-4423-4F52-B841-2DC486BA4756}" srcId="{05037C30-9A3E-480B-9CA7-26EA18727BBF}" destId="{603AC7BA-308E-4BB0-A0F9-439B366A1BA3}" srcOrd="3" destOrd="0" parTransId="{84D28416-2B30-4932-9EFC-4D25F9BE2A01}" sibTransId="{209AFFCD-E054-48D3-85AA-808F887017E6}"/>
    <dgm:cxn modelId="{4A538BE2-A265-48CA-B31B-6B1C965F1BF9}" type="presOf" srcId="{292FEF6F-D751-49D5-A832-719755DA04AB}" destId="{1879AC1B-0221-4E94-B5C3-EE41E67DF5E5}" srcOrd="0" destOrd="0" presId="urn:microsoft.com/office/officeart/2005/8/layout/matrix3"/>
    <dgm:cxn modelId="{5AFDE461-BF03-4132-A85E-E258A44465C9}" type="presParOf" srcId="{5E2C3E5F-1473-41C1-97AD-AEF06AFE0E3E}" destId="{DC739C20-F184-4D72-B5FF-B2A1318E008C}" srcOrd="0" destOrd="0" presId="urn:microsoft.com/office/officeart/2005/8/layout/matrix3"/>
    <dgm:cxn modelId="{84662C0E-FE55-4BC7-BC46-4949A81A1F2A}" type="presParOf" srcId="{5E2C3E5F-1473-41C1-97AD-AEF06AFE0E3E}" destId="{DC0C638F-4C85-47A3-BC3A-F58D25850102}" srcOrd="1" destOrd="0" presId="urn:microsoft.com/office/officeart/2005/8/layout/matrix3"/>
    <dgm:cxn modelId="{6138887B-4671-4DA7-8985-8F8C2082C9C3}" type="presParOf" srcId="{5E2C3E5F-1473-41C1-97AD-AEF06AFE0E3E}" destId="{1879AC1B-0221-4E94-B5C3-EE41E67DF5E5}" srcOrd="2" destOrd="0" presId="urn:microsoft.com/office/officeart/2005/8/layout/matrix3"/>
    <dgm:cxn modelId="{C21F9D86-C876-417A-B253-83B59C85AB25}" type="presParOf" srcId="{5E2C3E5F-1473-41C1-97AD-AEF06AFE0E3E}" destId="{8892BBC9-89B8-40EA-8164-79BA9BEA9ECD}" srcOrd="3" destOrd="0" presId="urn:microsoft.com/office/officeart/2005/8/layout/matrix3"/>
    <dgm:cxn modelId="{95780361-AD94-4DB5-A4A7-1C75B4E1CE92}" type="presParOf" srcId="{5E2C3E5F-1473-41C1-97AD-AEF06AFE0E3E}" destId="{776890D3-19D1-4888-9DA8-0B761623B30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001EFB1-E10D-4923-8935-22A0E888133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70C5D2-A957-4EEB-910F-5CF4F202A90F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1F70B891-5A6C-4EE2-9CFC-F4D97F8F18F9}" type="parTrans" cxnId="{348978E6-49FA-44B4-8B73-EE6E7D2AFFDD}">
      <dgm:prSet/>
      <dgm:spPr/>
      <dgm:t>
        <a:bodyPr/>
        <a:lstStyle/>
        <a:p>
          <a:endParaRPr lang="uk-UA"/>
        </a:p>
      </dgm:t>
    </dgm:pt>
    <dgm:pt modelId="{F37C7C52-14EC-4AA0-BBBB-E072A24D709B}" type="sibTrans" cxnId="{348978E6-49FA-44B4-8B73-EE6E7D2AFFDD}">
      <dgm:prSet/>
      <dgm:spPr/>
      <dgm:t>
        <a:bodyPr/>
        <a:lstStyle/>
        <a:p>
          <a:endParaRPr lang="uk-UA"/>
        </a:p>
      </dgm:t>
    </dgm:pt>
    <dgm:pt modelId="{948858A7-A4F8-46E8-9D06-714E775A3EF2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A571A683-C699-4CB9-80E3-53F0AA4C00B7}" type="parTrans" cxnId="{FEB39131-F749-4A48-9383-0773D7750D1C}">
      <dgm:prSet/>
      <dgm:spPr/>
      <dgm:t>
        <a:bodyPr/>
        <a:lstStyle/>
        <a:p>
          <a:endParaRPr lang="uk-UA"/>
        </a:p>
      </dgm:t>
    </dgm:pt>
    <dgm:pt modelId="{74CA167C-3D5F-42DC-A482-16DEA118B45C}" type="sibTrans" cxnId="{FEB39131-F749-4A48-9383-0773D7750D1C}">
      <dgm:prSet/>
      <dgm:spPr/>
      <dgm:t>
        <a:bodyPr/>
        <a:lstStyle/>
        <a:p>
          <a:endParaRPr lang="uk-UA"/>
        </a:p>
      </dgm:t>
    </dgm:pt>
    <dgm:pt modelId="{5F88A1CB-F837-4473-B8F4-6C346BE7F6F0}">
      <dgm:prSet/>
      <dgm:spPr/>
      <dgm:t>
        <a:bodyPr/>
        <a:lstStyle/>
        <a:p>
          <a:r>
            <a:rPr lang="ru-RU" b="0" i="0"/>
            <a:t>1650 р.</a:t>
          </a:r>
          <a:endParaRPr lang="uk-UA"/>
        </a:p>
      </dgm:t>
    </dgm:pt>
    <dgm:pt modelId="{8DABC1E3-60FD-4F7F-A982-E85B747E28D6}" type="parTrans" cxnId="{78403BA6-D273-4937-98CF-19A185AE62BE}">
      <dgm:prSet/>
      <dgm:spPr/>
      <dgm:t>
        <a:bodyPr/>
        <a:lstStyle/>
        <a:p>
          <a:endParaRPr lang="uk-UA"/>
        </a:p>
      </dgm:t>
    </dgm:pt>
    <dgm:pt modelId="{908E216D-ED32-4C92-808B-29C3CA1C0CE3}" type="sibTrans" cxnId="{78403BA6-D273-4937-98CF-19A185AE62BE}">
      <dgm:prSet/>
      <dgm:spPr/>
      <dgm:t>
        <a:bodyPr/>
        <a:lstStyle/>
        <a:p>
          <a:endParaRPr lang="uk-UA"/>
        </a:p>
      </dgm:t>
    </dgm:pt>
    <dgm:pt modelId="{9D96BA92-606F-4F50-B2A1-76512267B93C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F2A4D3BF-F6DB-4B68-8883-F2FD124075F7}" type="parTrans" cxnId="{2A387BF9-D795-422E-A5E1-A35672B7333F}">
      <dgm:prSet/>
      <dgm:spPr/>
      <dgm:t>
        <a:bodyPr/>
        <a:lstStyle/>
        <a:p>
          <a:endParaRPr lang="uk-UA"/>
        </a:p>
      </dgm:t>
    </dgm:pt>
    <dgm:pt modelId="{E0D9AB53-4B8F-423B-B4CE-B015AC1FDD57}" type="sibTrans" cxnId="{2A387BF9-D795-422E-A5E1-A35672B7333F}">
      <dgm:prSet/>
      <dgm:spPr/>
      <dgm:t>
        <a:bodyPr/>
        <a:lstStyle/>
        <a:p>
          <a:endParaRPr lang="uk-UA"/>
        </a:p>
      </dgm:t>
    </dgm:pt>
    <dgm:pt modelId="{840454D0-69A4-4132-B61A-DCA77E01EDF5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2A996A44-3ABA-4263-AC7C-709F98771EAA}" type="parTrans" cxnId="{42C854FF-4882-46FA-A0A0-BD3336DE454D}">
      <dgm:prSet/>
      <dgm:spPr/>
      <dgm:t>
        <a:bodyPr/>
        <a:lstStyle/>
        <a:p>
          <a:endParaRPr lang="uk-UA"/>
        </a:p>
      </dgm:t>
    </dgm:pt>
    <dgm:pt modelId="{805E5330-9F2B-4829-922C-51ED23E61E19}" type="sibTrans" cxnId="{42C854FF-4882-46FA-A0A0-BD3336DE454D}">
      <dgm:prSet/>
      <dgm:spPr/>
      <dgm:t>
        <a:bodyPr/>
        <a:lstStyle/>
        <a:p>
          <a:endParaRPr lang="uk-UA"/>
        </a:p>
      </dgm:t>
    </dgm:pt>
    <dgm:pt modelId="{B3BC783D-3F30-47E0-A405-72E20925A55D}" type="pres">
      <dgm:prSet presAssocID="{2001EFB1-E10D-4923-8935-22A0E888133C}" presName="compositeShape" presStyleCnt="0">
        <dgm:presLayoutVars>
          <dgm:chMax val="7"/>
          <dgm:dir/>
          <dgm:resizeHandles val="exact"/>
        </dgm:presLayoutVars>
      </dgm:prSet>
      <dgm:spPr/>
    </dgm:pt>
    <dgm:pt modelId="{BB4C2B7D-1750-46DA-8503-91539DFB6ADE}" type="pres">
      <dgm:prSet presAssocID="{0570C5D2-A957-4EEB-910F-5CF4F202A90F}" presName="circ1" presStyleLbl="vennNode1" presStyleIdx="0" presStyleCnt="5"/>
      <dgm:spPr/>
    </dgm:pt>
    <dgm:pt modelId="{37364355-2473-4208-B9E2-3F07AFE95582}" type="pres">
      <dgm:prSet presAssocID="{0570C5D2-A957-4EEB-910F-5CF4F202A90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FF554B5-B7A3-4800-AED9-2F8BEC315EB4}" type="pres">
      <dgm:prSet presAssocID="{948858A7-A4F8-46E8-9D06-714E775A3EF2}" presName="circ2" presStyleLbl="vennNode1" presStyleIdx="1" presStyleCnt="5"/>
      <dgm:spPr/>
    </dgm:pt>
    <dgm:pt modelId="{B66875B3-E638-43CC-BBE5-57B56F1665E3}" type="pres">
      <dgm:prSet presAssocID="{948858A7-A4F8-46E8-9D06-714E775A3EF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BCF0B5F-F6BF-44B3-9BD9-6645C66FDB77}" type="pres">
      <dgm:prSet presAssocID="{5F88A1CB-F837-4473-B8F4-6C346BE7F6F0}" presName="circ3" presStyleLbl="vennNode1" presStyleIdx="2" presStyleCnt="5"/>
      <dgm:spPr/>
    </dgm:pt>
    <dgm:pt modelId="{AE5396C3-58D8-4039-A0FA-F2A3F81CAC22}" type="pres">
      <dgm:prSet presAssocID="{5F88A1CB-F837-4473-B8F4-6C346BE7F6F0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00E08AA-5EB7-41EC-93B5-6268CE0CD939}" type="pres">
      <dgm:prSet presAssocID="{9D96BA92-606F-4F50-B2A1-76512267B93C}" presName="circ4" presStyleLbl="vennNode1" presStyleIdx="3" presStyleCnt="5"/>
      <dgm:spPr/>
    </dgm:pt>
    <dgm:pt modelId="{7DD68173-A560-4640-BD2E-39380750D8BA}" type="pres">
      <dgm:prSet presAssocID="{9D96BA92-606F-4F50-B2A1-76512267B93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F0F5FD2-1729-4E39-B72E-6F3191049765}" type="pres">
      <dgm:prSet presAssocID="{840454D0-69A4-4132-B61A-DCA77E01EDF5}" presName="circ5" presStyleLbl="vennNode1" presStyleIdx="4" presStyleCnt="5"/>
      <dgm:spPr/>
    </dgm:pt>
    <dgm:pt modelId="{84C8F3D0-F3A8-4F4C-B590-BDDF1C31AE13}" type="pres">
      <dgm:prSet presAssocID="{840454D0-69A4-4132-B61A-DCA77E01EDF5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863AA30-000B-4DD4-8D54-217D2389C050}" type="presOf" srcId="{840454D0-69A4-4132-B61A-DCA77E01EDF5}" destId="{84C8F3D0-F3A8-4F4C-B590-BDDF1C31AE13}" srcOrd="0" destOrd="0" presId="urn:microsoft.com/office/officeart/2005/8/layout/venn1"/>
    <dgm:cxn modelId="{FEB39131-F749-4A48-9383-0773D7750D1C}" srcId="{2001EFB1-E10D-4923-8935-22A0E888133C}" destId="{948858A7-A4F8-46E8-9D06-714E775A3EF2}" srcOrd="1" destOrd="0" parTransId="{A571A683-C699-4CB9-80E3-53F0AA4C00B7}" sibTransId="{74CA167C-3D5F-42DC-A482-16DEA118B45C}"/>
    <dgm:cxn modelId="{86289959-453D-4AA7-BF75-88A55F1FD430}" type="presOf" srcId="{5F88A1CB-F837-4473-B8F4-6C346BE7F6F0}" destId="{AE5396C3-58D8-4039-A0FA-F2A3F81CAC22}" srcOrd="0" destOrd="0" presId="urn:microsoft.com/office/officeart/2005/8/layout/venn1"/>
    <dgm:cxn modelId="{E7ECCB84-8DA3-4938-87FB-094B48791F4F}" type="presOf" srcId="{948858A7-A4F8-46E8-9D06-714E775A3EF2}" destId="{B66875B3-E638-43CC-BBE5-57B56F1665E3}" srcOrd="0" destOrd="0" presId="urn:microsoft.com/office/officeart/2005/8/layout/venn1"/>
    <dgm:cxn modelId="{84D0F39B-3859-43D3-8134-7A9F96A0B661}" type="presOf" srcId="{9D96BA92-606F-4F50-B2A1-76512267B93C}" destId="{7DD68173-A560-4640-BD2E-39380750D8BA}" srcOrd="0" destOrd="0" presId="urn:microsoft.com/office/officeart/2005/8/layout/venn1"/>
    <dgm:cxn modelId="{78403BA6-D273-4937-98CF-19A185AE62BE}" srcId="{2001EFB1-E10D-4923-8935-22A0E888133C}" destId="{5F88A1CB-F837-4473-B8F4-6C346BE7F6F0}" srcOrd="2" destOrd="0" parTransId="{8DABC1E3-60FD-4F7F-A982-E85B747E28D6}" sibTransId="{908E216D-ED32-4C92-808B-29C3CA1C0CE3}"/>
    <dgm:cxn modelId="{D583E4B2-CE01-4F4C-B5F3-7D6EC0D92600}" type="presOf" srcId="{2001EFB1-E10D-4923-8935-22A0E888133C}" destId="{B3BC783D-3F30-47E0-A405-72E20925A55D}" srcOrd="0" destOrd="0" presId="urn:microsoft.com/office/officeart/2005/8/layout/venn1"/>
    <dgm:cxn modelId="{348978E6-49FA-44B4-8B73-EE6E7D2AFFDD}" srcId="{2001EFB1-E10D-4923-8935-22A0E888133C}" destId="{0570C5D2-A957-4EEB-910F-5CF4F202A90F}" srcOrd="0" destOrd="0" parTransId="{1F70B891-5A6C-4EE2-9CFC-F4D97F8F18F9}" sibTransId="{F37C7C52-14EC-4AA0-BBBB-E072A24D709B}"/>
    <dgm:cxn modelId="{2A387BF9-D795-422E-A5E1-A35672B7333F}" srcId="{2001EFB1-E10D-4923-8935-22A0E888133C}" destId="{9D96BA92-606F-4F50-B2A1-76512267B93C}" srcOrd="3" destOrd="0" parTransId="{F2A4D3BF-F6DB-4B68-8883-F2FD124075F7}" sibTransId="{E0D9AB53-4B8F-423B-B4CE-B015AC1FDD57}"/>
    <dgm:cxn modelId="{A0E591FB-7C4C-4389-A534-95F63CC1A159}" type="presOf" srcId="{0570C5D2-A957-4EEB-910F-5CF4F202A90F}" destId="{37364355-2473-4208-B9E2-3F07AFE95582}" srcOrd="0" destOrd="0" presId="urn:microsoft.com/office/officeart/2005/8/layout/venn1"/>
    <dgm:cxn modelId="{42C854FF-4882-46FA-A0A0-BD3336DE454D}" srcId="{2001EFB1-E10D-4923-8935-22A0E888133C}" destId="{840454D0-69A4-4132-B61A-DCA77E01EDF5}" srcOrd="4" destOrd="0" parTransId="{2A996A44-3ABA-4263-AC7C-709F98771EAA}" sibTransId="{805E5330-9F2B-4829-922C-51ED23E61E19}"/>
    <dgm:cxn modelId="{921AC83F-1AE4-483A-9744-EE49F941EB7E}" type="presParOf" srcId="{B3BC783D-3F30-47E0-A405-72E20925A55D}" destId="{BB4C2B7D-1750-46DA-8503-91539DFB6ADE}" srcOrd="0" destOrd="0" presId="urn:microsoft.com/office/officeart/2005/8/layout/venn1"/>
    <dgm:cxn modelId="{46AA6EA6-A0BB-4EA0-9405-2899BAB3A6A6}" type="presParOf" srcId="{B3BC783D-3F30-47E0-A405-72E20925A55D}" destId="{37364355-2473-4208-B9E2-3F07AFE95582}" srcOrd="1" destOrd="0" presId="urn:microsoft.com/office/officeart/2005/8/layout/venn1"/>
    <dgm:cxn modelId="{9651B1D9-2192-435B-ABE7-D6EA561472ED}" type="presParOf" srcId="{B3BC783D-3F30-47E0-A405-72E20925A55D}" destId="{CFF554B5-B7A3-4800-AED9-2F8BEC315EB4}" srcOrd="2" destOrd="0" presId="urn:microsoft.com/office/officeart/2005/8/layout/venn1"/>
    <dgm:cxn modelId="{A5102930-F8B2-4DDF-B0CD-A9554F53F784}" type="presParOf" srcId="{B3BC783D-3F30-47E0-A405-72E20925A55D}" destId="{B66875B3-E638-43CC-BBE5-57B56F1665E3}" srcOrd="3" destOrd="0" presId="urn:microsoft.com/office/officeart/2005/8/layout/venn1"/>
    <dgm:cxn modelId="{F46BC105-A728-43F0-B54C-9FC7B49C50E7}" type="presParOf" srcId="{B3BC783D-3F30-47E0-A405-72E20925A55D}" destId="{4BCF0B5F-F6BF-44B3-9BD9-6645C66FDB77}" srcOrd="4" destOrd="0" presId="urn:microsoft.com/office/officeart/2005/8/layout/venn1"/>
    <dgm:cxn modelId="{BC611CCD-245F-4755-BBFA-1DB82E5161E5}" type="presParOf" srcId="{B3BC783D-3F30-47E0-A405-72E20925A55D}" destId="{AE5396C3-58D8-4039-A0FA-F2A3F81CAC22}" srcOrd="5" destOrd="0" presId="urn:microsoft.com/office/officeart/2005/8/layout/venn1"/>
    <dgm:cxn modelId="{12E90C3E-0259-4841-BEBE-592322C04E3B}" type="presParOf" srcId="{B3BC783D-3F30-47E0-A405-72E20925A55D}" destId="{B00E08AA-5EB7-41EC-93B5-6268CE0CD939}" srcOrd="6" destOrd="0" presId="urn:microsoft.com/office/officeart/2005/8/layout/venn1"/>
    <dgm:cxn modelId="{C81708A1-BD3F-4308-BA04-29D4BFA3820F}" type="presParOf" srcId="{B3BC783D-3F30-47E0-A405-72E20925A55D}" destId="{7DD68173-A560-4640-BD2E-39380750D8BA}" srcOrd="7" destOrd="0" presId="urn:microsoft.com/office/officeart/2005/8/layout/venn1"/>
    <dgm:cxn modelId="{7B90D06C-3C60-45F1-912B-CDD20EB87547}" type="presParOf" srcId="{B3BC783D-3F30-47E0-A405-72E20925A55D}" destId="{BF0F5FD2-1729-4E39-B72E-6F3191049765}" srcOrd="8" destOrd="0" presId="urn:microsoft.com/office/officeart/2005/8/layout/venn1"/>
    <dgm:cxn modelId="{77648B43-2200-40F2-A87E-87DAF9D49E21}" type="presParOf" srcId="{B3BC783D-3F30-47E0-A405-72E20925A55D}" destId="{84C8F3D0-F3A8-4F4C-B590-BDDF1C31AE13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5EBA008-2AA0-4D40-81A2-BD1DCB7BE1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9A694D-A36B-4536-99DC-A45DB07898C3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EC4ED11E-C16B-4DCE-AB5E-C75568DBE2D0}" type="parTrans" cxnId="{C1007F54-04EB-4FD0-82E1-A6570F22E708}">
      <dgm:prSet/>
      <dgm:spPr/>
      <dgm:t>
        <a:bodyPr/>
        <a:lstStyle/>
        <a:p>
          <a:endParaRPr lang="uk-UA"/>
        </a:p>
      </dgm:t>
    </dgm:pt>
    <dgm:pt modelId="{1455BEC4-14A1-4C14-8315-BC9F16A4D6BB}" type="sibTrans" cxnId="{C1007F54-04EB-4FD0-82E1-A6570F22E708}">
      <dgm:prSet/>
      <dgm:spPr/>
      <dgm:t>
        <a:bodyPr/>
        <a:lstStyle/>
        <a:p>
          <a:endParaRPr lang="uk-UA"/>
        </a:p>
      </dgm:t>
    </dgm:pt>
    <dgm:pt modelId="{154655BC-2853-48A9-946A-B7E236DF0889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39D8C237-06AC-466E-9A18-67642445A4B5}" type="parTrans" cxnId="{54543A08-B5A5-4919-BA8A-FA0009C0D42A}">
      <dgm:prSet/>
      <dgm:spPr/>
      <dgm:t>
        <a:bodyPr/>
        <a:lstStyle/>
        <a:p>
          <a:endParaRPr lang="uk-UA"/>
        </a:p>
      </dgm:t>
    </dgm:pt>
    <dgm:pt modelId="{92ACD73D-412D-47D7-AF53-99C82BB864B3}" type="sibTrans" cxnId="{54543A08-B5A5-4919-BA8A-FA0009C0D42A}">
      <dgm:prSet/>
      <dgm:spPr/>
      <dgm:t>
        <a:bodyPr/>
        <a:lstStyle/>
        <a:p>
          <a:endParaRPr lang="uk-UA"/>
        </a:p>
      </dgm:t>
    </dgm:pt>
    <dgm:pt modelId="{73B59BCE-214E-4D2D-B7B5-0D1AB62A8A06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6325C81A-D108-4001-BAC1-B9851288483F}" type="parTrans" cxnId="{B210C173-60F3-41CB-AC35-2390A0FB1437}">
      <dgm:prSet/>
      <dgm:spPr/>
      <dgm:t>
        <a:bodyPr/>
        <a:lstStyle/>
        <a:p>
          <a:endParaRPr lang="uk-UA"/>
        </a:p>
      </dgm:t>
    </dgm:pt>
    <dgm:pt modelId="{33806AC1-397F-4040-8393-E78F80D1A894}" type="sibTrans" cxnId="{B210C173-60F3-41CB-AC35-2390A0FB1437}">
      <dgm:prSet/>
      <dgm:spPr/>
      <dgm:t>
        <a:bodyPr/>
        <a:lstStyle/>
        <a:p>
          <a:endParaRPr lang="uk-UA"/>
        </a:p>
      </dgm:t>
    </dgm:pt>
    <dgm:pt modelId="{3CCBB907-A168-4EE6-B891-401CA5AFFD17}">
      <dgm:prSet/>
      <dgm:spPr/>
      <dgm:t>
        <a:bodyPr/>
        <a:lstStyle/>
        <a:p>
          <a:r>
            <a:rPr lang="uk-UA" b="0" i="0"/>
            <a:t>Пилявецька</a:t>
          </a:r>
          <a:endParaRPr lang="uk-UA"/>
        </a:p>
      </dgm:t>
    </dgm:pt>
    <dgm:pt modelId="{31CDEDE6-D7DF-48D3-B73C-9E584E87674C}" type="parTrans" cxnId="{41484452-F38E-41F4-A35C-9D0A5554C3B0}">
      <dgm:prSet/>
      <dgm:spPr/>
      <dgm:t>
        <a:bodyPr/>
        <a:lstStyle/>
        <a:p>
          <a:endParaRPr lang="uk-UA"/>
        </a:p>
      </dgm:t>
    </dgm:pt>
    <dgm:pt modelId="{67F586EB-714B-4345-878E-81547A1B6CA4}" type="sibTrans" cxnId="{41484452-F38E-41F4-A35C-9D0A5554C3B0}">
      <dgm:prSet/>
      <dgm:spPr/>
      <dgm:t>
        <a:bodyPr/>
        <a:lstStyle/>
        <a:p>
          <a:endParaRPr lang="uk-UA"/>
        </a:p>
      </dgm:t>
    </dgm:pt>
    <dgm:pt modelId="{663D7880-A043-4B43-903B-7BDF6020972F}" type="pres">
      <dgm:prSet presAssocID="{95EBA008-2AA0-4D40-81A2-BD1DCB7BE155}" presName="linear" presStyleCnt="0">
        <dgm:presLayoutVars>
          <dgm:animLvl val="lvl"/>
          <dgm:resizeHandles val="exact"/>
        </dgm:presLayoutVars>
      </dgm:prSet>
      <dgm:spPr/>
    </dgm:pt>
    <dgm:pt modelId="{AF3CC964-D6ED-40CF-AC12-098DFAA3EBEB}" type="pres">
      <dgm:prSet presAssocID="{529A694D-A36B-4536-99DC-A45DB07898C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B30D76D-1A8E-49E7-B300-375B11E4851C}" type="pres">
      <dgm:prSet presAssocID="{1455BEC4-14A1-4C14-8315-BC9F16A4D6BB}" presName="spacer" presStyleCnt="0"/>
      <dgm:spPr/>
    </dgm:pt>
    <dgm:pt modelId="{8FA7FF9D-1347-47EC-9158-4BD7FB97AC0E}" type="pres">
      <dgm:prSet presAssocID="{154655BC-2853-48A9-946A-B7E236DF08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9DF9B8-E753-40C1-8988-36561509A057}" type="pres">
      <dgm:prSet presAssocID="{92ACD73D-412D-47D7-AF53-99C82BB864B3}" presName="spacer" presStyleCnt="0"/>
      <dgm:spPr/>
    </dgm:pt>
    <dgm:pt modelId="{CCF99C9F-01B6-4F84-B16C-9C0910DBA74A}" type="pres">
      <dgm:prSet presAssocID="{73B59BCE-214E-4D2D-B7B5-0D1AB62A8A0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9ABACF-EC43-4D9E-B5BC-65239639ABCD}" type="pres">
      <dgm:prSet presAssocID="{33806AC1-397F-4040-8393-E78F80D1A894}" presName="spacer" presStyleCnt="0"/>
      <dgm:spPr/>
    </dgm:pt>
    <dgm:pt modelId="{FA840DE8-1107-475A-B089-F9617F5ABC25}" type="pres">
      <dgm:prSet presAssocID="{3CCBB907-A168-4EE6-B891-401CA5AFFD1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543A08-B5A5-4919-BA8A-FA0009C0D42A}" srcId="{95EBA008-2AA0-4D40-81A2-BD1DCB7BE155}" destId="{154655BC-2853-48A9-946A-B7E236DF0889}" srcOrd="1" destOrd="0" parTransId="{39D8C237-06AC-466E-9A18-67642445A4B5}" sibTransId="{92ACD73D-412D-47D7-AF53-99C82BB864B3}"/>
    <dgm:cxn modelId="{68937C18-4383-4CA2-8E46-404B495A0AF8}" type="presOf" srcId="{73B59BCE-214E-4D2D-B7B5-0D1AB62A8A06}" destId="{CCF99C9F-01B6-4F84-B16C-9C0910DBA74A}" srcOrd="0" destOrd="0" presId="urn:microsoft.com/office/officeart/2005/8/layout/vList2"/>
    <dgm:cxn modelId="{41484452-F38E-41F4-A35C-9D0A5554C3B0}" srcId="{95EBA008-2AA0-4D40-81A2-BD1DCB7BE155}" destId="{3CCBB907-A168-4EE6-B891-401CA5AFFD17}" srcOrd="3" destOrd="0" parTransId="{31CDEDE6-D7DF-48D3-B73C-9E584E87674C}" sibTransId="{67F586EB-714B-4345-878E-81547A1B6CA4}"/>
    <dgm:cxn modelId="{B210C173-60F3-41CB-AC35-2390A0FB1437}" srcId="{95EBA008-2AA0-4D40-81A2-BD1DCB7BE155}" destId="{73B59BCE-214E-4D2D-B7B5-0D1AB62A8A06}" srcOrd="2" destOrd="0" parTransId="{6325C81A-D108-4001-BAC1-B9851288483F}" sibTransId="{33806AC1-397F-4040-8393-E78F80D1A894}"/>
    <dgm:cxn modelId="{C1007F54-04EB-4FD0-82E1-A6570F22E708}" srcId="{95EBA008-2AA0-4D40-81A2-BD1DCB7BE155}" destId="{529A694D-A36B-4536-99DC-A45DB07898C3}" srcOrd="0" destOrd="0" parTransId="{EC4ED11E-C16B-4DCE-AB5E-C75568DBE2D0}" sibTransId="{1455BEC4-14A1-4C14-8315-BC9F16A4D6BB}"/>
    <dgm:cxn modelId="{E620A379-5A5E-4968-8098-45C163CE9A8A}" type="presOf" srcId="{95EBA008-2AA0-4D40-81A2-BD1DCB7BE155}" destId="{663D7880-A043-4B43-903B-7BDF6020972F}" srcOrd="0" destOrd="0" presId="urn:microsoft.com/office/officeart/2005/8/layout/vList2"/>
    <dgm:cxn modelId="{0EBCB78A-07FA-4CAE-9177-EFEF4A8FC3E5}" type="presOf" srcId="{154655BC-2853-48A9-946A-B7E236DF0889}" destId="{8FA7FF9D-1347-47EC-9158-4BD7FB97AC0E}" srcOrd="0" destOrd="0" presId="urn:microsoft.com/office/officeart/2005/8/layout/vList2"/>
    <dgm:cxn modelId="{35093CD8-AC79-42CE-B567-1FFEB716AB3B}" type="presOf" srcId="{3CCBB907-A168-4EE6-B891-401CA5AFFD17}" destId="{FA840DE8-1107-475A-B089-F9617F5ABC25}" srcOrd="0" destOrd="0" presId="urn:microsoft.com/office/officeart/2005/8/layout/vList2"/>
    <dgm:cxn modelId="{B2F982E1-E203-46BC-AA4D-6B57B4B1F272}" type="presOf" srcId="{529A694D-A36B-4536-99DC-A45DB07898C3}" destId="{AF3CC964-D6ED-40CF-AC12-098DFAA3EBEB}" srcOrd="0" destOrd="0" presId="urn:microsoft.com/office/officeart/2005/8/layout/vList2"/>
    <dgm:cxn modelId="{84939330-1B1A-4F00-A926-9F682ACFF491}" type="presParOf" srcId="{663D7880-A043-4B43-903B-7BDF6020972F}" destId="{AF3CC964-D6ED-40CF-AC12-098DFAA3EBEB}" srcOrd="0" destOrd="0" presId="urn:microsoft.com/office/officeart/2005/8/layout/vList2"/>
    <dgm:cxn modelId="{6FD16F90-9BDF-4BDB-9540-20B4DCF28A1B}" type="presParOf" srcId="{663D7880-A043-4B43-903B-7BDF6020972F}" destId="{AB30D76D-1A8E-49E7-B300-375B11E4851C}" srcOrd="1" destOrd="0" presId="urn:microsoft.com/office/officeart/2005/8/layout/vList2"/>
    <dgm:cxn modelId="{837AB64E-C030-4ED3-BBD1-052715898CE8}" type="presParOf" srcId="{663D7880-A043-4B43-903B-7BDF6020972F}" destId="{8FA7FF9D-1347-47EC-9158-4BD7FB97AC0E}" srcOrd="2" destOrd="0" presId="urn:microsoft.com/office/officeart/2005/8/layout/vList2"/>
    <dgm:cxn modelId="{0279B38A-46F8-4D60-BAD4-4EBB9775B6C1}" type="presParOf" srcId="{663D7880-A043-4B43-903B-7BDF6020972F}" destId="{ED9DF9B8-E753-40C1-8988-36561509A057}" srcOrd="3" destOrd="0" presId="urn:microsoft.com/office/officeart/2005/8/layout/vList2"/>
    <dgm:cxn modelId="{FB86C38E-81D1-4A4A-8210-6E026740C811}" type="presParOf" srcId="{663D7880-A043-4B43-903B-7BDF6020972F}" destId="{CCF99C9F-01B6-4F84-B16C-9C0910DBA74A}" srcOrd="4" destOrd="0" presId="urn:microsoft.com/office/officeart/2005/8/layout/vList2"/>
    <dgm:cxn modelId="{2A4D4829-C3CF-4740-8921-277A4B198C78}" type="presParOf" srcId="{663D7880-A043-4B43-903B-7BDF6020972F}" destId="{B99ABACF-EC43-4D9E-B5BC-65239639ABCD}" srcOrd="5" destOrd="0" presId="urn:microsoft.com/office/officeart/2005/8/layout/vList2"/>
    <dgm:cxn modelId="{EAC04E87-45F6-4C08-9E09-8B016ABC7AA4}" type="presParOf" srcId="{663D7880-A043-4B43-903B-7BDF6020972F}" destId="{FA840DE8-1107-475A-B089-F9617F5ABC2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388DD5F-0CBD-4811-8478-F495A611438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EBACCF3-B3E3-4045-B0FB-37EC389767B2}">
      <dgm:prSet/>
      <dgm:spPr/>
      <dgm:t>
        <a:bodyPr/>
        <a:lstStyle/>
        <a:p>
          <a:r>
            <a:rPr lang="ru-RU" b="0" i="0"/>
            <a:t>Жванецька облога</a:t>
          </a:r>
          <a:endParaRPr lang="uk-UA"/>
        </a:p>
      </dgm:t>
    </dgm:pt>
    <dgm:pt modelId="{6A605478-C6B3-4E2B-A75B-99777F386C24}" type="parTrans" cxnId="{99CD2D32-FC7E-4C9F-9CF5-176C666405CD}">
      <dgm:prSet/>
      <dgm:spPr/>
      <dgm:t>
        <a:bodyPr/>
        <a:lstStyle/>
        <a:p>
          <a:endParaRPr lang="uk-UA"/>
        </a:p>
      </dgm:t>
    </dgm:pt>
    <dgm:pt modelId="{72FD9B35-F0FC-468D-9FDE-482AD46D16D7}" type="sibTrans" cxnId="{99CD2D32-FC7E-4C9F-9CF5-176C666405CD}">
      <dgm:prSet/>
      <dgm:spPr/>
      <dgm:t>
        <a:bodyPr/>
        <a:lstStyle/>
        <a:p>
          <a:endParaRPr lang="uk-UA"/>
        </a:p>
      </dgm:t>
    </dgm:pt>
    <dgm:pt modelId="{4E389155-6F35-471B-964E-4958F0A8BF72}">
      <dgm:prSet/>
      <dgm:spPr/>
      <dgm:t>
        <a:bodyPr/>
        <a:lstStyle/>
        <a:p>
          <a:r>
            <a:rPr lang="ru-RU" b="0" i="0"/>
            <a:t>Зборівська битва</a:t>
          </a:r>
          <a:endParaRPr lang="uk-UA"/>
        </a:p>
      </dgm:t>
    </dgm:pt>
    <dgm:pt modelId="{A6F37718-1AD5-4007-BB15-A6977A98CDA3}" type="parTrans" cxnId="{B2F30986-013F-4C8B-AF55-01670AD835FE}">
      <dgm:prSet/>
      <dgm:spPr/>
      <dgm:t>
        <a:bodyPr/>
        <a:lstStyle/>
        <a:p>
          <a:endParaRPr lang="uk-UA"/>
        </a:p>
      </dgm:t>
    </dgm:pt>
    <dgm:pt modelId="{5E210667-3E89-4EEE-AFB8-1D03ADB677D6}" type="sibTrans" cxnId="{B2F30986-013F-4C8B-AF55-01670AD835FE}">
      <dgm:prSet/>
      <dgm:spPr/>
      <dgm:t>
        <a:bodyPr/>
        <a:lstStyle/>
        <a:p>
          <a:endParaRPr lang="uk-UA"/>
        </a:p>
      </dgm:t>
    </dgm:pt>
    <dgm:pt modelId="{C7B9F268-F911-453C-9F9D-5FBF66AD87AB}">
      <dgm:prSet/>
      <dgm:spPr/>
      <dgm:t>
        <a:bodyPr/>
        <a:lstStyle/>
        <a:p>
          <a:r>
            <a:rPr lang="ru-RU" b="0" i="0"/>
            <a:t>Берестецька битва</a:t>
          </a:r>
          <a:endParaRPr lang="uk-UA"/>
        </a:p>
      </dgm:t>
    </dgm:pt>
    <dgm:pt modelId="{33D61FDF-F97D-4DF0-9DDE-8C2FE9D035FE}" type="parTrans" cxnId="{3904DE5D-D9EE-4CB8-9466-5ECB5A2461C1}">
      <dgm:prSet/>
      <dgm:spPr/>
      <dgm:t>
        <a:bodyPr/>
        <a:lstStyle/>
        <a:p>
          <a:endParaRPr lang="uk-UA"/>
        </a:p>
      </dgm:t>
    </dgm:pt>
    <dgm:pt modelId="{DB3AA80B-71F6-4467-A09D-14D7591FF93E}" type="sibTrans" cxnId="{3904DE5D-D9EE-4CB8-9466-5ECB5A2461C1}">
      <dgm:prSet/>
      <dgm:spPr/>
      <dgm:t>
        <a:bodyPr/>
        <a:lstStyle/>
        <a:p>
          <a:endParaRPr lang="uk-UA"/>
        </a:p>
      </dgm:t>
    </dgm:pt>
    <dgm:pt modelId="{0435E788-06C1-48DC-9C48-8FDEAF1A3012}">
      <dgm:prSet/>
      <dgm:spPr/>
      <dgm:t>
        <a:bodyPr/>
        <a:lstStyle/>
        <a:p>
          <a:r>
            <a:rPr lang="ru-RU" b="0" i="0"/>
            <a:t>Жовтоводська битва</a:t>
          </a:r>
          <a:endParaRPr lang="uk-UA"/>
        </a:p>
      </dgm:t>
    </dgm:pt>
    <dgm:pt modelId="{0F8492C6-BD62-4521-8764-DBD264BA5036}" type="parTrans" cxnId="{9B0049C3-3C07-4835-A832-4107EBAB79B8}">
      <dgm:prSet/>
      <dgm:spPr/>
      <dgm:t>
        <a:bodyPr/>
        <a:lstStyle/>
        <a:p>
          <a:endParaRPr lang="uk-UA"/>
        </a:p>
      </dgm:t>
    </dgm:pt>
    <dgm:pt modelId="{A79D17F8-887A-49B2-8D6E-F1C94112BDD1}" type="sibTrans" cxnId="{9B0049C3-3C07-4835-A832-4107EBAB79B8}">
      <dgm:prSet/>
      <dgm:spPr/>
      <dgm:t>
        <a:bodyPr/>
        <a:lstStyle/>
        <a:p>
          <a:endParaRPr lang="uk-UA"/>
        </a:p>
      </dgm:t>
    </dgm:pt>
    <dgm:pt modelId="{E5017DAA-CA1C-4033-9EDB-A97EACF859CE}" type="pres">
      <dgm:prSet presAssocID="{B388DD5F-0CBD-4811-8478-F495A6114380}" presName="matrix" presStyleCnt="0">
        <dgm:presLayoutVars>
          <dgm:chMax val="1"/>
          <dgm:dir/>
          <dgm:resizeHandles val="exact"/>
        </dgm:presLayoutVars>
      </dgm:prSet>
      <dgm:spPr/>
    </dgm:pt>
    <dgm:pt modelId="{3E4D72EA-90C7-4066-B045-49EDC549F8A7}" type="pres">
      <dgm:prSet presAssocID="{B388DD5F-0CBD-4811-8478-F495A6114380}" presName="diamond" presStyleLbl="bgShp" presStyleIdx="0" presStyleCnt="1"/>
      <dgm:spPr/>
    </dgm:pt>
    <dgm:pt modelId="{2266A223-39D1-4946-8246-160C482BD4ED}" type="pres">
      <dgm:prSet presAssocID="{B388DD5F-0CBD-4811-8478-F495A611438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4E044C1-1DD2-4BF1-BF0A-309A8F1CAC4F}" type="pres">
      <dgm:prSet presAssocID="{B388DD5F-0CBD-4811-8478-F495A611438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F1745C1-55D4-43F8-81E6-8D805C7A6FA7}" type="pres">
      <dgm:prSet presAssocID="{B388DD5F-0CBD-4811-8478-F495A611438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43B3F0B-AE59-4CB5-A786-7ED73FF2F546}" type="pres">
      <dgm:prSet presAssocID="{B388DD5F-0CBD-4811-8478-F495A611438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9CD2D32-FC7E-4C9F-9CF5-176C666405CD}" srcId="{B388DD5F-0CBD-4811-8478-F495A6114380}" destId="{FEBACCF3-B3E3-4045-B0FB-37EC389767B2}" srcOrd="0" destOrd="0" parTransId="{6A605478-C6B3-4E2B-A75B-99777F386C24}" sibTransId="{72FD9B35-F0FC-468D-9FDE-482AD46D16D7}"/>
    <dgm:cxn modelId="{1A6EA840-0D9A-4DDD-86D1-0490FC1C2CC5}" type="presOf" srcId="{4E389155-6F35-471B-964E-4958F0A8BF72}" destId="{C4E044C1-1DD2-4BF1-BF0A-309A8F1CAC4F}" srcOrd="0" destOrd="0" presId="urn:microsoft.com/office/officeart/2005/8/layout/matrix3"/>
    <dgm:cxn modelId="{3904DE5D-D9EE-4CB8-9466-5ECB5A2461C1}" srcId="{B388DD5F-0CBD-4811-8478-F495A6114380}" destId="{C7B9F268-F911-453C-9F9D-5FBF66AD87AB}" srcOrd="2" destOrd="0" parTransId="{33D61FDF-F97D-4DF0-9DDE-8C2FE9D035FE}" sibTransId="{DB3AA80B-71F6-4467-A09D-14D7591FF93E}"/>
    <dgm:cxn modelId="{2594DD64-BBD0-4FFA-8B47-9153A8D9C209}" type="presOf" srcId="{C7B9F268-F911-453C-9F9D-5FBF66AD87AB}" destId="{9F1745C1-55D4-43F8-81E6-8D805C7A6FA7}" srcOrd="0" destOrd="0" presId="urn:microsoft.com/office/officeart/2005/8/layout/matrix3"/>
    <dgm:cxn modelId="{6DD5D172-5FC2-47CB-98EB-7DFFE8BD519F}" type="presOf" srcId="{B388DD5F-0CBD-4811-8478-F495A6114380}" destId="{E5017DAA-CA1C-4033-9EDB-A97EACF859CE}" srcOrd="0" destOrd="0" presId="urn:microsoft.com/office/officeart/2005/8/layout/matrix3"/>
    <dgm:cxn modelId="{B2F30986-013F-4C8B-AF55-01670AD835FE}" srcId="{B388DD5F-0CBD-4811-8478-F495A6114380}" destId="{4E389155-6F35-471B-964E-4958F0A8BF72}" srcOrd="1" destOrd="0" parTransId="{A6F37718-1AD5-4007-BB15-A6977A98CDA3}" sibTransId="{5E210667-3E89-4EEE-AFB8-1D03ADB677D6}"/>
    <dgm:cxn modelId="{9B0049C3-3C07-4835-A832-4107EBAB79B8}" srcId="{B388DD5F-0CBD-4811-8478-F495A6114380}" destId="{0435E788-06C1-48DC-9C48-8FDEAF1A3012}" srcOrd="3" destOrd="0" parTransId="{0F8492C6-BD62-4521-8764-DBD264BA5036}" sibTransId="{A79D17F8-887A-49B2-8D6E-F1C94112BDD1}"/>
    <dgm:cxn modelId="{29E133E5-D2DC-4E27-9DDA-A6DFCC6E760F}" type="presOf" srcId="{0435E788-06C1-48DC-9C48-8FDEAF1A3012}" destId="{743B3F0B-AE59-4CB5-A786-7ED73FF2F546}" srcOrd="0" destOrd="0" presId="urn:microsoft.com/office/officeart/2005/8/layout/matrix3"/>
    <dgm:cxn modelId="{AC3053EA-B157-4F38-9609-ED0BA33635A1}" type="presOf" srcId="{FEBACCF3-B3E3-4045-B0FB-37EC389767B2}" destId="{2266A223-39D1-4946-8246-160C482BD4ED}" srcOrd="0" destOrd="0" presId="urn:microsoft.com/office/officeart/2005/8/layout/matrix3"/>
    <dgm:cxn modelId="{1C89D901-4925-4F11-91A1-675B51DEA43E}" type="presParOf" srcId="{E5017DAA-CA1C-4033-9EDB-A97EACF859CE}" destId="{3E4D72EA-90C7-4066-B045-49EDC549F8A7}" srcOrd="0" destOrd="0" presId="urn:microsoft.com/office/officeart/2005/8/layout/matrix3"/>
    <dgm:cxn modelId="{6899C13D-1539-48CB-8BFE-15BE68547B9A}" type="presParOf" srcId="{E5017DAA-CA1C-4033-9EDB-A97EACF859CE}" destId="{2266A223-39D1-4946-8246-160C482BD4ED}" srcOrd="1" destOrd="0" presId="urn:microsoft.com/office/officeart/2005/8/layout/matrix3"/>
    <dgm:cxn modelId="{A988CC2A-5E66-43DC-9498-FE2A341A6E70}" type="presParOf" srcId="{E5017DAA-CA1C-4033-9EDB-A97EACF859CE}" destId="{C4E044C1-1DD2-4BF1-BF0A-309A8F1CAC4F}" srcOrd="2" destOrd="0" presId="urn:microsoft.com/office/officeart/2005/8/layout/matrix3"/>
    <dgm:cxn modelId="{1C0D3426-DA8B-401C-AFBC-C75936D0DD42}" type="presParOf" srcId="{E5017DAA-CA1C-4033-9EDB-A97EACF859CE}" destId="{9F1745C1-55D4-43F8-81E6-8D805C7A6FA7}" srcOrd="3" destOrd="0" presId="urn:microsoft.com/office/officeart/2005/8/layout/matrix3"/>
    <dgm:cxn modelId="{E74A26FB-28D9-4136-91AB-C0D91EEE42E5}" type="presParOf" srcId="{E5017DAA-CA1C-4033-9EDB-A97EACF859CE}" destId="{743B3F0B-AE59-4CB5-A786-7ED73FF2F54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60703FC-AEB5-49B6-8FEE-C8677D22CF3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4FD04E-A617-461D-BD4A-B5EE63DBFD2C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7349B292-31FC-4DAA-8B1B-90112C88F7A1}" type="parTrans" cxnId="{D1B493C1-BD03-4815-9D01-369F8F5EDA29}">
      <dgm:prSet/>
      <dgm:spPr/>
      <dgm:t>
        <a:bodyPr/>
        <a:lstStyle/>
        <a:p>
          <a:endParaRPr lang="uk-UA"/>
        </a:p>
      </dgm:t>
    </dgm:pt>
    <dgm:pt modelId="{2006A648-6C31-417D-8976-FCDAD1A90E8B}" type="sibTrans" cxnId="{D1B493C1-BD03-4815-9D01-369F8F5EDA29}">
      <dgm:prSet/>
      <dgm:spPr/>
      <dgm:t>
        <a:bodyPr/>
        <a:lstStyle/>
        <a:p>
          <a:endParaRPr lang="uk-UA"/>
        </a:p>
      </dgm:t>
    </dgm:pt>
    <dgm:pt modelId="{161BBCFB-4326-43A7-A513-7FB905CA65BD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14580B1C-B75E-4699-A0E3-60FA2D4A1A4F}" type="parTrans" cxnId="{73393B07-1549-4E92-9C34-6F19CAA89939}">
      <dgm:prSet/>
      <dgm:spPr/>
      <dgm:t>
        <a:bodyPr/>
        <a:lstStyle/>
        <a:p>
          <a:endParaRPr lang="uk-UA"/>
        </a:p>
      </dgm:t>
    </dgm:pt>
    <dgm:pt modelId="{9879D88B-134C-44F0-B83A-9C12EB2736AA}" type="sibTrans" cxnId="{73393B07-1549-4E92-9C34-6F19CAA89939}">
      <dgm:prSet/>
      <dgm:spPr/>
      <dgm:t>
        <a:bodyPr/>
        <a:lstStyle/>
        <a:p>
          <a:endParaRPr lang="uk-UA"/>
        </a:p>
      </dgm:t>
    </dgm:pt>
    <dgm:pt modelId="{D04986A2-F50C-417E-892B-271319BC5F2D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8B0DE282-0DF2-42A8-87FD-FB498D75CCA3}" type="parTrans" cxnId="{29BDB4B7-AD83-41AD-9F27-D40D09CFFDAD}">
      <dgm:prSet/>
      <dgm:spPr/>
      <dgm:t>
        <a:bodyPr/>
        <a:lstStyle/>
        <a:p>
          <a:endParaRPr lang="uk-UA"/>
        </a:p>
      </dgm:t>
    </dgm:pt>
    <dgm:pt modelId="{2265C3F8-7689-4D94-8A8C-C453B79FB1A4}" type="sibTrans" cxnId="{29BDB4B7-AD83-41AD-9F27-D40D09CFFDAD}">
      <dgm:prSet/>
      <dgm:spPr/>
      <dgm:t>
        <a:bodyPr/>
        <a:lstStyle/>
        <a:p>
          <a:endParaRPr lang="uk-UA"/>
        </a:p>
      </dgm:t>
    </dgm:pt>
    <dgm:pt modelId="{244A7C91-DF4E-4DDD-ACBA-DA1B0B7408E2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D763C70F-2B38-4AF3-B797-57834D5A11BC}" type="parTrans" cxnId="{625698DE-DF7A-40A3-85A8-5D36FFE2A62A}">
      <dgm:prSet/>
      <dgm:spPr/>
      <dgm:t>
        <a:bodyPr/>
        <a:lstStyle/>
        <a:p>
          <a:endParaRPr lang="uk-UA"/>
        </a:p>
      </dgm:t>
    </dgm:pt>
    <dgm:pt modelId="{D64BF5F9-30BE-457E-8907-ADB8C6740BC6}" type="sibTrans" cxnId="{625698DE-DF7A-40A3-85A8-5D36FFE2A62A}">
      <dgm:prSet/>
      <dgm:spPr/>
      <dgm:t>
        <a:bodyPr/>
        <a:lstStyle/>
        <a:p>
          <a:endParaRPr lang="uk-UA"/>
        </a:p>
      </dgm:t>
    </dgm:pt>
    <dgm:pt modelId="{81D7B7A1-242B-4F64-B039-AABD437800E7}">
      <dgm:prSet/>
      <dgm:spPr/>
      <dgm:t>
        <a:bodyPr/>
        <a:lstStyle/>
        <a:p>
          <a:r>
            <a:rPr lang="ru-RU" b="0" i="0"/>
            <a:t>1653 р.</a:t>
          </a:r>
          <a:endParaRPr lang="uk-UA"/>
        </a:p>
      </dgm:t>
    </dgm:pt>
    <dgm:pt modelId="{683B1CF0-C2FD-4905-A5F5-9BD4DCFB5E5A}" type="parTrans" cxnId="{A3CC0D8A-F505-4FAE-B151-F01A733EA6B6}">
      <dgm:prSet/>
      <dgm:spPr/>
      <dgm:t>
        <a:bodyPr/>
        <a:lstStyle/>
        <a:p>
          <a:endParaRPr lang="uk-UA"/>
        </a:p>
      </dgm:t>
    </dgm:pt>
    <dgm:pt modelId="{8A5D8A84-B71C-4421-86B8-3C356F256FF7}" type="sibTrans" cxnId="{A3CC0D8A-F505-4FAE-B151-F01A733EA6B6}">
      <dgm:prSet/>
      <dgm:spPr/>
      <dgm:t>
        <a:bodyPr/>
        <a:lstStyle/>
        <a:p>
          <a:endParaRPr lang="uk-UA"/>
        </a:p>
      </dgm:t>
    </dgm:pt>
    <dgm:pt modelId="{A24D650F-6CC4-42BC-8268-F3C678E82A6F}" type="pres">
      <dgm:prSet presAssocID="{160703FC-AEB5-49B6-8FEE-C8677D22CF39}" presName="compositeShape" presStyleCnt="0">
        <dgm:presLayoutVars>
          <dgm:chMax val="7"/>
          <dgm:dir/>
          <dgm:resizeHandles val="exact"/>
        </dgm:presLayoutVars>
      </dgm:prSet>
      <dgm:spPr/>
    </dgm:pt>
    <dgm:pt modelId="{B5F7ED6B-43E3-4209-932D-BCC32533C631}" type="pres">
      <dgm:prSet presAssocID="{E64FD04E-A617-461D-BD4A-B5EE63DBFD2C}" presName="circ1" presStyleLbl="vennNode1" presStyleIdx="0" presStyleCnt="5"/>
      <dgm:spPr/>
    </dgm:pt>
    <dgm:pt modelId="{B594047D-5BCB-43FC-91BC-77110AD055CA}" type="pres">
      <dgm:prSet presAssocID="{E64FD04E-A617-461D-BD4A-B5EE63DBFD2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B366037-6B17-493B-94B2-FAA30BCC6C5A}" type="pres">
      <dgm:prSet presAssocID="{161BBCFB-4326-43A7-A513-7FB905CA65BD}" presName="circ2" presStyleLbl="vennNode1" presStyleIdx="1" presStyleCnt="5"/>
      <dgm:spPr/>
    </dgm:pt>
    <dgm:pt modelId="{27A6A3AA-0853-4F0F-B19A-D6EB46317481}" type="pres">
      <dgm:prSet presAssocID="{161BBCFB-4326-43A7-A513-7FB905CA65B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9A6BBD0-6315-48FA-8793-C790839C8D30}" type="pres">
      <dgm:prSet presAssocID="{D04986A2-F50C-417E-892B-271319BC5F2D}" presName="circ3" presStyleLbl="vennNode1" presStyleIdx="2" presStyleCnt="5"/>
      <dgm:spPr/>
    </dgm:pt>
    <dgm:pt modelId="{45916C37-37B3-4F40-93CC-61B647020A10}" type="pres">
      <dgm:prSet presAssocID="{D04986A2-F50C-417E-892B-271319BC5F2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6561152-593C-4C62-883F-9E9C1D63B178}" type="pres">
      <dgm:prSet presAssocID="{244A7C91-DF4E-4DDD-ACBA-DA1B0B7408E2}" presName="circ4" presStyleLbl="vennNode1" presStyleIdx="3" presStyleCnt="5"/>
      <dgm:spPr/>
    </dgm:pt>
    <dgm:pt modelId="{3A3E2DD7-ED5A-4213-8F0E-F3D781D5523E}" type="pres">
      <dgm:prSet presAssocID="{244A7C91-DF4E-4DDD-ACBA-DA1B0B7408E2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4FFC736-35A9-49CD-A06E-FC4C8B943204}" type="pres">
      <dgm:prSet presAssocID="{81D7B7A1-242B-4F64-B039-AABD437800E7}" presName="circ5" presStyleLbl="vennNode1" presStyleIdx="4" presStyleCnt="5"/>
      <dgm:spPr/>
    </dgm:pt>
    <dgm:pt modelId="{D1BFED68-82D9-4FFC-AC83-77C02F937B18}" type="pres">
      <dgm:prSet presAssocID="{81D7B7A1-242B-4F64-B039-AABD437800E7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3393B07-1549-4E92-9C34-6F19CAA89939}" srcId="{160703FC-AEB5-49B6-8FEE-C8677D22CF39}" destId="{161BBCFB-4326-43A7-A513-7FB905CA65BD}" srcOrd="1" destOrd="0" parTransId="{14580B1C-B75E-4699-A0E3-60FA2D4A1A4F}" sibTransId="{9879D88B-134C-44F0-B83A-9C12EB2736AA}"/>
    <dgm:cxn modelId="{A151711F-B112-4CC4-A529-2D0D73A79EDB}" type="presOf" srcId="{160703FC-AEB5-49B6-8FEE-C8677D22CF39}" destId="{A24D650F-6CC4-42BC-8268-F3C678E82A6F}" srcOrd="0" destOrd="0" presId="urn:microsoft.com/office/officeart/2005/8/layout/venn1"/>
    <dgm:cxn modelId="{B38B8E5C-E1AE-4456-B670-872C48BC8596}" type="presOf" srcId="{81D7B7A1-242B-4F64-B039-AABD437800E7}" destId="{D1BFED68-82D9-4FFC-AC83-77C02F937B18}" srcOrd="0" destOrd="0" presId="urn:microsoft.com/office/officeart/2005/8/layout/venn1"/>
    <dgm:cxn modelId="{07309B54-1991-409C-964D-506BE8EDD0B5}" type="presOf" srcId="{244A7C91-DF4E-4DDD-ACBA-DA1B0B7408E2}" destId="{3A3E2DD7-ED5A-4213-8F0E-F3D781D5523E}" srcOrd="0" destOrd="0" presId="urn:microsoft.com/office/officeart/2005/8/layout/venn1"/>
    <dgm:cxn modelId="{A3CC0D8A-F505-4FAE-B151-F01A733EA6B6}" srcId="{160703FC-AEB5-49B6-8FEE-C8677D22CF39}" destId="{81D7B7A1-242B-4F64-B039-AABD437800E7}" srcOrd="4" destOrd="0" parTransId="{683B1CF0-C2FD-4905-A5F5-9BD4DCFB5E5A}" sibTransId="{8A5D8A84-B71C-4421-86B8-3C356F256FF7}"/>
    <dgm:cxn modelId="{998D5AB4-A2E0-4DA7-99EA-9D4030D713BD}" type="presOf" srcId="{161BBCFB-4326-43A7-A513-7FB905CA65BD}" destId="{27A6A3AA-0853-4F0F-B19A-D6EB46317481}" srcOrd="0" destOrd="0" presId="urn:microsoft.com/office/officeart/2005/8/layout/venn1"/>
    <dgm:cxn modelId="{29BDB4B7-AD83-41AD-9F27-D40D09CFFDAD}" srcId="{160703FC-AEB5-49B6-8FEE-C8677D22CF39}" destId="{D04986A2-F50C-417E-892B-271319BC5F2D}" srcOrd="2" destOrd="0" parTransId="{8B0DE282-0DF2-42A8-87FD-FB498D75CCA3}" sibTransId="{2265C3F8-7689-4D94-8A8C-C453B79FB1A4}"/>
    <dgm:cxn modelId="{F3BB4FC0-2EC4-49DE-8BB0-CAC053F543A4}" type="presOf" srcId="{E64FD04E-A617-461D-BD4A-B5EE63DBFD2C}" destId="{B594047D-5BCB-43FC-91BC-77110AD055CA}" srcOrd="0" destOrd="0" presId="urn:microsoft.com/office/officeart/2005/8/layout/venn1"/>
    <dgm:cxn modelId="{D1B493C1-BD03-4815-9D01-369F8F5EDA29}" srcId="{160703FC-AEB5-49B6-8FEE-C8677D22CF39}" destId="{E64FD04E-A617-461D-BD4A-B5EE63DBFD2C}" srcOrd="0" destOrd="0" parTransId="{7349B292-31FC-4DAA-8B1B-90112C88F7A1}" sibTransId="{2006A648-6C31-417D-8976-FCDAD1A90E8B}"/>
    <dgm:cxn modelId="{625698DE-DF7A-40A3-85A8-5D36FFE2A62A}" srcId="{160703FC-AEB5-49B6-8FEE-C8677D22CF39}" destId="{244A7C91-DF4E-4DDD-ACBA-DA1B0B7408E2}" srcOrd="3" destOrd="0" parTransId="{D763C70F-2B38-4AF3-B797-57834D5A11BC}" sibTransId="{D64BF5F9-30BE-457E-8907-ADB8C6740BC6}"/>
    <dgm:cxn modelId="{826E16FE-4CF1-475C-BE67-2CF9DB3FCC54}" type="presOf" srcId="{D04986A2-F50C-417E-892B-271319BC5F2D}" destId="{45916C37-37B3-4F40-93CC-61B647020A10}" srcOrd="0" destOrd="0" presId="urn:microsoft.com/office/officeart/2005/8/layout/venn1"/>
    <dgm:cxn modelId="{8976FB37-96F9-4F9B-8ECB-E8B711812EB8}" type="presParOf" srcId="{A24D650F-6CC4-42BC-8268-F3C678E82A6F}" destId="{B5F7ED6B-43E3-4209-932D-BCC32533C631}" srcOrd="0" destOrd="0" presId="urn:microsoft.com/office/officeart/2005/8/layout/venn1"/>
    <dgm:cxn modelId="{2B922913-D3C9-4988-8691-EDF387D24EA9}" type="presParOf" srcId="{A24D650F-6CC4-42BC-8268-F3C678E82A6F}" destId="{B594047D-5BCB-43FC-91BC-77110AD055CA}" srcOrd="1" destOrd="0" presId="urn:microsoft.com/office/officeart/2005/8/layout/venn1"/>
    <dgm:cxn modelId="{C60FD777-FC95-4EF6-B310-14D6E50E66EA}" type="presParOf" srcId="{A24D650F-6CC4-42BC-8268-F3C678E82A6F}" destId="{FB366037-6B17-493B-94B2-FAA30BCC6C5A}" srcOrd="2" destOrd="0" presId="urn:microsoft.com/office/officeart/2005/8/layout/venn1"/>
    <dgm:cxn modelId="{942E2A21-7203-43AE-B674-89DE3351AA00}" type="presParOf" srcId="{A24D650F-6CC4-42BC-8268-F3C678E82A6F}" destId="{27A6A3AA-0853-4F0F-B19A-D6EB46317481}" srcOrd="3" destOrd="0" presId="urn:microsoft.com/office/officeart/2005/8/layout/venn1"/>
    <dgm:cxn modelId="{8E5A49B3-07C9-40E8-A6E4-99F50F1B76B9}" type="presParOf" srcId="{A24D650F-6CC4-42BC-8268-F3C678E82A6F}" destId="{19A6BBD0-6315-48FA-8793-C790839C8D30}" srcOrd="4" destOrd="0" presId="urn:microsoft.com/office/officeart/2005/8/layout/venn1"/>
    <dgm:cxn modelId="{1592BC26-5167-46BB-9CA4-DF1CF27B068B}" type="presParOf" srcId="{A24D650F-6CC4-42BC-8268-F3C678E82A6F}" destId="{45916C37-37B3-4F40-93CC-61B647020A10}" srcOrd="5" destOrd="0" presId="urn:microsoft.com/office/officeart/2005/8/layout/venn1"/>
    <dgm:cxn modelId="{82E82175-91BF-49B2-8EC1-222FCC0695DC}" type="presParOf" srcId="{A24D650F-6CC4-42BC-8268-F3C678E82A6F}" destId="{06561152-593C-4C62-883F-9E9C1D63B178}" srcOrd="6" destOrd="0" presId="urn:microsoft.com/office/officeart/2005/8/layout/venn1"/>
    <dgm:cxn modelId="{74118091-52EE-4BFE-A7D1-9C1A53680A43}" type="presParOf" srcId="{A24D650F-6CC4-42BC-8268-F3C678E82A6F}" destId="{3A3E2DD7-ED5A-4213-8F0E-F3D781D5523E}" srcOrd="7" destOrd="0" presId="urn:microsoft.com/office/officeart/2005/8/layout/venn1"/>
    <dgm:cxn modelId="{F42837F1-E3EF-44F9-BDFC-18B3630C55CD}" type="presParOf" srcId="{A24D650F-6CC4-42BC-8268-F3C678E82A6F}" destId="{44FFC736-35A9-49CD-A06E-FC4C8B943204}" srcOrd="8" destOrd="0" presId="urn:microsoft.com/office/officeart/2005/8/layout/venn1"/>
    <dgm:cxn modelId="{755232BA-CBE3-4A3F-A404-FD6AF053186F}" type="presParOf" srcId="{A24D650F-6CC4-42BC-8268-F3C678E82A6F}" destId="{D1BFED68-82D9-4FFC-AC83-77C02F937B18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4242A1B-6741-4EC1-BB9C-D546071D1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B50A07-8EAF-498E-BDE5-41AD00A55606}">
      <dgm:prSet/>
      <dgm:spPr/>
      <dgm:t>
        <a:bodyPr/>
        <a:lstStyle/>
        <a:p>
          <a:r>
            <a:rPr lang="uk-UA" b="0" i="0"/>
            <a:t>утворення Української козацької держави – Війська Запорозького</a:t>
          </a:r>
          <a:endParaRPr lang="uk-UA"/>
        </a:p>
      </dgm:t>
    </dgm:pt>
    <dgm:pt modelId="{F65950FE-A696-4694-BF57-4608650D8FE8}" type="parTrans" cxnId="{48463611-90E7-4A9D-B124-1DC12686B712}">
      <dgm:prSet/>
      <dgm:spPr/>
      <dgm:t>
        <a:bodyPr/>
        <a:lstStyle/>
        <a:p>
          <a:endParaRPr lang="uk-UA"/>
        </a:p>
      </dgm:t>
    </dgm:pt>
    <dgm:pt modelId="{182D9527-8968-4282-89DC-3736309D6A41}" type="sibTrans" cxnId="{48463611-90E7-4A9D-B124-1DC12686B712}">
      <dgm:prSet/>
      <dgm:spPr/>
      <dgm:t>
        <a:bodyPr/>
        <a:lstStyle/>
        <a:p>
          <a:endParaRPr lang="uk-UA"/>
        </a:p>
      </dgm:t>
    </dgm:pt>
    <dgm:pt modelId="{1C9AEB1D-825B-4F37-99A9-AAD29FEC9E6E}">
      <dgm:prSet/>
      <dgm:spPr/>
      <dgm:t>
        <a:bodyPr/>
        <a:lstStyle/>
        <a:p>
          <a:r>
            <a:rPr lang="uk-UA" b="0" i="0"/>
            <a:t>закріплення розширення кордонів Московської держави</a:t>
          </a:r>
          <a:endParaRPr lang="uk-UA"/>
        </a:p>
      </dgm:t>
    </dgm:pt>
    <dgm:pt modelId="{BDD6FE61-8857-40EC-A4C4-6F2FFA78B22C}" type="parTrans" cxnId="{2D256AC5-2CE8-424D-9B91-1A403A9A5B87}">
      <dgm:prSet/>
      <dgm:spPr/>
      <dgm:t>
        <a:bodyPr/>
        <a:lstStyle/>
        <a:p>
          <a:endParaRPr lang="uk-UA"/>
        </a:p>
      </dgm:t>
    </dgm:pt>
    <dgm:pt modelId="{F627C750-3CEE-4064-92F4-77F09189D4F8}" type="sibTrans" cxnId="{2D256AC5-2CE8-424D-9B91-1A403A9A5B87}">
      <dgm:prSet/>
      <dgm:spPr/>
      <dgm:t>
        <a:bodyPr/>
        <a:lstStyle/>
        <a:p>
          <a:endParaRPr lang="uk-UA"/>
        </a:p>
      </dgm:t>
    </dgm:pt>
    <dgm:pt modelId="{81E64D37-D42D-4ED1-B3F7-82B6F1935434}">
      <dgm:prSet/>
      <dgm:spPr/>
      <dgm:t>
        <a:bodyPr/>
        <a:lstStyle/>
        <a:p>
          <a:r>
            <a:rPr lang="uk-UA" b="0" i="0"/>
            <a:t>перший поділ Речі Посполитої</a:t>
          </a:r>
          <a:endParaRPr lang="uk-UA"/>
        </a:p>
      </dgm:t>
    </dgm:pt>
    <dgm:pt modelId="{6D73D3D4-FBCD-44E5-9E99-48014333BD79}" type="parTrans" cxnId="{1B8541DC-71FA-4D64-98B5-FB6BB661E3D4}">
      <dgm:prSet/>
      <dgm:spPr/>
      <dgm:t>
        <a:bodyPr/>
        <a:lstStyle/>
        <a:p>
          <a:endParaRPr lang="uk-UA"/>
        </a:p>
      </dgm:t>
    </dgm:pt>
    <dgm:pt modelId="{BFC4DF91-702F-486A-8DDA-F4653405A96C}" type="sibTrans" cxnId="{1B8541DC-71FA-4D64-98B5-FB6BB661E3D4}">
      <dgm:prSet/>
      <dgm:spPr/>
      <dgm:t>
        <a:bodyPr/>
        <a:lstStyle/>
        <a:p>
          <a:endParaRPr lang="uk-UA"/>
        </a:p>
      </dgm:t>
    </dgm:pt>
    <dgm:pt modelId="{6D9586A2-329A-41E3-8A48-A658D103B6CC}">
      <dgm:prSet/>
      <dgm:spPr/>
      <dgm:t>
        <a:bodyPr/>
        <a:lstStyle/>
        <a:p>
          <a:r>
            <a:rPr lang="uk-UA" b="0" i="0"/>
            <a:t>укладення Білоцерківського мирного договору</a:t>
          </a:r>
          <a:endParaRPr lang="uk-UA"/>
        </a:p>
      </dgm:t>
    </dgm:pt>
    <dgm:pt modelId="{8B36AEC6-2650-4A77-B44A-94A2ABA31696}" type="parTrans" cxnId="{FFD1334B-A7D8-4D26-B992-3D34E252E6C8}">
      <dgm:prSet/>
      <dgm:spPr/>
      <dgm:t>
        <a:bodyPr/>
        <a:lstStyle/>
        <a:p>
          <a:endParaRPr lang="uk-UA"/>
        </a:p>
      </dgm:t>
    </dgm:pt>
    <dgm:pt modelId="{310B6CF1-C3EB-46E4-88F5-31CE5EC4A0E7}" type="sibTrans" cxnId="{FFD1334B-A7D8-4D26-B992-3D34E252E6C8}">
      <dgm:prSet/>
      <dgm:spPr/>
      <dgm:t>
        <a:bodyPr/>
        <a:lstStyle/>
        <a:p>
          <a:endParaRPr lang="uk-UA"/>
        </a:p>
      </dgm:t>
    </dgm:pt>
    <dgm:pt modelId="{F259DF8A-A5C2-4114-BFED-29EB0C1A0A8F}" type="pres">
      <dgm:prSet presAssocID="{54242A1B-6741-4EC1-BB9C-D546071D15E0}" presName="linear" presStyleCnt="0">
        <dgm:presLayoutVars>
          <dgm:animLvl val="lvl"/>
          <dgm:resizeHandles val="exact"/>
        </dgm:presLayoutVars>
      </dgm:prSet>
      <dgm:spPr/>
    </dgm:pt>
    <dgm:pt modelId="{2139FC48-6E23-454A-BDEA-0B91860599FB}" type="pres">
      <dgm:prSet presAssocID="{49B50A07-8EAF-498E-BDE5-41AD00A556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84D1F75-8962-48BC-9A05-5A8E1C602A5D}" type="pres">
      <dgm:prSet presAssocID="{182D9527-8968-4282-89DC-3736309D6A41}" presName="spacer" presStyleCnt="0"/>
      <dgm:spPr/>
    </dgm:pt>
    <dgm:pt modelId="{B97CDC2B-3352-4E6D-A97F-21B361EAD7A6}" type="pres">
      <dgm:prSet presAssocID="{1C9AEB1D-825B-4F37-99A9-AAD29FEC9E6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06D471-A43C-4D71-AEE8-80146562CE28}" type="pres">
      <dgm:prSet presAssocID="{F627C750-3CEE-4064-92F4-77F09189D4F8}" presName="spacer" presStyleCnt="0"/>
      <dgm:spPr/>
    </dgm:pt>
    <dgm:pt modelId="{75E034EA-74AC-4EB5-862C-0B4F6BC3E2D9}" type="pres">
      <dgm:prSet presAssocID="{81E64D37-D42D-4ED1-B3F7-82B6F193543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5B1C03-E825-4407-A19F-D5C5965C63D0}" type="pres">
      <dgm:prSet presAssocID="{BFC4DF91-702F-486A-8DDA-F4653405A96C}" presName="spacer" presStyleCnt="0"/>
      <dgm:spPr/>
    </dgm:pt>
    <dgm:pt modelId="{63C884FC-037E-4BFC-9A6B-A49668F2D3DF}" type="pres">
      <dgm:prSet presAssocID="{6D9586A2-329A-41E3-8A48-A658D103B6C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8463611-90E7-4A9D-B124-1DC12686B712}" srcId="{54242A1B-6741-4EC1-BB9C-D546071D15E0}" destId="{49B50A07-8EAF-498E-BDE5-41AD00A55606}" srcOrd="0" destOrd="0" parTransId="{F65950FE-A696-4694-BF57-4608650D8FE8}" sibTransId="{182D9527-8968-4282-89DC-3736309D6A41}"/>
    <dgm:cxn modelId="{2C6CB426-7F03-4921-A3F2-DA704E9425F9}" type="presOf" srcId="{1C9AEB1D-825B-4F37-99A9-AAD29FEC9E6E}" destId="{B97CDC2B-3352-4E6D-A97F-21B361EAD7A6}" srcOrd="0" destOrd="0" presId="urn:microsoft.com/office/officeart/2005/8/layout/vList2"/>
    <dgm:cxn modelId="{FFD1334B-A7D8-4D26-B992-3D34E252E6C8}" srcId="{54242A1B-6741-4EC1-BB9C-D546071D15E0}" destId="{6D9586A2-329A-41E3-8A48-A658D103B6CC}" srcOrd="3" destOrd="0" parTransId="{8B36AEC6-2650-4A77-B44A-94A2ABA31696}" sibTransId="{310B6CF1-C3EB-46E4-88F5-31CE5EC4A0E7}"/>
    <dgm:cxn modelId="{2196B953-6E8B-49AF-8A1F-F4049E9DF102}" type="presOf" srcId="{81E64D37-D42D-4ED1-B3F7-82B6F1935434}" destId="{75E034EA-74AC-4EB5-862C-0B4F6BC3E2D9}" srcOrd="0" destOrd="0" presId="urn:microsoft.com/office/officeart/2005/8/layout/vList2"/>
    <dgm:cxn modelId="{3688B487-8A12-4AD8-889B-E2409A9A1FB6}" type="presOf" srcId="{49B50A07-8EAF-498E-BDE5-41AD00A55606}" destId="{2139FC48-6E23-454A-BDEA-0B91860599FB}" srcOrd="0" destOrd="0" presId="urn:microsoft.com/office/officeart/2005/8/layout/vList2"/>
    <dgm:cxn modelId="{361CC3A5-1E41-4E0C-B9AF-70DE7E9CBDC5}" type="presOf" srcId="{54242A1B-6741-4EC1-BB9C-D546071D15E0}" destId="{F259DF8A-A5C2-4114-BFED-29EB0C1A0A8F}" srcOrd="0" destOrd="0" presId="urn:microsoft.com/office/officeart/2005/8/layout/vList2"/>
    <dgm:cxn modelId="{2D256AC5-2CE8-424D-9B91-1A403A9A5B87}" srcId="{54242A1B-6741-4EC1-BB9C-D546071D15E0}" destId="{1C9AEB1D-825B-4F37-99A9-AAD29FEC9E6E}" srcOrd="1" destOrd="0" parTransId="{BDD6FE61-8857-40EC-A4C4-6F2FFA78B22C}" sibTransId="{F627C750-3CEE-4064-92F4-77F09189D4F8}"/>
    <dgm:cxn modelId="{38DB82CE-3BA6-46DC-8B75-8D92F4202537}" type="presOf" srcId="{6D9586A2-329A-41E3-8A48-A658D103B6CC}" destId="{63C884FC-037E-4BFC-9A6B-A49668F2D3DF}" srcOrd="0" destOrd="0" presId="urn:microsoft.com/office/officeart/2005/8/layout/vList2"/>
    <dgm:cxn modelId="{1B8541DC-71FA-4D64-98B5-FB6BB661E3D4}" srcId="{54242A1B-6741-4EC1-BB9C-D546071D15E0}" destId="{81E64D37-D42D-4ED1-B3F7-82B6F1935434}" srcOrd="2" destOrd="0" parTransId="{6D73D3D4-FBCD-44E5-9E99-48014333BD79}" sibTransId="{BFC4DF91-702F-486A-8DDA-F4653405A96C}"/>
    <dgm:cxn modelId="{CD48276D-AC90-4E21-BE1A-3DB46A13C0FB}" type="presParOf" srcId="{F259DF8A-A5C2-4114-BFED-29EB0C1A0A8F}" destId="{2139FC48-6E23-454A-BDEA-0B91860599FB}" srcOrd="0" destOrd="0" presId="urn:microsoft.com/office/officeart/2005/8/layout/vList2"/>
    <dgm:cxn modelId="{8B117286-7DD4-41A5-B708-E19C22B14401}" type="presParOf" srcId="{F259DF8A-A5C2-4114-BFED-29EB0C1A0A8F}" destId="{484D1F75-8962-48BC-9A05-5A8E1C602A5D}" srcOrd="1" destOrd="0" presId="urn:microsoft.com/office/officeart/2005/8/layout/vList2"/>
    <dgm:cxn modelId="{BBCB8C2C-560A-483B-96E3-AADE904EF141}" type="presParOf" srcId="{F259DF8A-A5C2-4114-BFED-29EB0C1A0A8F}" destId="{B97CDC2B-3352-4E6D-A97F-21B361EAD7A6}" srcOrd="2" destOrd="0" presId="urn:microsoft.com/office/officeart/2005/8/layout/vList2"/>
    <dgm:cxn modelId="{76ADDA6D-6AA0-4141-887B-79A563BBF978}" type="presParOf" srcId="{F259DF8A-A5C2-4114-BFED-29EB0C1A0A8F}" destId="{7406D471-A43C-4D71-AEE8-80146562CE28}" srcOrd="3" destOrd="0" presId="urn:microsoft.com/office/officeart/2005/8/layout/vList2"/>
    <dgm:cxn modelId="{5B6D66F9-CAED-420C-AD7F-A985A777D4D3}" type="presParOf" srcId="{F259DF8A-A5C2-4114-BFED-29EB0C1A0A8F}" destId="{75E034EA-74AC-4EB5-862C-0B4F6BC3E2D9}" srcOrd="4" destOrd="0" presId="urn:microsoft.com/office/officeart/2005/8/layout/vList2"/>
    <dgm:cxn modelId="{CCAD9E6C-B3AF-4F2F-B109-8D4B460899A8}" type="presParOf" srcId="{F259DF8A-A5C2-4114-BFED-29EB0C1A0A8F}" destId="{5D5B1C03-E825-4407-A19F-D5C5965C63D0}" srcOrd="5" destOrd="0" presId="urn:microsoft.com/office/officeart/2005/8/layout/vList2"/>
    <dgm:cxn modelId="{7EF99242-E0D8-4BF3-97BA-A7EBF6352850}" type="presParOf" srcId="{F259DF8A-A5C2-4114-BFED-29EB0C1A0A8F}" destId="{63C884FC-037E-4BFC-9A6B-A49668F2D3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E26EC90-CDD7-42DF-8F62-3233825AA5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D68A6A8-4B1F-411A-BAF7-A86AE24E1BAA}">
      <dgm:prSet/>
      <dgm:spPr/>
      <dgm:t>
        <a:bodyPr/>
        <a:lstStyle/>
        <a:p>
          <a:r>
            <a:rPr lang="uk-UA" b="0" i="0"/>
            <a:t>дозвіл короля на залучення ханом «для допомоги» Війська Запорозького</a:t>
          </a:r>
          <a:endParaRPr lang="uk-UA"/>
        </a:p>
      </dgm:t>
    </dgm:pt>
    <dgm:pt modelId="{6A34DDA1-87C9-49A5-9A4C-384A57755E89}" type="parTrans" cxnId="{BCDD82A6-1809-4111-9650-B59AC6160262}">
      <dgm:prSet/>
      <dgm:spPr/>
      <dgm:t>
        <a:bodyPr/>
        <a:lstStyle/>
        <a:p>
          <a:endParaRPr lang="uk-UA"/>
        </a:p>
      </dgm:t>
    </dgm:pt>
    <dgm:pt modelId="{ABC74D0D-0C2D-453A-8A1F-86CC12B19E60}" type="sibTrans" cxnId="{BCDD82A6-1809-4111-9650-B59AC6160262}">
      <dgm:prSet/>
      <dgm:spPr/>
      <dgm:t>
        <a:bodyPr/>
        <a:lstStyle/>
        <a:p>
          <a:endParaRPr lang="uk-UA"/>
        </a:p>
      </dgm:t>
    </dgm:pt>
    <dgm:pt modelId="{7AF36E9E-DA2A-42F4-B6C2-584CFD436EAB}">
      <dgm:prSet/>
      <dgm:spPr/>
      <dgm:t>
        <a:bodyPr/>
        <a:lstStyle/>
        <a:p>
          <a:r>
            <a:rPr lang="uk-UA" b="0" i="0"/>
            <a:t>отримання шляхтою дозволу повернутися до своїх маєтків, зокрема до розміщених на козацьких територіях</a:t>
          </a:r>
          <a:endParaRPr lang="uk-UA"/>
        </a:p>
      </dgm:t>
    </dgm:pt>
    <dgm:pt modelId="{17D36EB9-A012-40A0-B233-98041656BF2C}" type="parTrans" cxnId="{8DC1DF1F-A159-445C-AE69-B5554F46935B}">
      <dgm:prSet/>
      <dgm:spPr/>
      <dgm:t>
        <a:bodyPr/>
        <a:lstStyle/>
        <a:p>
          <a:endParaRPr lang="uk-UA"/>
        </a:p>
      </dgm:t>
    </dgm:pt>
    <dgm:pt modelId="{C6F461BE-E927-474E-8674-461679A81BB0}" type="sibTrans" cxnId="{8DC1DF1F-A159-445C-AE69-B5554F46935B}">
      <dgm:prSet/>
      <dgm:spPr/>
      <dgm:t>
        <a:bodyPr/>
        <a:lstStyle/>
        <a:p>
          <a:endParaRPr lang="uk-UA"/>
        </a:p>
      </dgm:t>
    </dgm:pt>
    <dgm:pt modelId="{797AE1D0-3E09-48D0-AD14-E883913B87E5}">
      <dgm:prSet/>
      <dgm:spPr/>
      <dgm:t>
        <a:bodyPr/>
        <a:lstStyle/>
        <a:p>
          <a:r>
            <a:rPr lang="uk-UA" b="0" i="0"/>
            <a:t>виплата Гетьманщиною певної суми коштів до московської скарбниці</a:t>
          </a:r>
          <a:endParaRPr lang="uk-UA"/>
        </a:p>
      </dgm:t>
    </dgm:pt>
    <dgm:pt modelId="{D72DCC39-3BB3-4393-83C7-C7C95A9B4243}" type="parTrans" cxnId="{8CBBF37A-5857-4B9B-A732-6F89EE070DAC}">
      <dgm:prSet/>
      <dgm:spPr/>
      <dgm:t>
        <a:bodyPr/>
        <a:lstStyle/>
        <a:p>
          <a:endParaRPr lang="uk-UA"/>
        </a:p>
      </dgm:t>
    </dgm:pt>
    <dgm:pt modelId="{20C831D8-959D-4B3D-8BA6-ED24223CFCEC}" type="sibTrans" cxnId="{8CBBF37A-5857-4B9B-A732-6F89EE070DAC}">
      <dgm:prSet/>
      <dgm:spPr/>
      <dgm:t>
        <a:bodyPr/>
        <a:lstStyle/>
        <a:p>
          <a:endParaRPr lang="uk-UA"/>
        </a:p>
      </dgm:t>
    </dgm:pt>
    <dgm:pt modelId="{DAABC39D-E2E5-457C-B716-2D42E55CC13C}">
      <dgm:prSet/>
      <dgm:spPr/>
      <dgm:t>
        <a:bodyPr/>
        <a:lstStyle/>
        <a:p>
          <a:r>
            <a:rPr lang="uk-UA" b="0" i="0"/>
            <a:t>обмеження чисельності козацького реєстрового війська 40 тис. осіб</a:t>
          </a:r>
          <a:endParaRPr lang="uk-UA"/>
        </a:p>
      </dgm:t>
    </dgm:pt>
    <dgm:pt modelId="{22A756FF-CFF8-4D6B-86AE-A3115C3DB55D}" type="parTrans" cxnId="{5CD4DEC1-91B4-44F2-8B63-CE39D53F8C95}">
      <dgm:prSet/>
      <dgm:spPr/>
      <dgm:t>
        <a:bodyPr/>
        <a:lstStyle/>
        <a:p>
          <a:endParaRPr lang="uk-UA"/>
        </a:p>
      </dgm:t>
    </dgm:pt>
    <dgm:pt modelId="{7890E2BF-EED2-4442-A9A6-D16A4A47D484}" type="sibTrans" cxnId="{5CD4DEC1-91B4-44F2-8B63-CE39D53F8C95}">
      <dgm:prSet/>
      <dgm:spPr/>
      <dgm:t>
        <a:bodyPr/>
        <a:lstStyle/>
        <a:p>
          <a:endParaRPr lang="uk-UA"/>
        </a:p>
      </dgm:t>
    </dgm:pt>
    <dgm:pt modelId="{2F158B8F-BFF4-4559-ABAC-5CB2B1BB72C2}" type="pres">
      <dgm:prSet presAssocID="{5E26EC90-CDD7-42DF-8F62-3233825AA588}" presName="linear" presStyleCnt="0">
        <dgm:presLayoutVars>
          <dgm:animLvl val="lvl"/>
          <dgm:resizeHandles val="exact"/>
        </dgm:presLayoutVars>
      </dgm:prSet>
      <dgm:spPr/>
    </dgm:pt>
    <dgm:pt modelId="{A8F474B9-015F-4086-8111-7E7915E5A108}" type="pres">
      <dgm:prSet presAssocID="{6D68A6A8-4B1F-411A-BAF7-A86AE24E1B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78EE11-9A43-4985-8A27-BC88DCE1E2A6}" type="pres">
      <dgm:prSet presAssocID="{ABC74D0D-0C2D-453A-8A1F-86CC12B19E60}" presName="spacer" presStyleCnt="0"/>
      <dgm:spPr/>
    </dgm:pt>
    <dgm:pt modelId="{1D77D6FB-F481-48F8-8A12-1E9C8A90F16C}" type="pres">
      <dgm:prSet presAssocID="{7AF36E9E-DA2A-42F4-B6C2-584CFD436EA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67DC3A-BB54-4349-8702-95F8B207C984}" type="pres">
      <dgm:prSet presAssocID="{C6F461BE-E927-474E-8674-461679A81BB0}" presName="spacer" presStyleCnt="0"/>
      <dgm:spPr/>
    </dgm:pt>
    <dgm:pt modelId="{0667D30E-78A4-44F9-986B-53A7F21BCD14}" type="pres">
      <dgm:prSet presAssocID="{797AE1D0-3E09-48D0-AD14-E883913B87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31F87FA-182A-471E-854F-A8CC388C1291}" type="pres">
      <dgm:prSet presAssocID="{20C831D8-959D-4B3D-8BA6-ED24223CFCEC}" presName="spacer" presStyleCnt="0"/>
      <dgm:spPr/>
    </dgm:pt>
    <dgm:pt modelId="{4C14691D-F863-4750-82BC-C5804D2C13D8}" type="pres">
      <dgm:prSet presAssocID="{DAABC39D-E2E5-457C-B716-2D42E55CC1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C1DF1F-A159-445C-AE69-B5554F46935B}" srcId="{5E26EC90-CDD7-42DF-8F62-3233825AA588}" destId="{7AF36E9E-DA2A-42F4-B6C2-584CFD436EAB}" srcOrd="1" destOrd="0" parTransId="{17D36EB9-A012-40A0-B233-98041656BF2C}" sibTransId="{C6F461BE-E927-474E-8674-461679A81BB0}"/>
    <dgm:cxn modelId="{5945223C-1240-4D97-B6F4-51471FBDF73F}" type="presOf" srcId="{5E26EC90-CDD7-42DF-8F62-3233825AA588}" destId="{2F158B8F-BFF4-4559-ABAC-5CB2B1BB72C2}" srcOrd="0" destOrd="0" presId="urn:microsoft.com/office/officeart/2005/8/layout/vList2"/>
    <dgm:cxn modelId="{EE54E052-BFDF-4B67-9BEB-185D7F807CF6}" type="presOf" srcId="{6D68A6A8-4B1F-411A-BAF7-A86AE24E1BAA}" destId="{A8F474B9-015F-4086-8111-7E7915E5A108}" srcOrd="0" destOrd="0" presId="urn:microsoft.com/office/officeart/2005/8/layout/vList2"/>
    <dgm:cxn modelId="{59A93655-F263-4D8B-AC6B-0606C58D9AFB}" type="presOf" srcId="{7AF36E9E-DA2A-42F4-B6C2-584CFD436EAB}" destId="{1D77D6FB-F481-48F8-8A12-1E9C8A90F16C}" srcOrd="0" destOrd="0" presId="urn:microsoft.com/office/officeart/2005/8/layout/vList2"/>
    <dgm:cxn modelId="{8CBBF37A-5857-4B9B-A732-6F89EE070DAC}" srcId="{5E26EC90-CDD7-42DF-8F62-3233825AA588}" destId="{797AE1D0-3E09-48D0-AD14-E883913B87E5}" srcOrd="2" destOrd="0" parTransId="{D72DCC39-3BB3-4393-83C7-C7C95A9B4243}" sibTransId="{20C831D8-959D-4B3D-8BA6-ED24223CFCEC}"/>
    <dgm:cxn modelId="{BCDD82A6-1809-4111-9650-B59AC6160262}" srcId="{5E26EC90-CDD7-42DF-8F62-3233825AA588}" destId="{6D68A6A8-4B1F-411A-BAF7-A86AE24E1BAA}" srcOrd="0" destOrd="0" parTransId="{6A34DDA1-87C9-49A5-9A4C-384A57755E89}" sibTransId="{ABC74D0D-0C2D-453A-8A1F-86CC12B19E60}"/>
    <dgm:cxn modelId="{5CD4DEC1-91B4-44F2-8B63-CE39D53F8C95}" srcId="{5E26EC90-CDD7-42DF-8F62-3233825AA588}" destId="{DAABC39D-E2E5-457C-B716-2D42E55CC13C}" srcOrd="3" destOrd="0" parTransId="{22A756FF-CFF8-4D6B-86AE-A3115C3DB55D}" sibTransId="{7890E2BF-EED2-4442-A9A6-D16A4A47D484}"/>
    <dgm:cxn modelId="{84FD86CB-C6BF-4873-AB0D-8FB36828F81D}" type="presOf" srcId="{DAABC39D-E2E5-457C-B716-2D42E55CC13C}" destId="{4C14691D-F863-4750-82BC-C5804D2C13D8}" srcOrd="0" destOrd="0" presId="urn:microsoft.com/office/officeart/2005/8/layout/vList2"/>
    <dgm:cxn modelId="{02B682E6-AF44-4027-B6C8-E55C033A9C36}" type="presOf" srcId="{797AE1D0-3E09-48D0-AD14-E883913B87E5}" destId="{0667D30E-78A4-44F9-986B-53A7F21BCD14}" srcOrd="0" destOrd="0" presId="urn:microsoft.com/office/officeart/2005/8/layout/vList2"/>
    <dgm:cxn modelId="{CF939C45-CA09-47A2-BD7F-1DAB313B0ECD}" type="presParOf" srcId="{2F158B8F-BFF4-4559-ABAC-5CB2B1BB72C2}" destId="{A8F474B9-015F-4086-8111-7E7915E5A108}" srcOrd="0" destOrd="0" presId="urn:microsoft.com/office/officeart/2005/8/layout/vList2"/>
    <dgm:cxn modelId="{D0B6B580-9147-4B21-AB95-F7594C65EC0E}" type="presParOf" srcId="{2F158B8F-BFF4-4559-ABAC-5CB2B1BB72C2}" destId="{0F78EE11-9A43-4985-8A27-BC88DCE1E2A6}" srcOrd="1" destOrd="0" presId="urn:microsoft.com/office/officeart/2005/8/layout/vList2"/>
    <dgm:cxn modelId="{5EDD5D26-1A99-4810-8372-12122B84BD85}" type="presParOf" srcId="{2F158B8F-BFF4-4559-ABAC-5CB2B1BB72C2}" destId="{1D77D6FB-F481-48F8-8A12-1E9C8A90F16C}" srcOrd="2" destOrd="0" presId="urn:microsoft.com/office/officeart/2005/8/layout/vList2"/>
    <dgm:cxn modelId="{EAED60FC-7938-461C-9513-13CB9ADC7592}" type="presParOf" srcId="{2F158B8F-BFF4-4559-ABAC-5CB2B1BB72C2}" destId="{6567DC3A-BB54-4349-8702-95F8B207C984}" srcOrd="3" destOrd="0" presId="urn:microsoft.com/office/officeart/2005/8/layout/vList2"/>
    <dgm:cxn modelId="{9A5B9084-80D3-49F5-BBBF-6D74BA0ECF6C}" type="presParOf" srcId="{2F158B8F-BFF4-4559-ABAC-5CB2B1BB72C2}" destId="{0667D30E-78A4-44F9-986B-53A7F21BCD14}" srcOrd="4" destOrd="0" presId="urn:microsoft.com/office/officeart/2005/8/layout/vList2"/>
    <dgm:cxn modelId="{4B1DA268-29C1-471A-990B-49AFB4713650}" type="presParOf" srcId="{2F158B8F-BFF4-4559-ABAC-5CB2B1BB72C2}" destId="{D31F87FA-182A-471E-854F-A8CC388C1291}" srcOrd="5" destOrd="0" presId="urn:microsoft.com/office/officeart/2005/8/layout/vList2"/>
    <dgm:cxn modelId="{90FA483A-4375-430D-BB9B-1CA2E9F06D31}" type="presParOf" srcId="{2F158B8F-BFF4-4559-ABAC-5CB2B1BB72C2}" destId="{4C14691D-F863-4750-82BC-C5804D2C13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51CA355-3F00-445D-B024-DD5116AC7B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B901CE-A61E-4E0B-9D68-28D19CF47279}">
      <dgm:prSet/>
      <dgm:spPr/>
      <dgm:t>
        <a:bodyPr/>
        <a:lstStyle/>
        <a:p>
          <a:r>
            <a:rPr lang="uk-UA" b="0" i="0"/>
            <a:t>визнання козацькими територіями лише земель Київського воєводства</a:t>
          </a:r>
          <a:endParaRPr lang="uk-UA"/>
        </a:p>
      </dgm:t>
    </dgm:pt>
    <dgm:pt modelId="{1DA0504D-F50A-46B6-BA49-85FD9133C7E9}" type="parTrans" cxnId="{33C96A5B-4F24-4C08-9C47-75F78B38A228}">
      <dgm:prSet/>
      <dgm:spPr/>
      <dgm:t>
        <a:bodyPr/>
        <a:lstStyle/>
        <a:p>
          <a:endParaRPr lang="uk-UA"/>
        </a:p>
      </dgm:t>
    </dgm:pt>
    <dgm:pt modelId="{802459C8-CC9A-4800-B954-1625099E7D35}" type="sibTrans" cxnId="{33C96A5B-4F24-4C08-9C47-75F78B38A228}">
      <dgm:prSet/>
      <dgm:spPr/>
      <dgm:t>
        <a:bodyPr/>
        <a:lstStyle/>
        <a:p>
          <a:endParaRPr lang="uk-UA"/>
        </a:p>
      </dgm:t>
    </dgm:pt>
    <dgm:pt modelId="{6D1F4E6C-F67D-41D7-BEA2-D7DE09327F6F}">
      <dgm:prSet/>
      <dgm:spPr/>
      <dgm:t>
        <a:bodyPr/>
        <a:lstStyle/>
        <a:p>
          <a:r>
            <a:rPr lang="uk-UA" b="0" i="0"/>
            <a:t>отримання Б. Хмельницьким підтвердження гетьманських повноважень і привілею на надання у володіння гетьману м. Чигирина</a:t>
          </a:r>
          <a:endParaRPr lang="uk-UA"/>
        </a:p>
      </dgm:t>
    </dgm:pt>
    <dgm:pt modelId="{92E3B449-0CE2-4B57-BE46-A3A5CE2E9500}" type="parTrans" cxnId="{525D8B94-44B6-458C-A2A1-18B96AEC8D24}">
      <dgm:prSet/>
      <dgm:spPr/>
      <dgm:t>
        <a:bodyPr/>
        <a:lstStyle/>
        <a:p>
          <a:endParaRPr lang="uk-UA"/>
        </a:p>
      </dgm:t>
    </dgm:pt>
    <dgm:pt modelId="{23B52523-4F38-4216-91EF-7BB6A6D94A3B}" type="sibTrans" cxnId="{525D8B94-44B6-458C-A2A1-18B96AEC8D24}">
      <dgm:prSet/>
      <dgm:spPr/>
      <dgm:t>
        <a:bodyPr/>
        <a:lstStyle/>
        <a:p>
          <a:endParaRPr lang="uk-UA"/>
        </a:p>
      </dgm:t>
    </dgm:pt>
    <dgm:pt modelId="{068FBCD2-3374-4476-8C83-438228903D5F}">
      <dgm:prSet/>
      <dgm:spPr/>
      <dgm:t>
        <a:bodyPr/>
        <a:lstStyle/>
        <a:p>
          <a:r>
            <a:rPr lang="uk-UA" b="0" i="0"/>
            <a:t>позбавлення гетьмана права дипломатичних зносин з іноземними державами</a:t>
          </a:r>
          <a:endParaRPr lang="uk-UA"/>
        </a:p>
      </dgm:t>
    </dgm:pt>
    <dgm:pt modelId="{00DE1984-6CF8-47D3-B31A-3D9954B91E2C}" type="parTrans" cxnId="{19785D34-6AA3-44D1-BC5B-CE88A04509C0}">
      <dgm:prSet/>
      <dgm:spPr/>
      <dgm:t>
        <a:bodyPr/>
        <a:lstStyle/>
        <a:p>
          <a:endParaRPr lang="uk-UA"/>
        </a:p>
      </dgm:t>
    </dgm:pt>
    <dgm:pt modelId="{814AE1BA-1DCB-4F5D-AA82-A09BF6015ACC}" type="sibTrans" cxnId="{19785D34-6AA3-44D1-BC5B-CE88A04509C0}">
      <dgm:prSet/>
      <dgm:spPr/>
      <dgm:t>
        <a:bodyPr/>
        <a:lstStyle/>
        <a:p>
          <a:endParaRPr lang="uk-UA"/>
        </a:p>
      </dgm:t>
    </dgm:pt>
    <dgm:pt modelId="{EBEB0807-6AFA-4080-AF38-45C2E0E0821A}" type="pres">
      <dgm:prSet presAssocID="{251CA355-3F00-445D-B024-DD5116AC7B1D}" presName="linear" presStyleCnt="0">
        <dgm:presLayoutVars>
          <dgm:animLvl val="lvl"/>
          <dgm:resizeHandles val="exact"/>
        </dgm:presLayoutVars>
      </dgm:prSet>
      <dgm:spPr/>
    </dgm:pt>
    <dgm:pt modelId="{607ECAA9-D8F3-482B-994B-F8D7BFF89489}" type="pres">
      <dgm:prSet presAssocID="{72B901CE-A61E-4E0B-9D68-28D19CF472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9A6D46-4838-45C5-9541-A88C9390B114}" type="pres">
      <dgm:prSet presAssocID="{802459C8-CC9A-4800-B954-1625099E7D35}" presName="spacer" presStyleCnt="0"/>
      <dgm:spPr/>
    </dgm:pt>
    <dgm:pt modelId="{0AD7AC76-9B95-424B-998F-F80A3691847E}" type="pres">
      <dgm:prSet presAssocID="{6D1F4E6C-F67D-41D7-BEA2-D7DE09327F6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8E4F882-5F2A-46C0-BC2B-BB43F8216434}" type="pres">
      <dgm:prSet presAssocID="{23B52523-4F38-4216-91EF-7BB6A6D94A3B}" presName="spacer" presStyleCnt="0"/>
      <dgm:spPr/>
    </dgm:pt>
    <dgm:pt modelId="{8580CB24-BDCB-4A2F-812A-475EE1AF7096}" type="pres">
      <dgm:prSet presAssocID="{068FBCD2-3374-4476-8C83-438228903D5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E831B34-33AC-45E9-A496-66062CA7036C}" type="presOf" srcId="{72B901CE-A61E-4E0B-9D68-28D19CF47279}" destId="{607ECAA9-D8F3-482B-994B-F8D7BFF89489}" srcOrd="0" destOrd="0" presId="urn:microsoft.com/office/officeart/2005/8/layout/vList2"/>
    <dgm:cxn modelId="{19785D34-6AA3-44D1-BC5B-CE88A04509C0}" srcId="{251CA355-3F00-445D-B024-DD5116AC7B1D}" destId="{068FBCD2-3374-4476-8C83-438228903D5F}" srcOrd="2" destOrd="0" parTransId="{00DE1984-6CF8-47D3-B31A-3D9954B91E2C}" sibTransId="{814AE1BA-1DCB-4F5D-AA82-A09BF6015ACC}"/>
    <dgm:cxn modelId="{2019503A-65D6-4A26-991E-6DB694A60713}" type="presOf" srcId="{068FBCD2-3374-4476-8C83-438228903D5F}" destId="{8580CB24-BDCB-4A2F-812A-475EE1AF7096}" srcOrd="0" destOrd="0" presId="urn:microsoft.com/office/officeart/2005/8/layout/vList2"/>
    <dgm:cxn modelId="{33C96A5B-4F24-4C08-9C47-75F78B38A228}" srcId="{251CA355-3F00-445D-B024-DD5116AC7B1D}" destId="{72B901CE-A61E-4E0B-9D68-28D19CF47279}" srcOrd="0" destOrd="0" parTransId="{1DA0504D-F50A-46B6-BA49-85FD9133C7E9}" sibTransId="{802459C8-CC9A-4800-B954-1625099E7D35}"/>
    <dgm:cxn modelId="{78EF1F64-7100-4C0D-B307-F8ADFBBBA09E}" type="presOf" srcId="{6D1F4E6C-F67D-41D7-BEA2-D7DE09327F6F}" destId="{0AD7AC76-9B95-424B-998F-F80A3691847E}" srcOrd="0" destOrd="0" presId="urn:microsoft.com/office/officeart/2005/8/layout/vList2"/>
    <dgm:cxn modelId="{525D8B94-44B6-458C-A2A1-18B96AEC8D24}" srcId="{251CA355-3F00-445D-B024-DD5116AC7B1D}" destId="{6D1F4E6C-F67D-41D7-BEA2-D7DE09327F6F}" srcOrd="1" destOrd="0" parTransId="{92E3B449-0CE2-4B57-BE46-A3A5CE2E9500}" sibTransId="{23B52523-4F38-4216-91EF-7BB6A6D94A3B}"/>
    <dgm:cxn modelId="{70A239CE-585A-4077-B5BC-11EEC46D96B2}" type="presOf" srcId="{251CA355-3F00-445D-B024-DD5116AC7B1D}" destId="{EBEB0807-6AFA-4080-AF38-45C2E0E0821A}" srcOrd="0" destOrd="0" presId="urn:microsoft.com/office/officeart/2005/8/layout/vList2"/>
    <dgm:cxn modelId="{3C8ED54E-F6C9-4E0B-8B3D-412936B190E0}" type="presParOf" srcId="{EBEB0807-6AFA-4080-AF38-45C2E0E0821A}" destId="{607ECAA9-D8F3-482B-994B-F8D7BFF89489}" srcOrd="0" destOrd="0" presId="urn:microsoft.com/office/officeart/2005/8/layout/vList2"/>
    <dgm:cxn modelId="{6D0D2660-9564-4C38-9CB6-947B33869FF9}" type="presParOf" srcId="{EBEB0807-6AFA-4080-AF38-45C2E0E0821A}" destId="{B99A6D46-4838-45C5-9541-A88C9390B114}" srcOrd="1" destOrd="0" presId="urn:microsoft.com/office/officeart/2005/8/layout/vList2"/>
    <dgm:cxn modelId="{CAA66227-0A2A-40A4-8BA4-B9780B489BFE}" type="presParOf" srcId="{EBEB0807-6AFA-4080-AF38-45C2E0E0821A}" destId="{0AD7AC76-9B95-424B-998F-F80A3691847E}" srcOrd="2" destOrd="0" presId="urn:microsoft.com/office/officeart/2005/8/layout/vList2"/>
    <dgm:cxn modelId="{429ED641-44FB-4D1A-911D-491FFAD011A3}" type="presParOf" srcId="{EBEB0807-6AFA-4080-AF38-45C2E0E0821A}" destId="{38E4F882-5F2A-46C0-BC2B-BB43F8216434}" srcOrd="3" destOrd="0" presId="urn:microsoft.com/office/officeart/2005/8/layout/vList2"/>
    <dgm:cxn modelId="{727220C6-1859-4EB3-A6B1-A20350F48B97}" type="presParOf" srcId="{EBEB0807-6AFA-4080-AF38-45C2E0E0821A}" destId="{8580CB24-BDCB-4A2F-812A-475EE1AF709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47ED083-B105-4485-AF86-0FD307C1DA2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282216-C182-4B83-968B-2E80B2AC34C7}">
      <dgm:prSet/>
      <dgm:spPr/>
      <dgm:t>
        <a:bodyPr/>
        <a:lstStyle/>
        <a:p>
          <a:r>
            <a:rPr lang="uk-UA" b="0" i="0"/>
            <a:t>Жовтоводська, Корсунська</a:t>
          </a:r>
          <a:endParaRPr lang="uk-UA"/>
        </a:p>
      </dgm:t>
    </dgm:pt>
    <dgm:pt modelId="{D869FE3D-1C73-46F2-ABB3-FC8CA8F418D4}" type="parTrans" cxnId="{3F9399FA-D4DB-433A-9AB8-16DAD2B0914A}">
      <dgm:prSet/>
      <dgm:spPr/>
      <dgm:t>
        <a:bodyPr/>
        <a:lstStyle/>
        <a:p>
          <a:endParaRPr lang="uk-UA"/>
        </a:p>
      </dgm:t>
    </dgm:pt>
    <dgm:pt modelId="{1177CA40-5B41-4B25-9434-30C5E4999351}" type="sibTrans" cxnId="{3F9399FA-D4DB-433A-9AB8-16DAD2B0914A}">
      <dgm:prSet/>
      <dgm:spPr/>
      <dgm:t>
        <a:bodyPr/>
        <a:lstStyle/>
        <a:p>
          <a:endParaRPr lang="uk-UA"/>
        </a:p>
      </dgm:t>
    </dgm:pt>
    <dgm:pt modelId="{C4BA687A-4124-456E-9A3B-2FBA666D9444}">
      <dgm:prSet/>
      <dgm:spPr/>
      <dgm:t>
        <a:bodyPr/>
        <a:lstStyle/>
        <a:p>
          <a:r>
            <a:rPr lang="uk-UA" b="0" i="0"/>
            <a:t>Корсунська, Пилявецька</a:t>
          </a:r>
          <a:endParaRPr lang="uk-UA"/>
        </a:p>
      </dgm:t>
    </dgm:pt>
    <dgm:pt modelId="{1BF19FDB-9D12-4574-B788-CD5DCE7DE162}" type="parTrans" cxnId="{9FF7D69B-FCDD-4B64-A5BC-ED3CEA05BE38}">
      <dgm:prSet/>
      <dgm:spPr/>
      <dgm:t>
        <a:bodyPr/>
        <a:lstStyle/>
        <a:p>
          <a:endParaRPr lang="uk-UA"/>
        </a:p>
      </dgm:t>
    </dgm:pt>
    <dgm:pt modelId="{8BD100AF-53FE-438D-B780-7D28934BC4CD}" type="sibTrans" cxnId="{9FF7D69B-FCDD-4B64-A5BC-ED3CEA05BE38}">
      <dgm:prSet/>
      <dgm:spPr/>
      <dgm:t>
        <a:bodyPr/>
        <a:lstStyle/>
        <a:p>
          <a:endParaRPr lang="uk-UA"/>
        </a:p>
      </dgm:t>
    </dgm:pt>
    <dgm:pt modelId="{4C2B2480-3298-4677-852E-7FD55A6A726B}">
      <dgm:prSet/>
      <dgm:spPr/>
      <dgm:t>
        <a:bodyPr/>
        <a:lstStyle/>
        <a:p>
          <a:r>
            <a:rPr lang="uk-UA" b="0" i="0"/>
            <a:t>Пилявецька, Зборівська</a:t>
          </a:r>
          <a:endParaRPr lang="uk-UA"/>
        </a:p>
      </dgm:t>
    </dgm:pt>
    <dgm:pt modelId="{6B9461EC-F8B0-4048-9F77-362C17B1CCD7}" type="parTrans" cxnId="{16C3150B-D43D-4B46-A82E-47656C505882}">
      <dgm:prSet/>
      <dgm:spPr/>
      <dgm:t>
        <a:bodyPr/>
        <a:lstStyle/>
        <a:p>
          <a:endParaRPr lang="uk-UA"/>
        </a:p>
      </dgm:t>
    </dgm:pt>
    <dgm:pt modelId="{D0FC0FDB-863A-444C-AB3D-F578B38F81D7}" type="sibTrans" cxnId="{16C3150B-D43D-4B46-A82E-47656C505882}">
      <dgm:prSet/>
      <dgm:spPr/>
      <dgm:t>
        <a:bodyPr/>
        <a:lstStyle/>
        <a:p>
          <a:endParaRPr lang="uk-UA"/>
        </a:p>
      </dgm:t>
    </dgm:pt>
    <dgm:pt modelId="{499971D1-724B-44B3-8DAA-B3BA4AF1AE68}">
      <dgm:prSet/>
      <dgm:spPr/>
      <dgm:t>
        <a:bodyPr/>
        <a:lstStyle/>
        <a:p>
          <a:r>
            <a:rPr lang="uk-UA" b="0" i="0"/>
            <a:t>Зборівська, Берестецька</a:t>
          </a:r>
          <a:endParaRPr lang="uk-UA"/>
        </a:p>
      </dgm:t>
    </dgm:pt>
    <dgm:pt modelId="{78A2259D-9BBF-46A5-8D98-23FDF1F62DEC}" type="parTrans" cxnId="{2367B1EE-0A85-48C4-A642-38CBF5EF6B78}">
      <dgm:prSet/>
      <dgm:spPr/>
      <dgm:t>
        <a:bodyPr/>
        <a:lstStyle/>
        <a:p>
          <a:endParaRPr lang="uk-UA"/>
        </a:p>
      </dgm:t>
    </dgm:pt>
    <dgm:pt modelId="{F01A5867-7F81-445C-86F5-499BF77B2D65}" type="sibTrans" cxnId="{2367B1EE-0A85-48C4-A642-38CBF5EF6B78}">
      <dgm:prSet/>
      <dgm:spPr/>
      <dgm:t>
        <a:bodyPr/>
        <a:lstStyle/>
        <a:p>
          <a:endParaRPr lang="uk-UA"/>
        </a:p>
      </dgm:t>
    </dgm:pt>
    <dgm:pt modelId="{FD444BCB-1D4E-44ED-A00F-7519C76CCACE}" type="pres">
      <dgm:prSet presAssocID="{C47ED083-B105-4485-AF86-0FD307C1DA20}" presName="linearFlow" presStyleCnt="0">
        <dgm:presLayoutVars>
          <dgm:dir/>
          <dgm:resizeHandles val="exact"/>
        </dgm:presLayoutVars>
      </dgm:prSet>
      <dgm:spPr/>
    </dgm:pt>
    <dgm:pt modelId="{427BBFD9-54F5-4499-B430-BEEEF01DC398}" type="pres">
      <dgm:prSet presAssocID="{26282216-C182-4B83-968B-2E80B2AC34C7}" presName="composite" presStyleCnt="0"/>
      <dgm:spPr/>
    </dgm:pt>
    <dgm:pt modelId="{0262AA4C-6E50-40D0-953C-2CEFC9F587E2}" type="pres">
      <dgm:prSet presAssocID="{26282216-C182-4B83-968B-2E80B2AC34C7}" presName="imgShp" presStyleLbl="fgImgPlace1" presStyleIdx="0" presStyleCnt="4"/>
      <dgm:spPr/>
    </dgm:pt>
    <dgm:pt modelId="{C1A32568-7F15-4331-BB19-13F8F357AEA0}" type="pres">
      <dgm:prSet presAssocID="{26282216-C182-4B83-968B-2E80B2AC34C7}" presName="txShp" presStyleLbl="node1" presStyleIdx="0" presStyleCnt="4">
        <dgm:presLayoutVars>
          <dgm:bulletEnabled val="1"/>
        </dgm:presLayoutVars>
      </dgm:prSet>
      <dgm:spPr/>
    </dgm:pt>
    <dgm:pt modelId="{DD1E71C9-6874-42FD-BE19-285D40EB76DD}" type="pres">
      <dgm:prSet presAssocID="{1177CA40-5B41-4B25-9434-30C5E4999351}" presName="spacing" presStyleCnt="0"/>
      <dgm:spPr/>
    </dgm:pt>
    <dgm:pt modelId="{FF45534E-0827-4F4E-8575-E44A0280C0CE}" type="pres">
      <dgm:prSet presAssocID="{C4BA687A-4124-456E-9A3B-2FBA666D9444}" presName="composite" presStyleCnt="0"/>
      <dgm:spPr/>
    </dgm:pt>
    <dgm:pt modelId="{84135A1A-BBA1-4788-932B-2558C1770FE1}" type="pres">
      <dgm:prSet presAssocID="{C4BA687A-4124-456E-9A3B-2FBA666D9444}" presName="imgShp" presStyleLbl="fgImgPlace1" presStyleIdx="1" presStyleCnt="4"/>
      <dgm:spPr/>
    </dgm:pt>
    <dgm:pt modelId="{01580EDF-5167-46FD-9EDE-F1114A8B7D91}" type="pres">
      <dgm:prSet presAssocID="{C4BA687A-4124-456E-9A3B-2FBA666D9444}" presName="txShp" presStyleLbl="node1" presStyleIdx="1" presStyleCnt="4">
        <dgm:presLayoutVars>
          <dgm:bulletEnabled val="1"/>
        </dgm:presLayoutVars>
      </dgm:prSet>
      <dgm:spPr/>
    </dgm:pt>
    <dgm:pt modelId="{8220D06E-E7A0-4E20-A0E5-C16D0DE7288F}" type="pres">
      <dgm:prSet presAssocID="{8BD100AF-53FE-438D-B780-7D28934BC4CD}" presName="spacing" presStyleCnt="0"/>
      <dgm:spPr/>
    </dgm:pt>
    <dgm:pt modelId="{EAE75799-8A9C-4A64-A573-2217881773F3}" type="pres">
      <dgm:prSet presAssocID="{4C2B2480-3298-4677-852E-7FD55A6A726B}" presName="composite" presStyleCnt="0"/>
      <dgm:spPr/>
    </dgm:pt>
    <dgm:pt modelId="{A834B558-1E36-4425-9F8C-E160C6822AA9}" type="pres">
      <dgm:prSet presAssocID="{4C2B2480-3298-4677-852E-7FD55A6A726B}" presName="imgShp" presStyleLbl="fgImgPlace1" presStyleIdx="2" presStyleCnt="4"/>
      <dgm:spPr/>
    </dgm:pt>
    <dgm:pt modelId="{EB26EE0D-1409-4F88-A7D4-49BD72C68F11}" type="pres">
      <dgm:prSet presAssocID="{4C2B2480-3298-4677-852E-7FD55A6A726B}" presName="txShp" presStyleLbl="node1" presStyleIdx="2" presStyleCnt="4">
        <dgm:presLayoutVars>
          <dgm:bulletEnabled val="1"/>
        </dgm:presLayoutVars>
      </dgm:prSet>
      <dgm:spPr/>
    </dgm:pt>
    <dgm:pt modelId="{8C599C77-6530-4D63-842E-B2145EA3ABA6}" type="pres">
      <dgm:prSet presAssocID="{D0FC0FDB-863A-444C-AB3D-F578B38F81D7}" presName="spacing" presStyleCnt="0"/>
      <dgm:spPr/>
    </dgm:pt>
    <dgm:pt modelId="{1178E7FF-5D70-4291-9211-735552C0F2FC}" type="pres">
      <dgm:prSet presAssocID="{499971D1-724B-44B3-8DAA-B3BA4AF1AE68}" presName="composite" presStyleCnt="0"/>
      <dgm:spPr/>
    </dgm:pt>
    <dgm:pt modelId="{10C82E17-0B33-44D6-8708-8A2210643A21}" type="pres">
      <dgm:prSet presAssocID="{499971D1-724B-44B3-8DAA-B3BA4AF1AE68}" presName="imgShp" presStyleLbl="fgImgPlace1" presStyleIdx="3" presStyleCnt="4"/>
      <dgm:spPr/>
    </dgm:pt>
    <dgm:pt modelId="{2672EBE2-06DA-4F21-B37F-A8865A7ADAA5}" type="pres">
      <dgm:prSet presAssocID="{499971D1-724B-44B3-8DAA-B3BA4AF1AE68}" presName="txShp" presStyleLbl="node1" presStyleIdx="3" presStyleCnt="4">
        <dgm:presLayoutVars>
          <dgm:bulletEnabled val="1"/>
        </dgm:presLayoutVars>
      </dgm:prSet>
      <dgm:spPr/>
    </dgm:pt>
  </dgm:ptLst>
  <dgm:cxnLst>
    <dgm:cxn modelId="{16C3150B-D43D-4B46-A82E-47656C505882}" srcId="{C47ED083-B105-4485-AF86-0FD307C1DA20}" destId="{4C2B2480-3298-4677-852E-7FD55A6A726B}" srcOrd="2" destOrd="0" parTransId="{6B9461EC-F8B0-4048-9F77-362C17B1CCD7}" sibTransId="{D0FC0FDB-863A-444C-AB3D-F578B38F81D7}"/>
    <dgm:cxn modelId="{B282873C-BEDF-46E5-9541-1F7ACD54D921}" type="presOf" srcId="{26282216-C182-4B83-968B-2E80B2AC34C7}" destId="{C1A32568-7F15-4331-BB19-13F8F357AEA0}" srcOrd="0" destOrd="0" presId="urn:microsoft.com/office/officeart/2005/8/layout/vList3"/>
    <dgm:cxn modelId="{96359491-4092-4827-8EC7-5FBCAFE71461}" type="presOf" srcId="{C4BA687A-4124-456E-9A3B-2FBA666D9444}" destId="{01580EDF-5167-46FD-9EDE-F1114A8B7D91}" srcOrd="0" destOrd="0" presId="urn:microsoft.com/office/officeart/2005/8/layout/vList3"/>
    <dgm:cxn modelId="{1CC7DD98-49C5-45B0-8A9F-D7D73B080B4F}" type="presOf" srcId="{C47ED083-B105-4485-AF86-0FD307C1DA20}" destId="{FD444BCB-1D4E-44ED-A00F-7519C76CCACE}" srcOrd="0" destOrd="0" presId="urn:microsoft.com/office/officeart/2005/8/layout/vList3"/>
    <dgm:cxn modelId="{9FF7D69B-FCDD-4B64-A5BC-ED3CEA05BE38}" srcId="{C47ED083-B105-4485-AF86-0FD307C1DA20}" destId="{C4BA687A-4124-456E-9A3B-2FBA666D9444}" srcOrd="1" destOrd="0" parTransId="{1BF19FDB-9D12-4574-B788-CD5DCE7DE162}" sibTransId="{8BD100AF-53FE-438D-B780-7D28934BC4CD}"/>
    <dgm:cxn modelId="{F54C4EC4-1132-49EA-92D0-7F0DCAD1979A}" type="presOf" srcId="{4C2B2480-3298-4677-852E-7FD55A6A726B}" destId="{EB26EE0D-1409-4F88-A7D4-49BD72C68F11}" srcOrd="0" destOrd="0" presId="urn:microsoft.com/office/officeart/2005/8/layout/vList3"/>
    <dgm:cxn modelId="{2367B1EE-0A85-48C4-A642-38CBF5EF6B78}" srcId="{C47ED083-B105-4485-AF86-0FD307C1DA20}" destId="{499971D1-724B-44B3-8DAA-B3BA4AF1AE68}" srcOrd="3" destOrd="0" parTransId="{78A2259D-9BBF-46A5-8D98-23FDF1F62DEC}" sibTransId="{F01A5867-7F81-445C-86F5-499BF77B2D65}"/>
    <dgm:cxn modelId="{28FC79F2-60E3-4BE5-A524-C3FFD148BFF4}" type="presOf" srcId="{499971D1-724B-44B3-8DAA-B3BA4AF1AE68}" destId="{2672EBE2-06DA-4F21-B37F-A8865A7ADAA5}" srcOrd="0" destOrd="0" presId="urn:microsoft.com/office/officeart/2005/8/layout/vList3"/>
    <dgm:cxn modelId="{3F9399FA-D4DB-433A-9AB8-16DAD2B0914A}" srcId="{C47ED083-B105-4485-AF86-0FD307C1DA20}" destId="{26282216-C182-4B83-968B-2E80B2AC34C7}" srcOrd="0" destOrd="0" parTransId="{D869FE3D-1C73-46F2-ABB3-FC8CA8F418D4}" sibTransId="{1177CA40-5B41-4B25-9434-30C5E4999351}"/>
    <dgm:cxn modelId="{1F0B6C8F-3E48-409A-B514-6C8124FCF805}" type="presParOf" srcId="{FD444BCB-1D4E-44ED-A00F-7519C76CCACE}" destId="{427BBFD9-54F5-4499-B430-BEEEF01DC398}" srcOrd="0" destOrd="0" presId="urn:microsoft.com/office/officeart/2005/8/layout/vList3"/>
    <dgm:cxn modelId="{3D8A5279-95DF-45AA-A2E9-58927AFF1A59}" type="presParOf" srcId="{427BBFD9-54F5-4499-B430-BEEEF01DC398}" destId="{0262AA4C-6E50-40D0-953C-2CEFC9F587E2}" srcOrd="0" destOrd="0" presId="urn:microsoft.com/office/officeart/2005/8/layout/vList3"/>
    <dgm:cxn modelId="{4A194C25-4841-4C43-82DB-0E10831EA91A}" type="presParOf" srcId="{427BBFD9-54F5-4499-B430-BEEEF01DC398}" destId="{C1A32568-7F15-4331-BB19-13F8F357AEA0}" srcOrd="1" destOrd="0" presId="urn:microsoft.com/office/officeart/2005/8/layout/vList3"/>
    <dgm:cxn modelId="{A56EB43A-3B42-49FC-B312-998C8FEF91EF}" type="presParOf" srcId="{FD444BCB-1D4E-44ED-A00F-7519C76CCACE}" destId="{DD1E71C9-6874-42FD-BE19-285D40EB76DD}" srcOrd="1" destOrd="0" presId="urn:microsoft.com/office/officeart/2005/8/layout/vList3"/>
    <dgm:cxn modelId="{4B160FF2-7B80-4B80-AAA6-34A119368014}" type="presParOf" srcId="{FD444BCB-1D4E-44ED-A00F-7519C76CCACE}" destId="{FF45534E-0827-4F4E-8575-E44A0280C0CE}" srcOrd="2" destOrd="0" presId="urn:microsoft.com/office/officeart/2005/8/layout/vList3"/>
    <dgm:cxn modelId="{3771EC76-5DEC-4A86-950D-776689210E85}" type="presParOf" srcId="{FF45534E-0827-4F4E-8575-E44A0280C0CE}" destId="{84135A1A-BBA1-4788-932B-2558C1770FE1}" srcOrd="0" destOrd="0" presId="urn:microsoft.com/office/officeart/2005/8/layout/vList3"/>
    <dgm:cxn modelId="{02681EF0-B8BF-42D4-A33B-2BBBB031552B}" type="presParOf" srcId="{FF45534E-0827-4F4E-8575-E44A0280C0CE}" destId="{01580EDF-5167-46FD-9EDE-F1114A8B7D91}" srcOrd="1" destOrd="0" presId="urn:microsoft.com/office/officeart/2005/8/layout/vList3"/>
    <dgm:cxn modelId="{582198DE-E744-4263-B713-6AC92C1BE7D9}" type="presParOf" srcId="{FD444BCB-1D4E-44ED-A00F-7519C76CCACE}" destId="{8220D06E-E7A0-4E20-A0E5-C16D0DE7288F}" srcOrd="3" destOrd="0" presId="urn:microsoft.com/office/officeart/2005/8/layout/vList3"/>
    <dgm:cxn modelId="{AA169070-89D4-489A-8CCE-54B7BE6F5619}" type="presParOf" srcId="{FD444BCB-1D4E-44ED-A00F-7519C76CCACE}" destId="{EAE75799-8A9C-4A64-A573-2217881773F3}" srcOrd="4" destOrd="0" presId="urn:microsoft.com/office/officeart/2005/8/layout/vList3"/>
    <dgm:cxn modelId="{3A9228C2-C99C-469D-BCB5-DE008DFFBD7C}" type="presParOf" srcId="{EAE75799-8A9C-4A64-A573-2217881773F3}" destId="{A834B558-1E36-4425-9F8C-E160C6822AA9}" srcOrd="0" destOrd="0" presId="urn:microsoft.com/office/officeart/2005/8/layout/vList3"/>
    <dgm:cxn modelId="{E79FB44B-07F0-48AB-A5B3-2199F0EB1980}" type="presParOf" srcId="{EAE75799-8A9C-4A64-A573-2217881773F3}" destId="{EB26EE0D-1409-4F88-A7D4-49BD72C68F11}" srcOrd="1" destOrd="0" presId="urn:microsoft.com/office/officeart/2005/8/layout/vList3"/>
    <dgm:cxn modelId="{2F319D26-A9E6-4613-800F-F28EE798BEF4}" type="presParOf" srcId="{FD444BCB-1D4E-44ED-A00F-7519C76CCACE}" destId="{8C599C77-6530-4D63-842E-B2145EA3ABA6}" srcOrd="5" destOrd="0" presId="urn:microsoft.com/office/officeart/2005/8/layout/vList3"/>
    <dgm:cxn modelId="{B9D40D20-DB05-4AAB-92A0-CBBA3BFA86E0}" type="presParOf" srcId="{FD444BCB-1D4E-44ED-A00F-7519C76CCACE}" destId="{1178E7FF-5D70-4291-9211-735552C0F2FC}" srcOrd="6" destOrd="0" presId="urn:microsoft.com/office/officeart/2005/8/layout/vList3"/>
    <dgm:cxn modelId="{E7FD7FEB-70FA-4C15-8766-415F3DA99558}" type="presParOf" srcId="{1178E7FF-5D70-4291-9211-735552C0F2FC}" destId="{10C82E17-0B33-44D6-8708-8A2210643A21}" srcOrd="0" destOrd="0" presId="urn:microsoft.com/office/officeart/2005/8/layout/vList3"/>
    <dgm:cxn modelId="{4B9AE46C-6EA2-4226-BB88-3EE2E2ABBB04}" type="presParOf" srcId="{1178E7FF-5D70-4291-9211-735552C0F2FC}" destId="{2672EBE2-06DA-4F21-B37F-A8865A7ADAA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5E04AA0-1996-47EA-AEC2-6268EECBC4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1E4E065-D4EF-4880-8A92-8C0F7243A8ED}">
      <dgm:prSet/>
      <dgm:spPr/>
      <dgm:t>
        <a:bodyPr/>
        <a:lstStyle/>
        <a:p>
          <a:r>
            <a:rPr lang="uk-UA" b="0" i="0"/>
            <a:t>визначити шлях наступу козацького війська в 1648 р.</a:t>
          </a:r>
          <a:endParaRPr lang="uk-UA"/>
        </a:p>
      </dgm:t>
    </dgm:pt>
    <dgm:pt modelId="{681C1A41-4621-430C-AD6B-970A7E5B2060}" type="parTrans" cxnId="{8E353490-D59A-42CF-B27A-4A123EA89119}">
      <dgm:prSet/>
      <dgm:spPr/>
      <dgm:t>
        <a:bodyPr/>
        <a:lstStyle/>
        <a:p>
          <a:endParaRPr lang="uk-UA"/>
        </a:p>
      </dgm:t>
    </dgm:pt>
    <dgm:pt modelId="{69958FE0-0F46-4D5B-B694-99DD6AB0EB99}" type="sibTrans" cxnId="{8E353490-D59A-42CF-B27A-4A123EA89119}">
      <dgm:prSet/>
      <dgm:spPr/>
      <dgm:t>
        <a:bodyPr/>
        <a:lstStyle/>
        <a:p>
          <a:endParaRPr lang="uk-UA"/>
        </a:p>
      </dgm:t>
    </dgm:pt>
    <dgm:pt modelId="{D3B2E53B-2606-4AED-9280-5F341B0365A8}">
      <dgm:prSet/>
      <dgm:spPr/>
      <dgm:t>
        <a:bodyPr/>
        <a:lstStyle/>
        <a:p>
          <a:r>
            <a:rPr lang="uk-UA" b="0" i="0"/>
            <a:t>відслідкувати напрямок походу козаків у 1651 р.</a:t>
          </a:r>
          <a:endParaRPr lang="uk-UA"/>
        </a:p>
      </dgm:t>
    </dgm:pt>
    <dgm:pt modelId="{341FD226-E75F-4FA9-8EA4-485CC31BCF46}" type="parTrans" cxnId="{665FCF05-6AD4-4B9B-B396-3C53298FED07}">
      <dgm:prSet/>
      <dgm:spPr/>
      <dgm:t>
        <a:bodyPr/>
        <a:lstStyle/>
        <a:p>
          <a:endParaRPr lang="uk-UA"/>
        </a:p>
      </dgm:t>
    </dgm:pt>
    <dgm:pt modelId="{6665BA09-0B99-4D2F-9A62-44178B29D6DB}" type="sibTrans" cxnId="{665FCF05-6AD4-4B9B-B396-3C53298FED07}">
      <dgm:prSet/>
      <dgm:spPr/>
      <dgm:t>
        <a:bodyPr/>
        <a:lstStyle/>
        <a:p>
          <a:endParaRPr lang="uk-UA"/>
        </a:p>
      </dgm:t>
    </dgm:pt>
    <dgm:pt modelId="{F852F17C-4F95-46A9-9A09-C94EC203727E}">
      <dgm:prSet/>
      <dgm:spPr/>
      <dgm:t>
        <a:bodyPr/>
        <a:lstStyle/>
        <a:p>
          <a:r>
            <a:rPr lang="uk-UA" b="0" i="0"/>
            <a:t>окреслити територію Української козацької держави за Зборівським миром.</a:t>
          </a:r>
          <a:endParaRPr lang="uk-UA"/>
        </a:p>
      </dgm:t>
    </dgm:pt>
    <dgm:pt modelId="{5F209CC8-556C-484E-8AB2-3C1C4A5FE4DB}" type="parTrans" cxnId="{A7B7288D-A3F9-438F-B2C1-7DFAF0B537BF}">
      <dgm:prSet/>
      <dgm:spPr/>
      <dgm:t>
        <a:bodyPr/>
        <a:lstStyle/>
        <a:p>
          <a:endParaRPr lang="uk-UA"/>
        </a:p>
      </dgm:t>
    </dgm:pt>
    <dgm:pt modelId="{5033FFF0-099B-4FEA-83AA-51BB5843D11C}" type="sibTrans" cxnId="{A7B7288D-A3F9-438F-B2C1-7DFAF0B537BF}">
      <dgm:prSet/>
      <dgm:spPr/>
      <dgm:t>
        <a:bodyPr/>
        <a:lstStyle/>
        <a:p>
          <a:endParaRPr lang="uk-UA"/>
        </a:p>
      </dgm:t>
    </dgm:pt>
    <dgm:pt modelId="{24546F7F-50D9-4617-BB24-3EF01023E26E}">
      <dgm:prSet/>
      <dgm:spPr/>
      <dgm:t>
        <a:bodyPr/>
        <a:lstStyle/>
        <a:p>
          <a:r>
            <a:rPr lang="uk-UA" b="0" i="0"/>
            <a:t>простежити напрямки молдавського походу Б. Хмельницького в 1650 р.</a:t>
          </a:r>
          <a:endParaRPr lang="uk-UA"/>
        </a:p>
      </dgm:t>
    </dgm:pt>
    <dgm:pt modelId="{BE54E5DD-2298-429D-88CF-B09A85A02959}" type="parTrans" cxnId="{3606DCC4-B079-4594-9614-CDA80DDD9A9B}">
      <dgm:prSet/>
      <dgm:spPr/>
      <dgm:t>
        <a:bodyPr/>
        <a:lstStyle/>
        <a:p>
          <a:endParaRPr lang="uk-UA"/>
        </a:p>
      </dgm:t>
    </dgm:pt>
    <dgm:pt modelId="{D121C48E-62CF-4607-B880-53696401A3AF}" type="sibTrans" cxnId="{3606DCC4-B079-4594-9614-CDA80DDD9A9B}">
      <dgm:prSet/>
      <dgm:spPr/>
      <dgm:t>
        <a:bodyPr/>
        <a:lstStyle/>
        <a:p>
          <a:endParaRPr lang="uk-UA"/>
        </a:p>
      </dgm:t>
    </dgm:pt>
    <dgm:pt modelId="{47026A24-6798-4672-B276-16DA8F978040}">
      <dgm:prSet/>
      <dgm:spPr/>
      <dgm:t>
        <a:bodyPr/>
        <a:lstStyle/>
        <a:p>
          <a:r>
            <a:rPr lang="uk-UA" b="0" i="0"/>
            <a:t>показати місце битви, у якій козацьке військо зазнало поразки.</a:t>
          </a:r>
          <a:endParaRPr lang="uk-UA"/>
        </a:p>
      </dgm:t>
    </dgm:pt>
    <dgm:pt modelId="{22946341-837B-4098-B8EC-364C30B94571}" type="parTrans" cxnId="{DE5F7CD0-4105-428B-9A6F-17AC4A746E10}">
      <dgm:prSet/>
      <dgm:spPr/>
      <dgm:t>
        <a:bodyPr/>
        <a:lstStyle/>
        <a:p>
          <a:endParaRPr lang="uk-UA"/>
        </a:p>
      </dgm:t>
    </dgm:pt>
    <dgm:pt modelId="{444A9FC6-2C1B-4B74-AC1D-154E2529DA11}" type="sibTrans" cxnId="{DE5F7CD0-4105-428B-9A6F-17AC4A746E10}">
      <dgm:prSet/>
      <dgm:spPr/>
      <dgm:t>
        <a:bodyPr/>
        <a:lstStyle/>
        <a:p>
          <a:endParaRPr lang="uk-UA"/>
        </a:p>
      </dgm:t>
    </dgm:pt>
    <dgm:pt modelId="{47EB90BB-5588-4424-A98F-5B9DCFF5A49F}">
      <dgm:prSet/>
      <dgm:spPr/>
      <dgm:t>
        <a:bodyPr/>
        <a:lstStyle/>
        <a:p>
          <a:r>
            <a:rPr lang="uk-UA" b="0" i="0"/>
            <a:t>зазначити місце укладення договору, за яким територію Гетьманщини було обмежено Київським воєводством.</a:t>
          </a:r>
          <a:endParaRPr lang="uk-UA"/>
        </a:p>
      </dgm:t>
    </dgm:pt>
    <dgm:pt modelId="{698AEB4D-AFA1-4D0A-BE59-A8DCB122BCB6}" type="parTrans" cxnId="{0DEABC44-9EEE-4D06-B2E6-70D30AE758C2}">
      <dgm:prSet/>
      <dgm:spPr/>
      <dgm:t>
        <a:bodyPr/>
        <a:lstStyle/>
        <a:p>
          <a:endParaRPr lang="uk-UA"/>
        </a:p>
      </dgm:t>
    </dgm:pt>
    <dgm:pt modelId="{2138C31E-5965-4E14-99D0-BC8E905EDFB8}" type="sibTrans" cxnId="{0DEABC44-9EEE-4D06-B2E6-70D30AE758C2}">
      <dgm:prSet/>
      <dgm:spPr/>
      <dgm:t>
        <a:bodyPr/>
        <a:lstStyle/>
        <a:p>
          <a:endParaRPr lang="uk-UA"/>
        </a:p>
      </dgm:t>
    </dgm:pt>
    <dgm:pt modelId="{F0837815-B694-4523-AE10-9751A6D2D163}">
      <dgm:prSet/>
      <dgm:spPr/>
      <dgm:t>
        <a:bodyPr/>
        <a:lstStyle/>
        <a:p>
          <a:r>
            <a:rPr lang="uk-UA" b="0" i="0"/>
            <a:t>указати місце підписання перемир’я між Московською державою та Річчю Посполитою в 1656 р.</a:t>
          </a:r>
          <a:endParaRPr lang="uk-UA"/>
        </a:p>
      </dgm:t>
    </dgm:pt>
    <dgm:pt modelId="{08F04300-8D30-443D-875E-987ABB4C971A}" type="parTrans" cxnId="{FE66A10F-E048-45C1-9D54-5A102046F908}">
      <dgm:prSet/>
      <dgm:spPr/>
      <dgm:t>
        <a:bodyPr/>
        <a:lstStyle/>
        <a:p>
          <a:endParaRPr lang="uk-UA"/>
        </a:p>
      </dgm:t>
    </dgm:pt>
    <dgm:pt modelId="{ADDEB9F1-F13C-4979-B9FD-0D4553FBAB9A}" type="sibTrans" cxnId="{FE66A10F-E048-45C1-9D54-5A102046F908}">
      <dgm:prSet/>
      <dgm:spPr/>
      <dgm:t>
        <a:bodyPr/>
        <a:lstStyle/>
        <a:p>
          <a:endParaRPr lang="uk-UA"/>
        </a:p>
      </dgm:t>
    </dgm:pt>
    <dgm:pt modelId="{5665CC8E-5E74-4377-8996-76187C5B3FB2}" type="pres">
      <dgm:prSet presAssocID="{35E04AA0-1996-47EA-AEC2-6268EECBC4F4}" presName="linear" presStyleCnt="0">
        <dgm:presLayoutVars>
          <dgm:animLvl val="lvl"/>
          <dgm:resizeHandles val="exact"/>
        </dgm:presLayoutVars>
      </dgm:prSet>
      <dgm:spPr/>
    </dgm:pt>
    <dgm:pt modelId="{E2D528FC-0B38-4456-A523-62339C8A38F7}" type="pres">
      <dgm:prSet presAssocID="{A1E4E065-D4EF-4880-8A92-8C0F7243A8E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BE5B56-3095-4460-901F-660B8CBA605D}" type="pres">
      <dgm:prSet presAssocID="{69958FE0-0F46-4D5B-B694-99DD6AB0EB99}" presName="spacer" presStyleCnt="0"/>
      <dgm:spPr/>
    </dgm:pt>
    <dgm:pt modelId="{8081F3E6-CDFE-464B-BDEE-56FBCD0ABA8F}" type="pres">
      <dgm:prSet presAssocID="{D3B2E53B-2606-4AED-9280-5F341B0365A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7325983-D178-4BB1-843E-34FCA953CDD5}" type="pres">
      <dgm:prSet presAssocID="{6665BA09-0B99-4D2F-9A62-44178B29D6DB}" presName="spacer" presStyleCnt="0"/>
      <dgm:spPr/>
    </dgm:pt>
    <dgm:pt modelId="{6AFB4D4D-F584-4E1D-95FC-297CAC8AC095}" type="pres">
      <dgm:prSet presAssocID="{F852F17C-4F95-46A9-9A09-C94EC203727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2BDE67D-4498-46FB-82AA-B1E9AABDA0A8}" type="pres">
      <dgm:prSet presAssocID="{5033FFF0-099B-4FEA-83AA-51BB5843D11C}" presName="spacer" presStyleCnt="0"/>
      <dgm:spPr/>
    </dgm:pt>
    <dgm:pt modelId="{2335C8ED-9E0B-43B4-A2EF-97D99C79FE7F}" type="pres">
      <dgm:prSet presAssocID="{24546F7F-50D9-4617-BB24-3EF01023E26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49A8D69-D595-4353-B0D1-3113AB3D43EE}" type="pres">
      <dgm:prSet presAssocID="{D121C48E-62CF-4607-B880-53696401A3AF}" presName="spacer" presStyleCnt="0"/>
      <dgm:spPr/>
    </dgm:pt>
    <dgm:pt modelId="{87C107C0-56D7-4086-8AF6-FAA64EF1BEBF}" type="pres">
      <dgm:prSet presAssocID="{47026A24-6798-4672-B276-16DA8F97804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1773AAF-127F-4ADB-80DC-A900522E3EE5}" type="pres">
      <dgm:prSet presAssocID="{444A9FC6-2C1B-4B74-AC1D-154E2529DA11}" presName="spacer" presStyleCnt="0"/>
      <dgm:spPr/>
    </dgm:pt>
    <dgm:pt modelId="{8BCE960E-2874-476B-9714-C0B8536C5790}" type="pres">
      <dgm:prSet presAssocID="{47EB90BB-5588-4424-A98F-5B9DCFF5A49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41707A8E-E760-46BA-8654-0589DBBAD489}" type="pres">
      <dgm:prSet presAssocID="{2138C31E-5965-4E14-99D0-BC8E905EDFB8}" presName="spacer" presStyleCnt="0"/>
      <dgm:spPr/>
    </dgm:pt>
    <dgm:pt modelId="{BF32017A-D883-4A4B-9774-9996771B08E8}" type="pres">
      <dgm:prSet presAssocID="{F0837815-B694-4523-AE10-9751A6D2D16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65FCF05-6AD4-4B9B-B396-3C53298FED07}" srcId="{35E04AA0-1996-47EA-AEC2-6268EECBC4F4}" destId="{D3B2E53B-2606-4AED-9280-5F341B0365A8}" srcOrd="1" destOrd="0" parTransId="{341FD226-E75F-4FA9-8EA4-485CC31BCF46}" sibTransId="{6665BA09-0B99-4D2F-9A62-44178B29D6DB}"/>
    <dgm:cxn modelId="{FE66A10F-E048-45C1-9D54-5A102046F908}" srcId="{35E04AA0-1996-47EA-AEC2-6268EECBC4F4}" destId="{F0837815-B694-4523-AE10-9751A6D2D163}" srcOrd="6" destOrd="0" parTransId="{08F04300-8D30-443D-875E-987ABB4C971A}" sibTransId="{ADDEB9F1-F13C-4979-B9FD-0D4553FBAB9A}"/>
    <dgm:cxn modelId="{78C4482C-9E86-44BC-A50D-A4A67DD9A1C1}" type="presOf" srcId="{35E04AA0-1996-47EA-AEC2-6268EECBC4F4}" destId="{5665CC8E-5E74-4377-8996-76187C5B3FB2}" srcOrd="0" destOrd="0" presId="urn:microsoft.com/office/officeart/2005/8/layout/vList2"/>
    <dgm:cxn modelId="{0DEABC44-9EEE-4D06-B2E6-70D30AE758C2}" srcId="{35E04AA0-1996-47EA-AEC2-6268EECBC4F4}" destId="{47EB90BB-5588-4424-A98F-5B9DCFF5A49F}" srcOrd="5" destOrd="0" parTransId="{698AEB4D-AFA1-4D0A-BE59-A8DCB122BCB6}" sibTransId="{2138C31E-5965-4E14-99D0-BC8E905EDFB8}"/>
    <dgm:cxn modelId="{01E6C551-2BCD-4784-A9C8-493F354932DE}" type="presOf" srcId="{A1E4E065-D4EF-4880-8A92-8C0F7243A8ED}" destId="{E2D528FC-0B38-4456-A523-62339C8A38F7}" srcOrd="0" destOrd="0" presId="urn:microsoft.com/office/officeart/2005/8/layout/vList2"/>
    <dgm:cxn modelId="{21519677-42F3-4189-9E72-46C14AC23B4B}" type="presOf" srcId="{F852F17C-4F95-46A9-9A09-C94EC203727E}" destId="{6AFB4D4D-F584-4E1D-95FC-297CAC8AC095}" srcOrd="0" destOrd="0" presId="urn:microsoft.com/office/officeart/2005/8/layout/vList2"/>
    <dgm:cxn modelId="{0ACD347E-4E14-466E-9192-D9F8E312CAAD}" type="presOf" srcId="{24546F7F-50D9-4617-BB24-3EF01023E26E}" destId="{2335C8ED-9E0B-43B4-A2EF-97D99C79FE7F}" srcOrd="0" destOrd="0" presId="urn:microsoft.com/office/officeart/2005/8/layout/vList2"/>
    <dgm:cxn modelId="{A7B7288D-A3F9-438F-B2C1-7DFAF0B537BF}" srcId="{35E04AA0-1996-47EA-AEC2-6268EECBC4F4}" destId="{F852F17C-4F95-46A9-9A09-C94EC203727E}" srcOrd="2" destOrd="0" parTransId="{5F209CC8-556C-484E-8AB2-3C1C4A5FE4DB}" sibTransId="{5033FFF0-099B-4FEA-83AA-51BB5843D11C}"/>
    <dgm:cxn modelId="{8E353490-D59A-42CF-B27A-4A123EA89119}" srcId="{35E04AA0-1996-47EA-AEC2-6268EECBC4F4}" destId="{A1E4E065-D4EF-4880-8A92-8C0F7243A8ED}" srcOrd="0" destOrd="0" parTransId="{681C1A41-4621-430C-AD6B-970A7E5B2060}" sibTransId="{69958FE0-0F46-4D5B-B694-99DD6AB0EB99}"/>
    <dgm:cxn modelId="{7A7254AC-85DD-4244-8094-6CD8151DFFD4}" type="presOf" srcId="{F0837815-B694-4523-AE10-9751A6D2D163}" destId="{BF32017A-D883-4A4B-9774-9996771B08E8}" srcOrd="0" destOrd="0" presId="urn:microsoft.com/office/officeart/2005/8/layout/vList2"/>
    <dgm:cxn modelId="{6F07B6B2-49CF-4B24-B1C6-0AEC9680E169}" type="presOf" srcId="{47026A24-6798-4672-B276-16DA8F978040}" destId="{87C107C0-56D7-4086-8AF6-FAA64EF1BEBF}" srcOrd="0" destOrd="0" presId="urn:microsoft.com/office/officeart/2005/8/layout/vList2"/>
    <dgm:cxn modelId="{3606DCC4-B079-4594-9614-CDA80DDD9A9B}" srcId="{35E04AA0-1996-47EA-AEC2-6268EECBC4F4}" destId="{24546F7F-50D9-4617-BB24-3EF01023E26E}" srcOrd="3" destOrd="0" parTransId="{BE54E5DD-2298-429D-88CF-B09A85A02959}" sibTransId="{D121C48E-62CF-4607-B880-53696401A3AF}"/>
    <dgm:cxn modelId="{A40CFDC7-53DA-4C9B-8769-F1EB82287F3E}" type="presOf" srcId="{D3B2E53B-2606-4AED-9280-5F341B0365A8}" destId="{8081F3E6-CDFE-464B-BDEE-56FBCD0ABA8F}" srcOrd="0" destOrd="0" presId="urn:microsoft.com/office/officeart/2005/8/layout/vList2"/>
    <dgm:cxn modelId="{DE5F7CD0-4105-428B-9A6F-17AC4A746E10}" srcId="{35E04AA0-1996-47EA-AEC2-6268EECBC4F4}" destId="{47026A24-6798-4672-B276-16DA8F978040}" srcOrd="4" destOrd="0" parTransId="{22946341-837B-4098-B8EC-364C30B94571}" sibTransId="{444A9FC6-2C1B-4B74-AC1D-154E2529DA11}"/>
    <dgm:cxn modelId="{262886EC-023E-4CA6-8091-7EA7556ED1F2}" type="presOf" srcId="{47EB90BB-5588-4424-A98F-5B9DCFF5A49F}" destId="{8BCE960E-2874-476B-9714-C0B8536C5790}" srcOrd="0" destOrd="0" presId="urn:microsoft.com/office/officeart/2005/8/layout/vList2"/>
    <dgm:cxn modelId="{34871063-290C-42CA-9609-3BF9F22CDBA2}" type="presParOf" srcId="{5665CC8E-5E74-4377-8996-76187C5B3FB2}" destId="{E2D528FC-0B38-4456-A523-62339C8A38F7}" srcOrd="0" destOrd="0" presId="urn:microsoft.com/office/officeart/2005/8/layout/vList2"/>
    <dgm:cxn modelId="{6FEAFF91-5FB0-4901-BC50-C14331C665C5}" type="presParOf" srcId="{5665CC8E-5E74-4377-8996-76187C5B3FB2}" destId="{69BE5B56-3095-4460-901F-660B8CBA605D}" srcOrd="1" destOrd="0" presId="urn:microsoft.com/office/officeart/2005/8/layout/vList2"/>
    <dgm:cxn modelId="{587A02E3-8126-48DE-8C79-49212D192D3C}" type="presParOf" srcId="{5665CC8E-5E74-4377-8996-76187C5B3FB2}" destId="{8081F3E6-CDFE-464B-BDEE-56FBCD0ABA8F}" srcOrd="2" destOrd="0" presId="urn:microsoft.com/office/officeart/2005/8/layout/vList2"/>
    <dgm:cxn modelId="{3DC2A4E0-4032-48B3-B2A0-32135AACCA0C}" type="presParOf" srcId="{5665CC8E-5E74-4377-8996-76187C5B3FB2}" destId="{B7325983-D178-4BB1-843E-34FCA953CDD5}" srcOrd="3" destOrd="0" presId="urn:microsoft.com/office/officeart/2005/8/layout/vList2"/>
    <dgm:cxn modelId="{852E0071-A5F5-42CF-9541-E192C25BAEDC}" type="presParOf" srcId="{5665CC8E-5E74-4377-8996-76187C5B3FB2}" destId="{6AFB4D4D-F584-4E1D-95FC-297CAC8AC095}" srcOrd="4" destOrd="0" presId="urn:microsoft.com/office/officeart/2005/8/layout/vList2"/>
    <dgm:cxn modelId="{841DB3CD-D719-4477-AB00-E362F5E546A7}" type="presParOf" srcId="{5665CC8E-5E74-4377-8996-76187C5B3FB2}" destId="{72BDE67D-4498-46FB-82AA-B1E9AABDA0A8}" srcOrd="5" destOrd="0" presId="urn:microsoft.com/office/officeart/2005/8/layout/vList2"/>
    <dgm:cxn modelId="{AF31CFC4-EE55-4E51-9656-E00F1275A3A7}" type="presParOf" srcId="{5665CC8E-5E74-4377-8996-76187C5B3FB2}" destId="{2335C8ED-9E0B-43B4-A2EF-97D99C79FE7F}" srcOrd="6" destOrd="0" presId="urn:microsoft.com/office/officeart/2005/8/layout/vList2"/>
    <dgm:cxn modelId="{00C64241-43C3-41CD-AF02-F47C9C43139E}" type="presParOf" srcId="{5665CC8E-5E74-4377-8996-76187C5B3FB2}" destId="{949A8D69-D595-4353-B0D1-3113AB3D43EE}" srcOrd="7" destOrd="0" presId="urn:microsoft.com/office/officeart/2005/8/layout/vList2"/>
    <dgm:cxn modelId="{EAE747CE-67F3-42E5-8132-7ABEF722BB44}" type="presParOf" srcId="{5665CC8E-5E74-4377-8996-76187C5B3FB2}" destId="{87C107C0-56D7-4086-8AF6-FAA64EF1BEBF}" srcOrd="8" destOrd="0" presId="urn:microsoft.com/office/officeart/2005/8/layout/vList2"/>
    <dgm:cxn modelId="{FC7FB093-154C-4F8C-A179-A097BA81CBD8}" type="presParOf" srcId="{5665CC8E-5E74-4377-8996-76187C5B3FB2}" destId="{E1773AAF-127F-4ADB-80DC-A900522E3EE5}" srcOrd="9" destOrd="0" presId="urn:microsoft.com/office/officeart/2005/8/layout/vList2"/>
    <dgm:cxn modelId="{3753A297-FAA0-4FB0-BCDC-EBA4D6AFF0E3}" type="presParOf" srcId="{5665CC8E-5E74-4377-8996-76187C5B3FB2}" destId="{8BCE960E-2874-476B-9714-C0B8536C5790}" srcOrd="10" destOrd="0" presId="urn:microsoft.com/office/officeart/2005/8/layout/vList2"/>
    <dgm:cxn modelId="{05C93B98-E1E3-4955-92E8-968BDFDFCEAE}" type="presParOf" srcId="{5665CC8E-5E74-4377-8996-76187C5B3FB2}" destId="{41707A8E-E760-46BA-8654-0589DBBAD489}" srcOrd="11" destOrd="0" presId="urn:microsoft.com/office/officeart/2005/8/layout/vList2"/>
    <dgm:cxn modelId="{CADA65E9-9AE2-4488-B1DB-143FC866FD0E}" type="presParOf" srcId="{5665CC8E-5E74-4377-8996-76187C5B3FB2}" destId="{BF32017A-D883-4A4B-9774-9996771B08E8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C9CFA24-1CC2-494B-B8F5-E0566F4ACCB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0FB3155-95C5-485E-A669-E60FA86DB6F5}">
      <dgm:prSet/>
      <dgm:spPr/>
      <dgm:t>
        <a:bodyPr/>
        <a:lstStyle/>
        <a:p>
          <a:r>
            <a:rPr lang="ru-RU" b="0" i="0"/>
            <a:t>1648–1649 рр.</a:t>
          </a:r>
          <a:endParaRPr lang="uk-UA"/>
        </a:p>
      </dgm:t>
    </dgm:pt>
    <dgm:pt modelId="{C59FE61D-9266-4181-AAFB-C0600BA00CC9}" type="parTrans" cxnId="{3F170C5A-0647-436F-8B00-27A0F5E9CE2F}">
      <dgm:prSet/>
      <dgm:spPr/>
      <dgm:t>
        <a:bodyPr/>
        <a:lstStyle/>
        <a:p>
          <a:endParaRPr lang="uk-UA"/>
        </a:p>
      </dgm:t>
    </dgm:pt>
    <dgm:pt modelId="{B10C88E6-3005-49C4-B2DA-91D178C092D6}" type="sibTrans" cxnId="{3F170C5A-0647-436F-8B00-27A0F5E9CE2F}">
      <dgm:prSet/>
      <dgm:spPr/>
      <dgm:t>
        <a:bodyPr/>
        <a:lstStyle/>
        <a:p>
          <a:endParaRPr lang="uk-UA"/>
        </a:p>
      </dgm:t>
    </dgm:pt>
    <dgm:pt modelId="{CE6D2B55-1EE8-409A-8F10-9F774CA91935}">
      <dgm:prSet/>
      <dgm:spPr/>
      <dgm:t>
        <a:bodyPr/>
        <a:lstStyle/>
        <a:p>
          <a:r>
            <a:rPr lang="ru-RU" b="0" i="0"/>
            <a:t>1650–1651 рр.</a:t>
          </a:r>
          <a:endParaRPr lang="uk-UA"/>
        </a:p>
      </dgm:t>
    </dgm:pt>
    <dgm:pt modelId="{A8510085-A3DE-4D09-BF14-F2B623695A3B}" type="parTrans" cxnId="{D19FAF8C-B88E-428E-9E8C-DCB6F8BDCB30}">
      <dgm:prSet/>
      <dgm:spPr/>
      <dgm:t>
        <a:bodyPr/>
        <a:lstStyle/>
        <a:p>
          <a:endParaRPr lang="uk-UA"/>
        </a:p>
      </dgm:t>
    </dgm:pt>
    <dgm:pt modelId="{6CB34B87-1C97-4147-97DC-4E53CD55B2AA}" type="sibTrans" cxnId="{D19FAF8C-B88E-428E-9E8C-DCB6F8BDCB30}">
      <dgm:prSet/>
      <dgm:spPr/>
      <dgm:t>
        <a:bodyPr/>
        <a:lstStyle/>
        <a:p>
          <a:endParaRPr lang="uk-UA"/>
        </a:p>
      </dgm:t>
    </dgm:pt>
    <dgm:pt modelId="{D2277959-15DA-4B72-898D-A22EF11839F1}">
      <dgm:prSet/>
      <dgm:spPr/>
      <dgm:t>
        <a:bodyPr/>
        <a:lstStyle/>
        <a:p>
          <a:r>
            <a:rPr lang="ru-RU" b="0" i="0"/>
            <a:t>1652–1654 рр.</a:t>
          </a:r>
          <a:endParaRPr lang="uk-UA"/>
        </a:p>
      </dgm:t>
    </dgm:pt>
    <dgm:pt modelId="{CFFDB6FE-0DFF-4F88-A6BC-8B8A157198E0}" type="parTrans" cxnId="{17BC1349-0A19-4D12-8361-598926A50DC9}">
      <dgm:prSet/>
      <dgm:spPr/>
      <dgm:t>
        <a:bodyPr/>
        <a:lstStyle/>
        <a:p>
          <a:endParaRPr lang="uk-UA"/>
        </a:p>
      </dgm:t>
    </dgm:pt>
    <dgm:pt modelId="{F7355D80-55E0-4179-B6B2-09DB851C5266}" type="sibTrans" cxnId="{17BC1349-0A19-4D12-8361-598926A50DC9}">
      <dgm:prSet/>
      <dgm:spPr/>
      <dgm:t>
        <a:bodyPr/>
        <a:lstStyle/>
        <a:p>
          <a:endParaRPr lang="uk-UA"/>
        </a:p>
      </dgm:t>
    </dgm:pt>
    <dgm:pt modelId="{47A837C9-767F-425C-B8E5-2927C9F95E85}">
      <dgm:prSet/>
      <dgm:spPr/>
      <dgm:t>
        <a:bodyPr/>
        <a:lstStyle/>
        <a:p>
          <a:r>
            <a:rPr lang="ru-RU" b="0" i="0"/>
            <a:t>1655–1657 рр.</a:t>
          </a:r>
          <a:endParaRPr lang="uk-UA"/>
        </a:p>
      </dgm:t>
    </dgm:pt>
    <dgm:pt modelId="{4A72FB3F-8235-47F3-AF69-510992FB08BA}" type="parTrans" cxnId="{38F63C1D-CABF-40E4-9AB3-0F67160CA3FB}">
      <dgm:prSet/>
      <dgm:spPr/>
      <dgm:t>
        <a:bodyPr/>
        <a:lstStyle/>
        <a:p>
          <a:endParaRPr lang="uk-UA"/>
        </a:p>
      </dgm:t>
    </dgm:pt>
    <dgm:pt modelId="{A0998165-1BB1-42CA-A449-12A82504EA87}" type="sibTrans" cxnId="{38F63C1D-CABF-40E4-9AB3-0F67160CA3FB}">
      <dgm:prSet/>
      <dgm:spPr/>
      <dgm:t>
        <a:bodyPr/>
        <a:lstStyle/>
        <a:p>
          <a:endParaRPr lang="uk-UA"/>
        </a:p>
      </dgm:t>
    </dgm:pt>
    <dgm:pt modelId="{0994A2DB-10CD-48B6-98D2-E1E7757AAA21}" type="pres">
      <dgm:prSet presAssocID="{2C9CFA24-1CC2-494B-B8F5-E0566F4ACCBD}" presName="matrix" presStyleCnt="0">
        <dgm:presLayoutVars>
          <dgm:chMax val="1"/>
          <dgm:dir/>
          <dgm:resizeHandles val="exact"/>
        </dgm:presLayoutVars>
      </dgm:prSet>
      <dgm:spPr/>
    </dgm:pt>
    <dgm:pt modelId="{7FEECAD1-EF4D-4F38-87D2-CB68F9701D33}" type="pres">
      <dgm:prSet presAssocID="{2C9CFA24-1CC2-494B-B8F5-E0566F4ACCBD}" presName="diamond" presStyleLbl="bgShp" presStyleIdx="0" presStyleCnt="1"/>
      <dgm:spPr/>
    </dgm:pt>
    <dgm:pt modelId="{0C9C335C-9A74-461F-A915-559C2365B266}" type="pres">
      <dgm:prSet presAssocID="{2C9CFA24-1CC2-494B-B8F5-E0566F4ACCB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B2F8ACC-181F-4780-8550-7321CAFF7362}" type="pres">
      <dgm:prSet presAssocID="{2C9CFA24-1CC2-494B-B8F5-E0566F4ACCB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031CEC9-35E2-4024-B15E-CCCC21BDA009}" type="pres">
      <dgm:prSet presAssocID="{2C9CFA24-1CC2-494B-B8F5-E0566F4ACCB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D6B80C5-AA25-415C-975E-3D1086718275}" type="pres">
      <dgm:prSet presAssocID="{2C9CFA24-1CC2-494B-B8F5-E0566F4ACCB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8F63C1D-CABF-40E4-9AB3-0F67160CA3FB}" srcId="{2C9CFA24-1CC2-494B-B8F5-E0566F4ACCBD}" destId="{47A837C9-767F-425C-B8E5-2927C9F95E85}" srcOrd="3" destOrd="0" parTransId="{4A72FB3F-8235-47F3-AF69-510992FB08BA}" sibTransId="{A0998165-1BB1-42CA-A449-12A82504EA87}"/>
    <dgm:cxn modelId="{48809B43-49BE-4D92-8708-C53372AA720A}" type="presOf" srcId="{A0FB3155-95C5-485E-A669-E60FA86DB6F5}" destId="{0C9C335C-9A74-461F-A915-559C2365B266}" srcOrd="0" destOrd="0" presId="urn:microsoft.com/office/officeart/2005/8/layout/matrix3"/>
    <dgm:cxn modelId="{17BC1349-0A19-4D12-8361-598926A50DC9}" srcId="{2C9CFA24-1CC2-494B-B8F5-E0566F4ACCBD}" destId="{D2277959-15DA-4B72-898D-A22EF11839F1}" srcOrd="2" destOrd="0" parTransId="{CFFDB6FE-0DFF-4F88-A6BC-8B8A157198E0}" sibTransId="{F7355D80-55E0-4179-B6B2-09DB851C5266}"/>
    <dgm:cxn modelId="{2CB20571-26D0-4636-A5AB-A3B9545472A3}" type="presOf" srcId="{CE6D2B55-1EE8-409A-8F10-9F774CA91935}" destId="{5B2F8ACC-181F-4780-8550-7321CAFF7362}" srcOrd="0" destOrd="0" presId="urn:microsoft.com/office/officeart/2005/8/layout/matrix3"/>
    <dgm:cxn modelId="{3F170C5A-0647-436F-8B00-27A0F5E9CE2F}" srcId="{2C9CFA24-1CC2-494B-B8F5-E0566F4ACCBD}" destId="{A0FB3155-95C5-485E-A669-E60FA86DB6F5}" srcOrd="0" destOrd="0" parTransId="{C59FE61D-9266-4181-AAFB-C0600BA00CC9}" sibTransId="{B10C88E6-3005-49C4-B2DA-91D178C092D6}"/>
    <dgm:cxn modelId="{D19FAF8C-B88E-428E-9E8C-DCB6F8BDCB30}" srcId="{2C9CFA24-1CC2-494B-B8F5-E0566F4ACCBD}" destId="{CE6D2B55-1EE8-409A-8F10-9F774CA91935}" srcOrd="1" destOrd="0" parTransId="{A8510085-A3DE-4D09-BF14-F2B623695A3B}" sibTransId="{6CB34B87-1C97-4147-97DC-4E53CD55B2AA}"/>
    <dgm:cxn modelId="{077C14A8-8708-469F-AC66-73BFCACD286F}" type="presOf" srcId="{2C9CFA24-1CC2-494B-B8F5-E0566F4ACCBD}" destId="{0994A2DB-10CD-48B6-98D2-E1E7757AAA21}" srcOrd="0" destOrd="0" presId="urn:microsoft.com/office/officeart/2005/8/layout/matrix3"/>
    <dgm:cxn modelId="{6BA063DD-018D-4C0C-A019-A07C85FE3B6A}" type="presOf" srcId="{47A837C9-767F-425C-B8E5-2927C9F95E85}" destId="{4D6B80C5-AA25-415C-975E-3D1086718275}" srcOrd="0" destOrd="0" presId="urn:microsoft.com/office/officeart/2005/8/layout/matrix3"/>
    <dgm:cxn modelId="{6A0E82F0-0F4A-4D23-95F3-8994DD907DDC}" type="presOf" srcId="{D2277959-15DA-4B72-898D-A22EF11839F1}" destId="{6031CEC9-35E2-4024-B15E-CCCC21BDA009}" srcOrd="0" destOrd="0" presId="urn:microsoft.com/office/officeart/2005/8/layout/matrix3"/>
    <dgm:cxn modelId="{EAFDE934-E1EF-4A7F-B779-B4BF19992204}" type="presParOf" srcId="{0994A2DB-10CD-48B6-98D2-E1E7757AAA21}" destId="{7FEECAD1-EF4D-4F38-87D2-CB68F9701D33}" srcOrd="0" destOrd="0" presId="urn:microsoft.com/office/officeart/2005/8/layout/matrix3"/>
    <dgm:cxn modelId="{4BD536B5-FBB4-469F-BFEC-3554318AEC47}" type="presParOf" srcId="{0994A2DB-10CD-48B6-98D2-E1E7757AAA21}" destId="{0C9C335C-9A74-461F-A915-559C2365B266}" srcOrd="1" destOrd="0" presId="urn:microsoft.com/office/officeart/2005/8/layout/matrix3"/>
    <dgm:cxn modelId="{04A889E7-418F-4BBF-AECE-347F23BFB1C6}" type="presParOf" srcId="{0994A2DB-10CD-48B6-98D2-E1E7757AAA21}" destId="{5B2F8ACC-181F-4780-8550-7321CAFF7362}" srcOrd="2" destOrd="0" presId="urn:microsoft.com/office/officeart/2005/8/layout/matrix3"/>
    <dgm:cxn modelId="{CB241656-3FEE-477E-BA40-6AAE1453B3A7}" type="presParOf" srcId="{0994A2DB-10CD-48B6-98D2-E1E7757AAA21}" destId="{6031CEC9-35E2-4024-B15E-CCCC21BDA009}" srcOrd="3" destOrd="0" presId="urn:microsoft.com/office/officeart/2005/8/layout/matrix3"/>
    <dgm:cxn modelId="{FAAD4E02-BD3E-48FA-8043-A818F50DEBFE}" type="presParOf" srcId="{0994A2DB-10CD-48B6-98D2-E1E7757AAA21}" destId="{4D6B80C5-AA25-415C-975E-3D108671827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BA556CC-5E99-4959-8E43-F965F822C5C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DF00456-D196-49FA-929F-02009BD1983F}">
      <dgm:prSet/>
      <dgm:spPr/>
      <dgm:t>
        <a:bodyPr/>
        <a:lstStyle/>
        <a:p>
          <a:r>
            <a:rPr lang="uk-UA" b="0" i="0"/>
            <a:t>Жовтоводської</a:t>
          </a:r>
          <a:endParaRPr lang="uk-UA"/>
        </a:p>
      </dgm:t>
    </dgm:pt>
    <dgm:pt modelId="{11944499-1035-40A6-A82D-6B08572A19DC}" type="parTrans" cxnId="{52995187-8E8A-42FA-B489-EA8337D51C70}">
      <dgm:prSet/>
      <dgm:spPr/>
      <dgm:t>
        <a:bodyPr/>
        <a:lstStyle/>
        <a:p>
          <a:endParaRPr lang="uk-UA"/>
        </a:p>
      </dgm:t>
    </dgm:pt>
    <dgm:pt modelId="{A6B30926-B313-4A94-AC8B-1E31E00E6157}" type="sibTrans" cxnId="{52995187-8E8A-42FA-B489-EA8337D51C70}">
      <dgm:prSet/>
      <dgm:spPr/>
      <dgm:t>
        <a:bodyPr/>
        <a:lstStyle/>
        <a:p>
          <a:endParaRPr lang="uk-UA"/>
        </a:p>
      </dgm:t>
    </dgm:pt>
    <dgm:pt modelId="{A87FB2ED-C9F9-469D-8BF7-13D55EE5BA8C}">
      <dgm:prSet/>
      <dgm:spPr/>
      <dgm:t>
        <a:bodyPr/>
        <a:lstStyle/>
        <a:p>
          <a:r>
            <a:rPr lang="uk-UA" b="0" i="0"/>
            <a:t>Корсунської</a:t>
          </a:r>
          <a:endParaRPr lang="uk-UA"/>
        </a:p>
      </dgm:t>
    </dgm:pt>
    <dgm:pt modelId="{AE3B2A5F-F5B8-4EA9-A7B0-75B77612D800}" type="parTrans" cxnId="{37D376B8-C7EE-4A13-A220-CCB2F37236D1}">
      <dgm:prSet/>
      <dgm:spPr/>
      <dgm:t>
        <a:bodyPr/>
        <a:lstStyle/>
        <a:p>
          <a:endParaRPr lang="uk-UA"/>
        </a:p>
      </dgm:t>
    </dgm:pt>
    <dgm:pt modelId="{87CFB369-5AE2-40FA-AED6-5028E907A782}" type="sibTrans" cxnId="{37D376B8-C7EE-4A13-A220-CCB2F37236D1}">
      <dgm:prSet/>
      <dgm:spPr/>
      <dgm:t>
        <a:bodyPr/>
        <a:lstStyle/>
        <a:p>
          <a:endParaRPr lang="uk-UA"/>
        </a:p>
      </dgm:t>
    </dgm:pt>
    <dgm:pt modelId="{227EE3DD-41CD-4787-ABDA-A97ED6FD56A1}">
      <dgm:prSet/>
      <dgm:spPr/>
      <dgm:t>
        <a:bodyPr/>
        <a:lstStyle/>
        <a:p>
          <a:r>
            <a:rPr lang="uk-UA" b="0" i="0"/>
            <a:t>Берестецької</a:t>
          </a:r>
          <a:endParaRPr lang="uk-UA"/>
        </a:p>
      </dgm:t>
    </dgm:pt>
    <dgm:pt modelId="{CB0E1A80-38A7-4280-9112-604BE26FD7D9}" type="parTrans" cxnId="{B5876A56-3E04-4E92-ABC3-7670B146A980}">
      <dgm:prSet/>
      <dgm:spPr/>
      <dgm:t>
        <a:bodyPr/>
        <a:lstStyle/>
        <a:p>
          <a:endParaRPr lang="uk-UA"/>
        </a:p>
      </dgm:t>
    </dgm:pt>
    <dgm:pt modelId="{053E41AC-1F03-4B2F-BCF4-1999DBF6494C}" type="sibTrans" cxnId="{B5876A56-3E04-4E92-ABC3-7670B146A980}">
      <dgm:prSet/>
      <dgm:spPr/>
      <dgm:t>
        <a:bodyPr/>
        <a:lstStyle/>
        <a:p>
          <a:endParaRPr lang="uk-UA"/>
        </a:p>
      </dgm:t>
    </dgm:pt>
    <dgm:pt modelId="{21A9FABF-5282-4550-B66E-1AA6D06722A2}">
      <dgm:prSet/>
      <dgm:spPr/>
      <dgm:t>
        <a:bodyPr/>
        <a:lstStyle/>
        <a:p>
          <a:r>
            <a:rPr lang="uk-UA" b="0" i="0"/>
            <a:t>Зборівської</a:t>
          </a:r>
          <a:endParaRPr lang="uk-UA"/>
        </a:p>
      </dgm:t>
    </dgm:pt>
    <dgm:pt modelId="{A8D61734-87F9-4747-B9AA-9FBEEA4965BE}" type="parTrans" cxnId="{4721A712-6D58-4715-A325-38C5728FD5A8}">
      <dgm:prSet/>
      <dgm:spPr/>
      <dgm:t>
        <a:bodyPr/>
        <a:lstStyle/>
        <a:p>
          <a:endParaRPr lang="uk-UA"/>
        </a:p>
      </dgm:t>
    </dgm:pt>
    <dgm:pt modelId="{3B3BEB65-400E-4882-8360-4C817680FE72}" type="sibTrans" cxnId="{4721A712-6D58-4715-A325-38C5728FD5A8}">
      <dgm:prSet/>
      <dgm:spPr/>
      <dgm:t>
        <a:bodyPr/>
        <a:lstStyle/>
        <a:p>
          <a:endParaRPr lang="uk-UA"/>
        </a:p>
      </dgm:t>
    </dgm:pt>
    <dgm:pt modelId="{350E9C59-D2F8-455A-BA49-136A9778AB5B}" type="pres">
      <dgm:prSet presAssocID="{FBA556CC-5E99-4959-8E43-F965F822C5C1}" presName="matrix" presStyleCnt="0">
        <dgm:presLayoutVars>
          <dgm:chMax val="1"/>
          <dgm:dir/>
          <dgm:resizeHandles val="exact"/>
        </dgm:presLayoutVars>
      </dgm:prSet>
      <dgm:spPr/>
    </dgm:pt>
    <dgm:pt modelId="{BDE165A6-EBBB-4B66-AE03-812461565D24}" type="pres">
      <dgm:prSet presAssocID="{FBA556CC-5E99-4959-8E43-F965F822C5C1}" presName="diamond" presStyleLbl="bgShp" presStyleIdx="0" presStyleCnt="1"/>
      <dgm:spPr/>
    </dgm:pt>
    <dgm:pt modelId="{06A8312E-0087-4EC8-AC4A-A7327D40F47A}" type="pres">
      <dgm:prSet presAssocID="{FBA556CC-5E99-4959-8E43-F965F822C5C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496C520-F39F-4C20-A3B9-C2C271292D77}" type="pres">
      <dgm:prSet presAssocID="{FBA556CC-5E99-4959-8E43-F965F822C5C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0E144DA-F2D0-4C6E-9BFC-4E9EEE7182FE}" type="pres">
      <dgm:prSet presAssocID="{FBA556CC-5E99-4959-8E43-F965F822C5C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7AD7DAE-7FFB-4D12-8DC6-7C6058194BD3}" type="pres">
      <dgm:prSet presAssocID="{FBA556CC-5E99-4959-8E43-F965F822C5C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BA7002-A939-48E3-ABE9-304507D210F0}" type="presOf" srcId="{21A9FABF-5282-4550-B66E-1AA6D06722A2}" destId="{D7AD7DAE-7FFB-4D12-8DC6-7C6058194BD3}" srcOrd="0" destOrd="0" presId="urn:microsoft.com/office/officeart/2005/8/layout/matrix3"/>
    <dgm:cxn modelId="{4721A712-6D58-4715-A325-38C5728FD5A8}" srcId="{FBA556CC-5E99-4959-8E43-F965F822C5C1}" destId="{21A9FABF-5282-4550-B66E-1AA6D06722A2}" srcOrd="3" destOrd="0" parTransId="{A8D61734-87F9-4747-B9AA-9FBEEA4965BE}" sibTransId="{3B3BEB65-400E-4882-8360-4C817680FE72}"/>
    <dgm:cxn modelId="{576CEA12-0A39-4F5B-AC1E-AB7FA52B7E35}" type="presOf" srcId="{227EE3DD-41CD-4787-ABDA-A97ED6FD56A1}" destId="{A0E144DA-F2D0-4C6E-9BFC-4E9EEE7182FE}" srcOrd="0" destOrd="0" presId="urn:microsoft.com/office/officeart/2005/8/layout/matrix3"/>
    <dgm:cxn modelId="{B5876A56-3E04-4E92-ABC3-7670B146A980}" srcId="{FBA556CC-5E99-4959-8E43-F965F822C5C1}" destId="{227EE3DD-41CD-4787-ABDA-A97ED6FD56A1}" srcOrd="2" destOrd="0" parTransId="{CB0E1A80-38A7-4280-9112-604BE26FD7D9}" sibTransId="{053E41AC-1F03-4B2F-BCF4-1999DBF6494C}"/>
    <dgm:cxn modelId="{77E2B479-7D5A-4013-9E10-01DFC3DF0F36}" type="presOf" srcId="{FBA556CC-5E99-4959-8E43-F965F822C5C1}" destId="{350E9C59-D2F8-455A-BA49-136A9778AB5B}" srcOrd="0" destOrd="0" presId="urn:microsoft.com/office/officeart/2005/8/layout/matrix3"/>
    <dgm:cxn modelId="{BE1E007E-181E-4101-9C07-069E711A9F33}" type="presOf" srcId="{A87FB2ED-C9F9-469D-8BF7-13D55EE5BA8C}" destId="{9496C520-F39F-4C20-A3B9-C2C271292D77}" srcOrd="0" destOrd="0" presId="urn:microsoft.com/office/officeart/2005/8/layout/matrix3"/>
    <dgm:cxn modelId="{52995187-8E8A-42FA-B489-EA8337D51C70}" srcId="{FBA556CC-5E99-4959-8E43-F965F822C5C1}" destId="{1DF00456-D196-49FA-929F-02009BD1983F}" srcOrd="0" destOrd="0" parTransId="{11944499-1035-40A6-A82D-6B08572A19DC}" sibTransId="{A6B30926-B313-4A94-AC8B-1E31E00E6157}"/>
    <dgm:cxn modelId="{37D376B8-C7EE-4A13-A220-CCB2F37236D1}" srcId="{FBA556CC-5E99-4959-8E43-F965F822C5C1}" destId="{A87FB2ED-C9F9-469D-8BF7-13D55EE5BA8C}" srcOrd="1" destOrd="0" parTransId="{AE3B2A5F-F5B8-4EA9-A7B0-75B77612D800}" sibTransId="{87CFB369-5AE2-40FA-AED6-5028E907A782}"/>
    <dgm:cxn modelId="{4437F2EC-C658-4F4C-852C-6AB328706F46}" type="presOf" srcId="{1DF00456-D196-49FA-929F-02009BD1983F}" destId="{06A8312E-0087-4EC8-AC4A-A7327D40F47A}" srcOrd="0" destOrd="0" presId="urn:microsoft.com/office/officeart/2005/8/layout/matrix3"/>
    <dgm:cxn modelId="{24CBB99A-6C8C-42EB-A4BA-72D98B57A93C}" type="presParOf" srcId="{350E9C59-D2F8-455A-BA49-136A9778AB5B}" destId="{BDE165A6-EBBB-4B66-AE03-812461565D24}" srcOrd="0" destOrd="0" presId="urn:microsoft.com/office/officeart/2005/8/layout/matrix3"/>
    <dgm:cxn modelId="{58183FD4-AD1E-49C0-A9EE-6EEA103D255B}" type="presParOf" srcId="{350E9C59-D2F8-455A-BA49-136A9778AB5B}" destId="{06A8312E-0087-4EC8-AC4A-A7327D40F47A}" srcOrd="1" destOrd="0" presId="urn:microsoft.com/office/officeart/2005/8/layout/matrix3"/>
    <dgm:cxn modelId="{433FAC8C-1818-4374-9102-21A4A87886A6}" type="presParOf" srcId="{350E9C59-D2F8-455A-BA49-136A9778AB5B}" destId="{9496C520-F39F-4C20-A3B9-C2C271292D77}" srcOrd="2" destOrd="0" presId="urn:microsoft.com/office/officeart/2005/8/layout/matrix3"/>
    <dgm:cxn modelId="{4A669080-3508-4B58-8462-63A030D89CFC}" type="presParOf" srcId="{350E9C59-D2F8-455A-BA49-136A9778AB5B}" destId="{A0E144DA-F2D0-4C6E-9BFC-4E9EEE7182FE}" srcOrd="3" destOrd="0" presId="urn:microsoft.com/office/officeart/2005/8/layout/matrix3"/>
    <dgm:cxn modelId="{711F8E31-120A-4BD0-BBE6-64D08F1E5126}" type="presParOf" srcId="{350E9C59-D2F8-455A-BA49-136A9778AB5B}" destId="{D7AD7DAE-7FFB-4D12-8DC6-7C6058194BD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313C583-6BCE-46B4-A913-84910BB2F72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0136410-BEA6-4D41-83D0-D2F10C4B2ECE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4E748339-0740-49CA-ADE4-881B2EC93DE5}" type="parTrans" cxnId="{45957A58-2358-4FA7-8693-4A1429DB2BBC}">
      <dgm:prSet/>
      <dgm:spPr/>
      <dgm:t>
        <a:bodyPr/>
        <a:lstStyle/>
        <a:p>
          <a:endParaRPr lang="uk-UA"/>
        </a:p>
      </dgm:t>
    </dgm:pt>
    <dgm:pt modelId="{EFD94069-1BFD-4C2D-8A8F-AA8BB839C176}" type="sibTrans" cxnId="{45957A58-2358-4FA7-8693-4A1429DB2BBC}">
      <dgm:prSet/>
      <dgm:spPr/>
      <dgm:t>
        <a:bodyPr/>
        <a:lstStyle/>
        <a:p>
          <a:endParaRPr lang="uk-UA"/>
        </a:p>
      </dgm:t>
    </dgm:pt>
    <dgm:pt modelId="{79B66CE5-636F-434D-B1B4-0DDE96016501}">
      <dgm:prSet/>
      <dgm:spPr/>
      <dgm:t>
        <a:bodyPr/>
        <a:lstStyle/>
        <a:p>
          <a:r>
            <a:rPr lang="uk-UA" b="0" i="0"/>
            <a:t>Корсунська</a:t>
          </a:r>
          <a:endParaRPr lang="uk-UA"/>
        </a:p>
      </dgm:t>
    </dgm:pt>
    <dgm:pt modelId="{AF191A8C-4A14-4419-A118-B77AF33D4D4D}" type="parTrans" cxnId="{5040CF52-0AB3-417C-9A99-B48ED7397C3A}">
      <dgm:prSet/>
      <dgm:spPr/>
      <dgm:t>
        <a:bodyPr/>
        <a:lstStyle/>
        <a:p>
          <a:endParaRPr lang="uk-UA"/>
        </a:p>
      </dgm:t>
    </dgm:pt>
    <dgm:pt modelId="{8566D1C8-2BF8-45E6-A73D-3ABEAEB464EC}" type="sibTrans" cxnId="{5040CF52-0AB3-417C-9A99-B48ED7397C3A}">
      <dgm:prSet/>
      <dgm:spPr/>
      <dgm:t>
        <a:bodyPr/>
        <a:lstStyle/>
        <a:p>
          <a:endParaRPr lang="uk-UA"/>
        </a:p>
      </dgm:t>
    </dgm:pt>
    <dgm:pt modelId="{5E0BA067-B980-4FCB-A5C2-071383E29AD6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B9FF8680-82EA-47EC-97D3-EBDE0CA6228E}" type="parTrans" cxnId="{35866D05-3A3E-47BE-9115-0D5C2A71A35C}">
      <dgm:prSet/>
      <dgm:spPr/>
      <dgm:t>
        <a:bodyPr/>
        <a:lstStyle/>
        <a:p>
          <a:endParaRPr lang="uk-UA"/>
        </a:p>
      </dgm:t>
    </dgm:pt>
    <dgm:pt modelId="{215617E3-247D-400C-BF37-B0E176835930}" type="sibTrans" cxnId="{35866D05-3A3E-47BE-9115-0D5C2A71A35C}">
      <dgm:prSet/>
      <dgm:spPr/>
      <dgm:t>
        <a:bodyPr/>
        <a:lstStyle/>
        <a:p>
          <a:endParaRPr lang="uk-UA"/>
        </a:p>
      </dgm:t>
    </dgm:pt>
    <dgm:pt modelId="{D7391CF2-848D-4C72-BE52-A5BACFCC9B41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E4DD1CFC-801E-4583-A12F-7358678E2BBF}" type="parTrans" cxnId="{524543F6-7907-4600-B9AD-E6233ECCEF59}">
      <dgm:prSet/>
      <dgm:spPr/>
      <dgm:t>
        <a:bodyPr/>
        <a:lstStyle/>
        <a:p>
          <a:endParaRPr lang="uk-UA"/>
        </a:p>
      </dgm:t>
    </dgm:pt>
    <dgm:pt modelId="{C2BD9C26-5011-46BA-B196-45CDF432B100}" type="sibTrans" cxnId="{524543F6-7907-4600-B9AD-E6233ECCEF59}">
      <dgm:prSet/>
      <dgm:spPr/>
      <dgm:t>
        <a:bodyPr/>
        <a:lstStyle/>
        <a:p>
          <a:endParaRPr lang="uk-UA"/>
        </a:p>
      </dgm:t>
    </dgm:pt>
    <dgm:pt modelId="{282C58B3-07A7-4321-8736-6ED8DBDCD7E1}" type="pres">
      <dgm:prSet presAssocID="{E313C583-6BCE-46B4-A913-84910BB2F72D}" presName="matrix" presStyleCnt="0">
        <dgm:presLayoutVars>
          <dgm:chMax val="1"/>
          <dgm:dir/>
          <dgm:resizeHandles val="exact"/>
        </dgm:presLayoutVars>
      </dgm:prSet>
      <dgm:spPr/>
    </dgm:pt>
    <dgm:pt modelId="{5C45E556-0175-40DA-AFF4-DEBF276CB482}" type="pres">
      <dgm:prSet presAssocID="{E313C583-6BCE-46B4-A913-84910BB2F72D}" presName="diamond" presStyleLbl="bgShp" presStyleIdx="0" presStyleCnt="1"/>
      <dgm:spPr/>
    </dgm:pt>
    <dgm:pt modelId="{B36FEF9B-B2F5-4796-8EFC-9599116E34D3}" type="pres">
      <dgm:prSet presAssocID="{E313C583-6BCE-46B4-A913-84910BB2F72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1F81751-C7B6-4FEF-BD49-0245F45E5677}" type="pres">
      <dgm:prSet presAssocID="{E313C583-6BCE-46B4-A913-84910BB2F72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4ED6070-AB7C-494C-9783-97518928478D}" type="pres">
      <dgm:prSet presAssocID="{E313C583-6BCE-46B4-A913-84910BB2F72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04BC773-000F-48F3-8912-45E51C8FC663}" type="pres">
      <dgm:prSet presAssocID="{E313C583-6BCE-46B4-A913-84910BB2F72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5866D05-3A3E-47BE-9115-0D5C2A71A35C}" srcId="{E313C583-6BCE-46B4-A913-84910BB2F72D}" destId="{5E0BA067-B980-4FCB-A5C2-071383E29AD6}" srcOrd="2" destOrd="0" parTransId="{B9FF8680-82EA-47EC-97D3-EBDE0CA6228E}" sibTransId="{215617E3-247D-400C-BF37-B0E176835930}"/>
    <dgm:cxn modelId="{3098AF2B-52B8-4FBC-A3DB-30E4491F8BE9}" type="presOf" srcId="{79B66CE5-636F-434D-B1B4-0DDE96016501}" destId="{F1F81751-C7B6-4FEF-BD49-0245F45E5677}" srcOrd="0" destOrd="0" presId="urn:microsoft.com/office/officeart/2005/8/layout/matrix3"/>
    <dgm:cxn modelId="{5040CF52-0AB3-417C-9A99-B48ED7397C3A}" srcId="{E313C583-6BCE-46B4-A913-84910BB2F72D}" destId="{79B66CE5-636F-434D-B1B4-0DDE96016501}" srcOrd="1" destOrd="0" parTransId="{AF191A8C-4A14-4419-A118-B77AF33D4D4D}" sibTransId="{8566D1C8-2BF8-45E6-A73D-3ABEAEB464EC}"/>
    <dgm:cxn modelId="{45957A58-2358-4FA7-8693-4A1429DB2BBC}" srcId="{E313C583-6BCE-46B4-A913-84910BB2F72D}" destId="{80136410-BEA6-4D41-83D0-D2F10C4B2ECE}" srcOrd="0" destOrd="0" parTransId="{4E748339-0740-49CA-ADE4-881B2EC93DE5}" sibTransId="{EFD94069-1BFD-4C2D-8A8F-AA8BB839C176}"/>
    <dgm:cxn modelId="{1F49B8A5-2F86-498C-9E14-8DC5F344F033}" type="presOf" srcId="{80136410-BEA6-4D41-83D0-D2F10C4B2ECE}" destId="{B36FEF9B-B2F5-4796-8EFC-9599116E34D3}" srcOrd="0" destOrd="0" presId="urn:microsoft.com/office/officeart/2005/8/layout/matrix3"/>
    <dgm:cxn modelId="{88130ECC-768D-4B6E-A6AF-3B7FA45E30C0}" type="presOf" srcId="{D7391CF2-848D-4C72-BE52-A5BACFCC9B41}" destId="{A04BC773-000F-48F3-8912-45E51C8FC663}" srcOrd="0" destOrd="0" presId="urn:microsoft.com/office/officeart/2005/8/layout/matrix3"/>
    <dgm:cxn modelId="{C3266DE5-E190-4ADD-A757-6D9705CF9855}" type="presOf" srcId="{5E0BA067-B980-4FCB-A5C2-071383E29AD6}" destId="{34ED6070-AB7C-494C-9783-97518928478D}" srcOrd="0" destOrd="0" presId="urn:microsoft.com/office/officeart/2005/8/layout/matrix3"/>
    <dgm:cxn modelId="{524543F6-7907-4600-B9AD-E6233ECCEF59}" srcId="{E313C583-6BCE-46B4-A913-84910BB2F72D}" destId="{D7391CF2-848D-4C72-BE52-A5BACFCC9B41}" srcOrd="3" destOrd="0" parTransId="{E4DD1CFC-801E-4583-A12F-7358678E2BBF}" sibTransId="{C2BD9C26-5011-46BA-B196-45CDF432B100}"/>
    <dgm:cxn modelId="{A9F5B6F9-2032-4719-9E6E-F0F03CD39E72}" type="presOf" srcId="{E313C583-6BCE-46B4-A913-84910BB2F72D}" destId="{282C58B3-07A7-4321-8736-6ED8DBDCD7E1}" srcOrd="0" destOrd="0" presId="urn:microsoft.com/office/officeart/2005/8/layout/matrix3"/>
    <dgm:cxn modelId="{23547751-0AF9-44CC-A045-905F592A2F40}" type="presParOf" srcId="{282C58B3-07A7-4321-8736-6ED8DBDCD7E1}" destId="{5C45E556-0175-40DA-AFF4-DEBF276CB482}" srcOrd="0" destOrd="0" presId="urn:microsoft.com/office/officeart/2005/8/layout/matrix3"/>
    <dgm:cxn modelId="{196731C9-3740-4C0B-9E72-998ACEA2DF83}" type="presParOf" srcId="{282C58B3-07A7-4321-8736-6ED8DBDCD7E1}" destId="{B36FEF9B-B2F5-4796-8EFC-9599116E34D3}" srcOrd="1" destOrd="0" presId="urn:microsoft.com/office/officeart/2005/8/layout/matrix3"/>
    <dgm:cxn modelId="{77DCE8F0-BEA6-4AA8-86C5-BA71455F3F50}" type="presParOf" srcId="{282C58B3-07A7-4321-8736-6ED8DBDCD7E1}" destId="{F1F81751-C7B6-4FEF-BD49-0245F45E5677}" srcOrd="2" destOrd="0" presId="urn:microsoft.com/office/officeart/2005/8/layout/matrix3"/>
    <dgm:cxn modelId="{0B8D5855-908D-4529-B54E-57537501BBAE}" type="presParOf" srcId="{282C58B3-07A7-4321-8736-6ED8DBDCD7E1}" destId="{34ED6070-AB7C-494C-9783-97518928478D}" srcOrd="3" destOrd="0" presId="urn:microsoft.com/office/officeart/2005/8/layout/matrix3"/>
    <dgm:cxn modelId="{C44AD673-53D3-49A6-A8A0-A3E015482C34}" type="presParOf" srcId="{282C58B3-07A7-4321-8736-6ED8DBDCD7E1}" destId="{A04BC773-000F-48F3-8912-45E51C8FC66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D0D600E-3502-4DE3-8636-71A0E52CA028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0D20D1-998B-4F97-B95A-3B2D6FF784DB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D0DFB407-2E83-4818-B7AA-8BD198C5848E}" type="parTrans" cxnId="{9C92209F-AF27-4342-8112-7B837CF64FB4}">
      <dgm:prSet/>
      <dgm:spPr/>
      <dgm:t>
        <a:bodyPr/>
        <a:lstStyle/>
        <a:p>
          <a:endParaRPr lang="uk-UA"/>
        </a:p>
      </dgm:t>
    </dgm:pt>
    <dgm:pt modelId="{972D088E-345B-4273-80F7-6FEE1FC703E2}" type="sibTrans" cxnId="{9C92209F-AF27-4342-8112-7B837CF64FB4}">
      <dgm:prSet/>
      <dgm:spPr/>
      <dgm:t>
        <a:bodyPr/>
        <a:lstStyle/>
        <a:p>
          <a:endParaRPr lang="uk-UA"/>
        </a:p>
      </dgm:t>
    </dgm:pt>
    <dgm:pt modelId="{B91E085E-2FCC-4E66-AAAF-0704E5825417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10F2EB21-5A5A-4C84-BEEF-057D7FEA2F3A}" type="parTrans" cxnId="{970D5F8C-CDBB-4ED9-9A6B-7BAC10210DDC}">
      <dgm:prSet/>
      <dgm:spPr/>
      <dgm:t>
        <a:bodyPr/>
        <a:lstStyle/>
        <a:p>
          <a:endParaRPr lang="uk-UA"/>
        </a:p>
      </dgm:t>
    </dgm:pt>
    <dgm:pt modelId="{6C8B49D0-3C94-4917-97A0-DA637EC92871}" type="sibTrans" cxnId="{970D5F8C-CDBB-4ED9-9A6B-7BAC10210DDC}">
      <dgm:prSet/>
      <dgm:spPr/>
      <dgm:t>
        <a:bodyPr/>
        <a:lstStyle/>
        <a:p>
          <a:endParaRPr lang="uk-UA"/>
        </a:p>
      </dgm:t>
    </dgm:pt>
    <dgm:pt modelId="{7DD2A02B-6731-442E-A030-850E2DAFB7E4}">
      <dgm:prSet/>
      <dgm:spPr/>
      <dgm:t>
        <a:bodyPr/>
        <a:lstStyle/>
        <a:p>
          <a:r>
            <a:rPr lang="ru-RU" b="0" i="0"/>
            <a:t>1650 р.</a:t>
          </a:r>
          <a:endParaRPr lang="uk-UA"/>
        </a:p>
      </dgm:t>
    </dgm:pt>
    <dgm:pt modelId="{3C98AD7F-521B-4CB8-A7E2-C0750B229064}" type="parTrans" cxnId="{AE9473B7-659E-44B4-A820-715414BAF587}">
      <dgm:prSet/>
      <dgm:spPr/>
      <dgm:t>
        <a:bodyPr/>
        <a:lstStyle/>
        <a:p>
          <a:endParaRPr lang="uk-UA"/>
        </a:p>
      </dgm:t>
    </dgm:pt>
    <dgm:pt modelId="{43758DE0-23AD-4684-9E2B-E07547C5F8E4}" type="sibTrans" cxnId="{AE9473B7-659E-44B4-A820-715414BAF587}">
      <dgm:prSet/>
      <dgm:spPr/>
      <dgm:t>
        <a:bodyPr/>
        <a:lstStyle/>
        <a:p>
          <a:endParaRPr lang="uk-UA"/>
        </a:p>
      </dgm:t>
    </dgm:pt>
    <dgm:pt modelId="{3DBC5F88-5683-4EE5-9B73-25D42EFCFFF4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A1C66437-1D84-479A-B992-FFEECB28A5EA}" type="parTrans" cxnId="{B4C1F0FB-B3FD-4A42-811C-534957619CE3}">
      <dgm:prSet/>
      <dgm:spPr/>
      <dgm:t>
        <a:bodyPr/>
        <a:lstStyle/>
        <a:p>
          <a:endParaRPr lang="uk-UA"/>
        </a:p>
      </dgm:t>
    </dgm:pt>
    <dgm:pt modelId="{9EE6596F-ECDA-4461-A17D-3E430890CA4F}" type="sibTrans" cxnId="{B4C1F0FB-B3FD-4A42-811C-534957619CE3}">
      <dgm:prSet/>
      <dgm:spPr/>
      <dgm:t>
        <a:bodyPr/>
        <a:lstStyle/>
        <a:p>
          <a:endParaRPr lang="uk-UA"/>
        </a:p>
      </dgm:t>
    </dgm:pt>
    <dgm:pt modelId="{0E5B7315-14E5-4B6E-92D1-7FFDFC356EC7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A78F0C6D-CB09-4858-AA21-A0CEA80DEE3D}" type="parTrans" cxnId="{E1064089-0BEB-47AE-B09A-22B8C22D609A}">
      <dgm:prSet/>
      <dgm:spPr/>
      <dgm:t>
        <a:bodyPr/>
        <a:lstStyle/>
        <a:p>
          <a:endParaRPr lang="uk-UA"/>
        </a:p>
      </dgm:t>
    </dgm:pt>
    <dgm:pt modelId="{3DF22BCC-8FA9-4205-9081-826001FB59AB}" type="sibTrans" cxnId="{E1064089-0BEB-47AE-B09A-22B8C22D609A}">
      <dgm:prSet/>
      <dgm:spPr/>
      <dgm:t>
        <a:bodyPr/>
        <a:lstStyle/>
        <a:p>
          <a:endParaRPr lang="uk-UA"/>
        </a:p>
      </dgm:t>
    </dgm:pt>
    <dgm:pt modelId="{E43881DC-C5EA-422B-8DC1-4BE3121CB025}" type="pres">
      <dgm:prSet presAssocID="{CD0D600E-3502-4DE3-8636-71A0E52CA028}" presName="compositeShape" presStyleCnt="0">
        <dgm:presLayoutVars>
          <dgm:chMax val="7"/>
          <dgm:dir/>
          <dgm:resizeHandles val="exact"/>
        </dgm:presLayoutVars>
      </dgm:prSet>
      <dgm:spPr/>
    </dgm:pt>
    <dgm:pt modelId="{90AD79A0-3E38-423F-A47A-26DE03E8D01C}" type="pres">
      <dgm:prSet presAssocID="{630D20D1-998B-4F97-B95A-3B2D6FF784DB}" presName="circ1" presStyleLbl="vennNode1" presStyleIdx="0" presStyleCnt="5"/>
      <dgm:spPr/>
    </dgm:pt>
    <dgm:pt modelId="{9626F25C-6F18-4587-9097-FD13154F4A75}" type="pres">
      <dgm:prSet presAssocID="{630D20D1-998B-4F97-B95A-3B2D6FF784D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C7DA7F-895B-4FBD-8964-05968E3545FA}" type="pres">
      <dgm:prSet presAssocID="{B91E085E-2FCC-4E66-AAAF-0704E5825417}" presName="circ2" presStyleLbl="vennNode1" presStyleIdx="1" presStyleCnt="5"/>
      <dgm:spPr/>
    </dgm:pt>
    <dgm:pt modelId="{408D0FDC-A1A3-4A9F-BF53-AC9E394E60F9}" type="pres">
      <dgm:prSet presAssocID="{B91E085E-2FCC-4E66-AAAF-0704E582541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25AC31E-7C9D-4892-9747-8E6AF9E6ED80}" type="pres">
      <dgm:prSet presAssocID="{7DD2A02B-6731-442E-A030-850E2DAFB7E4}" presName="circ3" presStyleLbl="vennNode1" presStyleIdx="2" presStyleCnt="5"/>
      <dgm:spPr/>
    </dgm:pt>
    <dgm:pt modelId="{23861D25-38E4-4F37-8C8B-80F3096B8FB2}" type="pres">
      <dgm:prSet presAssocID="{7DD2A02B-6731-442E-A030-850E2DAFB7E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0C83373-E315-461B-B329-73239AFFB42A}" type="pres">
      <dgm:prSet presAssocID="{3DBC5F88-5683-4EE5-9B73-25D42EFCFFF4}" presName="circ4" presStyleLbl="vennNode1" presStyleIdx="3" presStyleCnt="5"/>
      <dgm:spPr/>
    </dgm:pt>
    <dgm:pt modelId="{69806607-AA7C-40BE-BF80-08344659D500}" type="pres">
      <dgm:prSet presAssocID="{3DBC5F88-5683-4EE5-9B73-25D42EFCFFF4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12D1BEC-13FF-411C-9424-90CFEA72AA35}" type="pres">
      <dgm:prSet presAssocID="{0E5B7315-14E5-4B6E-92D1-7FFDFC356EC7}" presName="circ5" presStyleLbl="vennNode1" presStyleIdx="4" presStyleCnt="5"/>
      <dgm:spPr/>
    </dgm:pt>
    <dgm:pt modelId="{DE13A558-91B7-4489-81CA-016AB5CC5325}" type="pres">
      <dgm:prSet presAssocID="{0E5B7315-14E5-4B6E-92D1-7FFDFC356EC7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2A6CCA31-5EEC-439D-8304-5522452A044D}" type="presOf" srcId="{B91E085E-2FCC-4E66-AAAF-0704E5825417}" destId="{408D0FDC-A1A3-4A9F-BF53-AC9E394E60F9}" srcOrd="0" destOrd="0" presId="urn:microsoft.com/office/officeart/2005/8/layout/venn1"/>
    <dgm:cxn modelId="{EF436F46-E0AC-48E3-A28C-C63FD37F89CD}" type="presOf" srcId="{CD0D600E-3502-4DE3-8636-71A0E52CA028}" destId="{E43881DC-C5EA-422B-8DC1-4BE3121CB025}" srcOrd="0" destOrd="0" presId="urn:microsoft.com/office/officeart/2005/8/layout/venn1"/>
    <dgm:cxn modelId="{3E3C2748-7BBE-4EF7-9A48-94BDAE799667}" type="presOf" srcId="{3DBC5F88-5683-4EE5-9B73-25D42EFCFFF4}" destId="{69806607-AA7C-40BE-BF80-08344659D500}" srcOrd="0" destOrd="0" presId="urn:microsoft.com/office/officeart/2005/8/layout/venn1"/>
    <dgm:cxn modelId="{9194505A-CFD2-45FB-93D4-5DCD7F6E9B5E}" type="presOf" srcId="{630D20D1-998B-4F97-B95A-3B2D6FF784DB}" destId="{9626F25C-6F18-4587-9097-FD13154F4A75}" srcOrd="0" destOrd="0" presId="urn:microsoft.com/office/officeart/2005/8/layout/venn1"/>
    <dgm:cxn modelId="{9BE5F85A-40B3-40E4-8E05-996F6CD365DF}" type="presOf" srcId="{7DD2A02B-6731-442E-A030-850E2DAFB7E4}" destId="{23861D25-38E4-4F37-8C8B-80F3096B8FB2}" srcOrd="0" destOrd="0" presId="urn:microsoft.com/office/officeart/2005/8/layout/venn1"/>
    <dgm:cxn modelId="{E1064089-0BEB-47AE-B09A-22B8C22D609A}" srcId="{CD0D600E-3502-4DE3-8636-71A0E52CA028}" destId="{0E5B7315-14E5-4B6E-92D1-7FFDFC356EC7}" srcOrd="4" destOrd="0" parTransId="{A78F0C6D-CB09-4858-AA21-A0CEA80DEE3D}" sibTransId="{3DF22BCC-8FA9-4205-9081-826001FB59AB}"/>
    <dgm:cxn modelId="{970D5F8C-CDBB-4ED9-9A6B-7BAC10210DDC}" srcId="{CD0D600E-3502-4DE3-8636-71A0E52CA028}" destId="{B91E085E-2FCC-4E66-AAAF-0704E5825417}" srcOrd="1" destOrd="0" parTransId="{10F2EB21-5A5A-4C84-BEEF-057D7FEA2F3A}" sibTransId="{6C8B49D0-3C94-4917-97A0-DA637EC92871}"/>
    <dgm:cxn modelId="{9C92209F-AF27-4342-8112-7B837CF64FB4}" srcId="{CD0D600E-3502-4DE3-8636-71A0E52CA028}" destId="{630D20D1-998B-4F97-B95A-3B2D6FF784DB}" srcOrd="0" destOrd="0" parTransId="{D0DFB407-2E83-4818-B7AA-8BD198C5848E}" sibTransId="{972D088E-345B-4273-80F7-6FEE1FC703E2}"/>
    <dgm:cxn modelId="{AE9473B7-659E-44B4-A820-715414BAF587}" srcId="{CD0D600E-3502-4DE3-8636-71A0E52CA028}" destId="{7DD2A02B-6731-442E-A030-850E2DAFB7E4}" srcOrd="2" destOrd="0" parTransId="{3C98AD7F-521B-4CB8-A7E2-C0750B229064}" sibTransId="{43758DE0-23AD-4684-9E2B-E07547C5F8E4}"/>
    <dgm:cxn modelId="{949663B9-A63A-4E6B-8A10-55F9C5FE9ABE}" type="presOf" srcId="{0E5B7315-14E5-4B6E-92D1-7FFDFC356EC7}" destId="{DE13A558-91B7-4489-81CA-016AB5CC5325}" srcOrd="0" destOrd="0" presId="urn:microsoft.com/office/officeart/2005/8/layout/venn1"/>
    <dgm:cxn modelId="{B4C1F0FB-B3FD-4A42-811C-534957619CE3}" srcId="{CD0D600E-3502-4DE3-8636-71A0E52CA028}" destId="{3DBC5F88-5683-4EE5-9B73-25D42EFCFFF4}" srcOrd="3" destOrd="0" parTransId="{A1C66437-1D84-479A-B992-FFEECB28A5EA}" sibTransId="{9EE6596F-ECDA-4461-A17D-3E430890CA4F}"/>
    <dgm:cxn modelId="{D71AB2BC-85BE-4F9E-8F48-213365367D5A}" type="presParOf" srcId="{E43881DC-C5EA-422B-8DC1-4BE3121CB025}" destId="{90AD79A0-3E38-423F-A47A-26DE03E8D01C}" srcOrd="0" destOrd="0" presId="urn:microsoft.com/office/officeart/2005/8/layout/venn1"/>
    <dgm:cxn modelId="{DECBBA54-9376-4F82-8F10-8B9A545A9055}" type="presParOf" srcId="{E43881DC-C5EA-422B-8DC1-4BE3121CB025}" destId="{9626F25C-6F18-4587-9097-FD13154F4A75}" srcOrd="1" destOrd="0" presId="urn:microsoft.com/office/officeart/2005/8/layout/venn1"/>
    <dgm:cxn modelId="{B51FD4D2-55B1-4486-9303-3579764511F7}" type="presParOf" srcId="{E43881DC-C5EA-422B-8DC1-4BE3121CB025}" destId="{CAC7DA7F-895B-4FBD-8964-05968E3545FA}" srcOrd="2" destOrd="0" presId="urn:microsoft.com/office/officeart/2005/8/layout/venn1"/>
    <dgm:cxn modelId="{1456B05E-AAC5-42DF-89CA-789572B34CDE}" type="presParOf" srcId="{E43881DC-C5EA-422B-8DC1-4BE3121CB025}" destId="{408D0FDC-A1A3-4A9F-BF53-AC9E394E60F9}" srcOrd="3" destOrd="0" presId="urn:microsoft.com/office/officeart/2005/8/layout/venn1"/>
    <dgm:cxn modelId="{C73AB609-5D36-4A72-A7C7-92F5A935E6C5}" type="presParOf" srcId="{E43881DC-C5EA-422B-8DC1-4BE3121CB025}" destId="{F25AC31E-7C9D-4892-9747-8E6AF9E6ED80}" srcOrd="4" destOrd="0" presId="urn:microsoft.com/office/officeart/2005/8/layout/venn1"/>
    <dgm:cxn modelId="{585C3ED6-DD6C-4393-98CC-72526833B58A}" type="presParOf" srcId="{E43881DC-C5EA-422B-8DC1-4BE3121CB025}" destId="{23861D25-38E4-4F37-8C8B-80F3096B8FB2}" srcOrd="5" destOrd="0" presId="urn:microsoft.com/office/officeart/2005/8/layout/venn1"/>
    <dgm:cxn modelId="{44E6F140-6697-4CA3-A7A3-719D05209142}" type="presParOf" srcId="{E43881DC-C5EA-422B-8DC1-4BE3121CB025}" destId="{60C83373-E315-461B-B329-73239AFFB42A}" srcOrd="6" destOrd="0" presId="urn:microsoft.com/office/officeart/2005/8/layout/venn1"/>
    <dgm:cxn modelId="{FEEC7B8E-D15A-4AD9-B0D7-A05D2384896D}" type="presParOf" srcId="{E43881DC-C5EA-422B-8DC1-4BE3121CB025}" destId="{69806607-AA7C-40BE-BF80-08344659D500}" srcOrd="7" destOrd="0" presId="urn:microsoft.com/office/officeart/2005/8/layout/venn1"/>
    <dgm:cxn modelId="{FB649B62-8A6A-4A8E-AE61-2F9D15F9941E}" type="presParOf" srcId="{E43881DC-C5EA-422B-8DC1-4BE3121CB025}" destId="{412D1BEC-13FF-411C-9424-90CFEA72AA35}" srcOrd="8" destOrd="0" presId="urn:microsoft.com/office/officeart/2005/8/layout/venn1"/>
    <dgm:cxn modelId="{3FB374DC-7FF2-4529-BDA9-E2CCD6AB4245}" type="presParOf" srcId="{E43881DC-C5EA-422B-8DC1-4BE3121CB025}" destId="{DE13A558-91B7-4489-81CA-016AB5CC5325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2D9E884-857D-4718-843B-F8FC150EEA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AB5757-CB64-4868-8EDB-0EFB03C2E8AE}">
      <dgm:prSet/>
      <dgm:spPr/>
      <dgm:t>
        <a:bodyPr/>
        <a:lstStyle/>
        <a:p>
          <a:r>
            <a:rPr lang="uk-UA" b="0" i="0"/>
            <a:t>включення українських земель до складу Московської держави</a:t>
          </a:r>
          <a:endParaRPr lang="uk-UA"/>
        </a:p>
      </dgm:t>
    </dgm:pt>
    <dgm:pt modelId="{69C49857-8577-47F6-8D0F-916EB5A32318}" type="parTrans" cxnId="{BBFA6BFF-D18F-44D2-82F0-1640849AE7D3}">
      <dgm:prSet/>
      <dgm:spPr/>
      <dgm:t>
        <a:bodyPr/>
        <a:lstStyle/>
        <a:p>
          <a:endParaRPr lang="uk-UA"/>
        </a:p>
      </dgm:t>
    </dgm:pt>
    <dgm:pt modelId="{3F0C6AF2-FC70-4D95-BC2C-C6BAD5F22A32}" type="sibTrans" cxnId="{BBFA6BFF-D18F-44D2-82F0-1640849AE7D3}">
      <dgm:prSet/>
      <dgm:spPr/>
      <dgm:t>
        <a:bodyPr/>
        <a:lstStyle/>
        <a:p>
          <a:endParaRPr lang="uk-UA"/>
        </a:p>
      </dgm:t>
    </dgm:pt>
    <dgm:pt modelId="{FF6F56D6-C10D-4CD4-A569-146EE060E195}">
      <dgm:prSet/>
      <dgm:spPr/>
      <dgm:t>
        <a:bodyPr/>
        <a:lstStyle/>
        <a:p>
          <a:r>
            <a:rPr lang="uk-UA" b="0" i="0"/>
            <a:t>забезпечення визнання новоутвореної держави – Гетьманщини</a:t>
          </a:r>
          <a:endParaRPr lang="uk-UA"/>
        </a:p>
      </dgm:t>
    </dgm:pt>
    <dgm:pt modelId="{04D5BA8C-E3DD-4714-97C3-D6987DAE2632}" type="parTrans" cxnId="{988EC076-70E9-4BCC-8FB7-61F9FE9A36BB}">
      <dgm:prSet/>
      <dgm:spPr/>
      <dgm:t>
        <a:bodyPr/>
        <a:lstStyle/>
        <a:p>
          <a:endParaRPr lang="uk-UA"/>
        </a:p>
      </dgm:t>
    </dgm:pt>
    <dgm:pt modelId="{B7DD65E2-6F26-4B3C-8F91-D636B8D3F9CC}" type="sibTrans" cxnId="{988EC076-70E9-4BCC-8FB7-61F9FE9A36BB}">
      <dgm:prSet/>
      <dgm:spPr/>
      <dgm:t>
        <a:bodyPr/>
        <a:lstStyle/>
        <a:p>
          <a:endParaRPr lang="uk-UA"/>
        </a:p>
      </dgm:t>
    </dgm:pt>
    <dgm:pt modelId="{57D777D2-5503-4450-BC61-DD48BB7F2124}">
      <dgm:prSet/>
      <dgm:spPr/>
      <dgm:t>
        <a:bodyPr/>
        <a:lstStyle/>
        <a:p>
          <a:r>
            <a:rPr lang="uk-UA" b="0" i="0"/>
            <a:t>закріплення здобутків збройної боротьби</a:t>
          </a:r>
          <a:endParaRPr lang="uk-UA"/>
        </a:p>
      </dgm:t>
    </dgm:pt>
    <dgm:pt modelId="{3615DD35-22C5-4055-A506-4C3FCD5A1275}" type="parTrans" cxnId="{2C471B1A-29A5-4B1E-BCE4-1B4FAFB2CE0A}">
      <dgm:prSet/>
      <dgm:spPr/>
      <dgm:t>
        <a:bodyPr/>
        <a:lstStyle/>
        <a:p>
          <a:endParaRPr lang="uk-UA"/>
        </a:p>
      </dgm:t>
    </dgm:pt>
    <dgm:pt modelId="{403B8806-8CB3-42B1-8E05-8410DC902134}" type="sibTrans" cxnId="{2C471B1A-29A5-4B1E-BCE4-1B4FAFB2CE0A}">
      <dgm:prSet/>
      <dgm:spPr/>
      <dgm:t>
        <a:bodyPr/>
        <a:lstStyle/>
        <a:p>
          <a:endParaRPr lang="uk-UA"/>
        </a:p>
      </dgm:t>
    </dgm:pt>
    <dgm:pt modelId="{71147916-1169-442D-A9F4-45C7CAEC7611}">
      <dgm:prSet/>
      <dgm:spPr/>
      <dgm:t>
        <a:bodyPr/>
        <a:lstStyle/>
        <a:p>
          <a:r>
            <a:rPr lang="uk-UA" b="0" i="0"/>
            <a:t>поділ Речі Посполитої на окремі незалежні держави</a:t>
          </a:r>
          <a:endParaRPr lang="uk-UA"/>
        </a:p>
      </dgm:t>
    </dgm:pt>
    <dgm:pt modelId="{F646E764-83CF-417B-BB98-C13E165D59C2}" type="parTrans" cxnId="{4BFFB5B3-3075-46C4-9D1C-4D1F530001A5}">
      <dgm:prSet/>
      <dgm:spPr/>
      <dgm:t>
        <a:bodyPr/>
        <a:lstStyle/>
        <a:p>
          <a:endParaRPr lang="uk-UA"/>
        </a:p>
      </dgm:t>
    </dgm:pt>
    <dgm:pt modelId="{9B25C438-CD2C-4F48-BC79-A51F5A2AB98F}" type="sibTrans" cxnId="{4BFFB5B3-3075-46C4-9D1C-4D1F530001A5}">
      <dgm:prSet/>
      <dgm:spPr/>
      <dgm:t>
        <a:bodyPr/>
        <a:lstStyle/>
        <a:p>
          <a:endParaRPr lang="uk-UA"/>
        </a:p>
      </dgm:t>
    </dgm:pt>
    <dgm:pt modelId="{79AA23D9-DE0A-4320-812D-B4B47C87B40D}">
      <dgm:prSet/>
      <dgm:spPr/>
      <dgm:t>
        <a:bodyPr/>
        <a:lstStyle/>
        <a:p>
          <a:r>
            <a:rPr lang="uk-UA" b="0" i="0"/>
            <a:t>здобуття королівських регалій</a:t>
          </a:r>
          <a:endParaRPr lang="uk-UA"/>
        </a:p>
      </dgm:t>
    </dgm:pt>
    <dgm:pt modelId="{C8A132FA-AD04-48BC-B317-DD8E69698861}" type="parTrans" cxnId="{3A233A06-935A-4BDB-B056-98718875ABDE}">
      <dgm:prSet/>
      <dgm:spPr/>
      <dgm:t>
        <a:bodyPr/>
        <a:lstStyle/>
        <a:p>
          <a:endParaRPr lang="uk-UA"/>
        </a:p>
      </dgm:t>
    </dgm:pt>
    <dgm:pt modelId="{5D24F3D6-5453-46C1-9BFA-05304F471F21}" type="sibTrans" cxnId="{3A233A06-935A-4BDB-B056-98718875ABDE}">
      <dgm:prSet/>
      <dgm:spPr/>
      <dgm:t>
        <a:bodyPr/>
        <a:lstStyle/>
        <a:p>
          <a:endParaRPr lang="uk-UA"/>
        </a:p>
      </dgm:t>
    </dgm:pt>
    <dgm:pt modelId="{D3BB9980-4135-4EF9-872E-3B76287B7737}">
      <dgm:prSet/>
      <dgm:spPr/>
      <dgm:t>
        <a:bodyPr/>
        <a:lstStyle/>
        <a:p>
          <a:r>
            <a:rPr lang="uk-UA" b="0" i="0"/>
            <a:t>пошук союзників у боротьбі з Річчю Посполитою</a:t>
          </a:r>
          <a:endParaRPr lang="uk-UA"/>
        </a:p>
      </dgm:t>
    </dgm:pt>
    <dgm:pt modelId="{2C04469C-FA0A-4D1B-B3C8-7AB47245752A}" type="parTrans" cxnId="{B904446B-E86E-4716-9005-5549D9138D6D}">
      <dgm:prSet/>
      <dgm:spPr/>
      <dgm:t>
        <a:bodyPr/>
        <a:lstStyle/>
        <a:p>
          <a:endParaRPr lang="uk-UA"/>
        </a:p>
      </dgm:t>
    </dgm:pt>
    <dgm:pt modelId="{C1156C3A-07E6-459B-8B7C-6124DD0E6FCD}" type="sibTrans" cxnId="{B904446B-E86E-4716-9005-5549D9138D6D}">
      <dgm:prSet/>
      <dgm:spPr/>
      <dgm:t>
        <a:bodyPr/>
        <a:lstStyle/>
        <a:p>
          <a:endParaRPr lang="uk-UA"/>
        </a:p>
      </dgm:t>
    </dgm:pt>
    <dgm:pt modelId="{9F9D195F-FA95-4CFF-884E-ADD369B2C7ED}">
      <dgm:prSet/>
      <dgm:spPr/>
      <dgm:t>
        <a:bodyPr/>
        <a:lstStyle/>
        <a:p>
          <a:r>
            <a:rPr lang="uk-UA" b="0" i="0"/>
            <a:t>приєднання земель Слобідської України до Гетьманщини</a:t>
          </a:r>
          <a:endParaRPr lang="uk-UA"/>
        </a:p>
      </dgm:t>
    </dgm:pt>
    <dgm:pt modelId="{CCEEC7C2-733B-4841-8FB4-92BD1BCDD079}" type="parTrans" cxnId="{10BDD70D-9360-4E7B-946B-76DC324E6263}">
      <dgm:prSet/>
      <dgm:spPr/>
      <dgm:t>
        <a:bodyPr/>
        <a:lstStyle/>
        <a:p>
          <a:endParaRPr lang="uk-UA"/>
        </a:p>
      </dgm:t>
    </dgm:pt>
    <dgm:pt modelId="{D28B9D46-E5B5-43E4-9EF5-C3AE3F89816E}" type="sibTrans" cxnId="{10BDD70D-9360-4E7B-946B-76DC324E6263}">
      <dgm:prSet/>
      <dgm:spPr/>
      <dgm:t>
        <a:bodyPr/>
        <a:lstStyle/>
        <a:p>
          <a:endParaRPr lang="uk-UA"/>
        </a:p>
      </dgm:t>
    </dgm:pt>
    <dgm:pt modelId="{DBD778E2-DC9E-4EF3-85A9-E2927E9B84CD}" type="pres">
      <dgm:prSet presAssocID="{E2D9E884-857D-4718-843B-F8FC150EEA88}" presName="linear" presStyleCnt="0">
        <dgm:presLayoutVars>
          <dgm:animLvl val="lvl"/>
          <dgm:resizeHandles val="exact"/>
        </dgm:presLayoutVars>
      </dgm:prSet>
      <dgm:spPr/>
    </dgm:pt>
    <dgm:pt modelId="{393AE070-9498-40AC-B794-2821F0B24595}" type="pres">
      <dgm:prSet presAssocID="{D8AB5757-CB64-4868-8EDB-0EFB03C2E8A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8049C24-94F5-4B37-9E1E-D0240BD8F010}" type="pres">
      <dgm:prSet presAssocID="{3F0C6AF2-FC70-4D95-BC2C-C6BAD5F22A32}" presName="spacer" presStyleCnt="0"/>
      <dgm:spPr/>
    </dgm:pt>
    <dgm:pt modelId="{469C5A86-4FCF-4E7D-AFAF-537C7116D500}" type="pres">
      <dgm:prSet presAssocID="{FF6F56D6-C10D-4CD4-A569-146EE060E19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B0139C7-CD4E-4397-9968-DDC0B0C8E45E}" type="pres">
      <dgm:prSet presAssocID="{B7DD65E2-6F26-4B3C-8F91-D636B8D3F9CC}" presName="spacer" presStyleCnt="0"/>
      <dgm:spPr/>
    </dgm:pt>
    <dgm:pt modelId="{6A95757C-3113-46ED-8318-413B7801AE1F}" type="pres">
      <dgm:prSet presAssocID="{57D777D2-5503-4450-BC61-DD48BB7F212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1CFF803-3F18-4B9A-BEE4-3C87D8AB7436}" type="pres">
      <dgm:prSet presAssocID="{403B8806-8CB3-42B1-8E05-8410DC902134}" presName="spacer" presStyleCnt="0"/>
      <dgm:spPr/>
    </dgm:pt>
    <dgm:pt modelId="{91783F58-DD7C-40B1-8FAC-913577BCFD70}" type="pres">
      <dgm:prSet presAssocID="{71147916-1169-442D-A9F4-45C7CAEC761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CD47347-3925-482F-AADC-4EFF55E63561}" type="pres">
      <dgm:prSet presAssocID="{9B25C438-CD2C-4F48-BC79-A51F5A2AB98F}" presName="spacer" presStyleCnt="0"/>
      <dgm:spPr/>
    </dgm:pt>
    <dgm:pt modelId="{8942ADF5-9F24-48E5-964A-3E94923B7505}" type="pres">
      <dgm:prSet presAssocID="{79AA23D9-DE0A-4320-812D-B4B47C87B40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F326E80-F3B5-4DD1-80C6-5F8BA94DC49E}" type="pres">
      <dgm:prSet presAssocID="{5D24F3D6-5453-46C1-9BFA-05304F471F21}" presName="spacer" presStyleCnt="0"/>
      <dgm:spPr/>
    </dgm:pt>
    <dgm:pt modelId="{B9CB55B6-77FC-4AB6-AADB-7D3906C43CF6}" type="pres">
      <dgm:prSet presAssocID="{D3BB9980-4135-4EF9-872E-3B76287B773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86C5AFA-6FA7-4936-9079-4BF9649472DC}" type="pres">
      <dgm:prSet presAssocID="{C1156C3A-07E6-459B-8B7C-6124DD0E6FCD}" presName="spacer" presStyleCnt="0"/>
      <dgm:spPr/>
    </dgm:pt>
    <dgm:pt modelId="{A8BB377B-D620-477E-8A08-8E1046672F42}" type="pres">
      <dgm:prSet presAssocID="{9F9D195F-FA95-4CFF-884E-ADD369B2C7E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A233A06-935A-4BDB-B056-98718875ABDE}" srcId="{E2D9E884-857D-4718-843B-F8FC150EEA88}" destId="{79AA23D9-DE0A-4320-812D-B4B47C87B40D}" srcOrd="4" destOrd="0" parTransId="{C8A132FA-AD04-48BC-B317-DD8E69698861}" sibTransId="{5D24F3D6-5453-46C1-9BFA-05304F471F21}"/>
    <dgm:cxn modelId="{10BDD70D-9360-4E7B-946B-76DC324E6263}" srcId="{E2D9E884-857D-4718-843B-F8FC150EEA88}" destId="{9F9D195F-FA95-4CFF-884E-ADD369B2C7ED}" srcOrd="6" destOrd="0" parTransId="{CCEEC7C2-733B-4841-8FB4-92BD1BCDD079}" sibTransId="{D28B9D46-E5B5-43E4-9EF5-C3AE3F89816E}"/>
    <dgm:cxn modelId="{2C471B1A-29A5-4B1E-BCE4-1B4FAFB2CE0A}" srcId="{E2D9E884-857D-4718-843B-F8FC150EEA88}" destId="{57D777D2-5503-4450-BC61-DD48BB7F2124}" srcOrd="2" destOrd="0" parTransId="{3615DD35-22C5-4055-A506-4C3FCD5A1275}" sibTransId="{403B8806-8CB3-42B1-8E05-8410DC902134}"/>
    <dgm:cxn modelId="{D6B8AD27-699A-4343-AB6C-53B4034C2557}" type="presOf" srcId="{D8AB5757-CB64-4868-8EDB-0EFB03C2E8AE}" destId="{393AE070-9498-40AC-B794-2821F0B24595}" srcOrd="0" destOrd="0" presId="urn:microsoft.com/office/officeart/2005/8/layout/vList2"/>
    <dgm:cxn modelId="{67D3205C-65D1-4373-9E40-DE5F1384B37B}" type="presOf" srcId="{71147916-1169-442D-A9F4-45C7CAEC7611}" destId="{91783F58-DD7C-40B1-8FAC-913577BCFD70}" srcOrd="0" destOrd="0" presId="urn:microsoft.com/office/officeart/2005/8/layout/vList2"/>
    <dgm:cxn modelId="{9AEE9763-8097-4BF2-A236-F29B8B067EA0}" type="presOf" srcId="{79AA23D9-DE0A-4320-812D-B4B47C87B40D}" destId="{8942ADF5-9F24-48E5-964A-3E94923B7505}" srcOrd="0" destOrd="0" presId="urn:microsoft.com/office/officeart/2005/8/layout/vList2"/>
    <dgm:cxn modelId="{B904446B-E86E-4716-9005-5549D9138D6D}" srcId="{E2D9E884-857D-4718-843B-F8FC150EEA88}" destId="{D3BB9980-4135-4EF9-872E-3B76287B7737}" srcOrd="5" destOrd="0" parTransId="{2C04469C-FA0A-4D1B-B3C8-7AB47245752A}" sibTransId="{C1156C3A-07E6-459B-8B7C-6124DD0E6FCD}"/>
    <dgm:cxn modelId="{988EC076-70E9-4BCC-8FB7-61F9FE9A36BB}" srcId="{E2D9E884-857D-4718-843B-F8FC150EEA88}" destId="{FF6F56D6-C10D-4CD4-A569-146EE060E195}" srcOrd="1" destOrd="0" parTransId="{04D5BA8C-E3DD-4714-97C3-D6987DAE2632}" sibTransId="{B7DD65E2-6F26-4B3C-8F91-D636B8D3F9CC}"/>
    <dgm:cxn modelId="{2E018D83-8642-458F-84AA-B992E5D088D1}" type="presOf" srcId="{D3BB9980-4135-4EF9-872E-3B76287B7737}" destId="{B9CB55B6-77FC-4AB6-AADB-7D3906C43CF6}" srcOrd="0" destOrd="0" presId="urn:microsoft.com/office/officeart/2005/8/layout/vList2"/>
    <dgm:cxn modelId="{5D12AF8C-732F-4F4E-B61B-692EB1562324}" type="presOf" srcId="{9F9D195F-FA95-4CFF-884E-ADD369B2C7ED}" destId="{A8BB377B-D620-477E-8A08-8E1046672F42}" srcOrd="0" destOrd="0" presId="urn:microsoft.com/office/officeart/2005/8/layout/vList2"/>
    <dgm:cxn modelId="{4BFFB5B3-3075-46C4-9D1C-4D1F530001A5}" srcId="{E2D9E884-857D-4718-843B-F8FC150EEA88}" destId="{71147916-1169-442D-A9F4-45C7CAEC7611}" srcOrd="3" destOrd="0" parTransId="{F646E764-83CF-417B-BB98-C13E165D59C2}" sibTransId="{9B25C438-CD2C-4F48-BC79-A51F5A2AB98F}"/>
    <dgm:cxn modelId="{D6B263BA-4D24-499D-8A86-8B674C0CBE24}" type="presOf" srcId="{E2D9E884-857D-4718-843B-F8FC150EEA88}" destId="{DBD778E2-DC9E-4EF3-85A9-E2927E9B84CD}" srcOrd="0" destOrd="0" presId="urn:microsoft.com/office/officeart/2005/8/layout/vList2"/>
    <dgm:cxn modelId="{0149F2C3-FDF6-49EC-856E-6A86D58A430A}" type="presOf" srcId="{FF6F56D6-C10D-4CD4-A569-146EE060E195}" destId="{469C5A86-4FCF-4E7D-AFAF-537C7116D500}" srcOrd="0" destOrd="0" presId="urn:microsoft.com/office/officeart/2005/8/layout/vList2"/>
    <dgm:cxn modelId="{17A933E3-C7F8-4936-9205-D1B3518591C9}" type="presOf" srcId="{57D777D2-5503-4450-BC61-DD48BB7F2124}" destId="{6A95757C-3113-46ED-8318-413B7801AE1F}" srcOrd="0" destOrd="0" presId="urn:microsoft.com/office/officeart/2005/8/layout/vList2"/>
    <dgm:cxn modelId="{BBFA6BFF-D18F-44D2-82F0-1640849AE7D3}" srcId="{E2D9E884-857D-4718-843B-F8FC150EEA88}" destId="{D8AB5757-CB64-4868-8EDB-0EFB03C2E8AE}" srcOrd="0" destOrd="0" parTransId="{69C49857-8577-47F6-8D0F-916EB5A32318}" sibTransId="{3F0C6AF2-FC70-4D95-BC2C-C6BAD5F22A32}"/>
    <dgm:cxn modelId="{D3850B95-D719-4E0C-B577-8763217133CF}" type="presParOf" srcId="{DBD778E2-DC9E-4EF3-85A9-E2927E9B84CD}" destId="{393AE070-9498-40AC-B794-2821F0B24595}" srcOrd="0" destOrd="0" presId="urn:microsoft.com/office/officeart/2005/8/layout/vList2"/>
    <dgm:cxn modelId="{450D07E4-C1AC-4687-B0D9-163D5A7EE0A8}" type="presParOf" srcId="{DBD778E2-DC9E-4EF3-85A9-E2927E9B84CD}" destId="{48049C24-94F5-4B37-9E1E-D0240BD8F010}" srcOrd="1" destOrd="0" presId="urn:microsoft.com/office/officeart/2005/8/layout/vList2"/>
    <dgm:cxn modelId="{3C526343-8E6C-4B0E-AC74-D2C9B66B36A9}" type="presParOf" srcId="{DBD778E2-DC9E-4EF3-85A9-E2927E9B84CD}" destId="{469C5A86-4FCF-4E7D-AFAF-537C7116D500}" srcOrd="2" destOrd="0" presId="urn:microsoft.com/office/officeart/2005/8/layout/vList2"/>
    <dgm:cxn modelId="{CD99D895-B14E-4B2D-8BA5-7FC13317536A}" type="presParOf" srcId="{DBD778E2-DC9E-4EF3-85A9-E2927E9B84CD}" destId="{3B0139C7-CD4E-4397-9968-DDC0B0C8E45E}" srcOrd="3" destOrd="0" presId="urn:microsoft.com/office/officeart/2005/8/layout/vList2"/>
    <dgm:cxn modelId="{993E12A1-7A25-4E8E-BEBE-6DA8DDF4FDF4}" type="presParOf" srcId="{DBD778E2-DC9E-4EF3-85A9-E2927E9B84CD}" destId="{6A95757C-3113-46ED-8318-413B7801AE1F}" srcOrd="4" destOrd="0" presId="urn:microsoft.com/office/officeart/2005/8/layout/vList2"/>
    <dgm:cxn modelId="{6DD8EB13-C038-4A0E-A929-3AF8530291C8}" type="presParOf" srcId="{DBD778E2-DC9E-4EF3-85A9-E2927E9B84CD}" destId="{E1CFF803-3F18-4B9A-BEE4-3C87D8AB7436}" srcOrd="5" destOrd="0" presId="urn:microsoft.com/office/officeart/2005/8/layout/vList2"/>
    <dgm:cxn modelId="{5D6F7AD3-7B05-4E9D-AA70-E7A02664F571}" type="presParOf" srcId="{DBD778E2-DC9E-4EF3-85A9-E2927E9B84CD}" destId="{91783F58-DD7C-40B1-8FAC-913577BCFD70}" srcOrd="6" destOrd="0" presId="urn:microsoft.com/office/officeart/2005/8/layout/vList2"/>
    <dgm:cxn modelId="{30D10C7A-F76B-4E66-A86B-610DF545EB48}" type="presParOf" srcId="{DBD778E2-DC9E-4EF3-85A9-E2927E9B84CD}" destId="{ECD47347-3925-482F-AADC-4EFF55E63561}" srcOrd="7" destOrd="0" presId="urn:microsoft.com/office/officeart/2005/8/layout/vList2"/>
    <dgm:cxn modelId="{8D89C382-921E-4CC9-87A2-384BB189BED6}" type="presParOf" srcId="{DBD778E2-DC9E-4EF3-85A9-E2927E9B84CD}" destId="{8942ADF5-9F24-48E5-964A-3E94923B7505}" srcOrd="8" destOrd="0" presId="urn:microsoft.com/office/officeart/2005/8/layout/vList2"/>
    <dgm:cxn modelId="{AEF03996-BF25-436B-A7FA-A897ED82B139}" type="presParOf" srcId="{DBD778E2-DC9E-4EF3-85A9-E2927E9B84CD}" destId="{FF326E80-F3B5-4DD1-80C6-5F8BA94DC49E}" srcOrd="9" destOrd="0" presId="urn:microsoft.com/office/officeart/2005/8/layout/vList2"/>
    <dgm:cxn modelId="{3EB0F7ED-3199-45F6-A957-B2AD412F1978}" type="presParOf" srcId="{DBD778E2-DC9E-4EF3-85A9-E2927E9B84CD}" destId="{B9CB55B6-77FC-4AB6-AADB-7D3906C43CF6}" srcOrd="10" destOrd="0" presId="urn:microsoft.com/office/officeart/2005/8/layout/vList2"/>
    <dgm:cxn modelId="{FBAE262F-7014-406E-97C3-341131529A25}" type="presParOf" srcId="{DBD778E2-DC9E-4EF3-85A9-E2927E9B84CD}" destId="{086C5AFA-6FA7-4936-9079-4BF9649472DC}" srcOrd="11" destOrd="0" presId="urn:microsoft.com/office/officeart/2005/8/layout/vList2"/>
    <dgm:cxn modelId="{BB1C5130-B91C-4703-AA4D-215F7E320480}" type="presParOf" srcId="{DBD778E2-DC9E-4EF3-85A9-E2927E9B84CD}" destId="{A8BB377B-D620-477E-8A08-8E1046672F4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7B88DE6-34BC-4B2B-8022-5209E76D028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4D369AD-6714-4ACE-96DF-624D308255FB}">
      <dgm:prSet/>
      <dgm:spPr/>
      <dgm:t>
        <a:bodyPr/>
        <a:lstStyle/>
        <a:p>
          <a:r>
            <a:rPr lang="uk-UA" b="0" i="0"/>
            <a:t>ускладнення українсько-московських відносин, створення воєнно-політичного союзу Гетьманщини, Трансільванії та Швеції проти Речі Посполитої</a:t>
          </a:r>
          <a:endParaRPr lang="uk-UA"/>
        </a:p>
      </dgm:t>
    </dgm:pt>
    <dgm:pt modelId="{5E7F9892-9AA6-48D7-9A97-6C5818F921B8}" type="parTrans" cxnId="{57B8A405-BAC4-45E2-9CD0-D1EEAD3D1055}">
      <dgm:prSet/>
      <dgm:spPr/>
      <dgm:t>
        <a:bodyPr/>
        <a:lstStyle/>
        <a:p>
          <a:endParaRPr lang="uk-UA"/>
        </a:p>
      </dgm:t>
    </dgm:pt>
    <dgm:pt modelId="{E07AEAA1-EE56-4A14-949A-3C9C13EE2104}" type="sibTrans" cxnId="{57B8A405-BAC4-45E2-9CD0-D1EEAD3D1055}">
      <dgm:prSet/>
      <dgm:spPr/>
      <dgm:t>
        <a:bodyPr/>
        <a:lstStyle/>
        <a:p>
          <a:endParaRPr lang="uk-UA"/>
        </a:p>
      </dgm:t>
    </dgm:pt>
    <dgm:pt modelId="{90B792A8-3354-4647-8BE3-3422453C4024}">
      <dgm:prSet/>
      <dgm:spPr/>
      <dgm:t>
        <a:bodyPr/>
        <a:lstStyle/>
        <a:p>
          <a:r>
            <a:rPr lang="uk-UA" b="0" i="0"/>
            <a:t>укладення договору про взаємодопомогу між Річчю Посполитою та Кримським ханством, вторгнення польського й татарського війська на Поділля</a:t>
          </a:r>
          <a:endParaRPr lang="uk-UA"/>
        </a:p>
      </dgm:t>
    </dgm:pt>
    <dgm:pt modelId="{FC4A0346-F235-4359-905F-F11CC2271BD3}" type="parTrans" cxnId="{3581F040-6680-42A4-A006-F7AF90B0F37C}">
      <dgm:prSet/>
      <dgm:spPr/>
      <dgm:t>
        <a:bodyPr/>
        <a:lstStyle/>
        <a:p>
          <a:endParaRPr lang="uk-UA"/>
        </a:p>
      </dgm:t>
    </dgm:pt>
    <dgm:pt modelId="{6954A8ED-7C0C-4721-98FF-1FC4C7B4A9D7}" type="sibTrans" cxnId="{3581F040-6680-42A4-A006-F7AF90B0F37C}">
      <dgm:prSet/>
      <dgm:spPr/>
      <dgm:t>
        <a:bodyPr/>
        <a:lstStyle/>
        <a:p>
          <a:endParaRPr lang="uk-UA"/>
        </a:p>
      </dgm:t>
    </dgm:pt>
    <dgm:pt modelId="{6D1309B6-D0DA-44B4-AA1D-5B517B73E5EE}">
      <dgm:prSet/>
      <dgm:spPr/>
      <dgm:t>
        <a:bodyPr/>
        <a:lstStyle/>
        <a:p>
          <a:r>
            <a:rPr lang="uk-UA" b="0" i="0"/>
            <a:t>розрив Гетьманщиною союзу з Московським царством, ухвалення рішення про перехід під протекторат Османської імперії</a:t>
          </a:r>
          <a:endParaRPr lang="uk-UA"/>
        </a:p>
      </dgm:t>
    </dgm:pt>
    <dgm:pt modelId="{53E0D5D6-39E9-40F9-B634-886C81F094A3}" type="parTrans" cxnId="{ED44BCA4-EBDD-4EB8-BCA3-09982D59A93D}">
      <dgm:prSet/>
      <dgm:spPr/>
      <dgm:t>
        <a:bodyPr/>
        <a:lstStyle/>
        <a:p>
          <a:endParaRPr lang="uk-UA"/>
        </a:p>
      </dgm:t>
    </dgm:pt>
    <dgm:pt modelId="{5BFCC918-C859-4B8F-A4AA-63B24A404850}" type="sibTrans" cxnId="{ED44BCA4-EBDD-4EB8-BCA3-09982D59A93D}">
      <dgm:prSet/>
      <dgm:spPr/>
      <dgm:t>
        <a:bodyPr/>
        <a:lstStyle/>
        <a:p>
          <a:endParaRPr lang="uk-UA"/>
        </a:p>
      </dgm:t>
    </dgm:pt>
    <dgm:pt modelId="{0E6D372A-83D4-4FF6-9066-CF6CF455A691}">
      <dgm:prSet/>
      <dgm:spPr/>
      <dgm:t>
        <a:bodyPr/>
        <a:lstStyle/>
        <a:p>
          <a:r>
            <a:rPr lang="uk-UA" b="0" i="0"/>
            <a:t>остаточне закріплення територіального поділу Гетьманщини, участь козацьких полків у військових походах проти Кримського ханства</a:t>
          </a:r>
          <a:endParaRPr lang="uk-UA"/>
        </a:p>
      </dgm:t>
    </dgm:pt>
    <dgm:pt modelId="{FA447C38-0F93-4A03-9318-5AD91164CDCF}" type="parTrans" cxnId="{7179A295-F53F-4F7E-A54E-FC72B63639D0}">
      <dgm:prSet/>
      <dgm:spPr/>
      <dgm:t>
        <a:bodyPr/>
        <a:lstStyle/>
        <a:p>
          <a:endParaRPr lang="uk-UA"/>
        </a:p>
      </dgm:t>
    </dgm:pt>
    <dgm:pt modelId="{7822516B-D4B0-4BE8-8CFD-8C34C5110F94}" type="sibTrans" cxnId="{7179A295-F53F-4F7E-A54E-FC72B63639D0}">
      <dgm:prSet/>
      <dgm:spPr/>
      <dgm:t>
        <a:bodyPr/>
        <a:lstStyle/>
        <a:p>
          <a:endParaRPr lang="uk-UA"/>
        </a:p>
      </dgm:t>
    </dgm:pt>
    <dgm:pt modelId="{36ED07E3-8D77-483E-BC27-5B707E2E225D}" type="pres">
      <dgm:prSet presAssocID="{C7B88DE6-34BC-4B2B-8022-5209E76D0281}" presName="linearFlow" presStyleCnt="0">
        <dgm:presLayoutVars>
          <dgm:dir/>
          <dgm:resizeHandles val="exact"/>
        </dgm:presLayoutVars>
      </dgm:prSet>
      <dgm:spPr/>
    </dgm:pt>
    <dgm:pt modelId="{5EFB1014-F8B5-44AF-901D-661CAD64A5CC}" type="pres">
      <dgm:prSet presAssocID="{E4D369AD-6714-4ACE-96DF-624D308255FB}" presName="composite" presStyleCnt="0"/>
      <dgm:spPr/>
    </dgm:pt>
    <dgm:pt modelId="{CAF4D435-5A24-4DE2-8371-F9FB7DCA9774}" type="pres">
      <dgm:prSet presAssocID="{E4D369AD-6714-4ACE-96DF-624D308255FB}" presName="imgShp" presStyleLbl="fgImgPlace1" presStyleIdx="0" presStyleCnt="4"/>
      <dgm:spPr/>
    </dgm:pt>
    <dgm:pt modelId="{9DB10F0F-9D1E-4267-AFC0-7EA7744D56AD}" type="pres">
      <dgm:prSet presAssocID="{E4D369AD-6714-4ACE-96DF-624D308255FB}" presName="txShp" presStyleLbl="node1" presStyleIdx="0" presStyleCnt="4">
        <dgm:presLayoutVars>
          <dgm:bulletEnabled val="1"/>
        </dgm:presLayoutVars>
      </dgm:prSet>
      <dgm:spPr/>
    </dgm:pt>
    <dgm:pt modelId="{702EC75A-AA93-4290-8180-5FE8F7308E0D}" type="pres">
      <dgm:prSet presAssocID="{E07AEAA1-EE56-4A14-949A-3C9C13EE2104}" presName="spacing" presStyleCnt="0"/>
      <dgm:spPr/>
    </dgm:pt>
    <dgm:pt modelId="{0142FAEF-8C6F-43E4-B6D5-34368B9A33A8}" type="pres">
      <dgm:prSet presAssocID="{90B792A8-3354-4647-8BE3-3422453C4024}" presName="composite" presStyleCnt="0"/>
      <dgm:spPr/>
    </dgm:pt>
    <dgm:pt modelId="{248C8552-83BF-4859-924C-81D0CA2934BE}" type="pres">
      <dgm:prSet presAssocID="{90B792A8-3354-4647-8BE3-3422453C4024}" presName="imgShp" presStyleLbl="fgImgPlace1" presStyleIdx="1" presStyleCnt="4"/>
      <dgm:spPr/>
    </dgm:pt>
    <dgm:pt modelId="{ABA62185-B7CA-4E25-BFD6-0253D9ACCA62}" type="pres">
      <dgm:prSet presAssocID="{90B792A8-3354-4647-8BE3-3422453C4024}" presName="txShp" presStyleLbl="node1" presStyleIdx="1" presStyleCnt="4">
        <dgm:presLayoutVars>
          <dgm:bulletEnabled val="1"/>
        </dgm:presLayoutVars>
      </dgm:prSet>
      <dgm:spPr/>
    </dgm:pt>
    <dgm:pt modelId="{08F3D119-1D90-4361-9184-B8AF7A59CEFA}" type="pres">
      <dgm:prSet presAssocID="{6954A8ED-7C0C-4721-98FF-1FC4C7B4A9D7}" presName="spacing" presStyleCnt="0"/>
      <dgm:spPr/>
    </dgm:pt>
    <dgm:pt modelId="{B4F77B69-7FE3-4153-AF54-B9F3A7AB4321}" type="pres">
      <dgm:prSet presAssocID="{6D1309B6-D0DA-44B4-AA1D-5B517B73E5EE}" presName="composite" presStyleCnt="0"/>
      <dgm:spPr/>
    </dgm:pt>
    <dgm:pt modelId="{0CDE8A3D-3F92-4CDE-93A1-73514074D714}" type="pres">
      <dgm:prSet presAssocID="{6D1309B6-D0DA-44B4-AA1D-5B517B73E5EE}" presName="imgShp" presStyleLbl="fgImgPlace1" presStyleIdx="2" presStyleCnt="4"/>
      <dgm:spPr/>
    </dgm:pt>
    <dgm:pt modelId="{3DB4B529-9199-41E2-BA7F-6001B18FEA7C}" type="pres">
      <dgm:prSet presAssocID="{6D1309B6-D0DA-44B4-AA1D-5B517B73E5EE}" presName="txShp" presStyleLbl="node1" presStyleIdx="2" presStyleCnt="4">
        <dgm:presLayoutVars>
          <dgm:bulletEnabled val="1"/>
        </dgm:presLayoutVars>
      </dgm:prSet>
      <dgm:spPr/>
    </dgm:pt>
    <dgm:pt modelId="{504CA439-B1A9-4752-9240-05FF17FD993E}" type="pres">
      <dgm:prSet presAssocID="{5BFCC918-C859-4B8F-A4AA-63B24A404850}" presName="spacing" presStyleCnt="0"/>
      <dgm:spPr/>
    </dgm:pt>
    <dgm:pt modelId="{50E375B0-0DE8-4766-84EA-FEC35D318C41}" type="pres">
      <dgm:prSet presAssocID="{0E6D372A-83D4-4FF6-9066-CF6CF455A691}" presName="composite" presStyleCnt="0"/>
      <dgm:spPr/>
    </dgm:pt>
    <dgm:pt modelId="{1760ABB0-1F32-4876-93E6-1435402D604F}" type="pres">
      <dgm:prSet presAssocID="{0E6D372A-83D4-4FF6-9066-CF6CF455A691}" presName="imgShp" presStyleLbl="fgImgPlace1" presStyleIdx="3" presStyleCnt="4"/>
      <dgm:spPr/>
    </dgm:pt>
    <dgm:pt modelId="{7D676927-6A6D-4760-91EB-6A9D97A54A71}" type="pres">
      <dgm:prSet presAssocID="{0E6D372A-83D4-4FF6-9066-CF6CF455A691}" presName="txShp" presStyleLbl="node1" presStyleIdx="3" presStyleCnt="4">
        <dgm:presLayoutVars>
          <dgm:bulletEnabled val="1"/>
        </dgm:presLayoutVars>
      </dgm:prSet>
      <dgm:spPr/>
    </dgm:pt>
  </dgm:ptLst>
  <dgm:cxnLst>
    <dgm:cxn modelId="{57B8A405-BAC4-45E2-9CD0-D1EEAD3D1055}" srcId="{C7B88DE6-34BC-4B2B-8022-5209E76D0281}" destId="{E4D369AD-6714-4ACE-96DF-624D308255FB}" srcOrd="0" destOrd="0" parTransId="{5E7F9892-9AA6-48D7-9A97-6C5818F921B8}" sibTransId="{E07AEAA1-EE56-4A14-949A-3C9C13EE2104}"/>
    <dgm:cxn modelId="{17508C2B-AD29-4428-A26F-EBCEE6F80AFB}" type="presOf" srcId="{C7B88DE6-34BC-4B2B-8022-5209E76D0281}" destId="{36ED07E3-8D77-483E-BC27-5B707E2E225D}" srcOrd="0" destOrd="0" presId="urn:microsoft.com/office/officeart/2005/8/layout/vList3"/>
    <dgm:cxn modelId="{06F89E37-533B-40C0-A65B-B05C0F6612A4}" type="presOf" srcId="{0E6D372A-83D4-4FF6-9066-CF6CF455A691}" destId="{7D676927-6A6D-4760-91EB-6A9D97A54A71}" srcOrd="0" destOrd="0" presId="urn:microsoft.com/office/officeart/2005/8/layout/vList3"/>
    <dgm:cxn modelId="{3581F040-6680-42A4-A006-F7AF90B0F37C}" srcId="{C7B88DE6-34BC-4B2B-8022-5209E76D0281}" destId="{90B792A8-3354-4647-8BE3-3422453C4024}" srcOrd="1" destOrd="0" parTransId="{FC4A0346-F235-4359-905F-F11CC2271BD3}" sibTransId="{6954A8ED-7C0C-4721-98FF-1FC4C7B4A9D7}"/>
    <dgm:cxn modelId="{689CC66D-8FF9-4EB2-8E70-D7FF3DC90D18}" type="presOf" srcId="{90B792A8-3354-4647-8BE3-3422453C4024}" destId="{ABA62185-B7CA-4E25-BFD6-0253D9ACCA62}" srcOrd="0" destOrd="0" presId="urn:microsoft.com/office/officeart/2005/8/layout/vList3"/>
    <dgm:cxn modelId="{7179A295-F53F-4F7E-A54E-FC72B63639D0}" srcId="{C7B88DE6-34BC-4B2B-8022-5209E76D0281}" destId="{0E6D372A-83D4-4FF6-9066-CF6CF455A691}" srcOrd="3" destOrd="0" parTransId="{FA447C38-0F93-4A03-9318-5AD91164CDCF}" sibTransId="{7822516B-D4B0-4BE8-8CFD-8C34C5110F94}"/>
    <dgm:cxn modelId="{ED44BCA4-EBDD-4EB8-BCA3-09982D59A93D}" srcId="{C7B88DE6-34BC-4B2B-8022-5209E76D0281}" destId="{6D1309B6-D0DA-44B4-AA1D-5B517B73E5EE}" srcOrd="2" destOrd="0" parTransId="{53E0D5D6-39E9-40F9-B634-886C81F094A3}" sibTransId="{5BFCC918-C859-4B8F-A4AA-63B24A404850}"/>
    <dgm:cxn modelId="{3AF2FDB4-DCBB-4F4F-9C26-86BDFBF95ACC}" type="presOf" srcId="{6D1309B6-D0DA-44B4-AA1D-5B517B73E5EE}" destId="{3DB4B529-9199-41E2-BA7F-6001B18FEA7C}" srcOrd="0" destOrd="0" presId="urn:microsoft.com/office/officeart/2005/8/layout/vList3"/>
    <dgm:cxn modelId="{85B9AED7-4659-42E8-8A2C-C55B7F730DC2}" type="presOf" srcId="{E4D369AD-6714-4ACE-96DF-624D308255FB}" destId="{9DB10F0F-9D1E-4267-AFC0-7EA7744D56AD}" srcOrd="0" destOrd="0" presId="urn:microsoft.com/office/officeart/2005/8/layout/vList3"/>
    <dgm:cxn modelId="{1B03E2C8-DA79-4B93-AC3F-3FD5AB7607E9}" type="presParOf" srcId="{36ED07E3-8D77-483E-BC27-5B707E2E225D}" destId="{5EFB1014-F8B5-44AF-901D-661CAD64A5CC}" srcOrd="0" destOrd="0" presId="urn:microsoft.com/office/officeart/2005/8/layout/vList3"/>
    <dgm:cxn modelId="{A3652DDA-3AA9-4D06-8EE6-6E18A434D1E4}" type="presParOf" srcId="{5EFB1014-F8B5-44AF-901D-661CAD64A5CC}" destId="{CAF4D435-5A24-4DE2-8371-F9FB7DCA9774}" srcOrd="0" destOrd="0" presId="urn:microsoft.com/office/officeart/2005/8/layout/vList3"/>
    <dgm:cxn modelId="{E4C36374-1462-474C-882E-F5132E4C9271}" type="presParOf" srcId="{5EFB1014-F8B5-44AF-901D-661CAD64A5CC}" destId="{9DB10F0F-9D1E-4267-AFC0-7EA7744D56AD}" srcOrd="1" destOrd="0" presId="urn:microsoft.com/office/officeart/2005/8/layout/vList3"/>
    <dgm:cxn modelId="{2869104B-D66A-4ACF-9FED-F34FB0A0B2F7}" type="presParOf" srcId="{36ED07E3-8D77-483E-BC27-5B707E2E225D}" destId="{702EC75A-AA93-4290-8180-5FE8F7308E0D}" srcOrd="1" destOrd="0" presId="urn:microsoft.com/office/officeart/2005/8/layout/vList3"/>
    <dgm:cxn modelId="{095EAE05-BE4D-4D5B-9D74-5529A6F3534B}" type="presParOf" srcId="{36ED07E3-8D77-483E-BC27-5B707E2E225D}" destId="{0142FAEF-8C6F-43E4-B6D5-34368B9A33A8}" srcOrd="2" destOrd="0" presId="urn:microsoft.com/office/officeart/2005/8/layout/vList3"/>
    <dgm:cxn modelId="{E80970AA-FED6-4B3B-BEE1-75A40B5CA31F}" type="presParOf" srcId="{0142FAEF-8C6F-43E4-B6D5-34368B9A33A8}" destId="{248C8552-83BF-4859-924C-81D0CA2934BE}" srcOrd="0" destOrd="0" presId="urn:microsoft.com/office/officeart/2005/8/layout/vList3"/>
    <dgm:cxn modelId="{1E503F30-ECD9-4F55-A22B-BBAEFC4D5AB8}" type="presParOf" srcId="{0142FAEF-8C6F-43E4-B6D5-34368B9A33A8}" destId="{ABA62185-B7CA-4E25-BFD6-0253D9ACCA62}" srcOrd="1" destOrd="0" presId="urn:microsoft.com/office/officeart/2005/8/layout/vList3"/>
    <dgm:cxn modelId="{8E1AE598-FFE2-4F89-9671-80F82B0666FC}" type="presParOf" srcId="{36ED07E3-8D77-483E-BC27-5B707E2E225D}" destId="{08F3D119-1D90-4361-9184-B8AF7A59CEFA}" srcOrd="3" destOrd="0" presId="urn:microsoft.com/office/officeart/2005/8/layout/vList3"/>
    <dgm:cxn modelId="{7ECBFF24-4FE3-41E3-86C0-450F302F3E8D}" type="presParOf" srcId="{36ED07E3-8D77-483E-BC27-5B707E2E225D}" destId="{B4F77B69-7FE3-4153-AF54-B9F3A7AB4321}" srcOrd="4" destOrd="0" presId="urn:microsoft.com/office/officeart/2005/8/layout/vList3"/>
    <dgm:cxn modelId="{1B819B7A-B7AA-45A0-A40C-C0E90FFE96FC}" type="presParOf" srcId="{B4F77B69-7FE3-4153-AF54-B9F3A7AB4321}" destId="{0CDE8A3D-3F92-4CDE-93A1-73514074D714}" srcOrd="0" destOrd="0" presId="urn:microsoft.com/office/officeart/2005/8/layout/vList3"/>
    <dgm:cxn modelId="{9B56D3C2-A313-4BA4-827B-82D3BE94928D}" type="presParOf" srcId="{B4F77B69-7FE3-4153-AF54-B9F3A7AB4321}" destId="{3DB4B529-9199-41E2-BA7F-6001B18FEA7C}" srcOrd="1" destOrd="0" presId="urn:microsoft.com/office/officeart/2005/8/layout/vList3"/>
    <dgm:cxn modelId="{D2ED9ACE-AF57-49C9-A37B-92DC056A83D8}" type="presParOf" srcId="{36ED07E3-8D77-483E-BC27-5B707E2E225D}" destId="{504CA439-B1A9-4752-9240-05FF17FD993E}" srcOrd="5" destOrd="0" presId="urn:microsoft.com/office/officeart/2005/8/layout/vList3"/>
    <dgm:cxn modelId="{910E81F5-F837-498C-AFDE-A91B0195544A}" type="presParOf" srcId="{36ED07E3-8D77-483E-BC27-5B707E2E225D}" destId="{50E375B0-0DE8-4766-84EA-FEC35D318C41}" srcOrd="6" destOrd="0" presId="urn:microsoft.com/office/officeart/2005/8/layout/vList3"/>
    <dgm:cxn modelId="{0AC85A02-98B7-4A92-9106-084FAE05F0C2}" type="presParOf" srcId="{50E375B0-0DE8-4766-84EA-FEC35D318C41}" destId="{1760ABB0-1F32-4876-93E6-1435402D604F}" srcOrd="0" destOrd="0" presId="urn:microsoft.com/office/officeart/2005/8/layout/vList3"/>
    <dgm:cxn modelId="{A7895C5E-A10D-4B9C-8AE1-DF11BA3FE23E}" type="presParOf" srcId="{50E375B0-0DE8-4766-84EA-FEC35D318C41}" destId="{7D676927-6A6D-4760-91EB-6A9D97A54A7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C1469E5-70B2-45AF-B279-495B032D5D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1587171-A030-48D4-96C3-39DAFEF4D97E}">
      <dgm:prSet/>
      <dgm:spPr/>
      <dgm:t>
        <a:bodyPr/>
        <a:lstStyle/>
        <a:p>
          <a:r>
            <a:rPr lang="uk-UA" b="0" i="0"/>
            <a:t>здійснення Молдавських походів козацького війська.</a:t>
          </a:r>
          <a:endParaRPr lang="uk-UA"/>
        </a:p>
      </dgm:t>
    </dgm:pt>
    <dgm:pt modelId="{BBF1BAAD-FCCF-4ED1-8ADE-1DB2F0E5F29C}" type="parTrans" cxnId="{9573D5DA-4E08-4FA2-AB0F-D367F02F3ED3}">
      <dgm:prSet/>
      <dgm:spPr/>
      <dgm:t>
        <a:bodyPr/>
        <a:lstStyle/>
        <a:p>
          <a:endParaRPr lang="uk-UA"/>
        </a:p>
      </dgm:t>
    </dgm:pt>
    <dgm:pt modelId="{17732929-DE93-4066-9845-5F676733E2AF}" type="sibTrans" cxnId="{9573D5DA-4E08-4FA2-AB0F-D367F02F3ED3}">
      <dgm:prSet/>
      <dgm:spPr/>
      <dgm:t>
        <a:bodyPr/>
        <a:lstStyle/>
        <a:p>
          <a:endParaRPr lang="uk-UA"/>
        </a:p>
      </dgm:t>
    </dgm:pt>
    <dgm:pt modelId="{54206974-C4D3-49DA-A58F-5518D3A37A8D}">
      <dgm:prSet/>
      <dgm:spPr/>
      <dgm:t>
        <a:bodyPr/>
        <a:lstStyle/>
        <a:p>
          <a:r>
            <a:rPr lang="uk-UA" b="0" i="0"/>
            <a:t>пошуку нових союзників у війні з Річчю Посполитою.</a:t>
          </a:r>
          <a:endParaRPr lang="uk-UA"/>
        </a:p>
      </dgm:t>
    </dgm:pt>
    <dgm:pt modelId="{0ADC4548-D8E3-4A71-9D14-42643C9FC7F5}" type="parTrans" cxnId="{EAE7B20D-ED3E-4E60-BB17-FA7D91CF4E94}">
      <dgm:prSet/>
      <dgm:spPr/>
      <dgm:t>
        <a:bodyPr/>
        <a:lstStyle/>
        <a:p>
          <a:endParaRPr lang="uk-UA"/>
        </a:p>
      </dgm:t>
    </dgm:pt>
    <dgm:pt modelId="{5B553999-5ED4-44F0-9F36-C48988659A53}" type="sibTrans" cxnId="{EAE7B20D-ED3E-4E60-BB17-FA7D91CF4E94}">
      <dgm:prSet/>
      <dgm:spPr/>
      <dgm:t>
        <a:bodyPr/>
        <a:lstStyle/>
        <a:p>
          <a:endParaRPr lang="uk-UA"/>
        </a:p>
      </dgm:t>
    </dgm:pt>
    <dgm:pt modelId="{B23AF8AD-80B6-4D37-B873-F14CB64B9F8F}">
      <dgm:prSet/>
      <dgm:spPr/>
      <dgm:t>
        <a:bodyPr/>
        <a:lstStyle/>
        <a:p>
          <a:r>
            <a:rPr lang="uk-UA" b="0" i="0"/>
            <a:t>підписання «Березневих статей» з Московською державою.</a:t>
          </a:r>
          <a:endParaRPr lang="uk-UA"/>
        </a:p>
      </dgm:t>
    </dgm:pt>
    <dgm:pt modelId="{55C092DB-874C-42ED-946F-18A43E1C327B}" type="parTrans" cxnId="{B67CDFD5-A778-48EE-89B3-993C8178C9C7}">
      <dgm:prSet/>
      <dgm:spPr/>
      <dgm:t>
        <a:bodyPr/>
        <a:lstStyle/>
        <a:p>
          <a:endParaRPr lang="uk-UA"/>
        </a:p>
      </dgm:t>
    </dgm:pt>
    <dgm:pt modelId="{D3AACDB3-3F88-4071-B851-C82E7EE3CBB9}" type="sibTrans" cxnId="{B67CDFD5-A778-48EE-89B3-993C8178C9C7}">
      <dgm:prSet/>
      <dgm:spPr/>
      <dgm:t>
        <a:bodyPr/>
        <a:lstStyle/>
        <a:p>
          <a:endParaRPr lang="uk-UA"/>
        </a:p>
      </dgm:t>
    </dgm:pt>
    <dgm:pt modelId="{9E0C6F78-39F4-47F8-A077-8048317C3E03}">
      <dgm:prSet/>
      <dgm:spPr/>
      <dgm:t>
        <a:bodyPr/>
        <a:lstStyle/>
        <a:p>
          <a:r>
            <a:rPr lang="uk-UA" b="0" i="0"/>
            <a:t>об’єднання Слобідської України й Гетьманщини в єдину державу</a:t>
          </a:r>
          <a:endParaRPr lang="uk-UA"/>
        </a:p>
      </dgm:t>
    </dgm:pt>
    <dgm:pt modelId="{AEC2BA3A-8ABF-4955-9D19-ECD04778C249}" type="parTrans" cxnId="{81A17801-A0A9-470F-B919-2EC459D8E3EC}">
      <dgm:prSet/>
      <dgm:spPr/>
      <dgm:t>
        <a:bodyPr/>
        <a:lstStyle/>
        <a:p>
          <a:endParaRPr lang="uk-UA"/>
        </a:p>
      </dgm:t>
    </dgm:pt>
    <dgm:pt modelId="{0144104D-E732-4E32-8744-8BCF800A6103}" type="sibTrans" cxnId="{81A17801-A0A9-470F-B919-2EC459D8E3EC}">
      <dgm:prSet/>
      <dgm:spPr/>
      <dgm:t>
        <a:bodyPr/>
        <a:lstStyle/>
        <a:p>
          <a:endParaRPr lang="uk-UA"/>
        </a:p>
      </dgm:t>
    </dgm:pt>
    <dgm:pt modelId="{03560BB9-2B5D-4377-9467-24DDC6BBC348}" type="pres">
      <dgm:prSet presAssocID="{8C1469E5-70B2-45AF-B279-495B032D5D36}" presName="linear" presStyleCnt="0">
        <dgm:presLayoutVars>
          <dgm:animLvl val="lvl"/>
          <dgm:resizeHandles val="exact"/>
        </dgm:presLayoutVars>
      </dgm:prSet>
      <dgm:spPr/>
    </dgm:pt>
    <dgm:pt modelId="{9F660ED8-66E4-42B3-8CD4-3D74A726F7F8}" type="pres">
      <dgm:prSet presAssocID="{21587171-A030-48D4-96C3-39DAFEF4D97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98E33AD-385B-4050-B458-596199AF4999}" type="pres">
      <dgm:prSet presAssocID="{17732929-DE93-4066-9845-5F676733E2AF}" presName="spacer" presStyleCnt="0"/>
      <dgm:spPr/>
    </dgm:pt>
    <dgm:pt modelId="{61FC3D8D-7EFF-4B08-8F4C-83F97B5CA23E}" type="pres">
      <dgm:prSet presAssocID="{54206974-C4D3-49DA-A58F-5518D3A37A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D6D36E4-CBE8-4733-A5AC-4418CD0E406C}" type="pres">
      <dgm:prSet presAssocID="{5B553999-5ED4-44F0-9F36-C48988659A53}" presName="spacer" presStyleCnt="0"/>
      <dgm:spPr/>
    </dgm:pt>
    <dgm:pt modelId="{154B99E7-DAA5-4360-8FF4-7FF787362902}" type="pres">
      <dgm:prSet presAssocID="{B23AF8AD-80B6-4D37-B873-F14CB64B9F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2CAC8CA-FBFD-4272-A0DD-0CDBB42C22C6}" type="pres">
      <dgm:prSet presAssocID="{D3AACDB3-3F88-4071-B851-C82E7EE3CBB9}" presName="spacer" presStyleCnt="0"/>
      <dgm:spPr/>
    </dgm:pt>
    <dgm:pt modelId="{5CD73164-790C-40C5-A282-28E6E4D11A8B}" type="pres">
      <dgm:prSet presAssocID="{9E0C6F78-39F4-47F8-A077-8048317C3E0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A17801-A0A9-470F-B919-2EC459D8E3EC}" srcId="{8C1469E5-70B2-45AF-B279-495B032D5D36}" destId="{9E0C6F78-39F4-47F8-A077-8048317C3E03}" srcOrd="3" destOrd="0" parTransId="{AEC2BA3A-8ABF-4955-9D19-ECD04778C249}" sibTransId="{0144104D-E732-4E32-8744-8BCF800A6103}"/>
    <dgm:cxn modelId="{72605602-978C-406B-B052-B7C552275BF8}" type="presOf" srcId="{21587171-A030-48D4-96C3-39DAFEF4D97E}" destId="{9F660ED8-66E4-42B3-8CD4-3D74A726F7F8}" srcOrd="0" destOrd="0" presId="urn:microsoft.com/office/officeart/2005/8/layout/vList2"/>
    <dgm:cxn modelId="{EAE7B20D-ED3E-4E60-BB17-FA7D91CF4E94}" srcId="{8C1469E5-70B2-45AF-B279-495B032D5D36}" destId="{54206974-C4D3-49DA-A58F-5518D3A37A8D}" srcOrd="1" destOrd="0" parTransId="{0ADC4548-D8E3-4A71-9D14-42643C9FC7F5}" sibTransId="{5B553999-5ED4-44F0-9F36-C48988659A53}"/>
    <dgm:cxn modelId="{887FC115-BB76-4403-B6B0-10252D94EA24}" type="presOf" srcId="{9E0C6F78-39F4-47F8-A077-8048317C3E03}" destId="{5CD73164-790C-40C5-A282-28E6E4D11A8B}" srcOrd="0" destOrd="0" presId="urn:microsoft.com/office/officeart/2005/8/layout/vList2"/>
    <dgm:cxn modelId="{47AB5728-7442-4184-A700-02C5A27FDC5D}" type="presOf" srcId="{B23AF8AD-80B6-4D37-B873-F14CB64B9F8F}" destId="{154B99E7-DAA5-4360-8FF4-7FF787362902}" srcOrd="0" destOrd="0" presId="urn:microsoft.com/office/officeart/2005/8/layout/vList2"/>
    <dgm:cxn modelId="{CCC5CD67-6337-457B-BE74-27CBF5499283}" type="presOf" srcId="{54206974-C4D3-49DA-A58F-5518D3A37A8D}" destId="{61FC3D8D-7EFF-4B08-8F4C-83F97B5CA23E}" srcOrd="0" destOrd="0" presId="urn:microsoft.com/office/officeart/2005/8/layout/vList2"/>
    <dgm:cxn modelId="{F60C078E-00C0-4192-8958-028BD6CB25FB}" type="presOf" srcId="{8C1469E5-70B2-45AF-B279-495B032D5D36}" destId="{03560BB9-2B5D-4377-9467-24DDC6BBC348}" srcOrd="0" destOrd="0" presId="urn:microsoft.com/office/officeart/2005/8/layout/vList2"/>
    <dgm:cxn modelId="{B67CDFD5-A778-48EE-89B3-993C8178C9C7}" srcId="{8C1469E5-70B2-45AF-B279-495B032D5D36}" destId="{B23AF8AD-80B6-4D37-B873-F14CB64B9F8F}" srcOrd="2" destOrd="0" parTransId="{55C092DB-874C-42ED-946F-18A43E1C327B}" sibTransId="{D3AACDB3-3F88-4071-B851-C82E7EE3CBB9}"/>
    <dgm:cxn modelId="{9573D5DA-4E08-4FA2-AB0F-D367F02F3ED3}" srcId="{8C1469E5-70B2-45AF-B279-495B032D5D36}" destId="{21587171-A030-48D4-96C3-39DAFEF4D97E}" srcOrd="0" destOrd="0" parTransId="{BBF1BAAD-FCCF-4ED1-8ADE-1DB2F0E5F29C}" sibTransId="{17732929-DE93-4066-9845-5F676733E2AF}"/>
    <dgm:cxn modelId="{8BFE7C6B-DD29-4F68-812A-6A3110E5F946}" type="presParOf" srcId="{03560BB9-2B5D-4377-9467-24DDC6BBC348}" destId="{9F660ED8-66E4-42B3-8CD4-3D74A726F7F8}" srcOrd="0" destOrd="0" presId="urn:microsoft.com/office/officeart/2005/8/layout/vList2"/>
    <dgm:cxn modelId="{0EF88FFE-0046-4CEF-87FC-C45088DD4D60}" type="presParOf" srcId="{03560BB9-2B5D-4377-9467-24DDC6BBC348}" destId="{998E33AD-385B-4050-B458-596199AF4999}" srcOrd="1" destOrd="0" presId="urn:microsoft.com/office/officeart/2005/8/layout/vList2"/>
    <dgm:cxn modelId="{489B7805-94BC-4BEC-9389-47D2AAC0D896}" type="presParOf" srcId="{03560BB9-2B5D-4377-9467-24DDC6BBC348}" destId="{61FC3D8D-7EFF-4B08-8F4C-83F97B5CA23E}" srcOrd="2" destOrd="0" presId="urn:microsoft.com/office/officeart/2005/8/layout/vList2"/>
    <dgm:cxn modelId="{61849EAB-4D58-4ADD-A337-3DEF77FA2A18}" type="presParOf" srcId="{03560BB9-2B5D-4377-9467-24DDC6BBC348}" destId="{2D6D36E4-CBE8-4733-A5AC-4418CD0E406C}" srcOrd="3" destOrd="0" presId="urn:microsoft.com/office/officeart/2005/8/layout/vList2"/>
    <dgm:cxn modelId="{9D5DE735-C9E6-41A3-B2DD-134BC2180B48}" type="presParOf" srcId="{03560BB9-2B5D-4377-9467-24DDC6BBC348}" destId="{154B99E7-DAA5-4360-8FF4-7FF787362902}" srcOrd="4" destOrd="0" presId="urn:microsoft.com/office/officeart/2005/8/layout/vList2"/>
    <dgm:cxn modelId="{7D1034B9-A876-4738-A797-5C4EE3C2D415}" type="presParOf" srcId="{03560BB9-2B5D-4377-9467-24DDC6BBC348}" destId="{A2CAC8CA-FBFD-4272-A0DD-0CDBB42C22C6}" srcOrd="5" destOrd="0" presId="urn:microsoft.com/office/officeart/2005/8/layout/vList2"/>
    <dgm:cxn modelId="{B9D2D175-B5FC-4331-B0EF-801BD858271D}" type="presParOf" srcId="{03560BB9-2B5D-4377-9467-24DDC6BBC348}" destId="{5CD73164-790C-40C5-A282-28E6E4D11A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27490B57-2052-4D7C-AB02-F77AC9DFEAD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445775A-9B8F-4739-9227-86FBD3D6A5FD}">
      <dgm:prSet/>
      <dgm:spPr/>
      <dgm:t>
        <a:bodyPr/>
        <a:lstStyle/>
        <a:p>
          <a:r>
            <a:rPr lang="uk-UA" b="0" i="0"/>
            <a:t>вирішення проблеми браку кінноти у власному війську</a:t>
          </a:r>
          <a:endParaRPr lang="uk-UA"/>
        </a:p>
      </dgm:t>
    </dgm:pt>
    <dgm:pt modelId="{6CC90819-8ACD-4427-A12B-BB035A6DE55A}" type="parTrans" cxnId="{5F71B568-F675-4F19-BBD2-F0396A945923}">
      <dgm:prSet/>
      <dgm:spPr/>
      <dgm:t>
        <a:bodyPr/>
        <a:lstStyle/>
        <a:p>
          <a:endParaRPr lang="uk-UA"/>
        </a:p>
      </dgm:t>
    </dgm:pt>
    <dgm:pt modelId="{2FEE32F6-6C12-418A-9A12-DE017F53A55D}" type="sibTrans" cxnId="{5F71B568-F675-4F19-BBD2-F0396A945923}">
      <dgm:prSet/>
      <dgm:spPr/>
      <dgm:t>
        <a:bodyPr/>
        <a:lstStyle/>
        <a:p>
          <a:endParaRPr lang="uk-UA"/>
        </a:p>
      </dgm:t>
    </dgm:pt>
    <dgm:pt modelId="{44F088D8-7EE3-417A-A6CA-5E8D80FAA584}">
      <dgm:prSet/>
      <dgm:spPr/>
      <dgm:t>
        <a:bodyPr/>
        <a:lstStyle/>
        <a:p>
          <a:r>
            <a:rPr lang="uk-UA" b="0" i="0"/>
            <a:t>легітимізація влади Б. Хмельницького, започаткування власної династії</a:t>
          </a:r>
          <a:endParaRPr lang="uk-UA"/>
        </a:p>
      </dgm:t>
    </dgm:pt>
    <dgm:pt modelId="{121A25D3-EAEA-49CF-9021-6FBD61963D54}" type="parTrans" cxnId="{281BA26E-B46E-42E8-BA1B-890FF64C4786}">
      <dgm:prSet/>
      <dgm:spPr/>
      <dgm:t>
        <a:bodyPr/>
        <a:lstStyle/>
        <a:p>
          <a:endParaRPr lang="uk-UA"/>
        </a:p>
      </dgm:t>
    </dgm:pt>
    <dgm:pt modelId="{D5BFDE6C-4C68-4427-8C55-9621377E5800}" type="sibTrans" cxnId="{281BA26E-B46E-42E8-BA1B-890FF64C4786}">
      <dgm:prSet/>
      <dgm:spPr/>
      <dgm:t>
        <a:bodyPr/>
        <a:lstStyle/>
        <a:p>
          <a:endParaRPr lang="uk-UA"/>
        </a:p>
      </dgm:t>
    </dgm:pt>
    <dgm:pt modelId="{0BF226E0-9787-4051-8395-5227D662B242}">
      <dgm:prSet/>
      <dgm:spPr/>
      <dgm:t>
        <a:bodyPr/>
        <a:lstStyle/>
        <a:p>
          <a:r>
            <a:rPr lang="uk-UA" b="0" i="0"/>
            <a:t>пошук нових союзників після укладення Віленського московсько-польського перемир’я</a:t>
          </a:r>
          <a:endParaRPr lang="uk-UA"/>
        </a:p>
      </dgm:t>
    </dgm:pt>
    <dgm:pt modelId="{3501F43F-FEC1-4B0A-AE22-4D012722BC6A}" type="parTrans" cxnId="{4B994655-E166-4A27-AC33-EC9FE512C460}">
      <dgm:prSet/>
      <dgm:spPr/>
      <dgm:t>
        <a:bodyPr/>
        <a:lstStyle/>
        <a:p>
          <a:endParaRPr lang="uk-UA"/>
        </a:p>
      </dgm:t>
    </dgm:pt>
    <dgm:pt modelId="{F838921E-23B2-43F5-AD09-699D8E540D97}" type="sibTrans" cxnId="{4B994655-E166-4A27-AC33-EC9FE512C460}">
      <dgm:prSet/>
      <dgm:spPr/>
      <dgm:t>
        <a:bodyPr/>
        <a:lstStyle/>
        <a:p>
          <a:endParaRPr lang="uk-UA"/>
        </a:p>
      </dgm:t>
    </dgm:pt>
    <dgm:pt modelId="{B3004887-A56D-4E5A-AA1E-9A59859C44A7}">
      <dgm:prSet/>
      <dgm:spPr/>
      <dgm:t>
        <a:bodyPr/>
        <a:lstStyle/>
        <a:p>
          <a:r>
            <a:rPr lang="uk-UA" b="0" i="0"/>
            <a:t>спроба досягнення компромісу з Річчю Посполитою</a:t>
          </a:r>
          <a:endParaRPr lang="uk-UA"/>
        </a:p>
      </dgm:t>
    </dgm:pt>
    <dgm:pt modelId="{AC941214-180D-46CF-A5DC-FAAB84099D2A}" type="parTrans" cxnId="{455CD9B8-E1F1-4980-8436-B6655DF209AB}">
      <dgm:prSet/>
      <dgm:spPr/>
      <dgm:t>
        <a:bodyPr/>
        <a:lstStyle/>
        <a:p>
          <a:endParaRPr lang="uk-UA"/>
        </a:p>
      </dgm:t>
    </dgm:pt>
    <dgm:pt modelId="{AFB1E0E9-79C5-43A6-9964-6186B62C9002}" type="sibTrans" cxnId="{455CD9B8-E1F1-4980-8436-B6655DF209AB}">
      <dgm:prSet/>
      <dgm:spPr/>
      <dgm:t>
        <a:bodyPr/>
        <a:lstStyle/>
        <a:p>
          <a:endParaRPr lang="uk-UA"/>
        </a:p>
      </dgm:t>
    </dgm:pt>
    <dgm:pt modelId="{BD4463BC-147E-4CC0-AE75-FCF05DF7BB08}" type="pres">
      <dgm:prSet presAssocID="{27490B57-2052-4D7C-AB02-F77AC9DFEAD1}" presName="linear" presStyleCnt="0">
        <dgm:presLayoutVars>
          <dgm:animLvl val="lvl"/>
          <dgm:resizeHandles val="exact"/>
        </dgm:presLayoutVars>
      </dgm:prSet>
      <dgm:spPr/>
    </dgm:pt>
    <dgm:pt modelId="{12E5FCD6-F510-42EA-8563-13C604400EEC}" type="pres">
      <dgm:prSet presAssocID="{2445775A-9B8F-4739-9227-86FBD3D6A5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BF5FCD1-D9E8-4B17-B3BC-CBC9FB606574}" type="pres">
      <dgm:prSet presAssocID="{2FEE32F6-6C12-418A-9A12-DE017F53A55D}" presName="spacer" presStyleCnt="0"/>
      <dgm:spPr/>
    </dgm:pt>
    <dgm:pt modelId="{66F0B54D-969E-4589-A12C-9AD42F7CD47A}" type="pres">
      <dgm:prSet presAssocID="{44F088D8-7EE3-417A-A6CA-5E8D80FAA58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C29B2B-0A99-4FA3-A30E-2E3FE0E1BAC9}" type="pres">
      <dgm:prSet presAssocID="{D5BFDE6C-4C68-4427-8C55-9621377E5800}" presName="spacer" presStyleCnt="0"/>
      <dgm:spPr/>
    </dgm:pt>
    <dgm:pt modelId="{5D0405FD-BE59-4957-B447-CCE38C705325}" type="pres">
      <dgm:prSet presAssocID="{0BF226E0-9787-4051-8395-5227D662B2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00BDD72-150D-413A-BF34-CB0E2B089801}" type="pres">
      <dgm:prSet presAssocID="{F838921E-23B2-43F5-AD09-699D8E540D97}" presName="spacer" presStyleCnt="0"/>
      <dgm:spPr/>
    </dgm:pt>
    <dgm:pt modelId="{7A5A8A89-A786-4F09-9007-45BC4716F2D9}" type="pres">
      <dgm:prSet presAssocID="{B3004887-A56D-4E5A-AA1E-9A59859C44A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F71B568-F675-4F19-BBD2-F0396A945923}" srcId="{27490B57-2052-4D7C-AB02-F77AC9DFEAD1}" destId="{2445775A-9B8F-4739-9227-86FBD3D6A5FD}" srcOrd="0" destOrd="0" parTransId="{6CC90819-8ACD-4427-A12B-BB035A6DE55A}" sibTransId="{2FEE32F6-6C12-418A-9A12-DE017F53A55D}"/>
    <dgm:cxn modelId="{2EDE4F4D-C58C-40C0-A9D7-904D1BCC9B21}" type="presOf" srcId="{2445775A-9B8F-4739-9227-86FBD3D6A5FD}" destId="{12E5FCD6-F510-42EA-8563-13C604400EEC}" srcOrd="0" destOrd="0" presId="urn:microsoft.com/office/officeart/2005/8/layout/vList2"/>
    <dgm:cxn modelId="{281BA26E-B46E-42E8-BA1B-890FF64C4786}" srcId="{27490B57-2052-4D7C-AB02-F77AC9DFEAD1}" destId="{44F088D8-7EE3-417A-A6CA-5E8D80FAA584}" srcOrd="1" destOrd="0" parTransId="{121A25D3-EAEA-49CF-9021-6FBD61963D54}" sibTransId="{D5BFDE6C-4C68-4427-8C55-9621377E5800}"/>
    <dgm:cxn modelId="{4B994655-E166-4A27-AC33-EC9FE512C460}" srcId="{27490B57-2052-4D7C-AB02-F77AC9DFEAD1}" destId="{0BF226E0-9787-4051-8395-5227D662B242}" srcOrd="2" destOrd="0" parTransId="{3501F43F-FEC1-4B0A-AE22-4D012722BC6A}" sibTransId="{F838921E-23B2-43F5-AD09-699D8E540D97}"/>
    <dgm:cxn modelId="{13F15098-C294-474B-B146-C7B785FF50CB}" type="presOf" srcId="{44F088D8-7EE3-417A-A6CA-5E8D80FAA584}" destId="{66F0B54D-969E-4589-A12C-9AD42F7CD47A}" srcOrd="0" destOrd="0" presId="urn:microsoft.com/office/officeart/2005/8/layout/vList2"/>
    <dgm:cxn modelId="{BE1DCBA5-8AF4-4B75-8C8D-D5B2CF71632B}" type="presOf" srcId="{27490B57-2052-4D7C-AB02-F77AC9DFEAD1}" destId="{BD4463BC-147E-4CC0-AE75-FCF05DF7BB08}" srcOrd="0" destOrd="0" presId="urn:microsoft.com/office/officeart/2005/8/layout/vList2"/>
    <dgm:cxn modelId="{455CD9B8-E1F1-4980-8436-B6655DF209AB}" srcId="{27490B57-2052-4D7C-AB02-F77AC9DFEAD1}" destId="{B3004887-A56D-4E5A-AA1E-9A59859C44A7}" srcOrd="3" destOrd="0" parTransId="{AC941214-180D-46CF-A5DC-FAAB84099D2A}" sibTransId="{AFB1E0E9-79C5-43A6-9964-6186B62C9002}"/>
    <dgm:cxn modelId="{35BC55C0-CFEA-4AB9-93D8-067CBC839147}" type="presOf" srcId="{0BF226E0-9787-4051-8395-5227D662B242}" destId="{5D0405FD-BE59-4957-B447-CCE38C705325}" srcOrd="0" destOrd="0" presId="urn:microsoft.com/office/officeart/2005/8/layout/vList2"/>
    <dgm:cxn modelId="{B9B49CC6-4453-4D2D-9B44-C87AA6D7CF9E}" type="presOf" srcId="{B3004887-A56D-4E5A-AA1E-9A59859C44A7}" destId="{7A5A8A89-A786-4F09-9007-45BC4716F2D9}" srcOrd="0" destOrd="0" presId="urn:microsoft.com/office/officeart/2005/8/layout/vList2"/>
    <dgm:cxn modelId="{6C05E7B4-FFBD-4F0E-BA51-80EE19EA9951}" type="presParOf" srcId="{BD4463BC-147E-4CC0-AE75-FCF05DF7BB08}" destId="{12E5FCD6-F510-42EA-8563-13C604400EEC}" srcOrd="0" destOrd="0" presId="urn:microsoft.com/office/officeart/2005/8/layout/vList2"/>
    <dgm:cxn modelId="{56B046AF-0FF9-4BC6-81DD-9A1F175952F8}" type="presParOf" srcId="{BD4463BC-147E-4CC0-AE75-FCF05DF7BB08}" destId="{EBF5FCD1-D9E8-4B17-B3BC-CBC9FB606574}" srcOrd="1" destOrd="0" presId="urn:microsoft.com/office/officeart/2005/8/layout/vList2"/>
    <dgm:cxn modelId="{6E69DCC8-50D2-45EB-BF84-6B2D9F1BA02E}" type="presParOf" srcId="{BD4463BC-147E-4CC0-AE75-FCF05DF7BB08}" destId="{66F0B54D-969E-4589-A12C-9AD42F7CD47A}" srcOrd="2" destOrd="0" presId="urn:microsoft.com/office/officeart/2005/8/layout/vList2"/>
    <dgm:cxn modelId="{380287DD-096E-4487-9DF4-EFFD4D66CD5D}" type="presParOf" srcId="{BD4463BC-147E-4CC0-AE75-FCF05DF7BB08}" destId="{7BC29B2B-0A99-4FA3-A30E-2E3FE0E1BAC9}" srcOrd="3" destOrd="0" presId="urn:microsoft.com/office/officeart/2005/8/layout/vList2"/>
    <dgm:cxn modelId="{2A7BEC92-652B-45A0-B734-9BBF275F22FA}" type="presParOf" srcId="{BD4463BC-147E-4CC0-AE75-FCF05DF7BB08}" destId="{5D0405FD-BE59-4957-B447-CCE38C705325}" srcOrd="4" destOrd="0" presId="urn:microsoft.com/office/officeart/2005/8/layout/vList2"/>
    <dgm:cxn modelId="{46791F05-363A-4B11-8AE0-6DEB3FB784F9}" type="presParOf" srcId="{BD4463BC-147E-4CC0-AE75-FCF05DF7BB08}" destId="{200BDD72-150D-413A-BF34-CB0E2B089801}" srcOrd="5" destOrd="0" presId="urn:microsoft.com/office/officeart/2005/8/layout/vList2"/>
    <dgm:cxn modelId="{B2A394BA-FE72-483E-A34E-799D5E236855}" type="presParOf" srcId="{BD4463BC-147E-4CC0-AE75-FCF05DF7BB08}" destId="{7A5A8A89-A786-4F09-9007-45BC4716F2D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FD1ABAE8-302D-48C6-95F5-73AE946A915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2763455-3F7C-40E1-AF88-485DE2023BC6}">
      <dgm:prSet/>
      <dgm:spPr/>
      <dgm:t>
        <a:bodyPr/>
        <a:lstStyle/>
        <a:p>
          <a:r>
            <a:rPr lang="uk-UA" b="0" i="0"/>
            <a:t>здійснення Молдавських походів</a:t>
          </a:r>
          <a:endParaRPr lang="uk-UA"/>
        </a:p>
      </dgm:t>
    </dgm:pt>
    <dgm:pt modelId="{45168396-E284-4977-901E-CD871122AF27}" type="parTrans" cxnId="{BFE7E700-3A38-4A43-9452-5B7C57E0A454}">
      <dgm:prSet/>
      <dgm:spPr/>
      <dgm:t>
        <a:bodyPr/>
        <a:lstStyle/>
        <a:p>
          <a:endParaRPr lang="uk-UA"/>
        </a:p>
      </dgm:t>
    </dgm:pt>
    <dgm:pt modelId="{A56E1F76-CB44-4038-9101-FFACBF1A94AA}" type="sibTrans" cxnId="{BFE7E700-3A38-4A43-9452-5B7C57E0A454}">
      <dgm:prSet/>
      <dgm:spPr/>
      <dgm:t>
        <a:bodyPr/>
        <a:lstStyle/>
        <a:p>
          <a:endParaRPr lang="uk-UA"/>
        </a:p>
      </dgm:t>
    </dgm:pt>
    <dgm:pt modelId="{2F40DE2F-66C0-454C-B6EA-C8C4F14E44AE}">
      <dgm:prSet/>
      <dgm:spPr/>
      <dgm:t>
        <a:bodyPr/>
        <a:lstStyle/>
        <a:p>
          <a:r>
            <a:rPr lang="uk-UA" b="0" i="0"/>
            <a:t>укладення угоди про військовий союз із Трансільванським князівством і Шведським королівством</a:t>
          </a:r>
          <a:endParaRPr lang="uk-UA"/>
        </a:p>
      </dgm:t>
    </dgm:pt>
    <dgm:pt modelId="{4ADD2DCC-0F49-4186-858F-7C803FE09F62}" type="parTrans" cxnId="{ADE4DAC9-19C8-4034-955F-A52562B024FC}">
      <dgm:prSet/>
      <dgm:spPr/>
      <dgm:t>
        <a:bodyPr/>
        <a:lstStyle/>
        <a:p>
          <a:endParaRPr lang="uk-UA"/>
        </a:p>
      </dgm:t>
    </dgm:pt>
    <dgm:pt modelId="{3DC6C5E3-463F-4D92-89AA-B60F35D8AEEC}" type="sibTrans" cxnId="{ADE4DAC9-19C8-4034-955F-A52562B024FC}">
      <dgm:prSet/>
      <dgm:spPr/>
      <dgm:t>
        <a:bodyPr/>
        <a:lstStyle/>
        <a:p>
          <a:endParaRPr lang="uk-UA"/>
        </a:p>
      </dgm:t>
    </dgm:pt>
    <dgm:pt modelId="{A2E71737-EE79-495F-A5DF-0404A597D2CA}">
      <dgm:prSet/>
      <dgm:spPr/>
      <dgm:t>
        <a:bodyPr/>
        <a:lstStyle/>
        <a:p>
          <a:r>
            <a:rPr lang="uk-UA" b="0" i="0"/>
            <a:t>укладення воєнно-політичного союзу з Кримським ханством</a:t>
          </a:r>
          <a:endParaRPr lang="uk-UA"/>
        </a:p>
      </dgm:t>
    </dgm:pt>
    <dgm:pt modelId="{C213302F-28EC-4080-9E42-0A24FBA32073}" type="parTrans" cxnId="{C449E032-9482-4132-BF15-872BD4CAB51E}">
      <dgm:prSet/>
      <dgm:spPr/>
      <dgm:t>
        <a:bodyPr/>
        <a:lstStyle/>
        <a:p>
          <a:endParaRPr lang="uk-UA"/>
        </a:p>
      </dgm:t>
    </dgm:pt>
    <dgm:pt modelId="{F4B3B857-A482-4959-A50A-90020509F604}" type="sibTrans" cxnId="{C449E032-9482-4132-BF15-872BD4CAB51E}">
      <dgm:prSet/>
      <dgm:spPr/>
      <dgm:t>
        <a:bodyPr/>
        <a:lstStyle/>
        <a:p>
          <a:endParaRPr lang="uk-UA"/>
        </a:p>
      </dgm:t>
    </dgm:pt>
    <dgm:pt modelId="{EE93C337-689B-4928-B816-1EAF67DA10D2}">
      <dgm:prSet/>
      <dgm:spPr/>
      <dgm:t>
        <a:bodyPr/>
        <a:lstStyle/>
        <a:p>
          <a:r>
            <a:rPr lang="uk-UA" b="0" i="0"/>
            <a:t>листування з лорд-протектором Англії, Шотландії та Ірландії О. Кромвелем</a:t>
          </a:r>
          <a:endParaRPr lang="uk-UA"/>
        </a:p>
      </dgm:t>
    </dgm:pt>
    <dgm:pt modelId="{CB59110C-4AB6-477B-B723-AE87195262A7}" type="parTrans" cxnId="{A2CE4DEF-D68E-4AB0-AF11-BAF03F47E4D2}">
      <dgm:prSet/>
      <dgm:spPr/>
      <dgm:t>
        <a:bodyPr/>
        <a:lstStyle/>
        <a:p>
          <a:endParaRPr lang="uk-UA"/>
        </a:p>
      </dgm:t>
    </dgm:pt>
    <dgm:pt modelId="{71D20070-3DAA-4A3A-A08A-69E706C72DD4}" type="sibTrans" cxnId="{A2CE4DEF-D68E-4AB0-AF11-BAF03F47E4D2}">
      <dgm:prSet/>
      <dgm:spPr/>
      <dgm:t>
        <a:bodyPr/>
        <a:lstStyle/>
        <a:p>
          <a:endParaRPr lang="uk-UA"/>
        </a:p>
      </dgm:t>
    </dgm:pt>
    <dgm:pt modelId="{B510F473-0230-4D9B-9829-9E23AA3E2F2D}">
      <dgm:prSet/>
      <dgm:spPr/>
      <dgm:t>
        <a:bodyPr/>
        <a:lstStyle/>
        <a:p>
          <a:r>
            <a:rPr lang="uk-UA" b="0" i="0"/>
            <a:t>підписання Зборівського договору</a:t>
          </a:r>
          <a:endParaRPr lang="uk-UA"/>
        </a:p>
      </dgm:t>
    </dgm:pt>
    <dgm:pt modelId="{38952FA6-F033-4406-8A36-4590A34AE64A}" type="parTrans" cxnId="{3CDFA6D9-6F48-43A8-9F0F-2B224E14764D}">
      <dgm:prSet/>
      <dgm:spPr/>
      <dgm:t>
        <a:bodyPr/>
        <a:lstStyle/>
        <a:p>
          <a:endParaRPr lang="uk-UA"/>
        </a:p>
      </dgm:t>
    </dgm:pt>
    <dgm:pt modelId="{718875DC-542C-47E0-9583-9D9C5F08033E}" type="sibTrans" cxnId="{3CDFA6D9-6F48-43A8-9F0F-2B224E14764D}">
      <dgm:prSet/>
      <dgm:spPr/>
      <dgm:t>
        <a:bodyPr/>
        <a:lstStyle/>
        <a:p>
          <a:endParaRPr lang="uk-UA"/>
        </a:p>
      </dgm:t>
    </dgm:pt>
    <dgm:pt modelId="{0CE9C193-EB0B-4953-B5B2-0F5E58772349}" type="pres">
      <dgm:prSet presAssocID="{FD1ABAE8-302D-48C6-95F5-73AE946A9152}" presName="Name0" presStyleCnt="0">
        <dgm:presLayoutVars>
          <dgm:chMax val="7"/>
          <dgm:chPref val="7"/>
          <dgm:dir/>
        </dgm:presLayoutVars>
      </dgm:prSet>
      <dgm:spPr/>
    </dgm:pt>
    <dgm:pt modelId="{7DDAE02A-95E2-4A06-A320-F38EC05FF24B}" type="pres">
      <dgm:prSet presAssocID="{FD1ABAE8-302D-48C6-95F5-73AE946A9152}" presName="Name1" presStyleCnt="0"/>
      <dgm:spPr/>
    </dgm:pt>
    <dgm:pt modelId="{5B875CBC-A1F2-44D3-A569-879FF665B40D}" type="pres">
      <dgm:prSet presAssocID="{FD1ABAE8-302D-48C6-95F5-73AE946A9152}" presName="cycle" presStyleCnt="0"/>
      <dgm:spPr/>
    </dgm:pt>
    <dgm:pt modelId="{A2980469-8E4F-4534-A68D-0AF32BE40568}" type="pres">
      <dgm:prSet presAssocID="{FD1ABAE8-302D-48C6-95F5-73AE946A9152}" presName="srcNode" presStyleLbl="node1" presStyleIdx="0" presStyleCnt="5"/>
      <dgm:spPr/>
    </dgm:pt>
    <dgm:pt modelId="{7BE05798-BC9C-4E38-88D8-E56EF0015FD5}" type="pres">
      <dgm:prSet presAssocID="{FD1ABAE8-302D-48C6-95F5-73AE946A9152}" presName="conn" presStyleLbl="parChTrans1D2" presStyleIdx="0" presStyleCnt="1"/>
      <dgm:spPr/>
    </dgm:pt>
    <dgm:pt modelId="{868D7B4F-8FDB-4B94-A4A2-20D626270A95}" type="pres">
      <dgm:prSet presAssocID="{FD1ABAE8-302D-48C6-95F5-73AE946A9152}" presName="extraNode" presStyleLbl="node1" presStyleIdx="0" presStyleCnt="5"/>
      <dgm:spPr/>
    </dgm:pt>
    <dgm:pt modelId="{428430B2-01C2-48DE-8B87-944928E1F433}" type="pres">
      <dgm:prSet presAssocID="{FD1ABAE8-302D-48C6-95F5-73AE946A9152}" presName="dstNode" presStyleLbl="node1" presStyleIdx="0" presStyleCnt="5"/>
      <dgm:spPr/>
    </dgm:pt>
    <dgm:pt modelId="{00149A4D-86FF-4AC3-AACD-2EAD2D3BC28F}" type="pres">
      <dgm:prSet presAssocID="{B2763455-3F7C-40E1-AF88-485DE2023BC6}" presName="text_1" presStyleLbl="node1" presStyleIdx="0" presStyleCnt="5">
        <dgm:presLayoutVars>
          <dgm:bulletEnabled val="1"/>
        </dgm:presLayoutVars>
      </dgm:prSet>
      <dgm:spPr/>
    </dgm:pt>
    <dgm:pt modelId="{A9EEF636-8A97-4B39-9686-ECD79744EB09}" type="pres">
      <dgm:prSet presAssocID="{B2763455-3F7C-40E1-AF88-485DE2023BC6}" presName="accent_1" presStyleCnt="0"/>
      <dgm:spPr/>
    </dgm:pt>
    <dgm:pt modelId="{ABC1BCDD-BBF5-43FA-9793-97842988B7FB}" type="pres">
      <dgm:prSet presAssocID="{B2763455-3F7C-40E1-AF88-485DE2023BC6}" presName="accentRepeatNode" presStyleLbl="solidFgAcc1" presStyleIdx="0" presStyleCnt="5"/>
      <dgm:spPr/>
    </dgm:pt>
    <dgm:pt modelId="{25D44613-1A63-4D86-8D24-522D335C6DD1}" type="pres">
      <dgm:prSet presAssocID="{2F40DE2F-66C0-454C-B6EA-C8C4F14E44AE}" presName="text_2" presStyleLbl="node1" presStyleIdx="1" presStyleCnt="5">
        <dgm:presLayoutVars>
          <dgm:bulletEnabled val="1"/>
        </dgm:presLayoutVars>
      </dgm:prSet>
      <dgm:spPr/>
    </dgm:pt>
    <dgm:pt modelId="{BEEAC806-1F1A-4E58-930F-348A59B0B51B}" type="pres">
      <dgm:prSet presAssocID="{2F40DE2F-66C0-454C-B6EA-C8C4F14E44AE}" presName="accent_2" presStyleCnt="0"/>
      <dgm:spPr/>
    </dgm:pt>
    <dgm:pt modelId="{8D6F7963-0D91-46D7-98E5-F45F9C3D3594}" type="pres">
      <dgm:prSet presAssocID="{2F40DE2F-66C0-454C-B6EA-C8C4F14E44AE}" presName="accentRepeatNode" presStyleLbl="solidFgAcc1" presStyleIdx="1" presStyleCnt="5"/>
      <dgm:spPr/>
    </dgm:pt>
    <dgm:pt modelId="{E26924AC-2A21-4103-BBE5-43851AB1E932}" type="pres">
      <dgm:prSet presAssocID="{A2E71737-EE79-495F-A5DF-0404A597D2CA}" presName="text_3" presStyleLbl="node1" presStyleIdx="2" presStyleCnt="5">
        <dgm:presLayoutVars>
          <dgm:bulletEnabled val="1"/>
        </dgm:presLayoutVars>
      </dgm:prSet>
      <dgm:spPr/>
    </dgm:pt>
    <dgm:pt modelId="{08F93C4D-215E-493E-970E-A0CDC141A801}" type="pres">
      <dgm:prSet presAssocID="{A2E71737-EE79-495F-A5DF-0404A597D2CA}" presName="accent_3" presStyleCnt="0"/>
      <dgm:spPr/>
    </dgm:pt>
    <dgm:pt modelId="{4B6EA37E-2DAD-4D81-BE39-469D8D990EDF}" type="pres">
      <dgm:prSet presAssocID="{A2E71737-EE79-495F-A5DF-0404A597D2CA}" presName="accentRepeatNode" presStyleLbl="solidFgAcc1" presStyleIdx="2" presStyleCnt="5"/>
      <dgm:spPr/>
    </dgm:pt>
    <dgm:pt modelId="{1E3B9ED5-2514-409D-90B4-6AC49C5E800B}" type="pres">
      <dgm:prSet presAssocID="{EE93C337-689B-4928-B816-1EAF67DA10D2}" presName="text_4" presStyleLbl="node1" presStyleIdx="3" presStyleCnt="5">
        <dgm:presLayoutVars>
          <dgm:bulletEnabled val="1"/>
        </dgm:presLayoutVars>
      </dgm:prSet>
      <dgm:spPr/>
    </dgm:pt>
    <dgm:pt modelId="{73A093BA-569B-4CE2-B3B9-F3818C8BAA0D}" type="pres">
      <dgm:prSet presAssocID="{EE93C337-689B-4928-B816-1EAF67DA10D2}" presName="accent_4" presStyleCnt="0"/>
      <dgm:spPr/>
    </dgm:pt>
    <dgm:pt modelId="{C45B7A9F-9E59-41D6-8F68-FBF04ACE5FC1}" type="pres">
      <dgm:prSet presAssocID="{EE93C337-689B-4928-B816-1EAF67DA10D2}" presName="accentRepeatNode" presStyleLbl="solidFgAcc1" presStyleIdx="3" presStyleCnt="5"/>
      <dgm:spPr/>
    </dgm:pt>
    <dgm:pt modelId="{8027CD76-3ECB-45C6-8498-CE92CE89AEAB}" type="pres">
      <dgm:prSet presAssocID="{B510F473-0230-4D9B-9829-9E23AA3E2F2D}" presName="text_5" presStyleLbl="node1" presStyleIdx="4" presStyleCnt="5">
        <dgm:presLayoutVars>
          <dgm:bulletEnabled val="1"/>
        </dgm:presLayoutVars>
      </dgm:prSet>
      <dgm:spPr/>
    </dgm:pt>
    <dgm:pt modelId="{70A54200-808D-45B3-8E77-0C55EB48E393}" type="pres">
      <dgm:prSet presAssocID="{B510F473-0230-4D9B-9829-9E23AA3E2F2D}" presName="accent_5" presStyleCnt="0"/>
      <dgm:spPr/>
    </dgm:pt>
    <dgm:pt modelId="{34AF2BF5-2CBA-4EE1-B806-6D8F40EE2D43}" type="pres">
      <dgm:prSet presAssocID="{B510F473-0230-4D9B-9829-9E23AA3E2F2D}" presName="accentRepeatNode" presStyleLbl="solidFgAcc1" presStyleIdx="4" presStyleCnt="5"/>
      <dgm:spPr/>
    </dgm:pt>
  </dgm:ptLst>
  <dgm:cxnLst>
    <dgm:cxn modelId="{BFE7E700-3A38-4A43-9452-5B7C57E0A454}" srcId="{FD1ABAE8-302D-48C6-95F5-73AE946A9152}" destId="{B2763455-3F7C-40E1-AF88-485DE2023BC6}" srcOrd="0" destOrd="0" parTransId="{45168396-E284-4977-901E-CD871122AF27}" sibTransId="{A56E1F76-CB44-4038-9101-FFACBF1A94AA}"/>
    <dgm:cxn modelId="{7FDD8606-06B0-478E-8B8C-085BF48D0761}" type="presOf" srcId="{2F40DE2F-66C0-454C-B6EA-C8C4F14E44AE}" destId="{25D44613-1A63-4D86-8D24-522D335C6DD1}" srcOrd="0" destOrd="0" presId="urn:microsoft.com/office/officeart/2008/layout/VerticalCurvedList"/>
    <dgm:cxn modelId="{31F19E11-F134-4A6D-9192-C81A12E68223}" type="presOf" srcId="{A2E71737-EE79-495F-A5DF-0404A597D2CA}" destId="{E26924AC-2A21-4103-BBE5-43851AB1E932}" srcOrd="0" destOrd="0" presId="urn:microsoft.com/office/officeart/2008/layout/VerticalCurvedList"/>
    <dgm:cxn modelId="{3BD88C16-8C42-4EA1-BD5E-27A48411EF01}" type="presOf" srcId="{FD1ABAE8-302D-48C6-95F5-73AE946A9152}" destId="{0CE9C193-EB0B-4953-B5B2-0F5E58772349}" srcOrd="0" destOrd="0" presId="urn:microsoft.com/office/officeart/2008/layout/VerticalCurvedList"/>
    <dgm:cxn modelId="{7D53E131-7018-4659-B615-1B2A9A9F32EB}" type="presOf" srcId="{B2763455-3F7C-40E1-AF88-485DE2023BC6}" destId="{00149A4D-86FF-4AC3-AACD-2EAD2D3BC28F}" srcOrd="0" destOrd="0" presId="urn:microsoft.com/office/officeart/2008/layout/VerticalCurvedList"/>
    <dgm:cxn modelId="{C449E032-9482-4132-BF15-872BD4CAB51E}" srcId="{FD1ABAE8-302D-48C6-95F5-73AE946A9152}" destId="{A2E71737-EE79-495F-A5DF-0404A597D2CA}" srcOrd="2" destOrd="0" parTransId="{C213302F-28EC-4080-9E42-0A24FBA32073}" sibTransId="{F4B3B857-A482-4959-A50A-90020509F604}"/>
    <dgm:cxn modelId="{21C68C82-59D6-4613-A4FA-550912D82EBD}" type="presOf" srcId="{A56E1F76-CB44-4038-9101-FFACBF1A94AA}" destId="{7BE05798-BC9C-4E38-88D8-E56EF0015FD5}" srcOrd="0" destOrd="0" presId="urn:microsoft.com/office/officeart/2008/layout/VerticalCurvedList"/>
    <dgm:cxn modelId="{A69CB3B8-71CE-45C6-A3F1-5454CB7E9A19}" type="presOf" srcId="{B510F473-0230-4D9B-9829-9E23AA3E2F2D}" destId="{8027CD76-3ECB-45C6-8498-CE92CE89AEAB}" srcOrd="0" destOrd="0" presId="urn:microsoft.com/office/officeart/2008/layout/VerticalCurvedList"/>
    <dgm:cxn modelId="{ADE4DAC9-19C8-4034-955F-A52562B024FC}" srcId="{FD1ABAE8-302D-48C6-95F5-73AE946A9152}" destId="{2F40DE2F-66C0-454C-B6EA-C8C4F14E44AE}" srcOrd="1" destOrd="0" parTransId="{4ADD2DCC-0F49-4186-858F-7C803FE09F62}" sibTransId="{3DC6C5E3-463F-4D92-89AA-B60F35D8AEEC}"/>
    <dgm:cxn modelId="{ED21BBD6-2D4D-4602-87B2-8012A4DE273E}" type="presOf" srcId="{EE93C337-689B-4928-B816-1EAF67DA10D2}" destId="{1E3B9ED5-2514-409D-90B4-6AC49C5E800B}" srcOrd="0" destOrd="0" presId="urn:microsoft.com/office/officeart/2008/layout/VerticalCurvedList"/>
    <dgm:cxn modelId="{3CDFA6D9-6F48-43A8-9F0F-2B224E14764D}" srcId="{FD1ABAE8-302D-48C6-95F5-73AE946A9152}" destId="{B510F473-0230-4D9B-9829-9E23AA3E2F2D}" srcOrd="4" destOrd="0" parTransId="{38952FA6-F033-4406-8A36-4590A34AE64A}" sibTransId="{718875DC-542C-47E0-9583-9D9C5F08033E}"/>
    <dgm:cxn modelId="{A2CE4DEF-D68E-4AB0-AF11-BAF03F47E4D2}" srcId="{FD1ABAE8-302D-48C6-95F5-73AE946A9152}" destId="{EE93C337-689B-4928-B816-1EAF67DA10D2}" srcOrd="3" destOrd="0" parTransId="{CB59110C-4AB6-477B-B723-AE87195262A7}" sibTransId="{71D20070-3DAA-4A3A-A08A-69E706C72DD4}"/>
    <dgm:cxn modelId="{92DD4756-EDD3-43B5-B7AA-E0DE463D6003}" type="presParOf" srcId="{0CE9C193-EB0B-4953-B5B2-0F5E58772349}" destId="{7DDAE02A-95E2-4A06-A320-F38EC05FF24B}" srcOrd="0" destOrd="0" presId="urn:microsoft.com/office/officeart/2008/layout/VerticalCurvedList"/>
    <dgm:cxn modelId="{F14F7706-6BBD-4B71-9BBD-EAE5269E4E6F}" type="presParOf" srcId="{7DDAE02A-95E2-4A06-A320-F38EC05FF24B}" destId="{5B875CBC-A1F2-44D3-A569-879FF665B40D}" srcOrd="0" destOrd="0" presId="urn:microsoft.com/office/officeart/2008/layout/VerticalCurvedList"/>
    <dgm:cxn modelId="{16E36939-A843-4AEF-AAB0-088C1A85D323}" type="presParOf" srcId="{5B875CBC-A1F2-44D3-A569-879FF665B40D}" destId="{A2980469-8E4F-4534-A68D-0AF32BE40568}" srcOrd="0" destOrd="0" presId="urn:microsoft.com/office/officeart/2008/layout/VerticalCurvedList"/>
    <dgm:cxn modelId="{97AE54AC-E606-4E09-B413-C2476EB91B53}" type="presParOf" srcId="{5B875CBC-A1F2-44D3-A569-879FF665B40D}" destId="{7BE05798-BC9C-4E38-88D8-E56EF0015FD5}" srcOrd="1" destOrd="0" presId="urn:microsoft.com/office/officeart/2008/layout/VerticalCurvedList"/>
    <dgm:cxn modelId="{5B9767CA-C817-477E-812F-EC71ACFA91F1}" type="presParOf" srcId="{5B875CBC-A1F2-44D3-A569-879FF665B40D}" destId="{868D7B4F-8FDB-4B94-A4A2-20D626270A95}" srcOrd="2" destOrd="0" presId="urn:microsoft.com/office/officeart/2008/layout/VerticalCurvedList"/>
    <dgm:cxn modelId="{B332BF24-7A4C-4D5A-9D8A-320892502EF2}" type="presParOf" srcId="{5B875CBC-A1F2-44D3-A569-879FF665B40D}" destId="{428430B2-01C2-48DE-8B87-944928E1F433}" srcOrd="3" destOrd="0" presId="urn:microsoft.com/office/officeart/2008/layout/VerticalCurvedList"/>
    <dgm:cxn modelId="{2F7C5D7B-628C-424F-86DB-72E2B1BFEA77}" type="presParOf" srcId="{7DDAE02A-95E2-4A06-A320-F38EC05FF24B}" destId="{00149A4D-86FF-4AC3-AACD-2EAD2D3BC28F}" srcOrd="1" destOrd="0" presId="urn:microsoft.com/office/officeart/2008/layout/VerticalCurvedList"/>
    <dgm:cxn modelId="{881998FD-450A-4950-B0CB-B1AA578A9EBB}" type="presParOf" srcId="{7DDAE02A-95E2-4A06-A320-F38EC05FF24B}" destId="{A9EEF636-8A97-4B39-9686-ECD79744EB09}" srcOrd="2" destOrd="0" presId="urn:microsoft.com/office/officeart/2008/layout/VerticalCurvedList"/>
    <dgm:cxn modelId="{B45E57F8-B2B7-46E8-9C55-DF16CB2E9D9D}" type="presParOf" srcId="{A9EEF636-8A97-4B39-9686-ECD79744EB09}" destId="{ABC1BCDD-BBF5-43FA-9793-97842988B7FB}" srcOrd="0" destOrd="0" presId="urn:microsoft.com/office/officeart/2008/layout/VerticalCurvedList"/>
    <dgm:cxn modelId="{AC1C6494-A54E-4C44-8201-D111BB216A65}" type="presParOf" srcId="{7DDAE02A-95E2-4A06-A320-F38EC05FF24B}" destId="{25D44613-1A63-4D86-8D24-522D335C6DD1}" srcOrd="3" destOrd="0" presId="urn:microsoft.com/office/officeart/2008/layout/VerticalCurvedList"/>
    <dgm:cxn modelId="{7D9C1252-B67E-4068-A6EF-159DCA31E758}" type="presParOf" srcId="{7DDAE02A-95E2-4A06-A320-F38EC05FF24B}" destId="{BEEAC806-1F1A-4E58-930F-348A59B0B51B}" srcOrd="4" destOrd="0" presId="urn:microsoft.com/office/officeart/2008/layout/VerticalCurvedList"/>
    <dgm:cxn modelId="{021EB4A5-528E-4890-B1B2-BD1AC0FCD4DE}" type="presParOf" srcId="{BEEAC806-1F1A-4E58-930F-348A59B0B51B}" destId="{8D6F7963-0D91-46D7-98E5-F45F9C3D3594}" srcOrd="0" destOrd="0" presId="urn:microsoft.com/office/officeart/2008/layout/VerticalCurvedList"/>
    <dgm:cxn modelId="{F6A7B990-8777-4752-A446-E30A787280AA}" type="presParOf" srcId="{7DDAE02A-95E2-4A06-A320-F38EC05FF24B}" destId="{E26924AC-2A21-4103-BBE5-43851AB1E932}" srcOrd="5" destOrd="0" presId="urn:microsoft.com/office/officeart/2008/layout/VerticalCurvedList"/>
    <dgm:cxn modelId="{EC132A50-A2F2-4AAB-B9A8-43A02A81CA51}" type="presParOf" srcId="{7DDAE02A-95E2-4A06-A320-F38EC05FF24B}" destId="{08F93C4D-215E-493E-970E-A0CDC141A801}" srcOrd="6" destOrd="0" presId="urn:microsoft.com/office/officeart/2008/layout/VerticalCurvedList"/>
    <dgm:cxn modelId="{6A7E29D1-570A-457A-9C70-D41CEAF30C61}" type="presParOf" srcId="{08F93C4D-215E-493E-970E-A0CDC141A801}" destId="{4B6EA37E-2DAD-4D81-BE39-469D8D990EDF}" srcOrd="0" destOrd="0" presId="urn:microsoft.com/office/officeart/2008/layout/VerticalCurvedList"/>
    <dgm:cxn modelId="{B9114830-AEE7-4CED-AC25-DD6E9875B150}" type="presParOf" srcId="{7DDAE02A-95E2-4A06-A320-F38EC05FF24B}" destId="{1E3B9ED5-2514-409D-90B4-6AC49C5E800B}" srcOrd="7" destOrd="0" presId="urn:microsoft.com/office/officeart/2008/layout/VerticalCurvedList"/>
    <dgm:cxn modelId="{B4C58AA0-0EFF-4545-8F50-C379720D8CEE}" type="presParOf" srcId="{7DDAE02A-95E2-4A06-A320-F38EC05FF24B}" destId="{73A093BA-569B-4CE2-B3B9-F3818C8BAA0D}" srcOrd="8" destOrd="0" presId="urn:microsoft.com/office/officeart/2008/layout/VerticalCurvedList"/>
    <dgm:cxn modelId="{0A3F2BB2-25BF-48FB-9F49-687E81AC392C}" type="presParOf" srcId="{73A093BA-569B-4CE2-B3B9-F3818C8BAA0D}" destId="{C45B7A9F-9E59-41D6-8F68-FBF04ACE5FC1}" srcOrd="0" destOrd="0" presId="urn:microsoft.com/office/officeart/2008/layout/VerticalCurvedList"/>
    <dgm:cxn modelId="{2A5FE8ED-03CE-4F0B-981D-0A40059F5D79}" type="presParOf" srcId="{7DDAE02A-95E2-4A06-A320-F38EC05FF24B}" destId="{8027CD76-3ECB-45C6-8498-CE92CE89AEAB}" srcOrd="9" destOrd="0" presId="urn:microsoft.com/office/officeart/2008/layout/VerticalCurvedList"/>
    <dgm:cxn modelId="{87EAD622-9EEE-4504-9C7C-625275EBE052}" type="presParOf" srcId="{7DDAE02A-95E2-4A06-A320-F38EC05FF24B}" destId="{70A54200-808D-45B3-8E77-0C55EB48E393}" srcOrd="10" destOrd="0" presId="urn:microsoft.com/office/officeart/2008/layout/VerticalCurvedList"/>
    <dgm:cxn modelId="{45B9F279-DDD9-4C2B-BE88-A65B0806F646}" type="presParOf" srcId="{70A54200-808D-45B3-8E77-0C55EB48E393}" destId="{34AF2BF5-2CBA-4EE1-B806-6D8F40EE2D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79689640-D7BF-4C4C-9320-FEC8AE63CE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C67185-9CF0-45FC-9E08-4F10DB543BE0}">
      <dgm:prSet/>
      <dgm:spPr/>
      <dgm:t>
        <a:bodyPr/>
        <a:lstStyle/>
        <a:p>
          <a:r>
            <a:rPr lang="ru-RU" b="0" i="1" dirty="0"/>
            <a:t>«</a:t>
          </a:r>
          <a:r>
            <a:rPr lang="ru-RU" b="0" i="1" dirty="0" err="1"/>
            <a:t>Найясніший</a:t>
          </a:r>
          <a:r>
            <a:rPr lang="ru-RU" b="0" i="1" dirty="0"/>
            <a:t> князю </a:t>
          </a:r>
          <a:r>
            <a:rPr lang="ru-RU" b="0" i="1" dirty="0" err="1"/>
            <a:t>Трансільванії</a:t>
          </a:r>
          <a:r>
            <a:rPr lang="ru-RU" b="0" i="1" dirty="0"/>
            <a:t>, наш </a:t>
          </a:r>
          <a:r>
            <a:rPr lang="ru-RU" b="0" i="1" dirty="0" err="1"/>
            <a:t>вельмишановний</a:t>
          </a:r>
          <a:r>
            <a:rPr lang="ru-RU" b="0" i="1" dirty="0"/>
            <a:t> пане й друже. Не без </a:t>
          </a:r>
          <a:r>
            <a:rPr lang="ru-RU" b="0" i="1" dirty="0" err="1"/>
            <a:t>особливої</a:t>
          </a:r>
          <a:r>
            <a:rPr lang="ru-RU" b="0" i="1" dirty="0"/>
            <a:t> </a:t>
          </a:r>
          <a:r>
            <a:rPr lang="ru-RU" b="0" i="1" dirty="0" err="1"/>
            <a:t>прихильності</a:t>
          </a:r>
          <a:r>
            <a:rPr lang="ru-RU" b="0" i="1" dirty="0"/>
            <a:t> одержали ми листа </a:t>
          </a:r>
          <a:r>
            <a:rPr lang="ru-RU" b="0" i="1" dirty="0" err="1"/>
            <a:t>вашої</a:t>
          </a:r>
          <a:r>
            <a:rPr lang="ru-RU" b="0" i="1" dirty="0"/>
            <a:t> </a:t>
          </a:r>
          <a:r>
            <a:rPr lang="ru-RU" b="0" i="1" dirty="0" err="1"/>
            <a:t>найяснішої</a:t>
          </a:r>
          <a:r>
            <a:rPr lang="ru-RU" b="0" i="1" dirty="0"/>
            <a:t> </a:t>
          </a:r>
          <a:r>
            <a:rPr lang="ru-RU" b="0" i="1" dirty="0" err="1"/>
            <a:t>величності</a:t>
          </a:r>
          <a:r>
            <a:rPr lang="ru-RU" b="0" i="1" dirty="0"/>
            <a:t>.., де нас </a:t>
          </a:r>
          <a:r>
            <a:rPr lang="ru-RU" b="0" i="1" dirty="0" err="1"/>
            <a:t>запрошують</a:t>
          </a:r>
          <a:r>
            <a:rPr lang="ru-RU" b="0" i="1" dirty="0"/>
            <a:t> </a:t>
          </a:r>
          <a:r>
            <a:rPr lang="ru-RU" b="0" i="1" dirty="0" err="1"/>
            <a:t>увійти</a:t>
          </a:r>
          <a:r>
            <a:rPr lang="ru-RU" b="0" i="1" dirty="0"/>
            <a:t> в </a:t>
          </a:r>
          <a:r>
            <a:rPr lang="ru-RU" b="0" i="1" dirty="0" err="1"/>
            <a:t>братський</a:t>
          </a:r>
          <a:r>
            <a:rPr lang="ru-RU" b="0" i="1" dirty="0"/>
            <a:t> союз </a:t>
          </a:r>
          <a:r>
            <a:rPr lang="ru-RU" b="0" i="1" dirty="0" err="1"/>
            <a:t>із</a:t>
          </a:r>
          <a:r>
            <a:rPr lang="ru-RU" b="0" i="1" dirty="0"/>
            <a:t> </a:t>
          </a:r>
          <a:r>
            <a:rPr lang="ru-RU" b="0" i="1" dirty="0" err="1"/>
            <a:t>найяснішим</a:t>
          </a:r>
          <a:r>
            <a:rPr lang="ru-RU" b="0" i="1" dirty="0"/>
            <a:t> королем </a:t>
          </a:r>
          <a:r>
            <a:rPr lang="ru-RU" b="0" i="1" dirty="0" err="1"/>
            <a:t>Швеції</a:t>
          </a:r>
          <a:r>
            <a:rPr lang="ru-RU" b="0" i="1" dirty="0"/>
            <a:t>…»</a:t>
          </a:r>
          <a:endParaRPr lang="uk-UA" dirty="0"/>
        </a:p>
      </dgm:t>
    </dgm:pt>
    <dgm:pt modelId="{AA81166E-5242-4058-8535-22DD86000206}" type="parTrans" cxnId="{B094C7F0-68D0-4AE8-9FE8-5831B745FF7C}">
      <dgm:prSet/>
      <dgm:spPr/>
      <dgm:t>
        <a:bodyPr/>
        <a:lstStyle/>
        <a:p>
          <a:endParaRPr lang="uk-UA"/>
        </a:p>
      </dgm:t>
    </dgm:pt>
    <dgm:pt modelId="{74A32DEE-C5AB-4B65-BB30-976A5FF47C99}" type="sibTrans" cxnId="{B094C7F0-68D0-4AE8-9FE8-5831B745FF7C}">
      <dgm:prSet/>
      <dgm:spPr/>
      <dgm:t>
        <a:bodyPr/>
        <a:lstStyle/>
        <a:p>
          <a:endParaRPr lang="uk-UA"/>
        </a:p>
      </dgm:t>
    </dgm:pt>
    <dgm:pt modelId="{1B6C4071-2634-4DAB-91C7-BEA5EC30C926}">
      <dgm:prSet/>
      <dgm:spPr/>
      <dgm:t>
        <a:bodyPr/>
        <a:lstStyle/>
        <a:p>
          <a:r>
            <a:rPr lang="ru-RU" b="0" i="1"/>
            <a:t>«А на його милість короля… ми не підносили рук, бо коли під Берестечком наше військо не зазнало милосердя його королівської милості, то мусили, як пану своєму, уступити… прагнучи вже дальшого миру…»</a:t>
          </a:r>
          <a:endParaRPr lang="uk-UA"/>
        </a:p>
      </dgm:t>
    </dgm:pt>
    <dgm:pt modelId="{923D7D8B-EBCA-4ADC-997A-8F7C0DB158E5}" type="parTrans" cxnId="{AE70E62B-0DD8-4D73-8124-AC78DD1A4A8E}">
      <dgm:prSet/>
      <dgm:spPr/>
      <dgm:t>
        <a:bodyPr/>
        <a:lstStyle/>
        <a:p>
          <a:endParaRPr lang="uk-UA"/>
        </a:p>
      </dgm:t>
    </dgm:pt>
    <dgm:pt modelId="{E8036894-CFFF-4DD7-B66E-1CCBD940BBA2}" type="sibTrans" cxnId="{AE70E62B-0DD8-4D73-8124-AC78DD1A4A8E}">
      <dgm:prSet/>
      <dgm:spPr/>
      <dgm:t>
        <a:bodyPr/>
        <a:lstStyle/>
        <a:p>
          <a:endParaRPr lang="uk-UA"/>
        </a:p>
      </dgm:t>
    </dgm:pt>
    <dgm:pt modelId="{7F1EEEF8-9C97-4021-845B-4C4457B20FE3}" type="pres">
      <dgm:prSet presAssocID="{79689640-D7BF-4C4C-9320-FEC8AE63CE16}" presName="linear" presStyleCnt="0">
        <dgm:presLayoutVars>
          <dgm:animLvl val="lvl"/>
          <dgm:resizeHandles val="exact"/>
        </dgm:presLayoutVars>
      </dgm:prSet>
      <dgm:spPr/>
    </dgm:pt>
    <dgm:pt modelId="{38B347D7-B09D-4AFC-9E4B-2DD10E5EBD76}" type="pres">
      <dgm:prSet presAssocID="{90C67185-9CF0-45FC-9E08-4F10DB543BE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AAC4E59-365B-44C8-ACF6-953502025A8C}" type="pres">
      <dgm:prSet presAssocID="{74A32DEE-C5AB-4B65-BB30-976A5FF47C99}" presName="spacer" presStyleCnt="0"/>
      <dgm:spPr/>
    </dgm:pt>
    <dgm:pt modelId="{2FA327A6-9886-46C1-AEF1-A9BD805267F0}" type="pres">
      <dgm:prSet presAssocID="{1B6C4071-2634-4DAB-91C7-BEA5EC30C92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E70E62B-0DD8-4D73-8124-AC78DD1A4A8E}" srcId="{79689640-D7BF-4C4C-9320-FEC8AE63CE16}" destId="{1B6C4071-2634-4DAB-91C7-BEA5EC30C926}" srcOrd="1" destOrd="0" parTransId="{923D7D8B-EBCA-4ADC-997A-8F7C0DB158E5}" sibTransId="{E8036894-CFFF-4DD7-B66E-1CCBD940BBA2}"/>
    <dgm:cxn modelId="{E52BCD48-91AB-4DA7-87CA-0E29C774836B}" type="presOf" srcId="{1B6C4071-2634-4DAB-91C7-BEA5EC30C926}" destId="{2FA327A6-9886-46C1-AEF1-A9BD805267F0}" srcOrd="0" destOrd="0" presId="urn:microsoft.com/office/officeart/2005/8/layout/vList2"/>
    <dgm:cxn modelId="{A534C069-92E3-4B9F-9483-A30225842AEB}" type="presOf" srcId="{90C67185-9CF0-45FC-9E08-4F10DB543BE0}" destId="{38B347D7-B09D-4AFC-9E4B-2DD10E5EBD76}" srcOrd="0" destOrd="0" presId="urn:microsoft.com/office/officeart/2005/8/layout/vList2"/>
    <dgm:cxn modelId="{B094C7F0-68D0-4AE8-9FE8-5831B745FF7C}" srcId="{79689640-D7BF-4C4C-9320-FEC8AE63CE16}" destId="{90C67185-9CF0-45FC-9E08-4F10DB543BE0}" srcOrd="0" destOrd="0" parTransId="{AA81166E-5242-4058-8535-22DD86000206}" sibTransId="{74A32DEE-C5AB-4B65-BB30-976A5FF47C99}"/>
    <dgm:cxn modelId="{DBDB4AF9-E60D-478F-BCEA-0B9A0F7CC903}" type="presOf" srcId="{79689640-D7BF-4C4C-9320-FEC8AE63CE16}" destId="{7F1EEEF8-9C97-4021-845B-4C4457B20FE3}" srcOrd="0" destOrd="0" presId="urn:microsoft.com/office/officeart/2005/8/layout/vList2"/>
    <dgm:cxn modelId="{5F04396D-2980-4DE8-BCDC-C4DAE975E85D}" type="presParOf" srcId="{7F1EEEF8-9C97-4021-845B-4C4457B20FE3}" destId="{38B347D7-B09D-4AFC-9E4B-2DD10E5EBD76}" srcOrd="0" destOrd="0" presId="urn:microsoft.com/office/officeart/2005/8/layout/vList2"/>
    <dgm:cxn modelId="{AEC53211-6F96-40F1-B728-63849FE79608}" type="presParOf" srcId="{7F1EEEF8-9C97-4021-845B-4C4457B20FE3}" destId="{DAAC4E59-365B-44C8-ACF6-953502025A8C}" srcOrd="1" destOrd="0" presId="urn:microsoft.com/office/officeart/2005/8/layout/vList2"/>
    <dgm:cxn modelId="{1040C69B-9B06-4EB2-A826-37E3D85D565C}" type="presParOf" srcId="{7F1EEEF8-9C97-4021-845B-4C4457B20FE3}" destId="{2FA327A6-9886-46C1-AEF1-A9BD805267F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BF7040E1-131A-4522-8C04-14438EC1DEB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678EDE-C398-4B12-B042-28EBDBE9998B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3097B144-B2D3-483F-90F4-C6F8297F954E}" type="parTrans" cxnId="{05118E0C-A7A5-4228-AE96-780B9B9F0865}">
      <dgm:prSet/>
      <dgm:spPr/>
      <dgm:t>
        <a:bodyPr/>
        <a:lstStyle/>
        <a:p>
          <a:endParaRPr lang="uk-UA"/>
        </a:p>
      </dgm:t>
    </dgm:pt>
    <dgm:pt modelId="{939C8DF9-44A7-42B4-B952-60EF37688E6A}" type="sibTrans" cxnId="{05118E0C-A7A5-4228-AE96-780B9B9F0865}">
      <dgm:prSet/>
      <dgm:spPr/>
      <dgm:t>
        <a:bodyPr/>
        <a:lstStyle/>
        <a:p>
          <a:endParaRPr lang="uk-UA"/>
        </a:p>
      </dgm:t>
    </dgm:pt>
    <dgm:pt modelId="{2A45921C-5F97-400E-A42A-6EEF25B93041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F19BC62D-44D0-42FC-9AE5-8D12DD70AE0F}" type="parTrans" cxnId="{8649AF00-9A17-427F-AE20-D343537C190E}">
      <dgm:prSet/>
      <dgm:spPr/>
      <dgm:t>
        <a:bodyPr/>
        <a:lstStyle/>
        <a:p>
          <a:endParaRPr lang="uk-UA"/>
        </a:p>
      </dgm:t>
    </dgm:pt>
    <dgm:pt modelId="{A68F2C93-2442-4A90-8DE2-FC0C17E477D0}" type="sibTrans" cxnId="{8649AF00-9A17-427F-AE20-D343537C190E}">
      <dgm:prSet/>
      <dgm:spPr/>
      <dgm:t>
        <a:bodyPr/>
        <a:lstStyle/>
        <a:p>
          <a:endParaRPr lang="uk-UA"/>
        </a:p>
      </dgm:t>
    </dgm:pt>
    <dgm:pt modelId="{AC465631-FB01-43D8-8519-26F375CFEA59}">
      <dgm:prSet/>
      <dgm:spPr/>
      <dgm:t>
        <a:bodyPr/>
        <a:lstStyle/>
        <a:p>
          <a:r>
            <a:rPr lang="ru-RU" b="0" i="0"/>
            <a:t>1653 р.</a:t>
          </a:r>
          <a:endParaRPr lang="uk-UA"/>
        </a:p>
      </dgm:t>
    </dgm:pt>
    <dgm:pt modelId="{EB7F8D1F-5087-46F9-A618-31BC94F41094}" type="parTrans" cxnId="{9C696B12-F5AE-4F02-9240-FEF45CA21B38}">
      <dgm:prSet/>
      <dgm:spPr/>
      <dgm:t>
        <a:bodyPr/>
        <a:lstStyle/>
        <a:p>
          <a:endParaRPr lang="uk-UA"/>
        </a:p>
      </dgm:t>
    </dgm:pt>
    <dgm:pt modelId="{86926F9B-EE7F-43D4-A173-77758481FE0D}" type="sibTrans" cxnId="{9C696B12-F5AE-4F02-9240-FEF45CA21B38}">
      <dgm:prSet/>
      <dgm:spPr/>
      <dgm:t>
        <a:bodyPr/>
        <a:lstStyle/>
        <a:p>
          <a:endParaRPr lang="uk-UA"/>
        </a:p>
      </dgm:t>
    </dgm:pt>
    <dgm:pt modelId="{11716780-C811-425E-AE37-804B045BA5DE}">
      <dgm:prSet/>
      <dgm:spPr/>
      <dgm:t>
        <a:bodyPr/>
        <a:lstStyle/>
        <a:p>
          <a:r>
            <a:rPr lang="ru-RU" b="0" i="0"/>
            <a:t>1656 р.</a:t>
          </a:r>
          <a:endParaRPr lang="uk-UA"/>
        </a:p>
      </dgm:t>
    </dgm:pt>
    <dgm:pt modelId="{6BABC540-BDF5-4907-BD83-5C4A83CF12B4}" type="parTrans" cxnId="{9DF0732C-F6E9-4099-8286-25CE4D27F1DE}">
      <dgm:prSet/>
      <dgm:spPr/>
      <dgm:t>
        <a:bodyPr/>
        <a:lstStyle/>
        <a:p>
          <a:endParaRPr lang="uk-UA"/>
        </a:p>
      </dgm:t>
    </dgm:pt>
    <dgm:pt modelId="{583B79B4-E46A-4D25-8BFA-7926E24E5C09}" type="sibTrans" cxnId="{9DF0732C-F6E9-4099-8286-25CE4D27F1DE}">
      <dgm:prSet/>
      <dgm:spPr/>
      <dgm:t>
        <a:bodyPr/>
        <a:lstStyle/>
        <a:p>
          <a:endParaRPr lang="uk-UA"/>
        </a:p>
      </dgm:t>
    </dgm:pt>
    <dgm:pt modelId="{98E227D0-ED7C-49CA-82C6-811384A589A9}">
      <dgm:prSet/>
      <dgm:spPr/>
      <dgm:t>
        <a:bodyPr/>
        <a:lstStyle/>
        <a:p>
          <a:r>
            <a:rPr lang="ru-RU" b="0" i="0"/>
            <a:t>1657 р.</a:t>
          </a:r>
          <a:endParaRPr lang="uk-UA"/>
        </a:p>
      </dgm:t>
    </dgm:pt>
    <dgm:pt modelId="{9790E859-AB26-43B6-AEEF-FC8BA1B2522A}" type="parTrans" cxnId="{BDAFD949-3AA5-40A6-B58D-078EE68A9A1F}">
      <dgm:prSet/>
      <dgm:spPr/>
      <dgm:t>
        <a:bodyPr/>
        <a:lstStyle/>
        <a:p>
          <a:endParaRPr lang="uk-UA"/>
        </a:p>
      </dgm:t>
    </dgm:pt>
    <dgm:pt modelId="{C29696FF-E848-47F3-9A4D-19F5B4F5AE33}" type="sibTrans" cxnId="{BDAFD949-3AA5-40A6-B58D-078EE68A9A1F}">
      <dgm:prSet/>
      <dgm:spPr/>
      <dgm:t>
        <a:bodyPr/>
        <a:lstStyle/>
        <a:p>
          <a:endParaRPr lang="uk-UA"/>
        </a:p>
      </dgm:t>
    </dgm:pt>
    <dgm:pt modelId="{7867897D-8EE6-446C-8A5B-8BBE9E54767C}" type="pres">
      <dgm:prSet presAssocID="{BF7040E1-131A-4522-8C04-14438EC1DEBE}" presName="Name0" presStyleCnt="0">
        <dgm:presLayoutVars>
          <dgm:chMax val="7"/>
          <dgm:chPref val="7"/>
          <dgm:dir/>
        </dgm:presLayoutVars>
      </dgm:prSet>
      <dgm:spPr/>
    </dgm:pt>
    <dgm:pt modelId="{62D49885-CFC7-4181-A73E-345C4C72CB95}" type="pres">
      <dgm:prSet presAssocID="{BF7040E1-131A-4522-8C04-14438EC1DEBE}" presName="Name1" presStyleCnt="0"/>
      <dgm:spPr/>
    </dgm:pt>
    <dgm:pt modelId="{935AA6BC-F96E-427A-A967-8313F715E52F}" type="pres">
      <dgm:prSet presAssocID="{BF7040E1-131A-4522-8C04-14438EC1DEBE}" presName="cycle" presStyleCnt="0"/>
      <dgm:spPr/>
    </dgm:pt>
    <dgm:pt modelId="{98E584B2-EBDD-4EB5-AB91-6AA4CF4FDF96}" type="pres">
      <dgm:prSet presAssocID="{BF7040E1-131A-4522-8C04-14438EC1DEBE}" presName="srcNode" presStyleLbl="node1" presStyleIdx="0" presStyleCnt="5"/>
      <dgm:spPr/>
    </dgm:pt>
    <dgm:pt modelId="{25E0911C-919A-4AC7-BD5E-4A14EB0A6AF3}" type="pres">
      <dgm:prSet presAssocID="{BF7040E1-131A-4522-8C04-14438EC1DEBE}" presName="conn" presStyleLbl="parChTrans1D2" presStyleIdx="0" presStyleCnt="1"/>
      <dgm:spPr/>
    </dgm:pt>
    <dgm:pt modelId="{06D197D5-C72A-4ABE-83FF-452615EAC4D6}" type="pres">
      <dgm:prSet presAssocID="{BF7040E1-131A-4522-8C04-14438EC1DEBE}" presName="extraNode" presStyleLbl="node1" presStyleIdx="0" presStyleCnt="5"/>
      <dgm:spPr/>
    </dgm:pt>
    <dgm:pt modelId="{6577A826-D061-471F-802C-B8F61A56D3DA}" type="pres">
      <dgm:prSet presAssocID="{BF7040E1-131A-4522-8C04-14438EC1DEBE}" presName="dstNode" presStyleLbl="node1" presStyleIdx="0" presStyleCnt="5"/>
      <dgm:spPr/>
    </dgm:pt>
    <dgm:pt modelId="{0243C4A4-0425-4D0E-A901-999DF45A0BBD}" type="pres">
      <dgm:prSet presAssocID="{F2678EDE-C398-4B12-B042-28EBDBE9998B}" presName="text_1" presStyleLbl="node1" presStyleIdx="0" presStyleCnt="5">
        <dgm:presLayoutVars>
          <dgm:bulletEnabled val="1"/>
        </dgm:presLayoutVars>
      </dgm:prSet>
      <dgm:spPr/>
    </dgm:pt>
    <dgm:pt modelId="{E3D081C6-15A3-44F0-979F-E69F746FAEC6}" type="pres">
      <dgm:prSet presAssocID="{F2678EDE-C398-4B12-B042-28EBDBE9998B}" presName="accent_1" presStyleCnt="0"/>
      <dgm:spPr/>
    </dgm:pt>
    <dgm:pt modelId="{A649461A-F0A5-44F4-B78A-9AF97C7BBEA3}" type="pres">
      <dgm:prSet presAssocID="{F2678EDE-C398-4B12-B042-28EBDBE9998B}" presName="accentRepeatNode" presStyleLbl="solidFgAcc1" presStyleIdx="0" presStyleCnt="5"/>
      <dgm:spPr/>
    </dgm:pt>
    <dgm:pt modelId="{B1BAAFF0-80C5-407D-9089-CDB91D1C4BF6}" type="pres">
      <dgm:prSet presAssocID="{2A45921C-5F97-400E-A42A-6EEF25B93041}" presName="text_2" presStyleLbl="node1" presStyleIdx="1" presStyleCnt="5">
        <dgm:presLayoutVars>
          <dgm:bulletEnabled val="1"/>
        </dgm:presLayoutVars>
      </dgm:prSet>
      <dgm:spPr/>
    </dgm:pt>
    <dgm:pt modelId="{C503E4F7-E882-4708-B411-414B79DE491F}" type="pres">
      <dgm:prSet presAssocID="{2A45921C-5F97-400E-A42A-6EEF25B93041}" presName="accent_2" presStyleCnt="0"/>
      <dgm:spPr/>
    </dgm:pt>
    <dgm:pt modelId="{A7566319-4610-4AAF-B3CA-D4DE4EA4532C}" type="pres">
      <dgm:prSet presAssocID="{2A45921C-5F97-400E-A42A-6EEF25B93041}" presName="accentRepeatNode" presStyleLbl="solidFgAcc1" presStyleIdx="1" presStyleCnt="5"/>
      <dgm:spPr/>
    </dgm:pt>
    <dgm:pt modelId="{C337EBDB-37F2-434C-A02B-B9B45BACFF0C}" type="pres">
      <dgm:prSet presAssocID="{AC465631-FB01-43D8-8519-26F375CFEA59}" presName="text_3" presStyleLbl="node1" presStyleIdx="2" presStyleCnt="5">
        <dgm:presLayoutVars>
          <dgm:bulletEnabled val="1"/>
        </dgm:presLayoutVars>
      </dgm:prSet>
      <dgm:spPr/>
    </dgm:pt>
    <dgm:pt modelId="{EBAB6D03-6B9F-426D-9BA5-F00F949B3CDA}" type="pres">
      <dgm:prSet presAssocID="{AC465631-FB01-43D8-8519-26F375CFEA59}" presName="accent_3" presStyleCnt="0"/>
      <dgm:spPr/>
    </dgm:pt>
    <dgm:pt modelId="{E1948FB1-82EB-4EE8-8E50-85B9665D6174}" type="pres">
      <dgm:prSet presAssocID="{AC465631-FB01-43D8-8519-26F375CFEA59}" presName="accentRepeatNode" presStyleLbl="solidFgAcc1" presStyleIdx="2" presStyleCnt="5"/>
      <dgm:spPr/>
    </dgm:pt>
    <dgm:pt modelId="{014EFF1A-C295-403B-9B30-D1024A13FFD9}" type="pres">
      <dgm:prSet presAssocID="{11716780-C811-425E-AE37-804B045BA5DE}" presName="text_4" presStyleLbl="node1" presStyleIdx="3" presStyleCnt="5">
        <dgm:presLayoutVars>
          <dgm:bulletEnabled val="1"/>
        </dgm:presLayoutVars>
      </dgm:prSet>
      <dgm:spPr/>
    </dgm:pt>
    <dgm:pt modelId="{589AE3EE-462E-47ED-A6BB-EECCA8C25D43}" type="pres">
      <dgm:prSet presAssocID="{11716780-C811-425E-AE37-804B045BA5DE}" presName="accent_4" presStyleCnt="0"/>
      <dgm:spPr/>
    </dgm:pt>
    <dgm:pt modelId="{146C2514-E823-4F25-981D-709C51D5056E}" type="pres">
      <dgm:prSet presAssocID="{11716780-C811-425E-AE37-804B045BA5DE}" presName="accentRepeatNode" presStyleLbl="solidFgAcc1" presStyleIdx="3" presStyleCnt="5"/>
      <dgm:spPr/>
    </dgm:pt>
    <dgm:pt modelId="{3820460C-941B-4721-B46A-06035BE0B715}" type="pres">
      <dgm:prSet presAssocID="{98E227D0-ED7C-49CA-82C6-811384A589A9}" presName="text_5" presStyleLbl="node1" presStyleIdx="4" presStyleCnt="5">
        <dgm:presLayoutVars>
          <dgm:bulletEnabled val="1"/>
        </dgm:presLayoutVars>
      </dgm:prSet>
      <dgm:spPr/>
    </dgm:pt>
    <dgm:pt modelId="{CA31C880-EA75-4F46-8615-DAD1B8BA92F0}" type="pres">
      <dgm:prSet presAssocID="{98E227D0-ED7C-49CA-82C6-811384A589A9}" presName="accent_5" presStyleCnt="0"/>
      <dgm:spPr/>
    </dgm:pt>
    <dgm:pt modelId="{88FDA174-61CD-4B49-8E89-0BB616C5F428}" type="pres">
      <dgm:prSet presAssocID="{98E227D0-ED7C-49CA-82C6-811384A589A9}" presName="accentRepeatNode" presStyleLbl="solidFgAcc1" presStyleIdx="4" presStyleCnt="5"/>
      <dgm:spPr/>
    </dgm:pt>
  </dgm:ptLst>
  <dgm:cxnLst>
    <dgm:cxn modelId="{8649AF00-9A17-427F-AE20-D343537C190E}" srcId="{BF7040E1-131A-4522-8C04-14438EC1DEBE}" destId="{2A45921C-5F97-400E-A42A-6EEF25B93041}" srcOrd="1" destOrd="0" parTransId="{F19BC62D-44D0-42FC-9AE5-8D12DD70AE0F}" sibTransId="{A68F2C93-2442-4A90-8DE2-FC0C17E477D0}"/>
    <dgm:cxn modelId="{87887402-1519-4571-BCAF-837BE3CC62BB}" type="presOf" srcId="{BF7040E1-131A-4522-8C04-14438EC1DEBE}" destId="{7867897D-8EE6-446C-8A5B-8BBE9E54767C}" srcOrd="0" destOrd="0" presId="urn:microsoft.com/office/officeart/2008/layout/VerticalCurvedList"/>
    <dgm:cxn modelId="{05118E0C-A7A5-4228-AE96-780B9B9F0865}" srcId="{BF7040E1-131A-4522-8C04-14438EC1DEBE}" destId="{F2678EDE-C398-4B12-B042-28EBDBE9998B}" srcOrd="0" destOrd="0" parTransId="{3097B144-B2D3-483F-90F4-C6F8297F954E}" sibTransId="{939C8DF9-44A7-42B4-B952-60EF37688E6A}"/>
    <dgm:cxn modelId="{DD72170F-48A6-4379-8CC8-1B181DA54B2A}" type="presOf" srcId="{AC465631-FB01-43D8-8519-26F375CFEA59}" destId="{C337EBDB-37F2-434C-A02B-B9B45BACFF0C}" srcOrd="0" destOrd="0" presId="urn:microsoft.com/office/officeart/2008/layout/VerticalCurvedList"/>
    <dgm:cxn modelId="{9C696B12-F5AE-4F02-9240-FEF45CA21B38}" srcId="{BF7040E1-131A-4522-8C04-14438EC1DEBE}" destId="{AC465631-FB01-43D8-8519-26F375CFEA59}" srcOrd="2" destOrd="0" parTransId="{EB7F8D1F-5087-46F9-A618-31BC94F41094}" sibTransId="{86926F9B-EE7F-43D4-A173-77758481FE0D}"/>
    <dgm:cxn modelId="{22CD5316-E012-4204-BA8F-3DBD3F31447A}" type="presOf" srcId="{2A45921C-5F97-400E-A42A-6EEF25B93041}" destId="{B1BAAFF0-80C5-407D-9089-CDB91D1C4BF6}" srcOrd="0" destOrd="0" presId="urn:microsoft.com/office/officeart/2008/layout/VerticalCurvedList"/>
    <dgm:cxn modelId="{9DF0732C-F6E9-4099-8286-25CE4D27F1DE}" srcId="{BF7040E1-131A-4522-8C04-14438EC1DEBE}" destId="{11716780-C811-425E-AE37-804B045BA5DE}" srcOrd="3" destOrd="0" parTransId="{6BABC540-BDF5-4907-BD83-5C4A83CF12B4}" sibTransId="{583B79B4-E46A-4D25-8BFA-7926E24E5C09}"/>
    <dgm:cxn modelId="{373A782C-6477-4C71-9980-D7805AEA855D}" type="presOf" srcId="{F2678EDE-C398-4B12-B042-28EBDBE9998B}" destId="{0243C4A4-0425-4D0E-A901-999DF45A0BBD}" srcOrd="0" destOrd="0" presId="urn:microsoft.com/office/officeart/2008/layout/VerticalCurvedList"/>
    <dgm:cxn modelId="{A9380D44-1A77-4190-B152-88ECF7900F15}" type="presOf" srcId="{98E227D0-ED7C-49CA-82C6-811384A589A9}" destId="{3820460C-941B-4721-B46A-06035BE0B715}" srcOrd="0" destOrd="0" presId="urn:microsoft.com/office/officeart/2008/layout/VerticalCurvedList"/>
    <dgm:cxn modelId="{BDAFD949-3AA5-40A6-B58D-078EE68A9A1F}" srcId="{BF7040E1-131A-4522-8C04-14438EC1DEBE}" destId="{98E227D0-ED7C-49CA-82C6-811384A589A9}" srcOrd="4" destOrd="0" parTransId="{9790E859-AB26-43B6-AEEF-FC8BA1B2522A}" sibTransId="{C29696FF-E848-47F3-9A4D-19F5B4F5AE33}"/>
    <dgm:cxn modelId="{8D017795-730B-4672-A889-DB90264BEF4E}" type="presOf" srcId="{939C8DF9-44A7-42B4-B952-60EF37688E6A}" destId="{25E0911C-919A-4AC7-BD5E-4A14EB0A6AF3}" srcOrd="0" destOrd="0" presId="urn:microsoft.com/office/officeart/2008/layout/VerticalCurvedList"/>
    <dgm:cxn modelId="{5C37B9DA-0E24-4075-82B6-4649628A0114}" type="presOf" srcId="{11716780-C811-425E-AE37-804B045BA5DE}" destId="{014EFF1A-C295-403B-9B30-D1024A13FFD9}" srcOrd="0" destOrd="0" presId="urn:microsoft.com/office/officeart/2008/layout/VerticalCurvedList"/>
    <dgm:cxn modelId="{5291F580-B8CA-43DA-9A9C-31505B8B4E6E}" type="presParOf" srcId="{7867897D-8EE6-446C-8A5B-8BBE9E54767C}" destId="{62D49885-CFC7-4181-A73E-345C4C72CB95}" srcOrd="0" destOrd="0" presId="urn:microsoft.com/office/officeart/2008/layout/VerticalCurvedList"/>
    <dgm:cxn modelId="{81220FB0-C7FB-4968-BBC6-37FB919886AA}" type="presParOf" srcId="{62D49885-CFC7-4181-A73E-345C4C72CB95}" destId="{935AA6BC-F96E-427A-A967-8313F715E52F}" srcOrd="0" destOrd="0" presId="urn:microsoft.com/office/officeart/2008/layout/VerticalCurvedList"/>
    <dgm:cxn modelId="{15DFB48D-7689-45EB-854C-066CE9A508EE}" type="presParOf" srcId="{935AA6BC-F96E-427A-A967-8313F715E52F}" destId="{98E584B2-EBDD-4EB5-AB91-6AA4CF4FDF96}" srcOrd="0" destOrd="0" presId="urn:microsoft.com/office/officeart/2008/layout/VerticalCurvedList"/>
    <dgm:cxn modelId="{CF8B5451-1D0C-484C-B0E1-89CCA8A250B7}" type="presParOf" srcId="{935AA6BC-F96E-427A-A967-8313F715E52F}" destId="{25E0911C-919A-4AC7-BD5E-4A14EB0A6AF3}" srcOrd="1" destOrd="0" presId="urn:microsoft.com/office/officeart/2008/layout/VerticalCurvedList"/>
    <dgm:cxn modelId="{6B74AB6E-BE6B-411D-802F-035B2C06E0E2}" type="presParOf" srcId="{935AA6BC-F96E-427A-A967-8313F715E52F}" destId="{06D197D5-C72A-4ABE-83FF-452615EAC4D6}" srcOrd="2" destOrd="0" presId="urn:microsoft.com/office/officeart/2008/layout/VerticalCurvedList"/>
    <dgm:cxn modelId="{C981E37A-140B-4464-91FC-7DA96E779604}" type="presParOf" srcId="{935AA6BC-F96E-427A-A967-8313F715E52F}" destId="{6577A826-D061-471F-802C-B8F61A56D3DA}" srcOrd="3" destOrd="0" presId="urn:microsoft.com/office/officeart/2008/layout/VerticalCurvedList"/>
    <dgm:cxn modelId="{6B396951-2E9C-4BEB-B240-DECC4B542202}" type="presParOf" srcId="{62D49885-CFC7-4181-A73E-345C4C72CB95}" destId="{0243C4A4-0425-4D0E-A901-999DF45A0BBD}" srcOrd="1" destOrd="0" presId="urn:microsoft.com/office/officeart/2008/layout/VerticalCurvedList"/>
    <dgm:cxn modelId="{D8E0080F-59E7-4FC9-B233-C5EE886D6973}" type="presParOf" srcId="{62D49885-CFC7-4181-A73E-345C4C72CB95}" destId="{E3D081C6-15A3-44F0-979F-E69F746FAEC6}" srcOrd="2" destOrd="0" presId="urn:microsoft.com/office/officeart/2008/layout/VerticalCurvedList"/>
    <dgm:cxn modelId="{60014F52-DDB5-43F2-824D-5B047E4E3F71}" type="presParOf" srcId="{E3D081C6-15A3-44F0-979F-E69F746FAEC6}" destId="{A649461A-F0A5-44F4-B78A-9AF97C7BBEA3}" srcOrd="0" destOrd="0" presId="urn:microsoft.com/office/officeart/2008/layout/VerticalCurvedList"/>
    <dgm:cxn modelId="{D9CF98C6-E599-475B-99DA-570323DC9857}" type="presParOf" srcId="{62D49885-CFC7-4181-A73E-345C4C72CB95}" destId="{B1BAAFF0-80C5-407D-9089-CDB91D1C4BF6}" srcOrd="3" destOrd="0" presId="urn:microsoft.com/office/officeart/2008/layout/VerticalCurvedList"/>
    <dgm:cxn modelId="{B82092B1-BFEC-4BA3-8945-A798A01D9318}" type="presParOf" srcId="{62D49885-CFC7-4181-A73E-345C4C72CB95}" destId="{C503E4F7-E882-4708-B411-414B79DE491F}" srcOrd="4" destOrd="0" presId="urn:microsoft.com/office/officeart/2008/layout/VerticalCurvedList"/>
    <dgm:cxn modelId="{52EDF8BD-E8ED-414F-B3FB-8681A01E4D0E}" type="presParOf" srcId="{C503E4F7-E882-4708-B411-414B79DE491F}" destId="{A7566319-4610-4AAF-B3CA-D4DE4EA4532C}" srcOrd="0" destOrd="0" presId="urn:microsoft.com/office/officeart/2008/layout/VerticalCurvedList"/>
    <dgm:cxn modelId="{040E414D-01E2-470B-BD5E-D94AF847134B}" type="presParOf" srcId="{62D49885-CFC7-4181-A73E-345C4C72CB95}" destId="{C337EBDB-37F2-434C-A02B-B9B45BACFF0C}" srcOrd="5" destOrd="0" presId="urn:microsoft.com/office/officeart/2008/layout/VerticalCurvedList"/>
    <dgm:cxn modelId="{01B40B1B-6FB6-4B47-975C-2F78705A216E}" type="presParOf" srcId="{62D49885-CFC7-4181-A73E-345C4C72CB95}" destId="{EBAB6D03-6B9F-426D-9BA5-F00F949B3CDA}" srcOrd="6" destOrd="0" presId="urn:microsoft.com/office/officeart/2008/layout/VerticalCurvedList"/>
    <dgm:cxn modelId="{81B89A22-7C30-4014-ABC7-FB6D5FAFF317}" type="presParOf" srcId="{EBAB6D03-6B9F-426D-9BA5-F00F949B3CDA}" destId="{E1948FB1-82EB-4EE8-8E50-85B9665D6174}" srcOrd="0" destOrd="0" presId="urn:microsoft.com/office/officeart/2008/layout/VerticalCurvedList"/>
    <dgm:cxn modelId="{A5E6DDA8-3B79-446C-AD3F-E3B45523FA6F}" type="presParOf" srcId="{62D49885-CFC7-4181-A73E-345C4C72CB95}" destId="{014EFF1A-C295-403B-9B30-D1024A13FFD9}" srcOrd="7" destOrd="0" presId="urn:microsoft.com/office/officeart/2008/layout/VerticalCurvedList"/>
    <dgm:cxn modelId="{1C5CB0A3-3599-451A-B66A-C8487CB02AF1}" type="presParOf" srcId="{62D49885-CFC7-4181-A73E-345C4C72CB95}" destId="{589AE3EE-462E-47ED-A6BB-EECCA8C25D43}" srcOrd="8" destOrd="0" presId="urn:microsoft.com/office/officeart/2008/layout/VerticalCurvedList"/>
    <dgm:cxn modelId="{C16D0F7A-B71E-421F-A206-8E455BD927BF}" type="presParOf" srcId="{589AE3EE-462E-47ED-A6BB-EECCA8C25D43}" destId="{146C2514-E823-4F25-981D-709C51D5056E}" srcOrd="0" destOrd="0" presId="urn:microsoft.com/office/officeart/2008/layout/VerticalCurvedList"/>
    <dgm:cxn modelId="{E77AEEC5-CF71-417A-B510-150D319AD42A}" type="presParOf" srcId="{62D49885-CFC7-4181-A73E-345C4C72CB95}" destId="{3820460C-941B-4721-B46A-06035BE0B715}" srcOrd="9" destOrd="0" presId="urn:microsoft.com/office/officeart/2008/layout/VerticalCurvedList"/>
    <dgm:cxn modelId="{48D75398-6E06-44F6-9A8E-DF79B6656E19}" type="presParOf" srcId="{62D49885-CFC7-4181-A73E-345C4C72CB95}" destId="{CA31C880-EA75-4F46-8615-DAD1B8BA92F0}" srcOrd="10" destOrd="0" presId="urn:microsoft.com/office/officeart/2008/layout/VerticalCurvedList"/>
    <dgm:cxn modelId="{81A952E8-48E6-4C78-AF92-F06BC812FE53}" type="presParOf" srcId="{CA31C880-EA75-4F46-8615-DAD1B8BA92F0}" destId="{88FDA174-61CD-4B49-8E89-0BB616C5F42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B1D4DBFC-68E3-4A72-A013-0CB5C26DB5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FA9C67-3C0A-4702-A746-C08129B5B5E1}">
      <dgm:prSet/>
      <dgm:spPr/>
      <dgm:t>
        <a:bodyPr/>
        <a:lstStyle/>
        <a:p>
          <a:r>
            <a:rPr lang="ru-RU" i="1" dirty="0"/>
            <a:t>«</a:t>
          </a:r>
          <a:r>
            <a:rPr lang="ru-RU" i="1" dirty="0" err="1"/>
            <a:t>Вимагаємо</a:t>
          </a:r>
          <a:r>
            <a:rPr lang="ru-RU" i="1" dirty="0"/>
            <a:t>, як уже </a:t>
          </a:r>
          <a:r>
            <a:rPr lang="ru-RU" i="1" dirty="0" err="1"/>
            <a:t>вище</a:t>
          </a:r>
          <a:r>
            <a:rPr lang="ru-RU" i="1" dirty="0"/>
            <a:t> </a:t>
          </a:r>
          <a:r>
            <a:rPr lang="ru-RU" i="1" dirty="0" err="1"/>
            <a:t>було</a:t>
          </a:r>
          <a:r>
            <a:rPr lang="ru-RU" i="1" dirty="0"/>
            <a:t> </a:t>
          </a:r>
          <a:r>
            <a:rPr lang="ru-RU" i="1" dirty="0" err="1"/>
            <a:t>згадано</a:t>
          </a:r>
          <a:r>
            <a:rPr lang="ru-RU" i="1" dirty="0"/>
            <a:t>, </a:t>
          </a:r>
          <a:r>
            <a:rPr lang="ru-RU" i="1" dirty="0" err="1"/>
            <a:t>щоби</a:t>
          </a:r>
          <a:r>
            <a:rPr lang="ru-RU" i="1" dirty="0"/>
            <a:t> духовенства </a:t>
          </a:r>
          <a:r>
            <a:rPr lang="ru-RU" i="1" dirty="0" err="1"/>
            <a:t>римської</a:t>
          </a:r>
          <a:r>
            <a:rPr lang="ru-RU" i="1" dirty="0"/>
            <a:t> </a:t>
          </a:r>
          <a:r>
            <a:rPr lang="ru-RU" i="1" dirty="0" err="1"/>
            <a:t>віри</a:t>
          </a:r>
          <a:r>
            <a:rPr lang="ru-RU" i="1" dirty="0"/>
            <a:t> не </a:t>
          </a:r>
          <a:r>
            <a:rPr lang="ru-RU" i="1" dirty="0" err="1"/>
            <a:t>було</a:t>
          </a:r>
          <a:r>
            <a:rPr lang="ru-RU" i="1" dirty="0"/>
            <a:t> в </a:t>
          </a:r>
          <a:r>
            <a:rPr lang="ru-RU" i="1" dirty="0" err="1"/>
            <a:t>Києві</a:t>
          </a:r>
          <a:r>
            <a:rPr lang="ru-RU" i="1" dirty="0"/>
            <a:t>... </a:t>
          </a:r>
          <a:r>
            <a:rPr lang="ru-RU" i="1" dirty="0" err="1"/>
            <a:t>Коронні</a:t>
          </a:r>
          <a:r>
            <a:rPr lang="ru-RU" i="1" dirty="0"/>
            <a:t> </a:t>
          </a:r>
          <a:r>
            <a:rPr lang="ru-RU" i="1" dirty="0" err="1"/>
            <a:t>війська</a:t>
          </a:r>
          <a:r>
            <a:rPr lang="ru-RU" i="1" dirty="0"/>
            <a:t> до </a:t>
          </a:r>
          <a:r>
            <a:rPr lang="ru-RU" i="1" dirty="0" err="1"/>
            <a:t>повного</a:t>
          </a:r>
          <a:r>
            <a:rPr lang="ru-RU" i="1" dirty="0"/>
            <a:t> </a:t>
          </a:r>
          <a:r>
            <a:rPr lang="ru-RU" i="1" dirty="0" err="1"/>
            <a:t>заспокоєння</a:t>
          </a:r>
          <a:r>
            <a:rPr lang="ru-RU" i="1" dirty="0"/>
            <a:t> не </a:t>
          </a:r>
          <a:r>
            <a:rPr lang="ru-RU" i="1" dirty="0" err="1"/>
            <a:t>мають</a:t>
          </a:r>
          <a:r>
            <a:rPr lang="ru-RU" i="1" dirty="0"/>
            <a:t> </a:t>
          </a:r>
          <a:r>
            <a:rPr lang="ru-RU" i="1" dirty="0" err="1"/>
            <a:t>іти</a:t>
          </a:r>
          <a:r>
            <a:rPr lang="ru-RU" i="1" dirty="0"/>
            <a:t> в </a:t>
          </a:r>
          <a:r>
            <a:rPr lang="ru-RU" i="1" dirty="0" err="1"/>
            <a:t>ці</a:t>
          </a:r>
          <a:r>
            <a:rPr lang="ru-RU" i="1" dirty="0"/>
            <a:t> </a:t>
          </a:r>
          <a:r>
            <a:rPr lang="ru-RU" i="1" dirty="0" err="1"/>
            <a:t>краї</a:t>
          </a:r>
          <a:r>
            <a:rPr lang="ru-RU" i="1" dirty="0"/>
            <a:t> на </a:t>
          </a:r>
          <a:r>
            <a:rPr lang="ru-RU" i="1" dirty="0" err="1"/>
            <a:t>постій</a:t>
          </a:r>
          <a:r>
            <a:rPr lang="ru-RU" i="1" dirty="0"/>
            <a:t>, </a:t>
          </a:r>
          <a:r>
            <a:rPr lang="ru-RU" i="1" dirty="0" err="1"/>
            <a:t>щоби</a:t>
          </a:r>
          <a:r>
            <a:rPr lang="ru-RU" i="1" dirty="0"/>
            <a:t> </a:t>
          </a:r>
          <a:r>
            <a:rPr lang="ru-RU" i="1" dirty="0" err="1"/>
            <a:t>це</a:t>
          </a:r>
          <a:r>
            <a:rPr lang="ru-RU" i="1" dirty="0"/>
            <a:t> не порушило </a:t>
          </a:r>
          <a:r>
            <a:rPr lang="ru-RU" i="1" dirty="0" err="1"/>
            <a:t>задумів</a:t>
          </a:r>
          <a:r>
            <a:rPr lang="ru-RU" i="1" dirty="0"/>
            <a:t>, </a:t>
          </a:r>
          <a:r>
            <a:rPr lang="ru-RU" i="1" dirty="0" err="1"/>
            <a:t>спрямованих</a:t>
          </a:r>
          <a:r>
            <a:rPr lang="ru-RU" i="1" dirty="0"/>
            <a:t> до </a:t>
          </a:r>
          <a:r>
            <a:rPr lang="ru-RU" i="1" dirty="0" err="1"/>
            <a:t>встановлення</a:t>
          </a:r>
          <a:r>
            <a:rPr lang="ru-RU" i="1" dirty="0"/>
            <a:t> миру…»</a:t>
          </a:r>
          <a:endParaRPr lang="uk-UA" dirty="0"/>
        </a:p>
      </dgm:t>
    </dgm:pt>
    <dgm:pt modelId="{9E215DA9-8961-4B43-945E-6F6ACB695C24}" type="parTrans" cxnId="{1A86FD7A-A21C-4C7F-993F-0ED73A946869}">
      <dgm:prSet/>
      <dgm:spPr/>
      <dgm:t>
        <a:bodyPr/>
        <a:lstStyle/>
        <a:p>
          <a:endParaRPr lang="uk-UA"/>
        </a:p>
      </dgm:t>
    </dgm:pt>
    <dgm:pt modelId="{F2AB4B56-86A7-4EC4-92A5-8147CBC20F18}" type="sibTrans" cxnId="{1A86FD7A-A21C-4C7F-993F-0ED73A946869}">
      <dgm:prSet/>
      <dgm:spPr/>
      <dgm:t>
        <a:bodyPr/>
        <a:lstStyle/>
        <a:p>
          <a:endParaRPr lang="uk-UA"/>
        </a:p>
      </dgm:t>
    </dgm:pt>
    <dgm:pt modelId="{430A5E5F-0429-40C5-A617-C35D9003D2C3}">
      <dgm:prSet/>
      <dgm:spPr/>
      <dgm:t>
        <a:bodyPr/>
        <a:lstStyle/>
        <a:p>
          <a:r>
            <a:rPr lang="ru-RU" i="1"/>
            <a:t>«Вельможний і милостивий молдавський господарю… Ті добрі відносини, що між нами були – і тепер трохи зіпсувалися – треба ще більше зміцнити… Що наш син загинув.., то цього не можна повернути, бо на то воля Господня…»</a:t>
          </a:r>
          <a:endParaRPr lang="uk-UA"/>
        </a:p>
      </dgm:t>
    </dgm:pt>
    <dgm:pt modelId="{93F0893B-12F3-4FE1-8973-646EFABE8E95}" type="parTrans" cxnId="{1D87313C-5598-405F-9D52-D604537A7798}">
      <dgm:prSet/>
      <dgm:spPr/>
      <dgm:t>
        <a:bodyPr/>
        <a:lstStyle/>
        <a:p>
          <a:endParaRPr lang="uk-UA"/>
        </a:p>
      </dgm:t>
    </dgm:pt>
    <dgm:pt modelId="{11FE9A1F-3810-4F01-BA25-4B29722A9AA4}" type="sibTrans" cxnId="{1D87313C-5598-405F-9D52-D604537A7798}">
      <dgm:prSet/>
      <dgm:spPr/>
      <dgm:t>
        <a:bodyPr/>
        <a:lstStyle/>
        <a:p>
          <a:endParaRPr lang="uk-UA"/>
        </a:p>
      </dgm:t>
    </dgm:pt>
    <dgm:pt modelId="{4B9464E6-7ABE-43FD-995A-CE68EE53C785}" type="pres">
      <dgm:prSet presAssocID="{B1D4DBFC-68E3-4A72-A013-0CB5C26DB5DE}" presName="linear" presStyleCnt="0">
        <dgm:presLayoutVars>
          <dgm:animLvl val="lvl"/>
          <dgm:resizeHandles val="exact"/>
        </dgm:presLayoutVars>
      </dgm:prSet>
      <dgm:spPr/>
    </dgm:pt>
    <dgm:pt modelId="{D271FD49-A235-48E2-9368-94EE59376E26}" type="pres">
      <dgm:prSet presAssocID="{77FA9C67-3C0A-4702-A746-C08129B5B5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587A48-B199-4E01-84B1-6BCE11D758FD}" type="pres">
      <dgm:prSet presAssocID="{F2AB4B56-86A7-4EC4-92A5-8147CBC20F18}" presName="spacer" presStyleCnt="0"/>
      <dgm:spPr/>
    </dgm:pt>
    <dgm:pt modelId="{FE787EE3-8932-400C-B54E-D8D418122075}" type="pres">
      <dgm:prSet presAssocID="{430A5E5F-0429-40C5-A617-C35D9003D2C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0E80129-0504-4F70-B551-A73D24148D6E}" type="presOf" srcId="{B1D4DBFC-68E3-4A72-A013-0CB5C26DB5DE}" destId="{4B9464E6-7ABE-43FD-995A-CE68EE53C785}" srcOrd="0" destOrd="0" presId="urn:microsoft.com/office/officeart/2005/8/layout/vList2"/>
    <dgm:cxn modelId="{1D87313C-5598-405F-9D52-D604537A7798}" srcId="{B1D4DBFC-68E3-4A72-A013-0CB5C26DB5DE}" destId="{430A5E5F-0429-40C5-A617-C35D9003D2C3}" srcOrd="1" destOrd="0" parTransId="{93F0893B-12F3-4FE1-8973-646EFABE8E95}" sibTransId="{11FE9A1F-3810-4F01-BA25-4B29722A9AA4}"/>
    <dgm:cxn modelId="{87ECCB43-A6DC-4F32-895F-45EA1B3E37D4}" type="presOf" srcId="{430A5E5F-0429-40C5-A617-C35D9003D2C3}" destId="{FE787EE3-8932-400C-B54E-D8D418122075}" srcOrd="0" destOrd="0" presId="urn:microsoft.com/office/officeart/2005/8/layout/vList2"/>
    <dgm:cxn modelId="{1A86FD7A-A21C-4C7F-993F-0ED73A946869}" srcId="{B1D4DBFC-68E3-4A72-A013-0CB5C26DB5DE}" destId="{77FA9C67-3C0A-4702-A746-C08129B5B5E1}" srcOrd="0" destOrd="0" parTransId="{9E215DA9-8961-4B43-945E-6F6ACB695C24}" sibTransId="{F2AB4B56-86A7-4EC4-92A5-8147CBC20F18}"/>
    <dgm:cxn modelId="{A7591B93-A87F-4C68-9E05-8C69F65FA19B}" type="presOf" srcId="{77FA9C67-3C0A-4702-A746-C08129B5B5E1}" destId="{D271FD49-A235-48E2-9368-94EE59376E26}" srcOrd="0" destOrd="0" presId="urn:microsoft.com/office/officeart/2005/8/layout/vList2"/>
    <dgm:cxn modelId="{48699440-33FE-4DFD-B586-EA4A2311F115}" type="presParOf" srcId="{4B9464E6-7ABE-43FD-995A-CE68EE53C785}" destId="{D271FD49-A235-48E2-9368-94EE59376E26}" srcOrd="0" destOrd="0" presId="urn:microsoft.com/office/officeart/2005/8/layout/vList2"/>
    <dgm:cxn modelId="{F9E78BA9-A3A0-440B-8B9C-CAAB5B1B661E}" type="presParOf" srcId="{4B9464E6-7ABE-43FD-995A-CE68EE53C785}" destId="{B4587A48-B199-4E01-84B1-6BCE11D758FD}" srcOrd="1" destOrd="0" presId="urn:microsoft.com/office/officeart/2005/8/layout/vList2"/>
    <dgm:cxn modelId="{C2984428-095A-44AC-87E0-04406967AF73}" type="presParOf" srcId="{4B9464E6-7ABE-43FD-995A-CE68EE53C785}" destId="{FE787EE3-8932-400C-B54E-D8D41812207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CAB09D1F-8478-4CE4-966D-9C77D472F7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CA01FE4-D3D5-4FF6-996D-BB400CA007DD}">
      <dgm:prSet/>
      <dgm:spPr/>
      <dgm:t>
        <a:bodyPr/>
        <a:lstStyle/>
        <a:p>
          <a:r>
            <a:rPr lang="uk-UA" b="0" i="0"/>
            <a:t>6 тисяч козаків</a:t>
          </a:r>
          <a:endParaRPr lang="uk-UA"/>
        </a:p>
      </dgm:t>
    </dgm:pt>
    <dgm:pt modelId="{BAFDA02D-2D1D-47B0-B3BC-A69CF3897F0D}" type="parTrans" cxnId="{E576F622-E38D-497F-A206-F61ABB7DCFF9}">
      <dgm:prSet/>
      <dgm:spPr/>
      <dgm:t>
        <a:bodyPr/>
        <a:lstStyle/>
        <a:p>
          <a:endParaRPr lang="uk-UA"/>
        </a:p>
      </dgm:t>
    </dgm:pt>
    <dgm:pt modelId="{FDE543CA-B25B-4535-B012-F51C6ECCD3F9}" type="sibTrans" cxnId="{E576F622-E38D-497F-A206-F61ABB7DCFF9}">
      <dgm:prSet/>
      <dgm:spPr/>
      <dgm:t>
        <a:bodyPr/>
        <a:lstStyle/>
        <a:p>
          <a:endParaRPr lang="uk-UA"/>
        </a:p>
      </dgm:t>
    </dgm:pt>
    <dgm:pt modelId="{EC87E9D0-1E81-44F9-8A8F-FFA1DA373E3E}">
      <dgm:prSet/>
      <dgm:spPr/>
      <dgm:t>
        <a:bodyPr/>
        <a:lstStyle/>
        <a:p>
          <a:r>
            <a:rPr lang="uk-UA" b="0" i="0"/>
            <a:t>20 тисяч козаків</a:t>
          </a:r>
          <a:endParaRPr lang="uk-UA"/>
        </a:p>
      </dgm:t>
    </dgm:pt>
    <dgm:pt modelId="{45F74A1B-1897-4522-B289-792455EBDD94}" type="parTrans" cxnId="{AD05BBDA-B744-4208-9F77-3F983C1E2EF9}">
      <dgm:prSet/>
      <dgm:spPr/>
      <dgm:t>
        <a:bodyPr/>
        <a:lstStyle/>
        <a:p>
          <a:endParaRPr lang="uk-UA"/>
        </a:p>
      </dgm:t>
    </dgm:pt>
    <dgm:pt modelId="{1DB7CA57-DADD-4C05-8840-547369163336}" type="sibTrans" cxnId="{AD05BBDA-B744-4208-9F77-3F983C1E2EF9}">
      <dgm:prSet/>
      <dgm:spPr/>
      <dgm:t>
        <a:bodyPr/>
        <a:lstStyle/>
        <a:p>
          <a:endParaRPr lang="uk-UA"/>
        </a:p>
      </dgm:t>
    </dgm:pt>
    <dgm:pt modelId="{A62C301F-5EBF-4B30-AB3E-615E5DE48E69}">
      <dgm:prSet/>
      <dgm:spPr/>
      <dgm:t>
        <a:bodyPr/>
        <a:lstStyle/>
        <a:p>
          <a:r>
            <a:rPr lang="uk-UA" b="0" i="0"/>
            <a:t>40 тисяч козаків</a:t>
          </a:r>
          <a:endParaRPr lang="uk-UA"/>
        </a:p>
      </dgm:t>
    </dgm:pt>
    <dgm:pt modelId="{48853906-0A49-4FD3-A07E-16684586F4FF}" type="parTrans" cxnId="{848398D6-E3D5-48BB-BEB8-E64AEA077780}">
      <dgm:prSet/>
      <dgm:spPr/>
      <dgm:t>
        <a:bodyPr/>
        <a:lstStyle/>
        <a:p>
          <a:endParaRPr lang="uk-UA"/>
        </a:p>
      </dgm:t>
    </dgm:pt>
    <dgm:pt modelId="{3ED24396-FF77-4C78-99B2-D4E1EDDFEA8E}" type="sibTrans" cxnId="{848398D6-E3D5-48BB-BEB8-E64AEA077780}">
      <dgm:prSet/>
      <dgm:spPr/>
      <dgm:t>
        <a:bodyPr/>
        <a:lstStyle/>
        <a:p>
          <a:endParaRPr lang="uk-UA"/>
        </a:p>
      </dgm:t>
    </dgm:pt>
    <dgm:pt modelId="{CC3E80B9-E9BC-4343-8227-5D0BB3C521C8}">
      <dgm:prSet/>
      <dgm:spPr/>
      <dgm:t>
        <a:bodyPr/>
        <a:lstStyle/>
        <a:p>
          <a:r>
            <a:rPr lang="uk-UA" b="0" i="0" dirty="0"/>
            <a:t>60 тисяч козаків</a:t>
          </a:r>
          <a:endParaRPr lang="uk-UA" dirty="0"/>
        </a:p>
      </dgm:t>
    </dgm:pt>
    <dgm:pt modelId="{75DA3710-843D-45BF-979C-1EECABA094A9}" type="parTrans" cxnId="{3252A1B1-2F5C-4D9A-8B13-22BAA6DE5388}">
      <dgm:prSet/>
      <dgm:spPr/>
      <dgm:t>
        <a:bodyPr/>
        <a:lstStyle/>
        <a:p>
          <a:endParaRPr lang="uk-UA"/>
        </a:p>
      </dgm:t>
    </dgm:pt>
    <dgm:pt modelId="{BA28DA01-E2EE-4BC1-A406-724E91E170D2}" type="sibTrans" cxnId="{3252A1B1-2F5C-4D9A-8B13-22BAA6DE5388}">
      <dgm:prSet/>
      <dgm:spPr/>
      <dgm:t>
        <a:bodyPr/>
        <a:lstStyle/>
        <a:p>
          <a:endParaRPr lang="uk-UA"/>
        </a:p>
      </dgm:t>
    </dgm:pt>
    <dgm:pt modelId="{8E1F4492-AD4E-49C9-AF19-52B94EB57521}" type="pres">
      <dgm:prSet presAssocID="{CAB09D1F-8478-4CE4-966D-9C77D472F7B6}" presName="Name0" presStyleCnt="0">
        <dgm:presLayoutVars>
          <dgm:chMax val="7"/>
          <dgm:chPref val="7"/>
          <dgm:dir/>
        </dgm:presLayoutVars>
      </dgm:prSet>
      <dgm:spPr/>
    </dgm:pt>
    <dgm:pt modelId="{8C86FD79-2AD4-4F1F-A358-9703D6D5C580}" type="pres">
      <dgm:prSet presAssocID="{CAB09D1F-8478-4CE4-966D-9C77D472F7B6}" presName="Name1" presStyleCnt="0"/>
      <dgm:spPr/>
    </dgm:pt>
    <dgm:pt modelId="{5FEEFA1B-CF40-4813-BABD-E7B659FF90A6}" type="pres">
      <dgm:prSet presAssocID="{CAB09D1F-8478-4CE4-966D-9C77D472F7B6}" presName="cycle" presStyleCnt="0"/>
      <dgm:spPr/>
    </dgm:pt>
    <dgm:pt modelId="{AFEB3EE4-1A97-49E1-8DB9-4FD6CA123A52}" type="pres">
      <dgm:prSet presAssocID="{CAB09D1F-8478-4CE4-966D-9C77D472F7B6}" presName="srcNode" presStyleLbl="node1" presStyleIdx="0" presStyleCnt="4"/>
      <dgm:spPr/>
    </dgm:pt>
    <dgm:pt modelId="{F8B55D45-83AA-4F8D-A29C-6F2C97CC832F}" type="pres">
      <dgm:prSet presAssocID="{CAB09D1F-8478-4CE4-966D-9C77D472F7B6}" presName="conn" presStyleLbl="parChTrans1D2" presStyleIdx="0" presStyleCnt="1"/>
      <dgm:spPr/>
    </dgm:pt>
    <dgm:pt modelId="{837934E7-AD43-4FA8-9A4C-4C52159525DA}" type="pres">
      <dgm:prSet presAssocID="{CAB09D1F-8478-4CE4-966D-9C77D472F7B6}" presName="extraNode" presStyleLbl="node1" presStyleIdx="0" presStyleCnt="4"/>
      <dgm:spPr/>
    </dgm:pt>
    <dgm:pt modelId="{6142677A-E6E1-44AA-BA27-5C4EAE5B85A7}" type="pres">
      <dgm:prSet presAssocID="{CAB09D1F-8478-4CE4-966D-9C77D472F7B6}" presName="dstNode" presStyleLbl="node1" presStyleIdx="0" presStyleCnt="4"/>
      <dgm:spPr/>
    </dgm:pt>
    <dgm:pt modelId="{C5AD61EB-6E80-44AA-9767-388373289E76}" type="pres">
      <dgm:prSet presAssocID="{BCA01FE4-D3D5-4FF6-996D-BB400CA007DD}" presName="text_1" presStyleLbl="node1" presStyleIdx="0" presStyleCnt="4">
        <dgm:presLayoutVars>
          <dgm:bulletEnabled val="1"/>
        </dgm:presLayoutVars>
      </dgm:prSet>
      <dgm:spPr/>
    </dgm:pt>
    <dgm:pt modelId="{DD06F51A-7D24-4867-9CF1-33C0DBC4175B}" type="pres">
      <dgm:prSet presAssocID="{BCA01FE4-D3D5-4FF6-996D-BB400CA007DD}" presName="accent_1" presStyleCnt="0"/>
      <dgm:spPr/>
    </dgm:pt>
    <dgm:pt modelId="{8A55A4D2-0D0A-4951-BA77-36F0279ED63A}" type="pres">
      <dgm:prSet presAssocID="{BCA01FE4-D3D5-4FF6-996D-BB400CA007DD}" presName="accentRepeatNode" presStyleLbl="solidFgAcc1" presStyleIdx="0" presStyleCnt="4"/>
      <dgm:spPr/>
    </dgm:pt>
    <dgm:pt modelId="{54822F96-5565-4EEE-B927-A1059ECC9254}" type="pres">
      <dgm:prSet presAssocID="{EC87E9D0-1E81-44F9-8A8F-FFA1DA373E3E}" presName="text_2" presStyleLbl="node1" presStyleIdx="1" presStyleCnt="4">
        <dgm:presLayoutVars>
          <dgm:bulletEnabled val="1"/>
        </dgm:presLayoutVars>
      </dgm:prSet>
      <dgm:spPr/>
    </dgm:pt>
    <dgm:pt modelId="{931F4029-8EB8-4B75-92AE-5E97AD4E5AB3}" type="pres">
      <dgm:prSet presAssocID="{EC87E9D0-1E81-44F9-8A8F-FFA1DA373E3E}" presName="accent_2" presStyleCnt="0"/>
      <dgm:spPr/>
    </dgm:pt>
    <dgm:pt modelId="{BA80BBFB-E3C1-4843-A7A6-AB5EBB34C29F}" type="pres">
      <dgm:prSet presAssocID="{EC87E9D0-1E81-44F9-8A8F-FFA1DA373E3E}" presName="accentRepeatNode" presStyleLbl="solidFgAcc1" presStyleIdx="1" presStyleCnt="4"/>
      <dgm:spPr/>
    </dgm:pt>
    <dgm:pt modelId="{4B8442BC-55F4-4B09-9F08-8CCE36B24EAB}" type="pres">
      <dgm:prSet presAssocID="{A62C301F-5EBF-4B30-AB3E-615E5DE48E69}" presName="text_3" presStyleLbl="node1" presStyleIdx="2" presStyleCnt="4">
        <dgm:presLayoutVars>
          <dgm:bulletEnabled val="1"/>
        </dgm:presLayoutVars>
      </dgm:prSet>
      <dgm:spPr/>
    </dgm:pt>
    <dgm:pt modelId="{ED6B1D64-7B78-4C05-83B2-2A5DE20E3EAC}" type="pres">
      <dgm:prSet presAssocID="{A62C301F-5EBF-4B30-AB3E-615E5DE48E69}" presName="accent_3" presStyleCnt="0"/>
      <dgm:spPr/>
    </dgm:pt>
    <dgm:pt modelId="{05B24724-EB1B-4084-B85C-F333C2DB6FC8}" type="pres">
      <dgm:prSet presAssocID="{A62C301F-5EBF-4B30-AB3E-615E5DE48E69}" presName="accentRepeatNode" presStyleLbl="solidFgAcc1" presStyleIdx="2" presStyleCnt="4"/>
      <dgm:spPr/>
    </dgm:pt>
    <dgm:pt modelId="{16110721-B42D-4DC5-B89D-DC5E863EAE94}" type="pres">
      <dgm:prSet presAssocID="{CC3E80B9-E9BC-4343-8227-5D0BB3C521C8}" presName="text_4" presStyleLbl="node1" presStyleIdx="3" presStyleCnt="4">
        <dgm:presLayoutVars>
          <dgm:bulletEnabled val="1"/>
        </dgm:presLayoutVars>
      </dgm:prSet>
      <dgm:spPr/>
    </dgm:pt>
    <dgm:pt modelId="{1C9404F7-B36C-428D-9F85-6FAAF09F08DF}" type="pres">
      <dgm:prSet presAssocID="{CC3E80B9-E9BC-4343-8227-5D0BB3C521C8}" presName="accent_4" presStyleCnt="0"/>
      <dgm:spPr/>
    </dgm:pt>
    <dgm:pt modelId="{EA406ECB-EB57-45E4-A446-02FD0383C89B}" type="pres">
      <dgm:prSet presAssocID="{CC3E80B9-E9BC-4343-8227-5D0BB3C521C8}" presName="accentRepeatNode" presStyleLbl="solidFgAcc1" presStyleIdx="3" presStyleCnt="4"/>
      <dgm:spPr/>
    </dgm:pt>
  </dgm:ptLst>
  <dgm:cxnLst>
    <dgm:cxn modelId="{E576F622-E38D-497F-A206-F61ABB7DCFF9}" srcId="{CAB09D1F-8478-4CE4-966D-9C77D472F7B6}" destId="{BCA01FE4-D3D5-4FF6-996D-BB400CA007DD}" srcOrd="0" destOrd="0" parTransId="{BAFDA02D-2D1D-47B0-B3BC-A69CF3897F0D}" sibTransId="{FDE543CA-B25B-4535-B012-F51C6ECCD3F9}"/>
    <dgm:cxn modelId="{4B14866A-E810-40FC-B86C-EC6771B4C355}" type="presOf" srcId="{BCA01FE4-D3D5-4FF6-996D-BB400CA007DD}" destId="{C5AD61EB-6E80-44AA-9767-388373289E76}" srcOrd="0" destOrd="0" presId="urn:microsoft.com/office/officeart/2008/layout/VerticalCurvedList"/>
    <dgm:cxn modelId="{3C41304E-AFA9-4219-A4AB-144720507A9F}" type="presOf" srcId="{FDE543CA-B25B-4535-B012-F51C6ECCD3F9}" destId="{F8B55D45-83AA-4F8D-A29C-6F2C97CC832F}" srcOrd="0" destOrd="0" presId="urn:microsoft.com/office/officeart/2008/layout/VerticalCurvedList"/>
    <dgm:cxn modelId="{AF15B770-174C-4B22-8015-2619703CA629}" type="presOf" srcId="{CC3E80B9-E9BC-4343-8227-5D0BB3C521C8}" destId="{16110721-B42D-4DC5-B89D-DC5E863EAE94}" srcOrd="0" destOrd="0" presId="urn:microsoft.com/office/officeart/2008/layout/VerticalCurvedList"/>
    <dgm:cxn modelId="{928BC450-8158-428E-9EF8-F19E470EFB0E}" type="presOf" srcId="{A62C301F-5EBF-4B30-AB3E-615E5DE48E69}" destId="{4B8442BC-55F4-4B09-9F08-8CCE36B24EAB}" srcOrd="0" destOrd="0" presId="urn:microsoft.com/office/officeart/2008/layout/VerticalCurvedList"/>
    <dgm:cxn modelId="{153ECD56-25C6-4EB7-8B9A-7D211B44C461}" type="presOf" srcId="{CAB09D1F-8478-4CE4-966D-9C77D472F7B6}" destId="{8E1F4492-AD4E-49C9-AF19-52B94EB57521}" srcOrd="0" destOrd="0" presId="urn:microsoft.com/office/officeart/2008/layout/VerticalCurvedList"/>
    <dgm:cxn modelId="{6C445798-BBE3-44DF-9E16-C14205A59D1F}" type="presOf" srcId="{EC87E9D0-1E81-44F9-8A8F-FFA1DA373E3E}" destId="{54822F96-5565-4EEE-B927-A1059ECC9254}" srcOrd="0" destOrd="0" presId="urn:microsoft.com/office/officeart/2008/layout/VerticalCurvedList"/>
    <dgm:cxn modelId="{3252A1B1-2F5C-4D9A-8B13-22BAA6DE5388}" srcId="{CAB09D1F-8478-4CE4-966D-9C77D472F7B6}" destId="{CC3E80B9-E9BC-4343-8227-5D0BB3C521C8}" srcOrd="3" destOrd="0" parTransId="{75DA3710-843D-45BF-979C-1EECABA094A9}" sibTransId="{BA28DA01-E2EE-4BC1-A406-724E91E170D2}"/>
    <dgm:cxn modelId="{848398D6-E3D5-48BB-BEB8-E64AEA077780}" srcId="{CAB09D1F-8478-4CE4-966D-9C77D472F7B6}" destId="{A62C301F-5EBF-4B30-AB3E-615E5DE48E69}" srcOrd="2" destOrd="0" parTransId="{48853906-0A49-4FD3-A07E-16684586F4FF}" sibTransId="{3ED24396-FF77-4C78-99B2-D4E1EDDFEA8E}"/>
    <dgm:cxn modelId="{AD05BBDA-B744-4208-9F77-3F983C1E2EF9}" srcId="{CAB09D1F-8478-4CE4-966D-9C77D472F7B6}" destId="{EC87E9D0-1E81-44F9-8A8F-FFA1DA373E3E}" srcOrd="1" destOrd="0" parTransId="{45F74A1B-1897-4522-B289-792455EBDD94}" sibTransId="{1DB7CA57-DADD-4C05-8840-547369163336}"/>
    <dgm:cxn modelId="{82513A60-D5A7-406D-BB70-C3CB97A9E645}" type="presParOf" srcId="{8E1F4492-AD4E-49C9-AF19-52B94EB57521}" destId="{8C86FD79-2AD4-4F1F-A358-9703D6D5C580}" srcOrd="0" destOrd="0" presId="urn:microsoft.com/office/officeart/2008/layout/VerticalCurvedList"/>
    <dgm:cxn modelId="{D3828133-9BCD-461F-B486-06F3F10ACDA7}" type="presParOf" srcId="{8C86FD79-2AD4-4F1F-A358-9703D6D5C580}" destId="{5FEEFA1B-CF40-4813-BABD-E7B659FF90A6}" srcOrd="0" destOrd="0" presId="urn:microsoft.com/office/officeart/2008/layout/VerticalCurvedList"/>
    <dgm:cxn modelId="{20D9BC44-CE97-40DE-9E5A-973C4FE92C1A}" type="presParOf" srcId="{5FEEFA1B-CF40-4813-BABD-E7B659FF90A6}" destId="{AFEB3EE4-1A97-49E1-8DB9-4FD6CA123A52}" srcOrd="0" destOrd="0" presId="urn:microsoft.com/office/officeart/2008/layout/VerticalCurvedList"/>
    <dgm:cxn modelId="{29C3BFB0-EEBB-4D9F-917D-FCF147D26FF7}" type="presParOf" srcId="{5FEEFA1B-CF40-4813-BABD-E7B659FF90A6}" destId="{F8B55D45-83AA-4F8D-A29C-6F2C97CC832F}" srcOrd="1" destOrd="0" presId="urn:microsoft.com/office/officeart/2008/layout/VerticalCurvedList"/>
    <dgm:cxn modelId="{BC8B71CC-4A99-4022-B62C-3DE3B96A4C2C}" type="presParOf" srcId="{5FEEFA1B-CF40-4813-BABD-E7B659FF90A6}" destId="{837934E7-AD43-4FA8-9A4C-4C52159525DA}" srcOrd="2" destOrd="0" presId="urn:microsoft.com/office/officeart/2008/layout/VerticalCurvedList"/>
    <dgm:cxn modelId="{1843105B-64D8-427A-B91A-19ED24C1DB95}" type="presParOf" srcId="{5FEEFA1B-CF40-4813-BABD-E7B659FF90A6}" destId="{6142677A-E6E1-44AA-BA27-5C4EAE5B85A7}" srcOrd="3" destOrd="0" presId="urn:microsoft.com/office/officeart/2008/layout/VerticalCurvedList"/>
    <dgm:cxn modelId="{C769701A-EEB0-44C0-AAEB-E9D3B8E941AF}" type="presParOf" srcId="{8C86FD79-2AD4-4F1F-A358-9703D6D5C580}" destId="{C5AD61EB-6E80-44AA-9767-388373289E76}" srcOrd="1" destOrd="0" presId="urn:microsoft.com/office/officeart/2008/layout/VerticalCurvedList"/>
    <dgm:cxn modelId="{EE8E9599-9DC7-4427-B229-E63474F1AFDD}" type="presParOf" srcId="{8C86FD79-2AD4-4F1F-A358-9703D6D5C580}" destId="{DD06F51A-7D24-4867-9CF1-33C0DBC4175B}" srcOrd="2" destOrd="0" presId="urn:microsoft.com/office/officeart/2008/layout/VerticalCurvedList"/>
    <dgm:cxn modelId="{6ECB8532-C052-4A0C-9D4A-CC610653CBD8}" type="presParOf" srcId="{DD06F51A-7D24-4867-9CF1-33C0DBC4175B}" destId="{8A55A4D2-0D0A-4951-BA77-36F0279ED63A}" srcOrd="0" destOrd="0" presId="urn:microsoft.com/office/officeart/2008/layout/VerticalCurvedList"/>
    <dgm:cxn modelId="{8685009F-F46E-4BF0-904A-1C1FBF0D40B4}" type="presParOf" srcId="{8C86FD79-2AD4-4F1F-A358-9703D6D5C580}" destId="{54822F96-5565-4EEE-B927-A1059ECC9254}" srcOrd="3" destOrd="0" presId="urn:microsoft.com/office/officeart/2008/layout/VerticalCurvedList"/>
    <dgm:cxn modelId="{BD29DA39-C7DE-484B-B16A-E477CEC67201}" type="presParOf" srcId="{8C86FD79-2AD4-4F1F-A358-9703D6D5C580}" destId="{931F4029-8EB8-4B75-92AE-5E97AD4E5AB3}" srcOrd="4" destOrd="0" presId="urn:microsoft.com/office/officeart/2008/layout/VerticalCurvedList"/>
    <dgm:cxn modelId="{8EC2CF23-635D-4C0D-A0F6-525779FAEF76}" type="presParOf" srcId="{931F4029-8EB8-4B75-92AE-5E97AD4E5AB3}" destId="{BA80BBFB-E3C1-4843-A7A6-AB5EBB34C29F}" srcOrd="0" destOrd="0" presId="urn:microsoft.com/office/officeart/2008/layout/VerticalCurvedList"/>
    <dgm:cxn modelId="{FA6BF23D-34BD-4A28-BDC8-80E98E89B062}" type="presParOf" srcId="{8C86FD79-2AD4-4F1F-A358-9703D6D5C580}" destId="{4B8442BC-55F4-4B09-9F08-8CCE36B24EAB}" srcOrd="5" destOrd="0" presId="urn:microsoft.com/office/officeart/2008/layout/VerticalCurvedList"/>
    <dgm:cxn modelId="{D4E9E151-F906-4CE2-B5B3-E449D2061229}" type="presParOf" srcId="{8C86FD79-2AD4-4F1F-A358-9703D6D5C580}" destId="{ED6B1D64-7B78-4C05-83B2-2A5DE20E3EAC}" srcOrd="6" destOrd="0" presId="urn:microsoft.com/office/officeart/2008/layout/VerticalCurvedList"/>
    <dgm:cxn modelId="{F5FA7F97-7F6B-4DC2-B85C-313FE792737D}" type="presParOf" srcId="{ED6B1D64-7B78-4C05-83B2-2A5DE20E3EAC}" destId="{05B24724-EB1B-4084-B85C-F333C2DB6FC8}" srcOrd="0" destOrd="0" presId="urn:microsoft.com/office/officeart/2008/layout/VerticalCurvedList"/>
    <dgm:cxn modelId="{DCD5405F-B27F-48CB-BE17-99C4D155AE6A}" type="presParOf" srcId="{8C86FD79-2AD4-4F1F-A358-9703D6D5C580}" destId="{16110721-B42D-4DC5-B89D-DC5E863EAE94}" srcOrd="7" destOrd="0" presId="urn:microsoft.com/office/officeart/2008/layout/VerticalCurvedList"/>
    <dgm:cxn modelId="{750ED91C-9DD2-45C2-9187-1439B04A564F}" type="presParOf" srcId="{8C86FD79-2AD4-4F1F-A358-9703D6D5C580}" destId="{1C9404F7-B36C-428D-9F85-6FAAF09F08DF}" srcOrd="8" destOrd="0" presId="urn:microsoft.com/office/officeart/2008/layout/VerticalCurvedList"/>
    <dgm:cxn modelId="{018F9850-4DAF-4315-818C-D139B4E63873}" type="presParOf" srcId="{1C9404F7-B36C-428D-9F85-6FAAF09F08DF}" destId="{EA406ECB-EB57-45E4-A446-02FD0383C89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48CB44D0-28D5-433D-AF5A-35A9C3EF458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AED4F4B-1146-4F7A-B53F-1B69F75FED9D}">
      <dgm:prSet/>
      <dgm:spPr/>
      <dgm:t>
        <a:bodyPr/>
        <a:lstStyle/>
        <a:p>
          <a:r>
            <a:rPr lang="uk-UA" b="0" i="0"/>
            <a:t>Зборівський договір</a:t>
          </a:r>
          <a:endParaRPr lang="uk-UA"/>
        </a:p>
      </dgm:t>
    </dgm:pt>
    <dgm:pt modelId="{52714329-D624-4D2B-9562-4F9EF30F5BDE}" type="parTrans" cxnId="{7F3E7995-F1D7-485D-B042-147C9BBFA3E1}">
      <dgm:prSet/>
      <dgm:spPr/>
      <dgm:t>
        <a:bodyPr/>
        <a:lstStyle/>
        <a:p>
          <a:endParaRPr lang="uk-UA"/>
        </a:p>
      </dgm:t>
    </dgm:pt>
    <dgm:pt modelId="{60B701F8-3147-4137-A494-37334FFE7A14}" type="sibTrans" cxnId="{7F3E7995-F1D7-485D-B042-147C9BBFA3E1}">
      <dgm:prSet/>
      <dgm:spPr/>
      <dgm:t>
        <a:bodyPr/>
        <a:lstStyle/>
        <a:p>
          <a:endParaRPr lang="uk-UA"/>
        </a:p>
      </dgm:t>
    </dgm:pt>
    <dgm:pt modelId="{1427C699-D7CD-4E9A-A3DD-6DC3AD24042D}">
      <dgm:prSet/>
      <dgm:spPr/>
      <dgm:t>
        <a:bodyPr/>
        <a:lstStyle/>
        <a:p>
          <a:r>
            <a:rPr lang="uk-UA" b="0" i="0"/>
            <a:t>Гадяцькі пункти</a:t>
          </a:r>
          <a:endParaRPr lang="uk-UA"/>
        </a:p>
      </dgm:t>
    </dgm:pt>
    <dgm:pt modelId="{7E584F20-D2BF-4D4E-A919-51CC708F81E6}" type="parTrans" cxnId="{005E3356-B597-4211-BFFD-ABF5B264A218}">
      <dgm:prSet/>
      <dgm:spPr/>
      <dgm:t>
        <a:bodyPr/>
        <a:lstStyle/>
        <a:p>
          <a:endParaRPr lang="uk-UA"/>
        </a:p>
      </dgm:t>
    </dgm:pt>
    <dgm:pt modelId="{A019003C-088B-47EC-A169-894397BFD04D}" type="sibTrans" cxnId="{005E3356-B597-4211-BFFD-ABF5B264A218}">
      <dgm:prSet/>
      <dgm:spPr/>
      <dgm:t>
        <a:bodyPr/>
        <a:lstStyle/>
        <a:p>
          <a:endParaRPr lang="uk-UA"/>
        </a:p>
      </dgm:t>
    </dgm:pt>
    <dgm:pt modelId="{8C91DE23-ABDE-422C-8471-7C32F2F5AD1C}">
      <dgm:prSet/>
      <dgm:spPr/>
      <dgm:t>
        <a:bodyPr/>
        <a:lstStyle/>
        <a:p>
          <a:r>
            <a:rPr lang="uk-UA" b="0" i="0" dirty="0"/>
            <a:t>«Березневі статті»</a:t>
          </a:r>
          <a:endParaRPr lang="uk-UA" dirty="0"/>
        </a:p>
      </dgm:t>
    </dgm:pt>
    <dgm:pt modelId="{8D6DB958-4104-4499-A237-589CD72D71CB}" type="parTrans" cxnId="{39695149-B42C-44FD-B01D-284B31676F03}">
      <dgm:prSet/>
      <dgm:spPr/>
      <dgm:t>
        <a:bodyPr/>
        <a:lstStyle/>
        <a:p>
          <a:endParaRPr lang="uk-UA"/>
        </a:p>
      </dgm:t>
    </dgm:pt>
    <dgm:pt modelId="{00FE2DC6-E685-46AB-8BB0-F2193CA67594}" type="sibTrans" cxnId="{39695149-B42C-44FD-B01D-284B31676F03}">
      <dgm:prSet/>
      <dgm:spPr/>
      <dgm:t>
        <a:bodyPr/>
        <a:lstStyle/>
        <a:p>
          <a:endParaRPr lang="uk-UA"/>
        </a:p>
      </dgm:t>
    </dgm:pt>
    <dgm:pt modelId="{3C0D2303-1337-405E-8CC7-95A1226ADEEF}">
      <dgm:prSet/>
      <dgm:spPr/>
      <dgm:t>
        <a:bodyPr/>
        <a:lstStyle/>
        <a:p>
          <a:r>
            <a:rPr lang="uk-UA" b="0" i="0" dirty="0"/>
            <a:t>Білоцерківський договір</a:t>
          </a:r>
          <a:endParaRPr lang="uk-UA" dirty="0"/>
        </a:p>
      </dgm:t>
    </dgm:pt>
    <dgm:pt modelId="{0AC38AD6-BA05-47D0-8963-62C0B0FA03AE}" type="parTrans" cxnId="{6D171F0D-0305-4381-92ED-9578C19D3FA9}">
      <dgm:prSet/>
      <dgm:spPr/>
      <dgm:t>
        <a:bodyPr/>
        <a:lstStyle/>
        <a:p>
          <a:endParaRPr lang="uk-UA"/>
        </a:p>
      </dgm:t>
    </dgm:pt>
    <dgm:pt modelId="{10D1C8FF-4F3E-4BD0-9246-81696A53649F}" type="sibTrans" cxnId="{6D171F0D-0305-4381-92ED-9578C19D3FA9}">
      <dgm:prSet/>
      <dgm:spPr/>
      <dgm:t>
        <a:bodyPr/>
        <a:lstStyle/>
        <a:p>
          <a:endParaRPr lang="uk-UA"/>
        </a:p>
      </dgm:t>
    </dgm:pt>
    <dgm:pt modelId="{EB5FB6E4-7BF7-453E-8511-FDC216C32D6A}">
      <dgm:prSet/>
      <dgm:spPr/>
      <dgm:t>
        <a:bodyPr/>
        <a:lstStyle/>
        <a:p>
          <a:r>
            <a:rPr lang="uk-UA" b="0" i="0" dirty="0"/>
            <a:t>Куруківська угода</a:t>
          </a:r>
          <a:endParaRPr lang="uk-UA" dirty="0"/>
        </a:p>
      </dgm:t>
    </dgm:pt>
    <dgm:pt modelId="{00E244BB-1EFF-4E20-868A-08C302A505BF}" type="parTrans" cxnId="{3A413050-2E30-46FA-B7CD-39847A2BD3E3}">
      <dgm:prSet/>
      <dgm:spPr/>
      <dgm:t>
        <a:bodyPr/>
        <a:lstStyle/>
        <a:p>
          <a:endParaRPr lang="uk-UA"/>
        </a:p>
      </dgm:t>
    </dgm:pt>
    <dgm:pt modelId="{3E360731-24D2-4F18-869C-96D12485BA04}" type="sibTrans" cxnId="{3A413050-2E30-46FA-B7CD-39847A2BD3E3}">
      <dgm:prSet/>
      <dgm:spPr/>
      <dgm:t>
        <a:bodyPr/>
        <a:lstStyle/>
        <a:p>
          <a:endParaRPr lang="uk-UA"/>
        </a:p>
      </dgm:t>
    </dgm:pt>
    <dgm:pt modelId="{A1572187-B5D2-49AD-BD48-884236D8B166}" type="pres">
      <dgm:prSet presAssocID="{48CB44D0-28D5-433D-AF5A-35A9C3EF4589}" presName="linearFlow" presStyleCnt="0">
        <dgm:presLayoutVars>
          <dgm:dir/>
          <dgm:resizeHandles val="exact"/>
        </dgm:presLayoutVars>
      </dgm:prSet>
      <dgm:spPr/>
    </dgm:pt>
    <dgm:pt modelId="{3037136D-4577-4D05-9880-7B4AEDC6D242}" type="pres">
      <dgm:prSet presAssocID="{CAED4F4B-1146-4F7A-B53F-1B69F75FED9D}" presName="composite" presStyleCnt="0"/>
      <dgm:spPr/>
    </dgm:pt>
    <dgm:pt modelId="{EDB4F1F3-788A-47C4-B4A0-1AAFBA3B2C1C}" type="pres">
      <dgm:prSet presAssocID="{CAED4F4B-1146-4F7A-B53F-1B69F75FED9D}" presName="imgShp" presStyleLbl="fgImgPlace1" presStyleIdx="0" presStyleCnt="5"/>
      <dgm:spPr/>
    </dgm:pt>
    <dgm:pt modelId="{03B3CB31-E651-45B0-A3FA-3A9DF9E1DD1E}" type="pres">
      <dgm:prSet presAssocID="{CAED4F4B-1146-4F7A-B53F-1B69F75FED9D}" presName="txShp" presStyleLbl="node1" presStyleIdx="0" presStyleCnt="5">
        <dgm:presLayoutVars>
          <dgm:bulletEnabled val="1"/>
        </dgm:presLayoutVars>
      </dgm:prSet>
      <dgm:spPr/>
    </dgm:pt>
    <dgm:pt modelId="{5D5B81F5-F946-41FA-B55F-44B07B6608FA}" type="pres">
      <dgm:prSet presAssocID="{60B701F8-3147-4137-A494-37334FFE7A14}" presName="spacing" presStyleCnt="0"/>
      <dgm:spPr/>
    </dgm:pt>
    <dgm:pt modelId="{BB558E8F-8C01-4D62-B541-A848F26C10BF}" type="pres">
      <dgm:prSet presAssocID="{1427C699-D7CD-4E9A-A3DD-6DC3AD24042D}" presName="composite" presStyleCnt="0"/>
      <dgm:spPr/>
    </dgm:pt>
    <dgm:pt modelId="{073E73FA-B7B5-4365-8BF7-CEB9D4C8DA06}" type="pres">
      <dgm:prSet presAssocID="{1427C699-D7CD-4E9A-A3DD-6DC3AD24042D}" presName="imgShp" presStyleLbl="fgImgPlace1" presStyleIdx="1" presStyleCnt="5"/>
      <dgm:spPr/>
    </dgm:pt>
    <dgm:pt modelId="{163D7F19-EFB0-4AE4-8F61-9288EFFED896}" type="pres">
      <dgm:prSet presAssocID="{1427C699-D7CD-4E9A-A3DD-6DC3AD24042D}" presName="txShp" presStyleLbl="node1" presStyleIdx="1" presStyleCnt="5">
        <dgm:presLayoutVars>
          <dgm:bulletEnabled val="1"/>
        </dgm:presLayoutVars>
      </dgm:prSet>
      <dgm:spPr/>
    </dgm:pt>
    <dgm:pt modelId="{E21DF597-1936-4FFB-890F-24EF29E78E1E}" type="pres">
      <dgm:prSet presAssocID="{A019003C-088B-47EC-A169-894397BFD04D}" presName="spacing" presStyleCnt="0"/>
      <dgm:spPr/>
    </dgm:pt>
    <dgm:pt modelId="{A14E845C-64C1-4358-B244-941019227521}" type="pres">
      <dgm:prSet presAssocID="{8C91DE23-ABDE-422C-8471-7C32F2F5AD1C}" presName="composite" presStyleCnt="0"/>
      <dgm:spPr/>
    </dgm:pt>
    <dgm:pt modelId="{DC34125E-07F8-4386-A45C-E982EA4D63F4}" type="pres">
      <dgm:prSet presAssocID="{8C91DE23-ABDE-422C-8471-7C32F2F5AD1C}" presName="imgShp" presStyleLbl="fgImgPlace1" presStyleIdx="2" presStyleCnt="5"/>
      <dgm:spPr/>
    </dgm:pt>
    <dgm:pt modelId="{33C7DDFF-3290-4149-8500-74BD52BDE8F1}" type="pres">
      <dgm:prSet presAssocID="{8C91DE23-ABDE-422C-8471-7C32F2F5AD1C}" presName="txShp" presStyleLbl="node1" presStyleIdx="2" presStyleCnt="5">
        <dgm:presLayoutVars>
          <dgm:bulletEnabled val="1"/>
        </dgm:presLayoutVars>
      </dgm:prSet>
      <dgm:spPr/>
    </dgm:pt>
    <dgm:pt modelId="{BE98B054-9E3F-442B-90BF-9F98DF68F988}" type="pres">
      <dgm:prSet presAssocID="{00FE2DC6-E685-46AB-8BB0-F2193CA67594}" presName="spacing" presStyleCnt="0"/>
      <dgm:spPr/>
    </dgm:pt>
    <dgm:pt modelId="{714F91D6-0AE2-459D-B15C-2B1C81A2E6C8}" type="pres">
      <dgm:prSet presAssocID="{3C0D2303-1337-405E-8CC7-95A1226ADEEF}" presName="composite" presStyleCnt="0"/>
      <dgm:spPr/>
    </dgm:pt>
    <dgm:pt modelId="{0D1F0BB6-B498-477A-97D7-7260BFC50FE9}" type="pres">
      <dgm:prSet presAssocID="{3C0D2303-1337-405E-8CC7-95A1226ADEEF}" presName="imgShp" presStyleLbl="fgImgPlace1" presStyleIdx="3" presStyleCnt="5"/>
      <dgm:spPr/>
    </dgm:pt>
    <dgm:pt modelId="{24DFA47D-9C4B-4217-A158-631777511E21}" type="pres">
      <dgm:prSet presAssocID="{3C0D2303-1337-405E-8CC7-95A1226ADEEF}" presName="txShp" presStyleLbl="node1" presStyleIdx="3" presStyleCnt="5">
        <dgm:presLayoutVars>
          <dgm:bulletEnabled val="1"/>
        </dgm:presLayoutVars>
      </dgm:prSet>
      <dgm:spPr/>
    </dgm:pt>
    <dgm:pt modelId="{08ED4F6B-9A7F-487A-B3E8-3340CE44D1D8}" type="pres">
      <dgm:prSet presAssocID="{10D1C8FF-4F3E-4BD0-9246-81696A53649F}" presName="spacing" presStyleCnt="0"/>
      <dgm:spPr/>
    </dgm:pt>
    <dgm:pt modelId="{4CB39487-B817-4153-B3F1-94DA58E1CAAA}" type="pres">
      <dgm:prSet presAssocID="{EB5FB6E4-7BF7-453E-8511-FDC216C32D6A}" presName="composite" presStyleCnt="0"/>
      <dgm:spPr/>
    </dgm:pt>
    <dgm:pt modelId="{7FED0E67-78DD-4982-A317-B73BE994E405}" type="pres">
      <dgm:prSet presAssocID="{EB5FB6E4-7BF7-453E-8511-FDC216C32D6A}" presName="imgShp" presStyleLbl="fgImgPlace1" presStyleIdx="4" presStyleCnt="5"/>
      <dgm:spPr/>
    </dgm:pt>
    <dgm:pt modelId="{D6A00DDD-8959-4A2F-8F34-6A11A2B509E4}" type="pres">
      <dgm:prSet presAssocID="{EB5FB6E4-7BF7-453E-8511-FDC216C32D6A}" presName="txShp" presStyleLbl="node1" presStyleIdx="4" presStyleCnt="5">
        <dgm:presLayoutVars>
          <dgm:bulletEnabled val="1"/>
        </dgm:presLayoutVars>
      </dgm:prSet>
      <dgm:spPr/>
    </dgm:pt>
  </dgm:ptLst>
  <dgm:cxnLst>
    <dgm:cxn modelId="{6D171F0D-0305-4381-92ED-9578C19D3FA9}" srcId="{48CB44D0-28D5-433D-AF5A-35A9C3EF4589}" destId="{3C0D2303-1337-405E-8CC7-95A1226ADEEF}" srcOrd="3" destOrd="0" parTransId="{0AC38AD6-BA05-47D0-8963-62C0B0FA03AE}" sibTransId="{10D1C8FF-4F3E-4BD0-9246-81696A53649F}"/>
    <dgm:cxn modelId="{BDF5A31A-E52A-4B37-8C28-D5045FEE8E42}" type="presOf" srcId="{CAED4F4B-1146-4F7A-B53F-1B69F75FED9D}" destId="{03B3CB31-E651-45B0-A3FA-3A9DF9E1DD1E}" srcOrd="0" destOrd="0" presId="urn:microsoft.com/office/officeart/2005/8/layout/vList3"/>
    <dgm:cxn modelId="{9B2C7924-F18C-4CCD-AE47-010E846652CA}" type="presOf" srcId="{48CB44D0-28D5-433D-AF5A-35A9C3EF4589}" destId="{A1572187-B5D2-49AD-BD48-884236D8B166}" srcOrd="0" destOrd="0" presId="urn:microsoft.com/office/officeart/2005/8/layout/vList3"/>
    <dgm:cxn modelId="{A56C9B60-923F-4DB8-AD06-D5DBE6E95F60}" type="presOf" srcId="{3C0D2303-1337-405E-8CC7-95A1226ADEEF}" destId="{24DFA47D-9C4B-4217-A158-631777511E21}" srcOrd="0" destOrd="0" presId="urn:microsoft.com/office/officeart/2005/8/layout/vList3"/>
    <dgm:cxn modelId="{39695149-B42C-44FD-B01D-284B31676F03}" srcId="{48CB44D0-28D5-433D-AF5A-35A9C3EF4589}" destId="{8C91DE23-ABDE-422C-8471-7C32F2F5AD1C}" srcOrd="2" destOrd="0" parTransId="{8D6DB958-4104-4499-A237-589CD72D71CB}" sibTransId="{00FE2DC6-E685-46AB-8BB0-F2193CA67594}"/>
    <dgm:cxn modelId="{7E3BBB6A-EC9D-4C49-BACA-EBBDD2A20F21}" type="presOf" srcId="{EB5FB6E4-7BF7-453E-8511-FDC216C32D6A}" destId="{D6A00DDD-8959-4A2F-8F34-6A11A2B509E4}" srcOrd="0" destOrd="0" presId="urn:microsoft.com/office/officeart/2005/8/layout/vList3"/>
    <dgm:cxn modelId="{3A413050-2E30-46FA-B7CD-39847A2BD3E3}" srcId="{48CB44D0-28D5-433D-AF5A-35A9C3EF4589}" destId="{EB5FB6E4-7BF7-453E-8511-FDC216C32D6A}" srcOrd="4" destOrd="0" parTransId="{00E244BB-1EFF-4E20-868A-08C302A505BF}" sibTransId="{3E360731-24D2-4F18-869C-96D12485BA04}"/>
    <dgm:cxn modelId="{005E3356-B597-4211-BFFD-ABF5B264A218}" srcId="{48CB44D0-28D5-433D-AF5A-35A9C3EF4589}" destId="{1427C699-D7CD-4E9A-A3DD-6DC3AD24042D}" srcOrd="1" destOrd="0" parTransId="{7E584F20-D2BF-4D4E-A919-51CC708F81E6}" sibTransId="{A019003C-088B-47EC-A169-894397BFD04D}"/>
    <dgm:cxn modelId="{7F3E7995-F1D7-485D-B042-147C9BBFA3E1}" srcId="{48CB44D0-28D5-433D-AF5A-35A9C3EF4589}" destId="{CAED4F4B-1146-4F7A-B53F-1B69F75FED9D}" srcOrd="0" destOrd="0" parTransId="{52714329-D624-4D2B-9562-4F9EF30F5BDE}" sibTransId="{60B701F8-3147-4137-A494-37334FFE7A14}"/>
    <dgm:cxn modelId="{8F3AD2B5-04F3-4210-975E-A312DEB3F3AA}" type="presOf" srcId="{1427C699-D7CD-4E9A-A3DD-6DC3AD24042D}" destId="{163D7F19-EFB0-4AE4-8F61-9288EFFED896}" srcOrd="0" destOrd="0" presId="urn:microsoft.com/office/officeart/2005/8/layout/vList3"/>
    <dgm:cxn modelId="{B0DE5FF9-689C-4B02-9CE3-60F8B14D8F5C}" type="presOf" srcId="{8C91DE23-ABDE-422C-8471-7C32F2F5AD1C}" destId="{33C7DDFF-3290-4149-8500-74BD52BDE8F1}" srcOrd="0" destOrd="0" presId="urn:microsoft.com/office/officeart/2005/8/layout/vList3"/>
    <dgm:cxn modelId="{56C110BE-DF2A-4939-8B80-8846324DC06A}" type="presParOf" srcId="{A1572187-B5D2-49AD-BD48-884236D8B166}" destId="{3037136D-4577-4D05-9880-7B4AEDC6D242}" srcOrd="0" destOrd="0" presId="urn:microsoft.com/office/officeart/2005/8/layout/vList3"/>
    <dgm:cxn modelId="{5AF9B874-7F40-486D-A5CA-D994F3D09930}" type="presParOf" srcId="{3037136D-4577-4D05-9880-7B4AEDC6D242}" destId="{EDB4F1F3-788A-47C4-B4A0-1AAFBA3B2C1C}" srcOrd="0" destOrd="0" presId="urn:microsoft.com/office/officeart/2005/8/layout/vList3"/>
    <dgm:cxn modelId="{AB9E4D84-144F-4537-98D9-3C538AF868A5}" type="presParOf" srcId="{3037136D-4577-4D05-9880-7B4AEDC6D242}" destId="{03B3CB31-E651-45B0-A3FA-3A9DF9E1DD1E}" srcOrd="1" destOrd="0" presId="urn:microsoft.com/office/officeart/2005/8/layout/vList3"/>
    <dgm:cxn modelId="{7029EFBC-0F6D-4245-82A6-D58CBCEF91EB}" type="presParOf" srcId="{A1572187-B5D2-49AD-BD48-884236D8B166}" destId="{5D5B81F5-F946-41FA-B55F-44B07B6608FA}" srcOrd="1" destOrd="0" presId="urn:microsoft.com/office/officeart/2005/8/layout/vList3"/>
    <dgm:cxn modelId="{C309950F-9735-4A33-B044-AB1976ACCC63}" type="presParOf" srcId="{A1572187-B5D2-49AD-BD48-884236D8B166}" destId="{BB558E8F-8C01-4D62-B541-A848F26C10BF}" srcOrd="2" destOrd="0" presId="urn:microsoft.com/office/officeart/2005/8/layout/vList3"/>
    <dgm:cxn modelId="{8C87BDD5-B3A3-4BDD-B9A7-F381D5C360B0}" type="presParOf" srcId="{BB558E8F-8C01-4D62-B541-A848F26C10BF}" destId="{073E73FA-B7B5-4365-8BF7-CEB9D4C8DA06}" srcOrd="0" destOrd="0" presId="urn:microsoft.com/office/officeart/2005/8/layout/vList3"/>
    <dgm:cxn modelId="{F1D57ED4-2A67-4A1F-BB5D-1C2CBB317C9E}" type="presParOf" srcId="{BB558E8F-8C01-4D62-B541-A848F26C10BF}" destId="{163D7F19-EFB0-4AE4-8F61-9288EFFED896}" srcOrd="1" destOrd="0" presId="urn:microsoft.com/office/officeart/2005/8/layout/vList3"/>
    <dgm:cxn modelId="{EBB6132A-5D61-4DDD-9F21-BBD2424E60A7}" type="presParOf" srcId="{A1572187-B5D2-49AD-BD48-884236D8B166}" destId="{E21DF597-1936-4FFB-890F-24EF29E78E1E}" srcOrd="3" destOrd="0" presId="urn:microsoft.com/office/officeart/2005/8/layout/vList3"/>
    <dgm:cxn modelId="{7C8223DA-2211-4A17-9930-B68DC01EAF23}" type="presParOf" srcId="{A1572187-B5D2-49AD-BD48-884236D8B166}" destId="{A14E845C-64C1-4358-B244-941019227521}" srcOrd="4" destOrd="0" presId="urn:microsoft.com/office/officeart/2005/8/layout/vList3"/>
    <dgm:cxn modelId="{3624168D-3ED2-41A7-8C75-A1D37A888D25}" type="presParOf" srcId="{A14E845C-64C1-4358-B244-941019227521}" destId="{DC34125E-07F8-4386-A45C-E982EA4D63F4}" srcOrd="0" destOrd="0" presId="urn:microsoft.com/office/officeart/2005/8/layout/vList3"/>
    <dgm:cxn modelId="{E67DD86C-84E3-4B9C-8B06-30ED5B6C3C67}" type="presParOf" srcId="{A14E845C-64C1-4358-B244-941019227521}" destId="{33C7DDFF-3290-4149-8500-74BD52BDE8F1}" srcOrd="1" destOrd="0" presId="urn:microsoft.com/office/officeart/2005/8/layout/vList3"/>
    <dgm:cxn modelId="{65749E76-9E44-449E-AF38-D8888311D247}" type="presParOf" srcId="{A1572187-B5D2-49AD-BD48-884236D8B166}" destId="{BE98B054-9E3F-442B-90BF-9F98DF68F988}" srcOrd="5" destOrd="0" presId="urn:microsoft.com/office/officeart/2005/8/layout/vList3"/>
    <dgm:cxn modelId="{BDCE2E89-FE1E-449F-B930-76EBB3F9EABD}" type="presParOf" srcId="{A1572187-B5D2-49AD-BD48-884236D8B166}" destId="{714F91D6-0AE2-459D-B15C-2B1C81A2E6C8}" srcOrd="6" destOrd="0" presId="urn:microsoft.com/office/officeart/2005/8/layout/vList3"/>
    <dgm:cxn modelId="{B65A6FBC-1F38-40CB-8874-5DE6FDA4A217}" type="presParOf" srcId="{714F91D6-0AE2-459D-B15C-2B1C81A2E6C8}" destId="{0D1F0BB6-B498-477A-97D7-7260BFC50FE9}" srcOrd="0" destOrd="0" presId="urn:microsoft.com/office/officeart/2005/8/layout/vList3"/>
    <dgm:cxn modelId="{19B21EF5-3909-4020-B7FC-16B852D13668}" type="presParOf" srcId="{714F91D6-0AE2-459D-B15C-2B1C81A2E6C8}" destId="{24DFA47D-9C4B-4217-A158-631777511E21}" srcOrd="1" destOrd="0" presId="urn:microsoft.com/office/officeart/2005/8/layout/vList3"/>
    <dgm:cxn modelId="{A9F0F8D0-3A81-49F4-B1F7-F63B9A8C3EDD}" type="presParOf" srcId="{A1572187-B5D2-49AD-BD48-884236D8B166}" destId="{08ED4F6B-9A7F-487A-B3E8-3340CE44D1D8}" srcOrd="7" destOrd="0" presId="urn:microsoft.com/office/officeart/2005/8/layout/vList3"/>
    <dgm:cxn modelId="{702E67EC-3523-40FE-8BFF-28DC0A9638DC}" type="presParOf" srcId="{A1572187-B5D2-49AD-BD48-884236D8B166}" destId="{4CB39487-B817-4153-B3F1-94DA58E1CAAA}" srcOrd="8" destOrd="0" presId="urn:microsoft.com/office/officeart/2005/8/layout/vList3"/>
    <dgm:cxn modelId="{D9EFDB06-9ACF-4F07-90CD-6AF287E6AE63}" type="presParOf" srcId="{4CB39487-B817-4153-B3F1-94DA58E1CAAA}" destId="{7FED0E67-78DD-4982-A317-B73BE994E405}" srcOrd="0" destOrd="0" presId="urn:microsoft.com/office/officeart/2005/8/layout/vList3"/>
    <dgm:cxn modelId="{F8B23983-3337-4B0B-BA58-C4C5DFD25BF5}" type="presParOf" srcId="{4CB39487-B817-4153-B3F1-94DA58E1CAAA}" destId="{D6A00DDD-8959-4A2F-8F34-6A11A2B509E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3A0D75DA-934F-450D-BBF8-325918EA743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FBA3E83-E9E2-4F39-A043-59F816D0B1D4}">
      <dgm:prSet/>
      <dgm:spPr/>
      <dgm:t>
        <a:bodyPr/>
        <a:lstStyle/>
        <a:p>
          <a:r>
            <a:rPr lang="uk-UA" b="0" i="0" dirty="0"/>
            <a:t>польсько-український Білоцерківський договір</a:t>
          </a:r>
          <a:endParaRPr lang="uk-UA" dirty="0"/>
        </a:p>
      </dgm:t>
    </dgm:pt>
    <dgm:pt modelId="{9AF6C86B-3EA0-4540-BCA6-76B271105496}" type="parTrans" cxnId="{071787F0-DC26-46B6-9B10-545117A3CC8E}">
      <dgm:prSet/>
      <dgm:spPr/>
      <dgm:t>
        <a:bodyPr/>
        <a:lstStyle/>
        <a:p>
          <a:endParaRPr lang="uk-UA"/>
        </a:p>
      </dgm:t>
    </dgm:pt>
    <dgm:pt modelId="{110452AA-0009-4F9D-9BCC-032F53773751}" type="sibTrans" cxnId="{071787F0-DC26-46B6-9B10-545117A3CC8E}">
      <dgm:prSet/>
      <dgm:spPr/>
      <dgm:t>
        <a:bodyPr/>
        <a:lstStyle/>
        <a:p>
          <a:endParaRPr lang="uk-UA"/>
        </a:p>
      </dgm:t>
    </dgm:pt>
    <dgm:pt modelId="{2847D7F2-D663-4454-83B8-33E98B588216}">
      <dgm:prSet/>
      <dgm:spPr/>
      <dgm:t>
        <a:bodyPr/>
        <a:lstStyle/>
        <a:p>
          <a:r>
            <a:rPr lang="uk-UA" b="0" i="0" dirty="0"/>
            <a:t>українсько-московські «Березневі статті»</a:t>
          </a:r>
          <a:endParaRPr lang="uk-UA" dirty="0"/>
        </a:p>
      </dgm:t>
    </dgm:pt>
    <dgm:pt modelId="{E679F9CF-D0FD-4461-BBFC-6F44656A41DB}" type="parTrans" cxnId="{5291B414-BB8A-4B37-AEEB-C08E264C5777}">
      <dgm:prSet/>
      <dgm:spPr/>
      <dgm:t>
        <a:bodyPr/>
        <a:lstStyle/>
        <a:p>
          <a:endParaRPr lang="uk-UA"/>
        </a:p>
      </dgm:t>
    </dgm:pt>
    <dgm:pt modelId="{57EC45BE-71FA-4DFD-90C4-0A4D6A270961}" type="sibTrans" cxnId="{5291B414-BB8A-4B37-AEEB-C08E264C5777}">
      <dgm:prSet/>
      <dgm:spPr/>
      <dgm:t>
        <a:bodyPr/>
        <a:lstStyle/>
        <a:p>
          <a:endParaRPr lang="uk-UA"/>
        </a:p>
      </dgm:t>
    </dgm:pt>
    <dgm:pt modelId="{27AF3551-9FD6-4654-B9B7-A8D2E52469CF}">
      <dgm:prSet/>
      <dgm:spPr/>
      <dgm:t>
        <a:bodyPr/>
        <a:lstStyle/>
        <a:p>
          <a:r>
            <a:rPr lang="uk-UA" b="0" i="0" dirty="0"/>
            <a:t>польсько-український Зборівський договір</a:t>
          </a:r>
          <a:endParaRPr lang="uk-UA" dirty="0"/>
        </a:p>
      </dgm:t>
    </dgm:pt>
    <dgm:pt modelId="{105C3C5E-FF77-4BE3-8E13-FCB7BD4367F0}" type="parTrans" cxnId="{DDBB0AD0-5940-4A46-982B-146985853A25}">
      <dgm:prSet/>
      <dgm:spPr/>
      <dgm:t>
        <a:bodyPr/>
        <a:lstStyle/>
        <a:p>
          <a:endParaRPr lang="uk-UA"/>
        </a:p>
      </dgm:t>
    </dgm:pt>
    <dgm:pt modelId="{1589E360-40B6-4AA8-9AD6-DB075AB74CA1}" type="sibTrans" cxnId="{DDBB0AD0-5940-4A46-982B-146985853A25}">
      <dgm:prSet/>
      <dgm:spPr/>
      <dgm:t>
        <a:bodyPr/>
        <a:lstStyle/>
        <a:p>
          <a:endParaRPr lang="uk-UA"/>
        </a:p>
      </dgm:t>
    </dgm:pt>
    <dgm:pt modelId="{07F4200F-B848-46D2-86D4-A491A1183A31}">
      <dgm:prSet/>
      <dgm:spPr/>
      <dgm:t>
        <a:bodyPr/>
        <a:lstStyle/>
        <a:p>
          <a:r>
            <a:rPr lang="uk-UA" b="0" i="0" dirty="0"/>
            <a:t>польсько-московське Віленське перемир’я</a:t>
          </a:r>
          <a:endParaRPr lang="uk-UA" dirty="0"/>
        </a:p>
      </dgm:t>
    </dgm:pt>
    <dgm:pt modelId="{F87A6C8A-094B-4470-9905-B02F3D9D2FC7}" type="parTrans" cxnId="{FDD202E0-43E1-4D61-8450-8209336329FC}">
      <dgm:prSet/>
      <dgm:spPr/>
      <dgm:t>
        <a:bodyPr/>
        <a:lstStyle/>
        <a:p>
          <a:endParaRPr lang="uk-UA"/>
        </a:p>
      </dgm:t>
    </dgm:pt>
    <dgm:pt modelId="{055834C4-B76C-45F9-8F3F-3B2EA1490E51}" type="sibTrans" cxnId="{FDD202E0-43E1-4D61-8450-8209336329FC}">
      <dgm:prSet/>
      <dgm:spPr/>
      <dgm:t>
        <a:bodyPr/>
        <a:lstStyle/>
        <a:p>
          <a:endParaRPr lang="uk-UA"/>
        </a:p>
      </dgm:t>
    </dgm:pt>
    <dgm:pt modelId="{BBF38194-051C-4104-87DC-4A466FEE958F}" type="pres">
      <dgm:prSet presAssocID="{3A0D75DA-934F-450D-BBF8-325918EA7439}" presName="linearFlow" presStyleCnt="0">
        <dgm:presLayoutVars>
          <dgm:dir/>
          <dgm:resizeHandles val="exact"/>
        </dgm:presLayoutVars>
      </dgm:prSet>
      <dgm:spPr/>
    </dgm:pt>
    <dgm:pt modelId="{7063FC26-6400-4143-B48E-A7CA893B3144}" type="pres">
      <dgm:prSet presAssocID="{7FBA3E83-E9E2-4F39-A043-59F816D0B1D4}" presName="composite" presStyleCnt="0"/>
      <dgm:spPr/>
    </dgm:pt>
    <dgm:pt modelId="{29F2A890-4975-4B48-B6B9-12CAFC56A03E}" type="pres">
      <dgm:prSet presAssocID="{7FBA3E83-E9E2-4F39-A043-59F816D0B1D4}" presName="imgShp" presStyleLbl="fgImgPlace1" presStyleIdx="0" presStyleCnt="4"/>
      <dgm:spPr/>
    </dgm:pt>
    <dgm:pt modelId="{10D38AB2-544C-4E0D-9156-E23F2197D124}" type="pres">
      <dgm:prSet presAssocID="{7FBA3E83-E9E2-4F39-A043-59F816D0B1D4}" presName="txShp" presStyleLbl="node1" presStyleIdx="0" presStyleCnt="4">
        <dgm:presLayoutVars>
          <dgm:bulletEnabled val="1"/>
        </dgm:presLayoutVars>
      </dgm:prSet>
      <dgm:spPr/>
    </dgm:pt>
    <dgm:pt modelId="{5B577CD7-7F5F-48FC-B690-98F461075E60}" type="pres">
      <dgm:prSet presAssocID="{110452AA-0009-4F9D-9BCC-032F53773751}" presName="spacing" presStyleCnt="0"/>
      <dgm:spPr/>
    </dgm:pt>
    <dgm:pt modelId="{B885305D-5F23-4EAB-9626-3727DA18564F}" type="pres">
      <dgm:prSet presAssocID="{2847D7F2-D663-4454-83B8-33E98B588216}" presName="composite" presStyleCnt="0"/>
      <dgm:spPr/>
    </dgm:pt>
    <dgm:pt modelId="{D0DAFFDC-A4ED-4115-8030-228F56707E5D}" type="pres">
      <dgm:prSet presAssocID="{2847D7F2-D663-4454-83B8-33E98B588216}" presName="imgShp" presStyleLbl="fgImgPlace1" presStyleIdx="1" presStyleCnt="4"/>
      <dgm:spPr/>
    </dgm:pt>
    <dgm:pt modelId="{0108CA1F-111C-4EAD-B969-6E703325AC72}" type="pres">
      <dgm:prSet presAssocID="{2847D7F2-D663-4454-83B8-33E98B588216}" presName="txShp" presStyleLbl="node1" presStyleIdx="1" presStyleCnt="4">
        <dgm:presLayoutVars>
          <dgm:bulletEnabled val="1"/>
        </dgm:presLayoutVars>
      </dgm:prSet>
      <dgm:spPr/>
    </dgm:pt>
    <dgm:pt modelId="{47E20661-225D-4B86-B45A-BD14EAA2F801}" type="pres">
      <dgm:prSet presAssocID="{57EC45BE-71FA-4DFD-90C4-0A4D6A270961}" presName="spacing" presStyleCnt="0"/>
      <dgm:spPr/>
    </dgm:pt>
    <dgm:pt modelId="{0B4855C3-6D8C-47D5-96B2-865B604DAEED}" type="pres">
      <dgm:prSet presAssocID="{27AF3551-9FD6-4654-B9B7-A8D2E52469CF}" presName="composite" presStyleCnt="0"/>
      <dgm:spPr/>
    </dgm:pt>
    <dgm:pt modelId="{D48A3678-7F8A-4B49-8E60-7C6F3F47940B}" type="pres">
      <dgm:prSet presAssocID="{27AF3551-9FD6-4654-B9B7-A8D2E52469CF}" presName="imgShp" presStyleLbl="fgImgPlace1" presStyleIdx="2" presStyleCnt="4"/>
      <dgm:spPr/>
    </dgm:pt>
    <dgm:pt modelId="{26FB8E91-1D6D-479D-952A-9F0B7857DF9F}" type="pres">
      <dgm:prSet presAssocID="{27AF3551-9FD6-4654-B9B7-A8D2E52469CF}" presName="txShp" presStyleLbl="node1" presStyleIdx="2" presStyleCnt="4">
        <dgm:presLayoutVars>
          <dgm:bulletEnabled val="1"/>
        </dgm:presLayoutVars>
      </dgm:prSet>
      <dgm:spPr/>
    </dgm:pt>
    <dgm:pt modelId="{57FA5F88-4EBA-4C8C-9DDC-89656B2E80AF}" type="pres">
      <dgm:prSet presAssocID="{1589E360-40B6-4AA8-9AD6-DB075AB74CA1}" presName="spacing" presStyleCnt="0"/>
      <dgm:spPr/>
    </dgm:pt>
    <dgm:pt modelId="{EF55E16D-E681-4261-979C-F4FE25491007}" type="pres">
      <dgm:prSet presAssocID="{07F4200F-B848-46D2-86D4-A491A1183A31}" presName="composite" presStyleCnt="0"/>
      <dgm:spPr/>
    </dgm:pt>
    <dgm:pt modelId="{1F9BD876-D90B-46D8-BEEB-E1A7881038F5}" type="pres">
      <dgm:prSet presAssocID="{07F4200F-B848-46D2-86D4-A491A1183A31}" presName="imgShp" presStyleLbl="fgImgPlace1" presStyleIdx="3" presStyleCnt="4"/>
      <dgm:spPr/>
    </dgm:pt>
    <dgm:pt modelId="{C568DD18-662A-4CA3-BB01-A8E2902998FE}" type="pres">
      <dgm:prSet presAssocID="{07F4200F-B848-46D2-86D4-A491A1183A31}" presName="txShp" presStyleLbl="node1" presStyleIdx="3" presStyleCnt="4">
        <dgm:presLayoutVars>
          <dgm:bulletEnabled val="1"/>
        </dgm:presLayoutVars>
      </dgm:prSet>
      <dgm:spPr/>
    </dgm:pt>
  </dgm:ptLst>
  <dgm:cxnLst>
    <dgm:cxn modelId="{5291B414-BB8A-4B37-AEEB-C08E264C5777}" srcId="{3A0D75DA-934F-450D-BBF8-325918EA7439}" destId="{2847D7F2-D663-4454-83B8-33E98B588216}" srcOrd="1" destOrd="0" parTransId="{E679F9CF-D0FD-4461-BBFC-6F44656A41DB}" sibTransId="{57EC45BE-71FA-4DFD-90C4-0A4D6A270961}"/>
    <dgm:cxn modelId="{CE53CE14-F90A-47D8-AF6F-67F08049E866}" type="presOf" srcId="{3A0D75DA-934F-450D-BBF8-325918EA7439}" destId="{BBF38194-051C-4104-87DC-4A466FEE958F}" srcOrd="0" destOrd="0" presId="urn:microsoft.com/office/officeart/2005/8/layout/vList3"/>
    <dgm:cxn modelId="{DF41281E-6E9D-4701-B8DB-1AEFE607F156}" type="presOf" srcId="{7FBA3E83-E9E2-4F39-A043-59F816D0B1D4}" destId="{10D38AB2-544C-4E0D-9156-E23F2197D124}" srcOrd="0" destOrd="0" presId="urn:microsoft.com/office/officeart/2005/8/layout/vList3"/>
    <dgm:cxn modelId="{4268955E-3C8D-4974-9AF0-B18AF68C2F67}" type="presOf" srcId="{2847D7F2-D663-4454-83B8-33E98B588216}" destId="{0108CA1F-111C-4EAD-B969-6E703325AC72}" srcOrd="0" destOrd="0" presId="urn:microsoft.com/office/officeart/2005/8/layout/vList3"/>
    <dgm:cxn modelId="{C07739C9-D679-4528-9DB5-4D1A366A5EF3}" type="presOf" srcId="{27AF3551-9FD6-4654-B9B7-A8D2E52469CF}" destId="{26FB8E91-1D6D-479D-952A-9F0B7857DF9F}" srcOrd="0" destOrd="0" presId="urn:microsoft.com/office/officeart/2005/8/layout/vList3"/>
    <dgm:cxn modelId="{DDBB0AD0-5940-4A46-982B-146985853A25}" srcId="{3A0D75DA-934F-450D-BBF8-325918EA7439}" destId="{27AF3551-9FD6-4654-B9B7-A8D2E52469CF}" srcOrd="2" destOrd="0" parTransId="{105C3C5E-FF77-4BE3-8E13-FCB7BD4367F0}" sibTransId="{1589E360-40B6-4AA8-9AD6-DB075AB74CA1}"/>
    <dgm:cxn modelId="{FDD202E0-43E1-4D61-8450-8209336329FC}" srcId="{3A0D75DA-934F-450D-BBF8-325918EA7439}" destId="{07F4200F-B848-46D2-86D4-A491A1183A31}" srcOrd="3" destOrd="0" parTransId="{F87A6C8A-094B-4470-9905-B02F3D9D2FC7}" sibTransId="{055834C4-B76C-45F9-8F3F-3B2EA1490E51}"/>
    <dgm:cxn modelId="{81531CEF-E2F7-4614-B98C-C28B1BDAC159}" type="presOf" srcId="{07F4200F-B848-46D2-86D4-A491A1183A31}" destId="{C568DD18-662A-4CA3-BB01-A8E2902998FE}" srcOrd="0" destOrd="0" presId="urn:microsoft.com/office/officeart/2005/8/layout/vList3"/>
    <dgm:cxn modelId="{071787F0-DC26-46B6-9B10-545117A3CC8E}" srcId="{3A0D75DA-934F-450D-BBF8-325918EA7439}" destId="{7FBA3E83-E9E2-4F39-A043-59F816D0B1D4}" srcOrd="0" destOrd="0" parTransId="{9AF6C86B-3EA0-4540-BCA6-76B271105496}" sibTransId="{110452AA-0009-4F9D-9BCC-032F53773751}"/>
    <dgm:cxn modelId="{C296D955-3833-46A3-A10C-DCC15A55A5C4}" type="presParOf" srcId="{BBF38194-051C-4104-87DC-4A466FEE958F}" destId="{7063FC26-6400-4143-B48E-A7CA893B3144}" srcOrd="0" destOrd="0" presId="urn:microsoft.com/office/officeart/2005/8/layout/vList3"/>
    <dgm:cxn modelId="{DCE2B65C-A231-4F76-BAA0-E3B8AFA2AD07}" type="presParOf" srcId="{7063FC26-6400-4143-B48E-A7CA893B3144}" destId="{29F2A890-4975-4B48-B6B9-12CAFC56A03E}" srcOrd="0" destOrd="0" presId="urn:microsoft.com/office/officeart/2005/8/layout/vList3"/>
    <dgm:cxn modelId="{7FA297CD-430E-4EC3-AEBE-793CBFCBE446}" type="presParOf" srcId="{7063FC26-6400-4143-B48E-A7CA893B3144}" destId="{10D38AB2-544C-4E0D-9156-E23F2197D124}" srcOrd="1" destOrd="0" presId="urn:microsoft.com/office/officeart/2005/8/layout/vList3"/>
    <dgm:cxn modelId="{7E0CE595-F542-412D-863B-339059AA55B6}" type="presParOf" srcId="{BBF38194-051C-4104-87DC-4A466FEE958F}" destId="{5B577CD7-7F5F-48FC-B690-98F461075E60}" srcOrd="1" destOrd="0" presId="urn:microsoft.com/office/officeart/2005/8/layout/vList3"/>
    <dgm:cxn modelId="{5F5DCB54-0759-44E6-B692-0673D7E448A2}" type="presParOf" srcId="{BBF38194-051C-4104-87DC-4A466FEE958F}" destId="{B885305D-5F23-4EAB-9626-3727DA18564F}" srcOrd="2" destOrd="0" presId="urn:microsoft.com/office/officeart/2005/8/layout/vList3"/>
    <dgm:cxn modelId="{E7F61CD7-653F-435B-ADEC-6C250F920E6F}" type="presParOf" srcId="{B885305D-5F23-4EAB-9626-3727DA18564F}" destId="{D0DAFFDC-A4ED-4115-8030-228F56707E5D}" srcOrd="0" destOrd="0" presId="urn:microsoft.com/office/officeart/2005/8/layout/vList3"/>
    <dgm:cxn modelId="{C96BDCD2-42C1-46A7-9B03-73C6A0073CFE}" type="presParOf" srcId="{B885305D-5F23-4EAB-9626-3727DA18564F}" destId="{0108CA1F-111C-4EAD-B969-6E703325AC72}" srcOrd="1" destOrd="0" presId="urn:microsoft.com/office/officeart/2005/8/layout/vList3"/>
    <dgm:cxn modelId="{BEEB0A33-E598-4919-AEFE-D61703CF3548}" type="presParOf" srcId="{BBF38194-051C-4104-87DC-4A466FEE958F}" destId="{47E20661-225D-4B86-B45A-BD14EAA2F801}" srcOrd="3" destOrd="0" presId="urn:microsoft.com/office/officeart/2005/8/layout/vList3"/>
    <dgm:cxn modelId="{03843C36-0B22-4C7D-AB38-21F06EE91D47}" type="presParOf" srcId="{BBF38194-051C-4104-87DC-4A466FEE958F}" destId="{0B4855C3-6D8C-47D5-96B2-865B604DAEED}" srcOrd="4" destOrd="0" presId="urn:microsoft.com/office/officeart/2005/8/layout/vList3"/>
    <dgm:cxn modelId="{D871140F-CB97-434C-937E-2E27B9030F80}" type="presParOf" srcId="{0B4855C3-6D8C-47D5-96B2-865B604DAEED}" destId="{D48A3678-7F8A-4B49-8E60-7C6F3F47940B}" srcOrd="0" destOrd="0" presId="urn:microsoft.com/office/officeart/2005/8/layout/vList3"/>
    <dgm:cxn modelId="{378F15E3-3C79-4766-9B3A-AA2F504CE8CD}" type="presParOf" srcId="{0B4855C3-6D8C-47D5-96B2-865B604DAEED}" destId="{26FB8E91-1D6D-479D-952A-9F0B7857DF9F}" srcOrd="1" destOrd="0" presId="urn:microsoft.com/office/officeart/2005/8/layout/vList3"/>
    <dgm:cxn modelId="{74E639CE-8A34-4311-8865-F97F3BDCC5C5}" type="presParOf" srcId="{BBF38194-051C-4104-87DC-4A466FEE958F}" destId="{57FA5F88-4EBA-4C8C-9DDC-89656B2E80AF}" srcOrd="5" destOrd="0" presId="urn:microsoft.com/office/officeart/2005/8/layout/vList3"/>
    <dgm:cxn modelId="{5E09A332-7FA4-4C2C-90A9-79B91B0FE304}" type="presParOf" srcId="{BBF38194-051C-4104-87DC-4A466FEE958F}" destId="{EF55E16D-E681-4261-979C-F4FE25491007}" srcOrd="6" destOrd="0" presId="urn:microsoft.com/office/officeart/2005/8/layout/vList3"/>
    <dgm:cxn modelId="{AE5ED797-EA5E-43AE-A2B7-9F140DC5CB4F}" type="presParOf" srcId="{EF55E16D-E681-4261-979C-F4FE25491007}" destId="{1F9BD876-D90B-46D8-BEEB-E1A7881038F5}" srcOrd="0" destOrd="0" presId="urn:microsoft.com/office/officeart/2005/8/layout/vList3"/>
    <dgm:cxn modelId="{560E2576-6D39-4B4E-BDB2-D30497FBA729}" type="presParOf" srcId="{EF55E16D-E681-4261-979C-F4FE25491007}" destId="{C568DD18-662A-4CA3-BB01-A8E2902998F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7F5C57D6-CFD7-4976-BDEC-74D4896466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E506BE-EE85-44D2-839F-FD72B9030749}">
      <dgm:prSet/>
      <dgm:spPr/>
      <dgm:t>
        <a:bodyPr/>
        <a:lstStyle/>
        <a:p>
          <a:r>
            <a:rPr lang="ru-RU" b="0" i="0" dirty="0" err="1"/>
            <a:t>укладення</a:t>
          </a:r>
          <a:r>
            <a:rPr lang="ru-RU" b="0" i="0" dirty="0"/>
            <a:t> </a:t>
          </a:r>
          <a:r>
            <a:rPr lang="ru-RU" b="0" i="0" dirty="0" err="1"/>
            <a:t>Зборівського</a:t>
          </a:r>
          <a:r>
            <a:rPr lang="ru-RU" b="0" i="0" dirty="0"/>
            <a:t> договору (1649 р.)</a:t>
          </a:r>
          <a:endParaRPr lang="uk-UA" dirty="0"/>
        </a:p>
      </dgm:t>
    </dgm:pt>
    <dgm:pt modelId="{36A1777C-A49C-4DD1-BEF8-BCDA27E905DE}" type="sibTrans" cxnId="{BFEBBB08-9ADC-4DC0-92A5-97C899C977B1}">
      <dgm:prSet/>
      <dgm:spPr/>
      <dgm:t>
        <a:bodyPr/>
        <a:lstStyle/>
        <a:p>
          <a:endParaRPr lang="uk-UA"/>
        </a:p>
      </dgm:t>
    </dgm:pt>
    <dgm:pt modelId="{A5D477F5-5BE2-4D5D-A5D7-91E451375353}" type="parTrans" cxnId="{BFEBBB08-9ADC-4DC0-92A5-97C899C977B1}">
      <dgm:prSet/>
      <dgm:spPr/>
      <dgm:t>
        <a:bodyPr/>
        <a:lstStyle/>
        <a:p>
          <a:endParaRPr lang="uk-UA"/>
        </a:p>
      </dgm:t>
    </dgm:pt>
    <dgm:pt modelId="{38145E8F-999A-4B4A-935F-D23FE4F2B128}">
      <dgm:prSet/>
      <dgm:spPr/>
      <dgm:t>
        <a:bodyPr/>
        <a:lstStyle/>
        <a:p>
          <a:r>
            <a:rPr lang="ru-RU" b="0" i="0" dirty="0" err="1"/>
            <a:t>укладення</a:t>
          </a:r>
          <a:r>
            <a:rPr lang="ru-RU" b="0" i="0" dirty="0"/>
            <a:t> </a:t>
          </a:r>
          <a:r>
            <a:rPr lang="ru-RU" b="0" i="0" dirty="0" err="1"/>
            <a:t>Білоцерківського</a:t>
          </a:r>
          <a:r>
            <a:rPr lang="ru-RU" b="0" i="0" dirty="0"/>
            <a:t> договору (1651 р.)</a:t>
          </a:r>
          <a:endParaRPr lang="uk-UA" dirty="0"/>
        </a:p>
      </dgm:t>
    </dgm:pt>
    <dgm:pt modelId="{5984BA64-D779-42F2-96E0-00A546C3C055}" type="sibTrans" cxnId="{0BA13F5E-D4D0-4243-9117-4CDCBE413CB4}">
      <dgm:prSet/>
      <dgm:spPr/>
      <dgm:t>
        <a:bodyPr/>
        <a:lstStyle/>
        <a:p>
          <a:endParaRPr lang="uk-UA"/>
        </a:p>
      </dgm:t>
    </dgm:pt>
    <dgm:pt modelId="{638D99C3-F711-4560-9630-ACF893334DD1}" type="parTrans" cxnId="{0BA13F5E-D4D0-4243-9117-4CDCBE413CB4}">
      <dgm:prSet/>
      <dgm:spPr/>
      <dgm:t>
        <a:bodyPr/>
        <a:lstStyle/>
        <a:p>
          <a:endParaRPr lang="uk-UA"/>
        </a:p>
      </dgm:t>
    </dgm:pt>
    <dgm:pt modelId="{36ABCEB2-D032-456A-A8E3-27B8C5518996}">
      <dgm:prSet/>
      <dgm:spPr/>
      <dgm:t>
        <a:bodyPr/>
        <a:lstStyle/>
        <a:p>
          <a:r>
            <a:rPr lang="ru-RU" b="0" i="0"/>
            <a:t>оприлюднення «Березневих статей» (1654 р.)</a:t>
          </a:r>
          <a:endParaRPr lang="uk-UA"/>
        </a:p>
      </dgm:t>
    </dgm:pt>
    <dgm:pt modelId="{22F7C5C0-F347-4CE8-B3D2-E0DD7A1F5F40}" type="sibTrans" cxnId="{6A436BC3-93B8-4077-A781-16899334E766}">
      <dgm:prSet/>
      <dgm:spPr/>
      <dgm:t>
        <a:bodyPr/>
        <a:lstStyle/>
        <a:p>
          <a:endParaRPr lang="uk-UA"/>
        </a:p>
      </dgm:t>
    </dgm:pt>
    <dgm:pt modelId="{F04F59C9-DE9E-4C69-AEEE-71E1894A12E7}" type="parTrans" cxnId="{6A436BC3-93B8-4077-A781-16899334E766}">
      <dgm:prSet/>
      <dgm:spPr/>
      <dgm:t>
        <a:bodyPr/>
        <a:lstStyle/>
        <a:p>
          <a:endParaRPr lang="uk-UA"/>
        </a:p>
      </dgm:t>
    </dgm:pt>
    <dgm:pt modelId="{863482C8-D173-4E32-ABE5-F02D5DB0AE6D}">
      <dgm:prSet/>
      <dgm:spPr/>
      <dgm:t>
        <a:bodyPr/>
        <a:lstStyle/>
        <a:p>
          <a:r>
            <a:rPr lang="ru-RU" b="0" i="0" dirty="0" err="1"/>
            <a:t>укладення</a:t>
          </a:r>
          <a:r>
            <a:rPr lang="ru-RU" b="0" i="0" dirty="0"/>
            <a:t> </a:t>
          </a:r>
          <a:r>
            <a:rPr lang="ru-RU" b="0" i="0" dirty="0" err="1"/>
            <a:t>Віленського</a:t>
          </a:r>
          <a:r>
            <a:rPr lang="ru-RU" b="0" i="0" dirty="0"/>
            <a:t> </a:t>
          </a:r>
          <a:r>
            <a:rPr lang="ru-RU" b="0" i="0" dirty="0" err="1"/>
            <a:t>перемир’я</a:t>
          </a:r>
          <a:r>
            <a:rPr lang="ru-RU" b="0" i="0" dirty="0"/>
            <a:t> (1656 р.)</a:t>
          </a:r>
          <a:endParaRPr lang="uk-UA" dirty="0"/>
        </a:p>
      </dgm:t>
    </dgm:pt>
    <dgm:pt modelId="{7C5833E6-F289-45B3-8424-B02D27F9325C}" type="sibTrans" cxnId="{2C435327-2943-44A5-9D9A-E3E6A5E1FBC2}">
      <dgm:prSet/>
      <dgm:spPr/>
      <dgm:t>
        <a:bodyPr/>
        <a:lstStyle/>
        <a:p>
          <a:endParaRPr lang="uk-UA"/>
        </a:p>
      </dgm:t>
    </dgm:pt>
    <dgm:pt modelId="{3044D233-FA84-48A7-A844-D29A36352116}" type="parTrans" cxnId="{2C435327-2943-44A5-9D9A-E3E6A5E1FBC2}">
      <dgm:prSet/>
      <dgm:spPr/>
      <dgm:t>
        <a:bodyPr/>
        <a:lstStyle/>
        <a:p>
          <a:endParaRPr lang="uk-UA"/>
        </a:p>
      </dgm:t>
    </dgm:pt>
    <dgm:pt modelId="{7E8331AD-58FD-4920-BC31-0112CCC07A8A}" type="pres">
      <dgm:prSet presAssocID="{7F5C57D6-CFD7-4976-BDEC-74D4896466F1}" presName="linear" presStyleCnt="0">
        <dgm:presLayoutVars>
          <dgm:animLvl val="lvl"/>
          <dgm:resizeHandles val="exact"/>
        </dgm:presLayoutVars>
      </dgm:prSet>
      <dgm:spPr/>
    </dgm:pt>
    <dgm:pt modelId="{C8109857-AC17-4EA5-A862-9D0965E46C2C}" type="pres">
      <dgm:prSet presAssocID="{B1E506BE-EE85-44D2-839F-FD72B90307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213D57-56C4-418C-81CF-7D0166CC1216}" type="pres">
      <dgm:prSet presAssocID="{36A1777C-A49C-4DD1-BEF8-BCDA27E905DE}" presName="spacer" presStyleCnt="0"/>
      <dgm:spPr/>
    </dgm:pt>
    <dgm:pt modelId="{7C80DF83-2866-4596-A557-21920B4DC37C}" type="pres">
      <dgm:prSet presAssocID="{38145E8F-999A-4B4A-935F-D23FE4F2B1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1F8C52B-5B0A-4670-AE0E-AC91219C75E7}" type="pres">
      <dgm:prSet presAssocID="{5984BA64-D779-42F2-96E0-00A546C3C055}" presName="spacer" presStyleCnt="0"/>
      <dgm:spPr/>
    </dgm:pt>
    <dgm:pt modelId="{9359BBD3-2C91-4C40-AD50-368FE7C577BC}" type="pres">
      <dgm:prSet presAssocID="{36ABCEB2-D032-456A-A8E3-27B8C551899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8040E83-4C93-41C5-90C1-E1676AB90B8D}" type="pres">
      <dgm:prSet presAssocID="{22F7C5C0-F347-4CE8-B3D2-E0DD7A1F5F40}" presName="spacer" presStyleCnt="0"/>
      <dgm:spPr/>
    </dgm:pt>
    <dgm:pt modelId="{8F3B6E99-29EF-4FCE-AE20-65ED10D855F1}" type="pres">
      <dgm:prSet presAssocID="{863482C8-D173-4E32-ABE5-F02D5DB0AE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FEBBB08-9ADC-4DC0-92A5-97C899C977B1}" srcId="{7F5C57D6-CFD7-4976-BDEC-74D4896466F1}" destId="{B1E506BE-EE85-44D2-839F-FD72B9030749}" srcOrd="0" destOrd="0" parTransId="{A5D477F5-5BE2-4D5D-A5D7-91E451375353}" sibTransId="{36A1777C-A49C-4DD1-BEF8-BCDA27E905DE}"/>
    <dgm:cxn modelId="{2C435327-2943-44A5-9D9A-E3E6A5E1FBC2}" srcId="{7F5C57D6-CFD7-4976-BDEC-74D4896466F1}" destId="{863482C8-D173-4E32-ABE5-F02D5DB0AE6D}" srcOrd="3" destOrd="0" parTransId="{3044D233-FA84-48A7-A844-D29A36352116}" sibTransId="{7C5833E6-F289-45B3-8424-B02D27F9325C}"/>
    <dgm:cxn modelId="{2E64CE35-2CA4-471A-A119-9B9A5C65CCDA}" type="presOf" srcId="{7F5C57D6-CFD7-4976-BDEC-74D4896466F1}" destId="{7E8331AD-58FD-4920-BC31-0112CCC07A8A}" srcOrd="0" destOrd="0" presId="urn:microsoft.com/office/officeart/2005/8/layout/vList2"/>
    <dgm:cxn modelId="{0BA13F5E-D4D0-4243-9117-4CDCBE413CB4}" srcId="{7F5C57D6-CFD7-4976-BDEC-74D4896466F1}" destId="{38145E8F-999A-4B4A-935F-D23FE4F2B128}" srcOrd="1" destOrd="0" parTransId="{638D99C3-F711-4560-9630-ACF893334DD1}" sibTransId="{5984BA64-D779-42F2-96E0-00A546C3C055}"/>
    <dgm:cxn modelId="{04E1647A-7C16-4DB6-8E6F-324E0157BB53}" type="presOf" srcId="{B1E506BE-EE85-44D2-839F-FD72B9030749}" destId="{C8109857-AC17-4EA5-A862-9D0965E46C2C}" srcOrd="0" destOrd="0" presId="urn:microsoft.com/office/officeart/2005/8/layout/vList2"/>
    <dgm:cxn modelId="{C872D282-4932-4205-B014-F0AC9C74B566}" type="presOf" srcId="{36ABCEB2-D032-456A-A8E3-27B8C5518996}" destId="{9359BBD3-2C91-4C40-AD50-368FE7C577BC}" srcOrd="0" destOrd="0" presId="urn:microsoft.com/office/officeart/2005/8/layout/vList2"/>
    <dgm:cxn modelId="{6A436BC3-93B8-4077-A781-16899334E766}" srcId="{7F5C57D6-CFD7-4976-BDEC-74D4896466F1}" destId="{36ABCEB2-D032-456A-A8E3-27B8C5518996}" srcOrd="2" destOrd="0" parTransId="{F04F59C9-DE9E-4C69-AEEE-71E1894A12E7}" sibTransId="{22F7C5C0-F347-4CE8-B3D2-E0DD7A1F5F40}"/>
    <dgm:cxn modelId="{93DDDCC9-315A-4E3E-9DC1-AD99D18821F1}" type="presOf" srcId="{863482C8-D173-4E32-ABE5-F02D5DB0AE6D}" destId="{8F3B6E99-29EF-4FCE-AE20-65ED10D855F1}" srcOrd="0" destOrd="0" presId="urn:microsoft.com/office/officeart/2005/8/layout/vList2"/>
    <dgm:cxn modelId="{2F375AEB-D016-4F16-B834-FF9728DC5F0F}" type="presOf" srcId="{38145E8F-999A-4B4A-935F-D23FE4F2B128}" destId="{7C80DF83-2866-4596-A557-21920B4DC37C}" srcOrd="0" destOrd="0" presId="urn:microsoft.com/office/officeart/2005/8/layout/vList2"/>
    <dgm:cxn modelId="{EDD9AEF2-2F5D-4B64-BD36-F3A23FF76576}" type="presParOf" srcId="{7E8331AD-58FD-4920-BC31-0112CCC07A8A}" destId="{C8109857-AC17-4EA5-A862-9D0965E46C2C}" srcOrd="0" destOrd="0" presId="urn:microsoft.com/office/officeart/2005/8/layout/vList2"/>
    <dgm:cxn modelId="{248AE135-7E11-47BF-BBB1-6AEBC0D8D730}" type="presParOf" srcId="{7E8331AD-58FD-4920-BC31-0112CCC07A8A}" destId="{35213D57-56C4-418C-81CF-7D0166CC1216}" srcOrd="1" destOrd="0" presId="urn:microsoft.com/office/officeart/2005/8/layout/vList2"/>
    <dgm:cxn modelId="{43E194E3-3232-4D5C-AC4B-68BDADCB6DD7}" type="presParOf" srcId="{7E8331AD-58FD-4920-BC31-0112CCC07A8A}" destId="{7C80DF83-2866-4596-A557-21920B4DC37C}" srcOrd="2" destOrd="0" presId="urn:microsoft.com/office/officeart/2005/8/layout/vList2"/>
    <dgm:cxn modelId="{AE6BFE0A-FD1A-4014-83DC-A05EFE5EDBCD}" type="presParOf" srcId="{7E8331AD-58FD-4920-BC31-0112CCC07A8A}" destId="{A1F8C52B-5B0A-4670-AE0E-AC91219C75E7}" srcOrd="3" destOrd="0" presId="urn:microsoft.com/office/officeart/2005/8/layout/vList2"/>
    <dgm:cxn modelId="{E853C9E4-AF2B-4F6D-8CF4-7DC12658BFBD}" type="presParOf" srcId="{7E8331AD-58FD-4920-BC31-0112CCC07A8A}" destId="{9359BBD3-2C91-4C40-AD50-368FE7C577BC}" srcOrd="4" destOrd="0" presId="urn:microsoft.com/office/officeart/2005/8/layout/vList2"/>
    <dgm:cxn modelId="{9DC87DB2-A0B3-4D11-B457-726B62E466C3}" type="presParOf" srcId="{7E8331AD-58FD-4920-BC31-0112CCC07A8A}" destId="{A8040E83-4C93-41C5-90C1-E1676AB90B8D}" srcOrd="5" destOrd="0" presId="urn:microsoft.com/office/officeart/2005/8/layout/vList2"/>
    <dgm:cxn modelId="{61745312-43AE-4416-BC2B-2F2F62B9DCC7}" type="presParOf" srcId="{7E8331AD-58FD-4920-BC31-0112CCC07A8A}" destId="{8F3B6E99-29EF-4FCE-AE20-65ED10D855F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9C721861-942B-472E-9327-0560E052BC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573B116-DF80-464B-9265-D4E5791FC7BF}">
      <dgm:prSet/>
      <dgm:spPr/>
      <dgm:t>
        <a:bodyPr/>
        <a:lstStyle/>
        <a:p>
          <a:r>
            <a:rPr lang="uk-UA" b="0" i="0"/>
            <a:t>включення українських земель до складу Московської держави</a:t>
          </a:r>
          <a:endParaRPr lang="uk-UA"/>
        </a:p>
      </dgm:t>
    </dgm:pt>
    <dgm:pt modelId="{7765C1B4-7694-43C1-B490-7BABEFD7C461}" type="parTrans" cxnId="{0B0DADAB-3023-4EEA-B2A2-41557ECF21BE}">
      <dgm:prSet/>
      <dgm:spPr/>
      <dgm:t>
        <a:bodyPr/>
        <a:lstStyle/>
        <a:p>
          <a:endParaRPr lang="uk-UA"/>
        </a:p>
      </dgm:t>
    </dgm:pt>
    <dgm:pt modelId="{FEF0A481-BD19-470A-B97C-D22B18954011}" type="sibTrans" cxnId="{0B0DADAB-3023-4EEA-B2A2-41557ECF21BE}">
      <dgm:prSet/>
      <dgm:spPr/>
      <dgm:t>
        <a:bodyPr/>
        <a:lstStyle/>
        <a:p>
          <a:endParaRPr lang="uk-UA"/>
        </a:p>
      </dgm:t>
    </dgm:pt>
    <dgm:pt modelId="{FE14D8A0-FE16-4C13-AF23-F87AD7D61918}">
      <dgm:prSet/>
      <dgm:spPr/>
      <dgm:t>
        <a:bodyPr/>
        <a:lstStyle/>
        <a:p>
          <a:r>
            <a:rPr lang="uk-UA" b="0" i="0" dirty="0"/>
            <a:t>забезпечення визнання новоствореної держави – Гетьманщини</a:t>
          </a:r>
          <a:endParaRPr lang="uk-UA" dirty="0"/>
        </a:p>
      </dgm:t>
    </dgm:pt>
    <dgm:pt modelId="{6E192A25-87E0-4C49-866E-6880FD86D3FC}" type="parTrans" cxnId="{297F38E7-C9D9-4BAC-907C-D8ECDB8A9EA8}">
      <dgm:prSet/>
      <dgm:spPr/>
      <dgm:t>
        <a:bodyPr/>
        <a:lstStyle/>
        <a:p>
          <a:endParaRPr lang="uk-UA"/>
        </a:p>
      </dgm:t>
    </dgm:pt>
    <dgm:pt modelId="{B94631F6-49C5-4E00-A0DD-438E64B51918}" type="sibTrans" cxnId="{297F38E7-C9D9-4BAC-907C-D8ECDB8A9EA8}">
      <dgm:prSet/>
      <dgm:spPr/>
      <dgm:t>
        <a:bodyPr/>
        <a:lstStyle/>
        <a:p>
          <a:endParaRPr lang="uk-UA"/>
        </a:p>
      </dgm:t>
    </dgm:pt>
    <dgm:pt modelId="{CE3CB5B7-1D34-4C90-B58A-FE513205483C}">
      <dgm:prSet/>
      <dgm:spPr/>
      <dgm:t>
        <a:bodyPr/>
        <a:lstStyle/>
        <a:p>
          <a:r>
            <a:rPr lang="uk-UA" b="0" i="0"/>
            <a:t>закріплення досягнень збройної боротьби</a:t>
          </a:r>
          <a:endParaRPr lang="uk-UA"/>
        </a:p>
      </dgm:t>
    </dgm:pt>
    <dgm:pt modelId="{1056C106-70A6-4CA9-9AE4-19009663C0E7}" type="parTrans" cxnId="{0DB4F9F0-590E-4378-AF5E-C4B932EE8FBC}">
      <dgm:prSet/>
      <dgm:spPr/>
      <dgm:t>
        <a:bodyPr/>
        <a:lstStyle/>
        <a:p>
          <a:endParaRPr lang="uk-UA"/>
        </a:p>
      </dgm:t>
    </dgm:pt>
    <dgm:pt modelId="{6A0920F6-D1BF-4742-AE54-03AF8C16CAE3}" type="sibTrans" cxnId="{0DB4F9F0-590E-4378-AF5E-C4B932EE8FBC}">
      <dgm:prSet/>
      <dgm:spPr/>
      <dgm:t>
        <a:bodyPr/>
        <a:lstStyle/>
        <a:p>
          <a:endParaRPr lang="uk-UA"/>
        </a:p>
      </dgm:t>
    </dgm:pt>
    <dgm:pt modelId="{11924834-7F97-44AB-A9ED-21C7399AF426}">
      <dgm:prSet/>
      <dgm:spPr/>
      <dgm:t>
        <a:bodyPr/>
        <a:lstStyle/>
        <a:p>
          <a:r>
            <a:rPr lang="uk-UA" b="0" i="0"/>
            <a:t>поділ Речі Посполитої на окремі незалежні держави</a:t>
          </a:r>
          <a:endParaRPr lang="uk-UA"/>
        </a:p>
      </dgm:t>
    </dgm:pt>
    <dgm:pt modelId="{327EB0DC-20A3-4FCA-9CCF-DCC2A84D06E9}" type="parTrans" cxnId="{5DB51C8F-6070-4BE7-A0A3-B8581B4B790C}">
      <dgm:prSet/>
      <dgm:spPr/>
      <dgm:t>
        <a:bodyPr/>
        <a:lstStyle/>
        <a:p>
          <a:endParaRPr lang="uk-UA"/>
        </a:p>
      </dgm:t>
    </dgm:pt>
    <dgm:pt modelId="{14761FB7-6539-4389-A6C9-2A44874C9449}" type="sibTrans" cxnId="{5DB51C8F-6070-4BE7-A0A3-B8581B4B790C}">
      <dgm:prSet/>
      <dgm:spPr/>
      <dgm:t>
        <a:bodyPr/>
        <a:lstStyle/>
        <a:p>
          <a:endParaRPr lang="uk-UA"/>
        </a:p>
      </dgm:t>
    </dgm:pt>
    <dgm:pt modelId="{11DFDC21-1346-4292-A2D8-2D9E9BAE129A}">
      <dgm:prSet/>
      <dgm:spPr/>
      <dgm:t>
        <a:bodyPr/>
        <a:lstStyle/>
        <a:p>
          <a:r>
            <a:rPr lang="uk-UA" b="0" i="0"/>
            <a:t>отримання королівських регалій</a:t>
          </a:r>
          <a:endParaRPr lang="uk-UA"/>
        </a:p>
      </dgm:t>
    </dgm:pt>
    <dgm:pt modelId="{94E705A8-6276-405D-8807-36AD56AAE3BD}" type="parTrans" cxnId="{8810B224-68F0-424D-935D-C97F3074EBF8}">
      <dgm:prSet/>
      <dgm:spPr/>
      <dgm:t>
        <a:bodyPr/>
        <a:lstStyle/>
        <a:p>
          <a:endParaRPr lang="uk-UA"/>
        </a:p>
      </dgm:t>
    </dgm:pt>
    <dgm:pt modelId="{487EE4E7-D81D-47D8-8BE6-2503E5D409BB}" type="sibTrans" cxnId="{8810B224-68F0-424D-935D-C97F3074EBF8}">
      <dgm:prSet/>
      <dgm:spPr/>
      <dgm:t>
        <a:bodyPr/>
        <a:lstStyle/>
        <a:p>
          <a:endParaRPr lang="uk-UA"/>
        </a:p>
      </dgm:t>
    </dgm:pt>
    <dgm:pt modelId="{E8D7C433-AF60-4BB8-9977-E4EF889D4FC7}">
      <dgm:prSet/>
      <dgm:spPr/>
      <dgm:t>
        <a:bodyPr/>
        <a:lstStyle/>
        <a:p>
          <a:r>
            <a:rPr lang="uk-UA" b="0" i="0"/>
            <a:t>пошук союзників у боротьбі з Річчю Посполитою</a:t>
          </a:r>
          <a:endParaRPr lang="uk-UA"/>
        </a:p>
      </dgm:t>
    </dgm:pt>
    <dgm:pt modelId="{2A85CB29-065F-49C7-BB8C-4AB54AF870C5}" type="parTrans" cxnId="{A8E60F19-3919-4B4B-BAF7-7674D40B296E}">
      <dgm:prSet/>
      <dgm:spPr/>
      <dgm:t>
        <a:bodyPr/>
        <a:lstStyle/>
        <a:p>
          <a:endParaRPr lang="uk-UA"/>
        </a:p>
      </dgm:t>
    </dgm:pt>
    <dgm:pt modelId="{5DA98CA5-204D-4E86-949B-D3EA27B56E80}" type="sibTrans" cxnId="{A8E60F19-3919-4B4B-BAF7-7674D40B296E}">
      <dgm:prSet/>
      <dgm:spPr/>
      <dgm:t>
        <a:bodyPr/>
        <a:lstStyle/>
        <a:p>
          <a:endParaRPr lang="uk-UA"/>
        </a:p>
      </dgm:t>
    </dgm:pt>
    <dgm:pt modelId="{3CAC5DCD-1148-4329-BDE0-2F2B1CE054ED}">
      <dgm:prSet/>
      <dgm:spPr/>
      <dgm:t>
        <a:bodyPr/>
        <a:lstStyle/>
        <a:p>
          <a:r>
            <a:rPr lang="uk-UA" b="0" i="0" dirty="0"/>
            <a:t>приєднання земель Слобідської України до Гетьманщини</a:t>
          </a:r>
          <a:endParaRPr lang="uk-UA" dirty="0"/>
        </a:p>
      </dgm:t>
    </dgm:pt>
    <dgm:pt modelId="{867BAC14-5D5E-48D1-90C0-5302BC88165B}" type="parTrans" cxnId="{B7637E1B-91D5-4A69-9BFB-8C7823500F35}">
      <dgm:prSet/>
      <dgm:spPr/>
      <dgm:t>
        <a:bodyPr/>
        <a:lstStyle/>
        <a:p>
          <a:endParaRPr lang="uk-UA"/>
        </a:p>
      </dgm:t>
    </dgm:pt>
    <dgm:pt modelId="{CBCEC692-8443-4387-B380-A4A544EFB208}" type="sibTrans" cxnId="{B7637E1B-91D5-4A69-9BFB-8C7823500F35}">
      <dgm:prSet/>
      <dgm:spPr/>
      <dgm:t>
        <a:bodyPr/>
        <a:lstStyle/>
        <a:p>
          <a:endParaRPr lang="uk-UA"/>
        </a:p>
      </dgm:t>
    </dgm:pt>
    <dgm:pt modelId="{BC5278FD-54A4-4E9B-BD52-50CC217099F5}" type="pres">
      <dgm:prSet presAssocID="{9C721861-942B-472E-9327-0560E052BC26}" presName="linear" presStyleCnt="0">
        <dgm:presLayoutVars>
          <dgm:animLvl val="lvl"/>
          <dgm:resizeHandles val="exact"/>
        </dgm:presLayoutVars>
      </dgm:prSet>
      <dgm:spPr/>
    </dgm:pt>
    <dgm:pt modelId="{A9A8186F-875C-4930-88AA-C4C647A227EE}" type="pres">
      <dgm:prSet presAssocID="{2573B116-DF80-464B-9265-D4E5791FC7B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48D081A-AAB3-4F57-84C4-042EB8F9A16E}" type="pres">
      <dgm:prSet presAssocID="{FEF0A481-BD19-470A-B97C-D22B18954011}" presName="spacer" presStyleCnt="0"/>
      <dgm:spPr/>
    </dgm:pt>
    <dgm:pt modelId="{D6472E25-22FE-4E40-BCEF-EBC949651760}" type="pres">
      <dgm:prSet presAssocID="{FE14D8A0-FE16-4C13-AF23-F87AD7D6191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2C39F1D-9016-4D93-B755-3FB34B9453A0}" type="pres">
      <dgm:prSet presAssocID="{B94631F6-49C5-4E00-A0DD-438E64B51918}" presName="spacer" presStyleCnt="0"/>
      <dgm:spPr/>
    </dgm:pt>
    <dgm:pt modelId="{49DABD87-32CE-4AE7-96E1-C24BB89A1527}" type="pres">
      <dgm:prSet presAssocID="{CE3CB5B7-1D34-4C90-B58A-FE513205483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99E1517-81F1-48C9-81D9-A48E35356C12}" type="pres">
      <dgm:prSet presAssocID="{6A0920F6-D1BF-4742-AE54-03AF8C16CAE3}" presName="spacer" presStyleCnt="0"/>
      <dgm:spPr/>
    </dgm:pt>
    <dgm:pt modelId="{DC9A2D6A-5D27-4425-BB00-C35D1F86E083}" type="pres">
      <dgm:prSet presAssocID="{11924834-7F97-44AB-A9ED-21C7399AF42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CE0AE47-C550-4730-88FE-598052D16CF9}" type="pres">
      <dgm:prSet presAssocID="{14761FB7-6539-4389-A6C9-2A44874C9449}" presName="spacer" presStyleCnt="0"/>
      <dgm:spPr/>
    </dgm:pt>
    <dgm:pt modelId="{D81989B6-E422-4AD3-9F1E-133E3AEB09E2}" type="pres">
      <dgm:prSet presAssocID="{11DFDC21-1346-4292-A2D8-2D9E9BAE129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7BA5AD1-60D6-4082-8B51-02901173215E}" type="pres">
      <dgm:prSet presAssocID="{487EE4E7-D81D-47D8-8BE6-2503E5D409BB}" presName="spacer" presStyleCnt="0"/>
      <dgm:spPr/>
    </dgm:pt>
    <dgm:pt modelId="{456D4B2C-4273-4A6A-BF6F-609225551F7A}" type="pres">
      <dgm:prSet presAssocID="{E8D7C433-AF60-4BB8-9977-E4EF889D4FC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08F573D-4913-45FB-9F88-2E4A32F0B60F}" type="pres">
      <dgm:prSet presAssocID="{5DA98CA5-204D-4E86-949B-D3EA27B56E80}" presName="spacer" presStyleCnt="0"/>
      <dgm:spPr/>
    </dgm:pt>
    <dgm:pt modelId="{6741669F-D9E2-4083-AF5C-9BD79ED30F80}" type="pres">
      <dgm:prSet presAssocID="{3CAC5DCD-1148-4329-BDE0-2F2B1CE054E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11A2B08-DC49-413C-AC5B-08FE6F5AFDEE}" type="presOf" srcId="{11DFDC21-1346-4292-A2D8-2D9E9BAE129A}" destId="{D81989B6-E422-4AD3-9F1E-133E3AEB09E2}" srcOrd="0" destOrd="0" presId="urn:microsoft.com/office/officeart/2005/8/layout/vList2"/>
    <dgm:cxn modelId="{A8E60F19-3919-4B4B-BAF7-7674D40B296E}" srcId="{9C721861-942B-472E-9327-0560E052BC26}" destId="{E8D7C433-AF60-4BB8-9977-E4EF889D4FC7}" srcOrd="5" destOrd="0" parTransId="{2A85CB29-065F-49C7-BB8C-4AB54AF870C5}" sibTransId="{5DA98CA5-204D-4E86-949B-D3EA27B56E80}"/>
    <dgm:cxn modelId="{B7637E1B-91D5-4A69-9BFB-8C7823500F35}" srcId="{9C721861-942B-472E-9327-0560E052BC26}" destId="{3CAC5DCD-1148-4329-BDE0-2F2B1CE054ED}" srcOrd="6" destOrd="0" parTransId="{867BAC14-5D5E-48D1-90C0-5302BC88165B}" sibTransId="{CBCEC692-8443-4387-B380-A4A544EFB208}"/>
    <dgm:cxn modelId="{8810B224-68F0-424D-935D-C97F3074EBF8}" srcId="{9C721861-942B-472E-9327-0560E052BC26}" destId="{11DFDC21-1346-4292-A2D8-2D9E9BAE129A}" srcOrd="4" destOrd="0" parTransId="{94E705A8-6276-405D-8807-36AD56AAE3BD}" sibTransId="{487EE4E7-D81D-47D8-8BE6-2503E5D409BB}"/>
    <dgm:cxn modelId="{3BAFA76D-5360-4FC8-8508-19E98389F0DA}" type="presOf" srcId="{3CAC5DCD-1148-4329-BDE0-2F2B1CE054ED}" destId="{6741669F-D9E2-4083-AF5C-9BD79ED30F80}" srcOrd="0" destOrd="0" presId="urn:microsoft.com/office/officeart/2005/8/layout/vList2"/>
    <dgm:cxn modelId="{068EB94E-AA77-4560-9301-ED924EB598EB}" type="presOf" srcId="{11924834-7F97-44AB-A9ED-21C7399AF426}" destId="{DC9A2D6A-5D27-4425-BB00-C35D1F86E083}" srcOrd="0" destOrd="0" presId="urn:microsoft.com/office/officeart/2005/8/layout/vList2"/>
    <dgm:cxn modelId="{44A59970-0F62-4302-A3C1-3AF35D921EF8}" type="presOf" srcId="{2573B116-DF80-464B-9265-D4E5791FC7BF}" destId="{A9A8186F-875C-4930-88AA-C4C647A227EE}" srcOrd="0" destOrd="0" presId="urn:microsoft.com/office/officeart/2005/8/layout/vList2"/>
    <dgm:cxn modelId="{5DB51C8F-6070-4BE7-A0A3-B8581B4B790C}" srcId="{9C721861-942B-472E-9327-0560E052BC26}" destId="{11924834-7F97-44AB-A9ED-21C7399AF426}" srcOrd="3" destOrd="0" parTransId="{327EB0DC-20A3-4FCA-9CCF-DCC2A84D06E9}" sibTransId="{14761FB7-6539-4389-A6C9-2A44874C9449}"/>
    <dgm:cxn modelId="{0B0DADAB-3023-4EEA-B2A2-41557ECF21BE}" srcId="{9C721861-942B-472E-9327-0560E052BC26}" destId="{2573B116-DF80-464B-9265-D4E5791FC7BF}" srcOrd="0" destOrd="0" parTransId="{7765C1B4-7694-43C1-B490-7BABEFD7C461}" sibTransId="{FEF0A481-BD19-470A-B97C-D22B18954011}"/>
    <dgm:cxn modelId="{60727CBE-B96E-40D3-A988-17A8A63A2FB6}" type="presOf" srcId="{9C721861-942B-472E-9327-0560E052BC26}" destId="{BC5278FD-54A4-4E9B-BD52-50CC217099F5}" srcOrd="0" destOrd="0" presId="urn:microsoft.com/office/officeart/2005/8/layout/vList2"/>
    <dgm:cxn modelId="{1E268DC1-0BA9-4AEE-AC05-431FC7B6FBBD}" type="presOf" srcId="{FE14D8A0-FE16-4C13-AF23-F87AD7D61918}" destId="{D6472E25-22FE-4E40-BCEF-EBC949651760}" srcOrd="0" destOrd="0" presId="urn:microsoft.com/office/officeart/2005/8/layout/vList2"/>
    <dgm:cxn modelId="{6135FDE2-5670-42E6-83C1-94762AB3C0ED}" type="presOf" srcId="{CE3CB5B7-1D34-4C90-B58A-FE513205483C}" destId="{49DABD87-32CE-4AE7-96E1-C24BB89A1527}" srcOrd="0" destOrd="0" presId="urn:microsoft.com/office/officeart/2005/8/layout/vList2"/>
    <dgm:cxn modelId="{297F38E7-C9D9-4BAC-907C-D8ECDB8A9EA8}" srcId="{9C721861-942B-472E-9327-0560E052BC26}" destId="{FE14D8A0-FE16-4C13-AF23-F87AD7D61918}" srcOrd="1" destOrd="0" parTransId="{6E192A25-87E0-4C49-866E-6880FD86D3FC}" sibTransId="{B94631F6-49C5-4E00-A0DD-438E64B51918}"/>
    <dgm:cxn modelId="{4D0BD5EB-75CA-436A-B096-11AD56C5E485}" type="presOf" srcId="{E8D7C433-AF60-4BB8-9977-E4EF889D4FC7}" destId="{456D4B2C-4273-4A6A-BF6F-609225551F7A}" srcOrd="0" destOrd="0" presId="urn:microsoft.com/office/officeart/2005/8/layout/vList2"/>
    <dgm:cxn modelId="{0DB4F9F0-590E-4378-AF5E-C4B932EE8FBC}" srcId="{9C721861-942B-472E-9327-0560E052BC26}" destId="{CE3CB5B7-1D34-4C90-B58A-FE513205483C}" srcOrd="2" destOrd="0" parTransId="{1056C106-70A6-4CA9-9AE4-19009663C0E7}" sibTransId="{6A0920F6-D1BF-4742-AE54-03AF8C16CAE3}"/>
    <dgm:cxn modelId="{C51098AC-81B8-41DB-B99F-FFC70EF2E7FB}" type="presParOf" srcId="{BC5278FD-54A4-4E9B-BD52-50CC217099F5}" destId="{A9A8186F-875C-4930-88AA-C4C647A227EE}" srcOrd="0" destOrd="0" presId="urn:microsoft.com/office/officeart/2005/8/layout/vList2"/>
    <dgm:cxn modelId="{73FD0859-24CD-406D-9982-6F3CB9D5AD98}" type="presParOf" srcId="{BC5278FD-54A4-4E9B-BD52-50CC217099F5}" destId="{448D081A-AAB3-4F57-84C4-042EB8F9A16E}" srcOrd="1" destOrd="0" presId="urn:microsoft.com/office/officeart/2005/8/layout/vList2"/>
    <dgm:cxn modelId="{0A510B3B-DC1F-4EB6-B7A5-5DDE6CF6F305}" type="presParOf" srcId="{BC5278FD-54A4-4E9B-BD52-50CC217099F5}" destId="{D6472E25-22FE-4E40-BCEF-EBC949651760}" srcOrd="2" destOrd="0" presId="urn:microsoft.com/office/officeart/2005/8/layout/vList2"/>
    <dgm:cxn modelId="{E7C43A67-50BB-48E8-A2BD-3272DC80F59B}" type="presParOf" srcId="{BC5278FD-54A4-4E9B-BD52-50CC217099F5}" destId="{32C39F1D-9016-4D93-B755-3FB34B9453A0}" srcOrd="3" destOrd="0" presId="urn:microsoft.com/office/officeart/2005/8/layout/vList2"/>
    <dgm:cxn modelId="{BE2EC985-12BA-465B-9556-3D772FDB8FB6}" type="presParOf" srcId="{BC5278FD-54A4-4E9B-BD52-50CC217099F5}" destId="{49DABD87-32CE-4AE7-96E1-C24BB89A1527}" srcOrd="4" destOrd="0" presId="urn:microsoft.com/office/officeart/2005/8/layout/vList2"/>
    <dgm:cxn modelId="{F63F5487-19E0-485A-A983-3EE4FD9B170C}" type="presParOf" srcId="{BC5278FD-54A4-4E9B-BD52-50CC217099F5}" destId="{699E1517-81F1-48C9-81D9-A48E35356C12}" srcOrd="5" destOrd="0" presId="urn:microsoft.com/office/officeart/2005/8/layout/vList2"/>
    <dgm:cxn modelId="{263499CF-5A58-4A9C-80D5-82A5F9D25479}" type="presParOf" srcId="{BC5278FD-54A4-4E9B-BD52-50CC217099F5}" destId="{DC9A2D6A-5D27-4425-BB00-C35D1F86E083}" srcOrd="6" destOrd="0" presId="urn:microsoft.com/office/officeart/2005/8/layout/vList2"/>
    <dgm:cxn modelId="{96FF7104-8BB7-4227-B0EE-0B2509256798}" type="presParOf" srcId="{BC5278FD-54A4-4E9B-BD52-50CC217099F5}" destId="{6CE0AE47-C550-4730-88FE-598052D16CF9}" srcOrd="7" destOrd="0" presId="urn:microsoft.com/office/officeart/2005/8/layout/vList2"/>
    <dgm:cxn modelId="{65F81918-5A8B-4AF2-BF68-85B00CB1FD4B}" type="presParOf" srcId="{BC5278FD-54A4-4E9B-BD52-50CC217099F5}" destId="{D81989B6-E422-4AD3-9F1E-133E3AEB09E2}" srcOrd="8" destOrd="0" presId="urn:microsoft.com/office/officeart/2005/8/layout/vList2"/>
    <dgm:cxn modelId="{773D2B2F-8AA0-4645-BDE3-7F0C0983E540}" type="presParOf" srcId="{BC5278FD-54A4-4E9B-BD52-50CC217099F5}" destId="{A7BA5AD1-60D6-4082-8B51-02901173215E}" srcOrd="9" destOrd="0" presId="urn:microsoft.com/office/officeart/2005/8/layout/vList2"/>
    <dgm:cxn modelId="{FA24613F-C0A9-4198-ADE2-B6E9F9C1E2EB}" type="presParOf" srcId="{BC5278FD-54A4-4E9B-BD52-50CC217099F5}" destId="{456D4B2C-4273-4A6A-BF6F-609225551F7A}" srcOrd="10" destOrd="0" presId="urn:microsoft.com/office/officeart/2005/8/layout/vList2"/>
    <dgm:cxn modelId="{93AE8759-D17F-4B4D-A68C-979DF6E5916B}" type="presParOf" srcId="{BC5278FD-54A4-4E9B-BD52-50CC217099F5}" destId="{C08F573D-4913-45FB-9F88-2E4A32F0B60F}" srcOrd="11" destOrd="0" presId="urn:microsoft.com/office/officeart/2005/8/layout/vList2"/>
    <dgm:cxn modelId="{338422F5-F2F8-45F1-A39A-9BBBA1E58FCE}" type="presParOf" srcId="{BC5278FD-54A4-4E9B-BD52-50CC217099F5}" destId="{6741669F-D9E2-4083-AF5C-9BD79ED30F8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3615E8E4-16EE-4566-8E60-8C7B3F1A0C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FB91517-041E-422D-8C57-A868481296A2}">
      <dgm:prSet/>
      <dgm:spPr/>
      <dgm:t>
        <a:bodyPr/>
        <a:lstStyle/>
        <a:p>
          <a:r>
            <a:rPr lang="uk-UA" b="0" i="1" dirty="0"/>
            <a:t>«Війська реєстрового дозволяємо впровадити на двадцять тисяч, і це військо через гетьмана й старшину має бути зареєстроване у воєводстві Київському, нічого не займаючи із Брацлавського та Чернігівського...»</a:t>
          </a:r>
          <a:endParaRPr lang="uk-UA" dirty="0"/>
        </a:p>
      </dgm:t>
    </dgm:pt>
    <dgm:pt modelId="{653E9EDC-C298-4C84-9A4A-F238DECB76E6}" type="parTrans" cxnId="{75F9E5A1-8A89-420F-9CE8-F9714100A0DF}">
      <dgm:prSet/>
      <dgm:spPr/>
      <dgm:t>
        <a:bodyPr/>
        <a:lstStyle/>
        <a:p>
          <a:endParaRPr lang="uk-UA"/>
        </a:p>
      </dgm:t>
    </dgm:pt>
    <dgm:pt modelId="{0684D852-47F7-4143-82CA-58FF7E0C54BF}" type="sibTrans" cxnId="{75F9E5A1-8A89-420F-9CE8-F9714100A0DF}">
      <dgm:prSet/>
      <dgm:spPr/>
      <dgm:t>
        <a:bodyPr/>
        <a:lstStyle/>
        <a:p>
          <a:endParaRPr lang="uk-UA"/>
        </a:p>
      </dgm:t>
    </dgm:pt>
    <dgm:pt modelId="{D46EF611-1FDA-4313-A894-5135CB780A88}">
      <dgm:prSet/>
      <dgm:spPr/>
      <dgm:t>
        <a:bodyPr/>
        <a:lstStyle/>
        <a:p>
          <a:r>
            <a:rPr lang="uk-UA" b="0" i="1" dirty="0"/>
            <a:t>«Лічби війська… дозволяє мати його королівська милість сорок тисяч Війська Запорозького …усі уряди в Київському, Брацлавському, Чернігівському воєводствах… мають віддаватися шляхті віри православної...»</a:t>
          </a:r>
          <a:endParaRPr lang="uk-UA" dirty="0"/>
        </a:p>
      </dgm:t>
    </dgm:pt>
    <dgm:pt modelId="{57DE1E45-45C5-4820-96EA-B3065234FF95}" type="parTrans" cxnId="{D6AC4EEC-ED1F-4437-AD2F-A7DD4610B20D}">
      <dgm:prSet/>
      <dgm:spPr/>
      <dgm:t>
        <a:bodyPr/>
        <a:lstStyle/>
        <a:p>
          <a:endParaRPr lang="uk-UA"/>
        </a:p>
      </dgm:t>
    </dgm:pt>
    <dgm:pt modelId="{1D148E6F-5B7D-471C-80CD-24798A29AD83}" type="sibTrans" cxnId="{D6AC4EEC-ED1F-4437-AD2F-A7DD4610B20D}">
      <dgm:prSet/>
      <dgm:spPr/>
      <dgm:t>
        <a:bodyPr/>
        <a:lstStyle/>
        <a:p>
          <a:endParaRPr lang="uk-UA"/>
        </a:p>
      </dgm:t>
    </dgm:pt>
    <dgm:pt modelId="{3735B789-3183-44B0-9FB2-107C994F98C9}" type="pres">
      <dgm:prSet presAssocID="{3615E8E4-16EE-4566-8E60-8C7B3F1A0CC0}" presName="linear" presStyleCnt="0">
        <dgm:presLayoutVars>
          <dgm:animLvl val="lvl"/>
          <dgm:resizeHandles val="exact"/>
        </dgm:presLayoutVars>
      </dgm:prSet>
      <dgm:spPr/>
    </dgm:pt>
    <dgm:pt modelId="{69E1B236-A4EC-42D2-A6C1-B6F1346B3A37}" type="pres">
      <dgm:prSet presAssocID="{CFB91517-041E-422D-8C57-A868481296A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38AA355-D6C8-48E7-972E-7EE9E9AE1B97}" type="pres">
      <dgm:prSet presAssocID="{0684D852-47F7-4143-82CA-58FF7E0C54BF}" presName="spacer" presStyleCnt="0"/>
      <dgm:spPr/>
    </dgm:pt>
    <dgm:pt modelId="{99128821-CC33-45DB-BE40-0034CBE13247}" type="pres">
      <dgm:prSet presAssocID="{D46EF611-1FDA-4313-A894-5135CB780A8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5F9E5A1-8A89-420F-9CE8-F9714100A0DF}" srcId="{3615E8E4-16EE-4566-8E60-8C7B3F1A0CC0}" destId="{CFB91517-041E-422D-8C57-A868481296A2}" srcOrd="0" destOrd="0" parTransId="{653E9EDC-C298-4C84-9A4A-F238DECB76E6}" sibTransId="{0684D852-47F7-4143-82CA-58FF7E0C54BF}"/>
    <dgm:cxn modelId="{205CDDA4-47C5-4770-B851-E3880E9DAF0F}" type="presOf" srcId="{CFB91517-041E-422D-8C57-A868481296A2}" destId="{69E1B236-A4EC-42D2-A6C1-B6F1346B3A37}" srcOrd="0" destOrd="0" presId="urn:microsoft.com/office/officeart/2005/8/layout/vList2"/>
    <dgm:cxn modelId="{6B32DBB0-CE1F-4D2C-8001-12649CC11174}" type="presOf" srcId="{3615E8E4-16EE-4566-8E60-8C7B3F1A0CC0}" destId="{3735B789-3183-44B0-9FB2-107C994F98C9}" srcOrd="0" destOrd="0" presId="urn:microsoft.com/office/officeart/2005/8/layout/vList2"/>
    <dgm:cxn modelId="{5BA7C8E1-F2C6-4609-9459-CE954BD01D4E}" type="presOf" srcId="{D46EF611-1FDA-4313-A894-5135CB780A88}" destId="{99128821-CC33-45DB-BE40-0034CBE13247}" srcOrd="0" destOrd="0" presId="urn:microsoft.com/office/officeart/2005/8/layout/vList2"/>
    <dgm:cxn modelId="{D6AC4EEC-ED1F-4437-AD2F-A7DD4610B20D}" srcId="{3615E8E4-16EE-4566-8E60-8C7B3F1A0CC0}" destId="{D46EF611-1FDA-4313-A894-5135CB780A88}" srcOrd="1" destOrd="0" parTransId="{57DE1E45-45C5-4820-96EA-B3065234FF95}" sibTransId="{1D148E6F-5B7D-471C-80CD-24798A29AD83}"/>
    <dgm:cxn modelId="{1C48D13F-149C-4CD9-865B-1BCF8A98C6C8}" type="presParOf" srcId="{3735B789-3183-44B0-9FB2-107C994F98C9}" destId="{69E1B236-A4EC-42D2-A6C1-B6F1346B3A37}" srcOrd="0" destOrd="0" presId="urn:microsoft.com/office/officeart/2005/8/layout/vList2"/>
    <dgm:cxn modelId="{A3973081-AED1-4139-A246-02BFA66743E6}" type="presParOf" srcId="{3735B789-3183-44B0-9FB2-107C994F98C9}" destId="{438AA355-D6C8-48E7-972E-7EE9E9AE1B97}" srcOrd="1" destOrd="0" presId="urn:microsoft.com/office/officeart/2005/8/layout/vList2"/>
    <dgm:cxn modelId="{00659BBF-30A8-4113-BEDC-56E8730CB449}" type="presParOf" srcId="{3735B789-3183-44B0-9FB2-107C994F98C9}" destId="{99128821-CC33-45DB-BE40-0034CBE1324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32E3CBC9-D837-4BFB-B99C-B27BEFECE9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9059F8-0A6A-443D-B69F-BDAE22B87974}">
      <dgm:prSet/>
      <dgm:spPr/>
      <dgm:t>
        <a:bodyPr/>
        <a:lstStyle/>
        <a:p>
          <a:r>
            <a:rPr lang="uk-UA" b="0" i="0" dirty="0"/>
            <a:t>Зборівський договір (1649 р.)</a:t>
          </a:r>
          <a:endParaRPr lang="uk-UA" dirty="0"/>
        </a:p>
      </dgm:t>
    </dgm:pt>
    <dgm:pt modelId="{DE0136F4-00BD-4B8B-8356-4722264FB312}" type="parTrans" cxnId="{9558345B-735D-469F-B3C4-C0A3D2CD54F9}">
      <dgm:prSet/>
      <dgm:spPr/>
      <dgm:t>
        <a:bodyPr/>
        <a:lstStyle/>
        <a:p>
          <a:endParaRPr lang="uk-UA"/>
        </a:p>
      </dgm:t>
    </dgm:pt>
    <dgm:pt modelId="{4F24CFC8-5BBD-45A0-8390-DABAAB8421F1}" type="sibTrans" cxnId="{9558345B-735D-469F-B3C4-C0A3D2CD54F9}">
      <dgm:prSet/>
      <dgm:spPr/>
      <dgm:t>
        <a:bodyPr/>
        <a:lstStyle/>
        <a:p>
          <a:endParaRPr lang="uk-UA"/>
        </a:p>
      </dgm:t>
    </dgm:pt>
    <dgm:pt modelId="{7CA67E59-8FAB-482B-982D-CBBC8D491712}">
      <dgm:prSet/>
      <dgm:spPr/>
      <dgm:t>
        <a:bodyPr/>
        <a:lstStyle/>
        <a:p>
          <a:r>
            <a:rPr lang="uk-UA" b="0" i="0"/>
            <a:t>Білоцерківський договір (1651 р.)</a:t>
          </a:r>
          <a:endParaRPr lang="uk-UA"/>
        </a:p>
      </dgm:t>
    </dgm:pt>
    <dgm:pt modelId="{85C7D037-0CFC-4FCA-A09B-DF89C912D123}" type="parTrans" cxnId="{F9CFA7A6-A6F4-44DC-A5FD-D401F149607E}">
      <dgm:prSet/>
      <dgm:spPr/>
      <dgm:t>
        <a:bodyPr/>
        <a:lstStyle/>
        <a:p>
          <a:endParaRPr lang="uk-UA"/>
        </a:p>
      </dgm:t>
    </dgm:pt>
    <dgm:pt modelId="{2AB1BA80-A9A6-47B5-9800-DE068A761F9A}" type="sibTrans" cxnId="{F9CFA7A6-A6F4-44DC-A5FD-D401F149607E}">
      <dgm:prSet/>
      <dgm:spPr/>
      <dgm:t>
        <a:bodyPr/>
        <a:lstStyle/>
        <a:p>
          <a:endParaRPr lang="uk-UA"/>
        </a:p>
      </dgm:t>
    </dgm:pt>
    <dgm:pt modelId="{8C2B7AFA-B007-4EEA-9D00-0B081180A9C9}">
      <dgm:prSet/>
      <dgm:spPr/>
      <dgm:t>
        <a:bodyPr/>
        <a:lstStyle/>
        <a:p>
          <a:r>
            <a:rPr lang="uk-UA" b="0" i="0" dirty="0"/>
            <a:t>Гадяцький договір (1658 р.)</a:t>
          </a:r>
          <a:endParaRPr lang="uk-UA" dirty="0"/>
        </a:p>
      </dgm:t>
    </dgm:pt>
    <dgm:pt modelId="{CF47BB52-4412-4FF9-AC4E-DCC3AAD10B20}" type="parTrans" cxnId="{DF26DD57-21E8-4887-8B42-EF7FFE2A5E66}">
      <dgm:prSet/>
      <dgm:spPr/>
      <dgm:t>
        <a:bodyPr/>
        <a:lstStyle/>
        <a:p>
          <a:endParaRPr lang="uk-UA"/>
        </a:p>
      </dgm:t>
    </dgm:pt>
    <dgm:pt modelId="{63877D5F-2907-45E0-8668-DC33DC096FA8}" type="sibTrans" cxnId="{DF26DD57-21E8-4887-8B42-EF7FFE2A5E66}">
      <dgm:prSet/>
      <dgm:spPr/>
      <dgm:t>
        <a:bodyPr/>
        <a:lstStyle/>
        <a:p>
          <a:endParaRPr lang="uk-UA"/>
        </a:p>
      </dgm:t>
    </dgm:pt>
    <dgm:pt modelId="{5040FF9E-2F42-43FA-B499-845D27FD7B33}">
      <dgm:prSet/>
      <dgm:spPr/>
      <dgm:t>
        <a:bodyPr/>
        <a:lstStyle/>
        <a:p>
          <a:r>
            <a:rPr lang="uk-UA" b="0" i="0"/>
            <a:t>Бахчисарайський договір (1681 р.)</a:t>
          </a:r>
          <a:endParaRPr lang="uk-UA"/>
        </a:p>
      </dgm:t>
    </dgm:pt>
    <dgm:pt modelId="{C26A95B8-27FC-4367-807A-8B59D193A929}" type="parTrans" cxnId="{522DCCAD-827D-4AF7-AC2D-7A29645CCCE5}">
      <dgm:prSet/>
      <dgm:spPr/>
      <dgm:t>
        <a:bodyPr/>
        <a:lstStyle/>
        <a:p>
          <a:endParaRPr lang="uk-UA"/>
        </a:p>
      </dgm:t>
    </dgm:pt>
    <dgm:pt modelId="{4AA094E2-8F27-404D-8CF3-73AF874DE4DC}" type="sibTrans" cxnId="{522DCCAD-827D-4AF7-AC2D-7A29645CCCE5}">
      <dgm:prSet/>
      <dgm:spPr/>
      <dgm:t>
        <a:bodyPr/>
        <a:lstStyle/>
        <a:p>
          <a:endParaRPr lang="uk-UA"/>
        </a:p>
      </dgm:t>
    </dgm:pt>
    <dgm:pt modelId="{DC3F1358-6CD3-4F8A-989E-366AD07710F4}">
      <dgm:prSet/>
      <dgm:spPr/>
      <dgm:t>
        <a:bodyPr/>
        <a:lstStyle/>
        <a:p>
          <a:r>
            <a:rPr lang="uk-UA" b="0" i="0" dirty="0"/>
            <a:t>«Вічний мир» (1686 р.)</a:t>
          </a:r>
          <a:endParaRPr lang="uk-UA" dirty="0"/>
        </a:p>
      </dgm:t>
    </dgm:pt>
    <dgm:pt modelId="{B3DDE247-F6EA-4DC0-91A9-57F65C7DB8BD}" type="parTrans" cxnId="{300AB401-FFFE-42B8-BD04-B03AF7DE8DCE}">
      <dgm:prSet/>
      <dgm:spPr/>
      <dgm:t>
        <a:bodyPr/>
        <a:lstStyle/>
        <a:p>
          <a:endParaRPr lang="uk-UA"/>
        </a:p>
      </dgm:t>
    </dgm:pt>
    <dgm:pt modelId="{05DC8939-B01C-453B-BE09-061AF454E535}" type="sibTrans" cxnId="{300AB401-FFFE-42B8-BD04-B03AF7DE8DCE}">
      <dgm:prSet/>
      <dgm:spPr/>
      <dgm:t>
        <a:bodyPr/>
        <a:lstStyle/>
        <a:p>
          <a:endParaRPr lang="uk-UA"/>
        </a:p>
      </dgm:t>
    </dgm:pt>
    <dgm:pt modelId="{9B954FA0-9F7E-4DB9-8815-169F58D25E77}" type="pres">
      <dgm:prSet presAssocID="{32E3CBC9-D837-4BFB-B99C-B27BEFECE975}" presName="linear" presStyleCnt="0">
        <dgm:presLayoutVars>
          <dgm:animLvl val="lvl"/>
          <dgm:resizeHandles val="exact"/>
        </dgm:presLayoutVars>
      </dgm:prSet>
      <dgm:spPr/>
    </dgm:pt>
    <dgm:pt modelId="{B68F53B3-2839-4016-84EF-73E094162433}" type="pres">
      <dgm:prSet presAssocID="{2E9059F8-0A6A-443D-B69F-BDAE22B8797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FC92D33-EDA5-4EC2-AB86-3E83B0D6500F}" type="pres">
      <dgm:prSet presAssocID="{4F24CFC8-5BBD-45A0-8390-DABAAB8421F1}" presName="spacer" presStyleCnt="0"/>
      <dgm:spPr/>
    </dgm:pt>
    <dgm:pt modelId="{C445473F-3C76-4550-A391-BF7BEFC2B53F}" type="pres">
      <dgm:prSet presAssocID="{7CA67E59-8FAB-482B-982D-CBBC8D49171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8EA36E1-4475-49E0-8FF9-6CCD7D739DE4}" type="pres">
      <dgm:prSet presAssocID="{2AB1BA80-A9A6-47B5-9800-DE068A761F9A}" presName="spacer" presStyleCnt="0"/>
      <dgm:spPr/>
    </dgm:pt>
    <dgm:pt modelId="{500F7523-0113-4C42-8FF9-AE1ECD2FD11A}" type="pres">
      <dgm:prSet presAssocID="{8C2B7AFA-B007-4EEA-9D00-0B081180A9C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A0C8D67-8AB1-4F97-AE35-ECD88C3E33F0}" type="pres">
      <dgm:prSet presAssocID="{63877D5F-2907-45E0-8668-DC33DC096FA8}" presName="spacer" presStyleCnt="0"/>
      <dgm:spPr/>
    </dgm:pt>
    <dgm:pt modelId="{23F4B616-AC57-4488-99C2-46FF1DE90DEC}" type="pres">
      <dgm:prSet presAssocID="{5040FF9E-2F42-43FA-B499-845D27FD7B3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0B9713B-E34D-43F7-B223-B9CE47E6B5E9}" type="pres">
      <dgm:prSet presAssocID="{4AA094E2-8F27-404D-8CF3-73AF874DE4DC}" presName="spacer" presStyleCnt="0"/>
      <dgm:spPr/>
    </dgm:pt>
    <dgm:pt modelId="{3ECC8B43-9BB7-4D48-843D-A5352C9BD0DD}" type="pres">
      <dgm:prSet presAssocID="{DC3F1358-6CD3-4F8A-989E-366AD07710F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00AB401-FFFE-42B8-BD04-B03AF7DE8DCE}" srcId="{32E3CBC9-D837-4BFB-B99C-B27BEFECE975}" destId="{DC3F1358-6CD3-4F8A-989E-366AD07710F4}" srcOrd="4" destOrd="0" parTransId="{B3DDE247-F6EA-4DC0-91A9-57F65C7DB8BD}" sibTransId="{05DC8939-B01C-453B-BE09-061AF454E535}"/>
    <dgm:cxn modelId="{56CD9234-E7BF-4F58-993B-CD6D61E3C7C1}" type="presOf" srcId="{2E9059F8-0A6A-443D-B69F-BDAE22B87974}" destId="{B68F53B3-2839-4016-84EF-73E094162433}" srcOrd="0" destOrd="0" presId="urn:microsoft.com/office/officeart/2005/8/layout/vList2"/>
    <dgm:cxn modelId="{008D983B-4C71-451F-9395-261B53EC09EC}" type="presOf" srcId="{5040FF9E-2F42-43FA-B499-845D27FD7B33}" destId="{23F4B616-AC57-4488-99C2-46FF1DE90DEC}" srcOrd="0" destOrd="0" presId="urn:microsoft.com/office/officeart/2005/8/layout/vList2"/>
    <dgm:cxn modelId="{9558345B-735D-469F-B3C4-C0A3D2CD54F9}" srcId="{32E3CBC9-D837-4BFB-B99C-B27BEFECE975}" destId="{2E9059F8-0A6A-443D-B69F-BDAE22B87974}" srcOrd="0" destOrd="0" parTransId="{DE0136F4-00BD-4B8B-8356-4722264FB312}" sibTransId="{4F24CFC8-5BBD-45A0-8390-DABAAB8421F1}"/>
    <dgm:cxn modelId="{9F772D53-77BC-4E64-A4E8-DC28008A695E}" type="presOf" srcId="{7CA67E59-8FAB-482B-982D-CBBC8D491712}" destId="{C445473F-3C76-4550-A391-BF7BEFC2B53F}" srcOrd="0" destOrd="0" presId="urn:microsoft.com/office/officeart/2005/8/layout/vList2"/>
    <dgm:cxn modelId="{DF26DD57-21E8-4887-8B42-EF7FFE2A5E66}" srcId="{32E3CBC9-D837-4BFB-B99C-B27BEFECE975}" destId="{8C2B7AFA-B007-4EEA-9D00-0B081180A9C9}" srcOrd="2" destOrd="0" parTransId="{CF47BB52-4412-4FF9-AC4E-DCC3AAD10B20}" sibTransId="{63877D5F-2907-45E0-8668-DC33DC096FA8}"/>
    <dgm:cxn modelId="{8C1A377B-8B4C-489A-95DD-5A75CC7373EB}" type="presOf" srcId="{8C2B7AFA-B007-4EEA-9D00-0B081180A9C9}" destId="{500F7523-0113-4C42-8FF9-AE1ECD2FD11A}" srcOrd="0" destOrd="0" presId="urn:microsoft.com/office/officeart/2005/8/layout/vList2"/>
    <dgm:cxn modelId="{BAD43496-0BFA-44E2-A252-823805C1EAA9}" type="presOf" srcId="{32E3CBC9-D837-4BFB-B99C-B27BEFECE975}" destId="{9B954FA0-9F7E-4DB9-8815-169F58D25E77}" srcOrd="0" destOrd="0" presId="urn:microsoft.com/office/officeart/2005/8/layout/vList2"/>
    <dgm:cxn modelId="{4A697B9A-CD98-4942-9A4B-6DCBEF1BC164}" type="presOf" srcId="{DC3F1358-6CD3-4F8A-989E-366AD07710F4}" destId="{3ECC8B43-9BB7-4D48-843D-A5352C9BD0DD}" srcOrd="0" destOrd="0" presId="urn:microsoft.com/office/officeart/2005/8/layout/vList2"/>
    <dgm:cxn modelId="{F9CFA7A6-A6F4-44DC-A5FD-D401F149607E}" srcId="{32E3CBC9-D837-4BFB-B99C-B27BEFECE975}" destId="{7CA67E59-8FAB-482B-982D-CBBC8D491712}" srcOrd="1" destOrd="0" parTransId="{85C7D037-0CFC-4FCA-A09B-DF89C912D123}" sibTransId="{2AB1BA80-A9A6-47B5-9800-DE068A761F9A}"/>
    <dgm:cxn modelId="{522DCCAD-827D-4AF7-AC2D-7A29645CCCE5}" srcId="{32E3CBC9-D837-4BFB-B99C-B27BEFECE975}" destId="{5040FF9E-2F42-43FA-B499-845D27FD7B33}" srcOrd="3" destOrd="0" parTransId="{C26A95B8-27FC-4367-807A-8B59D193A929}" sibTransId="{4AA094E2-8F27-404D-8CF3-73AF874DE4DC}"/>
    <dgm:cxn modelId="{217AD7C2-92DB-484E-BD1E-3E05653477E8}" type="presParOf" srcId="{9B954FA0-9F7E-4DB9-8815-169F58D25E77}" destId="{B68F53B3-2839-4016-84EF-73E094162433}" srcOrd="0" destOrd="0" presId="urn:microsoft.com/office/officeart/2005/8/layout/vList2"/>
    <dgm:cxn modelId="{F521CBCE-F77B-4C72-9737-3C3310F9FA26}" type="presParOf" srcId="{9B954FA0-9F7E-4DB9-8815-169F58D25E77}" destId="{8FC92D33-EDA5-4EC2-AB86-3E83B0D6500F}" srcOrd="1" destOrd="0" presId="urn:microsoft.com/office/officeart/2005/8/layout/vList2"/>
    <dgm:cxn modelId="{67B01942-3BC4-47DE-B5E3-E950DCEBFCAD}" type="presParOf" srcId="{9B954FA0-9F7E-4DB9-8815-169F58D25E77}" destId="{C445473F-3C76-4550-A391-BF7BEFC2B53F}" srcOrd="2" destOrd="0" presId="urn:microsoft.com/office/officeart/2005/8/layout/vList2"/>
    <dgm:cxn modelId="{59CBD777-000F-4BAD-8502-5D9FAA48985C}" type="presParOf" srcId="{9B954FA0-9F7E-4DB9-8815-169F58D25E77}" destId="{88EA36E1-4475-49E0-8FF9-6CCD7D739DE4}" srcOrd="3" destOrd="0" presId="urn:microsoft.com/office/officeart/2005/8/layout/vList2"/>
    <dgm:cxn modelId="{00DCD781-8BAC-41A6-9A1A-56A6D0C0969F}" type="presParOf" srcId="{9B954FA0-9F7E-4DB9-8815-169F58D25E77}" destId="{500F7523-0113-4C42-8FF9-AE1ECD2FD11A}" srcOrd="4" destOrd="0" presId="urn:microsoft.com/office/officeart/2005/8/layout/vList2"/>
    <dgm:cxn modelId="{D76B4BE9-1C54-49FF-8991-D59FC9F0D5D0}" type="presParOf" srcId="{9B954FA0-9F7E-4DB9-8815-169F58D25E77}" destId="{CA0C8D67-8AB1-4F97-AE35-ECD88C3E33F0}" srcOrd="5" destOrd="0" presId="urn:microsoft.com/office/officeart/2005/8/layout/vList2"/>
    <dgm:cxn modelId="{937DA3C1-14B6-4688-8DA3-9CE09549D8C2}" type="presParOf" srcId="{9B954FA0-9F7E-4DB9-8815-169F58D25E77}" destId="{23F4B616-AC57-4488-99C2-46FF1DE90DEC}" srcOrd="6" destOrd="0" presId="urn:microsoft.com/office/officeart/2005/8/layout/vList2"/>
    <dgm:cxn modelId="{870DBC92-71C1-4668-8392-201D3A14EA5C}" type="presParOf" srcId="{9B954FA0-9F7E-4DB9-8815-169F58D25E77}" destId="{A0B9713B-E34D-43F7-B223-B9CE47E6B5E9}" srcOrd="7" destOrd="0" presId="urn:microsoft.com/office/officeart/2005/8/layout/vList2"/>
    <dgm:cxn modelId="{6740113E-7497-4DE3-AB34-6596D5A53B14}" type="presParOf" srcId="{9B954FA0-9F7E-4DB9-8815-169F58D25E77}" destId="{3ECC8B43-9BB7-4D48-843D-A5352C9BD0D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BDB06E60-6D8C-4BF5-82A5-6D2DBEEE8D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CC234A2-CE07-4C1A-895C-286F3E54A8BA}">
      <dgm:prSet/>
      <dgm:spPr/>
      <dgm:t>
        <a:bodyPr/>
        <a:lstStyle/>
        <a:p>
          <a:r>
            <a:rPr lang="uk-UA" b="0" i="1" dirty="0"/>
            <a:t>«Україна, тобто землі у воєводствах Чернігівському, Київському і Брацлавському, стає вільною і незалежною країною і знов єднається із Королівством Польським і Великим Князівством Литовським під назвою Великого Князівства Руського…»</a:t>
          </a:r>
          <a:endParaRPr lang="uk-UA" dirty="0"/>
        </a:p>
      </dgm:t>
    </dgm:pt>
    <dgm:pt modelId="{89C46A5E-429F-47AE-B08C-86BB06C86E45}" type="parTrans" cxnId="{613C8681-0631-4C1C-9440-3B4E3391C570}">
      <dgm:prSet/>
      <dgm:spPr/>
      <dgm:t>
        <a:bodyPr/>
        <a:lstStyle/>
        <a:p>
          <a:endParaRPr lang="uk-UA"/>
        </a:p>
      </dgm:t>
    </dgm:pt>
    <dgm:pt modelId="{35382482-7BB0-4A97-B465-9513DD51533C}" type="sibTrans" cxnId="{613C8681-0631-4C1C-9440-3B4E3391C570}">
      <dgm:prSet/>
      <dgm:spPr/>
      <dgm:t>
        <a:bodyPr/>
        <a:lstStyle/>
        <a:p>
          <a:endParaRPr lang="uk-UA"/>
        </a:p>
      </dgm:t>
    </dgm:pt>
    <dgm:pt modelId="{EEB1B2F6-40E4-4385-9EA1-159CA5FF5673}">
      <dgm:prSet/>
      <dgm:spPr/>
      <dgm:t>
        <a:bodyPr/>
        <a:lstStyle/>
        <a:p>
          <a:r>
            <a:rPr lang="uk-UA" b="0" i="1" dirty="0"/>
            <a:t>«Договорилися ми і постановили.., Київ має залишатися на стороні їхньої царської величності… козаки, що живуть на Січі, і в Кодаку… мають бути… у володінні і в державі… їхньої царської величності…»</a:t>
          </a:r>
          <a:endParaRPr lang="uk-UA" dirty="0"/>
        </a:p>
      </dgm:t>
    </dgm:pt>
    <dgm:pt modelId="{8F22F4EC-36E6-4FFF-A754-82E9EEA20DCE}" type="parTrans" cxnId="{A9B01D57-6846-4BCD-80CD-DDA0A3CA47BD}">
      <dgm:prSet/>
      <dgm:spPr/>
      <dgm:t>
        <a:bodyPr/>
        <a:lstStyle/>
        <a:p>
          <a:endParaRPr lang="uk-UA"/>
        </a:p>
      </dgm:t>
    </dgm:pt>
    <dgm:pt modelId="{EE5FBEB1-69FB-4FE7-AE47-85EE3BCC415C}" type="sibTrans" cxnId="{A9B01D57-6846-4BCD-80CD-DDA0A3CA47BD}">
      <dgm:prSet/>
      <dgm:spPr/>
      <dgm:t>
        <a:bodyPr/>
        <a:lstStyle/>
        <a:p>
          <a:endParaRPr lang="uk-UA"/>
        </a:p>
      </dgm:t>
    </dgm:pt>
    <dgm:pt modelId="{6E4ADBC0-8B44-4DA5-834D-E72232EEBE13}" type="pres">
      <dgm:prSet presAssocID="{BDB06E60-6D8C-4BF5-82A5-6D2DBEEE8DA0}" presName="linear" presStyleCnt="0">
        <dgm:presLayoutVars>
          <dgm:animLvl val="lvl"/>
          <dgm:resizeHandles val="exact"/>
        </dgm:presLayoutVars>
      </dgm:prSet>
      <dgm:spPr/>
    </dgm:pt>
    <dgm:pt modelId="{FE745DE9-D80E-422B-BDB1-A4FF1AC307C7}" type="pres">
      <dgm:prSet presAssocID="{7CC234A2-CE07-4C1A-895C-286F3E54A8B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3ED4446-CF22-46E9-BEA0-93D6CB4D45EF}" type="pres">
      <dgm:prSet presAssocID="{35382482-7BB0-4A97-B465-9513DD51533C}" presName="spacer" presStyleCnt="0"/>
      <dgm:spPr/>
    </dgm:pt>
    <dgm:pt modelId="{17E6DC25-B753-4D76-8433-97492CAEE5AE}" type="pres">
      <dgm:prSet presAssocID="{EEB1B2F6-40E4-4385-9EA1-159CA5FF567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8B1690C-2DF5-4698-9105-A0B16B767D2D}" type="presOf" srcId="{7CC234A2-CE07-4C1A-895C-286F3E54A8BA}" destId="{FE745DE9-D80E-422B-BDB1-A4FF1AC307C7}" srcOrd="0" destOrd="0" presId="urn:microsoft.com/office/officeart/2005/8/layout/vList2"/>
    <dgm:cxn modelId="{1023F52E-1A4F-439A-85DC-5DA607961F73}" type="presOf" srcId="{BDB06E60-6D8C-4BF5-82A5-6D2DBEEE8DA0}" destId="{6E4ADBC0-8B44-4DA5-834D-E72232EEBE13}" srcOrd="0" destOrd="0" presId="urn:microsoft.com/office/officeart/2005/8/layout/vList2"/>
    <dgm:cxn modelId="{DE564373-B1DA-4F57-BA04-9D47E20C78CE}" type="presOf" srcId="{EEB1B2F6-40E4-4385-9EA1-159CA5FF5673}" destId="{17E6DC25-B753-4D76-8433-97492CAEE5AE}" srcOrd="0" destOrd="0" presId="urn:microsoft.com/office/officeart/2005/8/layout/vList2"/>
    <dgm:cxn modelId="{A9B01D57-6846-4BCD-80CD-DDA0A3CA47BD}" srcId="{BDB06E60-6D8C-4BF5-82A5-6D2DBEEE8DA0}" destId="{EEB1B2F6-40E4-4385-9EA1-159CA5FF5673}" srcOrd="1" destOrd="0" parTransId="{8F22F4EC-36E6-4FFF-A754-82E9EEA20DCE}" sibTransId="{EE5FBEB1-69FB-4FE7-AE47-85EE3BCC415C}"/>
    <dgm:cxn modelId="{613C8681-0631-4C1C-9440-3B4E3391C570}" srcId="{BDB06E60-6D8C-4BF5-82A5-6D2DBEEE8DA0}" destId="{7CC234A2-CE07-4C1A-895C-286F3E54A8BA}" srcOrd="0" destOrd="0" parTransId="{89C46A5E-429F-47AE-B08C-86BB06C86E45}" sibTransId="{35382482-7BB0-4A97-B465-9513DD51533C}"/>
    <dgm:cxn modelId="{92F317C3-4839-4B02-95A3-0701D566A9A6}" type="presParOf" srcId="{6E4ADBC0-8B44-4DA5-834D-E72232EEBE13}" destId="{FE745DE9-D80E-422B-BDB1-A4FF1AC307C7}" srcOrd="0" destOrd="0" presId="urn:microsoft.com/office/officeart/2005/8/layout/vList2"/>
    <dgm:cxn modelId="{8888CBF2-AE2F-4FC4-9F62-4A69EB9A25E3}" type="presParOf" srcId="{6E4ADBC0-8B44-4DA5-834D-E72232EEBE13}" destId="{E3ED4446-CF22-46E9-BEA0-93D6CB4D45EF}" srcOrd="1" destOrd="0" presId="urn:microsoft.com/office/officeart/2005/8/layout/vList2"/>
    <dgm:cxn modelId="{FDBF1FBC-C80C-4FA4-B13F-29BA42F32FDD}" type="presParOf" srcId="{6E4ADBC0-8B44-4DA5-834D-E72232EEBE13}" destId="{17E6DC25-B753-4D76-8433-97492CAEE5A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D8050F3F-8BBA-4B88-93D8-ADE04CAFD73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EAC328-1CCB-471F-8893-01A65600EDFD}">
      <dgm:prSet/>
      <dgm:spPr/>
      <dgm:t>
        <a:bodyPr/>
        <a:lstStyle/>
        <a:p>
          <a:r>
            <a:rPr lang="uk-UA" b="0" i="0" dirty="0"/>
            <a:t>з Кримським ханством.</a:t>
          </a:r>
          <a:endParaRPr lang="uk-UA" dirty="0"/>
        </a:p>
      </dgm:t>
    </dgm:pt>
    <dgm:pt modelId="{E6FCCD6C-595A-48C5-9B87-14725E039737}" type="parTrans" cxnId="{258035D4-F23C-4073-B255-876A09EC4C7F}">
      <dgm:prSet/>
      <dgm:spPr/>
      <dgm:t>
        <a:bodyPr/>
        <a:lstStyle/>
        <a:p>
          <a:endParaRPr lang="uk-UA"/>
        </a:p>
      </dgm:t>
    </dgm:pt>
    <dgm:pt modelId="{D8F3C66E-E9A1-4B35-AACD-12AA9273F4DF}" type="sibTrans" cxnId="{258035D4-F23C-4073-B255-876A09EC4C7F}">
      <dgm:prSet/>
      <dgm:spPr/>
      <dgm:t>
        <a:bodyPr/>
        <a:lstStyle/>
        <a:p>
          <a:endParaRPr lang="uk-UA"/>
        </a:p>
      </dgm:t>
    </dgm:pt>
    <dgm:pt modelId="{1011227F-6128-44A5-A247-EF068091107D}">
      <dgm:prSet/>
      <dgm:spPr/>
      <dgm:t>
        <a:bodyPr/>
        <a:lstStyle/>
        <a:p>
          <a:r>
            <a:rPr lang="uk-UA" b="0" i="0"/>
            <a:t>з Османською імперією.</a:t>
          </a:r>
          <a:endParaRPr lang="uk-UA"/>
        </a:p>
      </dgm:t>
    </dgm:pt>
    <dgm:pt modelId="{C47AE17B-C5DF-47A7-B5FB-08154F2D4C73}" type="parTrans" cxnId="{1C46C61C-28C0-4D81-A7F3-3AA46ADD7FAC}">
      <dgm:prSet/>
      <dgm:spPr/>
      <dgm:t>
        <a:bodyPr/>
        <a:lstStyle/>
        <a:p>
          <a:endParaRPr lang="uk-UA"/>
        </a:p>
      </dgm:t>
    </dgm:pt>
    <dgm:pt modelId="{06CDB6AB-71DF-4E5F-B07C-4DB4F6F12858}" type="sibTrans" cxnId="{1C46C61C-28C0-4D81-A7F3-3AA46ADD7FAC}">
      <dgm:prSet/>
      <dgm:spPr/>
      <dgm:t>
        <a:bodyPr/>
        <a:lstStyle/>
        <a:p>
          <a:endParaRPr lang="uk-UA"/>
        </a:p>
      </dgm:t>
    </dgm:pt>
    <dgm:pt modelId="{C8E8472A-2CDA-4541-84FB-1E374070504D}">
      <dgm:prSet/>
      <dgm:spPr/>
      <dgm:t>
        <a:bodyPr/>
        <a:lstStyle/>
        <a:p>
          <a:r>
            <a:rPr lang="uk-UA" b="0" i="0" dirty="0"/>
            <a:t>зі Шведським королівством.</a:t>
          </a:r>
          <a:endParaRPr lang="uk-UA" dirty="0"/>
        </a:p>
      </dgm:t>
    </dgm:pt>
    <dgm:pt modelId="{01B7F777-FC71-4B9E-9696-07124400F0EA}" type="parTrans" cxnId="{B603B129-FD8B-4B1C-B7E1-AE313A3B4D56}">
      <dgm:prSet/>
      <dgm:spPr/>
      <dgm:t>
        <a:bodyPr/>
        <a:lstStyle/>
        <a:p>
          <a:endParaRPr lang="uk-UA"/>
        </a:p>
      </dgm:t>
    </dgm:pt>
    <dgm:pt modelId="{0FDC1513-5B1C-49A7-910B-8502E84007D7}" type="sibTrans" cxnId="{B603B129-FD8B-4B1C-B7E1-AE313A3B4D56}">
      <dgm:prSet/>
      <dgm:spPr/>
      <dgm:t>
        <a:bodyPr/>
        <a:lstStyle/>
        <a:p>
          <a:endParaRPr lang="uk-UA"/>
        </a:p>
      </dgm:t>
    </dgm:pt>
    <dgm:pt modelId="{999E7DDF-240E-44F5-B5B8-2CEAE734175D}">
      <dgm:prSet/>
      <dgm:spPr/>
      <dgm:t>
        <a:bodyPr/>
        <a:lstStyle/>
        <a:p>
          <a:r>
            <a:rPr lang="uk-UA" b="0" i="0" dirty="0"/>
            <a:t>з Молдавським князівством.</a:t>
          </a:r>
          <a:endParaRPr lang="uk-UA" dirty="0"/>
        </a:p>
      </dgm:t>
    </dgm:pt>
    <dgm:pt modelId="{4CAE04D2-1597-4831-829F-608BA2A7937C}" type="parTrans" cxnId="{C44D506C-0824-4D8F-8CBE-8F6B4098C66D}">
      <dgm:prSet/>
      <dgm:spPr/>
      <dgm:t>
        <a:bodyPr/>
        <a:lstStyle/>
        <a:p>
          <a:endParaRPr lang="uk-UA"/>
        </a:p>
      </dgm:t>
    </dgm:pt>
    <dgm:pt modelId="{63F6EC7D-F660-46E2-87FD-68C08FF2CB7D}" type="sibTrans" cxnId="{C44D506C-0824-4D8F-8CBE-8F6B4098C66D}">
      <dgm:prSet/>
      <dgm:spPr/>
      <dgm:t>
        <a:bodyPr/>
        <a:lstStyle/>
        <a:p>
          <a:endParaRPr lang="uk-UA"/>
        </a:p>
      </dgm:t>
    </dgm:pt>
    <dgm:pt modelId="{A5CA1A19-ADCC-4BC5-9E1B-5C225038F517}" type="pres">
      <dgm:prSet presAssocID="{D8050F3F-8BBA-4B88-93D8-ADE04CAFD73B}" presName="Name0" presStyleCnt="0">
        <dgm:presLayoutVars>
          <dgm:chMax val="7"/>
          <dgm:chPref val="7"/>
          <dgm:dir/>
        </dgm:presLayoutVars>
      </dgm:prSet>
      <dgm:spPr/>
    </dgm:pt>
    <dgm:pt modelId="{00EC4C75-6927-46DD-8082-C641226CCE3C}" type="pres">
      <dgm:prSet presAssocID="{D8050F3F-8BBA-4B88-93D8-ADE04CAFD73B}" presName="Name1" presStyleCnt="0"/>
      <dgm:spPr/>
    </dgm:pt>
    <dgm:pt modelId="{8193B2F6-4889-41D2-82BB-B079FCC0E673}" type="pres">
      <dgm:prSet presAssocID="{D8050F3F-8BBA-4B88-93D8-ADE04CAFD73B}" presName="cycle" presStyleCnt="0"/>
      <dgm:spPr/>
    </dgm:pt>
    <dgm:pt modelId="{BE3F7DDE-3DE8-4B4E-90B2-64854B2C7B1A}" type="pres">
      <dgm:prSet presAssocID="{D8050F3F-8BBA-4B88-93D8-ADE04CAFD73B}" presName="srcNode" presStyleLbl="node1" presStyleIdx="0" presStyleCnt="4"/>
      <dgm:spPr/>
    </dgm:pt>
    <dgm:pt modelId="{72357C4D-75C3-4CA3-B804-361614088644}" type="pres">
      <dgm:prSet presAssocID="{D8050F3F-8BBA-4B88-93D8-ADE04CAFD73B}" presName="conn" presStyleLbl="parChTrans1D2" presStyleIdx="0" presStyleCnt="1"/>
      <dgm:spPr/>
    </dgm:pt>
    <dgm:pt modelId="{693B1111-930B-4481-A2F2-9879BA8D1603}" type="pres">
      <dgm:prSet presAssocID="{D8050F3F-8BBA-4B88-93D8-ADE04CAFD73B}" presName="extraNode" presStyleLbl="node1" presStyleIdx="0" presStyleCnt="4"/>
      <dgm:spPr/>
    </dgm:pt>
    <dgm:pt modelId="{5BA7A2BA-7711-41DF-A461-51720410D437}" type="pres">
      <dgm:prSet presAssocID="{D8050F3F-8BBA-4B88-93D8-ADE04CAFD73B}" presName="dstNode" presStyleLbl="node1" presStyleIdx="0" presStyleCnt="4"/>
      <dgm:spPr/>
    </dgm:pt>
    <dgm:pt modelId="{42E80510-C4FA-49AB-ABD4-8E0F59789533}" type="pres">
      <dgm:prSet presAssocID="{A6EAC328-1CCB-471F-8893-01A65600EDFD}" presName="text_1" presStyleLbl="node1" presStyleIdx="0" presStyleCnt="4">
        <dgm:presLayoutVars>
          <dgm:bulletEnabled val="1"/>
        </dgm:presLayoutVars>
      </dgm:prSet>
      <dgm:spPr/>
    </dgm:pt>
    <dgm:pt modelId="{A41EC66A-2633-474A-9E44-9F036E98AB4C}" type="pres">
      <dgm:prSet presAssocID="{A6EAC328-1CCB-471F-8893-01A65600EDFD}" presName="accent_1" presStyleCnt="0"/>
      <dgm:spPr/>
    </dgm:pt>
    <dgm:pt modelId="{419B556C-8AB1-42CB-9BD8-85C7DD81AE39}" type="pres">
      <dgm:prSet presAssocID="{A6EAC328-1CCB-471F-8893-01A65600EDFD}" presName="accentRepeatNode" presStyleLbl="solidFgAcc1" presStyleIdx="0" presStyleCnt="4"/>
      <dgm:spPr/>
    </dgm:pt>
    <dgm:pt modelId="{BB890EDF-A547-4554-A29E-59CA85627585}" type="pres">
      <dgm:prSet presAssocID="{1011227F-6128-44A5-A247-EF068091107D}" presName="text_2" presStyleLbl="node1" presStyleIdx="1" presStyleCnt="4">
        <dgm:presLayoutVars>
          <dgm:bulletEnabled val="1"/>
        </dgm:presLayoutVars>
      </dgm:prSet>
      <dgm:spPr/>
    </dgm:pt>
    <dgm:pt modelId="{F67ECE7C-D843-4372-9392-82EBE3E0656A}" type="pres">
      <dgm:prSet presAssocID="{1011227F-6128-44A5-A247-EF068091107D}" presName="accent_2" presStyleCnt="0"/>
      <dgm:spPr/>
    </dgm:pt>
    <dgm:pt modelId="{A85D8F7B-3A4E-44BB-8013-6D7A4CD11EA6}" type="pres">
      <dgm:prSet presAssocID="{1011227F-6128-44A5-A247-EF068091107D}" presName="accentRepeatNode" presStyleLbl="solidFgAcc1" presStyleIdx="1" presStyleCnt="4"/>
      <dgm:spPr/>
    </dgm:pt>
    <dgm:pt modelId="{FF0BB152-73BB-477C-A024-36559228C5DF}" type="pres">
      <dgm:prSet presAssocID="{C8E8472A-2CDA-4541-84FB-1E374070504D}" presName="text_3" presStyleLbl="node1" presStyleIdx="2" presStyleCnt="4">
        <dgm:presLayoutVars>
          <dgm:bulletEnabled val="1"/>
        </dgm:presLayoutVars>
      </dgm:prSet>
      <dgm:spPr/>
    </dgm:pt>
    <dgm:pt modelId="{ADF604D0-1073-4894-90A5-1A2F9AE9CF06}" type="pres">
      <dgm:prSet presAssocID="{C8E8472A-2CDA-4541-84FB-1E374070504D}" presName="accent_3" presStyleCnt="0"/>
      <dgm:spPr/>
    </dgm:pt>
    <dgm:pt modelId="{4EAD4AC8-1DB2-4F7F-8854-78B1566D07DC}" type="pres">
      <dgm:prSet presAssocID="{C8E8472A-2CDA-4541-84FB-1E374070504D}" presName="accentRepeatNode" presStyleLbl="solidFgAcc1" presStyleIdx="2" presStyleCnt="4"/>
      <dgm:spPr/>
    </dgm:pt>
    <dgm:pt modelId="{254FE8E9-200D-4EEA-B66B-546276854BEA}" type="pres">
      <dgm:prSet presAssocID="{999E7DDF-240E-44F5-B5B8-2CEAE734175D}" presName="text_4" presStyleLbl="node1" presStyleIdx="3" presStyleCnt="4">
        <dgm:presLayoutVars>
          <dgm:bulletEnabled val="1"/>
        </dgm:presLayoutVars>
      </dgm:prSet>
      <dgm:spPr/>
    </dgm:pt>
    <dgm:pt modelId="{436C1A59-15D3-430A-9BE0-09B1B194AC79}" type="pres">
      <dgm:prSet presAssocID="{999E7DDF-240E-44F5-B5B8-2CEAE734175D}" presName="accent_4" presStyleCnt="0"/>
      <dgm:spPr/>
    </dgm:pt>
    <dgm:pt modelId="{E3A72527-8E58-4DE1-9680-ADBFA81934DB}" type="pres">
      <dgm:prSet presAssocID="{999E7DDF-240E-44F5-B5B8-2CEAE734175D}" presName="accentRepeatNode" presStyleLbl="solidFgAcc1" presStyleIdx="3" presStyleCnt="4"/>
      <dgm:spPr/>
    </dgm:pt>
  </dgm:ptLst>
  <dgm:cxnLst>
    <dgm:cxn modelId="{71893113-29DA-4AB7-9A84-C7CD270655C4}" type="presOf" srcId="{A6EAC328-1CCB-471F-8893-01A65600EDFD}" destId="{42E80510-C4FA-49AB-ABD4-8E0F59789533}" srcOrd="0" destOrd="0" presId="urn:microsoft.com/office/officeart/2008/layout/VerticalCurvedList"/>
    <dgm:cxn modelId="{1C46C61C-28C0-4D81-A7F3-3AA46ADD7FAC}" srcId="{D8050F3F-8BBA-4B88-93D8-ADE04CAFD73B}" destId="{1011227F-6128-44A5-A247-EF068091107D}" srcOrd="1" destOrd="0" parTransId="{C47AE17B-C5DF-47A7-B5FB-08154F2D4C73}" sibTransId="{06CDB6AB-71DF-4E5F-B07C-4DB4F6F12858}"/>
    <dgm:cxn modelId="{B603B129-FD8B-4B1C-B7E1-AE313A3B4D56}" srcId="{D8050F3F-8BBA-4B88-93D8-ADE04CAFD73B}" destId="{C8E8472A-2CDA-4541-84FB-1E374070504D}" srcOrd="2" destOrd="0" parTransId="{01B7F777-FC71-4B9E-9696-07124400F0EA}" sibTransId="{0FDC1513-5B1C-49A7-910B-8502E84007D7}"/>
    <dgm:cxn modelId="{C44D506C-0824-4D8F-8CBE-8F6B4098C66D}" srcId="{D8050F3F-8BBA-4B88-93D8-ADE04CAFD73B}" destId="{999E7DDF-240E-44F5-B5B8-2CEAE734175D}" srcOrd="3" destOrd="0" parTransId="{4CAE04D2-1597-4831-829F-608BA2A7937C}" sibTransId="{63F6EC7D-F660-46E2-87FD-68C08FF2CB7D}"/>
    <dgm:cxn modelId="{971B2E6E-493E-47D1-8BC4-6EB3E58FFC8B}" type="presOf" srcId="{C8E8472A-2CDA-4541-84FB-1E374070504D}" destId="{FF0BB152-73BB-477C-A024-36559228C5DF}" srcOrd="0" destOrd="0" presId="urn:microsoft.com/office/officeart/2008/layout/VerticalCurvedList"/>
    <dgm:cxn modelId="{5BC7B878-185E-440D-B06D-09CC00FCE1E9}" type="presOf" srcId="{999E7DDF-240E-44F5-B5B8-2CEAE734175D}" destId="{254FE8E9-200D-4EEA-B66B-546276854BEA}" srcOrd="0" destOrd="0" presId="urn:microsoft.com/office/officeart/2008/layout/VerticalCurvedList"/>
    <dgm:cxn modelId="{E75FFE7D-3FA5-4756-9F6F-704DD3817BE9}" type="presOf" srcId="{1011227F-6128-44A5-A247-EF068091107D}" destId="{BB890EDF-A547-4554-A29E-59CA85627585}" srcOrd="0" destOrd="0" presId="urn:microsoft.com/office/officeart/2008/layout/VerticalCurvedList"/>
    <dgm:cxn modelId="{B4F2B0BB-DA4A-4EBE-B339-DF400EC14E5A}" type="presOf" srcId="{D8050F3F-8BBA-4B88-93D8-ADE04CAFD73B}" destId="{A5CA1A19-ADCC-4BC5-9E1B-5C225038F517}" srcOrd="0" destOrd="0" presId="urn:microsoft.com/office/officeart/2008/layout/VerticalCurvedList"/>
    <dgm:cxn modelId="{258035D4-F23C-4073-B255-876A09EC4C7F}" srcId="{D8050F3F-8BBA-4B88-93D8-ADE04CAFD73B}" destId="{A6EAC328-1CCB-471F-8893-01A65600EDFD}" srcOrd="0" destOrd="0" parTransId="{E6FCCD6C-595A-48C5-9B87-14725E039737}" sibTransId="{D8F3C66E-E9A1-4B35-AACD-12AA9273F4DF}"/>
    <dgm:cxn modelId="{2CB514F6-A4F2-4BCE-ADDE-A77899A57621}" type="presOf" srcId="{D8F3C66E-E9A1-4B35-AACD-12AA9273F4DF}" destId="{72357C4D-75C3-4CA3-B804-361614088644}" srcOrd="0" destOrd="0" presId="urn:microsoft.com/office/officeart/2008/layout/VerticalCurvedList"/>
    <dgm:cxn modelId="{7FAE4D36-28C4-4F9A-91E4-ACB9C8C11B2B}" type="presParOf" srcId="{A5CA1A19-ADCC-4BC5-9E1B-5C225038F517}" destId="{00EC4C75-6927-46DD-8082-C641226CCE3C}" srcOrd="0" destOrd="0" presId="urn:microsoft.com/office/officeart/2008/layout/VerticalCurvedList"/>
    <dgm:cxn modelId="{DD61F248-0596-42C7-A208-4FF8FA0B14C1}" type="presParOf" srcId="{00EC4C75-6927-46DD-8082-C641226CCE3C}" destId="{8193B2F6-4889-41D2-82BB-B079FCC0E673}" srcOrd="0" destOrd="0" presId="urn:microsoft.com/office/officeart/2008/layout/VerticalCurvedList"/>
    <dgm:cxn modelId="{0708F679-088D-4F07-B76F-FC35A8BD8985}" type="presParOf" srcId="{8193B2F6-4889-41D2-82BB-B079FCC0E673}" destId="{BE3F7DDE-3DE8-4B4E-90B2-64854B2C7B1A}" srcOrd="0" destOrd="0" presId="urn:microsoft.com/office/officeart/2008/layout/VerticalCurvedList"/>
    <dgm:cxn modelId="{A1CC5110-8D42-4C5B-9233-B45CED0958B8}" type="presParOf" srcId="{8193B2F6-4889-41D2-82BB-B079FCC0E673}" destId="{72357C4D-75C3-4CA3-B804-361614088644}" srcOrd="1" destOrd="0" presId="urn:microsoft.com/office/officeart/2008/layout/VerticalCurvedList"/>
    <dgm:cxn modelId="{E4A6D4A0-4972-4570-B2EB-FAC422E6999A}" type="presParOf" srcId="{8193B2F6-4889-41D2-82BB-B079FCC0E673}" destId="{693B1111-930B-4481-A2F2-9879BA8D1603}" srcOrd="2" destOrd="0" presId="urn:microsoft.com/office/officeart/2008/layout/VerticalCurvedList"/>
    <dgm:cxn modelId="{859B0E4F-012B-4FE5-84E1-3AF022D63C61}" type="presParOf" srcId="{8193B2F6-4889-41D2-82BB-B079FCC0E673}" destId="{5BA7A2BA-7711-41DF-A461-51720410D437}" srcOrd="3" destOrd="0" presId="urn:microsoft.com/office/officeart/2008/layout/VerticalCurvedList"/>
    <dgm:cxn modelId="{087368F6-DB0A-42FE-A1BD-58A25D85AC6E}" type="presParOf" srcId="{00EC4C75-6927-46DD-8082-C641226CCE3C}" destId="{42E80510-C4FA-49AB-ABD4-8E0F59789533}" srcOrd="1" destOrd="0" presId="urn:microsoft.com/office/officeart/2008/layout/VerticalCurvedList"/>
    <dgm:cxn modelId="{BD66EA0F-369F-4B50-B396-8966215AB976}" type="presParOf" srcId="{00EC4C75-6927-46DD-8082-C641226CCE3C}" destId="{A41EC66A-2633-474A-9E44-9F036E98AB4C}" srcOrd="2" destOrd="0" presId="urn:microsoft.com/office/officeart/2008/layout/VerticalCurvedList"/>
    <dgm:cxn modelId="{5BB0ACF9-6D1F-4094-9406-11A9E0A69DD5}" type="presParOf" srcId="{A41EC66A-2633-474A-9E44-9F036E98AB4C}" destId="{419B556C-8AB1-42CB-9BD8-85C7DD81AE39}" srcOrd="0" destOrd="0" presId="urn:microsoft.com/office/officeart/2008/layout/VerticalCurvedList"/>
    <dgm:cxn modelId="{89DBD504-CB27-440B-A6FC-D76CD7AA8218}" type="presParOf" srcId="{00EC4C75-6927-46DD-8082-C641226CCE3C}" destId="{BB890EDF-A547-4554-A29E-59CA85627585}" srcOrd="3" destOrd="0" presId="urn:microsoft.com/office/officeart/2008/layout/VerticalCurvedList"/>
    <dgm:cxn modelId="{1B605053-C457-4BD8-BB1B-9811C7575D9B}" type="presParOf" srcId="{00EC4C75-6927-46DD-8082-C641226CCE3C}" destId="{F67ECE7C-D843-4372-9392-82EBE3E0656A}" srcOrd="4" destOrd="0" presId="urn:microsoft.com/office/officeart/2008/layout/VerticalCurvedList"/>
    <dgm:cxn modelId="{EFEABE5F-3E36-4BB1-A8CB-86D6AB32ECED}" type="presParOf" srcId="{F67ECE7C-D843-4372-9392-82EBE3E0656A}" destId="{A85D8F7B-3A4E-44BB-8013-6D7A4CD11EA6}" srcOrd="0" destOrd="0" presId="urn:microsoft.com/office/officeart/2008/layout/VerticalCurvedList"/>
    <dgm:cxn modelId="{9A21EBC0-4D40-49AF-80C6-12AC115C9D17}" type="presParOf" srcId="{00EC4C75-6927-46DD-8082-C641226CCE3C}" destId="{FF0BB152-73BB-477C-A024-36559228C5DF}" srcOrd="5" destOrd="0" presId="urn:microsoft.com/office/officeart/2008/layout/VerticalCurvedList"/>
    <dgm:cxn modelId="{3358DFEC-4DD5-436C-861B-96CD982AD849}" type="presParOf" srcId="{00EC4C75-6927-46DD-8082-C641226CCE3C}" destId="{ADF604D0-1073-4894-90A5-1A2F9AE9CF06}" srcOrd="6" destOrd="0" presId="urn:microsoft.com/office/officeart/2008/layout/VerticalCurvedList"/>
    <dgm:cxn modelId="{8A860B0F-A3C8-4E1D-ACDE-F7A78FAEE18B}" type="presParOf" srcId="{ADF604D0-1073-4894-90A5-1A2F9AE9CF06}" destId="{4EAD4AC8-1DB2-4F7F-8854-78B1566D07DC}" srcOrd="0" destOrd="0" presId="urn:microsoft.com/office/officeart/2008/layout/VerticalCurvedList"/>
    <dgm:cxn modelId="{340A69DC-E2F4-4822-92CA-E4A8B8E02C49}" type="presParOf" srcId="{00EC4C75-6927-46DD-8082-C641226CCE3C}" destId="{254FE8E9-200D-4EEA-B66B-546276854BEA}" srcOrd="7" destOrd="0" presId="urn:microsoft.com/office/officeart/2008/layout/VerticalCurvedList"/>
    <dgm:cxn modelId="{FD67B2C7-FA89-4082-A448-C228CF82D742}" type="presParOf" srcId="{00EC4C75-6927-46DD-8082-C641226CCE3C}" destId="{436C1A59-15D3-430A-9BE0-09B1B194AC79}" srcOrd="8" destOrd="0" presId="urn:microsoft.com/office/officeart/2008/layout/VerticalCurvedList"/>
    <dgm:cxn modelId="{AA3C39A3-2247-4342-A386-D7B8D74800BE}" type="presParOf" srcId="{436C1A59-15D3-430A-9BE0-09B1B194AC79}" destId="{E3A72527-8E58-4DE1-9680-ADBFA81934D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B78E12F6-AC99-4F36-BE3D-B92222F4BB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868D1E-6D27-4C5F-90DD-8571A744CE7A}">
      <dgm:prSet/>
      <dgm:spPr/>
      <dgm:t>
        <a:bodyPr/>
        <a:lstStyle/>
        <a:p>
          <a:r>
            <a:rPr lang="uk-UA" b="0" i="0"/>
            <a:t>Руїна</a:t>
          </a:r>
          <a:endParaRPr lang="uk-UA"/>
        </a:p>
      </dgm:t>
    </dgm:pt>
    <dgm:pt modelId="{6CE7E788-6ECD-4843-ACE0-8A80BDCFC1F8}" type="parTrans" cxnId="{67368847-F67B-41AF-9499-841D3D06B662}">
      <dgm:prSet/>
      <dgm:spPr/>
      <dgm:t>
        <a:bodyPr/>
        <a:lstStyle/>
        <a:p>
          <a:endParaRPr lang="uk-UA"/>
        </a:p>
      </dgm:t>
    </dgm:pt>
    <dgm:pt modelId="{47D14372-AA21-4E2F-A62E-1CF88FE41BAD}" type="sibTrans" cxnId="{67368847-F67B-41AF-9499-841D3D06B662}">
      <dgm:prSet/>
      <dgm:spPr/>
      <dgm:t>
        <a:bodyPr/>
        <a:lstStyle/>
        <a:p>
          <a:endParaRPr lang="uk-UA"/>
        </a:p>
      </dgm:t>
    </dgm:pt>
    <dgm:pt modelId="{996273E4-8BFF-4FA0-A293-A96BF2B15A2B}">
      <dgm:prSet/>
      <dgm:spPr/>
      <dgm:t>
        <a:bodyPr/>
        <a:lstStyle/>
        <a:p>
          <a:r>
            <a:rPr lang="uk-UA" b="0" i="0"/>
            <a:t>Паліївщина</a:t>
          </a:r>
          <a:endParaRPr lang="uk-UA"/>
        </a:p>
      </dgm:t>
    </dgm:pt>
    <dgm:pt modelId="{3B031732-3D89-4753-A469-466D042FCD21}" type="parTrans" cxnId="{BCBEAD84-7262-4C3D-B8F0-AFB6E4FBF2D4}">
      <dgm:prSet/>
      <dgm:spPr/>
      <dgm:t>
        <a:bodyPr/>
        <a:lstStyle/>
        <a:p>
          <a:endParaRPr lang="uk-UA"/>
        </a:p>
      </dgm:t>
    </dgm:pt>
    <dgm:pt modelId="{EEEFB54A-51DA-44F5-A894-3F1C6697D2AE}" type="sibTrans" cxnId="{BCBEAD84-7262-4C3D-B8F0-AFB6E4FBF2D4}">
      <dgm:prSet/>
      <dgm:spPr/>
      <dgm:t>
        <a:bodyPr/>
        <a:lstStyle/>
        <a:p>
          <a:endParaRPr lang="uk-UA"/>
        </a:p>
      </dgm:t>
    </dgm:pt>
    <dgm:pt modelId="{C9B8AC39-DF15-46C6-BE05-AAA87C20758A}">
      <dgm:prSet/>
      <dgm:spPr/>
      <dgm:t>
        <a:bodyPr/>
        <a:lstStyle/>
        <a:p>
          <a:r>
            <a:rPr lang="uk-UA" b="0" i="0" dirty="0"/>
            <a:t>Коліївщина</a:t>
          </a:r>
          <a:endParaRPr lang="uk-UA" dirty="0"/>
        </a:p>
      </dgm:t>
    </dgm:pt>
    <dgm:pt modelId="{91A266B0-358F-46E5-A306-7C7F44B33435}" type="parTrans" cxnId="{53672042-32E0-445D-9D86-BDD280799CAC}">
      <dgm:prSet/>
      <dgm:spPr/>
      <dgm:t>
        <a:bodyPr/>
        <a:lstStyle/>
        <a:p>
          <a:endParaRPr lang="uk-UA"/>
        </a:p>
      </dgm:t>
    </dgm:pt>
    <dgm:pt modelId="{4D00A202-4470-4BC2-9985-CB3E7E56F407}" type="sibTrans" cxnId="{53672042-32E0-445D-9D86-BDD280799CAC}">
      <dgm:prSet/>
      <dgm:spPr/>
      <dgm:t>
        <a:bodyPr/>
        <a:lstStyle/>
        <a:p>
          <a:endParaRPr lang="uk-UA"/>
        </a:p>
      </dgm:t>
    </dgm:pt>
    <dgm:pt modelId="{14C7588C-8ADA-46C7-B42B-1C5651B5D4AD}">
      <dgm:prSet/>
      <dgm:spPr/>
      <dgm:t>
        <a:bodyPr/>
        <a:lstStyle/>
        <a:p>
          <a:r>
            <a:rPr lang="uk-UA" b="0" i="0" dirty="0"/>
            <a:t>Хмельниччина</a:t>
          </a:r>
          <a:endParaRPr lang="uk-UA" dirty="0"/>
        </a:p>
      </dgm:t>
    </dgm:pt>
    <dgm:pt modelId="{A2FE9928-6845-44FC-B61A-3903BFDCDBFB}" type="parTrans" cxnId="{1E06F160-E67E-43FE-96F6-DD4AE9A8949B}">
      <dgm:prSet/>
      <dgm:spPr/>
      <dgm:t>
        <a:bodyPr/>
        <a:lstStyle/>
        <a:p>
          <a:endParaRPr lang="uk-UA"/>
        </a:p>
      </dgm:t>
    </dgm:pt>
    <dgm:pt modelId="{97CED960-F081-4206-8FCC-AF8B527BAACC}" type="sibTrans" cxnId="{1E06F160-E67E-43FE-96F6-DD4AE9A8949B}">
      <dgm:prSet/>
      <dgm:spPr/>
      <dgm:t>
        <a:bodyPr/>
        <a:lstStyle/>
        <a:p>
          <a:endParaRPr lang="uk-UA"/>
        </a:p>
      </dgm:t>
    </dgm:pt>
    <dgm:pt modelId="{F4736C4F-119C-403B-A6D5-5F3EB5E666C9}" type="pres">
      <dgm:prSet presAssocID="{B78E12F6-AC99-4F36-BE3D-B92222F4BBF5}" presName="linear" presStyleCnt="0">
        <dgm:presLayoutVars>
          <dgm:animLvl val="lvl"/>
          <dgm:resizeHandles val="exact"/>
        </dgm:presLayoutVars>
      </dgm:prSet>
      <dgm:spPr/>
    </dgm:pt>
    <dgm:pt modelId="{3B1C4818-FFBE-474B-BFC8-A58D3B4BFC8C}" type="pres">
      <dgm:prSet presAssocID="{E6868D1E-6D27-4C5F-90DD-8571A744CE7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8EFDE1A-0D0F-41E6-88A6-C509DE64C3A9}" type="pres">
      <dgm:prSet presAssocID="{47D14372-AA21-4E2F-A62E-1CF88FE41BAD}" presName="spacer" presStyleCnt="0"/>
      <dgm:spPr/>
    </dgm:pt>
    <dgm:pt modelId="{AC26A75B-E268-4587-9FD3-7CEA5612594C}" type="pres">
      <dgm:prSet presAssocID="{996273E4-8BFF-4FA0-A293-A96BF2B15A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C2A062-A94D-4517-88D3-95ADD2B4160E}" type="pres">
      <dgm:prSet presAssocID="{EEEFB54A-51DA-44F5-A894-3F1C6697D2AE}" presName="spacer" presStyleCnt="0"/>
      <dgm:spPr/>
    </dgm:pt>
    <dgm:pt modelId="{4A524B7B-3CD5-46FC-B338-20DB242F7FA6}" type="pres">
      <dgm:prSet presAssocID="{C9B8AC39-DF15-46C6-BE05-AAA87C2075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4A79A1A-0FBB-4434-AE77-A596F9BB60A5}" type="pres">
      <dgm:prSet presAssocID="{4D00A202-4470-4BC2-9985-CB3E7E56F407}" presName="spacer" presStyleCnt="0"/>
      <dgm:spPr/>
    </dgm:pt>
    <dgm:pt modelId="{8B222C66-DEE7-4622-83FB-3C56767BEDE7}" type="pres">
      <dgm:prSet presAssocID="{14C7588C-8ADA-46C7-B42B-1C5651B5D4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E06F160-E67E-43FE-96F6-DD4AE9A8949B}" srcId="{B78E12F6-AC99-4F36-BE3D-B92222F4BBF5}" destId="{14C7588C-8ADA-46C7-B42B-1C5651B5D4AD}" srcOrd="3" destOrd="0" parTransId="{A2FE9928-6845-44FC-B61A-3903BFDCDBFB}" sibTransId="{97CED960-F081-4206-8FCC-AF8B527BAACC}"/>
    <dgm:cxn modelId="{53672042-32E0-445D-9D86-BDD280799CAC}" srcId="{B78E12F6-AC99-4F36-BE3D-B92222F4BBF5}" destId="{C9B8AC39-DF15-46C6-BE05-AAA87C20758A}" srcOrd="2" destOrd="0" parTransId="{91A266B0-358F-46E5-A306-7C7F44B33435}" sibTransId="{4D00A202-4470-4BC2-9985-CB3E7E56F407}"/>
    <dgm:cxn modelId="{67368847-F67B-41AF-9499-841D3D06B662}" srcId="{B78E12F6-AC99-4F36-BE3D-B92222F4BBF5}" destId="{E6868D1E-6D27-4C5F-90DD-8571A744CE7A}" srcOrd="0" destOrd="0" parTransId="{6CE7E788-6ECD-4843-ACE0-8A80BDCFC1F8}" sibTransId="{47D14372-AA21-4E2F-A62E-1CF88FE41BAD}"/>
    <dgm:cxn modelId="{9997966A-A060-4912-A0ED-0D038014FEFD}" type="presOf" srcId="{B78E12F6-AC99-4F36-BE3D-B92222F4BBF5}" destId="{F4736C4F-119C-403B-A6D5-5F3EB5E666C9}" srcOrd="0" destOrd="0" presId="urn:microsoft.com/office/officeart/2005/8/layout/vList2"/>
    <dgm:cxn modelId="{DBB3A56F-85FE-4B31-8FD1-A21C1116E1DA}" type="presOf" srcId="{14C7588C-8ADA-46C7-B42B-1C5651B5D4AD}" destId="{8B222C66-DEE7-4622-83FB-3C56767BEDE7}" srcOrd="0" destOrd="0" presId="urn:microsoft.com/office/officeart/2005/8/layout/vList2"/>
    <dgm:cxn modelId="{BCBEAD84-7262-4C3D-B8F0-AFB6E4FBF2D4}" srcId="{B78E12F6-AC99-4F36-BE3D-B92222F4BBF5}" destId="{996273E4-8BFF-4FA0-A293-A96BF2B15A2B}" srcOrd="1" destOrd="0" parTransId="{3B031732-3D89-4753-A469-466D042FCD21}" sibTransId="{EEEFB54A-51DA-44F5-A894-3F1C6697D2AE}"/>
    <dgm:cxn modelId="{10647390-98D6-4012-9E33-E3FE81CD9872}" type="presOf" srcId="{C9B8AC39-DF15-46C6-BE05-AAA87C20758A}" destId="{4A524B7B-3CD5-46FC-B338-20DB242F7FA6}" srcOrd="0" destOrd="0" presId="urn:microsoft.com/office/officeart/2005/8/layout/vList2"/>
    <dgm:cxn modelId="{88147ECF-D92C-428C-9603-A2BB0F6AEF35}" type="presOf" srcId="{E6868D1E-6D27-4C5F-90DD-8571A744CE7A}" destId="{3B1C4818-FFBE-474B-BFC8-A58D3B4BFC8C}" srcOrd="0" destOrd="0" presId="urn:microsoft.com/office/officeart/2005/8/layout/vList2"/>
    <dgm:cxn modelId="{453BCFEA-86CB-438B-B7C9-2192DB898952}" type="presOf" srcId="{996273E4-8BFF-4FA0-A293-A96BF2B15A2B}" destId="{AC26A75B-E268-4587-9FD3-7CEA5612594C}" srcOrd="0" destOrd="0" presId="urn:microsoft.com/office/officeart/2005/8/layout/vList2"/>
    <dgm:cxn modelId="{EC6B6AFF-CB64-4EF8-B0D2-1A20AAB1C67F}" type="presParOf" srcId="{F4736C4F-119C-403B-A6D5-5F3EB5E666C9}" destId="{3B1C4818-FFBE-474B-BFC8-A58D3B4BFC8C}" srcOrd="0" destOrd="0" presId="urn:microsoft.com/office/officeart/2005/8/layout/vList2"/>
    <dgm:cxn modelId="{57D49CE5-0255-46FC-AE83-70CF86D8B5E7}" type="presParOf" srcId="{F4736C4F-119C-403B-A6D5-5F3EB5E666C9}" destId="{58EFDE1A-0D0F-41E6-88A6-C509DE64C3A9}" srcOrd="1" destOrd="0" presId="urn:microsoft.com/office/officeart/2005/8/layout/vList2"/>
    <dgm:cxn modelId="{F16F2A10-2F7A-4546-B14C-08AEB23CA41D}" type="presParOf" srcId="{F4736C4F-119C-403B-A6D5-5F3EB5E666C9}" destId="{AC26A75B-E268-4587-9FD3-7CEA5612594C}" srcOrd="2" destOrd="0" presId="urn:microsoft.com/office/officeart/2005/8/layout/vList2"/>
    <dgm:cxn modelId="{74F6B642-2EC1-4EBF-ABF2-50068EE1A3FD}" type="presParOf" srcId="{F4736C4F-119C-403B-A6D5-5F3EB5E666C9}" destId="{6FC2A062-A94D-4517-88D3-95ADD2B4160E}" srcOrd="3" destOrd="0" presId="urn:microsoft.com/office/officeart/2005/8/layout/vList2"/>
    <dgm:cxn modelId="{A1FB3026-60F6-40E5-8592-1A4EE1DA434E}" type="presParOf" srcId="{F4736C4F-119C-403B-A6D5-5F3EB5E666C9}" destId="{4A524B7B-3CD5-46FC-B338-20DB242F7FA6}" srcOrd="4" destOrd="0" presId="urn:microsoft.com/office/officeart/2005/8/layout/vList2"/>
    <dgm:cxn modelId="{37A94E8B-DDF5-4AB4-BF8B-DCB1C5FA2179}" type="presParOf" srcId="{F4736C4F-119C-403B-A6D5-5F3EB5E666C9}" destId="{54A79A1A-0FBB-4434-AE77-A596F9BB60A5}" srcOrd="5" destOrd="0" presId="urn:microsoft.com/office/officeart/2005/8/layout/vList2"/>
    <dgm:cxn modelId="{93F19F53-E9DE-4DA3-9B48-2FB75FEE093E}" type="presParOf" srcId="{F4736C4F-119C-403B-A6D5-5F3EB5E666C9}" destId="{8B222C66-DEE7-4622-83FB-3C56767BEDE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E77960D3-8FD1-4ACD-AA63-8A11EB6931C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70DD87-4FB7-44C0-9A62-7494B0C962BF}">
      <dgm:prSet/>
      <dgm:spPr/>
      <dgm:t>
        <a:bodyPr/>
        <a:lstStyle/>
        <a:p>
          <a:r>
            <a:rPr lang="uk-UA" b="0" i="0"/>
            <a:t>Від початку збройного виступу до Зборівського договору.</a:t>
          </a:r>
          <a:endParaRPr lang="uk-UA"/>
        </a:p>
      </dgm:t>
    </dgm:pt>
    <dgm:pt modelId="{24EE8C5D-53A1-4C17-966F-5C64CB6A08BF}" type="parTrans" cxnId="{013E5B0E-A45C-4836-A63D-E01B5E3DD999}">
      <dgm:prSet/>
      <dgm:spPr/>
      <dgm:t>
        <a:bodyPr/>
        <a:lstStyle/>
        <a:p>
          <a:endParaRPr lang="uk-UA"/>
        </a:p>
      </dgm:t>
    </dgm:pt>
    <dgm:pt modelId="{1A3ECEC0-8525-4286-B810-7FD023E29868}" type="sibTrans" cxnId="{013E5B0E-A45C-4836-A63D-E01B5E3DD999}">
      <dgm:prSet/>
      <dgm:spPr/>
      <dgm:t>
        <a:bodyPr/>
        <a:lstStyle/>
        <a:p>
          <a:endParaRPr lang="uk-UA"/>
        </a:p>
      </dgm:t>
    </dgm:pt>
    <dgm:pt modelId="{7F87E427-9F83-44ED-8E36-E93248363C3C}">
      <dgm:prSet/>
      <dgm:spPr/>
      <dgm:t>
        <a:bodyPr/>
        <a:lstStyle/>
        <a:p>
          <a:r>
            <a:rPr lang="uk-UA" b="0" i="0" dirty="0"/>
            <a:t>Від Зборівського до Білоцерківського договору.</a:t>
          </a:r>
          <a:endParaRPr lang="uk-UA" dirty="0"/>
        </a:p>
      </dgm:t>
    </dgm:pt>
    <dgm:pt modelId="{78841BFC-B682-488A-B121-020F6A3F3397}" type="parTrans" cxnId="{6B99AF3B-5478-465E-9F69-3C8998B2FDB7}">
      <dgm:prSet/>
      <dgm:spPr/>
      <dgm:t>
        <a:bodyPr/>
        <a:lstStyle/>
        <a:p>
          <a:endParaRPr lang="uk-UA"/>
        </a:p>
      </dgm:t>
    </dgm:pt>
    <dgm:pt modelId="{EAD807AE-3DD6-4751-96A3-4B4C495D9E03}" type="sibTrans" cxnId="{6B99AF3B-5478-465E-9F69-3C8998B2FDB7}">
      <dgm:prSet/>
      <dgm:spPr/>
      <dgm:t>
        <a:bodyPr/>
        <a:lstStyle/>
        <a:p>
          <a:endParaRPr lang="uk-UA"/>
        </a:p>
      </dgm:t>
    </dgm:pt>
    <dgm:pt modelId="{D2C7139F-0635-4A5D-9E56-6A4DFE78702A}">
      <dgm:prSet/>
      <dgm:spPr/>
      <dgm:t>
        <a:bodyPr/>
        <a:lstStyle/>
        <a:p>
          <a:r>
            <a:rPr lang="uk-UA" b="0" i="0" dirty="0"/>
            <a:t>Від Білоцерківського договору до </a:t>
          </a:r>
          <a:r>
            <a:rPr lang="uk-UA" b="0" i="0" dirty="0" err="1"/>
            <a:t>Переяславськоі</a:t>
          </a:r>
          <a:r>
            <a:rPr lang="uk-UA" b="0" i="0" dirty="0"/>
            <a:t>̈ ради.</a:t>
          </a:r>
          <a:endParaRPr lang="uk-UA" dirty="0"/>
        </a:p>
      </dgm:t>
    </dgm:pt>
    <dgm:pt modelId="{7A85DFF6-1862-427D-A652-275E3ED6D9F4}" type="parTrans" cxnId="{1E56D391-13C8-4A7F-8F58-AB6DB9F47B28}">
      <dgm:prSet/>
      <dgm:spPr/>
      <dgm:t>
        <a:bodyPr/>
        <a:lstStyle/>
        <a:p>
          <a:endParaRPr lang="uk-UA"/>
        </a:p>
      </dgm:t>
    </dgm:pt>
    <dgm:pt modelId="{FC9C5674-92C1-43A3-9F50-2DD3C04E753D}" type="sibTrans" cxnId="{1E56D391-13C8-4A7F-8F58-AB6DB9F47B28}">
      <dgm:prSet/>
      <dgm:spPr/>
      <dgm:t>
        <a:bodyPr/>
        <a:lstStyle/>
        <a:p>
          <a:endParaRPr lang="uk-UA"/>
        </a:p>
      </dgm:t>
    </dgm:pt>
    <dgm:pt modelId="{E8757074-00A3-461F-B232-90378A5F9466}">
      <dgm:prSet/>
      <dgm:spPr/>
      <dgm:t>
        <a:bodyPr/>
        <a:lstStyle/>
        <a:p>
          <a:r>
            <a:rPr lang="uk-UA" b="0" i="0" dirty="0"/>
            <a:t>Від </a:t>
          </a:r>
          <a:r>
            <a:rPr lang="uk-UA" b="0" i="0" dirty="0" err="1"/>
            <a:t>Переяславськоі</a:t>
          </a:r>
          <a:r>
            <a:rPr lang="uk-UA" b="0" i="0" dirty="0"/>
            <a:t>̈ ради до Віленського перемир’я.</a:t>
          </a:r>
          <a:endParaRPr lang="uk-UA" dirty="0"/>
        </a:p>
      </dgm:t>
    </dgm:pt>
    <dgm:pt modelId="{A06D16D2-CA7E-4911-969A-15F41CEC3FC6}" type="parTrans" cxnId="{E901AD80-07E5-40D6-A462-A7060FD18BE4}">
      <dgm:prSet/>
      <dgm:spPr/>
      <dgm:t>
        <a:bodyPr/>
        <a:lstStyle/>
        <a:p>
          <a:endParaRPr lang="uk-UA"/>
        </a:p>
      </dgm:t>
    </dgm:pt>
    <dgm:pt modelId="{782FBFBC-361D-48AC-A81C-B908C066742A}" type="sibTrans" cxnId="{E901AD80-07E5-40D6-A462-A7060FD18BE4}">
      <dgm:prSet/>
      <dgm:spPr/>
      <dgm:t>
        <a:bodyPr/>
        <a:lstStyle/>
        <a:p>
          <a:endParaRPr lang="uk-UA"/>
        </a:p>
      </dgm:t>
    </dgm:pt>
    <dgm:pt modelId="{C59DBAD0-3526-4A5A-95E9-FCDF32AB2873}" type="pres">
      <dgm:prSet presAssocID="{E77960D3-8FD1-4ACD-AA63-8A11EB6931C7}" presName="linearFlow" presStyleCnt="0">
        <dgm:presLayoutVars>
          <dgm:dir/>
          <dgm:resizeHandles val="exact"/>
        </dgm:presLayoutVars>
      </dgm:prSet>
      <dgm:spPr/>
    </dgm:pt>
    <dgm:pt modelId="{00B7F865-6949-4043-87B5-052558F302AE}" type="pres">
      <dgm:prSet presAssocID="{9D70DD87-4FB7-44C0-9A62-7494B0C962BF}" presName="composite" presStyleCnt="0"/>
      <dgm:spPr/>
    </dgm:pt>
    <dgm:pt modelId="{1EFDF617-6DCD-4680-B292-6475797530C0}" type="pres">
      <dgm:prSet presAssocID="{9D70DD87-4FB7-44C0-9A62-7494B0C962BF}" presName="imgShp" presStyleLbl="fgImgPlace1" presStyleIdx="0" presStyleCnt="4"/>
      <dgm:spPr/>
    </dgm:pt>
    <dgm:pt modelId="{41EA3C29-6963-4D48-A093-2C8B4DD5906A}" type="pres">
      <dgm:prSet presAssocID="{9D70DD87-4FB7-44C0-9A62-7494B0C962BF}" presName="txShp" presStyleLbl="node1" presStyleIdx="0" presStyleCnt="4">
        <dgm:presLayoutVars>
          <dgm:bulletEnabled val="1"/>
        </dgm:presLayoutVars>
      </dgm:prSet>
      <dgm:spPr/>
    </dgm:pt>
    <dgm:pt modelId="{4103FA38-A12B-4DF0-9B6F-A15C831A50A7}" type="pres">
      <dgm:prSet presAssocID="{1A3ECEC0-8525-4286-B810-7FD023E29868}" presName="spacing" presStyleCnt="0"/>
      <dgm:spPr/>
    </dgm:pt>
    <dgm:pt modelId="{485396CB-3D58-4E41-9BAC-FB8DE9F3BC99}" type="pres">
      <dgm:prSet presAssocID="{7F87E427-9F83-44ED-8E36-E93248363C3C}" presName="composite" presStyleCnt="0"/>
      <dgm:spPr/>
    </dgm:pt>
    <dgm:pt modelId="{E49AB48D-07AC-405C-9F35-06BA9EFF3544}" type="pres">
      <dgm:prSet presAssocID="{7F87E427-9F83-44ED-8E36-E93248363C3C}" presName="imgShp" presStyleLbl="fgImgPlace1" presStyleIdx="1" presStyleCnt="4"/>
      <dgm:spPr/>
    </dgm:pt>
    <dgm:pt modelId="{A1042F6D-8E65-44B2-90A2-5C387376DDA0}" type="pres">
      <dgm:prSet presAssocID="{7F87E427-9F83-44ED-8E36-E93248363C3C}" presName="txShp" presStyleLbl="node1" presStyleIdx="1" presStyleCnt="4">
        <dgm:presLayoutVars>
          <dgm:bulletEnabled val="1"/>
        </dgm:presLayoutVars>
      </dgm:prSet>
      <dgm:spPr/>
    </dgm:pt>
    <dgm:pt modelId="{10D9E791-6151-4C30-83F3-2A864F39F30D}" type="pres">
      <dgm:prSet presAssocID="{EAD807AE-3DD6-4751-96A3-4B4C495D9E03}" presName="spacing" presStyleCnt="0"/>
      <dgm:spPr/>
    </dgm:pt>
    <dgm:pt modelId="{DB4F7C66-4682-499B-B769-BDC3F49490B0}" type="pres">
      <dgm:prSet presAssocID="{D2C7139F-0635-4A5D-9E56-6A4DFE78702A}" presName="composite" presStyleCnt="0"/>
      <dgm:spPr/>
    </dgm:pt>
    <dgm:pt modelId="{F6CFB05B-EF96-4447-B226-1875DC3AED02}" type="pres">
      <dgm:prSet presAssocID="{D2C7139F-0635-4A5D-9E56-6A4DFE78702A}" presName="imgShp" presStyleLbl="fgImgPlace1" presStyleIdx="2" presStyleCnt="4"/>
      <dgm:spPr/>
    </dgm:pt>
    <dgm:pt modelId="{60312578-EC2B-46A6-A1CA-B3CE2D5F2A37}" type="pres">
      <dgm:prSet presAssocID="{D2C7139F-0635-4A5D-9E56-6A4DFE78702A}" presName="txShp" presStyleLbl="node1" presStyleIdx="2" presStyleCnt="4">
        <dgm:presLayoutVars>
          <dgm:bulletEnabled val="1"/>
        </dgm:presLayoutVars>
      </dgm:prSet>
      <dgm:spPr/>
    </dgm:pt>
    <dgm:pt modelId="{AE4C647F-81C4-433E-A9F7-1F876DA99B3B}" type="pres">
      <dgm:prSet presAssocID="{FC9C5674-92C1-43A3-9F50-2DD3C04E753D}" presName="spacing" presStyleCnt="0"/>
      <dgm:spPr/>
    </dgm:pt>
    <dgm:pt modelId="{D91CA57C-8DE5-451A-AA03-B88CEE2CFA39}" type="pres">
      <dgm:prSet presAssocID="{E8757074-00A3-461F-B232-90378A5F9466}" presName="composite" presStyleCnt="0"/>
      <dgm:spPr/>
    </dgm:pt>
    <dgm:pt modelId="{ADF60D70-EE0E-4AB8-973B-5423F7D8138C}" type="pres">
      <dgm:prSet presAssocID="{E8757074-00A3-461F-B232-90378A5F9466}" presName="imgShp" presStyleLbl="fgImgPlace1" presStyleIdx="3" presStyleCnt="4"/>
      <dgm:spPr/>
    </dgm:pt>
    <dgm:pt modelId="{667738CA-39E7-4B4F-A661-8967A8ECE6B7}" type="pres">
      <dgm:prSet presAssocID="{E8757074-00A3-461F-B232-90378A5F9466}" presName="txShp" presStyleLbl="node1" presStyleIdx="3" presStyleCnt="4">
        <dgm:presLayoutVars>
          <dgm:bulletEnabled val="1"/>
        </dgm:presLayoutVars>
      </dgm:prSet>
      <dgm:spPr/>
    </dgm:pt>
  </dgm:ptLst>
  <dgm:cxnLst>
    <dgm:cxn modelId="{013E5B0E-A45C-4836-A63D-E01B5E3DD999}" srcId="{E77960D3-8FD1-4ACD-AA63-8A11EB6931C7}" destId="{9D70DD87-4FB7-44C0-9A62-7494B0C962BF}" srcOrd="0" destOrd="0" parTransId="{24EE8C5D-53A1-4C17-966F-5C64CB6A08BF}" sibTransId="{1A3ECEC0-8525-4286-B810-7FD023E29868}"/>
    <dgm:cxn modelId="{6B99AF3B-5478-465E-9F69-3C8998B2FDB7}" srcId="{E77960D3-8FD1-4ACD-AA63-8A11EB6931C7}" destId="{7F87E427-9F83-44ED-8E36-E93248363C3C}" srcOrd="1" destOrd="0" parTransId="{78841BFC-B682-488A-B121-020F6A3F3397}" sibTransId="{EAD807AE-3DD6-4751-96A3-4B4C495D9E03}"/>
    <dgm:cxn modelId="{E901AD80-07E5-40D6-A462-A7060FD18BE4}" srcId="{E77960D3-8FD1-4ACD-AA63-8A11EB6931C7}" destId="{E8757074-00A3-461F-B232-90378A5F9466}" srcOrd="3" destOrd="0" parTransId="{A06D16D2-CA7E-4911-969A-15F41CEC3FC6}" sibTransId="{782FBFBC-361D-48AC-A81C-B908C066742A}"/>
    <dgm:cxn modelId="{73C4DE84-32D1-4135-8329-37E6BD7F88A9}" type="presOf" srcId="{9D70DD87-4FB7-44C0-9A62-7494B0C962BF}" destId="{41EA3C29-6963-4D48-A093-2C8B4DD5906A}" srcOrd="0" destOrd="0" presId="urn:microsoft.com/office/officeart/2005/8/layout/vList3"/>
    <dgm:cxn modelId="{A4D46C8D-20B0-4F6A-BE4E-5A076C480E50}" type="presOf" srcId="{D2C7139F-0635-4A5D-9E56-6A4DFE78702A}" destId="{60312578-EC2B-46A6-A1CA-B3CE2D5F2A37}" srcOrd="0" destOrd="0" presId="urn:microsoft.com/office/officeart/2005/8/layout/vList3"/>
    <dgm:cxn modelId="{1E56D391-13C8-4A7F-8F58-AB6DB9F47B28}" srcId="{E77960D3-8FD1-4ACD-AA63-8A11EB6931C7}" destId="{D2C7139F-0635-4A5D-9E56-6A4DFE78702A}" srcOrd="2" destOrd="0" parTransId="{7A85DFF6-1862-427D-A652-275E3ED6D9F4}" sibTransId="{FC9C5674-92C1-43A3-9F50-2DD3C04E753D}"/>
    <dgm:cxn modelId="{4691DC9F-6F48-4A49-98DA-968C4805D996}" type="presOf" srcId="{E77960D3-8FD1-4ACD-AA63-8A11EB6931C7}" destId="{C59DBAD0-3526-4A5A-95E9-FCDF32AB2873}" srcOrd="0" destOrd="0" presId="urn:microsoft.com/office/officeart/2005/8/layout/vList3"/>
    <dgm:cxn modelId="{0CB011BC-D4F4-49FB-9282-A7AA6B9020D4}" type="presOf" srcId="{7F87E427-9F83-44ED-8E36-E93248363C3C}" destId="{A1042F6D-8E65-44B2-90A2-5C387376DDA0}" srcOrd="0" destOrd="0" presId="urn:microsoft.com/office/officeart/2005/8/layout/vList3"/>
    <dgm:cxn modelId="{625DB9C5-B56F-4524-97A2-A777F6345B9C}" type="presOf" srcId="{E8757074-00A3-461F-B232-90378A5F9466}" destId="{667738CA-39E7-4B4F-A661-8967A8ECE6B7}" srcOrd="0" destOrd="0" presId="urn:microsoft.com/office/officeart/2005/8/layout/vList3"/>
    <dgm:cxn modelId="{EA36BC92-29BB-4151-916C-FEE4CFB5CFE7}" type="presParOf" srcId="{C59DBAD0-3526-4A5A-95E9-FCDF32AB2873}" destId="{00B7F865-6949-4043-87B5-052558F302AE}" srcOrd="0" destOrd="0" presId="urn:microsoft.com/office/officeart/2005/8/layout/vList3"/>
    <dgm:cxn modelId="{9D79FD8D-DC22-4CB7-83D5-77F4BEC9DD0D}" type="presParOf" srcId="{00B7F865-6949-4043-87B5-052558F302AE}" destId="{1EFDF617-6DCD-4680-B292-6475797530C0}" srcOrd="0" destOrd="0" presId="urn:microsoft.com/office/officeart/2005/8/layout/vList3"/>
    <dgm:cxn modelId="{33FF4086-083C-4223-8990-9FD4807672A2}" type="presParOf" srcId="{00B7F865-6949-4043-87B5-052558F302AE}" destId="{41EA3C29-6963-4D48-A093-2C8B4DD5906A}" srcOrd="1" destOrd="0" presId="urn:microsoft.com/office/officeart/2005/8/layout/vList3"/>
    <dgm:cxn modelId="{B43829BD-2D4E-4D6F-AD3A-69F4DF00C420}" type="presParOf" srcId="{C59DBAD0-3526-4A5A-95E9-FCDF32AB2873}" destId="{4103FA38-A12B-4DF0-9B6F-A15C831A50A7}" srcOrd="1" destOrd="0" presId="urn:microsoft.com/office/officeart/2005/8/layout/vList3"/>
    <dgm:cxn modelId="{DBD14F80-936A-49F9-A417-24CD90EA32C3}" type="presParOf" srcId="{C59DBAD0-3526-4A5A-95E9-FCDF32AB2873}" destId="{485396CB-3D58-4E41-9BAC-FB8DE9F3BC99}" srcOrd="2" destOrd="0" presId="urn:microsoft.com/office/officeart/2005/8/layout/vList3"/>
    <dgm:cxn modelId="{8899EDE9-2C6C-4B7E-B011-BCD65613381D}" type="presParOf" srcId="{485396CB-3D58-4E41-9BAC-FB8DE9F3BC99}" destId="{E49AB48D-07AC-405C-9F35-06BA9EFF3544}" srcOrd="0" destOrd="0" presId="urn:microsoft.com/office/officeart/2005/8/layout/vList3"/>
    <dgm:cxn modelId="{911DD26B-1039-4DEC-9DF0-0F2D648AD961}" type="presParOf" srcId="{485396CB-3D58-4E41-9BAC-FB8DE9F3BC99}" destId="{A1042F6D-8E65-44B2-90A2-5C387376DDA0}" srcOrd="1" destOrd="0" presId="urn:microsoft.com/office/officeart/2005/8/layout/vList3"/>
    <dgm:cxn modelId="{2E91F264-1F11-4332-BA7A-ED34BD74BE75}" type="presParOf" srcId="{C59DBAD0-3526-4A5A-95E9-FCDF32AB2873}" destId="{10D9E791-6151-4C30-83F3-2A864F39F30D}" srcOrd="3" destOrd="0" presId="urn:microsoft.com/office/officeart/2005/8/layout/vList3"/>
    <dgm:cxn modelId="{DE1C05F9-22CE-4341-BE5B-CE8977FA4F36}" type="presParOf" srcId="{C59DBAD0-3526-4A5A-95E9-FCDF32AB2873}" destId="{DB4F7C66-4682-499B-B769-BDC3F49490B0}" srcOrd="4" destOrd="0" presId="urn:microsoft.com/office/officeart/2005/8/layout/vList3"/>
    <dgm:cxn modelId="{7D9DDC14-3E98-4EB3-B48D-187C5E5A267A}" type="presParOf" srcId="{DB4F7C66-4682-499B-B769-BDC3F49490B0}" destId="{F6CFB05B-EF96-4447-B226-1875DC3AED02}" srcOrd="0" destOrd="0" presId="urn:microsoft.com/office/officeart/2005/8/layout/vList3"/>
    <dgm:cxn modelId="{F7353C82-A2C2-4F54-A2D0-312F23211CA6}" type="presParOf" srcId="{DB4F7C66-4682-499B-B769-BDC3F49490B0}" destId="{60312578-EC2B-46A6-A1CA-B3CE2D5F2A37}" srcOrd="1" destOrd="0" presId="urn:microsoft.com/office/officeart/2005/8/layout/vList3"/>
    <dgm:cxn modelId="{30D5097A-6149-44A5-9B50-5C73E9058CC5}" type="presParOf" srcId="{C59DBAD0-3526-4A5A-95E9-FCDF32AB2873}" destId="{AE4C647F-81C4-433E-A9F7-1F876DA99B3B}" srcOrd="5" destOrd="0" presId="urn:microsoft.com/office/officeart/2005/8/layout/vList3"/>
    <dgm:cxn modelId="{5C11671A-C932-4D46-8818-C30E19ECEE3E}" type="presParOf" srcId="{C59DBAD0-3526-4A5A-95E9-FCDF32AB2873}" destId="{D91CA57C-8DE5-451A-AA03-B88CEE2CFA39}" srcOrd="6" destOrd="0" presId="urn:microsoft.com/office/officeart/2005/8/layout/vList3"/>
    <dgm:cxn modelId="{0DCB8C20-8C60-4CAD-9AAA-6F7B87A29F87}" type="presParOf" srcId="{D91CA57C-8DE5-451A-AA03-B88CEE2CFA39}" destId="{ADF60D70-EE0E-4AB8-973B-5423F7D8138C}" srcOrd="0" destOrd="0" presId="urn:microsoft.com/office/officeart/2005/8/layout/vList3"/>
    <dgm:cxn modelId="{DB54B829-79B1-44B2-B6CE-750381F8E356}" type="presParOf" srcId="{D91CA57C-8DE5-451A-AA03-B88CEE2CFA39}" destId="{667738CA-39E7-4B4F-A661-8967A8ECE6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EC372A50-AD4A-4525-84F6-DBEA571578B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4757A4-978A-410A-B3CD-E12BCE510735}">
      <dgm:prSet/>
      <dgm:spPr/>
      <dgm:t>
        <a:bodyPr/>
        <a:lstStyle/>
        <a:p>
          <a:r>
            <a:rPr lang="ru-RU" b="0" i="0"/>
            <a:t>І. Богун</a:t>
          </a:r>
          <a:endParaRPr lang="uk-UA"/>
        </a:p>
      </dgm:t>
    </dgm:pt>
    <dgm:pt modelId="{08896721-B940-41BF-A41B-B1CD54F5A4D8}" type="parTrans" cxnId="{CE0E8117-8079-4E37-87B4-EDB62F2A8AA7}">
      <dgm:prSet/>
      <dgm:spPr/>
      <dgm:t>
        <a:bodyPr/>
        <a:lstStyle/>
        <a:p>
          <a:endParaRPr lang="uk-UA"/>
        </a:p>
      </dgm:t>
    </dgm:pt>
    <dgm:pt modelId="{63D90538-81BB-40DF-AF05-4EBE32701819}" type="sibTrans" cxnId="{CE0E8117-8079-4E37-87B4-EDB62F2A8AA7}">
      <dgm:prSet/>
      <dgm:spPr/>
      <dgm:t>
        <a:bodyPr/>
        <a:lstStyle/>
        <a:p>
          <a:endParaRPr lang="uk-UA"/>
        </a:p>
      </dgm:t>
    </dgm:pt>
    <dgm:pt modelId="{C3841066-6733-4C38-84B3-3D7C9FCF3F17}">
      <dgm:prSet/>
      <dgm:spPr/>
      <dgm:t>
        <a:bodyPr/>
        <a:lstStyle/>
        <a:p>
          <a:r>
            <a:rPr lang="ru-RU" b="0" i="0" dirty="0"/>
            <a:t>К. </a:t>
          </a:r>
          <a:r>
            <a:rPr lang="ru-RU" b="0" i="0" dirty="0" err="1"/>
            <a:t>Гордієнко</a:t>
          </a:r>
          <a:endParaRPr lang="uk-UA" dirty="0"/>
        </a:p>
      </dgm:t>
    </dgm:pt>
    <dgm:pt modelId="{919246FD-BB2A-4CF1-9AC2-52B534AAB4A2}" type="parTrans" cxnId="{6CB781FE-CC59-4244-B1DC-7CB332F92202}">
      <dgm:prSet/>
      <dgm:spPr/>
      <dgm:t>
        <a:bodyPr/>
        <a:lstStyle/>
        <a:p>
          <a:endParaRPr lang="uk-UA"/>
        </a:p>
      </dgm:t>
    </dgm:pt>
    <dgm:pt modelId="{01126903-7532-4B5E-B89E-D600357DCB85}" type="sibTrans" cxnId="{6CB781FE-CC59-4244-B1DC-7CB332F92202}">
      <dgm:prSet/>
      <dgm:spPr/>
      <dgm:t>
        <a:bodyPr/>
        <a:lstStyle/>
        <a:p>
          <a:endParaRPr lang="uk-UA"/>
        </a:p>
      </dgm:t>
    </dgm:pt>
    <dgm:pt modelId="{55EED7A3-F670-4D78-9749-283AB2A42E13}">
      <dgm:prSet/>
      <dgm:spPr/>
      <dgm:t>
        <a:bodyPr/>
        <a:lstStyle/>
        <a:p>
          <a:r>
            <a:rPr lang="ru-RU" b="0" i="0"/>
            <a:t>Т. Хмельницький</a:t>
          </a:r>
          <a:endParaRPr lang="uk-UA"/>
        </a:p>
      </dgm:t>
    </dgm:pt>
    <dgm:pt modelId="{FDC756BA-977F-48F4-BFD8-CA6D9D169F9C}" type="parTrans" cxnId="{26615E9F-3F48-4805-958B-66F90EE6A665}">
      <dgm:prSet/>
      <dgm:spPr/>
      <dgm:t>
        <a:bodyPr/>
        <a:lstStyle/>
        <a:p>
          <a:endParaRPr lang="uk-UA"/>
        </a:p>
      </dgm:t>
    </dgm:pt>
    <dgm:pt modelId="{E0089C1F-17E2-49B9-B1B5-9337C0CE5064}" type="sibTrans" cxnId="{26615E9F-3F48-4805-958B-66F90EE6A665}">
      <dgm:prSet/>
      <dgm:spPr/>
      <dgm:t>
        <a:bodyPr/>
        <a:lstStyle/>
        <a:p>
          <a:endParaRPr lang="uk-UA"/>
        </a:p>
      </dgm:t>
    </dgm:pt>
    <dgm:pt modelId="{1DC32323-09E1-4A9C-ABE6-D80E1D1664AB}">
      <dgm:prSet/>
      <dgm:spPr/>
      <dgm:t>
        <a:bodyPr/>
        <a:lstStyle/>
        <a:p>
          <a:r>
            <a:rPr lang="ru-RU" b="0" i="0" dirty="0"/>
            <a:t>П. Конашевич-</a:t>
          </a:r>
          <a:r>
            <a:rPr lang="ru-RU" b="0" i="0" dirty="0" err="1"/>
            <a:t>Сагайдачний</a:t>
          </a:r>
          <a:endParaRPr lang="uk-UA" dirty="0"/>
        </a:p>
      </dgm:t>
    </dgm:pt>
    <dgm:pt modelId="{CBF68F79-B885-4E24-90CB-B476E4F5D570}" type="parTrans" cxnId="{A6E6F321-4C7C-4215-8087-E8897CA45A6A}">
      <dgm:prSet/>
      <dgm:spPr/>
      <dgm:t>
        <a:bodyPr/>
        <a:lstStyle/>
        <a:p>
          <a:endParaRPr lang="uk-UA"/>
        </a:p>
      </dgm:t>
    </dgm:pt>
    <dgm:pt modelId="{849D18CA-F3E2-45E1-BBEE-E20CBC5A7944}" type="sibTrans" cxnId="{A6E6F321-4C7C-4215-8087-E8897CA45A6A}">
      <dgm:prSet/>
      <dgm:spPr/>
      <dgm:t>
        <a:bodyPr/>
        <a:lstStyle/>
        <a:p>
          <a:endParaRPr lang="uk-UA"/>
        </a:p>
      </dgm:t>
    </dgm:pt>
    <dgm:pt modelId="{9D5D5481-F05D-40EB-A2AB-590F130F3F5E}" type="pres">
      <dgm:prSet presAssocID="{EC372A50-AD4A-4525-84F6-DBEA571578B0}" presName="linearFlow" presStyleCnt="0">
        <dgm:presLayoutVars>
          <dgm:dir/>
          <dgm:resizeHandles val="exact"/>
        </dgm:presLayoutVars>
      </dgm:prSet>
      <dgm:spPr/>
    </dgm:pt>
    <dgm:pt modelId="{335E310C-DE3D-4E30-B879-6FD23C77D4E5}" type="pres">
      <dgm:prSet presAssocID="{EE4757A4-978A-410A-B3CD-E12BCE510735}" presName="composite" presStyleCnt="0"/>
      <dgm:spPr/>
    </dgm:pt>
    <dgm:pt modelId="{79B92910-7FB9-4DDB-9C78-E2480805FCEF}" type="pres">
      <dgm:prSet presAssocID="{EE4757A4-978A-410A-B3CD-E12BCE510735}" presName="imgShp" presStyleLbl="fgImgPlace1" presStyleIdx="0" presStyleCnt="4"/>
      <dgm:spPr/>
    </dgm:pt>
    <dgm:pt modelId="{13B6BF3E-E2A6-4E26-98C7-5EDD3CE23F30}" type="pres">
      <dgm:prSet presAssocID="{EE4757A4-978A-410A-B3CD-E12BCE510735}" presName="txShp" presStyleLbl="node1" presStyleIdx="0" presStyleCnt="4">
        <dgm:presLayoutVars>
          <dgm:bulletEnabled val="1"/>
        </dgm:presLayoutVars>
      </dgm:prSet>
      <dgm:spPr/>
    </dgm:pt>
    <dgm:pt modelId="{7D5861F0-8BBF-4A19-A5AA-D1276B2FCF78}" type="pres">
      <dgm:prSet presAssocID="{63D90538-81BB-40DF-AF05-4EBE32701819}" presName="spacing" presStyleCnt="0"/>
      <dgm:spPr/>
    </dgm:pt>
    <dgm:pt modelId="{BE030927-A980-42D4-AD21-A237BC5A7AD8}" type="pres">
      <dgm:prSet presAssocID="{C3841066-6733-4C38-84B3-3D7C9FCF3F17}" presName="composite" presStyleCnt="0"/>
      <dgm:spPr/>
    </dgm:pt>
    <dgm:pt modelId="{F22AC6FD-B1C8-445B-8C3F-CE7133ED054D}" type="pres">
      <dgm:prSet presAssocID="{C3841066-6733-4C38-84B3-3D7C9FCF3F17}" presName="imgShp" presStyleLbl="fgImgPlace1" presStyleIdx="1" presStyleCnt="4"/>
      <dgm:spPr/>
    </dgm:pt>
    <dgm:pt modelId="{6B634687-3F53-4DF1-A0A9-D1AA4860BE5A}" type="pres">
      <dgm:prSet presAssocID="{C3841066-6733-4C38-84B3-3D7C9FCF3F17}" presName="txShp" presStyleLbl="node1" presStyleIdx="1" presStyleCnt="4">
        <dgm:presLayoutVars>
          <dgm:bulletEnabled val="1"/>
        </dgm:presLayoutVars>
      </dgm:prSet>
      <dgm:spPr/>
    </dgm:pt>
    <dgm:pt modelId="{8F5A2905-6A99-402F-A15A-8279F0DB08D8}" type="pres">
      <dgm:prSet presAssocID="{01126903-7532-4B5E-B89E-D600357DCB85}" presName="spacing" presStyleCnt="0"/>
      <dgm:spPr/>
    </dgm:pt>
    <dgm:pt modelId="{A8722E1C-BC6E-4340-B0D6-5BCA37B9F0DF}" type="pres">
      <dgm:prSet presAssocID="{55EED7A3-F670-4D78-9749-283AB2A42E13}" presName="composite" presStyleCnt="0"/>
      <dgm:spPr/>
    </dgm:pt>
    <dgm:pt modelId="{3DC119A5-0D9F-4F99-BB2C-5132193B5D97}" type="pres">
      <dgm:prSet presAssocID="{55EED7A3-F670-4D78-9749-283AB2A42E13}" presName="imgShp" presStyleLbl="fgImgPlace1" presStyleIdx="2" presStyleCnt="4"/>
      <dgm:spPr/>
    </dgm:pt>
    <dgm:pt modelId="{CA97C92F-78A7-4674-86B0-88B1E4B79B88}" type="pres">
      <dgm:prSet presAssocID="{55EED7A3-F670-4D78-9749-283AB2A42E13}" presName="txShp" presStyleLbl="node1" presStyleIdx="2" presStyleCnt="4">
        <dgm:presLayoutVars>
          <dgm:bulletEnabled val="1"/>
        </dgm:presLayoutVars>
      </dgm:prSet>
      <dgm:spPr/>
    </dgm:pt>
    <dgm:pt modelId="{85F910F9-1F84-4E98-976D-9095ABBDAAA7}" type="pres">
      <dgm:prSet presAssocID="{E0089C1F-17E2-49B9-B1B5-9337C0CE5064}" presName="spacing" presStyleCnt="0"/>
      <dgm:spPr/>
    </dgm:pt>
    <dgm:pt modelId="{43A59825-3647-40F7-9B6F-229641F08D3E}" type="pres">
      <dgm:prSet presAssocID="{1DC32323-09E1-4A9C-ABE6-D80E1D1664AB}" presName="composite" presStyleCnt="0"/>
      <dgm:spPr/>
    </dgm:pt>
    <dgm:pt modelId="{49A6E188-08F8-4CDE-B69D-8E8B9985B478}" type="pres">
      <dgm:prSet presAssocID="{1DC32323-09E1-4A9C-ABE6-D80E1D1664AB}" presName="imgShp" presStyleLbl="fgImgPlace1" presStyleIdx="3" presStyleCnt="4"/>
      <dgm:spPr/>
    </dgm:pt>
    <dgm:pt modelId="{C32FD20E-7382-4E6C-B684-709E7D8632B2}" type="pres">
      <dgm:prSet presAssocID="{1DC32323-09E1-4A9C-ABE6-D80E1D1664AB}" presName="txShp" presStyleLbl="node1" presStyleIdx="3" presStyleCnt="4">
        <dgm:presLayoutVars>
          <dgm:bulletEnabled val="1"/>
        </dgm:presLayoutVars>
      </dgm:prSet>
      <dgm:spPr/>
    </dgm:pt>
  </dgm:ptLst>
  <dgm:cxnLst>
    <dgm:cxn modelId="{CE0E8117-8079-4E37-87B4-EDB62F2A8AA7}" srcId="{EC372A50-AD4A-4525-84F6-DBEA571578B0}" destId="{EE4757A4-978A-410A-B3CD-E12BCE510735}" srcOrd="0" destOrd="0" parTransId="{08896721-B940-41BF-A41B-B1CD54F5A4D8}" sibTransId="{63D90538-81BB-40DF-AF05-4EBE32701819}"/>
    <dgm:cxn modelId="{A6E6F321-4C7C-4215-8087-E8897CA45A6A}" srcId="{EC372A50-AD4A-4525-84F6-DBEA571578B0}" destId="{1DC32323-09E1-4A9C-ABE6-D80E1D1664AB}" srcOrd="3" destOrd="0" parTransId="{CBF68F79-B885-4E24-90CB-B476E4F5D570}" sibTransId="{849D18CA-F3E2-45E1-BBEE-E20CBC5A7944}"/>
    <dgm:cxn modelId="{4DC0353A-4A70-46B1-A005-C0434BBB0CA8}" type="presOf" srcId="{1DC32323-09E1-4A9C-ABE6-D80E1D1664AB}" destId="{C32FD20E-7382-4E6C-B684-709E7D8632B2}" srcOrd="0" destOrd="0" presId="urn:microsoft.com/office/officeart/2005/8/layout/vList3"/>
    <dgm:cxn modelId="{43C08241-6C43-4050-A233-F662EE95D48A}" type="presOf" srcId="{C3841066-6733-4C38-84B3-3D7C9FCF3F17}" destId="{6B634687-3F53-4DF1-A0A9-D1AA4860BE5A}" srcOrd="0" destOrd="0" presId="urn:microsoft.com/office/officeart/2005/8/layout/vList3"/>
    <dgm:cxn modelId="{26615E9F-3F48-4805-958B-66F90EE6A665}" srcId="{EC372A50-AD4A-4525-84F6-DBEA571578B0}" destId="{55EED7A3-F670-4D78-9749-283AB2A42E13}" srcOrd="2" destOrd="0" parTransId="{FDC756BA-977F-48F4-BFD8-CA6D9D169F9C}" sibTransId="{E0089C1F-17E2-49B9-B1B5-9337C0CE5064}"/>
    <dgm:cxn modelId="{F26495C1-B3AA-4DE9-A03C-061636CA12D2}" type="presOf" srcId="{EE4757A4-978A-410A-B3CD-E12BCE510735}" destId="{13B6BF3E-E2A6-4E26-98C7-5EDD3CE23F30}" srcOrd="0" destOrd="0" presId="urn:microsoft.com/office/officeart/2005/8/layout/vList3"/>
    <dgm:cxn modelId="{024960EA-2935-4E1C-B696-30AE09BF27F8}" type="presOf" srcId="{55EED7A3-F670-4D78-9749-283AB2A42E13}" destId="{CA97C92F-78A7-4674-86B0-88B1E4B79B88}" srcOrd="0" destOrd="0" presId="urn:microsoft.com/office/officeart/2005/8/layout/vList3"/>
    <dgm:cxn modelId="{4657FAF4-23F4-4F51-BB30-F37F7F28C80B}" type="presOf" srcId="{EC372A50-AD4A-4525-84F6-DBEA571578B0}" destId="{9D5D5481-F05D-40EB-A2AB-590F130F3F5E}" srcOrd="0" destOrd="0" presId="urn:microsoft.com/office/officeart/2005/8/layout/vList3"/>
    <dgm:cxn modelId="{6CB781FE-CC59-4244-B1DC-7CB332F92202}" srcId="{EC372A50-AD4A-4525-84F6-DBEA571578B0}" destId="{C3841066-6733-4C38-84B3-3D7C9FCF3F17}" srcOrd="1" destOrd="0" parTransId="{919246FD-BB2A-4CF1-9AC2-52B534AAB4A2}" sibTransId="{01126903-7532-4B5E-B89E-D600357DCB85}"/>
    <dgm:cxn modelId="{97E51590-4650-40CF-A5C4-4DF1A80A3B71}" type="presParOf" srcId="{9D5D5481-F05D-40EB-A2AB-590F130F3F5E}" destId="{335E310C-DE3D-4E30-B879-6FD23C77D4E5}" srcOrd="0" destOrd="0" presId="urn:microsoft.com/office/officeart/2005/8/layout/vList3"/>
    <dgm:cxn modelId="{4A765C2B-7CD8-4436-9C28-F7DED3962C34}" type="presParOf" srcId="{335E310C-DE3D-4E30-B879-6FD23C77D4E5}" destId="{79B92910-7FB9-4DDB-9C78-E2480805FCEF}" srcOrd="0" destOrd="0" presId="urn:microsoft.com/office/officeart/2005/8/layout/vList3"/>
    <dgm:cxn modelId="{59FC649F-51CB-4318-8437-CA5774278E3B}" type="presParOf" srcId="{335E310C-DE3D-4E30-B879-6FD23C77D4E5}" destId="{13B6BF3E-E2A6-4E26-98C7-5EDD3CE23F30}" srcOrd="1" destOrd="0" presId="urn:microsoft.com/office/officeart/2005/8/layout/vList3"/>
    <dgm:cxn modelId="{5208D496-CEFD-419A-AC8A-37B54AAFDC7D}" type="presParOf" srcId="{9D5D5481-F05D-40EB-A2AB-590F130F3F5E}" destId="{7D5861F0-8BBF-4A19-A5AA-D1276B2FCF78}" srcOrd="1" destOrd="0" presId="urn:microsoft.com/office/officeart/2005/8/layout/vList3"/>
    <dgm:cxn modelId="{E6C3A474-337D-4A09-AD83-B17661CAEBC7}" type="presParOf" srcId="{9D5D5481-F05D-40EB-A2AB-590F130F3F5E}" destId="{BE030927-A980-42D4-AD21-A237BC5A7AD8}" srcOrd="2" destOrd="0" presId="urn:microsoft.com/office/officeart/2005/8/layout/vList3"/>
    <dgm:cxn modelId="{283F4ABE-0EAD-4BA7-BA98-2F01547C25F8}" type="presParOf" srcId="{BE030927-A980-42D4-AD21-A237BC5A7AD8}" destId="{F22AC6FD-B1C8-445B-8C3F-CE7133ED054D}" srcOrd="0" destOrd="0" presId="urn:microsoft.com/office/officeart/2005/8/layout/vList3"/>
    <dgm:cxn modelId="{6EE0C5D1-AF59-499E-BC7A-74246586220B}" type="presParOf" srcId="{BE030927-A980-42D4-AD21-A237BC5A7AD8}" destId="{6B634687-3F53-4DF1-A0A9-D1AA4860BE5A}" srcOrd="1" destOrd="0" presId="urn:microsoft.com/office/officeart/2005/8/layout/vList3"/>
    <dgm:cxn modelId="{C9CF9EB0-0F3C-4D9B-B0AC-7E225BE72541}" type="presParOf" srcId="{9D5D5481-F05D-40EB-A2AB-590F130F3F5E}" destId="{8F5A2905-6A99-402F-A15A-8279F0DB08D8}" srcOrd="3" destOrd="0" presId="urn:microsoft.com/office/officeart/2005/8/layout/vList3"/>
    <dgm:cxn modelId="{4545C403-FCA1-4833-A7D6-6D7806EFD9C5}" type="presParOf" srcId="{9D5D5481-F05D-40EB-A2AB-590F130F3F5E}" destId="{A8722E1C-BC6E-4340-B0D6-5BCA37B9F0DF}" srcOrd="4" destOrd="0" presId="urn:microsoft.com/office/officeart/2005/8/layout/vList3"/>
    <dgm:cxn modelId="{17341706-C1B1-4FA8-AA91-7AC0ADCFBB6E}" type="presParOf" srcId="{A8722E1C-BC6E-4340-B0D6-5BCA37B9F0DF}" destId="{3DC119A5-0D9F-4F99-BB2C-5132193B5D97}" srcOrd="0" destOrd="0" presId="urn:microsoft.com/office/officeart/2005/8/layout/vList3"/>
    <dgm:cxn modelId="{DFAB70C6-FCE1-48AF-A0F4-71DA83292A64}" type="presParOf" srcId="{A8722E1C-BC6E-4340-B0D6-5BCA37B9F0DF}" destId="{CA97C92F-78A7-4674-86B0-88B1E4B79B88}" srcOrd="1" destOrd="0" presId="urn:microsoft.com/office/officeart/2005/8/layout/vList3"/>
    <dgm:cxn modelId="{C0BEC7E0-4EE6-45B1-8EA2-74E1E13DB154}" type="presParOf" srcId="{9D5D5481-F05D-40EB-A2AB-590F130F3F5E}" destId="{85F910F9-1F84-4E98-976D-9095ABBDAAA7}" srcOrd="5" destOrd="0" presId="urn:microsoft.com/office/officeart/2005/8/layout/vList3"/>
    <dgm:cxn modelId="{9647AC98-8195-4252-B6F2-12E5561DE5B1}" type="presParOf" srcId="{9D5D5481-F05D-40EB-A2AB-590F130F3F5E}" destId="{43A59825-3647-40F7-9B6F-229641F08D3E}" srcOrd="6" destOrd="0" presId="urn:microsoft.com/office/officeart/2005/8/layout/vList3"/>
    <dgm:cxn modelId="{D3A745A8-8172-4A21-A231-3B89ACE0917B}" type="presParOf" srcId="{43A59825-3647-40F7-9B6F-229641F08D3E}" destId="{49A6E188-08F8-4CDE-B69D-8E8B9985B478}" srcOrd="0" destOrd="0" presId="urn:microsoft.com/office/officeart/2005/8/layout/vList3"/>
    <dgm:cxn modelId="{43E374AB-B092-43ED-A412-E6D27C20B2BC}" type="presParOf" srcId="{43A59825-3647-40F7-9B6F-229641F08D3E}" destId="{C32FD20E-7382-4E6C-B684-709E7D8632B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36460C1D-9DCF-4108-961E-2D388196CB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452369C-9A3C-4B64-82DE-E4B09FE44906}">
      <dgm:prSet/>
      <dgm:spPr/>
      <dgm:t>
        <a:bodyPr/>
        <a:lstStyle/>
        <a:p>
          <a:r>
            <a:rPr lang="uk-UA" b="0" i="0"/>
            <a:t>військ Речі Посполитої.</a:t>
          </a:r>
          <a:endParaRPr lang="uk-UA"/>
        </a:p>
      </dgm:t>
    </dgm:pt>
    <dgm:pt modelId="{E717F238-3B97-435E-BE4E-083F0E90F6DB}" type="parTrans" cxnId="{BA04EA91-AFAB-437E-A4AE-44E5A04B2BB9}">
      <dgm:prSet/>
      <dgm:spPr/>
      <dgm:t>
        <a:bodyPr/>
        <a:lstStyle/>
        <a:p>
          <a:endParaRPr lang="uk-UA"/>
        </a:p>
      </dgm:t>
    </dgm:pt>
    <dgm:pt modelId="{CC62D4A9-D4C2-422C-8E69-E3DD38E2FCE7}" type="sibTrans" cxnId="{BA04EA91-AFAB-437E-A4AE-44E5A04B2BB9}">
      <dgm:prSet/>
      <dgm:spPr/>
      <dgm:t>
        <a:bodyPr/>
        <a:lstStyle/>
        <a:p>
          <a:endParaRPr lang="uk-UA"/>
        </a:p>
      </dgm:t>
    </dgm:pt>
    <dgm:pt modelId="{4FDF8192-623A-47B9-999D-4D04D1639190}">
      <dgm:prSet/>
      <dgm:spPr/>
      <dgm:t>
        <a:bodyPr/>
        <a:lstStyle/>
        <a:p>
          <a:r>
            <a:rPr lang="uk-UA" b="0" i="0" dirty="0"/>
            <a:t>армії Османської імперії.</a:t>
          </a:r>
          <a:endParaRPr lang="uk-UA" dirty="0"/>
        </a:p>
      </dgm:t>
    </dgm:pt>
    <dgm:pt modelId="{4FC625F3-6DCB-4CC4-BF86-2F3E24879CDB}" type="parTrans" cxnId="{8E4038B8-B91E-47E2-9725-E74A8D82CECC}">
      <dgm:prSet/>
      <dgm:spPr/>
      <dgm:t>
        <a:bodyPr/>
        <a:lstStyle/>
        <a:p>
          <a:endParaRPr lang="uk-UA"/>
        </a:p>
      </dgm:t>
    </dgm:pt>
    <dgm:pt modelId="{9131D344-3D9F-488F-954B-0E51E758CF72}" type="sibTrans" cxnId="{8E4038B8-B91E-47E2-9725-E74A8D82CECC}">
      <dgm:prSet/>
      <dgm:spPr/>
      <dgm:t>
        <a:bodyPr/>
        <a:lstStyle/>
        <a:p>
          <a:endParaRPr lang="uk-UA"/>
        </a:p>
      </dgm:t>
    </dgm:pt>
    <dgm:pt modelId="{6AADF560-5EA1-475E-89DC-75F71ED8FF6F}">
      <dgm:prSet/>
      <dgm:spPr/>
      <dgm:t>
        <a:bodyPr/>
        <a:lstStyle/>
        <a:p>
          <a:r>
            <a:rPr lang="uk-UA" b="0" i="0" dirty="0"/>
            <a:t>загонів Кримського ханства.</a:t>
          </a:r>
          <a:endParaRPr lang="uk-UA" dirty="0"/>
        </a:p>
      </dgm:t>
    </dgm:pt>
    <dgm:pt modelId="{ACAED63C-519C-418A-89AC-5AF5CF9A124B}" type="parTrans" cxnId="{5333E44E-37BD-40AC-8DB5-C6A9CA51C9CA}">
      <dgm:prSet/>
      <dgm:spPr/>
      <dgm:t>
        <a:bodyPr/>
        <a:lstStyle/>
        <a:p>
          <a:endParaRPr lang="uk-UA"/>
        </a:p>
      </dgm:t>
    </dgm:pt>
    <dgm:pt modelId="{EAD41995-C823-424A-B6AF-5AB5EAB69B28}" type="sibTrans" cxnId="{5333E44E-37BD-40AC-8DB5-C6A9CA51C9CA}">
      <dgm:prSet/>
      <dgm:spPr/>
      <dgm:t>
        <a:bodyPr/>
        <a:lstStyle/>
        <a:p>
          <a:endParaRPr lang="uk-UA"/>
        </a:p>
      </dgm:t>
    </dgm:pt>
    <dgm:pt modelId="{9269A948-5ADF-4D5C-B348-E40F365D0734}">
      <dgm:prSet/>
      <dgm:spPr/>
      <dgm:t>
        <a:bodyPr/>
        <a:lstStyle/>
        <a:p>
          <a:r>
            <a:rPr lang="uk-UA" b="0" i="0" dirty="0"/>
            <a:t>полків Московського царства.</a:t>
          </a:r>
          <a:endParaRPr lang="uk-UA" dirty="0"/>
        </a:p>
      </dgm:t>
    </dgm:pt>
    <dgm:pt modelId="{73F18B6E-197D-4694-8204-0280C9C3C2DD}" type="parTrans" cxnId="{5687AA0C-E647-42B1-8091-DFF6C64AD904}">
      <dgm:prSet/>
      <dgm:spPr/>
      <dgm:t>
        <a:bodyPr/>
        <a:lstStyle/>
        <a:p>
          <a:endParaRPr lang="uk-UA"/>
        </a:p>
      </dgm:t>
    </dgm:pt>
    <dgm:pt modelId="{4AD84CE0-AC21-400E-B997-0280E97B20F6}" type="sibTrans" cxnId="{5687AA0C-E647-42B1-8091-DFF6C64AD904}">
      <dgm:prSet/>
      <dgm:spPr/>
      <dgm:t>
        <a:bodyPr/>
        <a:lstStyle/>
        <a:p>
          <a:endParaRPr lang="uk-UA"/>
        </a:p>
      </dgm:t>
    </dgm:pt>
    <dgm:pt modelId="{DB1A9B91-89DC-435E-9C8F-35F9B776934E}" type="pres">
      <dgm:prSet presAssocID="{36460C1D-9DCF-4108-961E-2D388196CB22}" presName="linear" presStyleCnt="0">
        <dgm:presLayoutVars>
          <dgm:animLvl val="lvl"/>
          <dgm:resizeHandles val="exact"/>
        </dgm:presLayoutVars>
      </dgm:prSet>
      <dgm:spPr/>
    </dgm:pt>
    <dgm:pt modelId="{7CAF4C47-1A51-4BFB-AB0F-F4ECB3BC92C4}" type="pres">
      <dgm:prSet presAssocID="{6452369C-9A3C-4B64-82DE-E4B09FE449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805937-4A95-416E-85E6-8658B8618AB6}" type="pres">
      <dgm:prSet presAssocID="{CC62D4A9-D4C2-422C-8E69-E3DD38E2FCE7}" presName="spacer" presStyleCnt="0"/>
      <dgm:spPr/>
    </dgm:pt>
    <dgm:pt modelId="{86418949-FF53-4CD4-AABD-453A0479930A}" type="pres">
      <dgm:prSet presAssocID="{4FDF8192-623A-47B9-999D-4D04D163919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361E8D-A745-4BE5-907F-F59713E236F4}" type="pres">
      <dgm:prSet presAssocID="{9131D344-3D9F-488F-954B-0E51E758CF72}" presName="spacer" presStyleCnt="0"/>
      <dgm:spPr/>
    </dgm:pt>
    <dgm:pt modelId="{3B027D79-3CFF-4260-8F7E-031C1A201700}" type="pres">
      <dgm:prSet presAssocID="{6AADF560-5EA1-475E-89DC-75F71ED8FF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755D0E5-0164-4D20-B079-F9F7AC785DDA}" type="pres">
      <dgm:prSet presAssocID="{EAD41995-C823-424A-B6AF-5AB5EAB69B28}" presName="spacer" presStyleCnt="0"/>
      <dgm:spPr/>
    </dgm:pt>
    <dgm:pt modelId="{776D20CA-9AAC-4B6A-A184-A438A1282DE3}" type="pres">
      <dgm:prSet presAssocID="{9269A948-5ADF-4D5C-B348-E40F365D073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687AA0C-E647-42B1-8091-DFF6C64AD904}" srcId="{36460C1D-9DCF-4108-961E-2D388196CB22}" destId="{9269A948-5ADF-4D5C-B348-E40F365D0734}" srcOrd="3" destOrd="0" parTransId="{73F18B6E-197D-4694-8204-0280C9C3C2DD}" sibTransId="{4AD84CE0-AC21-400E-B997-0280E97B20F6}"/>
    <dgm:cxn modelId="{49573A44-8E95-4ABD-ADE2-E5CB0F7BDB87}" type="presOf" srcId="{36460C1D-9DCF-4108-961E-2D388196CB22}" destId="{DB1A9B91-89DC-435E-9C8F-35F9B776934E}" srcOrd="0" destOrd="0" presId="urn:microsoft.com/office/officeart/2005/8/layout/vList2"/>
    <dgm:cxn modelId="{5333E44E-37BD-40AC-8DB5-C6A9CA51C9CA}" srcId="{36460C1D-9DCF-4108-961E-2D388196CB22}" destId="{6AADF560-5EA1-475E-89DC-75F71ED8FF6F}" srcOrd="2" destOrd="0" parTransId="{ACAED63C-519C-418A-89AC-5AF5CF9A124B}" sibTransId="{EAD41995-C823-424A-B6AF-5AB5EAB69B28}"/>
    <dgm:cxn modelId="{9EEF6975-5007-47C3-8F1B-7541B2C1F0E7}" type="presOf" srcId="{4FDF8192-623A-47B9-999D-4D04D1639190}" destId="{86418949-FF53-4CD4-AABD-453A0479930A}" srcOrd="0" destOrd="0" presId="urn:microsoft.com/office/officeart/2005/8/layout/vList2"/>
    <dgm:cxn modelId="{BA04EA91-AFAB-437E-A4AE-44E5A04B2BB9}" srcId="{36460C1D-9DCF-4108-961E-2D388196CB22}" destId="{6452369C-9A3C-4B64-82DE-E4B09FE44906}" srcOrd="0" destOrd="0" parTransId="{E717F238-3B97-435E-BE4E-083F0E90F6DB}" sibTransId="{CC62D4A9-D4C2-422C-8E69-E3DD38E2FCE7}"/>
    <dgm:cxn modelId="{B08ACD92-6D9C-44C7-97F1-51AF24989A3A}" type="presOf" srcId="{9269A948-5ADF-4D5C-B348-E40F365D0734}" destId="{776D20CA-9AAC-4B6A-A184-A438A1282DE3}" srcOrd="0" destOrd="0" presId="urn:microsoft.com/office/officeart/2005/8/layout/vList2"/>
    <dgm:cxn modelId="{ECBD96A3-1DC6-4DE4-82E3-D119D3278B7A}" type="presOf" srcId="{6452369C-9A3C-4B64-82DE-E4B09FE44906}" destId="{7CAF4C47-1A51-4BFB-AB0F-F4ECB3BC92C4}" srcOrd="0" destOrd="0" presId="urn:microsoft.com/office/officeart/2005/8/layout/vList2"/>
    <dgm:cxn modelId="{8E4038B8-B91E-47E2-9725-E74A8D82CECC}" srcId="{36460C1D-9DCF-4108-961E-2D388196CB22}" destId="{4FDF8192-623A-47B9-999D-4D04D1639190}" srcOrd="1" destOrd="0" parTransId="{4FC625F3-6DCB-4CC4-BF86-2F3E24879CDB}" sibTransId="{9131D344-3D9F-488F-954B-0E51E758CF72}"/>
    <dgm:cxn modelId="{A37C55E3-26DD-45D2-A208-8F1896BC1280}" type="presOf" srcId="{6AADF560-5EA1-475E-89DC-75F71ED8FF6F}" destId="{3B027D79-3CFF-4260-8F7E-031C1A201700}" srcOrd="0" destOrd="0" presId="urn:microsoft.com/office/officeart/2005/8/layout/vList2"/>
    <dgm:cxn modelId="{AFBA8BCB-12F8-448C-AFB3-A4C1A1D4EDA0}" type="presParOf" srcId="{DB1A9B91-89DC-435E-9C8F-35F9B776934E}" destId="{7CAF4C47-1A51-4BFB-AB0F-F4ECB3BC92C4}" srcOrd="0" destOrd="0" presId="urn:microsoft.com/office/officeart/2005/8/layout/vList2"/>
    <dgm:cxn modelId="{F74AB5E4-ACAB-4DDF-AFC9-73C3FE0F61F4}" type="presParOf" srcId="{DB1A9B91-89DC-435E-9C8F-35F9B776934E}" destId="{4F805937-4A95-416E-85E6-8658B8618AB6}" srcOrd="1" destOrd="0" presId="urn:microsoft.com/office/officeart/2005/8/layout/vList2"/>
    <dgm:cxn modelId="{4CB9FBC5-65EF-4DFC-9A6C-CACACB198B38}" type="presParOf" srcId="{DB1A9B91-89DC-435E-9C8F-35F9B776934E}" destId="{86418949-FF53-4CD4-AABD-453A0479930A}" srcOrd="2" destOrd="0" presId="urn:microsoft.com/office/officeart/2005/8/layout/vList2"/>
    <dgm:cxn modelId="{669C12B3-39F3-4916-95E7-5913272861C6}" type="presParOf" srcId="{DB1A9B91-89DC-435E-9C8F-35F9B776934E}" destId="{9C361E8D-A745-4BE5-907F-F59713E236F4}" srcOrd="3" destOrd="0" presId="urn:microsoft.com/office/officeart/2005/8/layout/vList2"/>
    <dgm:cxn modelId="{0825CF4B-AEDB-4036-927E-46776C728962}" type="presParOf" srcId="{DB1A9B91-89DC-435E-9C8F-35F9B776934E}" destId="{3B027D79-3CFF-4260-8F7E-031C1A201700}" srcOrd="4" destOrd="0" presId="urn:microsoft.com/office/officeart/2005/8/layout/vList2"/>
    <dgm:cxn modelId="{D8724D74-968E-4D37-8733-655D21E4640D}" type="presParOf" srcId="{DB1A9B91-89DC-435E-9C8F-35F9B776934E}" destId="{B755D0E5-0164-4D20-B079-F9F7AC785DDA}" srcOrd="5" destOrd="0" presId="urn:microsoft.com/office/officeart/2005/8/layout/vList2"/>
    <dgm:cxn modelId="{A8B88961-12FD-49CD-96DB-B8CEE910DC55}" type="presParOf" srcId="{DB1A9B91-89DC-435E-9C8F-35F9B776934E}" destId="{776D20CA-9AAC-4B6A-A184-A438A1282D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328CCBDB-8B47-462C-86E5-0BA309D9CE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BA3F1AA-3435-4AE3-8F46-94C646C62501}">
      <dgm:prSet/>
      <dgm:spPr/>
      <dgm:t>
        <a:bodyPr/>
        <a:lstStyle/>
        <a:p>
          <a:r>
            <a:rPr lang="uk-UA" b="0" i="0" dirty="0"/>
            <a:t>«Через рік після перемоги під Берестечком повністю загинуло польське військо... Того ж року господарю Василю довелося влаштовувати весілля своєї дочки </a:t>
          </a:r>
          <a:r>
            <a:rPr lang="uk-UA" b="0" i="0" dirty="0" err="1"/>
            <a:t>Розанди</a:t>
          </a:r>
          <a:r>
            <a:rPr lang="uk-UA" b="0" i="0" dirty="0"/>
            <a:t> з </a:t>
          </a:r>
          <a:r>
            <a:rPr lang="uk-UA" b="0" i="0" dirty="0" err="1"/>
            <a:t>Тимошем</a:t>
          </a:r>
          <a:r>
            <a:rPr lang="uk-UA" b="0" i="0" dirty="0"/>
            <a:t>, сином козацького гетьмана </a:t>
          </a:r>
          <a:r>
            <a:rPr lang="uk-UA" b="0" i="0" dirty="0" err="1"/>
            <a:t>Хмеля</a:t>
          </a:r>
          <a:r>
            <a:rPr lang="uk-UA" b="0" i="0" dirty="0"/>
            <a:t>...»</a:t>
          </a:r>
          <a:endParaRPr lang="uk-UA" dirty="0"/>
        </a:p>
      </dgm:t>
    </dgm:pt>
    <dgm:pt modelId="{01F593A1-5DFD-467E-8732-50DD73F0F1AC}" type="sibTrans" cxnId="{4C50B68B-1E1A-4192-8533-DC2237F1DAD7}">
      <dgm:prSet/>
      <dgm:spPr/>
      <dgm:t>
        <a:bodyPr/>
        <a:lstStyle/>
        <a:p>
          <a:endParaRPr lang="uk-UA"/>
        </a:p>
      </dgm:t>
    </dgm:pt>
    <dgm:pt modelId="{19651403-434B-41A8-8F3B-1BAF0CB984CB}" type="parTrans" cxnId="{4C50B68B-1E1A-4192-8533-DC2237F1DAD7}">
      <dgm:prSet/>
      <dgm:spPr/>
      <dgm:t>
        <a:bodyPr/>
        <a:lstStyle/>
        <a:p>
          <a:endParaRPr lang="uk-UA"/>
        </a:p>
      </dgm:t>
    </dgm:pt>
    <dgm:pt modelId="{5864561E-E3F1-4456-898C-C2507A37D7B0}">
      <dgm:prSet/>
      <dgm:spPr/>
      <dgm:t>
        <a:bodyPr/>
        <a:lstStyle/>
        <a:p>
          <a:r>
            <a:rPr lang="uk-UA" b="0" i="0" dirty="0"/>
            <a:t>«Стали поляки обозом та вишикували своє військо на рівнині коло Корсуня. Того ж ранку вдарив Хмельницький зі своїм і ординським військом на поляків. Ті, недовго втримуючи свій стрій, з великими втратами відступили...»</a:t>
          </a:r>
          <a:endParaRPr lang="uk-UA" dirty="0"/>
        </a:p>
      </dgm:t>
    </dgm:pt>
    <dgm:pt modelId="{7D062D8F-BB94-4F33-8B2A-08C13B616FB0}" type="sibTrans" cxnId="{F7322823-60BE-47AF-B346-C5E6E9A6BFEB}">
      <dgm:prSet/>
      <dgm:spPr/>
      <dgm:t>
        <a:bodyPr/>
        <a:lstStyle/>
        <a:p>
          <a:endParaRPr lang="uk-UA"/>
        </a:p>
      </dgm:t>
    </dgm:pt>
    <dgm:pt modelId="{00EB0B1D-0844-4D15-ACD2-2E40D107A02C}" type="parTrans" cxnId="{F7322823-60BE-47AF-B346-C5E6E9A6BFEB}">
      <dgm:prSet/>
      <dgm:spPr/>
      <dgm:t>
        <a:bodyPr/>
        <a:lstStyle/>
        <a:p>
          <a:endParaRPr lang="uk-UA"/>
        </a:p>
      </dgm:t>
    </dgm:pt>
    <dgm:pt modelId="{F1971713-50B9-43DD-8255-097459533A27}" type="pres">
      <dgm:prSet presAssocID="{328CCBDB-8B47-462C-86E5-0BA309D9CE5E}" presName="linear" presStyleCnt="0">
        <dgm:presLayoutVars>
          <dgm:animLvl val="lvl"/>
          <dgm:resizeHandles val="exact"/>
        </dgm:presLayoutVars>
      </dgm:prSet>
      <dgm:spPr/>
    </dgm:pt>
    <dgm:pt modelId="{EC3ED901-889D-47C2-9C74-AF8EC594A5B2}" type="pres">
      <dgm:prSet presAssocID="{3BA3F1AA-3435-4AE3-8F46-94C646C625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D047A03-DEA3-4D75-8739-D1F2038E7382}" type="pres">
      <dgm:prSet presAssocID="{01F593A1-5DFD-467E-8732-50DD73F0F1AC}" presName="spacer" presStyleCnt="0"/>
      <dgm:spPr/>
    </dgm:pt>
    <dgm:pt modelId="{F4D47FEB-1578-41DC-A7D4-859F1F794BB6}" type="pres">
      <dgm:prSet presAssocID="{5864561E-E3F1-4456-898C-C2507A37D7B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7322823-60BE-47AF-B346-C5E6E9A6BFEB}" srcId="{328CCBDB-8B47-462C-86E5-0BA309D9CE5E}" destId="{5864561E-E3F1-4456-898C-C2507A37D7B0}" srcOrd="1" destOrd="0" parTransId="{00EB0B1D-0844-4D15-ACD2-2E40D107A02C}" sibTransId="{7D062D8F-BB94-4F33-8B2A-08C13B616FB0}"/>
    <dgm:cxn modelId="{41807E84-72F8-4AB5-9DED-FF268D9660D1}" type="presOf" srcId="{5864561E-E3F1-4456-898C-C2507A37D7B0}" destId="{F4D47FEB-1578-41DC-A7D4-859F1F794BB6}" srcOrd="0" destOrd="0" presId="urn:microsoft.com/office/officeart/2005/8/layout/vList2"/>
    <dgm:cxn modelId="{4C50B68B-1E1A-4192-8533-DC2237F1DAD7}" srcId="{328CCBDB-8B47-462C-86E5-0BA309D9CE5E}" destId="{3BA3F1AA-3435-4AE3-8F46-94C646C62501}" srcOrd="0" destOrd="0" parTransId="{19651403-434B-41A8-8F3B-1BAF0CB984CB}" sibTransId="{01F593A1-5DFD-467E-8732-50DD73F0F1AC}"/>
    <dgm:cxn modelId="{BF1FF1A8-30EE-4026-95D3-E650B01A0793}" type="presOf" srcId="{328CCBDB-8B47-462C-86E5-0BA309D9CE5E}" destId="{F1971713-50B9-43DD-8255-097459533A27}" srcOrd="0" destOrd="0" presId="urn:microsoft.com/office/officeart/2005/8/layout/vList2"/>
    <dgm:cxn modelId="{90CF33F0-4B14-483D-838F-B7C17E8863E3}" type="presOf" srcId="{3BA3F1AA-3435-4AE3-8F46-94C646C62501}" destId="{EC3ED901-889D-47C2-9C74-AF8EC594A5B2}" srcOrd="0" destOrd="0" presId="urn:microsoft.com/office/officeart/2005/8/layout/vList2"/>
    <dgm:cxn modelId="{2D6CAD12-6336-4E9B-99D4-78F88F3633D0}" type="presParOf" srcId="{F1971713-50B9-43DD-8255-097459533A27}" destId="{EC3ED901-889D-47C2-9C74-AF8EC594A5B2}" srcOrd="0" destOrd="0" presId="urn:microsoft.com/office/officeart/2005/8/layout/vList2"/>
    <dgm:cxn modelId="{4D1B3008-C15F-4454-95A8-01ACCD633CCB}" type="presParOf" srcId="{F1971713-50B9-43DD-8255-097459533A27}" destId="{5D047A03-DEA3-4D75-8739-D1F2038E7382}" srcOrd="1" destOrd="0" presId="urn:microsoft.com/office/officeart/2005/8/layout/vList2"/>
    <dgm:cxn modelId="{880650BB-7C5D-4226-BA77-CB991C27A69E}" type="presParOf" srcId="{F1971713-50B9-43DD-8255-097459533A27}" destId="{F4D47FEB-1578-41DC-A7D4-859F1F794BB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7FD3DDFC-18EA-41BD-B929-C0564A7EC4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FCD16CF-C98B-4564-913E-FCCC66F4DBE1}">
      <dgm:prSet/>
      <dgm:spPr/>
      <dgm:t>
        <a:bodyPr/>
        <a:lstStyle/>
        <a:p>
          <a:r>
            <a:rPr lang="uk-UA" b="0" i="0" dirty="0"/>
            <a:t>«То ми, великий государ, підданого нашого Богдана Хмельницького... і все наше Військо Запорозьке пожалували – веліли їм бути під нашою, царського </a:t>
          </a:r>
          <a:r>
            <a:rPr lang="uk-UA" b="0" i="0" dirty="0" err="1"/>
            <a:t>величества</a:t>
          </a:r>
          <a:r>
            <a:rPr lang="uk-UA" b="0" i="0" dirty="0"/>
            <a:t>, високою рукою, згідно з давнішими їх правами і привілеями...»</a:t>
          </a:r>
          <a:endParaRPr lang="uk-UA" dirty="0"/>
        </a:p>
      </dgm:t>
    </dgm:pt>
    <dgm:pt modelId="{67027C3F-7A51-4E76-B745-5049C98CD2E3}" type="parTrans" cxnId="{7F01F046-BB68-49EF-8DE2-2C37346BE745}">
      <dgm:prSet/>
      <dgm:spPr/>
      <dgm:t>
        <a:bodyPr/>
        <a:lstStyle/>
        <a:p>
          <a:endParaRPr lang="uk-UA"/>
        </a:p>
      </dgm:t>
    </dgm:pt>
    <dgm:pt modelId="{249D3F01-F5F6-45B9-A974-32B6C21616E1}" type="sibTrans" cxnId="{7F01F046-BB68-49EF-8DE2-2C37346BE745}">
      <dgm:prSet/>
      <dgm:spPr/>
      <dgm:t>
        <a:bodyPr/>
        <a:lstStyle/>
        <a:p>
          <a:endParaRPr lang="uk-UA"/>
        </a:p>
      </dgm:t>
    </dgm:pt>
    <dgm:pt modelId="{BB5EBF6E-A2B0-44A0-8024-8CA83A3C0172}">
      <dgm:prSet/>
      <dgm:spPr/>
      <dgm:t>
        <a:bodyPr/>
        <a:lstStyle/>
        <a:p>
          <a:r>
            <a:rPr lang="uk-UA" b="0" i="0" dirty="0"/>
            <a:t>«Увесь народ, вийшовши з Києва, вся чернь вітала його. Академія вітала його промовами як спасителя народу від рабства польського, як Мойсея, вбачаючи в імені Богдан добрий знак і називаючи його Богом даний...»</a:t>
          </a:r>
          <a:endParaRPr lang="uk-UA" dirty="0"/>
        </a:p>
      </dgm:t>
    </dgm:pt>
    <dgm:pt modelId="{E5EE1B34-2C40-4C83-9B44-AB02234F45A0}" type="parTrans" cxnId="{1990D368-2528-44A7-97A5-0A3055853B58}">
      <dgm:prSet/>
      <dgm:spPr/>
      <dgm:t>
        <a:bodyPr/>
        <a:lstStyle/>
        <a:p>
          <a:endParaRPr lang="uk-UA"/>
        </a:p>
      </dgm:t>
    </dgm:pt>
    <dgm:pt modelId="{149D0E57-F306-4404-A345-C50F3F94C22C}" type="sibTrans" cxnId="{1990D368-2528-44A7-97A5-0A3055853B58}">
      <dgm:prSet/>
      <dgm:spPr/>
      <dgm:t>
        <a:bodyPr/>
        <a:lstStyle/>
        <a:p>
          <a:endParaRPr lang="uk-UA"/>
        </a:p>
      </dgm:t>
    </dgm:pt>
    <dgm:pt modelId="{7ED4FD90-E0DF-4887-B1BD-9443139F23CB}" type="pres">
      <dgm:prSet presAssocID="{7FD3DDFC-18EA-41BD-B929-C0564A7EC44F}" presName="linear" presStyleCnt="0">
        <dgm:presLayoutVars>
          <dgm:animLvl val="lvl"/>
          <dgm:resizeHandles val="exact"/>
        </dgm:presLayoutVars>
      </dgm:prSet>
      <dgm:spPr/>
    </dgm:pt>
    <dgm:pt modelId="{6A413B3F-8C1B-4EEB-91F7-D7E507518F40}" type="pres">
      <dgm:prSet presAssocID="{BFCD16CF-C98B-4564-913E-FCCC66F4DB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F632D6-BB92-4858-8C75-F5C07268A2F5}" type="pres">
      <dgm:prSet presAssocID="{249D3F01-F5F6-45B9-A974-32B6C21616E1}" presName="spacer" presStyleCnt="0"/>
      <dgm:spPr/>
    </dgm:pt>
    <dgm:pt modelId="{0250D458-BB5D-43AC-A0D0-C49A17CD9DF2}" type="pres">
      <dgm:prSet presAssocID="{BB5EBF6E-A2B0-44A0-8024-8CA83A3C017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2106812-244A-4BB9-8665-7DAE2FDA9230}" type="presOf" srcId="{BB5EBF6E-A2B0-44A0-8024-8CA83A3C0172}" destId="{0250D458-BB5D-43AC-A0D0-C49A17CD9DF2}" srcOrd="0" destOrd="0" presId="urn:microsoft.com/office/officeart/2005/8/layout/vList2"/>
    <dgm:cxn modelId="{7F01F046-BB68-49EF-8DE2-2C37346BE745}" srcId="{7FD3DDFC-18EA-41BD-B929-C0564A7EC44F}" destId="{BFCD16CF-C98B-4564-913E-FCCC66F4DBE1}" srcOrd="0" destOrd="0" parTransId="{67027C3F-7A51-4E76-B745-5049C98CD2E3}" sibTransId="{249D3F01-F5F6-45B9-A974-32B6C21616E1}"/>
    <dgm:cxn modelId="{1990D368-2528-44A7-97A5-0A3055853B58}" srcId="{7FD3DDFC-18EA-41BD-B929-C0564A7EC44F}" destId="{BB5EBF6E-A2B0-44A0-8024-8CA83A3C0172}" srcOrd="1" destOrd="0" parTransId="{E5EE1B34-2C40-4C83-9B44-AB02234F45A0}" sibTransId="{149D0E57-F306-4404-A345-C50F3F94C22C}"/>
    <dgm:cxn modelId="{46FD5D6C-17FE-4A47-92EB-99F36FC559F0}" type="presOf" srcId="{7FD3DDFC-18EA-41BD-B929-C0564A7EC44F}" destId="{7ED4FD90-E0DF-4887-B1BD-9443139F23CB}" srcOrd="0" destOrd="0" presId="urn:microsoft.com/office/officeart/2005/8/layout/vList2"/>
    <dgm:cxn modelId="{8B735492-D25C-47CE-80EC-4069EF397380}" type="presOf" srcId="{BFCD16CF-C98B-4564-913E-FCCC66F4DBE1}" destId="{6A413B3F-8C1B-4EEB-91F7-D7E507518F40}" srcOrd="0" destOrd="0" presId="urn:microsoft.com/office/officeart/2005/8/layout/vList2"/>
    <dgm:cxn modelId="{147775A2-DA47-4830-9AB9-D34F1517CB2A}" type="presParOf" srcId="{7ED4FD90-E0DF-4887-B1BD-9443139F23CB}" destId="{6A413B3F-8C1B-4EEB-91F7-D7E507518F40}" srcOrd="0" destOrd="0" presId="urn:microsoft.com/office/officeart/2005/8/layout/vList2"/>
    <dgm:cxn modelId="{AF498079-7297-4291-9A08-62CD6F61780D}" type="presParOf" srcId="{7ED4FD90-E0DF-4887-B1BD-9443139F23CB}" destId="{B2F632D6-BB92-4858-8C75-F5C07268A2F5}" srcOrd="1" destOrd="0" presId="urn:microsoft.com/office/officeart/2005/8/layout/vList2"/>
    <dgm:cxn modelId="{9C5493EE-6D70-4132-B380-CCDAC38A4F07}" type="presParOf" srcId="{7ED4FD90-E0DF-4887-B1BD-9443139F23CB}" destId="{0250D458-BB5D-43AC-A0D0-C49A17CD9DF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C491D074-8BF6-4484-9219-CA350A8260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8E0EA0-3D1D-4D15-BECA-B8A962AEAE11}">
      <dgm:prSet/>
      <dgm:spPr/>
      <dgm:t>
        <a:bodyPr/>
        <a:lstStyle/>
        <a:p>
          <a:r>
            <a:rPr lang="uk-UA" b="0" i="0" dirty="0"/>
            <a:t>Різке загострення соціально-політичної боротьби, що вилилася у громадянську війну й спричинила розкол козацької держави на два гетьманства, виділення Запоріжжя в окрему політичну силу.</a:t>
          </a:r>
          <a:endParaRPr lang="uk-UA" dirty="0"/>
        </a:p>
      </dgm:t>
    </dgm:pt>
    <dgm:pt modelId="{AC45C791-E57B-4435-B0C5-C0CFD7032A16}" type="parTrans" cxnId="{C02E82BC-FC2E-49F2-A09F-C62829FE4570}">
      <dgm:prSet/>
      <dgm:spPr/>
      <dgm:t>
        <a:bodyPr/>
        <a:lstStyle/>
        <a:p>
          <a:endParaRPr lang="uk-UA"/>
        </a:p>
      </dgm:t>
    </dgm:pt>
    <dgm:pt modelId="{F469773D-4F79-4214-96BD-7C79C693AF23}" type="sibTrans" cxnId="{C02E82BC-FC2E-49F2-A09F-C62829FE4570}">
      <dgm:prSet/>
      <dgm:spPr/>
      <dgm:t>
        <a:bodyPr/>
        <a:lstStyle/>
        <a:p>
          <a:endParaRPr lang="uk-UA"/>
        </a:p>
      </dgm:t>
    </dgm:pt>
    <dgm:pt modelId="{C18FF119-204D-436B-BE01-B062AEFDCF7C}">
      <dgm:prSet/>
      <dgm:spPr/>
      <dgm:t>
        <a:bodyPr/>
        <a:lstStyle/>
        <a:p>
          <a:r>
            <a:rPr lang="uk-UA" b="0" i="0" dirty="0"/>
            <a:t>Погіршення становища новоутвореної Української козацької держави та активні пошуки її урядом союзників для розгрому Речі Посполитої і возз’єднання в межах єдиної держави усіх українських земель.</a:t>
          </a:r>
          <a:endParaRPr lang="uk-UA" dirty="0"/>
        </a:p>
      </dgm:t>
    </dgm:pt>
    <dgm:pt modelId="{C9F07448-11DF-42EA-AA81-1403AF9DD48E}" type="parTrans" cxnId="{11102387-80C4-434D-8682-4A6E2F5B116C}">
      <dgm:prSet/>
      <dgm:spPr/>
      <dgm:t>
        <a:bodyPr/>
        <a:lstStyle/>
        <a:p>
          <a:endParaRPr lang="uk-UA"/>
        </a:p>
      </dgm:t>
    </dgm:pt>
    <dgm:pt modelId="{D1A6826F-A02D-46B0-A5C6-B70094B381DC}" type="sibTrans" cxnId="{11102387-80C4-434D-8682-4A6E2F5B116C}">
      <dgm:prSet/>
      <dgm:spPr/>
      <dgm:t>
        <a:bodyPr/>
        <a:lstStyle/>
        <a:p>
          <a:endParaRPr lang="uk-UA"/>
        </a:p>
      </dgm:t>
    </dgm:pt>
    <dgm:pt modelId="{5693141C-8385-4074-B5A8-B98AE5E2967E}" type="pres">
      <dgm:prSet presAssocID="{C491D074-8BF6-4484-9219-CA350A826041}" presName="linear" presStyleCnt="0">
        <dgm:presLayoutVars>
          <dgm:animLvl val="lvl"/>
          <dgm:resizeHandles val="exact"/>
        </dgm:presLayoutVars>
      </dgm:prSet>
      <dgm:spPr/>
    </dgm:pt>
    <dgm:pt modelId="{CE33756E-5341-49F5-9FB3-9E104B38B1FA}" type="pres">
      <dgm:prSet presAssocID="{478E0EA0-3D1D-4D15-BECA-B8A962AEAE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A9EB41D-74AD-41B9-A0D4-CCBAAE84C9E8}" type="pres">
      <dgm:prSet presAssocID="{F469773D-4F79-4214-96BD-7C79C693AF23}" presName="spacer" presStyleCnt="0"/>
      <dgm:spPr/>
    </dgm:pt>
    <dgm:pt modelId="{241C4D77-C4CC-4301-B737-719C6961C651}" type="pres">
      <dgm:prSet presAssocID="{C18FF119-204D-436B-BE01-B062AEFDCF7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E52BE49-FA18-433A-A6DA-4F4A9C5C525E}" type="presOf" srcId="{C491D074-8BF6-4484-9219-CA350A826041}" destId="{5693141C-8385-4074-B5A8-B98AE5E2967E}" srcOrd="0" destOrd="0" presId="urn:microsoft.com/office/officeart/2005/8/layout/vList2"/>
    <dgm:cxn modelId="{11102387-80C4-434D-8682-4A6E2F5B116C}" srcId="{C491D074-8BF6-4484-9219-CA350A826041}" destId="{C18FF119-204D-436B-BE01-B062AEFDCF7C}" srcOrd="1" destOrd="0" parTransId="{C9F07448-11DF-42EA-AA81-1403AF9DD48E}" sibTransId="{D1A6826F-A02D-46B0-A5C6-B70094B381DC}"/>
    <dgm:cxn modelId="{E9D3C9B6-3FE3-410B-AD42-862F30AD9D01}" type="presOf" srcId="{C18FF119-204D-436B-BE01-B062AEFDCF7C}" destId="{241C4D77-C4CC-4301-B737-719C6961C651}" srcOrd="0" destOrd="0" presId="urn:microsoft.com/office/officeart/2005/8/layout/vList2"/>
    <dgm:cxn modelId="{C02E82BC-FC2E-49F2-A09F-C62829FE4570}" srcId="{C491D074-8BF6-4484-9219-CA350A826041}" destId="{478E0EA0-3D1D-4D15-BECA-B8A962AEAE11}" srcOrd="0" destOrd="0" parTransId="{AC45C791-E57B-4435-B0C5-C0CFD7032A16}" sibTransId="{F469773D-4F79-4214-96BD-7C79C693AF23}"/>
    <dgm:cxn modelId="{6A9CDAD9-3012-428B-94DC-06C3F8609C2E}" type="presOf" srcId="{478E0EA0-3D1D-4D15-BECA-B8A962AEAE11}" destId="{CE33756E-5341-49F5-9FB3-9E104B38B1FA}" srcOrd="0" destOrd="0" presId="urn:microsoft.com/office/officeart/2005/8/layout/vList2"/>
    <dgm:cxn modelId="{52B63F8C-8850-4492-9EE8-EC12B050B2C8}" type="presParOf" srcId="{5693141C-8385-4074-B5A8-B98AE5E2967E}" destId="{CE33756E-5341-49F5-9FB3-9E104B38B1FA}" srcOrd="0" destOrd="0" presId="urn:microsoft.com/office/officeart/2005/8/layout/vList2"/>
    <dgm:cxn modelId="{66BF2C9E-6F07-4E59-BC02-FB87F5087F9C}" type="presParOf" srcId="{5693141C-8385-4074-B5A8-B98AE5E2967E}" destId="{CA9EB41D-74AD-41B9-A0D4-CCBAAE84C9E8}" srcOrd="1" destOrd="0" presId="urn:microsoft.com/office/officeart/2005/8/layout/vList2"/>
    <dgm:cxn modelId="{90327E46-C967-41A6-9F6E-BC8CE47E2D9F}" type="presParOf" srcId="{5693141C-8385-4074-B5A8-B98AE5E2967E}" destId="{241C4D77-C4CC-4301-B737-719C6961C6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7FF2EEBD-E506-402A-99A4-1E5183F387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9DCBDF-4CE1-497C-B36E-902586DD1A5B}">
      <dgm:prSet/>
      <dgm:spPr/>
      <dgm:t>
        <a:bodyPr/>
        <a:lstStyle/>
        <a:p>
          <a:r>
            <a:rPr lang="uk-UA" b="0" i="0" dirty="0"/>
            <a:t>Намагання польського та московського урядів поділити козацьку державу, що завершилося закріпленням її територіального розколу на міждержавному рівні, боротьба патріотичних сил за возз’єднання козацької держави.</a:t>
          </a:r>
          <a:endParaRPr lang="uk-UA" dirty="0"/>
        </a:p>
      </dgm:t>
    </dgm:pt>
    <dgm:pt modelId="{B789826F-549C-429B-A176-5CB2FAA86DCC}" type="parTrans" cxnId="{0BAEA438-B182-4599-B8F5-CD65E7FB9F2C}">
      <dgm:prSet/>
      <dgm:spPr/>
      <dgm:t>
        <a:bodyPr/>
        <a:lstStyle/>
        <a:p>
          <a:endParaRPr lang="uk-UA"/>
        </a:p>
      </dgm:t>
    </dgm:pt>
    <dgm:pt modelId="{4E46A804-F0C1-4676-B0DB-E02EA53114A9}" type="sibTrans" cxnId="{0BAEA438-B182-4599-B8F5-CD65E7FB9F2C}">
      <dgm:prSet/>
      <dgm:spPr/>
      <dgm:t>
        <a:bodyPr/>
        <a:lstStyle/>
        <a:p>
          <a:endParaRPr lang="uk-UA"/>
        </a:p>
      </dgm:t>
    </dgm:pt>
    <dgm:pt modelId="{B54CEF41-668B-4878-9389-A72AC97A55FD}">
      <dgm:prSet/>
      <dgm:spPr/>
      <dgm:t>
        <a:bodyPr/>
        <a:lstStyle/>
        <a:p>
          <a:r>
            <a:rPr lang="uk-UA" b="0" i="0" dirty="0"/>
            <a:t>Втручання іноземних держав у внутрішні справи України, ліквідація українських державних інституцій на Правобережжі та його спустошення польськими, кримськими, турецькими, московськими військами.</a:t>
          </a:r>
          <a:endParaRPr lang="uk-UA" dirty="0"/>
        </a:p>
      </dgm:t>
    </dgm:pt>
    <dgm:pt modelId="{70204A3D-D8A4-43C5-9407-F1F8AE4084E9}" type="parTrans" cxnId="{BCE7A11F-D992-430B-AA4C-69E71984E1C3}">
      <dgm:prSet/>
      <dgm:spPr/>
      <dgm:t>
        <a:bodyPr/>
        <a:lstStyle/>
        <a:p>
          <a:endParaRPr lang="uk-UA"/>
        </a:p>
      </dgm:t>
    </dgm:pt>
    <dgm:pt modelId="{077F7C18-72D5-4AAA-B4D5-5CAAAECD52A9}" type="sibTrans" cxnId="{BCE7A11F-D992-430B-AA4C-69E71984E1C3}">
      <dgm:prSet/>
      <dgm:spPr/>
      <dgm:t>
        <a:bodyPr/>
        <a:lstStyle/>
        <a:p>
          <a:endParaRPr lang="uk-UA"/>
        </a:p>
      </dgm:t>
    </dgm:pt>
    <dgm:pt modelId="{2F6842B4-AE3D-4F19-8168-3B00B817B072}" type="pres">
      <dgm:prSet presAssocID="{7FF2EEBD-E506-402A-99A4-1E5183F3874B}" presName="linear" presStyleCnt="0">
        <dgm:presLayoutVars>
          <dgm:animLvl val="lvl"/>
          <dgm:resizeHandles val="exact"/>
        </dgm:presLayoutVars>
      </dgm:prSet>
      <dgm:spPr/>
    </dgm:pt>
    <dgm:pt modelId="{2710E1FD-7DBE-47C6-9655-67485E3CDE96}" type="pres">
      <dgm:prSet presAssocID="{2E9DCBDF-4CE1-497C-B36E-902586DD1A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8461E66-AADF-4B94-96B9-3C0B488F421D}" type="pres">
      <dgm:prSet presAssocID="{4E46A804-F0C1-4676-B0DB-E02EA53114A9}" presName="spacer" presStyleCnt="0"/>
      <dgm:spPr/>
    </dgm:pt>
    <dgm:pt modelId="{379032A9-8293-4BF5-AB9D-D61550276101}" type="pres">
      <dgm:prSet presAssocID="{B54CEF41-668B-4878-9389-A72AC97A55F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EA65709-8A17-4FBC-B8AA-33A44E69C0FE}" type="presOf" srcId="{B54CEF41-668B-4878-9389-A72AC97A55FD}" destId="{379032A9-8293-4BF5-AB9D-D61550276101}" srcOrd="0" destOrd="0" presId="urn:microsoft.com/office/officeart/2005/8/layout/vList2"/>
    <dgm:cxn modelId="{BCE7A11F-D992-430B-AA4C-69E71984E1C3}" srcId="{7FF2EEBD-E506-402A-99A4-1E5183F3874B}" destId="{B54CEF41-668B-4878-9389-A72AC97A55FD}" srcOrd="1" destOrd="0" parTransId="{70204A3D-D8A4-43C5-9407-F1F8AE4084E9}" sibTransId="{077F7C18-72D5-4AAA-B4D5-5CAAAECD52A9}"/>
    <dgm:cxn modelId="{35C10732-5CFA-4C5B-B836-730EF1D3BF3B}" type="presOf" srcId="{7FF2EEBD-E506-402A-99A4-1E5183F3874B}" destId="{2F6842B4-AE3D-4F19-8168-3B00B817B072}" srcOrd="0" destOrd="0" presId="urn:microsoft.com/office/officeart/2005/8/layout/vList2"/>
    <dgm:cxn modelId="{0BAEA438-B182-4599-B8F5-CD65E7FB9F2C}" srcId="{7FF2EEBD-E506-402A-99A4-1E5183F3874B}" destId="{2E9DCBDF-4CE1-497C-B36E-902586DD1A5B}" srcOrd="0" destOrd="0" parTransId="{B789826F-549C-429B-A176-5CB2FAA86DCC}" sibTransId="{4E46A804-F0C1-4676-B0DB-E02EA53114A9}"/>
    <dgm:cxn modelId="{187591DE-B093-4530-8D51-D84C92143E98}" type="presOf" srcId="{2E9DCBDF-4CE1-497C-B36E-902586DD1A5B}" destId="{2710E1FD-7DBE-47C6-9655-67485E3CDE96}" srcOrd="0" destOrd="0" presId="urn:microsoft.com/office/officeart/2005/8/layout/vList2"/>
    <dgm:cxn modelId="{99DDC1CA-583B-4AF9-9444-A15175FF97ED}" type="presParOf" srcId="{2F6842B4-AE3D-4F19-8168-3B00B817B072}" destId="{2710E1FD-7DBE-47C6-9655-67485E3CDE96}" srcOrd="0" destOrd="0" presId="urn:microsoft.com/office/officeart/2005/8/layout/vList2"/>
    <dgm:cxn modelId="{01913720-BFC6-4135-AC48-B42559BCDA6F}" type="presParOf" srcId="{2F6842B4-AE3D-4F19-8168-3B00B817B072}" destId="{98461E66-AADF-4B94-96B9-3C0B488F421D}" srcOrd="1" destOrd="0" presId="urn:microsoft.com/office/officeart/2005/8/layout/vList2"/>
    <dgm:cxn modelId="{001BA4E3-0F32-4DD9-B412-EF06583F052B}" type="presParOf" srcId="{2F6842B4-AE3D-4F19-8168-3B00B817B072}" destId="{379032A9-8293-4BF5-AB9D-D6155027610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8F1DA22A-4363-4E42-A488-0BBA3F3FDC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149C92-B511-4727-92E6-19CF63BD8FE3}">
      <dgm:prSet/>
      <dgm:spPr/>
      <dgm:t>
        <a:bodyPr/>
        <a:lstStyle/>
        <a:p>
          <a:r>
            <a:rPr lang="uk-UA" b="0" i="0"/>
            <a:t>Андрусівського перемир’я, Московською державою, гетьмана П. Дорошенка, Османською імперією</a:t>
          </a:r>
          <a:endParaRPr lang="uk-UA"/>
        </a:p>
      </dgm:t>
    </dgm:pt>
    <dgm:pt modelId="{4C95565D-4CB3-41A8-A323-B9DF34F0DF5F}" type="parTrans" cxnId="{192508F4-60CE-4216-A21B-6B175432D6B2}">
      <dgm:prSet/>
      <dgm:spPr/>
      <dgm:t>
        <a:bodyPr/>
        <a:lstStyle/>
        <a:p>
          <a:endParaRPr lang="uk-UA"/>
        </a:p>
      </dgm:t>
    </dgm:pt>
    <dgm:pt modelId="{2012BD6F-F796-4FB1-8BDC-9A963D92C42C}" type="sibTrans" cxnId="{192508F4-60CE-4216-A21B-6B175432D6B2}">
      <dgm:prSet/>
      <dgm:spPr/>
      <dgm:t>
        <a:bodyPr/>
        <a:lstStyle/>
        <a:p>
          <a:endParaRPr lang="uk-UA"/>
        </a:p>
      </dgm:t>
    </dgm:pt>
    <dgm:pt modelId="{0E42C369-A845-4DCB-8DD9-2A02F22A3774}">
      <dgm:prSet/>
      <dgm:spPr/>
      <dgm:t>
        <a:bodyPr/>
        <a:lstStyle/>
        <a:p>
          <a:r>
            <a:rPr lang="uk-UA" b="0" i="0" dirty="0"/>
            <a:t>Гадяцького договору, Гетьманщиною, царя Олексія Михайловича, Кримським ханством</a:t>
          </a:r>
          <a:endParaRPr lang="uk-UA" dirty="0"/>
        </a:p>
      </dgm:t>
    </dgm:pt>
    <dgm:pt modelId="{3D4EFD61-3E1E-449C-9064-2BFB23713054}" type="parTrans" cxnId="{ECF688A2-7E56-4258-9CC9-888060BE4D9F}">
      <dgm:prSet/>
      <dgm:spPr/>
      <dgm:t>
        <a:bodyPr/>
        <a:lstStyle/>
        <a:p>
          <a:endParaRPr lang="uk-UA"/>
        </a:p>
      </dgm:t>
    </dgm:pt>
    <dgm:pt modelId="{2D41D1C1-94B9-450D-85C7-58074FB5B29A}" type="sibTrans" cxnId="{ECF688A2-7E56-4258-9CC9-888060BE4D9F}">
      <dgm:prSet/>
      <dgm:spPr/>
      <dgm:t>
        <a:bodyPr/>
        <a:lstStyle/>
        <a:p>
          <a:endParaRPr lang="uk-UA"/>
        </a:p>
      </dgm:t>
    </dgm:pt>
    <dgm:pt modelId="{54825821-F88F-4BDB-A97B-97E6952AB628}">
      <dgm:prSet/>
      <dgm:spPr/>
      <dgm:t>
        <a:bodyPr/>
        <a:lstStyle/>
        <a:p>
          <a:r>
            <a:rPr lang="uk-UA" b="0" i="0"/>
            <a:t>Віленського перемир’я, Московською державою, гетьмана Б. Хмельницького, Швецією</a:t>
          </a:r>
          <a:endParaRPr lang="uk-UA"/>
        </a:p>
      </dgm:t>
    </dgm:pt>
    <dgm:pt modelId="{B1EE2FC3-5362-40DA-9548-9481A1124827}" type="parTrans" cxnId="{E265CFC0-E523-471A-ACD5-B3F6C5D9A473}">
      <dgm:prSet/>
      <dgm:spPr/>
      <dgm:t>
        <a:bodyPr/>
        <a:lstStyle/>
        <a:p>
          <a:endParaRPr lang="uk-UA"/>
        </a:p>
      </dgm:t>
    </dgm:pt>
    <dgm:pt modelId="{4D3A8AB5-3E2D-4688-860D-07DD49AEECE1}" type="sibTrans" cxnId="{E265CFC0-E523-471A-ACD5-B3F6C5D9A473}">
      <dgm:prSet/>
      <dgm:spPr/>
      <dgm:t>
        <a:bodyPr/>
        <a:lstStyle/>
        <a:p>
          <a:endParaRPr lang="uk-UA"/>
        </a:p>
      </dgm:t>
    </dgm:pt>
    <dgm:pt modelId="{242B2A86-7A7E-4EF1-9637-416F63AAE302}">
      <dgm:prSet/>
      <dgm:spPr/>
      <dgm:t>
        <a:bodyPr/>
        <a:lstStyle/>
        <a:p>
          <a:r>
            <a:rPr lang="uk-UA" b="0" i="0" dirty="0"/>
            <a:t>«Вічного миру», Московською державою, султана Магомета </a:t>
          </a:r>
          <a:r>
            <a:rPr lang="en-US" b="0" i="0" dirty="0"/>
            <a:t>IV, </a:t>
          </a:r>
          <a:r>
            <a:rPr lang="uk-UA" b="0" i="0" dirty="0"/>
            <a:t>Гетьманщиною</a:t>
          </a:r>
          <a:endParaRPr lang="uk-UA" dirty="0"/>
        </a:p>
      </dgm:t>
    </dgm:pt>
    <dgm:pt modelId="{A4AABEE8-210E-49CC-8145-66A317FF8720}" type="parTrans" cxnId="{3E2A2AEB-67F9-44CD-8356-060E684B1893}">
      <dgm:prSet/>
      <dgm:spPr/>
      <dgm:t>
        <a:bodyPr/>
        <a:lstStyle/>
        <a:p>
          <a:endParaRPr lang="uk-UA"/>
        </a:p>
      </dgm:t>
    </dgm:pt>
    <dgm:pt modelId="{D417D4F4-9B78-4A1E-A74A-E07A020694DB}" type="sibTrans" cxnId="{3E2A2AEB-67F9-44CD-8356-060E684B1893}">
      <dgm:prSet/>
      <dgm:spPr/>
      <dgm:t>
        <a:bodyPr/>
        <a:lstStyle/>
        <a:p>
          <a:endParaRPr lang="uk-UA"/>
        </a:p>
      </dgm:t>
    </dgm:pt>
    <dgm:pt modelId="{39DFFEFB-1ECA-49BF-B433-06A9BA828B41}" type="pres">
      <dgm:prSet presAssocID="{8F1DA22A-4363-4E42-A488-0BBA3F3FDC8A}" presName="linear" presStyleCnt="0">
        <dgm:presLayoutVars>
          <dgm:animLvl val="lvl"/>
          <dgm:resizeHandles val="exact"/>
        </dgm:presLayoutVars>
      </dgm:prSet>
      <dgm:spPr/>
    </dgm:pt>
    <dgm:pt modelId="{6F1A8C7C-22E1-4014-8D75-C0FB5CFF2D1F}" type="pres">
      <dgm:prSet presAssocID="{30149C92-B511-4727-92E6-19CF63BD8F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B4A7CA-07F9-41C1-A518-FF0543FD88BB}" type="pres">
      <dgm:prSet presAssocID="{2012BD6F-F796-4FB1-8BDC-9A963D92C42C}" presName="spacer" presStyleCnt="0"/>
      <dgm:spPr/>
    </dgm:pt>
    <dgm:pt modelId="{3437ABD7-F93F-460D-B3DC-120028F82973}" type="pres">
      <dgm:prSet presAssocID="{0E42C369-A845-4DCB-8DD9-2A02F22A37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72E446-A5C6-4F12-B6DD-FB017F201216}" type="pres">
      <dgm:prSet presAssocID="{2D41D1C1-94B9-450D-85C7-58074FB5B29A}" presName="spacer" presStyleCnt="0"/>
      <dgm:spPr/>
    </dgm:pt>
    <dgm:pt modelId="{2E8BC814-F29A-4654-90F2-1ECF72494072}" type="pres">
      <dgm:prSet presAssocID="{54825821-F88F-4BDB-A97B-97E6952AB6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A8A3AD-0828-439D-8BC2-690E59795998}" type="pres">
      <dgm:prSet presAssocID="{4D3A8AB5-3E2D-4688-860D-07DD49AEECE1}" presName="spacer" presStyleCnt="0"/>
      <dgm:spPr/>
    </dgm:pt>
    <dgm:pt modelId="{2B8532A0-034B-4A30-B8BE-A4CBE1A726B5}" type="pres">
      <dgm:prSet presAssocID="{242B2A86-7A7E-4EF1-9637-416F63AAE3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98460B-6F0D-42D7-8442-2664FA2B97B7}" type="presOf" srcId="{54825821-F88F-4BDB-A97B-97E6952AB628}" destId="{2E8BC814-F29A-4654-90F2-1ECF72494072}" srcOrd="0" destOrd="0" presId="urn:microsoft.com/office/officeart/2005/8/layout/vList2"/>
    <dgm:cxn modelId="{9DDC4440-F60D-4DEB-BA76-A72AEE13507A}" type="presOf" srcId="{242B2A86-7A7E-4EF1-9637-416F63AAE302}" destId="{2B8532A0-034B-4A30-B8BE-A4CBE1A726B5}" srcOrd="0" destOrd="0" presId="urn:microsoft.com/office/officeart/2005/8/layout/vList2"/>
    <dgm:cxn modelId="{ECF688A2-7E56-4258-9CC9-888060BE4D9F}" srcId="{8F1DA22A-4363-4E42-A488-0BBA3F3FDC8A}" destId="{0E42C369-A845-4DCB-8DD9-2A02F22A3774}" srcOrd="1" destOrd="0" parTransId="{3D4EFD61-3E1E-449C-9064-2BFB23713054}" sibTransId="{2D41D1C1-94B9-450D-85C7-58074FB5B29A}"/>
    <dgm:cxn modelId="{9A8A2BA6-A5FB-40FB-9138-F3A4430BEBCA}" type="presOf" srcId="{0E42C369-A845-4DCB-8DD9-2A02F22A3774}" destId="{3437ABD7-F93F-460D-B3DC-120028F82973}" srcOrd="0" destOrd="0" presId="urn:microsoft.com/office/officeart/2005/8/layout/vList2"/>
    <dgm:cxn modelId="{218C5DAA-8848-40E5-BE05-FCDEA09BECEE}" type="presOf" srcId="{30149C92-B511-4727-92E6-19CF63BD8FE3}" destId="{6F1A8C7C-22E1-4014-8D75-C0FB5CFF2D1F}" srcOrd="0" destOrd="0" presId="urn:microsoft.com/office/officeart/2005/8/layout/vList2"/>
    <dgm:cxn modelId="{E265CFC0-E523-471A-ACD5-B3F6C5D9A473}" srcId="{8F1DA22A-4363-4E42-A488-0BBA3F3FDC8A}" destId="{54825821-F88F-4BDB-A97B-97E6952AB628}" srcOrd="2" destOrd="0" parTransId="{B1EE2FC3-5362-40DA-9548-9481A1124827}" sibTransId="{4D3A8AB5-3E2D-4688-860D-07DD49AEECE1}"/>
    <dgm:cxn modelId="{C43A22DB-0FE5-45FF-9987-496B2EFA144E}" type="presOf" srcId="{8F1DA22A-4363-4E42-A488-0BBA3F3FDC8A}" destId="{39DFFEFB-1ECA-49BF-B433-06A9BA828B41}" srcOrd="0" destOrd="0" presId="urn:microsoft.com/office/officeart/2005/8/layout/vList2"/>
    <dgm:cxn modelId="{3E2A2AEB-67F9-44CD-8356-060E684B1893}" srcId="{8F1DA22A-4363-4E42-A488-0BBA3F3FDC8A}" destId="{242B2A86-7A7E-4EF1-9637-416F63AAE302}" srcOrd="3" destOrd="0" parTransId="{A4AABEE8-210E-49CC-8145-66A317FF8720}" sibTransId="{D417D4F4-9B78-4A1E-A74A-E07A020694DB}"/>
    <dgm:cxn modelId="{192508F4-60CE-4216-A21B-6B175432D6B2}" srcId="{8F1DA22A-4363-4E42-A488-0BBA3F3FDC8A}" destId="{30149C92-B511-4727-92E6-19CF63BD8FE3}" srcOrd="0" destOrd="0" parTransId="{4C95565D-4CB3-41A8-A323-B9DF34F0DF5F}" sibTransId="{2012BD6F-F796-4FB1-8BDC-9A963D92C42C}"/>
    <dgm:cxn modelId="{B2964AFF-DE89-4E09-B95D-AF998AE6A7AA}" type="presParOf" srcId="{39DFFEFB-1ECA-49BF-B433-06A9BA828B41}" destId="{6F1A8C7C-22E1-4014-8D75-C0FB5CFF2D1F}" srcOrd="0" destOrd="0" presId="urn:microsoft.com/office/officeart/2005/8/layout/vList2"/>
    <dgm:cxn modelId="{E336C562-9E14-494F-8DE4-705A619EA7A9}" type="presParOf" srcId="{39DFFEFB-1ECA-49BF-B433-06A9BA828B41}" destId="{8FB4A7CA-07F9-41C1-A518-FF0543FD88BB}" srcOrd="1" destOrd="0" presId="urn:microsoft.com/office/officeart/2005/8/layout/vList2"/>
    <dgm:cxn modelId="{686EF21F-4DEC-46C4-875C-5711226BE92D}" type="presParOf" srcId="{39DFFEFB-1ECA-49BF-B433-06A9BA828B41}" destId="{3437ABD7-F93F-460D-B3DC-120028F82973}" srcOrd="2" destOrd="0" presId="urn:microsoft.com/office/officeart/2005/8/layout/vList2"/>
    <dgm:cxn modelId="{1423CA1C-5425-48C4-919D-C9F9935ACCC0}" type="presParOf" srcId="{39DFFEFB-1ECA-49BF-B433-06A9BA828B41}" destId="{C672E446-A5C6-4F12-B6DD-FB017F201216}" srcOrd="3" destOrd="0" presId="urn:microsoft.com/office/officeart/2005/8/layout/vList2"/>
    <dgm:cxn modelId="{1A808C42-A9C3-4EEE-8FB6-752E5052E33C}" type="presParOf" srcId="{39DFFEFB-1ECA-49BF-B433-06A9BA828B41}" destId="{2E8BC814-F29A-4654-90F2-1ECF72494072}" srcOrd="4" destOrd="0" presId="urn:microsoft.com/office/officeart/2005/8/layout/vList2"/>
    <dgm:cxn modelId="{8BBBCFD8-C685-4C81-888D-78C8A0A1C54A}" type="presParOf" srcId="{39DFFEFB-1ECA-49BF-B433-06A9BA828B41}" destId="{F3A8A3AD-0828-439D-8BC2-690E59795998}" srcOrd="5" destOrd="0" presId="urn:microsoft.com/office/officeart/2005/8/layout/vList2"/>
    <dgm:cxn modelId="{48452725-6155-462A-91DD-D81A4A09C2B4}" type="presParOf" srcId="{39DFFEFB-1ECA-49BF-B433-06A9BA828B41}" destId="{2B8532A0-034B-4A30-B8BE-A4CBE1A726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9D0C96C5-C608-4B0D-A9CD-D9F456803E4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DE1E9E8-505C-47FA-BED6-6D64D1EEDDD2}">
      <dgm:prSet/>
      <dgm:spPr/>
      <dgm:t>
        <a:bodyPr/>
        <a:lstStyle/>
        <a:p>
          <a:r>
            <a:rPr lang="uk-UA" b="0" i="0" dirty="0"/>
            <a:t>складання козацького реєстру королем Стефаном Баторієм.</a:t>
          </a:r>
          <a:endParaRPr lang="uk-UA" dirty="0"/>
        </a:p>
      </dgm:t>
    </dgm:pt>
    <dgm:pt modelId="{8295BBFF-140C-4B5C-94A8-7A189A3FB493}" type="parTrans" cxnId="{6632E6AD-8B1A-4AC8-BB15-00E845A7B059}">
      <dgm:prSet/>
      <dgm:spPr/>
      <dgm:t>
        <a:bodyPr/>
        <a:lstStyle/>
        <a:p>
          <a:endParaRPr lang="uk-UA"/>
        </a:p>
      </dgm:t>
    </dgm:pt>
    <dgm:pt modelId="{34A7EC7C-A22A-4901-BC88-49A76EA5E0D8}" type="sibTrans" cxnId="{6632E6AD-8B1A-4AC8-BB15-00E845A7B059}">
      <dgm:prSet/>
      <dgm:spPr/>
      <dgm:t>
        <a:bodyPr/>
        <a:lstStyle/>
        <a:p>
          <a:endParaRPr lang="uk-UA"/>
        </a:p>
      </dgm:t>
    </dgm:pt>
    <dgm:pt modelId="{EF1CA596-C080-44E2-B002-FB5CDFD8AA6E}">
      <dgm:prSet/>
      <dgm:spPr/>
      <dgm:t>
        <a:bodyPr/>
        <a:lstStyle/>
        <a:p>
          <a:r>
            <a:rPr lang="uk-UA" b="0" i="0"/>
            <a:t>активізації морських походів козаків проти Османської імперії.</a:t>
          </a:r>
          <a:endParaRPr lang="uk-UA"/>
        </a:p>
      </dgm:t>
    </dgm:pt>
    <dgm:pt modelId="{BFA3843D-72A8-4044-9FCF-7E9CEAC9C17E}" type="parTrans" cxnId="{974EE42D-10A2-4261-96D5-B7C82EF7C917}">
      <dgm:prSet/>
      <dgm:spPr/>
      <dgm:t>
        <a:bodyPr/>
        <a:lstStyle/>
        <a:p>
          <a:endParaRPr lang="uk-UA"/>
        </a:p>
      </dgm:t>
    </dgm:pt>
    <dgm:pt modelId="{C6C02647-6436-46A4-8537-A9C9F091A5F0}" type="sibTrans" cxnId="{974EE42D-10A2-4261-96D5-B7C82EF7C917}">
      <dgm:prSet/>
      <dgm:spPr/>
      <dgm:t>
        <a:bodyPr/>
        <a:lstStyle/>
        <a:p>
          <a:endParaRPr lang="uk-UA"/>
        </a:p>
      </dgm:t>
    </dgm:pt>
    <dgm:pt modelId="{4735904D-47D0-4A71-B31B-964E905CFD66}">
      <dgm:prSet/>
      <dgm:spPr/>
      <dgm:t>
        <a:bodyPr/>
        <a:lstStyle/>
        <a:p>
          <a:r>
            <a:rPr lang="uk-UA" b="0" i="0"/>
            <a:t>розгортання національно-визвольної війни під проводом Б. Хмельницького.</a:t>
          </a:r>
          <a:endParaRPr lang="uk-UA"/>
        </a:p>
      </dgm:t>
    </dgm:pt>
    <dgm:pt modelId="{5CA3EDE1-C5B0-455E-9D27-C851F59C7511}" type="parTrans" cxnId="{528CAF03-36A0-4607-9711-734EBE8013CE}">
      <dgm:prSet/>
      <dgm:spPr/>
      <dgm:t>
        <a:bodyPr/>
        <a:lstStyle/>
        <a:p>
          <a:endParaRPr lang="uk-UA"/>
        </a:p>
      </dgm:t>
    </dgm:pt>
    <dgm:pt modelId="{7B24FC20-3D54-4E78-8C16-1107ADCDEBE1}" type="sibTrans" cxnId="{528CAF03-36A0-4607-9711-734EBE8013CE}">
      <dgm:prSet/>
      <dgm:spPr/>
      <dgm:t>
        <a:bodyPr/>
        <a:lstStyle/>
        <a:p>
          <a:endParaRPr lang="uk-UA"/>
        </a:p>
      </dgm:t>
    </dgm:pt>
    <dgm:pt modelId="{BD8510A9-6344-45A8-908A-1211FB678BC5}">
      <dgm:prSet/>
      <dgm:spPr/>
      <dgm:t>
        <a:bodyPr/>
        <a:lstStyle/>
        <a:p>
          <a:r>
            <a:rPr lang="uk-UA" b="0" i="0" dirty="0"/>
            <a:t>установлення «десятиліття золотого спокою» в Речі Посполитій.</a:t>
          </a:r>
          <a:endParaRPr lang="uk-UA" dirty="0"/>
        </a:p>
      </dgm:t>
    </dgm:pt>
    <dgm:pt modelId="{90F7A220-66B3-476A-9800-5F46C09DE649}" type="parTrans" cxnId="{4DE5AC23-851E-4C93-9F83-CCCDB813F7F4}">
      <dgm:prSet/>
      <dgm:spPr/>
      <dgm:t>
        <a:bodyPr/>
        <a:lstStyle/>
        <a:p>
          <a:endParaRPr lang="uk-UA"/>
        </a:p>
      </dgm:t>
    </dgm:pt>
    <dgm:pt modelId="{64297CA0-BBD1-4DDC-B4C8-BC074B59C7B3}" type="sibTrans" cxnId="{4DE5AC23-851E-4C93-9F83-CCCDB813F7F4}">
      <dgm:prSet/>
      <dgm:spPr/>
      <dgm:t>
        <a:bodyPr/>
        <a:lstStyle/>
        <a:p>
          <a:endParaRPr lang="uk-UA"/>
        </a:p>
      </dgm:t>
    </dgm:pt>
    <dgm:pt modelId="{E220D61D-9940-47ED-A5CE-783635934FB2}" type="pres">
      <dgm:prSet presAssocID="{9D0C96C5-C608-4B0D-A9CD-D9F456803E4A}" presName="linearFlow" presStyleCnt="0">
        <dgm:presLayoutVars>
          <dgm:dir/>
          <dgm:resizeHandles val="exact"/>
        </dgm:presLayoutVars>
      </dgm:prSet>
      <dgm:spPr/>
    </dgm:pt>
    <dgm:pt modelId="{CECEE207-071D-48E1-A6E3-88A25FA7FB06}" type="pres">
      <dgm:prSet presAssocID="{3DE1E9E8-505C-47FA-BED6-6D64D1EEDDD2}" presName="composite" presStyleCnt="0"/>
      <dgm:spPr/>
    </dgm:pt>
    <dgm:pt modelId="{B85BC177-37D3-4680-BC0C-A6967E39A21E}" type="pres">
      <dgm:prSet presAssocID="{3DE1E9E8-505C-47FA-BED6-6D64D1EEDDD2}" presName="imgShp" presStyleLbl="fgImgPlace1" presStyleIdx="0" presStyleCnt="4"/>
      <dgm:spPr/>
    </dgm:pt>
    <dgm:pt modelId="{AC792086-718C-46EB-9D59-4EA6561EDC44}" type="pres">
      <dgm:prSet presAssocID="{3DE1E9E8-505C-47FA-BED6-6D64D1EEDDD2}" presName="txShp" presStyleLbl="node1" presStyleIdx="0" presStyleCnt="4">
        <dgm:presLayoutVars>
          <dgm:bulletEnabled val="1"/>
        </dgm:presLayoutVars>
      </dgm:prSet>
      <dgm:spPr/>
    </dgm:pt>
    <dgm:pt modelId="{1BBEC128-9C32-4071-8BBD-BA5D4CEBF66F}" type="pres">
      <dgm:prSet presAssocID="{34A7EC7C-A22A-4901-BC88-49A76EA5E0D8}" presName="spacing" presStyleCnt="0"/>
      <dgm:spPr/>
    </dgm:pt>
    <dgm:pt modelId="{4C5A4C92-B442-43A0-9392-FB2F601A364F}" type="pres">
      <dgm:prSet presAssocID="{EF1CA596-C080-44E2-B002-FB5CDFD8AA6E}" presName="composite" presStyleCnt="0"/>
      <dgm:spPr/>
    </dgm:pt>
    <dgm:pt modelId="{02549704-49F1-4E49-9F14-E2B6BE7C686D}" type="pres">
      <dgm:prSet presAssocID="{EF1CA596-C080-44E2-B002-FB5CDFD8AA6E}" presName="imgShp" presStyleLbl="fgImgPlace1" presStyleIdx="1" presStyleCnt="4"/>
      <dgm:spPr/>
    </dgm:pt>
    <dgm:pt modelId="{3A175690-60A4-4C1F-A10A-AB5093B1D815}" type="pres">
      <dgm:prSet presAssocID="{EF1CA596-C080-44E2-B002-FB5CDFD8AA6E}" presName="txShp" presStyleLbl="node1" presStyleIdx="1" presStyleCnt="4">
        <dgm:presLayoutVars>
          <dgm:bulletEnabled val="1"/>
        </dgm:presLayoutVars>
      </dgm:prSet>
      <dgm:spPr/>
    </dgm:pt>
    <dgm:pt modelId="{A2A0D986-0480-4C64-8FE9-1E61607487F4}" type="pres">
      <dgm:prSet presAssocID="{C6C02647-6436-46A4-8537-A9C9F091A5F0}" presName="spacing" presStyleCnt="0"/>
      <dgm:spPr/>
    </dgm:pt>
    <dgm:pt modelId="{128638C9-B88B-4105-A630-5D92530E0B10}" type="pres">
      <dgm:prSet presAssocID="{4735904D-47D0-4A71-B31B-964E905CFD66}" presName="composite" presStyleCnt="0"/>
      <dgm:spPr/>
    </dgm:pt>
    <dgm:pt modelId="{0C9B56A1-A9A3-4009-BE71-CB0AAC22A7D9}" type="pres">
      <dgm:prSet presAssocID="{4735904D-47D0-4A71-B31B-964E905CFD66}" presName="imgShp" presStyleLbl="fgImgPlace1" presStyleIdx="2" presStyleCnt="4"/>
      <dgm:spPr/>
    </dgm:pt>
    <dgm:pt modelId="{98AC8552-AA97-49F9-AF39-0D417D5DB523}" type="pres">
      <dgm:prSet presAssocID="{4735904D-47D0-4A71-B31B-964E905CFD66}" presName="txShp" presStyleLbl="node1" presStyleIdx="2" presStyleCnt="4">
        <dgm:presLayoutVars>
          <dgm:bulletEnabled val="1"/>
        </dgm:presLayoutVars>
      </dgm:prSet>
      <dgm:spPr/>
    </dgm:pt>
    <dgm:pt modelId="{43152582-E117-422E-9346-CFEDB14AE4C7}" type="pres">
      <dgm:prSet presAssocID="{7B24FC20-3D54-4E78-8C16-1107ADCDEBE1}" presName="spacing" presStyleCnt="0"/>
      <dgm:spPr/>
    </dgm:pt>
    <dgm:pt modelId="{F8610CD6-6D02-4B2F-92A7-186CCCDF10B0}" type="pres">
      <dgm:prSet presAssocID="{BD8510A9-6344-45A8-908A-1211FB678BC5}" presName="composite" presStyleCnt="0"/>
      <dgm:spPr/>
    </dgm:pt>
    <dgm:pt modelId="{0D15EB00-B924-4455-A744-5CDB77EC6F32}" type="pres">
      <dgm:prSet presAssocID="{BD8510A9-6344-45A8-908A-1211FB678BC5}" presName="imgShp" presStyleLbl="fgImgPlace1" presStyleIdx="3" presStyleCnt="4"/>
      <dgm:spPr/>
    </dgm:pt>
    <dgm:pt modelId="{ADCF26E5-AE3B-453E-9983-487E9EFC20B7}" type="pres">
      <dgm:prSet presAssocID="{BD8510A9-6344-45A8-908A-1211FB678BC5}" presName="txShp" presStyleLbl="node1" presStyleIdx="3" presStyleCnt="4">
        <dgm:presLayoutVars>
          <dgm:bulletEnabled val="1"/>
        </dgm:presLayoutVars>
      </dgm:prSet>
      <dgm:spPr/>
    </dgm:pt>
  </dgm:ptLst>
  <dgm:cxnLst>
    <dgm:cxn modelId="{FC0D1D01-E1C9-4BCB-89A8-F999D94E6937}" type="presOf" srcId="{3DE1E9E8-505C-47FA-BED6-6D64D1EEDDD2}" destId="{AC792086-718C-46EB-9D59-4EA6561EDC44}" srcOrd="0" destOrd="0" presId="urn:microsoft.com/office/officeart/2005/8/layout/vList3"/>
    <dgm:cxn modelId="{528CAF03-36A0-4607-9711-734EBE8013CE}" srcId="{9D0C96C5-C608-4B0D-A9CD-D9F456803E4A}" destId="{4735904D-47D0-4A71-B31B-964E905CFD66}" srcOrd="2" destOrd="0" parTransId="{5CA3EDE1-C5B0-455E-9D27-C851F59C7511}" sibTransId="{7B24FC20-3D54-4E78-8C16-1107ADCDEBE1}"/>
    <dgm:cxn modelId="{CE5C3310-1DBF-4BD2-A1EA-B830293C7C78}" type="presOf" srcId="{EF1CA596-C080-44E2-B002-FB5CDFD8AA6E}" destId="{3A175690-60A4-4C1F-A10A-AB5093B1D815}" srcOrd="0" destOrd="0" presId="urn:microsoft.com/office/officeart/2005/8/layout/vList3"/>
    <dgm:cxn modelId="{542B631D-A9D7-4AD7-9B32-E71DCD09AAA0}" type="presOf" srcId="{BD8510A9-6344-45A8-908A-1211FB678BC5}" destId="{ADCF26E5-AE3B-453E-9983-487E9EFC20B7}" srcOrd="0" destOrd="0" presId="urn:microsoft.com/office/officeart/2005/8/layout/vList3"/>
    <dgm:cxn modelId="{4DE5AC23-851E-4C93-9F83-CCCDB813F7F4}" srcId="{9D0C96C5-C608-4B0D-A9CD-D9F456803E4A}" destId="{BD8510A9-6344-45A8-908A-1211FB678BC5}" srcOrd="3" destOrd="0" parTransId="{90F7A220-66B3-476A-9800-5F46C09DE649}" sibTransId="{64297CA0-BBD1-4DDC-B4C8-BC074B59C7B3}"/>
    <dgm:cxn modelId="{974EE42D-10A2-4261-96D5-B7C82EF7C917}" srcId="{9D0C96C5-C608-4B0D-A9CD-D9F456803E4A}" destId="{EF1CA596-C080-44E2-B002-FB5CDFD8AA6E}" srcOrd="1" destOrd="0" parTransId="{BFA3843D-72A8-4044-9FCF-7E9CEAC9C17E}" sibTransId="{C6C02647-6436-46A4-8537-A9C9F091A5F0}"/>
    <dgm:cxn modelId="{35CC1E60-FBE2-4A89-8865-915B4C9865F0}" type="presOf" srcId="{4735904D-47D0-4A71-B31B-964E905CFD66}" destId="{98AC8552-AA97-49F9-AF39-0D417D5DB523}" srcOrd="0" destOrd="0" presId="urn:microsoft.com/office/officeart/2005/8/layout/vList3"/>
    <dgm:cxn modelId="{EF7D676D-AC92-4DCF-B56F-E212BE18D4E4}" type="presOf" srcId="{9D0C96C5-C608-4B0D-A9CD-D9F456803E4A}" destId="{E220D61D-9940-47ED-A5CE-783635934FB2}" srcOrd="0" destOrd="0" presId="urn:microsoft.com/office/officeart/2005/8/layout/vList3"/>
    <dgm:cxn modelId="{6632E6AD-8B1A-4AC8-BB15-00E845A7B059}" srcId="{9D0C96C5-C608-4B0D-A9CD-D9F456803E4A}" destId="{3DE1E9E8-505C-47FA-BED6-6D64D1EEDDD2}" srcOrd="0" destOrd="0" parTransId="{8295BBFF-140C-4B5C-94A8-7A189A3FB493}" sibTransId="{34A7EC7C-A22A-4901-BC88-49A76EA5E0D8}"/>
    <dgm:cxn modelId="{9C573962-8D03-4F55-B91E-42D29B9F2453}" type="presParOf" srcId="{E220D61D-9940-47ED-A5CE-783635934FB2}" destId="{CECEE207-071D-48E1-A6E3-88A25FA7FB06}" srcOrd="0" destOrd="0" presId="urn:microsoft.com/office/officeart/2005/8/layout/vList3"/>
    <dgm:cxn modelId="{9E6D1689-7A0F-4792-A09F-22433EB12EFE}" type="presParOf" srcId="{CECEE207-071D-48E1-A6E3-88A25FA7FB06}" destId="{B85BC177-37D3-4680-BC0C-A6967E39A21E}" srcOrd="0" destOrd="0" presId="urn:microsoft.com/office/officeart/2005/8/layout/vList3"/>
    <dgm:cxn modelId="{515E6E30-788C-4CFA-A216-33A77BB2E097}" type="presParOf" srcId="{CECEE207-071D-48E1-A6E3-88A25FA7FB06}" destId="{AC792086-718C-46EB-9D59-4EA6561EDC44}" srcOrd="1" destOrd="0" presId="urn:microsoft.com/office/officeart/2005/8/layout/vList3"/>
    <dgm:cxn modelId="{76294820-7F1A-48AA-BA46-193ABE7DD089}" type="presParOf" srcId="{E220D61D-9940-47ED-A5CE-783635934FB2}" destId="{1BBEC128-9C32-4071-8BBD-BA5D4CEBF66F}" srcOrd="1" destOrd="0" presId="urn:microsoft.com/office/officeart/2005/8/layout/vList3"/>
    <dgm:cxn modelId="{58F4C9CB-3C36-4FEF-A9C1-C832E14116D8}" type="presParOf" srcId="{E220D61D-9940-47ED-A5CE-783635934FB2}" destId="{4C5A4C92-B442-43A0-9392-FB2F601A364F}" srcOrd="2" destOrd="0" presId="urn:microsoft.com/office/officeart/2005/8/layout/vList3"/>
    <dgm:cxn modelId="{0DBFD39E-8D28-4398-8EAB-9137774CBE6A}" type="presParOf" srcId="{4C5A4C92-B442-43A0-9392-FB2F601A364F}" destId="{02549704-49F1-4E49-9F14-E2B6BE7C686D}" srcOrd="0" destOrd="0" presId="urn:microsoft.com/office/officeart/2005/8/layout/vList3"/>
    <dgm:cxn modelId="{9EB16CEA-F76C-4DF2-A71B-9C1AEE780996}" type="presParOf" srcId="{4C5A4C92-B442-43A0-9392-FB2F601A364F}" destId="{3A175690-60A4-4C1F-A10A-AB5093B1D815}" srcOrd="1" destOrd="0" presId="urn:microsoft.com/office/officeart/2005/8/layout/vList3"/>
    <dgm:cxn modelId="{AD1AB085-B9F8-4CDD-AC49-2CF4ACB3ABA5}" type="presParOf" srcId="{E220D61D-9940-47ED-A5CE-783635934FB2}" destId="{A2A0D986-0480-4C64-8FE9-1E61607487F4}" srcOrd="3" destOrd="0" presId="urn:microsoft.com/office/officeart/2005/8/layout/vList3"/>
    <dgm:cxn modelId="{283A2FA9-C622-4EE7-BC57-D4A117898874}" type="presParOf" srcId="{E220D61D-9940-47ED-A5CE-783635934FB2}" destId="{128638C9-B88B-4105-A630-5D92530E0B10}" srcOrd="4" destOrd="0" presId="urn:microsoft.com/office/officeart/2005/8/layout/vList3"/>
    <dgm:cxn modelId="{25EAA237-B3BC-4F24-9DCB-D0A6F3330488}" type="presParOf" srcId="{128638C9-B88B-4105-A630-5D92530E0B10}" destId="{0C9B56A1-A9A3-4009-BE71-CB0AAC22A7D9}" srcOrd="0" destOrd="0" presId="urn:microsoft.com/office/officeart/2005/8/layout/vList3"/>
    <dgm:cxn modelId="{1BBD5F10-3602-49E9-9B2D-58AA33C85C48}" type="presParOf" srcId="{128638C9-B88B-4105-A630-5D92530E0B10}" destId="{98AC8552-AA97-49F9-AF39-0D417D5DB523}" srcOrd="1" destOrd="0" presId="urn:microsoft.com/office/officeart/2005/8/layout/vList3"/>
    <dgm:cxn modelId="{1DCF181A-A1DC-47C4-8048-5AC98A1863F0}" type="presParOf" srcId="{E220D61D-9940-47ED-A5CE-783635934FB2}" destId="{43152582-E117-422E-9346-CFEDB14AE4C7}" srcOrd="5" destOrd="0" presId="urn:microsoft.com/office/officeart/2005/8/layout/vList3"/>
    <dgm:cxn modelId="{57E34931-C2AD-4C8F-AF92-53D5EA48EDFB}" type="presParOf" srcId="{E220D61D-9940-47ED-A5CE-783635934FB2}" destId="{F8610CD6-6D02-4B2F-92A7-186CCCDF10B0}" srcOrd="6" destOrd="0" presId="urn:microsoft.com/office/officeart/2005/8/layout/vList3"/>
    <dgm:cxn modelId="{CAE74037-25C2-4809-A4A2-954551088C10}" type="presParOf" srcId="{F8610CD6-6D02-4B2F-92A7-186CCCDF10B0}" destId="{0D15EB00-B924-4455-A744-5CDB77EC6F32}" srcOrd="0" destOrd="0" presId="urn:microsoft.com/office/officeart/2005/8/layout/vList3"/>
    <dgm:cxn modelId="{311F983A-7DAC-469C-9EC5-AEEB88AB1B5B}" type="presParOf" srcId="{F8610CD6-6D02-4B2F-92A7-186CCCDF10B0}" destId="{ADCF26E5-AE3B-453E-9983-487E9EFC20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86D7F54F-4CDA-42D4-8354-69E7134DF8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9041F58-848A-4EF3-AA83-398C734C4B1C}">
      <dgm:prSet/>
      <dgm:spPr/>
      <dgm:t>
        <a:bodyPr/>
        <a:lstStyle/>
        <a:p>
          <a:r>
            <a:rPr lang="ru-RU" b="0" i="0"/>
            <a:t>фактична ліквідація особистої залежності селян</a:t>
          </a:r>
          <a:endParaRPr lang="uk-UA"/>
        </a:p>
      </dgm:t>
    </dgm:pt>
    <dgm:pt modelId="{C1733818-0E5C-40DA-9A2E-68F8B3349CD5}" type="parTrans" cxnId="{E1EE2821-3998-4659-BCEB-426BF7C41718}">
      <dgm:prSet/>
      <dgm:spPr/>
      <dgm:t>
        <a:bodyPr/>
        <a:lstStyle/>
        <a:p>
          <a:endParaRPr lang="uk-UA"/>
        </a:p>
      </dgm:t>
    </dgm:pt>
    <dgm:pt modelId="{7B0A2AC3-84DE-4F0B-8A94-4AAAE307C372}" type="sibTrans" cxnId="{E1EE2821-3998-4659-BCEB-426BF7C41718}">
      <dgm:prSet/>
      <dgm:spPr/>
      <dgm:t>
        <a:bodyPr/>
        <a:lstStyle/>
        <a:p>
          <a:endParaRPr lang="uk-UA"/>
        </a:p>
      </dgm:t>
    </dgm:pt>
    <dgm:pt modelId="{CFDEF675-6332-4FCD-B4BB-477BE7626CC4}">
      <dgm:prSet/>
      <dgm:spPr/>
      <dgm:t>
        <a:bodyPr/>
        <a:lstStyle/>
        <a:p>
          <a:r>
            <a:rPr lang="ru-RU" b="0" i="0" dirty="0" err="1"/>
            <a:t>зрівняння</a:t>
          </a:r>
          <a:r>
            <a:rPr lang="ru-RU" b="0" i="0" dirty="0"/>
            <a:t> в правах </a:t>
          </a:r>
          <a:r>
            <a:rPr lang="ru-RU" b="0" i="0" dirty="0" err="1"/>
            <a:t>селянського</a:t>
          </a:r>
          <a:r>
            <a:rPr lang="ru-RU" b="0" i="0" dirty="0"/>
            <a:t> та </a:t>
          </a:r>
          <a:r>
            <a:rPr lang="ru-RU" b="0" i="0" dirty="0" err="1"/>
            <a:t>козацького</a:t>
          </a:r>
          <a:r>
            <a:rPr lang="ru-RU" b="0" i="0" dirty="0"/>
            <a:t> </a:t>
          </a:r>
          <a:r>
            <a:rPr lang="ru-RU" b="0" i="0" dirty="0" err="1"/>
            <a:t>станів</a:t>
          </a:r>
          <a:endParaRPr lang="uk-UA" dirty="0"/>
        </a:p>
      </dgm:t>
    </dgm:pt>
    <dgm:pt modelId="{EC633343-8EEE-4E25-83EF-646A4AB6111B}" type="parTrans" cxnId="{F958B30D-801D-4847-85CD-6CA26ED30072}">
      <dgm:prSet/>
      <dgm:spPr/>
      <dgm:t>
        <a:bodyPr/>
        <a:lstStyle/>
        <a:p>
          <a:endParaRPr lang="uk-UA"/>
        </a:p>
      </dgm:t>
    </dgm:pt>
    <dgm:pt modelId="{77DF25F7-6EE5-4899-9668-8DE1B9C08218}" type="sibTrans" cxnId="{F958B30D-801D-4847-85CD-6CA26ED30072}">
      <dgm:prSet/>
      <dgm:spPr/>
      <dgm:t>
        <a:bodyPr/>
        <a:lstStyle/>
        <a:p>
          <a:endParaRPr lang="uk-UA"/>
        </a:p>
      </dgm:t>
    </dgm:pt>
    <dgm:pt modelId="{1BB5F01F-E1E4-4117-ACBF-0D3275EF8A75}">
      <dgm:prSet/>
      <dgm:spPr/>
      <dgm:t>
        <a:bodyPr/>
        <a:lstStyle/>
        <a:p>
          <a:r>
            <a:rPr lang="ru-RU" b="0" i="0"/>
            <a:t>поява фільваркового господарства</a:t>
          </a:r>
          <a:endParaRPr lang="uk-UA"/>
        </a:p>
      </dgm:t>
    </dgm:pt>
    <dgm:pt modelId="{AE09F1DC-4749-487F-845E-13ACD312CE7D}" type="parTrans" cxnId="{598C5CA0-9B88-47B1-8B4C-FD80016CB472}">
      <dgm:prSet/>
      <dgm:spPr/>
      <dgm:t>
        <a:bodyPr/>
        <a:lstStyle/>
        <a:p>
          <a:endParaRPr lang="uk-UA"/>
        </a:p>
      </dgm:t>
    </dgm:pt>
    <dgm:pt modelId="{86DAE11C-C93E-41EA-8B44-331B06C6A710}" type="sibTrans" cxnId="{598C5CA0-9B88-47B1-8B4C-FD80016CB472}">
      <dgm:prSet/>
      <dgm:spPr/>
      <dgm:t>
        <a:bodyPr/>
        <a:lstStyle/>
        <a:p>
          <a:endParaRPr lang="uk-UA"/>
        </a:p>
      </dgm:t>
    </dgm:pt>
    <dgm:pt modelId="{3FC3F229-1F7A-4997-8E48-4FA75BFF32B8}">
      <dgm:prSet/>
      <dgm:spPr/>
      <dgm:t>
        <a:bodyPr/>
        <a:lstStyle/>
        <a:p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магдебурзького</a:t>
          </a:r>
          <a:r>
            <a:rPr lang="ru-RU" b="0" i="0" dirty="0"/>
            <a:t> права</a:t>
          </a:r>
          <a:br>
            <a:rPr lang="ru-RU" dirty="0"/>
          </a:br>
          <a:endParaRPr lang="uk-UA" dirty="0"/>
        </a:p>
      </dgm:t>
    </dgm:pt>
    <dgm:pt modelId="{7C1ECC0E-0240-451A-9894-60458ED5B20D}" type="parTrans" cxnId="{535A22A5-7352-43DF-9A8A-3C3CC9AF7AA7}">
      <dgm:prSet/>
      <dgm:spPr/>
      <dgm:t>
        <a:bodyPr/>
        <a:lstStyle/>
        <a:p>
          <a:endParaRPr lang="uk-UA"/>
        </a:p>
      </dgm:t>
    </dgm:pt>
    <dgm:pt modelId="{0878FC72-4B56-470C-BD41-39831A8A0286}" type="sibTrans" cxnId="{535A22A5-7352-43DF-9A8A-3C3CC9AF7AA7}">
      <dgm:prSet/>
      <dgm:spPr/>
      <dgm:t>
        <a:bodyPr/>
        <a:lstStyle/>
        <a:p>
          <a:endParaRPr lang="uk-UA"/>
        </a:p>
      </dgm:t>
    </dgm:pt>
    <dgm:pt modelId="{7671965F-07D2-4F08-A101-6DACA3A27059}" type="pres">
      <dgm:prSet presAssocID="{86D7F54F-4CDA-42D4-8354-69E7134DF80B}" presName="linear" presStyleCnt="0">
        <dgm:presLayoutVars>
          <dgm:animLvl val="lvl"/>
          <dgm:resizeHandles val="exact"/>
        </dgm:presLayoutVars>
      </dgm:prSet>
      <dgm:spPr/>
    </dgm:pt>
    <dgm:pt modelId="{94517364-D60A-4775-9261-5DDB4B7A3B80}" type="pres">
      <dgm:prSet presAssocID="{99041F58-848A-4EF3-AA83-398C734C4B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F356C2-8311-4E96-B571-DB15B40C9B31}" type="pres">
      <dgm:prSet presAssocID="{7B0A2AC3-84DE-4F0B-8A94-4AAAE307C372}" presName="spacer" presStyleCnt="0"/>
      <dgm:spPr/>
    </dgm:pt>
    <dgm:pt modelId="{1DAD9A6A-69A9-45F9-86E5-BDF7ADB58763}" type="pres">
      <dgm:prSet presAssocID="{CFDEF675-6332-4FCD-B4BB-477BE7626C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D11633-CDBE-4471-8409-0A2413EEDDF1}" type="pres">
      <dgm:prSet presAssocID="{77DF25F7-6EE5-4899-9668-8DE1B9C08218}" presName="spacer" presStyleCnt="0"/>
      <dgm:spPr/>
    </dgm:pt>
    <dgm:pt modelId="{EB4861DA-CA7B-4AAE-B1E7-6DFD54E457EE}" type="pres">
      <dgm:prSet presAssocID="{1BB5F01F-E1E4-4117-ACBF-0D3275EF8A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8F063B-0C52-43AD-ACC1-D992D25D9746}" type="pres">
      <dgm:prSet presAssocID="{86DAE11C-C93E-41EA-8B44-331B06C6A710}" presName="spacer" presStyleCnt="0"/>
      <dgm:spPr/>
    </dgm:pt>
    <dgm:pt modelId="{8F2FECCB-626E-4F5B-85DE-45CD91003242}" type="pres">
      <dgm:prSet presAssocID="{3FC3F229-1F7A-4997-8E48-4FA75BFF32B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958B30D-801D-4847-85CD-6CA26ED30072}" srcId="{86D7F54F-4CDA-42D4-8354-69E7134DF80B}" destId="{CFDEF675-6332-4FCD-B4BB-477BE7626CC4}" srcOrd="1" destOrd="0" parTransId="{EC633343-8EEE-4E25-83EF-646A4AB6111B}" sibTransId="{77DF25F7-6EE5-4899-9668-8DE1B9C08218}"/>
    <dgm:cxn modelId="{E1EE2821-3998-4659-BCEB-426BF7C41718}" srcId="{86D7F54F-4CDA-42D4-8354-69E7134DF80B}" destId="{99041F58-848A-4EF3-AA83-398C734C4B1C}" srcOrd="0" destOrd="0" parTransId="{C1733818-0E5C-40DA-9A2E-68F8B3349CD5}" sibTransId="{7B0A2AC3-84DE-4F0B-8A94-4AAAE307C372}"/>
    <dgm:cxn modelId="{53ED383D-A3DD-4642-A158-0B40864BA5C2}" type="presOf" srcId="{99041F58-848A-4EF3-AA83-398C734C4B1C}" destId="{94517364-D60A-4775-9261-5DDB4B7A3B80}" srcOrd="0" destOrd="0" presId="urn:microsoft.com/office/officeart/2005/8/layout/vList2"/>
    <dgm:cxn modelId="{BE1AA36F-1FAF-4007-BBB9-3A1D992CB9E0}" type="presOf" srcId="{CFDEF675-6332-4FCD-B4BB-477BE7626CC4}" destId="{1DAD9A6A-69A9-45F9-86E5-BDF7ADB58763}" srcOrd="0" destOrd="0" presId="urn:microsoft.com/office/officeart/2005/8/layout/vList2"/>
    <dgm:cxn modelId="{61ECBA7B-0F9C-484D-ACFD-31C2CD3680B2}" type="presOf" srcId="{3FC3F229-1F7A-4997-8E48-4FA75BFF32B8}" destId="{8F2FECCB-626E-4F5B-85DE-45CD91003242}" srcOrd="0" destOrd="0" presId="urn:microsoft.com/office/officeart/2005/8/layout/vList2"/>
    <dgm:cxn modelId="{D356CB9C-31E5-46B4-8EF2-24736C852BC9}" type="presOf" srcId="{86D7F54F-4CDA-42D4-8354-69E7134DF80B}" destId="{7671965F-07D2-4F08-A101-6DACA3A27059}" srcOrd="0" destOrd="0" presId="urn:microsoft.com/office/officeart/2005/8/layout/vList2"/>
    <dgm:cxn modelId="{598C5CA0-9B88-47B1-8B4C-FD80016CB472}" srcId="{86D7F54F-4CDA-42D4-8354-69E7134DF80B}" destId="{1BB5F01F-E1E4-4117-ACBF-0D3275EF8A75}" srcOrd="2" destOrd="0" parTransId="{AE09F1DC-4749-487F-845E-13ACD312CE7D}" sibTransId="{86DAE11C-C93E-41EA-8B44-331B06C6A710}"/>
    <dgm:cxn modelId="{535A22A5-7352-43DF-9A8A-3C3CC9AF7AA7}" srcId="{86D7F54F-4CDA-42D4-8354-69E7134DF80B}" destId="{3FC3F229-1F7A-4997-8E48-4FA75BFF32B8}" srcOrd="3" destOrd="0" parTransId="{7C1ECC0E-0240-451A-9894-60458ED5B20D}" sibTransId="{0878FC72-4B56-470C-BD41-39831A8A0286}"/>
    <dgm:cxn modelId="{C48489B8-4B4D-4E57-88CE-CE3519030F3B}" type="presOf" srcId="{1BB5F01F-E1E4-4117-ACBF-0D3275EF8A75}" destId="{EB4861DA-CA7B-4AAE-B1E7-6DFD54E457EE}" srcOrd="0" destOrd="0" presId="urn:microsoft.com/office/officeart/2005/8/layout/vList2"/>
    <dgm:cxn modelId="{D9266A55-EE9A-45B2-BAD3-86C5B800DFDA}" type="presParOf" srcId="{7671965F-07D2-4F08-A101-6DACA3A27059}" destId="{94517364-D60A-4775-9261-5DDB4B7A3B80}" srcOrd="0" destOrd="0" presId="urn:microsoft.com/office/officeart/2005/8/layout/vList2"/>
    <dgm:cxn modelId="{31A38981-1CCA-4C96-A2C4-F223E388B5B6}" type="presParOf" srcId="{7671965F-07D2-4F08-A101-6DACA3A27059}" destId="{76F356C2-8311-4E96-B571-DB15B40C9B31}" srcOrd="1" destOrd="0" presId="urn:microsoft.com/office/officeart/2005/8/layout/vList2"/>
    <dgm:cxn modelId="{5D9732A1-F77C-4BDB-B561-CC37B113FF5F}" type="presParOf" srcId="{7671965F-07D2-4F08-A101-6DACA3A27059}" destId="{1DAD9A6A-69A9-45F9-86E5-BDF7ADB58763}" srcOrd="2" destOrd="0" presId="urn:microsoft.com/office/officeart/2005/8/layout/vList2"/>
    <dgm:cxn modelId="{FA15A760-921E-4CEA-A2BE-A59F2ECB1F65}" type="presParOf" srcId="{7671965F-07D2-4F08-A101-6DACA3A27059}" destId="{57D11633-CDBE-4471-8409-0A2413EEDDF1}" srcOrd="3" destOrd="0" presId="urn:microsoft.com/office/officeart/2005/8/layout/vList2"/>
    <dgm:cxn modelId="{D5148D0B-E073-4F77-8BC3-D41225038F53}" type="presParOf" srcId="{7671965F-07D2-4F08-A101-6DACA3A27059}" destId="{EB4861DA-CA7B-4AAE-B1E7-6DFD54E457EE}" srcOrd="4" destOrd="0" presId="urn:microsoft.com/office/officeart/2005/8/layout/vList2"/>
    <dgm:cxn modelId="{F9ABFCA5-7244-41B7-ABD5-407E5F7D2AC1}" type="presParOf" srcId="{7671965F-07D2-4F08-A101-6DACA3A27059}" destId="{0E8F063B-0C52-43AD-ACC1-D992D25D9746}" srcOrd="5" destOrd="0" presId="urn:microsoft.com/office/officeart/2005/8/layout/vList2"/>
    <dgm:cxn modelId="{91A9EC23-C854-4669-887E-26E3115C70A1}" type="presParOf" srcId="{7671965F-07D2-4F08-A101-6DACA3A27059}" destId="{8F2FECCB-626E-4F5B-85DE-45CD910032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1B971266-2749-43FB-95D2-AAEBDFA94F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EFED55-A73B-4AE6-8770-85D7A16030C0}">
      <dgm:prSet/>
      <dgm:spPr/>
      <dgm:t>
        <a:bodyPr/>
        <a:lstStyle/>
        <a:p>
          <a:r>
            <a:rPr lang="uk-UA" b="0" i="1" dirty="0"/>
            <a:t>«… великий государ наш гетьмана Б. Хмельницького пожалує, свої грамоти царські на ваші вольності велить дати … і щоб Війська Запорозького було 60000 …»</a:t>
          </a:r>
          <a:endParaRPr lang="uk-UA" dirty="0"/>
        </a:p>
      </dgm:t>
    </dgm:pt>
    <dgm:pt modelId="{3F0F427C-8FFC-4117-93C6-904090658CB9}" type="parTrans" cxnId="{59A8EC8A-65A8-43ED-B2E9-20037BFC2154}">
      <dgm:prSet/>
      <dgm:spPr/>
      <dgm:t>
        <a:bodyPr/>
        <a:lstStyle/>
        <a:p>
          <a:endParaRPr lang="uk-UA"/>
        </a:p>
      </dgm:t>
    </dgm:pt>
    <dgm:pt modelId="{BE98559D-FC9E-4CB2-AB8F-72795982A975}" type="sibTrans" cxnId="{59A8EC8A-65A8-43ED-B2E9-20037BFC2154}">
      <dgm:prSet/>
      <dgm:spPr/>
      <dgm:t>
        <a:bodyPr/>
        <a:lstStyle/>
        <a:p>
          <a:endParaRPr lang="uk-UA"/>
        </a:p>
      </dgm:t>
    </dgm:pt>
    <dgm:pt modelId="{097EE530-B8C6-412D-AFB8-39DE445D312C}">
      <dgm:prSet/>
      <dgm:spPr/>
      <dgm:t>
        <a:bodyPr/>
        <a:lstStyle/>
        <a:p>
          <a:r>
            <a:rPr lang="uk-UA" b="0" i="1" dirty="0"/>
            <a:t>«… Козаки можуть проживати лише в Київському воєводстві, та й то лише на королівських землях. Ні Брацлавське, ні Чернігівське воєводства козаки не матимуть…»</a:t>
          </a:r>
          <a:endParaRPr lang="uk-UA" dirty="0"/>
        </a:p>
      </dgm:t>
    </dgm:pt>
    <dgm:pt modelId="{C1310BE0-E4B0-413E-A361-7CB21723D19E}" type="parTrans" cxnId="{571E0743-9471-4A3B-AF5B-1D56BE89C349}">
      <dgm:prSet/>
      <dgm:spPr/>
      <dgm:t>
        <a:bodyPr/>
        <a:lstStyle/>
        <a:p>
          <a:endParaRPr lang="uk-UA"/>
        </a:p>
      </dgm:t>
    </dgm:pt>
    <dgm:pt modelId="{DA696FDB-1499-4E1C-B700-03EDBB8987C3}" type="sibTrans" cxnId="{571E0743-9471-4A3B-AF5B-1D56BE89C349}">
      <dgm:prSet/>
      <dgm:spPr/>
      <dgm:t>
        <a:bodyPr/>
        <a:lstStyle/>
        <a:p>
          <a:endParaRPr lang="uk-UA"/>
        </a:p>
      </dgm:t>
    </dgm:pt>
    <dgm:pt modelId="{B74CE45D-B83E-42D8-B680-9C3C98EEA750}" type="pres">
      <dgm:prSet presAssocID="{1B971266-2749-43FB-95D2-AAEBDFA94F5C}" presName="linear" presStyleCnt="0">
        <dgm:presLayoutVars>
          <dgm:animLvl val="lvl"/>
          <dgm:resizeHandles val="exact"/>
        </dgm:presLayoutVars>
      </dgm:prSet>
      <dgm:spPr/>
    </dgm:pt>
    <dgm:pt modelId="{CA54F339-C932-462A-A532-449AA3DCAC96}" type="pres">
      <dgm:prSet presAssocID="{F5EFED55-A73B-4AE6-8770-85D7A16030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C9247AE-DCA8-4119-BEF8-0E76C61F9FF2}" type="pres">
      <dgm:prSet presAssocID="{BE98559D-FC9E-4CB2-AB8F-72795982A975}" presName="spacer" presStyleCnt="0"/>
      <dgm:spPr/>
    </dgm:pt>
    <dgm:pt modelId="{9167313B-64C2-4146-B9E1-12B6D9338D57}" type="pres">
      <dgm:prSet presAssocID="{097EE530-B8C6-412D-AFB8-39DE445D312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71E0743-9471-4A3B-AF5B-1D56BE89C349}" srcId="{1B971266-2749-43FB-95D2-AAEBDFA94F5C}" destId="{097EE530-B8C6-412D-AFB8-39DE445D312C}" srcOrd="1" destOrd="0" parTransId="{C1310BE0-E4B0-413E-A361-7CB21723D19E}" sibTransId="{DA696FDB-1499-4E1C-B700-03EDBB8987C3}"/>
    <dgm:cxn modelId="{4DBFC277-4D61-4D32-AA88-5E08C0122CFE}" type="presOf" srcId="{F5EFED55-A73B-4AE6-8770-85D7A16030C0}" destId="{CA54F339-C932-462A-A532-449AA3DCAC96}" srcOrd="0" destOrd="0" presId="urn:microsoft.com/office/officeart/2005/8/layout/vList2"/>
    <dgm:cxn modelId="{59A8EC8A-65A8-43ED-B2E9-20037BFC2154}" srcId="{1B971266-2749-43FB-95D2-AAEBDFA94F5C}" destId="{F5EFED55-A73B-4AE6-8770-85D7A16030C0}" srcOrd="0" destOrd="0" parTransId="{3F0F427C-8FFC-4117-93C6-904090658CB9}" sibTransId="{BE98559D-FC9E-4CB2-AB8F-72795982A975}"/>
    <dgm:cxn modelId="{9AAA04D7-E529-46EC-AE97-F8E9FBF48060}" type="presOf" srcId="{097EE530-B8C6-412D-AFB8-39DE445D312C}" destId="{9167313B-64C2-4146-B9E1-12B6D9338D57}" srcOrd="0" destOrd="0" presId="urn:microsoft.com/office/officeart/2005/8/layout/vList2"/>
    <dgm:cxn modelId="{32776AEB-1F37-412A-BD62-9B81609CD979}" type="presOf" srcId="{1B971266-2749-43FB-95D2-AAEBDFA94F5C}" destId="{B74CE45D-B83E-42D8-B680-9C3C98EEA750}" srcOrd="0" destOrd="0" presId="urn:microsoft.com/office/officeart/2005/8/layout/vList2"/>
    <dgm:cxn modelId="{6C5F400D-4AAA-410A-9D09-53420F63B73F}" type="presParOf" srcId="{B74CE45D-B83E-42D8-B680-9C3C98EEA750}" destId="{CA54F339-C932-462A-A532-449AA3DCAC96}" srcOrd="0" destOrd="0" presId="urn:microsoft.com/office/officeart/2005/8/layout/vList2"/>
    <dgm:cxn modelId="{D721E766-1A3D-48AB-9826-9359DE37CE38}" type="presParOf" srcId="{B74CE45D-B83E-42D8-B680-9C3C98EEA750}" destId="{9C9247AE-DCA8-4119-BEF8-0E76C61F9FF2}" srcOrd="1" destOrd="0" presId="urn:microsoft.com/office/officeart/2005/8/layout/vList2"/>
    <dgm:cxn modelId="{59EA5526-792F-407F-A3B1-71D4E9959D82}" type="presParOf" srcId="{B74CE45D-B83E-42D8-B680-9C3C98EEA750}" destId="{9167313B-64C2-4146-B9E1-12B6D9338D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852F3B0E-ED85-4CA3-9468-F06B5DE028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68E0BDF-0120-43A6-8C86-F16AABFCF339}">
      <dgm:prSet/>
      <dgm:spPr/>
      <dgm:t>
        <a:bodyPr/>
        <a:lstStyle/>
        <a:p>
          <a:r>
            <a:rPr lang="uk-UA" b="0" i="1" dirty="0"/>
            <a:t>«Найясніший королю Швеції… ми підняли зброю проти поляків на захист віри і вольності. …ми з’єднані з вашою величністю зв’язком, яким ми зобов’язані обом воєводам Молдавії та князеві Трансільванії…»</a:t>
          </a:r>
          <a:endParaRPr lang="uk-UA" dirty="0"/>
        </a:p>
      </dgm:t>
    </dgm:pt>
    <dgm:pt modelId="{0CD92EC1-66A9-40E7-A257-54F40BCB760C}" type="parTrans" cxnId="{909F0A8E-3B24-43B2-881A-F168369013C7}">
      <dgm:prSet/>
      <dgm:spPr/>
      <dgm:t>
        <a:bodyPr/>
        <a:lstStyle/>
        <a:p>
          <a:endParaRPr lang="uk-UA"/>
        </a:p>
      </dgm:t>
    </dgm:pt>
    <dgm:pt modelId="{6AFE0307-32E3-4F4D-A181-8CC3F2B4719A}" type="sibTrans" cxnId="{909F0A8E-3B24-43B2-881A-F168369013C7}">
      <dgm:prSet/>
      <dgm:spPr/>
      <dgm:t>
        <a:bodyPr/>
        <a:lstStyle/>
        <a:p>
          <a:endParaRPr lang="uk-UA"/>
        </a:p>
      </dgm:t>
    </dgm:pt>
    <dgm:pt modelId="{C9CD8EBC-3335-427A-8E00-E62C23484673}">
      <dgm:prSet/>
      <dgm:spPr/>
      <dgm:t>
        <a:bodyPr/>
        <a:lstStyle/>
        <a:p>
          <a:r>
            <a:rPr lang="uk-UA" b="0" i="1" dirty="0"/>
            <a:t>«Його королівська величність буде і далі жалувати посади громадянам шляхетського стану в Київському, Брацлавському та Чернігівському воєводствах. Чигирин має назавжди лишитися при булаві Війська Запорозького…»</a:t>
          </a:r>
          <a:endParaRPr lang="uk-UA" dirty="0"/>
        </a:p>
      </dgm:t>
    </dgm:pt>
    <dgm:pt modelId="{9F74AD3F-DB07-4CB4-9A7A-D0FC73E3E764}" type="parTrans" cxnId="{50FAA6E2-0A30-4B65-9AF0-A216EFB4FCE5}">
      <dgm:prSet/>
      <dgm:spPr/>
      <dgm:t>
        <a:bodyPr/>
        <a:lstStyle/>
        <a:p>
          <a:endParaRPr lang="uk-UA"/>
        </a:p>
      </dgm:t>
    </dgm:pt>
    <dgm:pt modelId="{986FC91E-CFFC-48E4-BDCB-F2717EE6FA6A}" type="sibTrans" cxnId="{50FAA6E2-0A30-4B65-9AF0-A216EFB4FCE5}">
      <dgm:prSet/>
      <dgm:spPr/>
      <dgm:t>
        <a:bodyPr/>
        <a:lstStyle/>
        <a:p>
          <a:endParaRPr lang="uk-UA"/>
        </a:p>
      </dgm:t>
    </dgm:pt>
    <dgm:pt modelId="{CBC2811C-5839-44CF-A843-69B26658027C}" type="pres">
      <dgm:prSet presAssocID="{852F3B0E-ED85-4CA3-9468-F06B5DE02850}" presName="linear" presStyleCnt="0">
        <dgm:presLayoutVars>
          <dgm:animLvl val="lvl"/>
          <dgm:resizeHandles val="exact"/>
        </dgm:presLayoutVars>
      </dgm:prSet>
      <dgm:spPr/>
    </dgm:pt>
    <dgm:pt modelId="{1CC06D8D-F113-4796-BC5A-854F23FD469D}" type="pres">
      <dgm:prSet presAssocID="{868E0BDF-0120-43A6-8C86-F16AABFCF3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8D7458-A8FD-4297-9CDC-3468BDEE1DC0}" type="pres">
      <dgm:prSet presAssocID="{6AFE0307-32E3-4F4D-A181-8CC3F2B4719A}" presName="spacer" presStyleCnt="0"/>
      <dgm:spPr/>
    </dgm:pt>
    <dgm:pt modelId="{5D9CB283-3227-42D0-B5A9-A292144D2BA3}" type="pres">
      <dgm:prSet presAssocID="{C9CD8EBC-3335-427A-8E00-E62C2348467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788C82-25C4-48AA-9F0F-0C48B0AF1EF3}" type="presOf" srcId="{852F3B0E-ED85-4CA3-9468-F06B5DE02850}" destId="{CBC2811C-5839-44CF-A843-69B26658027C}" srcOrd="0" destOrd="0" presId="urn:microsoft.com/office/officeart/2005/8/layout/vList2"/>
    <dgm:cxn modelId="{909F0A8E-3B24-43B2-881A-F168369013C7}" srcId="{852F3B0E-ED85-4CA3-9468-F06B5DE02850}" destId="{868E0BDF-0120-43A6-8C86-F16AABFCF339}" srcOrd="0" destOrd="0" parTransId="{0CD92EC1-66A9-40E7-A257-54F40BCB760C}" sibTransId="{6AFE0307-32E3-4F4D-A181-8CC3F2B4719A}"/>
    <dgm:cxn modelId="{CE9C1B91-88A8-48BE-BED3-FC648F9EE40D}" type="presOf" srcId="{C9CD8EBC-3335-427A-8E00-E62C23484673}" destId="{5D9CB283-3227-42D0-B5A9-A292144D2BA3}" srcOrd="0" destOrd="0" presId="urn:microsoft.com/office/officeart/2005/8/layout/vList2"/>
    <dgm:cxn modelId="{C2E8DFD3-9453-44F2-8EE6-D63737C7003D}" type="presOf" srcId="{868E0BDF-0120-43A6-8C86-F16AABFCF339}" destId="{1CC06D8D-F113-4796-BC5A-854F23FD469D}" srcOrd="0" destOrd="0" presId="urn:microsoft.com/office/officeart/2005/8/layout/vList2"/>
    <dgm:cxn modelId="{50FAA6E2-0A30-4B65-9AF0-A216EFB4FCE5}" srcId="{852F3B0E-ED85-4CA3-9468-F06B5DE02850}" destId="{C9CD8EBC-3335-427A-8E00-E62C23484673}" srcOrd="1" destOrd="0" parTransId="{9F74AD3F-DB07-4CB4-9A7A-D0FC73E3E764}" sibTransId="{986FC91E-CFFC-48E4-BDCB-F2717EE6FA6A}"/>
    <dgm:cxn modelId="{43C177C6-7B03-4CBD-8145-DE4E24E366F1}" type="presParOf" srcId="{CBC2811C-5839-44CF-A843-69B26658027C}" destId="{1CC06D8D-F113-4796-BC5A-854F23FD469D}" srcOrd="0" destOrd="0" presId="urn:microsoft.com/office/officeart/2005/8/layout/vList2"/>
    <dgm:cxn modelId="{759BF7AE-2CEA-476D-A63B-0751A306AA7F}" type="presParOf" srcId="{CBC2811C-5839-44CF-A843-69B26658027C}" destId="{008D7458-A8FD-4297-9CDC-3468BDEE1DC0}" srcOrd="1" destOrd="0" presId="urn:microsoft.com/office/officeart/2005/8/layout/vList2"/>
    <dgm:cxn modelId="{387DAAD7-9B20-4EC2-BDF9-7E63C4045ED4}" type="presParOf" srcId="{CBC2811C-5839-44CF-A843-69B26658027C}" destId="{5D9CB283-3227-42D0-B5A9-A292144D2BA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32E7AE2A-1703-4110-8F75-8FD6735E24D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0FCD9C-9CFE-4381-A3AF-182EF4C95E13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FDAC7725-9982-4E73-BB2F-ED8BA91983CE}" type="parTrans" cxnId="{E663EE3E-2CE8-4A9A-BB85-DE08E8372F44}">
      <dgm:prSet/>
      <dgm:spPr/>
      <dgm:t>
        <a:bodyPr/>
        <a:lstStyle/>
        <a:p>
          <a:endParaRPr lang="uk-UA"/>
        </a:p>
      </dgm:t>
    </dgm:pt>
    <dgm:pt modelId="{C4BE02EC-E05B-456C-81BD-F650CF74BA64}" type="sibTrans" cxnId="{E663EE3E-2CE8-4A9A-BB85-DE08E8372F44}">
      <dgm:prSet/>
      <dgm:spPr/>
      <dgm:t>
        <a:bodyPr/>
        <a:lstStyle/>
        <a:p>
          <a:endParaRPr lang="uk-UA"/>
        </a:p>
      </dgm:t>
    </dgm:pt>
    <dgm:pt modelId="{9370F803-BC0F-41A9-9685-C292793EA604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4DB7813E-4CDA-493D-870E-0841E9A9BE30}" type="parTrans" cxnId="{6D6DC5CC-1B1B-41E0-9072-164C50EE1470}">
      <dgm:prSet/>
      <dgm:spPr/>
      <dgm:t>
        <a:bodyPr/>
        <a:lstStyle/>
        <a:p>
          <a:endParaRPr lang="uk-UA"/>
        </a:p>
      </dgm:t>
    </dgm:pt>
    <dgm:pt modelId="{AC267C1E-6A17-440C-B2D9-0A421F7AFE95}" type="sibTrans" cxnId="{6D6DC5CC-1B1B-41E0-9072-164C50EE1470}">
      <dgm:prSet/>
      <dgm:spPr/>
      <dgm:t>
        <a:bodyPr/>
        <a:lstStyle/>
        <a:p>
          <a:endParaRPr lang="uk-UA"/>
        </a:p>
      </dgm:t>
    </dgm:pt>
    <dgm:pt modelId="{522B6E85-A01F-4B0C-B8FA-CADE769AD6A0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CFFE31C7-285A-465C-90B3-F6A9526D26E1}" type="parTrans" cxnId="{65415E26-8A5E-498C-B166-A1681AB02311}">
      <dgm:prSet/>
      <dgm:spPr/>
      <dgm:t>
        <a:bodyPr/>
        <a:lstStyle/>
        <a:p>
          <a:endParaRPr lang="uk-UA"/>
        </a:p>
      </dgm:t>
    </dgm:pt>
    <dgm:pt modelId="{47186006-9D9B-4410-85D9-838F433B5DC1}" type="sibTrans" cxnId="{65415E26-8A5E-498C-B166-A1681AB02311}">
      <dgm:prSet/>
      <dgm:spPr/>
      <dgm:t>
        <a:bodyPr/>
        <a:lstStyle/>
        <a:p>
          <a:endParaRPr lang="uk-UA"/>
        </a:p>
      </dgm:t>
    </dgm:pt>
    <dgm:pt modelId="{1493D87F-75D9-404A-AE08-DA7ECB5073F1}">
      <dgm:prSet/>
      <dgm:spPr/>
      <dgm:t>
        <a:bodyPr/>
        <a:lstStyle/>
        <a:p>
          <a:r>
            <a:rPr lang="ru-RU" b="0" i="0"/>
            <a:t>1654 р</a:t>
          </a:r>
          <a:endParaRPr lang="uk-UA"/>
        </a:p>
      </dgm:t>
    </dgm:pt>
    <dgm:pt modelId="{04A1E2A7-E099-4DC9-9A25-E2F70A6C4144}" type="parTrans" cxnId="{D7AEA97C-948C-4354-9731-D71FAE59E438}">
      <dgm:prSet/>
      <dgm:spPr/>
      <dgm:t>
        <a:bodyPr/>
        <a:lstStyle/>
        <a:p>
          <a:endParaRPr lang="uk-UA"/>
        </a:p>
      </dgm:t>
    </dgm:pt>
    <dgm:pt modelId="{99DBF1F4-7829-41F8-9E08-5AC4D5CEC683}" type="sibTrans" cxnId="{D7AEA97C-948C-4354-9731-D71FAE59E438}">
      <dgm:prSet/>
      <dgm:spPr/>
      <dgm:t>
        <a:bodyPr/>
        <a:lstStyle/>
        <a:p>
          <a:endParaRPr lang="uk-UA"/>
        </a:p>
      </dgm:t>
    </dgm:pt>
    <dgm:pt modelId="{1798C484-C6DE-4753-9824-A2E919EBC744}">
      <dgm:prSet/>
      <dgm:spPr/>
      <dgm:t>
        <a:bodyPr/>
        <a:lstStyle/>
        <a:p>
          <a:r>
            <a:rPr lang="ru-RU" b="0" i="0" dirty="0"/>
            <a:t>1656 р.</a:t>
          </a:r>
          <a:endParaRPr lang="uk-UA" dirty="0"/>
        </a:p>
      </dgm:t>
    </dgm:pt>
    <dgm:pt modelId="{7BCC1C47-40EE-4FCB-A0EC-C1E54391D580}" type="parTrans" cxnId="{C4C272B7-326E-46D1-BC11-FB577E790AD7}">
      <dgm:prSet/>
      <dgm:spPr/>
      <dgm:t>
        <a:bodyPr/>
        <a:lstStyle/>
        <a:p>
          <a:endParaRPr lang="uk-UA"/>
        </a:p>
      </dgm:t>
    </dgm:pt>
    <dgm:pt modelId="{C7561B65-9349-42AF-B1A1-486D75ECCB78}" type="sibTrans" cxnId="{C4C272B7-326E-46D1-BC11-FB577E790AD7}">
      <dgm:prSet/>
      <dgm:spPr/>
      <dgm:t>
        <a:bodyPr/>
        <a:lstStyle/>
        <a:p>
          <a:endParaRPr lang="uk-UA"/>
        </a:p>
      </dgm:t>
    </dgm:pt>
    <dgm:pt modelId="{C24DAC23-D2C7-406C-A4CC-46240E4DED72}" type="pres">
      <dgm:prSet presAssocID="{32E7AE2A-1703-4110-8F75-8FD6735E24D7}" presName="Name0" presStyleCnt="0">
        <dgm:presLayoutVars>
          <dgm:chMax val="7"/>
          <dgm:chPref val="7"/>
          <dgm:dir/>
        </dgm:presLayoutVars>
      </dgm:prSet>
      <dgm:spPr/>
    </dgm:pt>
    <dgm:pt modelId="{1717FB3B-B9A6-4E2A-95D6-C27700696C81}" type="pres">
      <dgm:prSet presAssocID="{32E7AE2A-1703-4110-8F75-8FD6735E24D7}" presName="Name1" presStyleCnt="0"/>
      <dgm:spPr/>
    </dgm:pt>
    <dgm:pt modelId="{44DDAE29-1925-4787-94B4-0C896EF3E921}" type="pres">
      <dgm:prSet presAssocID="{32E7AE2A-1703-4110-8F75-8FD6735E24D7}" presName="cycle" presStyleCnt="0"/>
      <dgm:spPr/>
    </dgm:pt>
    <dgm:pt modelId="{57915BA8-BF50-4113-A2C6-2975CB3FBCFD}" type="pres">
      <dgm:prSet presAssocID="{32E7AE2A-1703-4110-8F75-8FD6735E24D7}" presName="srcNode" presStyleLbl="node1" presStyleIdx="0" presStyleCnt="5"/>
      <dgm:spPr/>
    </dgm:pt>
    <dgm:pt modelId="{3A5E4D2F-2FE3-4B16-A752-0F875C43A7CF}" type="pres">
      <dgm:prSet presAssocID="{32E7AE2A-1703-4110-8F75-8FD6735E24D7}" presName="conn" presStyleLbl="parChTrans1D2" presStyleIdx="0" presStyleCnt="1"/>
      <dgm:spPr/>
    </dgm:pt>
    <dgm:pt modelId="{58D023CC-0651-433B-8C1C-CA068317E9E4}" type="pres">
      <dgm:prSet presAssocID="{32E7AE2A-1703-4110-8F75-8FD6735E24D7}" presName="extraNode" presStyleLbl="node1" presStyleIdx="0" presStyleCnt="5"/>
      <dgm:spPr/>
    </dgm:pt>
    <dgm:pt modelId="{D8243295-63CD-4814-9F7D-B12A8C7C7A59}" type="pres">
      <dgm:prSet presAssocID="{32E7AE2A-1703-4110-8F75-8FD6735E24D7}" presName="dstNode" presStyleLbl="node1" presStyleIdx="0" presStyleCnt="5"/>
      <dgm:spPr/>
    </dgm:pt>
    <dgm:pt modelId="{F40140F6-0345-4844-9B5F-394FD759E733}" type="pres">
      <dgm:prSet presAssocID="{C80FCD9C-9CFE-4381-A3AF-182EF4C95E13}" presName="text_1" presStyleLbl="node1" presStyleIdx="0" presStyleCnt="5">
        <dgm:presLayoutVars>
          <dgm:bulletEnabled val="1"/>
        </dgm:presLayoutVars>
      </dgm:prSet>
      <dgm:spPr/>
    </dgm:pt>
    <dgm:pt modelId="{406B1552-82C5-42DD-B596-885236EC5494}" type="pres">
      <dgm:prSet presAssocID="{C80FCD9C-9CFE-4381-A3AF-182EF4C95E13}" presName="accent_1" presStyleCnt="0"/>
      <dgm:spPr/>
    </dgm:pt>
    <dgm:pt modelId="{E82EC445-ADEB-4645-9AF6-2F65356498CD}" type="pres">
      <dgm:prSet presAssocID="{C80FCD9C-9CFE-4381-A3AF-182EF4C95E13}" presName="accentRepeatNode" presStyleLbl="solidFgAcc1" presStyleIdx="0" presStyleCnt="5"/>
      <dgm:spPr/>
    </dgm:pt>
    <dgm:pt modelId="{3A70DD57-5E62-47C2-B9FB-F8361381E64E}" type="pres">
      <dgm:prSet presAssocID="{9370F803-BC0F-41A9-9685-C292793EA604}" presName="text_2" presStyleLbl="node1" presStyleIdx="1" presStyleCnt="5">
        <dgm:presLayoutVars>
          <dgm:bulletEnabled val="1"/>
        </dgm:presLayoutVars>
      </dgm:prSet>
      <dgm:spPr/>
    </dgm:pt>
    <dgm:pt modelId="{58AB929B-2C10-4AF8-89D2-9E0C6F82F770}" type="pres">
      <dgm:prSet presAssocID="{9370F803-BC0F-41A9-9685-C292793EA604}" presName="accent_2" presStyleCnt="0"/>
      <dgm:spPr/>
    </dgm:pt>
    <dgm:pt modelId="{593E935E-D43A-4F6D-AE2F-F3B09D3ECF9E}" type="pres">
      <dgm:prSet presAssocID="{9370F803-BC0F-41A9-9685-C292793EA604}" presName="accentRepeatNode" presStyleLbl="solidFgAcc1" presStyleIdx="1" presStyleCnt="5"/>
      <dgm:spPr/>
    </dgm:pt>
    <dgm:pt modelId="{FF57020C-243F-4570-B3C0-6D5D36430D60}" type="pres">
      <dgm:prSet presAssocID="{522B6E85-A01F-4B0C-B8FA-CADE769AD6A0}" presName="text_3" presStyleLbl="node1" presStyleIdx="2" presStyleCnt="5">
        <dgm:presLayoutVars>
          <dgm:bulletEnabled val="1"/>
        </dgm:presLayoutVars>
      </dgm:prSet>
      <dgm:spPr/>
    </dgm:pt>
    <dgm:pt modelId="{C9BE191A-0185-47B9-9A87-54751E16D568}" type="pres">
      <dgm:prSet presAssocID="{522B6E85-A01F-4B0C-B8FA-CADE769AD6A0}" presName="accent_3" presStyleCnt="0"/>
      <dgm:spPr/>
    </dgm:pt>
    <dgm:pt modelId="{C4A44034-CEA3-4E3A-845B-5447D5E20C25}" type="pres">
      <dgm:prSet presAssocID="{522B6E85-A01F-4B0C-B8FA-CADE769AD6A0}" presName="accentRepeatNode" presStyleLbl="solidFgAcc1" presStyleIdx="2" presStyleCnt="5"/>
      <dgm:spPr/>
    </dgm:pt>
    <dgm:pt modelId="{32D6AE2D-6AC2-4B82-9901-8577DA0F7F0B}" type="pres">
      <dgm:prSet presAssocID="{1493D87F-75D9-404A-AE08-DA7ECB5073F1}" presName="text_4" presStyleLbl="node1" presStyleIdx="3" presStyleCnt="5">
        <dgm:presLayoutVars>
          <dgm:bulletEnabled val="1"/>
        </dgm:presLayoutVars>
      </dgm:prSet>
      <dgm:spPr/>
    </dgm:pt>
    <dgm:pt modelId="{A547ECFC-816C-4BE1-8FF4-472EED6A726B}" type="pres">
      <dgm:prSet presAssocID="{1493D87F-75D9-404A-AE08-DA7ECB5073F1}" presName="accent_4" presStyleCnt="0"/>
      <dgm:spPr/>
    </dgm:pt>
    <dgm:pt modelId="{6259E67D-AC0D-4B4F-9C9B-15C990D0422D}" type="pres">
      <dgm:prSet presAssocID="{1493D87F-75D9-404A-AE08-DA7ECB5073F1}" presName="accentRepeatNode" presStyleLbl="solidFgAcc1" presStyleIdx="3" presStyleCnt="5"/>
      <dgm:spPr/>
    </dgm:pt>
    <dgm:pt modelId="{AEDACD9A-13D5-4C9B-8053-2CF34989D3B9}" type="pres">
      <dgm:prSet presAssocID="{1798C484-C6DE-4753-9824-A2E919EBC744}" presName="text_5" presStyleLbl="node1" presStyleIdx="4" presStyleCnt="5">
        <dgm:presLayoutVars>
          <dgm:bulletEnabled val="1"/>
        </dgm:presLayoutVars>
      </dgm:prSet>
      <dgm:spPr/>
    </dgm:pt>
    <dgm:pt modelId="{FCF00220-D084-4153-84E9-4DF347607DBC}" type="pres">
      <dgm:prSet presAssocID="{1798C484-C6DE-4753-9824-A2E919EBC744}" presName="accent_5" presStyleCnt="0"/>
      <dgm:spPr/>
    </dgm:pt>
    <dgm:pt modelId="{EEB3501F-70C1-445B-9FEC-68B76013EDE2}" type="pres">
      <dgm:prSet presAssocID="{1798C484-C6DE-4753-9824-A2E919EBC744}" presName="accentRepeatNode" presStyleLbl="solidFgAcc1" presStyleIdx="4" presStyleCnt="5"/>
      <dgm:spPr/>
    </dgm:pt>
  </dgm:ptLst>
  <dgm:cxnLst>
    <dgm:cxn modelId="{65415E26-8A5E-498C-B166-A1681AB02311}" srcId="{32E7AE2A-1703-4110-8F75-8FD6735E24D7}" destId="{522B6E85-A01F-4B0C-B8FA-CADE769AD6A0}" srcOrd="2" destOrd="0" parTransId="{CFFE31C7-285A-465C-90B3-F6A9526D26E1}" sibTransId="{47186006-9D9B-4410-85D9-838F433B5DC1}"/>
    <dgm:cxn modelId="{E663EE3E-2CE8-4A9A-BB85-DE08E8372F44}" srcId="{32E7AE2A-1703-4110-8F75-8FD6735E24D7}" destId="{C80FCD9C-9CFE-4381-A3AF-182EF4C95E13}" srcOrd="0" destOrd="0" parTransId="{FDAC7725-9982-4E73-BB2F-ED8BA91983CE}" sibTransId="{C4BE02EC-E05B-456C-81BD-F650CF74BA64}"/>
    <dgm:cxn modelId="{1A1EFE6E-53D1-48FA-9E9C-511B645EF47A}" type="presOf" srcId="{32E7AE2A-1703-4110-8F75-8FD6735E24D7}" destId="{C24DAC23-D2C7-406C-A4CC-46240E4DED72}" srcOrd="0" destOrd="0" presId="urn:microsoft.com/office/officeart/2008/layout/VerticalCurvedList"/>
    <dgm:cxn modelId="{23283352-92E8-40A1-B96A-8965CA823A47}" type="presOf" srcId="{C4BE02EC-E05B-456C-81BD-F650CF74BA64}" destId="{3A5E4D2F-2FE3-4B16-A752-0F875C43A7CF}" srcOrd="0" destOrd="0" presId="urn:microsoft.com/office/officeart/2008/layout/VerticalCurvedList"/>
    <dgm:cxn modelId="{B256DE73-A213-4D1F-A9DD-90CCBEB45A07}" type="presOf" srcId="{C80FCD9C-9CFE-4381-A3AF-182EF4C95E13}" destId="{F40140F6-0345-4844-9B5F-394FD759E733}" srcOrd="0" destOrd="0" presId="urn:microsoft.com/office/officeart/2008/layout/VerticalCurvedList"/>
    <dgm:cxn modelId="{D7AEA97C-948C-4354-9731-D71FAE59E438}" srcId="{32E7AE2A-1703-4110-8F75-8FD6735E24D7}" destId="{1493D87F-75D9-404A-AE08-DA7ECB5073F1}" srcOrd="3" destOrd="0" parTransId="{04A1E2A7-E099-4DC9-9A25-E2F70A6C4144}" sibTransId="{99DBF1F4-7829-41F8-9E08-5AC4D5CEC683}"/>
    <dgm:cxn modelId="{FEC7698A-72CC-41D6-8722-9065A5EE5DF4}" type="presOf" srcId="{522B6E85-A01F-4B0C-B8FA-CADE769AD6A0}" destId="{FF57020C-243F-4570-B3C0-6D5D36430D60}" srcOrd="0" destOrd="0" presId="urn:microsoft.com/office/officeart/2008/layout/VerticalCurvedList"/>
    <dgm:cxn modelId="{8A575598-36E3-436F-AC0E-F724598DE2B6}" type="presOf" srcId="{9370F803-BC0F-41A9-9685-C292793EA604}" destId="{3A70DD57-5E62-47C2-B9FB-F8361381E64E}" srcOrd="0" destOrd="0" presId="urn:microsoft.com/office/officeart/2008/layout/VerticalCurvedList"/>
    <dgm:cxn modelId="{C4C272B7-326E-46D1-BC11-FB577E790AD7}" srcId="{32E7AE2A-1703-4110-8F75-8FD6735E24D7}" destId="{1798C484-C6DE-4753-9824-A2E919EBC744}" srcOrd="4" destOrd="0" parTransId="{7BCC1C47-40EE-4FCB-A0EC-C1E54391D580}" sibTransId="{C7561B65-9349-42AF-B1A1-486D75ECCB78}"/>
    <dgm:cxn modelId="{8E995ABF-04D6-4524-809F-C8161949EF1A}" type="presOf" srcId="{1798C484-C6DE-4753-9824-A2E919EBC744}" destId="{AEDACD9A-13D5-4C9B-8053-2CF34989D3B9}" srcOrd="0" destOrd="0" presId="urn:microsoft.com/office/officeart/2008/layout/VerticalCurvedList"/>
    <dgm:cxn modelId="{6D6DC5CC-1B1B-41E0-9072-164C50EE1470}" srcId="{32E7AE2A-1703-4110-8F75-8FD6735E24D7}" destId="{9370F803-BC0F-41A9-9685-C292793EA604}" srcOrd="1" destOrd="0" parTransId="{4DB7813E-4CDA-493D-870E-0841E9A9BE30}" sibTransId="{AC267C1E-6A17-440C-B2D9-0A421F7AFE95}"/>
    <dgm:cxn modelId="{BDC27DD5-59CA-4C88-8253-EA7FC48DE96A}" type="presOf" srcId="{1493D87F-75D9-404A-AE08-DA7ECB5073F1}" destId="{32D6AE2D-6AC2-4B82-9901-8577DA0F7F0B}" srcOrd="0" destOrd="0" presId="urn:microsoft.com/office/officeart/2008/layout/VerticalCurvedList"/>
    <dgm:cxn modelId="{034E09BD-BB92-4247-B9BA-23A7740086EC}" type="presParOf" srcId="{C24DAC23-D2C7-406C-A4CC-46240E4DED72}" destId="{1717FB3B-B9A6-4E2A-95D6-C27700696C81}" srcOrd="0" destOrd="0" presId="urn:microsoft.com/office/officeart/2008/layout/VerticalCurvedList"/>
    <dgm:cxn modelId="{B71918DF-6765-4FAB-BFAC-A896BD8B191A}" type="presParOf" srcId="{1717FB3B-B9A6-4E2A-95D6-C27700696C81}" destId="{44DDAE29-1925-4787-94B4-0C896EF3E921}" srcOrd="0" destOrd="0" presId="urn:microsoft.com/office/officeart/2008/layout/VerticalCurvedList"/>
    <dgm:cxn modelId="{4BDDBD24-5043-46AE-BEC1-66D4DE0D92A2}" type="presParOf" srcId="{44DDAE29-1925-4787-94B4-0C896EF3E921}" destId="{57915BA8-BF50-4113-A2C6-2975CB3FBCFD}" srcOrd="0" destOrd="0" presId="urn:microsoft.com/office/officeart/2008/layout/VerticalCurvedList"/>
    <dgm:cxn modelId="{621FF5C2-6CE0-4B1A-8071-73D9EB711977}" type="presParOf" srcId="{44DDAE29-1925-4787-94B4-0C896EF3E921}" destId="{3A5E4D2F-2FE3-4B16-A752-0F875C43A7CF}" srcOrd="1" destOrd="0" presId="urn:microsoft.com/office/officeart/2008/layout/VerticalCurvedList"/>
    <dgm:cxn modelId="{8A8584B0-E8F7-4987-833E-D53199B4FA52}" type="presParOf" srcId="{44DDAE29-1925-4787-94B4-0C896EF3E921}" destId="{58D023CC-0651-433B-8C1C-CA068317E9E4}" srcOrd="2" destOrd="0" presId="urn:microsoft.com/office/officeart/2008/layout/VerticalCurvedList"/>
    <dgm:cxn modelId="{073AE8C3-67B5-41BA-8867-B159A1991EF1}" type="presParOf" srcId="{44DDAE29-1925-4787-94B4-0C896EF3E921}" destId="{D8243295-63CD-4814-9F7D-B12A8C7C7A59}" srcOrd="3" destOrd="0" presId="urn:microsoft.com/office/officeart/2008/layout/VerticalCurvedList"/>
    <dgm:cxn modelId="{73A324F3-DD28-474A-A763-74E82B8665DA}" type="presParOf" srcId="{1717FB3B-B9A6-4E2A-95D6-C27700696C81}" destId="{F40140F6-0345-4844-9B5F-394FD759E733}" srcOrd="1" destOrd="0" presId="urn:microsoft.com/office/officeart/2008/layout/VerticalCurvedList"/>
    <dgm:cxn modelId="{B3F725E0-2BC9-4105-B4EA-033E81B63B55}" type="presParOf" srcId="{1717FB3B-B9A6-4E2A-95D6-C27700696C81}" destId="{406B1552-82C5-42DD-B596-885236EC5494}" srcOrd="2" destOrd="0" presId="urn:microsoft.com/office/officeart/2008/layout/VerticalCurvedList"/>
    <dgm:cxn modelId="{2DC80656-011C-4E55-BF59-348EBBF3F396}" type="presParOf" srcId="{406B1552-82C5-42DD-B596-885236EC5494}" destId="{E82EC445-ADEB-4645-9AF6-2F65356498CD}" srcOrd="0" destOrd="0" presId="urn:microsoft.com/office/officeart/2008/layout/VerticalCurvedList"/>
    <dgm:cxn modelId="{0CB202BE-D317-4B9E-896B-0C6A09E0B5DB}" type="presParOf" srcId="{1717FB3B-B9A6-4E2A-95D6-C27700696C81}" destId="{3A70DD57-5E62-47C2-B9FB-F8361381E64E}" srcOrd="3" destOrd="0" presId="urn:microsoft.com/office/officeart/2008/layout/VerticalCurvedList"/>
    <dgm:cxn modelId="{79B2E977-68B8-469A-BA2D-30F10D1B1344}" type="presParOf" srcId="{1717FB3B-B9A6-4E2A-95D6-C27700696C81}" destId="{58AB929B-2C10-4AF8-89D2-9E0C6F82F770}" srcOrd="4" destOrd="0" presId="urn:microsoft.com/office/officeart/2008/layout/VerticalCurvedList"/>
    <dgm:cxn modelId="{5D2E40F0-F61C-44A3-811E-16690136D72A}" type="presParOf" srcId="{58AB929B-2C10-4AF8-89D2-9E0C6F82F770}" destId="{593E935E-D43A-4F6D-AE2F-F3B09D3ECF9E}" srcOrd="0" destOrd="0" presId="urn:microsoft.com/office/officeart/2008/layout/VerticalCurvedList"/>
    <dgm:cxn modelId="{F97322C8-BD22-4FD0-AF58-7CB3A2136D57}" type="presParOf" srcId="{1717FB3B-B9A6-4E2A-95D6-C27700696C81}" destId="{FF57020C-243F-4570-B3C0-6D5D36430D60}" srcOrd="5" destOrd="0" presId="urn:microsoft.com/office/officeart/2008/layout/VerticalCurvedList"/>
    <dgm:cxn modelId="{E5D54DD9-6081-4B38-B739-8182D128233D}" type="presParOf" srcId="{1717FB3B-B9A6-4E2A-95D6-C27700696C81}" destId="{C9BE191A-0185-47B9-9A87-54751E16D568}" srcOrd="6" destOrd="0" presId="urn:microsoft.com/office/officeart/2008/layout/VerticalCurvedList"/>
    <dgm:cxn modelId="{7C39FC24-5322-4032-B4B5-76D4C58D34F6}" type="presParOf" srcId="{C9BE191A-0185-47B9-9A87-54751E16D568}" destId="{C4A44034-CEA3-4E3A-845B-5447D5E20C25}" srcOrd="0" destOrd="0" presId="urn:microsoft.com/office/officeart/2008/layout/VerticalCurvedList"/>
    <dgm:cxn modelId="{CEADB1DE-703F-4E50-BE73-7378D7389CDF}" type="presParOf" srcId="{1717FB3B-B9A6-4E2A-95D6-C27700696C81}" destId="{32D6AE2D-6AC2-4B82-9901-8577DA0F7F0B}" srcOrd="7" destOrd="0" presId="urn:microsoft.com/office/officeart/2008/layout/VerticalCurvedList"/>
    <dgm:cxn modelId="{D06A2FAB-DD81-41CE-A1B6-3EE1338F73DB}" type="presParOf" srcId="{1717FB3B-B9A6-4E2A-95D6-C27700696C81}" destId="{A547ECFC-816C-4BE1-8FF4-472EED6A726B}" srcOrd="8" destOrd="0" presId="urn:microsoft.com/office/officeart/2008/layout/VerticalCurvedList"/>
    <dgm:cxn modelId="{0CE3B1F2-AF29-46D5-B16F-C1F9F9047524}" type="presParOf" srcId="{A547ECFC-816C-4BE1-8FF4-472EED6A726B}" destId="{6259E67D-AC0D-4B4F-9C9B-15C990D0422D}" srcOrd="0" destOrd="0" presId="urn:microsoft.com/office/officeart/2008/layout/VerticalCurvedList"/>
    <dgm:cxn modelId="{7A00C73C-6E9E-4120-9D63-014B7DB485F2}" type="presParOf" srcId="{1717FB3B-B9A6-4E2A-95D6-C27700696C81}" destId="{AEDACD9A-13D5-4C9B-8053-2CF34989D3B9}" srcOrd="9" destOrd="0" presId="urn:microsoft.com/office/officeart/2008/layout/VerticalCurvedList"/>
    <dgm:cxn modelId="{182B77B7-1C30-4465-8ECE-D3E69CA84AF9}" type="presParOf" srcId="{1717FB3B-B9A6-4E2A-95D6-C27700696C81}" destId="{FCF00220-D084-4153-84E9-4DF347607DBC}" srcOrd="10" destOrd="0" presId="urn:microsoft.com/office/officeart/2008/layout/VerticalCurvedList"/>
    <dgm:cxn modelId="{5DFDA1E8-2D1F-4322-B513-196AB45FA5BD}" type="presParOf" srcId="{FCF00220-D084-4153-84E9-4DF347607DBC}" destId="{EEB3501F-70C1-445B-9FEC-68B76013EDE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9480C6B8-6D38-4A3D-93DA-4D9BC40D44D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E21C516-DE07-4087-A3DD-0B4ECB175770}">
      <dgm:prSet/>
      <dgm:spPr/>
      <dgm:t>
        <a:bodyPr/>
        <a:lstStyle/>
        <a:p>
          <a:r>
            <a:rPr lang="uk-UA" b="0" i="0"/>
            <a:t>Корсунській битві.</a:t>
          </a:r>
          <a:endParaRPr lang="uk-UA"/>
        </a:p>
      </dgm:t>
    </dgm:pt>
    <dgm:pt modelId="{8DEE9694-43FB-4C83-A515-6BB9DC2D468C}" type="parTrans" cxnId="{1FF778F5-EF11-40B3-A557-B8EA2563153B}">
      <dgm:prSet/>
      <dgm:spPr/>
      <dgm:t>
        <a:bodyPr/>
        <a:lstStyle/>
        <a:p>
          <a:endParaRPr lang="uk-UA"/>
        </a:p>
      </dgm:t>
    </dgm:pt>
    <dgm:pt modelId="{A2A5EF17-BAA1-4145-BCC0-B34C094CC127}" type="sibTrans" cxnId="{1FF778F5-EF11-40B3-A557-B8EA2563153B}">
      <dgm:prSet/>
      <dgm:spPr/>
      <dgm:t>
        <a:bodyPr/>
        <a:lstStyle/>
        <a:p>
          <a:endParaRPr lang="uk-UA"/>
        </a:p>
      </dgm:t>
    </dgm:pt>
    <dgm:pt modelId="{887225E9-1B80-427E-A599-6E7F4ACB1E4D}">
      <dgm:prSet/>
      <dgm:spPr/>
      <dgm:t>
        <a:bodyPr/>
        <a:lstStyle/>
        <a:p>
          <a:r>
            <a:rPr lang="uk-UA" b="0" i="0" dirty="0" err="1"/>
            <a:t>Пилявецькій</a:t>
          </a:r>
          <a:r>
            <a:rPr lang="uk-UA" b="0" i="0" dirty="0"/>
            <a:t> битві.</a:t>
          </a:r>
          <a:endParaRPr lang="uk-UA" dirty="0"/>
        </a:p>
      </dgm:t>
    </dgm:pt>
    <dgm:pt modelId="{1E53BB72-A012-4AED-A171-61D602094CAA}" type="parTrans" cxnId="{48721FF1-495E-4DF2-BF70-17199FFE88EB}">
      <dgm:prSet/>
      <dgm:spPr/>
      <dgm:t>
        <a:bodyPr/>
        <a:lstStyle/>
        <a:p>
          <a:endParaRPr lang="uk-UA"/>
        </a:p>
      </dgm:t>
    </dgm:pt>
    <dgm:pt modelId="{01C27796-2EB4-4520-948A-C5135EC60637}" type="sibTrans" cxnId="{48721FF1-495E-4DF2-BF70-17199FFE88EB}">
      <dgm:prSet/>
      <dgm:spPr/>
      <dgm:t>
        <a:bodyPr/>
        <a:lstStyle/>
        <a:p>
          <a:endParaRPr lang="uk-UA"/>
        </a:p>
      </dgm:t>
    </dgm:pt>
    <dgm:pt modelId="{DC59BD4D-EF9B-4E4C-87D1-EA9E14D66375}">
      <dgm:prSet/>
      <dgm:spPr/>
      <dgm:t>
        <a:bodyPr/>
        <a:lstStyle/>
        <a:p>
          <a:r>
            <a:rPr lang="uk-UA" b="0" i="0"/>
            <a:t>Батозькій битві.</a:t>
          </a:r>
          <a:endParaRPr lang="uk-UA"/>
        </a:p>
      </dgm:t>
    </dgm:pt>
    <dgm:pt modelId="{9C7D3488-BC63-4494-A345-41F902CE2C14}" type="parTrans" cxnId="{687275E4-342B-45E8-BA83-E4DE51C5B4DA}">
      <dgm:prSet/>
      <dgm:spPr/>
      <dgm:t>
        <a:bodyPr/>
        <a:lstStyle/>
        <a:p>
          <a:endParaRPr lang="uk-UA"/>
        </a:p>
      </dgm:t>
    </dgm:pt>
    <dgm:pt modelId="{A00F3DA2-EAF0-46EB-B7EE-2D7E09090BBE}" type="sibTrans" cxnId="{687275E4-342B-45E8-BA83-E4DE51C5B4DA}">
      <dgm:prSet/>
      <dgm:spPr/>
      <dgm:t>
        <a:bodyPr/>
        <a:lstStyle/>
        <a:p>
          <a:endParaRPr lang="uk-UA"/>
        </a:p>
      </dgm:t>
    </dgm:pt>
    <dgm:pt modelId="{D5ACF01E-AD7A-4723-81E9-24124CC93E36}">
      <dgm:prSet/>
      <dgm:spPr/>
      <dgm:t>
        <a:bodyPr/>
        <a:lstStyle/>
        <a:p>
          <a:r>
            <a:rPr lang="uk-UA" b="0" i="0"/>
            <a:t>Жовтоводській битві.</a:t>
          </a:r>
          <a:endParaRPr lang="uk-UA"/>
        </a:p>
      </dgm:t>
    </dgm:pt>
    <dgm:pt modelId="{33D9E619-24CB-4913-93E3-0EDB6D57305F}" type="parTrans" cxnId="{244CDD0C-3598-49E0-8664-1238FCD0C1DF}">
      <dgm:prSet/>
      <dgm:spPr/>
      <dgm:t>
        <a:bodyPr/>
        <a:lstStyle/>
        <a:p>
          <a:endParaRPr lang="uk-UA"/>
        </a:p>
      </dgm:t>
    </dgm:pt>
    <dgm:pt modelId="{B9632287-4443-4EC0-A764-83929F5A1C34}" type="sibTrans" cxnId="{244CDD0C-3598-49E0-8664-1238FCD0C1DF}">
      <dgm:prSet/>
      <dgm:spPr/>
      <dgm:t>
        <a:bodyPr/>
        <a:lstStyle/>
        <a:p>
          <a:endParaRPr lang="uk-UA"/>
        </a:p>
      </dgm:t>
    </dgm:pt>
    <dgm:pt modelId="{B3A2D63F-5A34-4B9F-A652-101CC8070CED}">
      <dgm:prSet/>
      <dgm:spPr/>
      <dgm:t>
        <a:bodyPr/>
        <a:lstStyle/>
        <a:p>
          <a:endParaRPr lang="uk-UA" dirty="0"/>
        </a:p>
      </dgm:t>
    </dgm:pt>
    <dgm:pt modelId="{E56E36F1-23AD-4FC2-B362-DA0133D091AC}" type="parTrans" cxnId="{5A9F8D12-7728-464D-B28E-B7F331E91AEE}">
      <dgm:prSet/>
      <dgm:spPr/>
      <dgm:t>
        <a:bodyPr/>
        <a:lstStyle/>
        <a:p>
          <a:endParaRPr lang="uk-UA"/>
        </a:p>
      </dgm:t>
    </dgm:pt>
    <dgm:pt modelId="{39E92300-C9AF-4D7D-97F8-4F239723F8E2}" type="sibTrans" cxnId="{5A9F8D12-7728-464D-B28E-B7F331E91AEE}">
      <dgm:prSet/>
      <dgm:spPr/>
      <dgm:t>
        <a:bodyPr/>
        <a:lstStyle/>
        <a:p>
          <a:endParaRPr lang="uk-UA"/>
        </a:p>
      </dgm:t>
    </dgm:pt>
    <dgm:pt modelId="{E4410E88-5EDB-4B9C-AB4B-A99B65CCE70E}" type="pres">
      <dgm:prSet presAssocID="{9480C6B8-6D38-4A3D-93DA-4D9BC40D44DC}" presName="matrix" presStyleCnt="0">
        <dgm:presLayoutVars>
          <dgm:chMax val="1"/>
          <dgm:dir/>
          <dgm:resizeHandles val="exact"/>
        </dgm:presLayoutVars>
      </dgm:prSet>
      <dgm:spPr/>
    </dgm:pt>
    <dgm:pt modelId="{FE83E6D1-52A0-4997-9AED-5B303CBE78CF}" type="pres">
      <dgm:prSet presAssocID="{9480C6B8-6D38-4A3D-93DA-4D9BC40D44DC}" presName="diamond" presStyleLbl="bgShp" presStyleIdx="0" presStyleCnt="1"/>
      <dgm:spPr/>
    </dgm:pt>
    <dgm:pt modelId="{A3417BA3-6172-4704-8D8A-A6C58F9B6AE9}" type="pres">
      <dgm:prSet presAssocID="{9480C6B8-6D38-4A3D-93DA-4D9BC40D44D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96D6D57-CF76-424E-80F8-2AA91A93D08A}" type="pres">
      <dgm:prSet presAssocID="{9480C6B8-6D38-4A3D-93DA-4D9BC40D44D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CFDC645-11CB-4DDF-A5B0-D6AF227C7411}" type="pres">
      <dgm:prSet presAssocID="{9480C6B8-6D38-4A3D-93DA-4D9BC40D44D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490B370-9522-4359-A655-8580A305490C}" type="pres">
      <dgm:prSet presAssocID="{9480C6B8-6D38-4A3D-93DA-4D9BC40D44D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44CDD0C-3598-49E0-8664-1238FCD0C1DF}" srcId="{9480C6B8-6D38-4A3D-93DA-4D9BC40D44DC}" destId="{D5ACF01E-AD7A-4723-81E9-24124CC93E36}" srcOrd="3" destOrd="0" parTransId="{33D9E619-24CB-4913-93E3-0EDB6D57305F}" sibTransId="{B9632287-4443-4EC0-A764-83929F5A1C34}"/>
    <dgm:cxn modelId="{5A9F8D12-7728-464D-B28E-B7F331E91AEE}" srcId="{9480C6B8-6D38-4A3D-93DA-4D9BC40D44DC}" destId="{B3A2D63F-5A34-4B9F-A652-101CC8070CED}" srcOrd="4" destOrd="0" parTransId="{E56E36F1-23AD-4FC2-B362-DA0133D091AC}" sibTransId="{39E92300-C9AF-4D7D-97F8-4F239723F8E2}"/>
    <dgm:cxn modelId="{FEC30B27-F42A-4FF2-AE5B-9AE79434A641}" type="presOf" srcId="{DC59BD4D-EF9B-4E4C-87D1-EA9E14D66375}" destId="{DCFDC645-11CB-4DDF-A5B0-D6AF227C7411}" srcOrd="0" destOrd="0" presId="urn:microsoft.com/office/officeart/2005/8/layout/matrix3"/>
    <dgm:cxn modelId="{A6BA5A39-98D5-46C8-9720-3AFF519009A6}" type="presOf" srcId="{887225E9-1B80-427E-A599-6E7F4ACB1E4D}" destId="{896D6D57-CF76-424E-80F8-2AA91A93D08A}" srcOrd="0" destOrd="0" presId="urn:microsoft.com/office/officeart/2005/8/layout/matrix3"/>
    <dgm:cxn modelId="{194C036F-2B68-4176-B568-211F3E79F9AF}" type="presOf" srcId="{9480C6B8-6D38-4A3D-93DA-4D9BC40D44DC}" destId="{E4410E88-5EDB-4B9C-AB4B-A99B65CCE70E}" srcOrd="0" destOrd="0" presId="urn:microsoft.com/office/officeart/2005/8/layout/matrix3"/>
    <dgm:cxn modelId="{8A47D578-1C2B-46A4-B4A3-79E4F2673917}" type="presOf" srcId="{D5ACF01E-AD7A-4723-81E9-24124CC93E36}" destId="{D490B370-9522-4359-A655-8580A305490C}" srcOrd="0" destOrd="0" presId="urn:microsoft.com/office/officeart/2005/8/layout/matrix3"/>
    <dgm:cxn modelId="{1579F0A6-54E8-4870-93AD-238CC5517AAF}" type="presOf" srcId="{9E21C516-DE07-4087-A3DD-0B4ECB175770}" destId="{A3417BA3-6172-4704-8D8A-A6C58F9B6AE9}" srcOrd="0" destOrd="0" presId="urn:microsoft.com/office/officeart/2005/8/layout/matrix3"/>
    <dgm:cxn modelId="{687275E4-342B-45E8-BA83-E4DE51C5B4DA}" srcId="{9480C6B8-6D38-4A3D-93DA-4D9BC40D44DC}" destId="{DC59BD4D-EF9B-4E4C-87D1-EA9E14D66375}" srcOrd="2" destOrd="0" parTransId="{9C7D3488-BC63-4494-A345-41F902CE2C14}" sibTransId="{A00F3DA2-EAF0-46EB-B7EE-2D7E09090BBE}"/>
    <dgm:cxn modelId="{48721FF1-495E-4DF2-BF70-17199FFE88EB}" srcId="{9480C6B8-6D38-4A3D-93DA-4D9BC40D44DC}" destId="{887225E9-1B80-427E-A599-6E7F4ACB1E4D}" srcOrd="1" destOrd="0" parTransId="{1E53BB72-A012-4AED-A171-61D602094CAA}" sibTransId="{01C27796-2EB4-4520-948A-C5135EC60637}"/>
    <dgm:cxn modelId="{1FF778F5-EF11-40B3-A557-B8EA2563153B}" srcId="{9480C6B8-6D38-4A3D-93DA-4D9BC40D44DC}" destId="{9E21C516-DE07-4087-A3DD-0B4ECB175770}" srcOrd="0" destOrd="0" parTransId="{8DEE9694-43FB-4C83-A515-6BB9DC2D468C}" sibTransId="{A2A5EF17-BAA1-4145-BCC0-B34C094CC127}"/>
    <dgm:cxn modelId="{BEFC85B9-1615-4CD9-AC38-919320F03A21}" type="presParOf" srcId="{E4410E88-5EDB-4B9C-AB4B-A99B65CCE70E}" destId="{FE83E6D1-52A0-4997-9AED-5B303CBE78CF}" srcOrd="0" destOrd="0" presId="urn:microsoft.com/office/officeart/2005/8/layout/matrix3"/>
    <dgm:cxn modelId="{C9AFEE25-E6A9-4F9E-8EBD-CAA709BB7479}" type="presParOf" srcId="{E4410E88-5EDB-4B9C-AB4B-A99B65CCE70E}" destId="{A3417BA3-6172-4704-8D8A-A6C58F9B6AE9}" srcOrd="1" destOrd="0" presId="urn:microsoft.com/office/officeart/2005/8/layout/matrix3"/>
    <dgm:cxn modelId="{11E3E221-00B2-492B-A902-FBA5143B1CFB}" type="presParOf" srcId="{E4410E88-5EDB-4B9C-AB4B-A99B65CCE70E}" destId="{896D6D57-CF76-424E-80F8-2AA91A93D08A}" srcOrd="2" destOrd="0" presId="urn:microsoft.com/office/officeart/2005/8/layout/matrix3"/>
    <dgm:cxn modelId="{E6DE4FE1-AD80-4587-80AB-D63110DD3514}" type="presParOf" srcId="{E4410E88-5EDB-4B9C-AB4B-A99B65CCE70E}" destId="{DCFDC645-11CB-4DDF-A5B0-D6AF227C7411}" srcOrd="3" destOrd="0" presId="urn:microsoft.com/office/officeart/2005/8/layout/matrix3"/>
    <dgm:cxn modelId="{4503DB11-311F-4DD5-98CE-0C2B5C4C89B2}" type="presParOf" srcId="{E4410E88-5EDB-4B9C-AB4B-A99B65CCE70E}" destId="{D490B370-9522-4359-A655-8580A305490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45243EB6-6E47-459F-9B1D-6AD59F8308B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1C61FE9-5A15-4A11-BC8E-1D2C1E85F701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E59C0127-8FCC-4C10-A1ED-2B8281DA77B4}" type="parTrans" cxnId="{A6DFDC6E-B24D-4FEA-94B2-AF9689BEA570}">
      <dgm:prSet/>
      <dgm:spPr/>
      <dgm:t>
        <a:bodyPr/>
        <a:lstStyle/>
        <a:p>
          <a:endParaRPr lang="uk-UA"/>
        </a:p>
      </dgm:t>
    </dgm:pt>
    <dgm:pt modelId="{0798FF53-FBF2-4F7E-9C60-949CC596B1B2}" type="sibTrans" cxnId="{A6DFDC6E-B24D-4FEA-94B2-AF9689BEA570}">
      <dgm:prSet/>
      <dgm:spPr/>
      <dgm:t>
        <a:bodyPr/>
        <a:lstStyle/>
        <a:p>
          <a:endParaRPr lang="uk-UA"/>
        </a:p>
      </dgm:t>
    </dgm:pt>
    <dgm:pt modelId="{C8E88F24-BBB0-4C8B-9F95-BB405A3FC19F}">
      <dgm:prSet/>
      <dgm:spPr/>
      <dgm:t>
        <a:bodyPr/>
        <a:lstStyle/>
        <a:p>
          <a:r>
            <a:rPr lang="ru-RU" b="0" i="0"/>
            <a:t>1650 р.</a:t>
          </a:r>
          <a:endParaRPr lang="uk-UA"/>
        </a:p>
      </dgm:t>
    </dgm:pt>
    <dgm:pt modelId="{C2D53F34-DD5E-4001-A725-D094DE1FB438}" type="parTrans" cxnId="{6C84C39C-C88E-48FB-B7DA-49397352C748}">
      <dgm:prSet/>
      <dgm:spPr/>
      <dgm:t>
        <a:bodyPr/>
        <a:lstStyle/>
        <a:p>
          <a:endParaRPr lang="uk-UA"/>
        </a:p>
      </dgm:t>
    </dgm:pt>
    <dgm:pt modelId="{51E7879F-546F-442B-97E1-ECEF5C1D5F15}" type="sibTrans" cxnId="{6C84C39C-C88E-48FB-B7DA-49397352C748}">
      <dgm:prSet/>
      <dgm:spPr/>
      <dgm:t>
        <a:bodyPr/>
        <a:lstStyle/>
        <a:p>
          <a:endParaRPr lang="uk-UA"/>
        </a:p>
      </dgm:t>
    </dgm:pt>
    <dgm:pt modelId="{94A71A94-573F-407A-AB70-8F9162EB6197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8ACB1558-A7AD-451A-9709-ACB93DCAF2F2}" type="parTrans" cxnId="{781292C5-B9AC-4532-A7F0-FBC4291FA086}">
      <dgm:prSet/>
      <dgm:spPr/>
      <dgm:t>
        <a:bodyPr/>
        <a:lstStyle/>
        <a:p>
          <a:endParaRPr lang="uk-UA"/>
        </a:p>
      </dgm:t>
    </dgm:pt>
    <dgm:pt modelId="{F8DEC942-F378-462C-A85D-6E7C0E24C91B}" type="sibTrans" cxnId="{781292C5-B9AC-4532-A7F0-FBC4291FA086}">
      <dgm:prSet/>
      <dgm:spPr/>
      <dgm:t>
        <a:bodyPr/>
        <a:lstStyle/>
        <a:p>
          <a:endParaRPr lang="uk-UA"/>
        </a:p>
      </dgm:t>
    </dgm:pt>
    <dgm:pt modelId="{A19C16ED-A71F-4811-BC8D-D7C99A207E8A}">
      <dgm:prSet/>
      <dgm:spPr/>
      <dgm:t>
        <a:bodyPr/>
        <a:lstStyle/>
        <a:p>
          <a:r>
            <a:rPr lang="ru-RU" b="0" i="0" dirty="0"/>
            <a:t>1653 р.</a:t>
          </a:r>
          <a:endParaRPr lang="uk-UA" dirty="0"/>
        </a:p>
      </dgm:t>
    </dgm:pt>
    <dgm:pt modelId="{83BE8157-13FD-44C0-829F-B18D8288F0BC}" type="parTrans" cxnId="{5E841368-39DC-4C91-8AF3-1955E5E13907}">
      <dgm:prSet/>
      <dgm:spPr/>
      <dgm:t>
        <a:bodyPr/>
        <a:lstStyle/>
        <a:p>
          <a:endParaRPr lang="uk-UA"/>
        </a:p>
      </dgm:t>
    </dgm:pt>
    <dgm:pt modelId="{55C9C682-D8F7-40E3-B8CE-55E47C052A82}" type="sibTrans" cxnId="{5E841368-39DC-4C91-8AF3-1955E5E13907}">
      <dgm:prSet/>
      <dgm:spPr/>
      <dgm:t>
        <a:bodyPr/>
        <a:lstStyle/>
        <a:p>
          <a:endParaRPr lang="uk-UA"/>
        </a:p>
      </dgm:t>
    </dgm:pt>
    <dgm:pt modelId="{356DCC81-09CD-46D1-AD83-F7F24CB8CA6F}" type="pres">
      <dgm:prSet presAssocID="{45243EB6-6E47-459F-9B1D-6AD59F8308BD}" presName="matrix" presStyleCnt="0">
        <dgm:presLayoutVars>
          <dgm:chMax val="1"/>
          <dgm:dir/>
          <dgm:resizeHandles val="exact"/>
        </dgm:presLayoutVars>
      </dgm:prSet>
      <dgm:spPr/>
    </dgm:pt>
    <dgm:pt modelId="{34E12310-8CEB-488E-BA6E-05056175B8F4}" type="pres">
      <dgm:prSet presAssocID="{45243EB6-6E47-459F-9B1D-6AD59F8308BD}" presName="diamond" presStyleLbl="bgShp" presStyleIdx="0" presStyleCnt="1"/>
      <dgm:spPr/>
    </dgm:pt>
    <dgm:pt modelId="{BCF093D6-22A1-493D-B745-313590A7A7FB}" type="pres">
      <dgm:prSet presAssocID="{45243EB6-6E47-459F-9B1D-6AD59F8308B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EB05DC7-30A0-4561-BE83-38F626AB4733}" type="pres">
      <dgm:prSet presAssocID="{45243EB6-6E47-459F-9B1D-6AD59F8308B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F8904B0-AC49-4CE7-A87C-4F789EEB6B23}" type="pres">
      <dgm:prSet presAssocID="{45243EB6-6E47-459F-9B1D-6AD59F8308B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F0E3192-E537-4C68-8457-939847AB0567}" type="pres">
      <dgm:prSet presAssocID="{45243EB6-6E47-459F-9B1D-6AD59F8308B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895705F-0E20-4EA2-B0E0-1BA2B2D91E0C}" type="presOf" srcId="{D1C61FE9-5A15-4A11-BC8E-1D2C1E85F701}" destId="{BCF093D6-22A1-493D-B745-313590A7A7FB}" srcOrd="0" destOrd="0" presId="urn:microsoft.com/office/officeart/2005/8/layout/matrix3"/>
    <dgm:cxn modelId="{50BBF063-B494-40AD-ADBF-F7D4DB06CB18}" type="presOf" srcId="{45243EB6-6E47-459F-9B1D-6AD59F8308BD}" destId="{356DCC81-09CD-46D1-AD83-F7F24CB8CA6F}" srcOrd="0" destOrd="0" presId="urn:microsoft.com/office/officeart/2005/8/layout/matrix3"/>
    <dgm:cxn modelId="{5E841368-39DC-4C91-8AF3-1955E5E13907}" srcId="{45243EB6-6E47-459F-9B1D-6AD59F8308BD}" destId="{A19C16ED-A71F-4811-BC8D-D7C99A207E8A}" srcOrd="3" destOrd="0" parTransId="{83BE8157-13FD-44C0-829F-B18D8288F0BC}" sibTransId="{55C9C682-D8F7-40E3-B8CE-55E47C052A82}"/>
    <dgm:cxn modelId="{A6DFDC6E-B24D-4FEA-94B2-AF9689BEA570}" srcId="{45243EB6-6E47-459F-9B1D-6AD59F8308BD}" destId="{D1C61FE9-5A15-4A11-BC8E-1D2C1E85F701}" srcOrd="0" destOrd="0" parTransId="{E59C0127-8FCC-4C10-A1ED-2B8281DA77B4}" sibTransId="{0798FF53-FBF2-4F7E-9C60-949CC596B1B2}"/>
    <dgm:cxn modelId="{38BFD88C-82B6-4B8B-B6D3-746164085E00}" type="presOf" srcId="{A19C16ED-A71F-4811-BC8D-D7C99A207E8A}" destId="{2F0E3192-E537-4C68-8457-939847AB0567}" srcOrd="0" destOrd="0" presId="urn:microsoft.com/office/officeart/2005/8/layout/matrix3"/>
    <dgm:cxn modelId="{6C84C39C-C88E-48FB-B7DA-49397352C748}" srcId="{45243EB6-6E47-459F-9B1D-6AD59F8308BD}" destId="{C8E88F24-BBB0-4C8B-9F95-BB405A3FC19F}" srcOrd="1" destOrd="0" parTransId="{C2D53F34-DD5E-4001-A725-D094DE1FB438}" sibTransId="{51E7879F-546F-442B-97E1-ECEF5C1D5F15}"/>
    <dgm:cxn modelId="{967D76A0-B961-4F3B-8B1D-EF6552A411CA}" type="presOf" srcId="{C8E88F24-BBB0-4C8B-9F95-BB405A3FC19F}" destId="{5EB05DC7-30A0-4561-BE83-38F626AB4733}" srcOrd="0" destOrd="0" presId="urn:microsoft.com/office/officeart/2005/8/layout/matrix3"/>
    <dgm:cxn modelId="{F7B796AA-CC9F-47E5-A892-3FCF658DE448}" type="presOf" srcId="{94A71A94-573F-407A-AB70-8F9162EB6197}" destId="{CF8904B0-AC49-4CE7-A87C-4F789EEB6B23}" srcOrd="0" destOrd="0" presId="urn:microsoft.com/office/officeart/2005/8/layout/matrix3"/>
    <dgm:cxn modelId="{781292C5-B9AC-4532-A7F0-FBC4291FA086}" srcId="{45243EB6-6E47-459F-9B1D-6AD59F8308BD}" destId="{94A71A94-573F-407A-AB70-8F9162EB6197}" srcOrd="2" destOrd="0" parTransId="{8ACB1558-A7AD-451A-9709-ACB93DCAF2F2}" sibTransId="{F8DEC942-F378-462C-A85D-6E7C0E24C91B}"/>
    <dgm:cxn modelId="{C1440FE6-AB75-4FD4-B0A7-651255B0BBFA}" type="presParOf" srcId="{356DCC81-09CD-46D1-AD83-F7F24CB8CA6F}" destId="{34E12310-8CEB-488E-BA6E-05056175B8F4}" srcOrd="0" destOrd="0" presId="urn:microsoft.com/office/officeart/2005/8/layout/matrix3"/>
    <dgm:cxn modelId="{1D53DABC-6FF0-4075-A259-E8E7C2BD40E1}" type="presParOf" srcId="{356DCC81-09CD-46D1-AD83-F7F24CB8CA6F}" destId="{BCF093D6-22A1-493D-B745-313590A7A7FB}" srcOrd="1" destOrd="0" presId="urn:microsoft.com/office/officeart/2005/8/layout/matrix3"/>
    <dgm:cxn modelId="{92980EE7-7453-4E74-9DE4-1C4544910620}" type="presParOf" srcId="{356DCC81-09CD-46D1-AD83-F7F24CB8CA6F}" destId="{5EB05DC7-30A0-4561-BE83-38F626AB4733}" srcOrd="2" destOrd="0" presId="urn:microsoft.com/office/officeart/2005/8/layout/matrix3"/>
    <dgm:cxn modelId="{62A1F7E7-078C-44A0-A7C4-D668F43C9961}" type="presParOf" srcId="{356DCC81-09CD-46D1-AD83-F7F24CB8CA6F}" destId="{CF8904B0-AC49-4CE7-A87C-4F789EEB6B23}" srcOrd="3" destOrd="0" presId="urn:microsoft.com/office/officeart/2005/8/layout/matrix3"/>
    <dgm:cxn modelId="{54B5C0C7-AA88-43AD-8076-9B0D47DA65EF}" type="presParOf" srcId="{356DCC81-09CD-46D1-AD83-F7F24CB8CA6F}" destId="{2F0E3192-E537-4C68-8457-939847AB056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0CE6037C-A886-4591-B1DA-9B2670B1604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71EFD1-D712-453F-BB77-C09CF23B9080}">
      <dgm:prSet/>
      <dgm:spPr/>
      <dgm:t>
        <a:bodyPr/>
        <a:lstStyle/>
        <a:p>
          <a:r>
            <a:rPr lang="uk-UA" b="0" i="0"/>
            <a:t>Жовтоводську</a:t>
          </a:r>
          <a:endParaRPr lang="uk-UA"/>
        </a:p>
      </dgm:t>
    </dgm:pt>
    <dgm:pt modelId="{C7F77157-3148-4DFE-B914-B873B6DAAEA8}" type="parTrans" cxnId="{36B03C3E-9DFA-44FB-B9B6-454ED8B86AE9}">
      <dgm:prSet/>
      <dgm:spPr/>
      <dgm:t>
        <a:bodyPr/>
        <a:lstStyle/>
        <a:p>
          <a:endParaRPr lang="uk-UA"/>
        </a:p>
      </dgm:t>
    </dgm:pt>
    <dgm:pt modelId="{0ABC37A6-345B-4D62-A5C6-F9EA4D5809A1}" type="sibTrans" cxnId="{36B03C3E-9DFA-44FB-B9B6-454ED8B86AE9}">
      <dgm:prSet/>
      <dgm:spPr/>
      <dgm:t>
        <a:bodyPr/>
        <a:lstStyle/>
        <a:p>
          <a:endParaRPr lang="uk-UA"/>
        </a:p>
      </dgm:t>
    </dgm:pt>
    <dgm:pt modelId="{60E14EA6-54A1-4F23-9F5B-FEADCBCB9FFF}">
      <dgm:prSet/>
      <dgm:spPr/>
      <dgm:t>
        <a:bodyPr/>
        <a:lstStyle/>
        <a:p>
          <a:r>
            <a:rPr lang="uk-UA" b="0" i="0"/>
            <a:t>Пилявецьку</a:t>
          </a:r>
          <a:endParaRPr lang="uk-UA"/>
        </a:p>
      </dgm:t>
    </dgm:pt>
    <dgm:pt modelId="{045FEEA0-0208-4F12-AF51-F6BD05A1087C}" type="parTrans" cxnId="{8DC1EF53-4484-477F-8D85-1BB5119A2BC6}">
      <dgm:prSet/>
      <dgm:spPr/>
      <dgm:t>
        <a:bodyPr/>
        <a:lstStyle/>
        <a:p>
          <a:endParaRPr lang="uk-UA"/>
        </a:p>
      </dgm:t>
    </dgm:pt>
    <dgm:pt modelId="{B3B76948-86FF-486C-BBDF-A93279F924D0}" type="sibTrans" cxnId="{8DC1EF53-4484-477F-8D85-1BB5119A2BC6}">
      <dgm:prSet/>
      <dgm:spPr/>
      <dgm:t>
        <a:bodyPr/>
        <a:lstStyle/>
        <a:p>
          <a:endParaRPr lang="uk-UA"/>
        </a:p>
      </dgm:t>
    </dgm:pt>
    <dgm:pt modelId="{E00C6EBC-7BD4-4930-8250-E38904703601}">
      <dgm:prSet/>
      <dgm:spPr/>
      <dgm:t>
        <a:bodyPr/>
        <a:lstStyle/>
        <a:p>
          <a:r>
            <a:rPr lang="uk-UA" b="0" i="0"/>
            <a:t>Корсунську</a:t>
          </a:r>
          <a:endParaRPr lang="uk-UA"/>
        </a:p>
      </dgm:t>
    </dgm:pt>
    <dgm:pt modelId="{FB594EC7-329A-40E4-9DA7-EBACE8604794}" type="parTrans" cxnId="{98C1BD60-9858-4159-B173-CA887CE8CA4E}">
      <dgm:prSet/>
      <dgm:spPr/>
      <dgm:t>
        <a:bodyPr/>
        <a:lstStyle/>
        <a:p>
          <a:endParaRPr lang="uk-UA"/>
        </a:p>
      </dgm:t>
    </dgm:pt>
    <dgm:pt modelId="{C9E52FD2-1AC4-4226-AB40-C797DDBEEF4F}" type="sibTrans" cxnId="{98C1BD60-9858-4159-B173-CA887CE8CA4E}">
      <dgm:prSet/>
      <dgm:spPr/>
      <dgm:t>
        <a:bodyPr/>
        <a:lstStyle/>
        <a:p>
          <a:endParaRPr lang="uk-UA"/>
        </a:p>
      </dgm:t>
    </dgm:pt>
    <dgm:pt modelId="{82E3F101-46B1-4D48-89D2-77587D5B710E}">
      <dgm:prSet/>
      <dgm:spPr/>
      <dgm:t>
        <a:bodyPr/>
        <a:lstStyle/>
        <a:p>
          <a:r>
            <a:rPr lang="uk-UA" b="0" i="0" dirty="0" err="1"/>
            <a:t>Батозьку</a:t>
          </a:r>
          <a:endParaRPr lang="uk-UA" dirty="0"/>
        </a:p>
      </dgm:t>
    </dgm:pt>
    <dgm:pt modelId="{3F1BA481-6AC9-451B-96EC-997CDE3D37B5}" type="parTrans" cxnId="{101D1338-088D-4DE9-B417-202BD92650A2}">
      <dgm:prSet/>
      <dgm:spPr/>
      <dgm:t>
        <a:bodyPr/>
        <a:lstStyle/>
        <a:p>
          <a:endParaRPr lang="uk-UA"/>
        </a:p>
      </dgm:t>
    </dgm:pt>
    <dgm:pt modelId="{B7CBE73A-8B86-4EC5-ABB6-51C9282F9364}" type="sibTrans" cxnId="{101D1338-088D-4DE9-B417-202BD92650A2}">
      <dgm:prSet/>
      <dgm:spPr/>
      <dgm:t>
        <a:bodyPr/>
        <a:lstStyle/>
        <a:p>
          <a:endParaRPr lang="uk-UA"/>
        </a:p>
      </dgm:t>
    </dgm:pt>
    <dgm:pt modelId="{F84FC2F1-94BC-492F-90B5-CBC02961470E}" type="pres">
      <dgm:prSet presAssocID="{0CE6037C-A886-4591-B1DA-9B2670B16048}" presName="matrix" presStyleCnt="0">
        <dgm:presLayoutVars>
          <dgm:chMax val="1"/>
          <dgm:dir/>
          <dgm:resizeHandles val="exact"/>
        </dgm:presLayoutVars>
      </dgm:prSet>
      <dgm:spPr/>
    </dgm:pt>
    <dgm:pt modelId="{1899A26E-72CD-4666-867C-E77DEF61BAC5}" type="pres">
      <dgm:prSet presAssocID="{0CE6037C-A886-4591-B1DA-9B2670B16048}" presName="diamond" presStyleLbl="bgShp" presStyleIdx="0" presStyleCnt="1"/>
      <dgm:spPr/>
    </dgm:pt>
    <dgm:pt modelId="{882317DC-44C1-47EE-B4AF-E21F235F4C4A}" type="pres">
      <dgm:prSet presAssocID="{0CE6037C-A886-4591-B1DA-9B2670B1604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20FFE3-E906-4A04-898D-A3F267CA5AAD}" type="pres">
      <dgm:prSet presAssocID="{0CE6037C-A886-4591-B1DA-9B2670B1604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AAC036-3B23-43E8-9F7E-9D31959DD98D}" type="pres">
      <dgm:prSet presAssocID="{0CE6037C-A886-4591-B1DA-9B2670B1604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FB3415D-C3DB-4322-9030-4A5EADB3FACB}" type="pres">
      <dgm:prSet presAssocID="{0CE6037C-A886-4591-B1DA-9B2670B1604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4561000-B098-4648-AA29-0F2E7F09E296}" type="presOf" srcId="{0CE6037C-A886-4591-B1DA-9B2670B16048}" destId="{F84FC2F1-94BC-492F-90B5-CBC02961470E}" srcOrd="0" destOrd="0" presId="urn:microsoft.com/office/officeart/2005/8/layout/matrix3"/>
    <dgm:cxn modelId="{101D1338-088D-4DE9-B417-202BD92650A2}" srcId="{0CE6037C-A886-4591-B1DA-9B2670B16048}" destId="{82E3F101-46B1-4D48-89D2-77587D5B710E}" srcOrd="3" destOrd="0" parTransId="{3F1BA481-6AC9-451B-96EC-997CDE3D37B5}" sibTransId="{B7CBE73A-8B86-4EC5-ABB6-51C9282F9364}"/>
    <dgm:cxn modelId="{36B03C3E-9DFA-44FB-B9B6-454ED8B86AE9}" srcId="{0CE6037C-A886-4591-B1DA-9B2670B16048}" destId="{0A71EFD1-D712-453F-BB77-C09CF23B9080}" srcOrd="0" destOrd="0" parTransId="{C7F77157-3148-4DFE-B914-B873B6DAAEA8}" sibTransId="{0ABC37A6-345B-4D62-A5C6-F9EA4D5809A1}"/>
    <dgm:cxn modelId="{A91CD85C-45DC-4A0E-8565-4C76841D0FBA}" type="presOf" srcId="{60E14EA6-54A1-4F23-9F5B-FEADCBCB9FFF}" destId="{0420FFE3-E906-4A04-898D-A3F267CA5AAD}" srcOrd="0" destOrd="0" presId="urn:microsoft.com/office/officeart/2005/8/layout/matrix3"/>
    <dgm:cxn modelId="{98C1BD60-9858-4159-B173-CA887CE8CA4E}" srcId="{0CE6037C-A886-4591-B1DA-9B2670B16048}" destId="{E00C6EBC-7BD4-4930-8250-E38904703601}" srcOrd="2" destOrd="0" parTransId="{FB594EC7-329A-40E4-9DA7-EBACE8604794}" sibTransId="{C9E52FD2-1AC4-4226-AB40-C797DDBEEF4F}"/>
    <dgm:cxn modelId="{8DC1EF53-4484-477F-8D85-1BB5119A2BC6}" srcId="{0CE6037C-A886-4591-B1DA-9B2670B16048}" destId="{60E14EA6-54A1-4F23-9F5B-FEADCBCB9FFF}" srcOrd="1" destOrd="0" parTransId="{045FEEA0-0208-4F12-AF51-F6BD05A1087C}" sibTransId="{B3B76948-86FF-486C-BBDF-A93279F924D0}"/>
    <dgm:cxn modelId="{CCECF59B-3C2F-4B6F-AF41-BE8369961468}" type="presOf" srcId="{82E3F101-46B1-4D48-89D2-77587D5B710E}" destId="{BFB3415D-C3DB-4322-9030-4A5EADB3FACB}" srcOrd="0" destOrd="0" presId="urn:microsoft.com/office/officeart/2005/8/layout/matrix3"/>
    <dgm:cxn modelId="{5887B2D5-F5DB-491A-8321-80AFBEE2B4F9}" type="presOf" srcId="{E00C6EBC-7BD4-4930-8250-E38904703601}" destId="{7EAAC036-3B23-43E8-9F7E-9D31959DD98D}" srcOrd="0" destOrd="0" presId="urn:microsoft.com/office/officeart/2005/8/layout/matrix3"/>
    <dgm:cxn modelId="{C87A92FC-1F33-407A-B2D1-034E307C53DA}" type="presOf" srcId="{0A71EFD1-D712-453F-BB77-C09CF23B9080}" destId="{882317DC-44C1-47EE-B4AF-E21F235F4C4A}" srcOrd="0" destOrd="0" presId="urn:microsoft.com/office/officeart/2005/8/layout/matrix3"/>
    <dgm:cxn modelId="{2226470D-D8A9-418B-B8E0-4A015DAE8F12}" type="presParOf" srcId="{F84FC2F1-94BC-492F-90B5-CBC02961470E}" destId="{1899A26E-72CD-4666-867C-E77DEF61BAC5}" srcOrd="0" destOrd="0" presId="urn:microsoft.com/office/officeart/2005/8/layout/matrix3"/>
    <dgm:cxn modelId="{D09CA478-6E30-41AC-A1AC-20E96D94251A}" type="presParOf" srcId="{F84FC2F1-94BC-492F-90B5-CBC02961470E}" destId="{882317DC-44C1-47EE-B4AF-E21F235F4C4A}" srcOrd="1" destOrd="0" presId="urn:microsoft.com/office/officeart/2005/8/layout/matrix3"/>
    <dgm:cxn modelId="{98027ED0-0FAE-49D5-95D1-2455690B7195}" type="presParOf" srcId="{F84FC2F1-94BC-492F-90B5-CBC02961470E}" destId="{0420FFE3-E906-4A04-898D-A3F267CA5AAD}" srcOrd="2" destOrd="0" presId="urn:microsoft.com/office/officeart/2005/8/layout/matrix3"/>
    <dgm:cxn modelId="{336742F0-5886-4402-8E36-39C59558066D}" type="presParOf" srcId="{F84FC2F1-94BC-492F-90B5-CBC02961470E}" destId="{7EAAC036-3B23-43E8-9F7E-9D31959DD98D}" srcOrd="3" destOrd="0" presId="urn:microsoft.com/office/officeart/2005/8/layout/matrix3"/>
    <dgm:cxn modelId="{054BE88A-4F29-40F2-8003-8FC50EF3FE5F}" type="presParOf" srcId="{F84FC2F1-94BC-492F-90B5-CBC02961470E}" destId="{BFB3415D-C3DB-4322-9030-4A5EADB3FAC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8B198298-CC30-4A65-8618-FA4EEBD48DA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08064F4-4BBF-4684-9ACD-DEEC5DA44C7E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65C45A25-0DEC-4EDC-BC92-5D7308BB85A8}" type="parTrans" cxnId="{A105AE9F-F1DF-4F82-9F02-EAB471A8492E}">
      <dgm:prSet/>
      <dgm:spPr/>
      <dgm:t>
        <a:bodyPr/>
        <a:lstStyle/>
        <a:p>
          <a:endParaRPr lang="uk-UA"/>
        </a:p>
      </dgm:t>
    </dgm:pt>
    <dgm:pt modelId="{C36AFAEB-DF70-4EEE-9E76-681CCC49340E}" type="sibTrans" cxnId="{A105AE9F-F1DF-4F82-9F02-EAB471A8492E}">
      <dgm:prSet/>
      <dgm:spPr/>
      <dgm:t>
        <a:bodyPr/>
        <a:lstStyle/>
        <a:p>
          <a:endParaRPr lang="uk-UA"/>
        </a:p>
      </dgm:t>
    </dgm:pt>
    <dgm:pt modelId="{488FA3D5-6765-4DDC-9197-A37F283ECEF5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89F83F6F-A745-445A-98F7-EEE9CF19C533}" type="parTrans" cxnId="{7E1F0279-6A22-472D-8BF1-D4BDAB7EFCFA}">
      <dgm:prSet/>
      <dgm:spPr/>
      <dgm:t>
        <a:bodyPr/>
        <a:lstStyle/>
        <a:p>
          <a:endParaRPr lang="uk-UA"/>
        </a:p>
      </dgm:t>
    </dgm:pt>
    <dgm:pt modelId="{B09E007C-21E9-4C65-B873-FB005E8EED32}" type="sibTrans" cxnId="{7E1F0279-6A22-472D-8BF1-D4BDAB7EFCFA}">
      <dgm:prSet/>
      <dgm:spPr/>
      <dgm:t>
        <a:bodyPr/>
        <a:lstStyle/>
        <a:p>
          <a:endParaRPr lang="uk-UA"/>
        </a:p>
      </dgm:t>
    </dgm:pt>
    <dgm:pt modelId="{FD024C70-82F4-4C05-B2AA-9B0AAB6F1389}">
      <dgm:prSet/>
      <dgm:spPr/>
      <dgm:t>
        <a:bodyPr/>
        <a:lstStyle/>
        <a:p>
          <a:r>
            <a:rPr lang="ru-RU" b="0" i="0"/>
            <a:t>1654 р.</a:t>
          </a:r>
          <a:endParaRPr lang="uk-UA"/>
        </a:p>
      </dgm:t>
    </dgm:pt>
    <dgm:pt modelId="{A0ADF395-0CFF-48E7-B3F6-A6E75769B4DB}" type="parTrans" cxnId="{28B8A428-3CB8-44D4-AB53-97894EDCE9FF}">
      <dgm:prSet/>
      <dgm:spPr/>
      <dgm:t>
        <a:bodyPr/>
        <a:lstStyle/>
        <a:p>
          <a:endParaRPr lang="uk-UA"/>
        </a:p>
      </dgm:t>
    </dgm:pt>
    <dgm:pt modelId="{E1ECFDEE-FCA2-40CF-91B5-8E2992F094DB}" type="sibTrans" cxnId="{28B8A428-3CB8-44D4-AB53-97894EDCE9FF}">
      <dgm:prSet/>
      <dgm:spPr/>
      <dgm:t>
        <a:bodyPr/>
        <a:lstStyle/>
        <a:p>
          <a:endParaRPr lang="uk-UA"/>
        </a:p>
      </dgm:t>
    </dgm:pt>
    <dgm:pt modelId="{076F9746-DC62-4622-9CBA-76FFEEF6EED5}">
      <dgm:prSet/>
      <dgm:spPr/>
      <dgm:t>
        <a:bodyPr/>
        <a:lstStyle/>
        <a:p>
          <a:r>
            <a:rPr lang="ru-RU" b="0" i="0" dirty="0"/>
            <a:t>1657 р.</a:t>
          </a:r>
          <a:endParaRPr lang="uk-UA" dirty="0"/>
        </a:p>
      </dgm:t>
    </dgm:pt>
    <dgm:pt modelId="{C0AEB5DD-C7D5-4386-A148-5E848CDF33B5}" type="parTrans" cxnId="{10DD03B6-F26F-45BE-8250-CEF28E842D59}">
      <dgm:prSet/>
      <dgm:spPr/>
      <dgm:t>
        <a:bodyPr/>
        <a:lstStyle/>
        <a:p>
          <a:endParaRPr lang="uk-UA"/>
        </a:p>
      </dgm:t>
    </dgm:pt>
    <dgm:pt modelId="{B7B414B0-9077-42E3-92E6-0DF2DD82778B}" type="sibTrans" cxnId="{10DD03B6-F26F-45BE-8250-CEF28E842D59}">
      <dgm:prSet/>
      <dgm:spPr/>
      <dgm:t>
        <a:bodyPr/>
        <a:lstStyle/>
        <a:p>
          <a:endParaRPr lang="uk-UA"/>
        </a:p>
      </dgm:t>
    </dgm:pt>
    <dgm:pt modelId="{DCAC4EBB-2D2D-4388-8FC4-FF2EA235B04A}" type="pres">
      <dgm:prSet presAssocID="{8B198298-CC30-4A65-8618-FA4EEBD48DAB}" presName="matrix" presStyleCnt="0">
        <dgm:presLayoutVars>
          <dgm:chMax val="1"/>
          <dgm:dir/>
          <dgm:resizeHandles val="exact"/>
        </dgm:presLayoutVars>
      </dgm:prSet>
      <dgm:spPr/>
    </dgm:pt>
    <dgm:pt modelId="{7E284812-04F7-4148-88C7-FD6AC6E0B034}" type="pres">
      <dgm:prSet presAssocID="{8B198298-CC30-4A65-8618-FA4EEBD48DAB}" presName="diamond" presStyleLbl="bgShp" presStyleIdx="0" presStyleCnt="1"/>
      <dgm:spPr/>
    </dgm:pt>
    <dgm:pt modelId="{8CB4EACA-9F85-4E16-BC01-9C151360F61A}" type="pres">
      <dgm:prSet presAssocID="{8B198298-CC30-4A65-8618-FA4EEBD48DA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57BA9E6-3F5C-4D6F-B73F-FF2372227419}" type="pres">
      <dgm:prSet presAssocID="{8B198298-CC30-4A65-8618-FA4EEBD48DA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3A9C133-EC40-425C-A524-449A325719EC}" type="pres">
      <dgm:prSet presAssocID="{8B198298-CC30-4A65-8618-FA4EEBD48DA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FD72B02-E950-47D2-8DCE-C4E8A10D567C}" type="pres">
      <dgm:prSet presAssocID="{8B198298-CC30-4A65-8618-FA4EEBD48DA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F7B822-A830-4171-B345-E3374F9AC33A}" type="presOf" srcId="{608064F4-4BBF-4684-9ACD-DEEC5DA44C7E}" destId="{8CB4EACA-9F85-4E16-BC01-9C151360F61A}" srcOrd="0" destOrd="0" presId="urn:microsoft.com/office/officeart/2005/8/layout/matrix3"/>
    <dgm:cxn modelId="{28B8A428-3CB8-44D4-AB53-97894EDCE9FF}" srcId="{8B198298-CC30-4A65-8618-FA4EEBD48DAB}" destId="{FD024C70-82F4-4C05-B2AA-9B0AAB6F1389}" srcOrd="2" destOrd="0" parTransId="{A0ADF395-0CFF-48E7-B3F6-A6E75769B4DB}" sibTransId="{E1ECFDEE-FCA2-40CF-91B5-8E2992F094DB}"/>
    <dgm:cxn modelId="{66D2965B-5393-40EA-8DDE-92A157BF2FC8}" type="presOf" srcId="{8B198298-CC30-4A65-8618-FA4EEBD48DAB}" destId="{DCAC4EBB-2D2D-4388-8FC4-FF2EA235B04A}" srcOrd="0" destOrd="0" presId="urn:microsoft.com/office/officeart/2005/8/layout/matrix3"/>
    <dgm:cxn modelId="{71796041-4FE1-43DD-BE34-B37197C2F03D}" type="presOf" srcId="{FD024C70-82F4-4C05-B2AA-9B0AAB6F1389}" destId="{C3A9C133-EC40-425C-A524-449A325719EC}" srcOrd="0" destOrd="0" presId="urn:microsoft.com/office/officeart/2005/8/layout/matrix3"/>
    <dgm:cxn modelId="{6331FD67-7375-4706-B9D5-099DBF7561D0}" type="presOf" srcId="{076F9746-DC62-4622-9CBA-76FFEEF6EED5}" destId="{1FD72B02-E950-47D2-8DCE-C4E8A10D567C}" srcOrd="0" destOrd="0" presId="urn:microsoft.com/office/officeart/2005/8/layout/matrix3"/>
    <dgm:cxn modelId="{7E1F0279-6A22-472D-8BF1-D4BDAB7EFCFA}" srcId="{8B198298-CC30-4A65-8618-FA4EEBD48DAB}" destId="{488FA3D5-6765-4DDC-9197-A37F283ECEF5}" srcOrd="1" destOrd="0" parTransId="{89F83F6F-A745-445A-98F7-EEE9CF19C533}" sibTransId="{B09E007C-21E9-4C65-B873-FB005E8EED32}"/>
    <dgm:cxn modelId="{A105AE9F-F1DF-4F82-9F02-EAB471A8492E}" srcId="{8B198298-CC30-4A65-8618-FA4EEBD48DAB}" destId="{608064F4-4BBF-4684-9ACD-DEEC5DA44C7E}" srcOrd="0" destOrd="0" parTransId="{65C45A25-0DEC-4EDC-BC92-5D7308BB85A8}" sibTransId="{C36AFAEB-DF70-4EEE-9E76-681CCC49340E}"/>
    <dgm:cxn modelId="{10DD03B6-F26F-45BE-8250-CEF28E842D59}" srcId="{8B198298-CC30-4A65-8618-FA4EEBD48DAB}" destId="{076F9746-DC62-4622-9CBA-76FFEEF6EED5}" srcOrd="3" destOrd="0" parTransId="{C0AEB5DD-C7D5-4386-A148-5E848CDF33B5}" sibTransId="{B7B414B0-9077-42E3-92E6-0DF2DD82778B}"/>
    <dgm:cxn modelId="{497DDEE7-BDDD-4EE1-B731-159A1863761E}" type="presOf" srcId="{488FA3D5-6765-4DDC-9197-A37F283ECEF5}" destId="{B57BA9E6-3F5C-4D6F-B73F-FF2372227419}" srcOrd="0" destOrd="0" presId="urn:microsoft.com/office/officeart/2005/8/layout/matrix3"/>
    <dgm:cxn modelId="{E4A33095-3925-4E45-B9A2-2FDB5B4C59CF}" type="presParOf" srcId="{DCAC4EBB-2D2D-4388-8FC4-FF2EA235B04A}" destId="{7E284812-04F7-4148-88C7-FD6AC6E0B034}" srcOrd="0" destOrd="0" presId="urn:microsoft.com/office/officeart/2005/8/layout/matrix3"/>
    <dgm:cxn modelId="{6C87C9CE-CFE7-4F7A-870E-338B76D7D658}" type="presParOf" srcId="{DCAC4EBB-2D2D-4388-8FC4-FF2EA235B04A}" destId="{8CB4EACA-9F85-4E16-BC01-9C151360F61A}" srcOrd="1" destOrd="0" presId="urn:microsoft.com/office/officeart/2005/8/layout/matrix3"/>
    <dgm:cxn modelId="{9A3F2EA1-19C3-47E3-9CFB-36A2439B1739}" type="presParOf" srcId="{DCAC4EBB-2D2D-4388-8FC4-FF2EA235B04A}" destId="{B57BA9E6-3F5C-4D6F-B73F-FF2372227419}" srcOrd="2" destOrd="0" presId="urn:microsoft.com/office/officeart/2005/8/layout/matrix3"/>
    <dgm:cxn modelId="{B0CEC5E7-814F-48F1-9EA7-73DBB3240455}" type="presParOf" srcId="{DCAC4EBB-2D2D-4388-8FC4-FF2EA235B04A}" destId="{C3A9C133-EC40-425C-A524-449A325719EC}" srcOrd="3" destOrd="0" presId="urn:microsoft.com/office/officeart/2005/8/layout/matrix3"/>
    <dgm:cxn modelId="{F85D6202-3E8C-4AA5-8E62-A624F2B5D896}" type="presParOf" srcId="{DCAC4EBB-2D2D-4388-8FC4-FF2EA235B04A}" destId="{1FD72B02-E950-47D2-8DCE-C4E8A10D567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FB5CC4E0-B84E-491E-B1F9-9CB3FACD8E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FC1C82-A610-4C88-8F6B-1264ED52FFD3}">
      <dgm:prSet/>
      <dgm:spPr/>
      <dgm:t>
        <a:bodyPr/>
        <a:lstStyle/>
        <a:p>
          <a:r>
            <a:rPr lang="uk-UA" b="0" i="0"/>
            <a:t>князівством Валахія</a:t>
          </a:r>
          <a:endParaRPr lang="uk-UA"/>
        </a:p>
      </dgm:t>
    </dgm:pt>
    <dgm:pt modelId="{FD59C717-8DE0-4F02-ACFC-D5D27C29107D}" type="parTrans" cxnId="{50893519-BE82-447A-A288-779335CF129E}">
      <dgm:prSet/>
      <dgm:spPr/>
      <dgm:t>
        <a:bodyPr/>
        <a:lstStyle/>
        <a:p>
          <a:endParaRPr lang="uk-UA"/>
        </a:p>
      </dgm:t>
    </dgm:pt>
    <dgm:pt modelId="{0922DD6F-7C61-4459-81A1-C54BC9FC8A4C}" type="sibTrans" cxnId="{50893519-BE82-447A-A288-779335CF129E}">
      <dgm:prSet/>
      <dgm:spPr/>
      <dgm:t>
        <a:bodyPr/>
        <a:lstStyle/>
        <a:p>
          <a:endParaRPr lang="uk-UA"/>
        </a:p>
      </dgm:t>
    </dgm:pt>
    <dgm:pt modelId="{E4ED8967-38D3-4351-9B28-A227406ECF4F}">
      <dgm:prSet/>
      <dgm:spPr/>
      <dgm:t>
        <a:bodyPr/>
        <a:lstStyle/>
        <a:p>
          <a:r>
            <a:rPr lang="uk-UA" b="0" i="0"/>
            <a:t>королівством Швеція</a:t>
          </a:r>
          <a:endParaRPr lang="uk-UA"/>
        </a:p>
      </dgm:t>
    </dgm:pt>
    <dgm:pt modelId="{7BE58191-9E73-402E-B3D6-2E4ADADD3517}" type="parTrans" cxnId="{CCF73265-07CC-4D82-9A06-7AED88AE820D}">
      <dgm:prSet/>
      <dgm:spPr/>
      <dgm:t>
        <a:bodyPr/>
        <a:lstStyle/>
        <a:p>
          <a:endParaRPr lang="uk-UA"/>
        </a:p>
      </dgm:t>
    </dgm:pt>
    <dgm:pt modelId="{F9078F56-9682-4071-B214-FC2C1687450B}" type="sibTrans" cxnId="{CCF73265-07CC-4D82-9A06-7AED88AE820D}">
      <dgm:prSet/>
      <dgm:spPr/>
      <dgm:t>
        <a:bodyPr/>
        <a:lstStyle/>
        <a:p>
          <a:endParaRPr lang="uk-UA"/>
        </a:p>
      </dgm:t>
    </dgm:pt>
    <dgm:pt modelId="{8AD3DD01-5A13-40F3-B91E-5038B880E5BD}">
      <dgm:prSet/>
      <dgm:spPr/>
      <dgm:t>
        <a:bodyPr/>
        <a:lstStyle/>
        <a:p>
          <a:r>
            <a:rPr lang="uk-UA" b="0" i="0"/>
            <a:t>Молдавським князівством</a:t>
          </a:r>
          <a:endParaRPr lang="uk-UA"/>
        </a:p>
      </dgm:t>
    </dgm:pt>
    <dgm:pt modelId="{619C7A16-C2F4-48D7-A24A-4127EB3800F1}" type="parTrans" cxnId="{6B808724-3AE1-4C99-AA5D-54EECA3C6F51}">
      <dgm:prSet/>
      <dgm:spPr/>
      <dgm:t>
        <a:bodyPr/>
        <a:lstStyle/>
        <a:p>
          <a:endParaRPr lang="uk-UA"/>
        </a:p>
      </dgm:t>
    </dgm:pt>
    <dgm:pt modelId="{69D7E16F-E82B-415B-83E0-37CAF1DDA190}" type="sibTrans" cxnId="{6B808724-3AE1-4C99-AA5D-54EECA3C6F51}">
      <dgm:prSet/>
      <dgm:spPr/>
      <dgm:t>
        <a:bodyPr/>
        <a:lstStyle/>
        <a:p>
          <a:endParaRPr lang="uk-UA"/>
        </a:p>
      </dgm:t>
    </dgm:pt>
    <dgm:pt modelId="{3BB6CA59-CAB2-435C-AF46-2FDBD76D4689}">
      <dgm:prSet/>
      <dgm:spPr/>
      <dgm:t>
        <a:bodyPr/>
        <a:lstStyle/>
        <a:p>
          <a:r>
            <a:rPr lang="uk-UA" b="0" i="0" dirty="0"/>
            <a:t>Трансільванським князівством</a:t>
          </a:r>
          <a:endParaRPr lang="uk-UA" dirty="0"/>
        </a:p>
      </dgm:t>
    </dgm:pt>
    <dgm:pt modelId="{DB250698-FE28-48ED-9022-2756EA28B09F}" type="parTrans" cxnId="{28148843-5BD9-4204-B10B-6E443DE4CE83}">
      <dgm:prSet/>
      <dgm:spPr/>
      <dgm:t>
        <a:bodyPr/>
        <a:lstStyle/>
        <a:p>
          <a:endParaRPr lang="uk-UA"/>
        </a:p>
      </dgm:t>
    </dgm:pt>
    <dgm:pt modelId="{D9903005-72E8-4444-AA4A-61EF8529E6A1}" type="sibTrans" cxnId="{28148843-5BD9-4204-B10B-6E443DE4CE83}">
      <dgm:prSet/>
      <dgm:spPr/>
      <dgm:t>
        <a:bodyPr/>
        <a:lstStyle/>
        <a:p>
          <a:endParaRPr lang="uk-UA"/>
        </a:p>
      </dgm:t>
    </dgm:pt>
    <dgm:pt modelId="{93FCC225-25A6-4169-A0CA-5E80DD27F7CE}" type="pres">
      <dgm:prSet presAssocID="{FB5CC4E0-B84E-491E-B1F9-9CB3FACD8E5D}" presName="linear" presStyleCnt="0">
        <dgm:presLayoutVars>
          <dgm:animLvl val="lvl"/>
          <dgm:resizeHandles val="exact"/>
        </dgm:presLayoutVars>
      </dgm:prSet>
      <dgm:spPr/>
    </dgm:pt>
    <dgm:pt modelId="{63587FCD-1220-4DE8-BDDD-7644C6ECA11C}" type="pres">
      <dgm:prSet presAssocID="{7EFC1C82-A610-4C88-8F6B-1264ED52FF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38CBD5-0062-4FE7-8FB7-C4374C5AF27A}" type="pres">
      <dgm:prSet presAssocID="{0922DD6F-7C61-4459-81A1-C54BC9FC8A4C}" presName="spacer" presStyleCnt="0"/>
      <dgm:spPr/>
    </dgm:pt>
    <dgm:pt modelId="{F36322B7-289C-4797-B175-D82068CA5593}" type="pres">
      <dgm:prSet presAssocID="{E4ED8967-38D3-4351-9B28-A227406ECF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26E4D91-7167-4EF4-8BE8-71A054AFD5AA}" type="pres">
      <dgm:prSet presAssocID="{F9078F56-9682-4071-B214-FC2C1687450B}" presName="spacer" presStyleCnt="0"/>
      <dgm:spPr/>
    </dgm:pt>
    <dgm:pt modelId="{879F8BDC-5AC3-45EA-8964-E6577C69719F}" type="pres">
      <dgm:prSet presAssocID="{8AD3DD01-5A13-40F3-B91E-5038B880E5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B92B5B-FD29-4B17-AC52-B0E96D585EC1}" type="pres">
      <dgm:prSet presAssocID="{69D7E16F-E82B-415B-83E0-37CAF1DDA190}" presName="spacer" presStyleCnt="0"/>
      <dgm:spPr/>
    </dgm:pt>
    <dgm:pt modelId="{659989B6-1EF9-49B5-936D-E7F12CD67B47}" type="pres">
      <dgm:prSet presAssocID="{3BB6CA59-CAB2-435C-AF46-2FDBD76D468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EF7C215-487C-4FB7-A617-8C06F82F975F}" type="presOf" srcId="{8AD3DD01-5A13-40F3-B91E-5038B880E5BD}" destId="{879F8BDC-5AC3-45EA-8964-E6577C69719F}" srcOrd="0" destOrd="0" presId="urn:microsoft.com/office/officeart/2005/8/layout/vList2"/>
    <dgm:cxn modelId="{50893519-BE82-447A-A288-779335CF129E}" srcId="{FB5CC4E0-B84E-491E-B1F9-9CB3FACD8E5D}" destId="{7EFC1C82-A610-4C88-8F6B-1264ED52FFD3}" srcOrd="0" destOrd="0" parTransId="{FD59C717-8DE0-4F02-ACFC-D5D27C29107D}" sibTransId="{0922DD6F-7C61-4459-81A1-C54BC9FC8A4C}"/>
    <dgm:cxn modelId="{6B808724-3AE1-4C99-AA5D-54EECA3C6F51}" srcId="{FB5CC4E0-B84E-491E-B1F9-9CB3FACD8E5D}" destId="{8AD3DD01-5A13-40F3-B91E-5038B880E5BD}" srcOrd="2" destOrd="0" parTransId="{619C7A16-C2F4-48D7-A24A-4127EB3800F1}" sibTransId="{69D7E16F-E82B-415B-83E0-37CAF1DDA190}"/>
    <dgm:cxn modelId="{224AFF2D-CC36-49A3-A2E0-75A7BB7BEBF0}" type="presOf" srcId="{7EFC1C82-A610-4C88-8F6B-1264ED52FFD3}" destId="{63587FCD-1220-4DE8-BDDD-7644C6ECA11C}" srcOrd="0" destOrd="0" presId="urn:microsoft.com/office/officeart/2005/8/layout/vList2"/>
    <dgm:cxn modelId="{28148843-5BD9-4204-B10B-6E443DE4CE83}" srcId="{FB5CC4E0-B84E-491E-B1F9-9CB3FACD8E5D}" destId="{3BB6CA59-CAB2-435C-AF46-2FDBD76D4689}" srcOrd="3" destOrd="0" parTransId="{DB250698-FE28-48ED-9022-2756EA28B09F}" sibTransId="{D9903005-72E8-4444-AA4A-61EF8529E6A1}"/>
    <dgm:cxn modelId="{CCF73265-07CC-4D82-9A06-7AED88AE820D}" srcId="{FB5CC4E0-B84E-491E-B1F9-9CB3FACD8E5D}" destId="{E4ED8967-38D3-4351-9B28-A227406ECF4F}" srcOrd="1" destOrd="0" parTransId="{7BE58191-9E73-402E-B3D6-2E4ADADD3517}" sibTransId="{F9078F56-9682-4071-B214-FC2C1687450B}"/>
    <dgm:cxn modelId="{1A3ED245-CD4D-4BF0-B8C3-650FF80953D4}" type="presOf" srcId="{3BB6CA59-CAB2-435C-AF46-2FDBD76D4689}" destId="{659989B6-1EF9-49B5-936D-E7F12CD67B47}" srcOrd="0" destOrd="0" presId="urn:microsoft.com/office/officeart/2005/8/layout/vList2"/>
    <dgm:cxn modelId="{C97D7969-8B8D-4B64-ACC5-5FD4A170D50D}" type="presOf" srcId="{FB5CC4E0-B84E-491E-B1F9-9CB3FACD8E5D}" destId="{93FCC225-25A6-4169-A0CA-5E80DD27F7CE}" srcOrd="0" destOrd="0" presId="urn:microsoft.com/office/officeart/2005/8/layout/vList2"/>
    <dgm:cxn modelId="{BD4D3959-0708-4849-BAD7-C1E723AECE70}" type="presOf" srcId="{E4ED8967-38D3-4351-9B28-A227406ECF4F}" destId="{F36322B7-289C-4797-B175-D82068CA5593}" srcOrd="0" destOrd="0" presId="urn:microsoft.com/office/officeart/2005/8/layout/vList2"/>
    <dgm:cxn modelId="{8E9EC0DC-EE89-4042-A0CB-C8527D23411C}" type="presParOf" srcId="{93FCC225-25A6-4169-A0CA-5E80DD27F7CE}" destId="{63587FCD-1220-4DE8-BDDD-7644C6ECA11C}" srcOrd="0" destOrd="0" presId="urn:microsoft.com/office/officeart/2005/8/layout/vList2"/>
    <dgm:cxn modelId="{DE69F8FD-34E2-4AB2-95AC-0AF50A16C51A}" type="presParOf" srcId="{93FCC225-25A6-4169-A0CA-5E80DD27F7CE}" destId="{0738CBD5-0062-4FE7-8FB7-C4374C5AF27A}" srcOrd="1" destOrd="0" presId="urn:microsoft.com/office/officeart/2005/8/layout/vList2"/>
    <dgm:cxn modelId="{3EF77FAE-9CBE-472F-AC13-7B18F6916324}" type="presParOf" srcId="{93FCC225-25A6-4169-A0CA-5E80DD27F7CE}" destId="{F36322B7-289C-4797-B175-D82068CA5593}" srcOrd="2" destOrd="0" presId="urn:microsoft.com/office/officeart/2005/8/layout/vList2"/>
    <dgm:cxn modelId="{29A395ED-76A6-4D68-8A62-D74494C2E1E1}" type="presParOf" srcId="{93FCC225-25A6-4169-A0CA-5E80DD27F7CE}" destId="{826E4D91-7167-4EF4-8BE8-71A054AFD5AA}" srcOrd="3" destOrd="0" presId="urn:microsoft.com/office/officeart/2005/8/layout/vList2"/>
    <dgm:cxn modelId="{97991B38-32FB-419D-A333-95D08AE40E64}" type="presParOf" srcId="{93FCC225-25A6-4169-A0CA-5E80DD27F7CE}" destId="{879F8BDC-5AC3-45EA-8964-E6577C69719F}" srcOrd="4" destOrd="0" presId="urn:microsoft.com/office/officeart/2005/8/layout/vList2"/>
    <dgm:cxn modelId="{9FC927B9-312E-4566-A6A1-7375DE9E566D}" type="presParOf" srcId="{93FCC225-25A6-4169-A0CA-5E80DD27F7CE}" destId="{D6B92B5B-FD29-4B17-AC52-B0E96D585EC1}" srcOrd="5" destOrd="0" presId="urn:microsoft.com/office/officeart/2005/8/layout/vList2"/>
    <dgm:cxn modelId="{47569ECD-393B-422B-95ED-B4F7C904967A}" type="presParOf" srcId="{93FCC225-25A6-4169-A0CA-5E80DD27F7CE}" destId="{659989B6-1EF9-49B5-936D-E7F12CD67B4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E2D9E884-857D-4718-843B-F8FC150EEA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AB5757-CB64-4868-8EDB-0EFB03C2E8AE}">
      <dgm:prSet/>
      <dgm:spPr/>
      <dgm:t>
        <a:bodyPr/>
        <a:lstStyle/>
        <a:p>
          <a:r>
            <a:rPr lang="uk-UA" b="0" i="0"/>
            <a:t>включення українських земель до складу Московської держави</a:t>
          </a:r>
          <a:endParaRPr lang="uk-UA"/>
        </a:p>
      </dgm:t>
    </dgm:pt>
    <dgm:pt modelId="{69C49857-8577-47F6-8D0F-916EB5A32318}" type="parTrans" cxnId="{BBFA6BFF-D18F-44D2-82F0-1640849AE7D3}">
      <dgm:prSet/>
      <dgm:spPr/>
      <dgm:t>
        <a:bodyPr/>
        <a:lstStyle/>
        <a:p>
          <a:endParaRPr lang="uk-UA"/>
        </a:p>
      </dgm:t>
    </dgm:pt>
    <dgm:pt modelId="{3F0C6AF2-FC70-4D95-BC2C-C6BAD5F22A32}" type="sibTrans" cxnId="{BBFA6BFF-D18F-44D2-82F0-1640849AE7D3}">
      <dgm:prSet/>
      <dgm:spPr/>
      <dgm:t>
        <a:bodyPr/>
        <a:lstStyle/>
        <a:p>
          <a:endParaRPr lang="uk-UA"/>
        </a:p>
      </dgm:t>
    </dgm:pt>
    <dgm:pt modelId="{FF6F56D6-C10D-4CD4-A569-146EE060E195}">
      <dgm:prSet/>
      <dgm:spPr/>
      <dgm:t>
        <a:bodyPr/>
        <a:lstStyle/>
        <a:p>
          <a:r>
            <a:rPr lang="uk-UA" b="0" i="0" dirty="0"/>
            <a:t>забезпечення визнання новоутвореної держави – Гетьманщини</a:t>
          </a:r>
          <a:endParaRPr lang="uk-UA" dirty="0"/>
        </a:p>
      </dgm:t>
    </dgm:pt>
    <dgm:pt modelId="{04D5BA8C-E3DD-4714-97C3-D6987DAE2632}" type="parTrans" cxnId="{988EC076-70E9-4BCC-8FB7-61F9FE9A36BB}">
      <dgm:prSet/>
      <dgm:spPr/>
      <dgm:t>
        <a:bodyPr/>
        <a:lstStyle/>
        <a:p>
          <a:endParaRPr lang="uk-UA"/>
        </a:p>
      </dgm:t>
    </dgm:pt>
    <dgm:pt modelId="{B7DD65E2-6F26-4B3C-8F91-D636B8D3F9CC}" type="sibTrans" cxnId="{988EC076-70E9-4BCC-8FB7-61F9FE9A36BB}">
      <dgm:prSet/>
      <dgm:spPr/>
      <dgm:t>
        <a:bodyPr/>
        <a:lstStyle/>
        <a:p>
          <a:endParaRPr lang="uk-UA"/>
        </a:p>
      </dgm:t>
    </dgm:pt>
    <dgm:pt modelId="{57D777D2-5503-4450-BC61-DD48BB7F2124}">
      <dgm:prSet/>
      <dgm:spPr/>
      <dgm:t>
        <a:bodyPr/>
        <a:lstStyle/>
        <a:p>
          <a:r>
            <a:rPr lang="uk-UA" b="0" i="0"/>
            <a:t>закріплення здобутків збройної боротьби</a:t>
          </a:r>
          <a:endParaRPr lang="uk-UA"/>
        </a:p>
      </dgm:t>
    </dgm:pt>
    <dgm:pt modelId="{3615DD35-22C5-4055-A506-4C3FCD5A1275}" type="parTrans" cxnId="{2C471B1A-29A5-4B1E-BCE4-1B4FAFB2CE0A}">
      <dgm:prSet/>
      <dgm:spPr/>
      <dgm:t>
        <a:bodyPr/>
        <a:lstStyle/>
        <a:p>
          <a:endParaRPr lang="uk-UA"/>
        </a:p>
      </dgm:t>
    </dgm:pt>
    <dgm:pt modelId="{403B8806-8CB3-42B1-8E05-8410DC902134}" type="sibTrans" cxnId="{2C471B1A-29A5-4B1E-BCE4-1B4FAFB2CE0A}">
      <dgm:prSet/>
      <dgm:spPr/>
      <dgm:t>
        <a:bodyPr/>
        <a:lstStyle/>
        <a:p>
          <a:endParaRPr lang="uk-UA"/>
        </a:p>
      </dgm:t>
    </dgm:pt>
    <dgm:pt modelId="{71147916-1169-442D-A9F4-45C7CAEC7611}">
      <dgm:prSet/>
      <dgm:spPr/>
      <dgm:t>
        <a:bodyPr/>
        <a:lstStyle/>
        <a:p>
          <a:r>
            <a:rPr lang="uk-UA" b="0" i="0" dirty="0"/>
            <a:t>поділ Речі Посполитої на окремі незалежні держави</a:t>
          </a:r>
          <a:endParaRPr lang="uk-UA" dirty="0"/>
        </a:p>
      </dgm:t>
    </dgm:pt>
    <dgm:pt modelId="{F646E764-83CF-417B-BB98-C13E165D59C2}" type="parTrans" cxnId="{4BFFB5B3-3075-46C4-9D1C-4D1F530001A5}">
      <dgm:prSet/>
      <dgm:spPr/>
      <dgm:t>
        <a:bodyPr/>
        <a:lstStyle/>
        <a:p>
          <a:endParaRPr lang="uk-UA"/>
        </a:p>
      </dgm:t>
    </dgm:pt>
    <dgm:pt modelId="{9B25C438-CD2C-4F48-BC79-A51F5A2AB98F}" type="sibTrans" cxnId="{4BFFB5B3-3075-46C4-9D1C-4D1F530001A5}">
      <dgm:prSet/>
      <dgm:spPr/>
      <dgm:t>
        <a:bodyPr/>
        <a:lstStyle/>
        <a:p>
          <a:endParaRPr lang="uk-UA"/>
        </a:p>
      </dgm:t>
    </dgm:pt>
    <dgm:pt modelId="{79AA23D9-DE0A-4320-812D-B4B47C87B40D}">
      <dgm:prSet/>
      <dgm:spPr/>
      <dgm:t>
        <a:bodyPr/>
        <a:lstStyle/>
        <a:p>
          <a:r>
            <a:rPr lang="uk-UA" b="0" i="0"/>
            <a:t>здобуття королівських регалій</a:t>
          </a:r>
          <a:endParaRPr lang="uk-UA"/>
        </a:p>
      </dgm:t>
    </dgm:pt>
    <dgm:pt modelId="{C8A132FA-AD04-48BC-B317-DD8E69698861}" type="parTrans" cxnId="{3A233A06-935A-4BDB-B056-98718875ABDE}">
      <dgm:prSet/>
      <dgm:spPr/>
      <dgm:t>
        <a:bodyPr/>
        <a:lstStyle/>
        <a:p>
          <a:endParaRPr lang="uk-UA"/>
        </a:p>
      </dgm:t>
    </dgm:pt>
    <dgm:pt modelId="{5D24F3D6-5453-46C1-9BFA-05304F471F21}" type="sibTrans" cxnId="{3A233A06-935A-4BDB-B056-98718875ABDE}">
      <dgm:prSet/>
      <dgm:spPr/>
      <dgm:t>
        <a:bodyPr/>
        <a:lstStyle/>
        <a:p>
          <a:endParaRPr lang="uk-UA"/>
        </a:p>
      </dgm:t>
    </dgm:pt>
    <dgm:pt modelId="{D3BB9980-4135-4EF9-872E-3B76287B7737}">
      <dgm:prSet/>
      <dgm:spPr/>
      <dgm:t>
        <a:bodyPr/>
        <a:lstStyle/>
        <a:p>
          <a:r>
            <a:rPr lang="uk-UA" b="0" i="0"/>
            <a:t>пошук союзників у боротьбі з Річчю Посполитою</a:t>
          </a:r>
          <a:endParaRPr lang="uk-UA"/>
        </a:p>
      </dgm:t>
    </dgm:pt>
    <dgm:pt modelId="{2C04469C-FA0A-4D1B-B3C8-7AB47245752A}" type="parTrans" cxnId="{B904446B-E86E-4716-9005-5549D9138D6D}">
      <dgm:prSet/>
      <dgm:spPr/>
      <dgm:t>
        <a:bodyPr/>
        <a:lstStyle/>
        <a:p>
          <a:endParaRPr lang="uk-UA"/>
        </a:p>
      </dgm:t>
    </dgm:pt>
    <dgm:pt modelId="{C1156C3A-07E6-459B-8B7C-6124DD0E6FCD}" type="sibTrans" cxnId="{B904446B-E86E-4716-9005-5549D9138D6D}">
      <dgm:prSet/>
      <dgm:spPr/>
      <dgm:t>
        <a:bodyPr/>
        <a:lstStyle/>
        <a:p>
          <a:endParaRPr lang="uk-UA"/>
        </a:p>
      </dgm:t>
    </dgm:pt>
    <dgm:pt modelId="{9F9D195F-FA95-4CFF-884E-ADD369B2C7ED}">
      <dgm:prSet/>
      <dgm:spPr/>
      <dgm:t>
        <a:bodyPr/>
        <a:lstStyle/>
        <a:p>
          <a:r>
            <a:rPr lang="uk-UA" b="0" i="0" dirty="0"/>
            <a:t>приєднання земель Слобідської України до Гетьманщини</a:t>
          </a:r>
          <a:endParaRPr lang="uk-UA" dirty="0"/>
        </a:p>
      </dgm:t>
    </dgm:pt>
    <dgm:pt modelId="{CCEEC7C2-733B-4841-8FB4-92BD1BCDD079}" type="parTrans" cxnId="{10BDD70D-9360-4E7B-946B-76DC324E6263}">
      <dgm:prSet/>
      <dgm:spPr/>
      <dgm:t>
        <a:bodyPr/>
        <a:lstStyle/>
        <a:p>
          <a:endParaRPr lang="uk-UA"/>
        </a:p>
      </dgm:t>
    </dgm:pt>
    <dgm:pt modelId="{D28B9D46-E5B5-43E4-9EF5-C3AE3F89816E}" type="sibTrans" cxnId="{10BDD70D-9360-4E7B-946B-76DC324E6263}">
      <dgm:prSet/>
      <dgm:spPr/>
      <dgm:t>
        <a:bodyPr/>
        <a:lstStyle/>
        <a:p>
          <a:endParaRPr lang="uk-UA"/>
        </a:p>
      </dgm:t>
    </dgm:pt>
    <dgm:pt modelId="{DBD778E2-DC9E-4EF3-85A9-E2927E9B84CD}" type="pres">
      <dgm:prSet presAssocID="{E2D9E884-857D-4718-843B-F8FC150EEA88}" presName="linear" presStyleCnt="0">
        <dgm:presLayoutVars>
          <dgm:animLvl val="lvl"/>
          <dgm:resizeHandles val="exact"/>
        </dgm:presLayoutVars>
      </dgm:prSet>
      <dgm:spPr/>
    </dgm:pt>
    <dgm:pt modelId="{393AE070-9498-40AC-B794-2821F0B24595}" type="pres">
      <dgm:prSet presAssocID="{D8AB5757-CB64-4868-8EDB-0EFB03C2E8A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8049C24-94F5-4B37-9E1E-D0240BD8F010}" type="pres">
      <dgm:prSet presAssocID="{3F0C6AF2-FC70-4D95-BC2C-C6BAD5F22A32}" presName="spacer" presStyleCnt="0"/>
      <dgm:spPr/>
    </dgm:pt>
    <dgm:pt modelId="{469C5A86-4FCF-4E7D-AFAF-537C7116D500}" type="pres">
      <dgm:prSet presAssocID="{FF6F56D6-C10D-4CD4-A569-146EE060E19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B0139C7-CD4E-4397-9968-DDC0B0C8E45E}" type="pres">
      <dgm:prSet presAssocID="{B7DD65E2-6F26-4B3C-8F91-D636B8D3F9CC}" presName="spacer" presStyleCnt="0"/>
      <dgm:spPr/>
    </dgm:pt>
    <dgm:pt modelId="{6A95757C-3113-46ED-8318-413B7801AE1F}" type="pres">
      <dgm:prSet presAssocID="{57D777D2-5503-4450-BC61-DD48BB7F212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1CFF803-3F18-4B9A-BEE4-3C87D8AB7436}" type="pres">
      <dgm:prSet presAssocID="{403B8806-8CB3-42B1-8E05-8410DC902134}" presName="spacer" presStyleCnt="0"/>
      <dgm:spPr/>
    </dgm:pt>
    <dgm:pt modelId="{91783F58-DD7C-40B1-8FAC-913577BCFD70}" type="pres">
      <dgm:prSet presAssocID="{71147916-1169-442D-A9F4-45C7CAEC761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CD47347-3925-482F-AADC-4EFF55E63561}" type="pres">
      <dgm:prSet presAssocID="{9B25C438-CD2C-4F48-BC79-A51F5A2AB98F}" presName="spacer" presStyleCnt="0"/>
      <dgm:spPr/>
    </dgm:pt>
    <dgm:pt modelId="{8942ADF5-9F24-48E5-964A-3E94923B7505}" type="pres">
      <dgm:prSet presAssocID="{79AA23D9-DE0A-4320-812D-B4B47C87B40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F326E80-F3B5-4DD1-80C6-5F8BA94DC49E}" type="pres">
      <dgm:prSet presAssocID="{5D24F3D6-5453-46C1-9BFA-05304F471F21}" presName="spacer" presStyleCnt="0"/>
      <dgm:spPr/>
    </dgm:pt>
    <dgm:pt modelId="{B9CB55B6-77FC-4AB6-AADB-7D3906C43CF6}" type="pres">
      <dgm:prSet presAssocID="{D3BB9980-4135-4EF9-872E-3B76287B773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86C5AFA-6FA7-4936-9079-4BF9649472DC}" type="pres">
      <dgm:prSet presAssocID="{C1156C3A-07E6-459B-8B7C-6124DD0E6FCD}" presName="spacer" presStyleCnt="0"/>
      <dgm:spPr/>
    </dgm:pt>
    <dgm:pt modelId="{A8BB377B-D620-477E-8A08-8E1046672F42}" type="pres">
      <dgm:prSet presAssocID="{9F9D195F-FA95-4CFF-884E-ADD369B2C7E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A233A06-935A-4BDB-B056-98718875ABDE}" srcId="{E2D9E884-857D-4718-843B-F8FC150EEA88}" destId="{79AA23D9-DE0A-4320-812D-B4B47C87B40D}" srcOrd="4" destOrd="0" parTransId="{C8A132FA-AD04-48BC-B317-DD8E69698861}" sibTransId="{5D24F3D6-5453-46C1-9BFA-05304F471F21}"/>
    <dgm:cxn modelId="{10BDD70D-9360-4E7B-946B-76DC324E6263}" srcId="{E2D9E884-857D-4718-843B-F8FC150EEA88}" destId="{9F9D195F-FA95-4CFF-884E-ADD369B2C7ED}" srcOrd="6" destOrd="0" parTransId="{CCEEC7C2-733B-4841-8FB4-92BD1BCDD079}" sibTransId="{D28B9D46-E5B5-43E4-9EF5-C3AE3F89816E}"/>
    <dgm:cxn modelId="{2C471B1A-29A5-4B1E-BCE4-1B4FAFB2CE0A}" srcId="{E2D9E884-857D-4718-843B-F8FC150EEA88}" destId="{57D777D2-5503-4450-BC61-DD48BB7F2124}" srcOrd="2" destOrd="0" parTransId="{3615DD35-22C5-4055-A506-4C3FCD5A1275}" sibTransId="{403B8806-8CB3-42B1-8E05-8410DC902134}"/>
    <dgm:cxn modelId="{D6B8AD27-699A-4343-AB6C-53B4034C2557}" type="presOf" srcId="{D8AB5757-CB64-4868-8EDB-0EFB03C2E8AE}" destId="{393AE070-9498-40AC-B794-2821F0B24595}" srcOrd="0" destOrd="0" presId="urn:microsoft.com/office/officeart/2005/8/layout/vList2"/>
    <dgm:cxn modelId="{67D3205C-65D1-4373-9E40-DE5F1384B37B}" type="presOf" srcId="{71147916-1169-442D-A9F4-45C7CAEC7611}" destId="{91783F58-DD7C-40B1-8FAC-913577BCFD70}" srcOrd="0" destOrd="0" presId="urn:microsoft.com/office/officeart/2005/8/layout/vList2"/>
    <dgm:cxn modelId="{9AEE9763-8097-4BF2-A236-F29B8B067EA0}" type="presOf" srcId="{79AA23D9-DE0A-4320-812D-B4B47C87B40D}" destId="{8942ADF5-9F24-48E5-964A-3E94923B7505}" srcOrd="0" destOrd="0" presId="urn:microsoft.com/office/officeart/2005/8/layout/vList2"/>
    <dgm:cxn modelId="{B904446B-E86E-4716-9005-5549D9138D6D}" srcId="{E2D9E884-857D-4718-843B-F8FC150EEA88}" destId="{D3BB9980-4135-4EF9-872E-3B76287B7737}" srcOrd="5" destOrd="0" parTransId="{2C04469C-FA0A-4D1B-B3C8-7AB47245752A}" sibTransId="{C1156C3A-07E6-459B-8B7C-6124DD0E6FCD}"/>
    <dgm:cxn modelId="{988EC076-70E9-4BCC-8FB7-61F9FE9A36BB}" srcId="{E2D9E884-857D-4718-843B-F8FC150EEA88}" destId="{FF6F56D6-C10D-4CD4-A569-146EE060E195}" srcOrd="1" destOrd="0" parTransId="{04D5BA8C-E3DD-4714-97C3-D6987DAE2632}" sibTransId="{B7DD65E2-6F26-4B3C-8F91-D636B8D3F9CC}"/>
    <dgm:cxn modelId="{2E018D83-8642-458F-84AA-B992E5D088D1}" type="presOf" srcId="{D3BB9980-4135-4EF9-872E-3B76287B7737}" destId="{B9CB55B6-77FC-4AB6-AADB-7D3906C43CF6}" srcOrd="0" destOrd="0" presId="urn:microsoft.com/office/officeart/2005/8/layout/vList2"/>
    <dgm:cxn modelId="{5D12AF8C-732F-4F4E-B61B-692EB1562324}" type="presOf" srcId="{9F9D195F-FA95-4CFF-884E-ADD369B2C7ED}" destId="{A8BB377B-D620-477E-8A08-8E1046672F42}" srcOrd="0" destOrd="0" presId="urn:microsoft.com/office/officeart/2005/8/layout/vList2"/>
    <dgm:cxn modelId="{4BFFB5B3-3075-46C4-9D1C-4D1F530001A5}" srcId="{E2D9E884-857D-4718-843B-F8FC150EEA88}" destId="{71147916-1169-442D-A9F4-45C7CAEC7611}" srcOrd="3" destOrd="0" parTransId="{F646E764-83CF-417B-BB98-C13E165D59C2}" sibTransId="{9B25C438-CD2C-4F48-BC79-A51F5A2AB98F}"/>
    <dgm:cxn modelId="{D6B263BA-4D24-499D-8A86-8B674C0CBE24}" type="presOf" srcId="{E2D9E884-857D-4718-843B-F8FC150EEA88}" destId="{DBD778E2-DC9E-4EF3-85A9-E2927E9B84CD}" srcOrd="0" destOrd="0" presId="urn:microsoft.com/office/officeart/2005/8/layout/vList2"/>
    <dgm:cxn modelId="{0149F2C3-FDF6-49EC-856E-6A86D58A430A}" type="presOf" srcId="{FF6F56D6-C10D-4CD4-A569-146EE060E195}" destId="{469C5A86-4FCF-4E7D-AFAF-537C7116D500}" srcOrd="0" destOrd="0" presId="urn:microsoft.com/office/officeart/2005/8/layout/vList2"/>
    <dgm:cxn modelId="{17A933E3-C7F8-4936-9205-D1B3518591C9}" type="presOf" srcId="{57D777D2-5503-4450-BC61-DD48BB7F2124}" destId="{6A95757C-3113-46ED-8318-413B7801AE1F}" srcOrd="0" destOrd="0" presId="urn:microsoft.com/office/officeart/2005/8/layout/vList2"/>
    <dgm:cxn modelId="{BBFA6BFF-D18F-44D2-82F0-1640849AE7D3}" srcId="{E2D9E884-857D-4718-843B-F8FC150EEA88}" destId="{D8AB5757-CB64-4868-8EDB-0EFB03C2E8AE}" srcOrd="0" destOrd="0" parTransId="{69C49857-8577-47F6-8D0F-916EB5A32318}" sibTransId="{3F0C6AF2-FC70-4D95-BC2C-C6BAD5F22A32}"/>
    <dgm:cxn modelId="{D3850B95-D719-4E0C-B577-8763217133CF}" type="presParOf" srcId="{DBD778E2-DC9E-4EF3-85A9-E2927E9B84CD}" destId="{393AE070-9498-40AC-B794-2821F0B24595}" srcOrd="0" destOrd="0" presId="urn:microsoft.com/office/officeart/2005/8/layout/vList2"/>
    <dgm:cxn modelId="{450D07E4-C1AC-4687-B0D9-163D5A7EE0A8}" type="presParOf" srcId="{DBD778E2-DC9E-4EF3-85A9-E2927E9B84CD}" destId="{48049C24-94F5-4B37-9E1E-D0240BD8F010}" srcOrd="1" destOrd="0" presId="urn:microsoft.com/office/officeart/2005/8/layout/vList2"/>
    <dgm:cxn modelId="{3C526343-8E6C-4B0E-AC74-D2C9B66B36A9}" type="presParOf" srcId="{DBD778E2-DC9E-4EF3-85A9-E2927E9B84CD}" destId="{469C5A86-4FCF-4E7D-AFAF-537C7116D500}" srcOrd="2" destOrd="0" presId="urn:microsoft.com/office/officeart/2005/8/layout/vList2"/>
    <dgm:cxn modelId="{CD99D895-B14E-4B2D-8BA5-7FC13317536A}" type="presParOf" srcId="{DBD778E2-DC9E-4EF3-85A9-E2927E9B84CD}" destId="{3B0139C7-CD4E-4397-9968-DDC0B0C8E45E}" srcOrd="3" destOrd="0" presId="urn:microsoft.com/office/officeart/2005/8/layout/vList2"/>
    <dgm:cxn modelId="{993E12A1-7A25-4E8E-BEBE-6DA8DDF4FDF4}" type="presParOf" srcId="{DBD778E2-DC9E-4EF3-85A9-E2927E9B84CD}" destId="{6A95757C-3113-46ED-8318-413B7801AE1F}" srcOrd="4" destOrd="0" presId="urn:microsoft.com/office/officeart/2005/8/layout/vList2"/>
    <dgm:cxn modelId="{6DD8EB13-C038-4A0E-A929-3AF8530291C8}" type="presParOf" srcId="{DBD778E2-DC9E-4EF3-85A9-E2927E9B84CD}" destId="{E1CFF803-3F18-4B9A-BEE4-3C87D8AB7436}" srcOrd="5" destOrd="0" presId="urn:microsoft.com/office/officeart/2005/8/layout/vList2"/>
    <dgm:cxn modelId="{5D6F7AD3-7B05-4E9D-AA70-E7A02664F571}" type="presParOf" srcId="{DBD778E2-DC9E-4EF3-85A9-E2927E9B84CD}" destId="{91783F58-DD7C-40B1-8FAC-913577BCFD70}" srcOrd="6" destOrd="0" presId="urn:microsoft.com/office/officeart/2005/8/layout/vList2"/>
    <dgm:cxn modelId="{30D10C7A-F76B-4E66-A86B-610DF545EB48}" type="presParOf" srcId="{DBD778E2-DC9E-4EF3-85A9-E2927E9B84CD}" destId="{ECD47347-3925-482F-AADC-4EFF55E63561}" srcOrd="7" destOrd="0" presId="urn:microsoft.com/office/officeart/2005/8/layout/vList2"/>
    <dgm:cxn modelId="{8D89C382-921E-4CC9-87A2-384BB189BED6}" type="presParOf" srcId="{DBD778E2-DC9E-4EF3-85A9-E2927E9B84CD}" destId="{8942ADF5-9F24-48E5-964A-3E94923B7505}" srcOrd="8" destOrd="0" presId="urn:microsoft.com/office/officeart/2005/8/layout/vList2"/>
    <dgm:cxn modelId="{AEF03996-BF25-436B-A7FA-A897ED82B139}" type="presParOf" srcId="{DBD778E2-DC9E-4EF3-85A9-E2927E9B84CD}" destId="{FF326E80-F3B5-4DD1-80C6-5F8BA94DC49E}" srcOrd="9" destOrd="0" presId="urn:microsoft.com/office/officeart/2005/8/layout/vList2"/>
    <dgm:cxn modelId="{3EB0F7ED-3199-45F6-A957-B2AD412F1978}" type="presParOf" srcId="{DBD778E2-DC9E-4EF3-85A9-E2927E9B84CD}" destId="{B9CB55B6-77FC-4AB6-AADB-7D3906C43CF6}" srcOrd="10" destOrd="0" presId="urn:microsoft.com/office/officeart/2005/8/layout/vList2"/>
    <dgm:cxn modelId="{FBAE262F-7014-406E-97C3-341131529A25}" type="presParOf" srcId="{DBD778E2-DC9E-4EF3-85A9-E2927E9B84CD}" destId="{086C5AFA-6FA7-4936-9079-4BF9649472DC}" srcOrd="11" destOrd="0" presId="urn:microsoft.com/office/officeart/2005/8/layout/vList2"/>
    <dgm:cxn modelId="{BB1C5130-B91C-4703-AA4D-215F7E320480}" type="presParOf" srcId="{DBD778E2-DC9E-4EF3-85A9-E2927E9B84CD}" destId="{A8BB377B-D620-477E-8A08-8E1046672F4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C7B88DE6-34BC-4B2B-8022-5209E76D028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4D369AD-6714-4ACE-96DF-624D308255FB}">
      <dgm:prSet/>
      <dgm:spPr/>
      <dgm:t>
        <a:bodyPr/>
        <a:lstStyle/>
        <a:p>
          <a:r>
            <a:rPr lang="uk-UA" b="0" i="0"/>
            <a:t>ускладнення українсько-московських відносин, створення воєнно-політичного союзу Гетьманщини, Трансільванії та Швеції проти Речі Посполитої</a:t>
          </a:r>
          <a:endParaRPr lang="uk-UA"/>
        </a:p>
      </dgm:t>
    </dgm:pt>
    <dgm:pt modelId="{5E7F9892-9AA6-48D7-9A97-6C5818F921B8}" type="parTrans" cxnId="{57B8A405-BAC4-45E2-9CD0-D1EEAD3D1055}">
      <dgm:prSet/>
      <dgm:spPr/>
      <dgm:t>
        <a:bodyPr/>
        <a:lstStyle/>
        <a:p>
          <a:endParaRPr lang="uk-UA"/>
        </a:p>
      </dgm:t>
    </dgm:pt>
    <dgm:pt modelId="{E07AEAA1-EE56-4A14-949A-3C9C13EE2104}" type="sibTrans" cxnId="{57B8A405-BAC4-45E2-9CD0-D1EEAD3D1055}">
      <dgm:prSet/>
      <dgm:spPr/>
      <dgm:t>
        <a:bodyPr/>
        <a:lstStyle/>
        <a:p>
          <a:endParaRPr lang="uk-UA"/>
        </a:p>
      </dgm:t>
    </dgm:pt>
    <dgm:pt modelId="{90B792A8-3354-4647-8BE3-3422453C4024}">
      <dgm:prSet/>
      <dgm:spPr/>
      <dgm:t>
        <a:bodyPr/>
        <a:lstStyle/>
        <a:p>
          <a:r>
            <a:rPr lang="uk-UA" b="0" i="0"/>
            <a:t>укладення договору про взаємодопомогу між Річчю Посполитою та Кримським ханством, вторгнення польського й татарського війська на Поділля</a:t>
          </a:r>
          <a:endParaRPr lang="uk-UA"/>
        </a:p>
      </dgm:t>
    </dgm:pt>
    <dgm:pt modelId="{FC4A0346-F235-4359-905F-F11CC2271BD3}" type="parTrans" cxnId="{3581F040-6680-42A4-A006-F7AF90B0F37C}">
      <dgm:prSet/>
      <dgm:spPr/>
      <dgm:t>
        <a:bodyPr/>
        <a:lstStyle/>
        <a:p>
          <a:endParaRPr lang="uk-UA"/>
        </a:p>
      </dgm:t>
    </dgm:pt>
    <dgm:pt modelId="{6954A8ED-7C0C-4721-98FF-1FC4C7B4A9D7}" type="sibTrans" cxnId="{3581F040-6680-42A4-A006-F7AF90B0F37C}">
      <dgm:prSet/>
      <dgm:spPr/>
      <dgm:t>
        <a:bodyPr/>
        <a:lstStyle/>
        <a:p>
          <a:endParaRPr lang="uk-UA"/>
        </a:p>
      </dgm:t>
    </dgm:pt>
    <dgm:pt modelId="{6D1309B6-D0DA-44B4-AA1D-5B517B73E5EE}">
      <dgm:prSet/>
      <dgm:spPr/>
      <dgm:t>
        <a:bodyPr/>
        <a:lstStyle/>
        <a:p>
          <a:r>
            <a:rPr lang="uk-UA" b="0" i="0" dirty="0"/>
            <a:t>розрив Гетьманщиною союзу з Московським царством, ухвалення рішення про перехід під протекторат Османської імперії</a:t>
          </a:r>
          <a:endParaRPr lang="uk-UA" dirty="0"/>
        </a:p>
      </dgm:t>
    </dgm:pt>
    <dgm:pt modelId="{53E0D5D6-39E9-40F9-B634-886C81F094A3}" type="parTrans" cxnId="{ED44BCA4-EBDD-4EB8-BCA3-09982D59A93D}">
      <dgm:prSet/>
      <dgm:spPr/>
      <dgm:t>
        <a:bodyPr/>
        <a:lstStyle/>
        <a:p>
          <a:endParaRPr lang="uk-UA"/>
        </a:p>
      </dgm:t>
    </dgm:pt>
    <dgm:pt modelId="{5BFCC918-C859-4B8F-A4AA-63B24A404850}" type="sibTrans" cxnId="{ED44BCA4-EBDD-4EB8-BCA3-09982D59A93D}">
      <dgm:prSet/>
      <dgm:spPr/>
      <dgm:t>
        <a:bodyPr/>
        <a:lstStyle/>
        <a:p>
          <a:endParaRPr lang="uk-UA"/>
        </a:p>
      </dgm:t>
    </dgm:pt>
    <dgm:pt modelId="{0E6D372A-83D4-4FF6-9066-CF6CF455A691}">
      <dgm:prSet/>
      <dgm:spPr/>
      <dgm:t>
        <a:bodyPr/>
        <a:lstStyle/>
        <a:p>
          <a:r>
            <a:rPr lang="uk-UA" b="0" i="0" dirty="0"/>
            <a:t>остаточне закріплення територіального поділу Гетьманщини, участь козацьких полків у військових походах проти Кримського ханства</a:t>
          </a:r>
          <a:endParaRPr lang="uk-UA" dirty="0"/>
        </a:p>
      </dgm:t>
    </dgm:pt>
    <dgm:pt modelId="{FA447C38-0F93-4A03-9318-5AD91164CDCF}" type="parTrans" cxnId="{7179A295-F53F-4F7E-A54E-FC72B63639D0}">
      <dgm:prSet/>
      <dgm:spPr/>
      <dgm:t>
        <a:bodyPr/>
        <a:lstStyle/>
        <a:p>
          <a:endParaRPr lang="uk-UA"/>
        </a:p>
      </dgm:t>
    </dgm:pt>
    <dgm:pt modelId="{7822516B-D4B0-4BE8-8CFD-8C34C5110F94}" type="sibTrans" cxnId="{7179A295-F53F-4F7E-A54E-FC72B63639D0}">
      <dgm:prSet/>
      <dgm:spPr/>
      <dgm:t>
        <a:bodyPr/>
        <a:lstStyle/>
        <a:p>
          <a:endParaRPr lang="uk-UA"/>
        </a:p>
      </dgm:t>
    </dgm:pt>
    <dgm:pt modelId="{36ED07E3-8D77-483E-BC27-5B707E2E225D}" type="pres">
      <dgm:prSet presAssocID="{C7B88DE6-34BC-4B2B-8022-5209E76D0281}" presName="linearFlow" presStyleCnt="0">
        <dgm:presLayoutVars>
          <dgm:dir/>
          <dgm:resizeHandles val="exact"/>
        </dgm:presLayoutVars>
      </dgm:prSet>
      <dgm:spPr/>
    </dgm:pt>
    <dgm:pt modelId="{5EFB1014-F8B5-44AF-901D-661CAD64A5CC}" type="pres">
      <dgm:prSet presAssocID="{E4D369AD-6714-4ACE-96DF-624D308255FB}" presName="composite" presStyleCnt="0"/>
      <dgm:spPr/>
    </dgm:pt>
    <dgm:pt modelId="{CAF4D435-5A24-4DE2-8371-F9FB7DCA9774}" type="pres">
      <dgm:prSet presAssocID="{E4D369AD-6714-4ACE-96DF-624D308255FB}" presName="imgShp" presStyleLbl="fgImgPlace1" presStyleIdx="0" presStyleCnt="4"/>
      <dgm:spPr/>
    </dgm:pt>
    <dgm:pt modelId="{9DB10F0F-9D1E-4267-AFC0-7EA7744D56AD}" type="pres">
      <dgm:prSet presAssocID="{E4D369AD-6714-4ACE-96DF-624D308255FB}" presName="txShp" presStyleLbl="node1" presStyleIdx="0" presStyleCnt="4">
        <dgm:presLayoutVars>
          <dgm:bulletEnabled val="1"/>
        </dgm:presLayoutVars>
      </dgm:prSet>
      <dgm:spPr/>
    </dgm:pt>
    <dgm:pt modelId="{702EC75A-AA93-4290-8180-5FE8F7308E0D}" type="pres">
      <dgm:prSet presAssocID="{E07AEAA1-EE56-4A14-949A-3C9C13EE2104}" presName="spacing" presStyleCnt="0"/>
      <dgm:spPr/>
    </dgm:pt>
    <dgm:pt modelId="{0142FAEF-8C6F-43E4-B6D5-34368B9A33A8}" type="pres">
      <dgm:prSet presAssocID="{90B792A8-3354-4647-8BE3-3422453C4024}" presName="composite" presStyleCnt="0"/>
      <dgm:spPr/>
    </dgm:pt>
    <dgm:pt modelId="{248C8552-83BF-4859-924C-81D0CA2934BE}" type="pres">
      <dgm:prSet presAssocID="{90B792A8-3354-4647-8BE3-3422453C4024}" presName="imgShp" presStyleLbl="fgImgPlace1" presStyleIdx="1" presStyleCnt="4"/>
      <dgm:spPr/>
    </dgm:pt>
    <dgm:pt modelId="{ABA62185-B7CA-4E25-BFD6-0253D9ACCA62}" type="pres">
      <dgm:prSet presAssocID="{90B792A8-3354-4647-8BE3-3422453C4024}" presName="txShp" presStyleLbl="node1" presStyleIdx="1" presStyleCnt="4">
        <dgm:presLayoutVars>
          <dgm:bulletEnabled val="1"/>
        </dgm:presLayoutVars>
      </dgm:prSet>
      <dgm:spPr/>
    </dgm:pt>
    <dgm:pt modelId="{08F3D119-1D90-4361-9184-B8AF7A59CEFA}" type="pres">
      <dgm:prSet presAssocID="{6954A8ED-7C0C-4721-98FF-1FC4C7B4A9D7}" presName="spacing" presStyleCnt="0"/>
      <dgm:spPr/>
    </dgm:pt>
    <dgm:pt modelId="{B4F77B69-7FE3-4153-AF54-B9F3A7AB4321}" type="pres">
      <dgm:prSet presAssocID="{6D1309B6-D0DA-44B4-AA1D-5B517B73E5EE}" presName="composite" presStyleCnt="0"/>
      <dgm:spPr/>
    </dgm:pt>
    <dgm:pt modelId="{0CDE8A3D-3F92-4CDE-93A1-73514074D714}" type="pres">
      <dgm:prSet presAssocID="{6D1309B6-D0DA-44B4-AA1D-5B517B73E5EE}" presName="imgShp" presStyleLbl="fgImgPlace1" presStyleIdx="2" presStyleCnt="4"/>
      <dgm:spPr/>
    </dgm:pt>
    <dgm:pt modelId="{3DB4B529-9199-41E2-BA7F-6001B18FEA7C}" type="pres">
      <dgm:prSet presAssocID="{6D1309B6-D0DA-44B4-AA1D-5B517B73E5EE}" presName="txShp" presStyleLbl="node1" presStyleIdx="2" presStyleCnt="4">
        <dgm:presLayoutVars>
          <dgm:bulletEnabled val="1"/>
        </dgm:presLayoutVars>
      </dgm:prSet>
      <dgm:spPr/>
    </dgm:pt>
    <dgm:pt modelId="{504CA439-B1A9-4752-9240-05FF17FD993E}" type="pres">
      <dgm:prSet presAssocID="{5BFCC918-C859-4B8F-A4AA-63B24A404850}" presName="spacing" presStyleCnt="0"/>
      <dgm:spPr/>
    </dgm:pt>
    <dgm:pt modelId="{50E375B0-0DE8-4766-84EA-FEC35D318C41}" type="pres">
      <dgm:prSet presAssocID="{0E6D372A-83D4-4FF6-9066-CF6CF455A691}" presName="composite" presStyleCnt="0"/>
      <dgm:spPr/>
    </dgm:pt>
    <dgm:pt modelId="{1760ABB0-1F32-4876-93E6-1435402D604F}" type="pres">
      <dgm:prSet presAssocID="{0E6D372A-83D4-4FF6-9066-CF6CF455A691}" presName="imgShp" presStyleLbl="fgImgPlace1" presStyleIdx="3" presStyleCnt="4"/>
      <dgm:spPr/>
    </dgm:pt>
    <dgm:pt modelId="{7D676927-6A6D-4760-91EB-6A9D97A54A71}" type="pres">
      <dgm:prSet presAssocID="{0E6D372A-83D4-4FF6-9066-CF6CF455A691}" presName="txShp" presStyleLbl="node1" presStyleIdx="3" presStyleCnt="4">
        <dgm:presLayoutVars>
          <dgm:bulletEnabled val="1"/>
        </dgm:presLayoutVars>
      </dgm:prSet>
      <dgm:spPr/>
    </dgm:pt>
  </dgm:ptLst>
  <dgm:cxnLst>
    <dgm:cxn modelId="{57B8A405-BAC4-45E2-9CD0-D1EEAD3D1055}" srcId="{C7B88DE6-34BC-4B2B-8022-5209E76D0281}" destId="{E4D369AD-6714-4ACE-96DF-624D308255FB}" srcOrd="0" destOrd="0" parTransId="{5E7F9892-9AA6-48D7-9A97-6C5818F921B8}" sibTransId="{E07AEAA1-EE56-4A14-949A-3C9C13EE2104}"/>
    <dgm:cxn modelId="{17508C2B-AD29-4428-A26F-EBCEE6F80AFB}" type="presOf" srcId="{C7B88DE6-34BC-4B2B-8022-5209E76D0281}" destId="{36ED07E3-8D77-483E-BC27-5B707E2E225D}" srcOrd="0" destOrd="0" presId="urn:microsoft.com/office/officeart/2005/8/layout/vList3"/>
    <dgm:cxn modelId="{06F89E37-533B-40C0-A65B-B05C0F6612A4}" type="presOf" srcId="{0E6D372A-83D4-4FF6-9066-CF6CF455A691}" destId="{7D676927-6A6D-4760-91EB-6A9D97A54A71}" srcOrd="0" destOrd="0" presId="urn:microsoft.com/office/officeart/2005/8/layout/vList3"/>
    <dgm:cxn modelId="{3581F040-6680-42A4-A006-F7AF90B0F37C}" srcId="{C7B88DE6-34BC-4B2B-8022-5209E76D0281}" destId="{90B792A8-3354-4647-8BE3-3422453C4024}" srcOrd="1" destOrd="0" parTransId="{FC4A0346-F235-4359-905F-F11CC2271BD3}" sibTransId="{6954A8ED-7C0C-4721-98FF-1FC4C7B4A9D7}"/>
    <dgm:cxn modelId="{689CC66D-8FF9-4EB2-8E70-D7FF3DC90D18}" type="presOf" srcId="{90B792A8-3354-4647-8BE3-3422453C4024}" destId="{ABA62185-B7CA-4E25-BFD6-0253D9ACCA62}" srcOrd="0" destOrd="0" presId="urn:microsoft.com/office/officeart/2005/8/layout/vList3"/>
    <dgm:cxn modelId="{7179A295-F53F-4F7E-A54E-FC72B63639D0}" srcId="{C7B88DE6-34BC-4B2B-8022-5209E76D0281}" destId="{0E6D372A-83D4-4FF6-9066-CF6CF455A691}" srcOrd="3" destOrd="0" parTransId="{FA447C38-0F93-4A03-9318-5AD91164CDCF}" sibTransId="{7822516B-D4B0-4BE8-8CFD-8C34C5110F94}"/>
    <dgm:cxn modelId="{ED44BCA4-EBDD-4EB8-BCA3-09982D59A93D}" srcId="{C7B88DE6-34BC-4B2B-8022-5209E76D0281}" destId="{6D1309B6-D0DA-44B4-AA1D-5B517B73E5EE}" srcOrd="2" destOrd="0" parTransId="{53E0D5D6-39E9-40F9-B634-886C81F094A3}" sibTransId="{5BFCC918-C859-4B8F-A4AA-63B24A404850}"/>
    <dgm:cxn modelId="{3AF2FDB4-DCBB-4F4F-9C26-86BDFBF95ACC}" type="presOf" srcId="{6D1309B6-D0DA-44B4-AA1D-5B517B73E5EE}" destId="{3DB4B529-9199-41E2-BA7F-6001B18FEA7C}" srcOrd="0" destOrd="0" presId="urn:microsoft.com/office/officeart/2005/8/layout/vList3"/>
    <dgm:cxn modelId="{85B9AED7-4659-42E8-8A2C-C55B7F730DC2}" type="presOf" srcId="{E4D369AD-6714-4ACE-96DF-624D308255FB}" destId="{9DB10F0F-9D1E-4267-AFC0-7EA7744D56AD}" srcOrd="0" destOrd="0" presId="urn:microsoft.com/office/officeart/2005/8/layout/vList3"/>
    <dgm:cxn modelId="{1B03E2C8-DA79-4B93-AC3F-3FD5AB7607E9}" type="presParOf" srcId="{36ED07E3-8D77-483E-BC27-5B707E2E225D}" destId="{5EFB1014-F8B5-44AF-901D-661CAD64A5CC}" srcOrd="0" destOrd="0" presId="urn:microsoft.com/office/officeart/2005/8/layout/vList3"/>
    <dgm:cxn modelId="{A3652DDA-3AA9-4D06-8EE6-6E18A434D1E4}" type="presParOf" srcId="{5EFB1014-F8B5-44AF-901D-661CAD64A5CC}" destId="{CAF4D435-5A24-4DE2-8371-F9FB7DCA9774}" srcOrd="0" destOrd="0" presId="urn:microsoft.com/office/officeart/2005/8/layout/vList3"/>
    <dgm:cxn modelId="{E4C36374-1462-474C-882E-F5132E4C9271}" type="presParOf" srcId="{5EFB1014-F8B5-44AF-901D-661CAD64A5CC}" destId="{9DB10F0F-9D1E-4267-AFC0-7EA7744D56AD}" srcOrd="1" destOrd="0" presId="urn:microsoft.com/office/officeart/2005/8/layout/vList3"/>
    <dgm:cxn modelId="{2869104B-D66A-4ACF-9FED-F34FB0A0B2F7}" type="presParOf" srcId="{36ED07E3-8D77-483E-BC27-5B707E2E225D}" destId="{702EC75A-AA93-4290-8180-5FE8F7308E0D}" srcOrd="1" destOrd="0" presId="urn:microsoft.com/office/officeart/2005/8/layout/vList3"/>
    <dgm:cxn modelId="{095EAE05-BE4D-4D5B-9D74-5529A6F3534B}" type="presParOf" srcId="{36ED07E3-8D77-483E-BC27-5B707E2E225D}" destId="{0142FAEF-8C6F-43E4-B6D5-34368B9A33A8}" srcOrd="2" destOrd="0" presId="urn:microsoft.com/office/officeart/2005/8/layout/vList3"/>
    <dgm:cxn modelId="{E80970AA-FED6-4B3B-BEE1-75A40B5CA31F}" type="presParOf" srcId="{0142FAEF-8C6F-43E4-B6D5-34368B9A33A8}" destId="{248C8552-83BF-4859-924C-81D0CA2934BE}" srcOrd="0" destOrd="0" presId="urn:microsoft.com/office/officeart/2005/8/layout/vList3"/>
    <dgm:cxn modelId="{1E503F30-ECD9-4F55-A22B-BBAEFC4D5AB8}" type="presParOf" srcId="{0142FAEF-8C6F-43E4-B6D5-34368B9A33A8}" destId="{ABA62185-B7CA-4E25-BFD6-0253D9ACCA62}" srcOrd="1" destOrd="0" presId="urn:microsoft.com/office/officeart/2005/8/layout/vList3"/>
    <dgm:cxn modelId="{8E1AE598-FFE2-4F89-9671-80F82B0666FC}" type="presParOf" srcId="{36ED07E3-8D77-483E-BC27-5B707E2E225D}" destId="{08F3D119-1D90-4361-9184-B8AF7A59CEFA}" srcOrd="3" destOrd="0" presId="urn:microsoft.com/office/officeart/2005/8/layout/vList3"/>
    <dgm:cxn modelId="{7ECBFF24-4FE3-41E3-86C0-450F302F3E8D}" type="presParOf" srcId="{36ED07E3-8D77-483E-BC27-5B707E2E225D}" destId="{B4F77B69-7FE3-4153-AF54-B9F3A7AB4321}" srcOrd="4" destOrd="0" presId="urn:microsoft.com/office/officeart/2005/8/layout/vList3"/>
    <dgm:cxn modelId="{1B819B7A-B7AA-45A0-A40C-C0E90FFE96FC}" type="presParOf" srcId="{B4F77B69-7FE3-4153-AF54-B9F3A7AB4321}" destId="{0CDE8A3D-3F92-4CDE-93A1-73514074D714}" srcOrd="0" destOrd="0" presId="urn:microsoft.com/office/officeart/2005/8/layout/vList3"/>
    <dgm:cxn modelId="{9B56D3C2-A313-4BA4-827B-82D3BE94928D}" type="presParOf" srcId="{B4F77B69-7FE3-4153-AF54-B9F3A7AB4321}" destId="{3DB4B529-9199-41E2-BA7F-6001B18FEA7C}" srcOrd="1" destOrd="0" presId="urn:microsoft.com/office/officeart/2005/8/layout/vList3"/>
    <dgm:cxn modelId="{D2ED9ACE-AF57-49C9-A37B-92DC056A83D8}" type="presParOf" srcId="{36ED07E3-8D77-483E-BC27-5B707E2E225D}" destId="{504CA439-B1A9-4752-9240-05FF17FD993E}" srcOrd="5" destOrd="0" presId="urn:microsoft.com/office/officeart/2005/8/layout/vList3"/>
    <dgm:cxn modelId="{910E81F5-F837-498C-AFDE-A91B0195544A}" type="presParOf" srcId="{36ED07E3-8D77-483E-BC27-5B707E2E225D}" destId="{50E375B0-0DE8-4766-84EA-FEC35D318C41}" srcOrd="6" destOrd="0" presId="urn:microsoft.com/office/officeart/2005/8/layout/vList3"/>
    <dgm:cxn modelId="{0AC85A02-98B7-4A92-9106-084FAE05F0C2}" type="presParOf" srcId="{50E375B0-0DE8-4766-84EA-FEC35D318C41}" destId="{1760ABB0-1F32-4876-93E6-1435402D604F}" srcOrd="0" destOrd="0" presId="urn:microsoft.com/office/officeart/2005/8/layout/vList3"/>
    <dgm:cxn modelId="{A7895C5E-A10D-4B9C-8AE1-DF11BA3FE23E}" type="presParOf" srcId="{50E375B0-0DE8-4766-84EA-FEC35D318C41}" destId="{7D676927-6A6D-4760-91EB-6A9D97A54A7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8C1469E5-70B2-45AF-B279-495B032D5D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1587171-A030-48D4-96C3-39DAFEF4D97E}">
      <dgm:prSet/>
      <dgm:spPr/>
      <dgm:t>
        <a:bodyPr/>
        <a:lstStyle/>
        <a:p>
          <a:r>
            <a:rPr lang="uk-UA" b="0" i="0"/>
            <a:t>здійснення Молдавських походів козацького війська.</a:t>
          </a:r>
          <a:endParaRPr lang="uk-UA"/>
        </a:p>
      </dgm:t>
    </dgm:pt>
    <dgm:pt modelId="{BBF1BAAD-FCCF-4ED1-8ADE-1DB2F0E5F29C}" type="parTrans" cxnId="{9573D5DA-4E08-4FA2-AB0F-D367F02F3ED3}">
      <dgm:prSet/>
      <dgm:spPr/>
      <dgm:t>
        <a:bodyPr/>
        <a:lstStyle/>
        <a:p>
          <a:endParaRPr lang="uk-UA"/>
        </a:p>
      </dgm:t>
    </dgm:pt>
    <dgm:pt modelId="{17732929-DE93-4066-9845-5F676733E2AF}" type="sibTrans" cxnId="{9573D5DA-4E08-4FA2-AB0F-D367F02F3ED3}">
      <dgm:prSet/>
      <dgm:spPr/>
      <dgm:t>
        <a:bodyPr/>
        <a:lstStyle/>
        <a:p>
          <a:endParaRPr lang="uk-UA"/>
        </a:p>
      </dgm:t>
    </dgm:pt>
    <dgm:pt modelId="{54206974-C4D3-49DA-A58F-5518D3A37A8D}">
      <dgm:prSet/>
      <dgm:spPr/>
      <dgm:t>
        <a:bodyPr/>
        <a:lstStyle/>
        <a:p>
          <a:r>
            <a:rPr lang="uk-UA" b="0" i="0"/>
            <a:t>пошуку нових союзників у війні з Річчю Посполитою.</a:t>
          </a:r>
          <a:endParaRPr lang="uk-UA"/>
        </a:p>
      </dgm:t>
    </dgm:pt>
    <dgm:pt modelId="{0ADC4548-D8E3-4A71-9D14-42643C9FC7F5}" type="parTrans" cxnId="{EAE7B20D-ED3E-4E60-BB17-FA7D91CF4E94}">
      <dgm:prSet/>
      <dgm:spPr/>
      <dgm:t>
        <a:bodyPr/>
        <a:lstStyle/>
        <a:p>
          <a:endParaRPr lang="uk-UA"/>
        </a:p>
      </dgm:t>
    </dgm:pt>
    <dgm:pt modelId="{5B553999-5ED4-44F0-9F36-C48988659A53}" type="sibTrans" cxnId="{EAE7B20D-ED3E-4E60-BB17-FA7D91CF4E94}">
      <dgm:prSet/>
      <dgm:spPr/>
      <dgm:t>
        <a:bodyPr/>
        <a:lstStyle/>
        <a:p>
          <a:endParaRPr lang="uk-UA"/>
        </a:p>
      </dgm:t>
    </dgm:pt>
    <dgm:pt modelId="{B23AF8AD-80B6-4D37-B873-F14CB64B9F8F}">
      <dgm:prSet/>
      <dgm:spPr/>
      <dgm:t>
        <a:bodyPr/>
        <a:lstStyle/>
        <a:p>
          <a:r>
            <a:rPr lang="uk-UA" b="0" i="0" dirty="0"/>
            <a:t>підписання «Березневих статей» з Московською державою.</a:t>
          </a:r>
          <a:endParaRPr lang="uk-UA" dirty="0"/>
        </a:p>
      </dgm:t>
    </dgm:pt>
    <dgm:pt modelId="{55C092DB-874C-42ED-946F-18A43E1C327B}" type="parTrans" cxnId="{B67CDFD5-A778-48EE-89B3-993C8178C9C7}">
      <dgm:prSet/>
      <dgm:spPr/>
      <dgm:t>
        <a:bodyPr/>
        <a:lstStyle/>
        <a:p>
          <a:endParaRPr lang="uk-UA"/>
        </a:p>
      </dgm:t>
    </dgm:pt>
    <dgm:pt modelId="{D3AACDB3-3F88-4071-B851-C82E7EE3CBB9}" type="sibTrans" cxnId="{B67CDFD5-A778-48EE-89B3-993C8178C9C7}">
      <dgm:prSet/>
      <dgm:spPr/>
      <dgm:t>
        <a:bodyPr/>
        <a:lstStyle/>
        <a:p>
          <a:endParaRPr lang="uk-UA"/>
        </a:p>
      </dgm:t>
    </dgm:pt>
    <dgm:pt modelId="{9E0C6F78-39F4-47F8-A077-8048317C3E03}">
      <dgm:prSet/>
      <dgm:spPr/>
      <dgm:t>
        <a:bodyPr/>
        <a:lstStyle/>
        <a:p>
          <a:r>
            <a:rPr lang="uk-UA" b="0" i="0" dirty="0"/>
            <a:t>об’єднання Слобідської України й Гетьманщини в єдину державу</a:t>
          </a:r>
          <a:endParaRPr lang="uk-UA" dirty="0"/>
        </a:p>
      </dgm:t>
    </dgm:pt>
    <dgm:pt modelId="{AEC2BA3A-8ABF-4955-9D19-ECD04778C249}" type="parTrans" cxnId="{81A17801-A0A9-470F-B919-2EC459D8E3EC}">
      <dgm:prSet/>
      <dgm:spPr/>
      <dgm:t>
        <a:bodyPr/>
        <a:lstStyle/>
        <a:p>
          <a:endParaRPr lang="uk-UA"/>
        </a:p>
      </dgm:t>
    </dgm:pt>
    <dgm:pt modelId="{0144104D-E732-4E32-8744-8BCF800A6103}" type="sibTrans" cxnId="{81A17801-A0A9-470F-B919-2EC459D8E3EC}">
      <dgm:prSet/>
      <dgm:spPr/>
      <dgm:t>
        <a:bodyPr/>
        <a:lstStyle/>
        <a:p>
          <a:endParaRPr lang="uk-UA"/>
        </a:p>
      </dgm:t>
    </dgm:pt>
    <dgm:pt modelId="{03560BB9-2B5D-4377-9467-24DDC6BBC348}" type="pres">
      <dgm:prSet presAssocID="{8C1469E5-70B2-45AF-B279-495B032D5D36}" presName="linear" presStyleCnt="0">
        <dgm:presLayoutVars>
          <dgm:animLvl val="lvl"/>
          <dgm:resizeHandles val="exact"/>
        </dgm:presLayoutVars>
      </dgm:prSet>
      <dgm:spPr/>
    </dgm:pt>
    <dgm:pt modelId="{9F660ED8-66E4-42B3-8CD4-3D74A726F7F8}" type="pres">
      <dgm:prSet presAssocID="{21587171-A030-48D4-96C3-39DAFEF4D97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98E33AD-385B-4050-B458-596199AF4999}" type="pres">
      <dgm:prSet presAssocID="{17732929-DE93-4066-9845-5F676733E2AF}" presName="spacer" presStyleCnt="0"/>
      <dgm:spPr/>
    </dgm:pt>
    <dgm:pt modelId="{61FC3D8D-7EFF-4B08-8F4C-83F97B5CA23E}" type="pres">
      <dgm:prSet presAssocID="{54206974-C4D3-49DA-A58F-5518D3A37A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D6D36E4-CBE8-4733-A5AC-4418CD0E406C}" type="pres">
      <dgm:prSet presAssocID="{5B553999-5ED4-44F0-9F36-C48988659A53}" presName="spacer" presStyleCnt="0"/>
      <dgm:spPr/>
    </dgm:pt>
    <dgm:pt modelId="{154B99E7-DAA5-4360-8FF4-7FF787362902}" type="pres">
      <dgm:prSet presAssocID="{B23AF8AD-80B6-4D37-B873-F14CB64B9F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2CAC8CA-FBFD-4272-A0DD-0CDBB42C22C6}" type="pres">
      <dgm:prSet presAssocID="{D3AACDB3-3F88-4071-B851-C82E7EE3CBB9}" presName="spacer" presStyleCnt="0"/>
      <dgm:spPr/>
    </dgm:pt>
    <dgm:pt modelId="{5CD73164-790C-40C5-A282-28E6E4D11A8B}" type="pres">
      <dgm:prSet presAssocID="{9E0C6F78-39F4-47F8-A077-8048317C3E0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A17801-A0A9-470F-B919-2EC459D8E3EC}" srcId="{8C1469E5-70B2-45AF-B279-495B032D5D36}" destId="{9E0C6F78-39F4-47F8-A077-8048317C3E03}" srcOrd="3" destOrd="0" parTransId="{AEC2BA3A-8ABF-4955-9D19-ECD04778C249}" sibTransId="{0144104D-E732-4E32-8744-8BCF800A6103}"/>
    <dgm:cxn modelId="{72605602-978C-406B-B052-B7C552275BF8}" type="presOf" srcId="{21587171-A030-48D4-96C3-39DAFEF4D97E}" destId="{9F660ED8-66E4-42B3-8CD4-3D74A726F7F8}" srcOrd="0" destOrd="0" presId="urn:microsoft.com/office/officeart/2005/8/layout/vList2"/>
    <dgm:cxn modelId="{EAE7B20D-ED3E-4E60-BB17-FA7D91CF4E94}" srcId="{8C1469E5-70B2-45AF-B279-495B032D5D36}" destId="{54206974-C4D3-49DA-A58F-5518D3A37A8D}" srcOrd="1" destOrd="0" parTransId="{0ADC4548-D8E3-4A71-9D14-42643C9FC7F5}" sibTransId="{5B553999-5ED4-44F0-9F36-C48988659A53}"/>
    <dgm:cxn modelId="{887FC115-BB76-4403-B6B0-10252D94EA24}" type="presOf" srcId="{9E0C6F78-39F4-47F8-A077-8048317C3E03}" destId="{5CD73164-790C-40C5-A282-28E6E4D11A8B}" srcOrd="0" destOrd="0" presId="urn:microsoft.com/office/officeart/2005/8/layout/vList2"/>
    <dgm:cxn modelId="{47AB5728-7442-4184-A700-02C5A27FDC5D}" type="presOf" srcId="{B23AF8AD-80B6-4D37-B873-F14CB64B9F8F}" destId="{154B99E7-DAA5-4360-8FF4-7FF787362902}" srcOrd="0" destOrd="0" presId="urn:microsoft.com/office/officeart/2005/8/layout/vList2"/>
    <dgm:cxn modelId="{CCC5CD67-6337-457B-BE74-27CBF5499283}" type="presOf" srcId="{54206974-C4D3-49DA-A58F-5518D3A37A8D}" destId="{61FC3D8D-7EFF-4B08-8F4C-83F97B5CA23E}" srcOrd="0" destOrd="0" presId="urn:microsoft.com/office/officeart/2005/8/layout/vList2"/>
    <dgm:cxn modelId="{F60C078E-00C0-4192-8958-028BD6CB25FB}" type="presOf" srcId="{8C1469E5-70B2-45AF-B279-495B032D5D36}" destId="{03560BB9-2B5D-4377-9467-24DDC6BBC348}" srcOrd="0" destOrd="0" presId="urn:microsoft.com/office/officeart/2005/8/layout/vList2"/>
    <dgm:cxn modelId="{B67CDFD5-A778-48EE-89B3-993C8178C9C7}" srcId="{8C1469E5-70B2-45AF-B279-495B032D5D36}" destId="{B23AF8AD-80B6-4D37-B873-F14CB64B9F8F}" srcOrd="2" destOrd="0" parTransId="{55C092DB-874C-42ED-946F-18A43E1C327B}" sibTransId="{D3AACDB3-3F88-4071-B851-C82E7EE3CBB9}"/>
    <dgm:cxn modelId="{9573D5DA-4E08-4FA2-AB0F-D367F02F3ED3}" srcId="{8C1469E5-70B2-45AF-B279-495B032D5D36}" destId="{21587171-A030-48D4-96C3-39DAFEF4D97E}" srcOrd="0" destOrd="0" parTransId="{BBF1BAAD-FCCF-4ED1-8ADE-1DB2F0E5F29C}" sibTransId="{17732929-DE93-4066-9845-5F676733E2AF}"/>
    <dgm:cxn modelId="{8BFE7C6B-DD29-4F68-812A-6A3110E5F946}" type="presParOf" srcId="{03560BB9-2B5D-4377-9467-24DDC6BBC348}" destId="{9F660ED8-66E4-42B3-8CD4-3D74A726F7F8}" srcOrd="0" destOrd="0" presId="urn:microsoft.com/office/officeart/2005/8/layout/vList2"/>
    <dgm:cxn modelId="{0EF88FFE-0046-4CEF-87FC-C45088DD4D60}" type="presParOf" srcId="{03560BB9-2B5D-4377-9467-24DDC6BBC348}" destId="{998E33AD-385B-4050-B458-596199AF4999}" srcOrd="1" destOrd="0" presId="urn:microsoft.com/office/officeart/2005/8/layout/vList2"/>
    <dgm:cxn modelId="{489B7805-94BC-4BEC-9389-47D2AAC0D896}" type="presParOf" srcId="{03560BB9-2B5D-4377-9467-24DDC6BBC348}" destId="{61FC3D8D-7EFF-4B08-8F4C-83F97B5CA23E}" srcOrd="2" destOrd="0" presId="urn:microsoft.com/office/officeart/2005/8/layout/vList2"/>
    <dgm:cxn modelId="{61849EAB-4D58-4ADD-A337-3DEF77FA2A18}" type="presParOf" srcId="{03560BB9-2B5D-4377-9467-24DDC6BBC348}" destId="{2D6D36E4-CBE8-4733-A5AC-4418CD0E406C}" srcOrd="3" destOrd="0" presId="urn:microsoft.com/office/officeart/2005/8/layout/vList2"/>
    <dgm:cxn modelId="{9D5DE735-C9E6-41A3-B2DD-134BC2180B48}" type="presParOf" srcId="{03560BB9-2B5D-4377-9467-24DDC6BBC348}" destId="{154B99E7-DAA5-4360-8FF4-7FF787362902}" srcOrd="4" destOrd="0" presId="urn:microsoft.com/office/officeart/2005/8/layout/vList2"/>
    <dgm:cxn modelId="{7D1034B9-A876-4738-A797-5C4EE3C2D415}" type="presParOf" srcId="{03560BB9-2B5D-4377-9467-24DDC6BBC348}" destId="{A2CAC8CA-FBFD-4272-A0DD-0CDBB42C22C6}" srcOrd="5" destOrd="0" presId="urn:microsoft.com/office/officeart/2005/8/layout/vList2"/>
    <dgm:cxn modelId="{B9D2D175-B5FC-4331-B0EF-801BD858271D}" type="presParOf" srcId="{03560BB9-2B5D-4377-9467-24DDC6BBC348}" destId="{5CD73164-790C-40C5-A282-28E6E4D11A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27490B57-2052-4D7C-AB02-F77AC9DFEAD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445775A-9B8F-4739-9227-86FBD3D6A5FD}">
      <dgm:prSet/>
      <dgm:spPr/>
      <dgm:t>
        <a:bodyPr/>
        <a:lstStyle/>
        <a:p>
          <a:r>
            <a:rPr lang="uk-UA" b="0" i="0" dirty="0"/>
            <a:t>вирішення проблеми браку кінноти у власному війську</a:t>
          </a:r>
          <a:endParaRPr lang="uk-UA" dirty="0"/>
        </a:p>
      </dgm:t>
    </dgm:pt>
    <dgm:pt modelId="{6CC90819-8ACD-4427-A12B-BB035A6DE55A}" type="parTrans" cxnId="{5F71B568-F675-4F19-BBD2-F0396A945923}">
      <dgm:prSet/>
      <dgm:spPr/>
      <dgm:t>
        <a:bodyPr/>
        <a:lstStyle/>
        <a:p>
          <a:endParaRPr lang="uk-UA"/>
        </a:p>
      </dgm:t>
    </dgm:pt>
    <dgm:pt modelId="{2FEE32F6-6C12-418A-9A12-DE017F53A55D}" type="sibTrans" cxnId="{5F71B568-F675-4F19-BBD2-F0396A945923}">
      <dgm:prSet/>
      <dgm:spPr/>
      <dgm:t>
        <a:bodyPr/>
        <a:lstStyle/>
        <a:p>
          <a:endParaRPr lang="uk-UA"/>
        </a:p>
      </dgm:t>
    </dgm:pt>
    <dgm:pt modelId="{44F088D8-7EE3-417A-A6CA-5E8D80FAA584}">
      <dgm:prSet/>
      <dgm:spPr/>
      <dgm:t>
        <a:bodyPr/>
        <a:lstStyle/>
        <a:p>
          <a:r>
            <a:rPr lang="uk-UA" b="0" i="0"/>
            <a:t>легітимізація влади Б. Хмельницького, започаткування власної династії</a:t>
          </a:r>
          <a:endParaRPr lang="uk-UA"/>
        </a:p>
      </dgm:t>
    </dgm:pt>
    <dgm:pt modelId="{121A25D3-EAEA-49CF-9021-6FBD61963D54}" type="parTrans" cxnId="{281BA26E-B46E-42E8-BA1B-890FF64C4786}">
      <dgm:prSet/>
      <dgm:spPr/>
      <dgm:t>
        <a:bodyPr/>
        <a:lstStyle/>
        <a:p>
          <a:endParaRPr lang="uk-UA"/>
        </a:p>
      </dgm:t>
    </dgm:pt>
    <dgm:pt modelId="{D5BFDE6C-4C68-4427-8C55-9621377E5800}" type="sibTrans" cxnId="{281BA26E-B46E-42E8-BA1B-890FF64C4786}">
      <dgm:prSet/>
      <dgm:spPr/>
      <dgm:t>
        <a:bodyPr/>
        <a:lstStyle/>
        <a:p>
          <a:endParaRPr lang="uk-UA"/>
        </a:p>
      </dgm:t>
    </dgm:pt>
    <dgm:pt modelId="{0BF226E0-9787-4051-8395-5227D662B242}">
      <dgm:prSet/>
      <dgm:spPr/>
      <dgm:t>
        <a:bodyPr/>
        <a:lstStyle/>
        <a:p>
          <a:r>
            <a:rPr lang="uk-UA" b="0" i="0" dirty="0"/>
            <a:t>пошук нових союзників після укладення Віленського </a:t>
          </a:r>
          <a:r>
            <a:rPr lang="uk-UA" b="0" i="0" dirty="0" err="1"/>
            <a:t>московсько</a:t>
          </a:r>
          <a:r>
            <a:rPr lang="uk-UA" b="0" i="0" dirty="0"/>
            <a:t>-польського перемир’я</a:t>
          </a:r>
          <a:endParaRPr lang="uk-UA" dirty="0"/>
        </a:p>
      </dgm:t>
    </dgm:pt>
    <dgm:pt modelId="{3501F43F-FEC1-4B0A-AE22-4D012722BC6A}" type="parTrans" cxnId="{4B994655-E166-4A27-AC33-EC9FE512C460}">
      <dgm:prSet/>
      <dgm:spPr/>
      <dgm:t>
        <a:bodyPr/>
        <a:lstStyle/>
        <a:p>
          <a:endParaRPr lang="uk-UA"/>
        </a:p>
      </dgm:t>
    </dgm:pt>
    <dgm:pt modelId="{F838921E-23B2-43F5-AD09-699D8E540D97}" type="sibTrans" cxnId="{4B994655-E166-4A27-AC33-EC9FE512C460}">
      <dgm:prSet/>
      <dgm:spPr/>
      <dgm:t>
        <a:bodyPr/>
        <a:lstStyle/>
        <a:p>
          <a:endParaRPr lang="uk-UA"/>
        </a:p>
      </dgm:t>
    </dgm:pt>
    <dgm:pt modelId="{B3004887-A56D-4E5A-AA1E-9A59859C44A7}">
      <dgm:prSet/>
      <dgm:spPr/>
      <dgm:t>
        <a:bodyPr/>
        <a:lstStyle/>
        <a:p>
          <a:r>
            <a:rPr lang="uk-UA" b="0" i="0" dirty="0"/>
            <a:t>спроба досягнення компромісу з Річчю Посполитою</a:t>
          </a:r>
          <a:endParaRPr lang="uk-UA" dirty="0"/>
        </a:p>
      </dgm:t>
    </dgm:pt>
    <dgm:pt modelId="{AC941214-180D-46CF-A5DC-FAAB84099D2A}" type="parTrans" cxnId="{455CD9B8-E1F1-4980-8436-B6655DF209AB}">
      <dgm:prSet/>
      <dgm:spPr/>
      <dgm:t>
        <a:bodyPr/>
        <a:lstStyle/>
        <a:p>
          <a:endParaRPr lang="uk-UA"/>
        </a:p>
      </dgm:t>
    </dgm:pt>
    <dgm:pt modelId="{AFB1E0E9-79C5-43A6-9964-6186B62C9002}" type="sibTrans" cxnId="{455CD9B8-E1F1-4980-8436-B6655DF209AB}">
      <dgm:prSet/>
      <dgm:spPr/>
      <dgm:t>
        <a:bodyPr/>
        <a:lstStyle/>
        <a:p>
          <a:endParaRPr lang="uk-UA"/>
        </a:p>
      </dgm:t>
    </dgm:pt>
    <dgm:pt modelId="{BD4463BC-147E-4CC0-AE75-FCF05DF7BB08}" type="pres">
      <dgm:prSet presAssocID="{27490B57-2052-4D7C-AB02-F77AC9DFEAD1}" presName="linear" presStyleCnt="0">
        <dgm:presLayoutVars>
          <dgm:animLvl val="lvl"/>
          <dgm:resizeHandles val="exact"/>
        </dgm:presLayoutVars>
      </dgm:prSet>
      <dgm:spPr/>
    </dgm:pt>
    <dgm:pt modelId="{12E5FCD6-F510-42EA-8563-13C604400EEC}" type="pres">
      <dgm:prSet presAssocID="{2445775A-9B8F-4739-9227-86FBD3D6A5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BF5FCD1-D9E8-4B17-B3BC-CBC9FB606574}" type="pres">
      <dgm:prSet presAssocID="{2FEE32F6-6C12-418A-9A12-DE017F53A55D}" presName="spacer" presStyleCnt="0"/>
      <dgm:spPr/>
    </dgm:pt>
    <dgm:pt modelId="{66F0B54D-969E-4589-A12C-9AD42F7CD47A}" type="pres">
      <dgm:prSet presAssocID="{44F088D8-7EE3-417A-A6CA-5E8D80FAA58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C29B2B-0A99-4FA3-A30E-2E3FE0E1BAC9}" type="pres">
      <dgm:prSet presAssocID="{D5BFDE6C-4C68-4427-8C55-9621377E5800}" presName="spacer" presStyleCnt="0"/>
      <dgm:spPr/>
    </dgm:pt>
    <dgm:pt modelId="{5D0405FD-BE59-4957-B447-CCE38C705325}" type="pres">
      <dgm:prSet presAssocID="{0BF226E0-9787-4051-8395-5227D662B2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00BDD72-150D-413A-BF34-CB0E2B089801}" type="pres">
      <dgm:prSet presAssocID="{F838921E-23B2-43F5-AD09-699D8E540D97}" presName="spacer" presStyleCnt="0"/>
      <dgm:spPr/>
    </dgm:pt>
    <dgm:pt modelId="{7A5A8A89-A786-4F09-9007-45BC4716F2D9}" type="pres">
      <dgm:prSet presAssocID="{B3004887-A56D-4E5A-AA1E-9A59859C44A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F71B568-F675-4F19-BBD2-F0396A945923}" srcId="{27490B57-2052-4D7C-AB02-F77AC9DFEAD1}" destId="{2445775A-9B8F-4739-9227-86FBD3D6A5FD}" srcOrd="0" destOrd="0" parTransId="{6CC90819-8ACD-4427-A12B-BB035A6DE55A}" sibTransId="{2FEE32F6-6C12-418A-9A12-DE017F53A55D}"/>
    <dgm:cxn modelId="{2EDE4F4D-C58C-40C0-A9D7-904D1BCC9B21}" type="presOf" srcId="{2445775A-9B8F-4739-9227-86FBD3D6A5FD}" destId="{12E5FCD6-F510-42EA-8563-13C604400EEC}" srcOrd="0" destOrd="0" presId="urn:microsoft.com/office/officeart/2005/8/layout/vList2"/>
    <dgm:cxn modelId="{281BA26E-B46E-42E8-BA1B-890FF64C4786}" srcId="{27490B57-2052-4D7C-AB02-F77AC9DFEAD1}" destId="{44F088D8-7EE3-417A-A6CA-5E8D80FAA584}" srcOrd="1" destOrd="0" parTransId="{121A25D3-EAEA-49CF-9021-6FBD61963D54}" sibTransId="{D5BFDE6C-4C68-4427-8C55-9621377E5800}"/>
    <dgm:cxn modelId="{4B994655-E166-4A27-AC33-EC9FE512C460}" srcId="{27490B57-2052-4D7C-AB02-F77AC9DFEAD1}" destId="{0BF226E0-9787-4051-8395-5227D662B242}" srcOrd="2" destOrd="0" parTransId="{3501F43F-FEC1-4B0A-AE22-4D012722BC6A}" sibTransId="{F838921E-23B2-43F5-AD09-699D8E540D97}"/>
    <dgm:cxn modelId="{13F15098-C294-474B-B146-C7B785FF50CB}" type="presOf" srcId="{44F088D8-7EE3-417A-A6CA-5E8D80FAA584}" destId="{66F0B54D-969E-4589-A12C-9AD42F7CD47A}" srcOrd="0" destOrd="0" presId="urn:microsoft.com/office/officeart/2005/8/layout/vList2"/>
    <dgm:cxn modelId="{BE1DCBA5-8AF4-4B75-8C8D-D5B2CF71632B}" type="presOf" srcId="{27490B57-2052-4D7C-AB02-F77AC9DFEAD1}" destId="{BD4463BC-147E-4CC0-AE75-FCF05DF7BB08}" srcOrd="0" destOrd="0" presId="urn:microsoft.com/office/officeart/2005/8/layout/vList2"/>
    <dgm:cxn modelId="{455CD9B8-E1F1-4980-8436-B6655DF209AB}" srcId="{27490B57-2052-4D7C-AB02-F77AC9DFEAD1}" destId="{B3004887-A56D-4E5A-AA1E-9A59859C44A7}" srcOrd="3" destOrd="0" parTransId="{AC941214-180D-46CF-A5DC-FAAB84099D2A}" sibTransId="{AFB1E0E9-79C5-43A6-9964-6186B62C9002}"/>
    <dgm:cxn modelId="{35BC55C0-CFEA-4AB9-93D8-067CBC839147}" type="presOf" srcId="{0BF226E0-9787-4051-8395-5227D662B242}" destId="{5D0405FD-BE59-4957-B447-CCE38C705325}" srcOrd="0" destOrd="0" presId="urn:microsoft.com/office/officeart/2005/8/layout/vList2"/>
    <dgm:cxn modelId="{B9B49CC6-4453-4D2D-9B44-C87AA6D7CF9E}" type="presOf" srcId="{B3004887-A56D-4E5A-AA1E-9A59859C44A7}" destId="{7A5A8A89-A786-4F09-9007-45BC4716F2D9}" srcOrd="0" destOrd="0" presId="urn:microsoft.com/office/officeart/2005/8/layout/vList2"/>
    <dgm:cxn modelId="{6C05E7B4-FFBD-4F0E-BA51-80EE19EA9951}" type="presParOf" srcId="{BD4463BC-147E-4CC0-AE75-FCF05DF7BB08}" destId="{12E5FCD6-F510-42EA-8563-13C604400EEC}" srcOrd="0" destOrd="0" presId="urn:microsoft.com/office/officeart/2005/8/layout/vList2"/>
    <dgm:cxn modelId="{56B046AF-0FF9-4BC6-81DD-9A1F175952F8}" type="presParOf" srcId="{BD4463BC-147E-4CC0-AE75-FCF05DF7BB08}" destId="{EBF5FCD1-D9E8-4B17-B3BC-CBC9FB606574}" srcOrd="1" destOrd="0" presId="urn:microsoft.com/office/officeart/2005/8/layout/vList2"/>
    <dgm:cxn modelId="{6E69DCC8-50D2-45EB-BF84-6B2D9F1BA02E}" type="presParOf" srcId="{BD4463BC-147E-4CC0-AE75-FCF05DF7BB08}" destId="{66F0B54D-969E-4589-A12C-9AD42F7CD47A}" srcOrd="2" destOrd="0" presId="urn:microsoft.com/office/officeart/2005/8/layout/vList2"/>
    <dgm:cxn modelId="{380287DD-096E-4487-9DF4-EFFD4D66CD5D}" type="presParOf" srcId="{BD4463BC-147E-4CC0-AE75-FCF05DF7BB08}" destId="{7BC29B2B-0A99-4FA3-A30E-2E3FE0E1BAC9}" srcOrd="3" destOrd="0" presId="urn:microsoft.com/office/officeart/2005/8/layout/vList2"/>
    <dgm:cxn modelId="{2A7BEC92-652B-45A0-B734-9BBF275F22FA}" type="presParOf" srcId="{BD4463BC-147E-4CC0-AE75-FCF05DF7BB08}" destId="{5D0405FD-BE59-4957-B447-CCE38C705325}" srcOrd="4" destOrd="0" presId="urn:microsoft.com/office/officeart/2005/8/layout/vList2"/>
    <dgm:cxn modelId="{46791F05-363A-4B11-8AE0-6DEB3FB784F9}" type="presParOf" srcId="{BD4463BC-147E-4CC0-AE75-FCF05DF7BB08}" destId="{200BDD72-150D-413A-BF34-CB0E2B089801}" srcOrd="5" destOrd="0" presId="urn:microsoft.com/office/officeart/2005/8/layout/vList2"/>
    <dgm:cxn modelId="{B2A394BA-FE72-483E-A34E-799D5E236855}" type="presParOf" srcId="{BD4463BC-147E-4CC0-AE75-FCF05DF7BB08}" destId="{7A5A8A89-A786-4F09-9007-45BC4716F2D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FD1ABAE8-302D-48C6-95F5-73AE946A915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2763455-3F7C-40E1-AF88-485DE2023BC6}">
      <dgm:prSet/>
      <dgm:spPr/>
      <dgm:t>
        <a:bodyPr/>
        <a:lstStyle/>
        <a:p>
          <a:r>
            <a:rPr lang="uk-UA" b="0" i="0"/>
            <a:t>здійснення Молдавських походів</a:t>
          </a:r>
          <a:endParaRPr lang="uk-UA"/>
        </a:p>
      </dgm:t>
    </dgm:pt>
    <dgm:pt modelId="{45168396-E284-4977-901E-CD871122AF27}" type="parTrans" cxnId="{BFE7E700-3A38-4A43-9452-5B7C57E0A454}">
      <dgm:prSet/>
      <dgm:spPr/>
      <dgm:t>
        <a:bodyPr/>
        <a:lstStyle/>
        <a:p>
          <a:endParaRPr lang="uk-UA"/>
        </a:p>
      </dgm:t>
    </dgm:pt>
    <dgm:pt modelId="{A56E1F76-CB44-4038-9101-FFACBF1A94AA}" type="sibTrans" cxnId="{BFE7E700-3A38-4A43-9452-5B7C57E0A454}">
      <dgm:prSet/>
      <dgm:spPr/>
      <dgm:t>
        <a:bodyPr/>
        <a:lstStyle/>
        <a:p>
          <a:endParaRPr lang="uk-UA"/>
        </a:p>
      </dgm:t>
    </dgm:pt>
    <dgm:pt modelId="{2F40DE2F-66C0-454C-B6EA-C8C4F14E44AE}">
      <dgm:prSet/>
      <dgm:spPr/>
      <dgm:t>
        <a:bodyPr/>
        <a:lstStyle/>
        <a:p>
          <a:r>
            <a:rPr lang="uk-UA" b="0" i="0" dirty="0"/>
            <a:t>укладення угоди про військовий союз із Трансільванським князівством і Шведським королівством</a:t>
          </a:r>
          <a:endParaRPr lang="uk-UA" dirty="0"/>
        </a:p>
      </dgm:t>
    </dgm:pt>
    <dgm:pt modelId="{4ADD2DCC-0F49-4186-858F-7C803FE09F62}" type="parTrans" cxnId="{ADE4DAC9-19C8-4034-955F-A52562B024FC}">
      <dgm:prSet/>
      <dgm:spPr/>
      <dgm:t>
        <a:bodyPr/>
        <a:lstStyle/>
        <a:p>
          <a:endParaRPr lang="uk-UA"/>
        </a:p>
      </dgm:t>
    </dgm:pt>
    <dgm:pt modelId="{3DC6C5E3-463F-4D92-89AA-B60F35D8AEEC}" type="sibTrans" cxnId="{ADE4DAC9-19C8-4034-955F-A52562B024FC}">
      <dgm:prSet/>
      <dgm:spPr/>
      <dgm:t>
        <a:bodyPr/>
        <a:lstStyle/>
        <a:p>
          <a:endParaRPr lang="uk-UA"/>
        </a:p>
      </dgm:t>
    </dgm:pt>
    <dgm:pt modelId="{A2E71737-EE79-495F-A5DF-0404A597D2CA}">
      <dgm:prSet/>
      <dgm:spPr/>
      <dgm:t>
        <a:bodyPr/>
        <a:lstStyle/>
        <a:p>
          <a:r>
            <a:rPr lang="uk-UA" b="0" i="0" dirty="0"/>
            <a:t>укладення воєнно-політичного союзу з Кримським ханством</a:t>
          </a:r>
          <a:endParaRPr lang="uk-UA" dirty="0"/>
        </a:p>
      </dgm:t>
    </dgm:pt>
    <dgm:pt modelId="{C213302F-28EC-4080-9E42-0A24FBA32073}" type="parTrans" cxnId="{C449E032-9482-4132-BF15-872BD4CAB51E}">
      <dgm:prSet/>
      <dgm:spPr/>
      <dgm:t>
        <a:bodyPr/>
        <a:lstStyle/>
        <a:p>
          <a:endParaRPr lang="uk-UA"/>
        </a:p>
      </dgm:t>
    </dgm:pt>
    <dgm:pt modelId="{F4B3B857-A482-4959-A50A-90020509F604}" type="sibTrans" cxnId="{C449E032-9482-4132-BF15-872BD4CAB51E}">
      <dgm:prSet/>
      <dgm:spPr/>
      <dgm:t>
        <a:bodyPr/>
        <a:lstStyle/>
        <a:p>
          <a:endParaRPr lang="uk-UA"/>
        </a:p>
      </dgm:t>
    </dgm:pt>
    <dgm:pt modelId="{EE93C337-689B-4928-B816-1EAF67DA10D2}">
      <dgm:prSet/>
      <dgm:spPr/>
      <dgm:t>
        <a:bodyPr/>
        <a:lstStyle/>
        <a:p>
          <a:r>
            <a:rPr lang="uk-UA" b="0" i="0"/>
            <a:t>листування з лорд-протектором Англії, Шотландії та Ірландії О. Кромвелем</a:t>
          </a:r>
          <a:endParaRPr lang="uk-UA"/>
        </a:p>
      </dgm:t>
    </dgm:pt>
    <dgm:pt modelId="{CB59110C-4AB6-477B-B723-AE87195262A7}" type="parTrans" cxnId="{A2CE4DEF-D68E-4AB0-AF11-BAF03F47E4D2}">
      <dgm:prSet/>
      <dgm:spPr/>
      <dgm:t>
        <a:bodyPr/>
        <a:lstStyle/>
        <a:p>
          <a:endParaRPr lang="uk-UA"/>
        </a:p>
      </dgm:t>
    </dgm:pt>
    <dgm:pt modelId="{71D20070-3DAA-4A3A-A08A-69E706C72DD4}" type="sibTrans" cxnId="{A2CE4DEF-D68E-4AB0-AF11-BAF03F47E4D2}">
      <dgm:prSet/>
      <dgm:spPr/>
      <dgm:t>
        <a:bodyPr/>
        <a:lstStyle/>
        <a:p>
          <a:endParaRPr lang="uk-UA"/>
        </a:p>
      </dgm:t>
    </dgm:pt>
    <dgm:pt modelId="{B510F473-0230-4D9B-9829-9E23AA3E2F2D}">
      <dgm:prSet/>
      <dgm:spPr/>
      <dgm:t>
        <a:bodyPr/>
        <a:lstStyle/>
        <a:p>
          <a:r>
            <a:rPr lang="uk-UA" b="0" i="0" dirty="0"/>
            <a:t>підписання Зборівського договору</a:t>
          </a:r>
          <a:endParaRPr lang="uk-UA" dirty="0"/>
        </a:p>
      </dgm:t>
    </dgm:pt>
    <dgm:pt modelId="{38952FA6-F033-4406-8A36-4590A34AE64A}" type="parTrans" cxnId="{3CDFA6D9-6F48-43A8-9F0F-2B224E14764D}">
      <dgm:prSet/>
      <dgm:spPr/>
      <dgm:t>
        <a:bodyPr/>
        <a:lstStyle/>
        <a:p>
          <a:endParaRPr lang="uk-UA"/>
        </a:p>
      </dgm:t>
    </dgm:pt>
    <dgm:pt modelId="{718875DC-542C-47E0-9583-9D9C5F08033E}" type="sibTrans" cxnId="{3CDFA6D9-6F48-43A8-9F0F-2B224E14764D}">
      <dgm:prSet/>
      <dgm:spPr/>
      <dgm:t>
        <a:bodyPr/>
        <a:lstStyle/>
        <a:p>
          <a:endParaRPr lang="uk-UA"/>
        </a:p>
      </dgm:t>
    </dgm:pt>
    <dgm:pt modelId="{0CE9C193-EB0B-4953-B5B2-0F5E58772349}" type="pres">
      <dgm:prSet presAssocID="{FD1ABAE8-302D-48C6-95F5-73AE946A9152}" presName="Name0" presStyleCnt="0">
        <dgm:presLayoutVars>
          <dgm:chMax val="7"/>
          <dgm:chPref val="7"/>
          <dgm:dir/>
        </dgm:presLayoutVars>
      </dgm:prSet>
      <dgm:spPr/>
    </dgm:pt>
    <dgm:pt modelId="{7DDAE02A-95E2-4A06-A320-F38EC05FF24B}" type="pres">
      <dgm:prSet presAssocID="{FD1ABAE8-302D-48C6-95F5-73AE946A9152}" presName="Name1" presStyleCnt="0"/>
      <dgm:spPr/>
    </dgm:pt>
    <dgm:pt modelId="{5B875CBC-A1F2-44D3-A569-879FF665B40D}" type="pres">
      <dgm:prSet presAssocID="{FD1ABAE8-302D-48C6-95F5-73AE946A9152}" presName="cycle" presStyleCnt="0"/>
      <dgm:spPr/>
    </dgm:pt>
    <dgm:pt modelId="{A2980469-8E4F-4534-A68D-0AF32BE40568}" type="pres">
      <dgm:prSet presAssocID="{FD1ABAE8-302D-48C6-95F5-73AE946A9152}" presName="srcNode" presStyleLbl="node1" presStyleIdx="0" presStyleCnt="5"/>
      <dgm:spPr/>
    </dgm:pt>
    <dgm:pt modelId="{7BE05798-BC9C-4E38-88D8-E56EF0015FD5}" type="pres">
      <dgm:prSet presAssocID="{FD1ABAE8-302D-48C6-95F5-73AE946A9152}" presName="conn" presStyleLbl="parChTrans1D2" presStyleIdx="0" presStyleCnt="1"/>
      <dgm:spPr/>
    </dgm:pt>
    <dgm:pt modelId="{868D7B4F-8FDB-4B94-A4A2-20D626270A95}" type="pres">
      <dgm:prSet presAssocID="{FD1ABAE8-302D-48C6-95F5-73AE946A9152}" presName="extraNode" presStyleLbl="node1" presStyleIdx="0" presStyleCnt="5"/>
      <dgm:spPr/>
    </dgm:pt>
    <dgm:pt modelId="{428430B2-01C2-48DE-8B87-944928E1F433}" type="pres">
      <dgm:prSet presAssocID="{FD1ABAE8-302D-48C6-95F5-73AE946A9152}" presName="dstNode" presStyleLbl="node1" presStyleIdx="0" presStyleCnt="5"/>
      <dgm:spPr/>
    </dgm:pt>
    <dgm:pt modelId="{00149A4D-86FF-4AC3-AACD-2EAD2D3BC28F}" type="pres">
      <dgm:prSet presAssocID="{B2763455-3F7C-40E1-AF88-485DE2023BC6}" presName="text_1" presStyleLbl="node1" presStyleIdx="0" presStyleCnt="5">
        <dgm:presLayoutVars>
          <dgm:bulletEnabled val="1"/>
        </dgm:presLayoutVars>
      </dgm:prSet>
      <dgm:spPr/>
    </dgm:pt>
    <dgm:pt modelId="{A9EEF636-8A97-4B39-9686-ECD79744EB09}" type="pres">
      <dgm:prSet presAssocID="{B2763455-3F7C-40E1-AF88-485DE2023BC6}" presName="accent_1" presStyleCnt="0"/>
      <dgm:spPr/>
    </dgm:pt>
    <dgm:pt modelId="{ABC1BCDD-BBF5-43FA-9793-97842988B7FB}" type="pres">
      <dgm:prSet presAssocID="{B2763455-3F7C-40E1-AF88-485DE2023BC6}" presName="accentRepeatNode" presStyleLbl="solidFgAcc1" presStyleIdx="0" presStyleCnt="5"/>
      <dgm:spPr/>
    </dgm:pt>
    <dgm:pt modelId="{25D44613-1A63-4D86-8D24-522D335C6DD1}" type="pres">
      <dgm:prSet presAssocID="{2F40DE2F-66C0-454C-B6EA-C8C4F14E44AE}" presName="text_2" presStyleLbl="node1" presStyleIdx="1" presStyleCnt="5">
        <dgm:presLayoutVars>
          <dgm:bulletEnabled val="1"/>
        </dgm:presLayoutVars>
      </dgm:prSet>
      <dgm:spPr/>
    </dgm:pt>
    <dgm:pt modelId="{BEEAC806-1F1A-4E58-930F-348A59B0B51B}" type="pres">
      <dgm:prSet presAssocID="{2F40DE2F-66C0-454C-B6EA-C8C4F14E44AE}" presName="accent_2" presStyleCnt="0"/>
      <dgm:spPr/>
    </dgm:pt>
    <dgm:pt modelId="{8D6F7963-0D91-46D7-98E5-F45F9C3D3594}" type="pres">
      <dgm:prSet presAssocID="{2F40DE2F-66C0-454C-B6EA-C8C4F14E44AE}" presName="accentRepeatNode" presStyleLbl="solidFgAcc1" presStyleIdx="1" presStyleCnt="5"/>
      <dgm:spPr/>
    </dgm:pt>
    <dgm:pt modelId="{E26924AC-2A21-4103-BBE5-43851AB1E932}" type="pres">
      <dgm:prSet presAssocID="{A2E71737-EE79-495F-A5DF-0404A597D2CA}" presName="text_3" presStyleLbl="node1" presStyleIdx="2" presStyleCnt="5">
        <dgm:presLayoutVars>
          <dgm:bulletEnabled val="1"/>
        </dgm:presLayoutVars>
      </dgm:prSet>
      <dgm:spPr/>
    </dgm:pt>
    <dgm:pt modelId="{08F93C4D-215E-493E-970E-A0CDC141A801}" type="pres">
      <dgm:prSet presAssocID="{A2E71737-EE79-495F-A5DF-0404A597D2CA}" presName="accent_3" presStyleCnt="0"/>
      <dgm:spPr/>
    </dgm:pt>
    <dgm:pt modelId="{4B6EA37E-2DAD-4D81-BE39-469D8D990EDF}" type="pres">
      <dgm:prSet presAssocID="{A2E71737-EE79-495F-A5DF-0404A597D2CA}" presName="accentRepeatNode" presStyleLbl="solidFgAcc1" presStyleIdx="2" presStyleCnt="5"/>
      <dgm:spPr/>
    </dgm:pt>
    <dgm:pt modelId="{1E3B9ED5-2514-409D-90B4-6AC49C5E800B}" type="pres">
      <dgm:prSet presAssocID="{EE93C337-689B-4928-B816-1EAF67DA10D2}" presName="text_4" presStyleLbl="node1" presStyleIdx="3" presStyleCnt="5">
        <dgm:presLayoutVars>
          <dgm:bulletEnabled val="1"/>
        </dgm:presLayoutVars>
      </dgm:prSet>
      <dgm:spPr/>
    </dgm:pt>
    <dgm:pt modelId="{73A093BA-569B-4CE2-B3B9-F3818C8BAA0D}" type="pres">
      <dgm:prSet presAssocID="{EE93C337-689B-4928-B816-1EAF67DA10D2}" presName="accent_4" presStyleCnt="0"/>
      <dgm:spPr/>
    </dgm:pt>
    <dgm:pt modelId="{C45B7A9F-9E59-41D6-8F68-FBF04ACE5FC1}" type="pres">
      <dgm:prSet presAssocID="{EE93C337-689B-4928-B816-1EAF67DA10D2}" presName="accentRepeatNode" presStyleLbl="solidFgAcc1" presStyleIdx="3" presStyleCnt="5"/>
      <dgm:spPr/>
    </dgm:pt>
    <dgm:pt modelId="{8027CD76-3ECB-45C6-8498-CE92CE89AEAB}" type="pres">
      <dgm:prSet presAssocID="{B510F473-0230-4D9B-9829-9E23AA3E2F2D}" presName="text_5" presStyleLbl="node1" presStyleIdx="4" presStyleCnt="5">
        <dgm:presLayoutVars>
          <dgm:bulletEnabled val="1"/>
        </dgm:presLayoutVars>
      </dgm:prSet>
      <dgm:spPr/>
    </dgm:pt>
    <dgm:pt modelId="{70A54200-808D-45B3-8E77-0C55EB48E393}" type="pres">
      <dgm:prSet presAssocID="{B510F473-0230-4D9B-9829-9E23AA3E2F2D}" presName="accent_5" presStyleCnt="0"/>
      <dgm:spPr/>
    </dgm:pt>
    <dgm:pt modelId="{34AF2BF5-2CBA-4EE1-B806-6D8F40EE2D43}" type="pres">
      <dgm:prSet presAssocID="{B510F473-0230-4D9B-9829-9E23AA3E2F2D}" presName="accentRepeatNode" presStyleLbl="solidFgAcc1" presStyleIdx="4" presStyleCnt="5"/>
      <dgm:spPr/>
    </dgm:pt>
  </dgm:ptLst>
  <dgm:cxnLst>
    <dgm:cxn modelId="{BFE7E700-3A38-4A43-9452-5B7C57E0A454}" srcId="{FD1ABAE8-302D-48C6-95F5-73AE946A9152}" destId="{B2763455-3F7C-40E1-AF88-485DE2023BC6}" srcOrd="0" destOrd="0" parTransId="{45168396-E284-4977-901E-CD871122AF27}" sibTransId="{A56E1F76-CB44-4038-9101-FFACBF1A94AA}"/>
    <dgm:cxn modelId="{7FDD8606-06B0-478E-8B8C-085BF48D0761}" type="presOf" srcId="{2F40DE2F-66C0-454C-B6EA-C8C4F14E44AE}" destId="{25D44613-1A63-4D86-8D24-522D335C6DD1}" srcOrd="0" destOrd="0" presId="urn:microsoft.com/office/officeart/2008/layout/VerticalCurvedList"/>
    <dgm:cxn modelId="{31F19E11-F134-4A6D-9192-C81A12E68223}" type="presOf" srcId="{A2E71737-EE79-495F-A5DF-0404A597D2CA}" destId="{E26924AC-2A21-4103-BBE5-43851AB1E932}" srcOrd="0" destOrd="0" presId="urn:microsoft.com/office/officeart/2008/layout/VerticalCurvedList"/>
    <dgm:cxn modelId="{3BD88C16-8C42-4EA1-BD5E-27A48411EF01}" type="presOf" srcId="{FD1ABAE8-302D-48C6-95F5-73AE946A9152}" destId="{0CE9C193-EB0B-4953-B5B2-0F5E58772349}" srcOrd="0" destOrd="0" presId="urn:microsoft.com/office/officeart/2008/layout/VerticalCurvedList"/>
    <dgm:cxn modelId="{7D53E131-7018-4659-B615-1B2A9A9F32EB}" type="presOf" srcId="{B2763455-3F7C-40E1-AF88-485DE2023BC6}" destId="{00149A4D-86FF-4AC3-AACD-2EAD2D3BC28F}" srcOrd="0" destOrd="0" presId="urn:microsoft.com/office/officeart/2008/layout/VerticalCurvedList"/>
    <dgm:cxn modelId="{C449E032-9482-4132-BF15-872BD4CAB51E}" srcId="{FD1ABAE8-302D-48C6-95F5-73AE946A9152}" destId="{A2E71737-EE79-495F-A5DF-0404A597D2CA}" srcOrd="2" destOrd="0" parTransId="{C213302F-28EC-4080-9E42-0A24FBA32073}" sibTransId="{F4B3B857-A482-4959-A50A-90020509F604}"/>
    <dgm:cxn modelId="{21C68C82-59D6-4613-A4FA-550912D82EBD}" type="presOf" srcId="{A56E1F76-CB44-4038-9101-FFACBF1A94AA}" destId="{7BE05798-BC9C-4E38-88D8-E56EF0015FD5}" srcOrd="0" destOrd="0" presId="urn:microsoft.com/office/officeart/2008/layout/VerticalCurvedList"/>
    <dgm:cxn modelId="{A69CB3B8-71CE-45C6-A3F1-5454CB7E9A19}" type="presOf" srcId="{B510F473-0230-4D9B-9829-9E23AA3E2F2D}" destId="{8027CD76-3ECB-45C6-8498-CE92CE89AEAB}" srcOrd="0" destOrd="0" presId="urn:microsoft.com/office/officeart/2008/layout/VerticalCurvedList"/>
    <dgm:cxn modelId="{ADE4DAC9-19C8-4034-955F-A52562B024FC}" srcId="{FD1ABAE8-302D-48C6-95F5-73AE946A9152}" destId="{2F40DE2F-66C0-454C-B6EA-C8C4F14E44AE}" srcOrd="1" destOrd="0" parTransId="{4ADD2DCC-0F49-4186-858F-7C803FE09F62}" sibTransId="{3DC6C5E3-463F-4D92-89AA-B60F35D8AEEC}"/>
    <dgm:cxn modelId="{ED21BBD6-2D4D-4602-87B2-8012A4DE273E}" type="presOf" srcId="{EE93C337-689B-4928-B816-1EAF67DA10D2}" destId="{1E3B9ED5-2514-409D-90B4-6AC49C5E800B}" srcOrd="0" destOrd="0" presId="urn:microsoft.com/office/officeart/2008/layout/VerticalCurvedList"/>
    <dgm:cxn modelId="{3CDFA6D9-6F48-43A8-9F0F-2B224E14764D}" srcId="{FD1ABAE8-302D-48C6-95F5-73AE946A9152}" destId="{B510F473-0230-4D9B-9829-9E23AA3E2F2D}" srcOrd="4" destOrd="0" parTransId="{38952FA6-F033-4406-8A36-4590A34AE64A}" sibTransId="{718875DC-542C-47E0-9583-9D9C5F08033E}"/>
    <dgm:cxn modelId="{A2CE4DEF-D68E-4AB0-AF11-BAF03F47E4D2}" srcId="{FD1ABAE8-302D-48C6-95F5-73AE946A9152}" destId="{EE93C337-689B-4928-B816-1EAF67DA10D2}" srcOrd="3" destOrd="0" parTransId="{CB59110C-4AB6-477B-B723-AE87195262A7}" sibTransId="{71D20070-3DAA-4A3A-A08A-69E706C72DD4}"/>
    <dgm:cxn modelId="{92DD4756-EDD3-43B5-B7AA-E0DE463D6003}" type="presParOf" srcId="{0CE9C193-EB0B-4953-B5B2-0F5E58772349}" destId="{7DDAE02A-95E2-4A06-A320-F38EC05FF24B}" srcOrd="0" destOrd="0" presId="urn:microsoft.com/office/officeart/2008/layout/VerticalCurvedList"/>
    <dgm:cxn modelId="{F14F7706-6BBD-4B71-9BBD-EAE5269E4E6F}" type="presParOf" srcId="{7DDAE02A-95E2-4A06-A320-F38EC05FF24B}" destId="{5B875CBC-A1F2-44D3-A569-879FF665B40D}" srcOrd="0" destOrd="0" presId="urn:microsoft.com/office/officeart/2008/layout/VerticalCurvedList"/>
    <dgm:cxn modelId="{16E36939-A843-4AEF-AAB0-088C1A85D323}" type="presParOf" srcId="{5B875CBC-A1F2-44D3-A569-879FF665B40D}" destId="{A2980469-8E4F-4534-A68D-0AF32BE40568}" srcOrd="0" destOrd="0" presId="urn:microsoft.com/office/officeart/2008/layout/VerticalCurvedList"/>
    <dgm:cxn modelId="{97AE54AC-E606-4E09-B413-C2476EB91B53}" type="presParOf" srcId="{5B875CBC-A1F2-44D3-A569-879FF665B40D}" destId="{7BE05798-BC9C-4E38-88D8-E56EF0015FD5}" srcOrd="1" destOrd="0" presId="urn:microsoft.com/office/officeart/2008/layout/VerticalCurvedList"/>
    <dgm:cxn modelId="{5B9767CA-C817-477E-812F-EC71ACFA91F1}" type="presParOf" srcId="{5B875CBC-A1F2-44D3-A569-879FF665B40D}" destId="{868D7B4F-8FDB-4B94-A4A2-20D626270A95}" srcOrd="2" destOrd="0" presId="urn:microsoft.com/office/officeart/2008/layout/VerticalCurvedList"/>
    <dgm:cxn modelId="{B332BF24-7A4C-4D5A-9D8A-320892502EF2}" type="presParOf" srcId="{5B875CBC-A1F2-44D3-A569-879FF665B40D}" destId="{428430B2-01C2-48DE-8B87-944928E1F433}" srcOrd="3" destOrd="0" presId="urn:microsoft.com/office/officeart/2008/layout/VerticalCurvedList"/>
    <dgm:cxn modelId="{2F7C5D7B-628C-424F-86DB-72E2B1BFEA77}" type="presParOf" srcId="{7DDAE02A-95E2-4A06-A320-F38EC05FF24B}" destId="{00149A4D-86FF-4AC3-AACD-2EAD2D3BC28F}" srcOrd="1" destOrd="0" presId="urn:microsoft.com/office/officeart/2008/layout/VerticalCurvedList"/>
    <dgm:cxn modelId="{881998FD-450A-4950-B0CB-B1AA578A9EBB}" type="presParOf" srcId="{7DDAE02A-95E2-4A06-A320-F38EC05FF24B}" destId="{A9EEF636-8A97-4B39-9686-ECD79744EB09}" srcOrd="2" destOrd="0" presId="urn:microsoft.com/office/officeart/2008/layout/VerticalCurvedList"/>
    <dgm:cxn modelId="{B45E57F8-B2B7-46E8-9C55-DF16CB2E9D9D}" type="presParOf" srcId="{A9EEF636-8A97-4B39-9686-ECD79744EB09}" destId="{ABC1BCDD-BBF5-43FA-9793-97842988B7FB}" srcOrd="0" destOrd="0" presId="urn:microsoft.com/office/officeart/2008/layout/VerticalCurvedList"/>
    <dgm:cxn modelId="{AC1C6494-A54E-4C44-8201-D111BB216A65}" type="presParOf" srcId="{7DDAE02A-95E2-4A06-A320-F38EC05FF24B}" destId="{25D44613-1A63-4D86-8D24-522D335C6DD1}" srcOrd="3" destOrd="0" presId="urn:microsoft.com/office/officeart/2008/layout/VerticalCurvedList"/>
    <dgm:cxn modelId="{7D9C1252-B67E-4068-A6EF-159DCA31E758}" type="presParOf" srcId="{7DDAE02A-95E2-4A06-A320-F38EC05FF24B}" destId="{BEEAC806-1F1A-4E58-930F-348A59B0B51B}" srcOrd="4" destOrd="0" presId="urn:microsoft.com/office/officeart/2008/layout/VerticalCurvedList"/>
    <dgm:cxn modelId="{021EB4A5-528E-4890-B1B2-BD1AC0FCD4DE}" type="presParOf" srcId="{BEEAC806-1F1A-4E58-930F-348A59B0B51B}" destId="{8D6F7963-0D91-46D7-98E5-F45F9C3D3594}" srcOrd="0" destOrd="0" presId="urn:microsoft.com/office/officeart/2008/layout/VerticalCurvedList"/>
    <dgm:cxn modelId="{F6A7B990-8777-4752-A446-E30A787280AA}" type="presParOf" srcId="{7DDAE02A-95E2-4A06-A320-F38EC05FF24B}" destId="{E26924AC-2A21-4103-BBE5-43851AB1E932}" srcOrd="5" destOrd="0" presId="urn:microsoft.com/office/officeart/2008/layout/VerticalCurvedList"/>
    <dgm:cxn modelId="{EC132A50-A2F2-4AAB-B9A8-43A02A81CA51}" type="presParOf" srcId="{7DDAE02A-95E2-4A06-A320-F38EC05FF24B}" destId="{08F93C4D-215E-493E-970E-A0CDC141A801}" srcOrd="6" destOrd="0" presId="urn:microsoft.com/office/officeart/2008/layout/VerticalCurvedList"/>
    <dgm:cxn modelId="{6A7E29D1-570A-457A-9C70-D41CEAF30C61}" type="presParOf" srcId="{08F93C4D-215E-493E-970E-A0CDC141A801}" destId="{4B6EA37E-2DAD-4D81-BE39-469D8D990EDF}" srcOrd="0" destOrd="0" presId="urn:microsoft.com/office/officeart/2008/layout/VerticalCurvedList"/>
    <dgm:cxn modelId="{B9114830-AEE7-4CED-AC25-DD6E9875B150}" type="presParOf" srcId="{7DDAE02A-95E2-4A06-A320-F38EC05FF24B}" destId="{1E3B9ED5-2514-409D-90B4-6AC49C5E800B}" srcOrd="7" destOrd="0" presId="urn:microsoft.com/office/officeart/2008/layout/VerticalCurvedList"/>
    <dgm:cxn modelId="{B4C58AA0-0EFF-4545-8F50-C379720D8CEE}" type="presParOf" srcId="{7DDAE02A-95E2-4A06-A320-F38EC05FF24B}" destId="{73A093BA-569B-4CE2-B3B9-F3818C8BAA0D}" srcOrd="8" destOrd="0" presId="urn:microsoft.com/office/officeart/2008/layout/VerticalCurvedList"/>
    <dgm:cxn modelId="{0A3F2BB2-25BF-48FB-9F49-687E81AC392C}" type="presParOf" srcId="{73A093BA-569B-4CE2-B3B9-F3818C8BAA0D}" destId="{C45B7A9F-9E59-41D6-8F68-FBF04ACE5FC1}" srcOrd="0" destOrd="0" presId="urn:microsoft.com/office/officeart/2008/layout/VerticalCurvedList"/>
    <dgm:cxn modelId="{2A5FE8ED-03CE-4F0B-981D-0A40059F5D79}" type="presParOf" srcId="{7DDAE02A-95E2-4A06-A320-F38EC05FF24B}" destId="{8027CD76-3ECB-45C6-8498-CE92CE89AEAB}" srcOrd="9" destOrd="0" presId="urn:microsoft.com/office/officeart/2008/layout/VerticalCurvedList"/>
    <dgm:cxn modelId="{87EAD622-9EEE-4504-9C7C-625275EBE052}" type="presParOf" srcId="{7DDAE02A-95E2-4A06-A320-F38EC05FF24B}" destId="{70A54200-808D-45B3-8E77-0C55EB48E393}" srcOrd="10" destOrd="0" presId="urn:microsoft.com/office/officeart/2008/layout/VerticalCurvedList"/>
    <dgm:cxn modelId="{45B9F279-DDD9-4C2B-BE88-A65B0806F646}" type="presParOf" srcId="{70A54200-808D-45B3-8E77-0C55EB48E393}" destId="{34AF2BF5-2CBA-4EE1-B806-6D8F40EE2D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79689640-D7BF-4C4C-9320-FEC8AE63CE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C67185-9CF0-45FC-9E08-4F10DB543BE0}">
      <dgm:prSet/>
      <dgm:spPr/>
      <dgm:t>
        <a:bodyPr/>
        <a:lstStyle/>
        <a:p>
          <a:r>
            <a:rPr lang="ru-RU" b="0" i="1" dirty="0"/>
            <a:t>«</a:t>
          </a:r>
          <a:r>
            <a:rPr lang="ru-RU" b="0" i="1" dirty="0" err="1"/>
            <a:t>Найясніший</a:t>
          </a:r>
          <a:r>
            <a:rPr lang="ru-RU" b="0" i="1" dirty="0"/>
            <a:t> князю </a:t>
          </a:r>
          <a:r>
            <a:rPr lang="ru-RU" b="0" i="1" dirty="0" err="1"/>
            <a:t>Трансільванії</a:t>
          </a:r>
          <a:r>
            <a:rPr lang="ru-RU" b="0" i="1" dirty="0"/>
            <a:t>, наш </a:t>
          </a:r>
          <a:r>
            <a:rPr lang="ru-RU" b="0" i="1" dirty="0" err="1"/>
            <a:t>вельмишановний</a:t>
          </a:r>
          <a:r>
            <a:rPr lang="ru-RU" b="0" i="1" dirty="0"/>
            <a:t> пане й друже. Не без </a:t>
          </a:r>
          <a:r>
            <a:rPr lang="ru-RU" b="0" i="1" dirty="0" err="1"/>
            <a:t>особливої</a:t>
          </a:r>
          <a:r>
            <a:rPr lang="ru-RU" b="0" i="1" dirty="0"/>
            <a:t> </a:t>
          </a:r>
          <a:r>
            <a:rPr lang="ru-RU" b="0" i="1" dirty="0" err="1"/>
            <a:t>прихильності</a:t>
          </a:r>
          <a:r>
            <a:rPr lang="ru-RU" b="0" i="1" dirty="0"/>
            <a:t> одержали ми листа </a:t>
          </a:r>
          <a:r>
            <a:rPr lang="ru-RU" b="0" i="1" dirty="0" err="1"/>
            <a:t>вашої</a:t>
          </a:r>
          <a:r>
            <a:rPr lang="ru-RU" b="0" i="1" dirty="0"/>
            <a:t> </a:t>
          </a:r>
          <a:r>
            <a:rPr lang="ru-RU" b="0" i="1" dirty="0" err="1"/>
            <a:t>найяснішої</a:t>
          </a:r>
          <a:r>
            <a:rPr lang="ru-RU" b="0" i="1" dirty="0"/>
            <a:t> </a:t>
          </a:r>
          <a:r>
            <a:rPr lang="ru-RU" b="0" i="1" dirty="0" err="1"/>
            <a:t>величності</a:t>
          </a:r>
          <a:r>
            <a:rPr lang="ru-RU" b="0" i="1" dirty="0"/>
            <a:t>.., де нас </a:t>
          </a:r>
          <a:r>
            <a:rPr lang="ru-RU" b="0" i="1" dirty="0" err="1"/>
            <a:t>запрошують</a:t>
          </a:r>
          <a:r>
            <a:rPr lang="ru-RU" b="0" i="1" dirty="0"/>
            <a:t> </a:t>
          </a:r>
          <a:r>
            <a:rPr lang="ru-RU" b="0" i="1" dirty="0" err="1"/>
            <a:t>увійти</a:t>
          </a:r>
          <a:r>
            <a:rPr lang="ru-RU" b="0" i="1" dirty="0"/>
            <a:t> в </a:t>
          </a:r>
          <a:r>
            <a:rPr lang="ru-RU" b="0" i="1" dirty="0" err="1"/>
            <a:t>братський</a:t>
          </a:r>
          <a:r>
            <a:rPr lang="ru-RU" b="0" i="1" dirty="0"/>
            <a:t> союз </a:t>
          </a:r>
          <a:r>
            <a:rPr lang="ru-RU" b="0" i="1" dirty="0" err="1"/>
            <a:t>із</a:t>
          </a:r>
          <a:r>
            <a:rPr lang="ru-RU" b="0" i="1" dirty="0"/>
            <a:t> </a:t>
          </a:r>
          <a:r>
            <a:rPr lang="ru-RU" b="0" i="1" dirty="0" err="1"/>
            <a:t>найяснішим</a:t>
          </a:r>
          <a:r>
            <a:rPr lang="ru-RU" b="0" i="1" dirty="0"/>
            <a:t> королем </a:t>
          </a:r>
          <a:r>
            <a:rPr lang="ru-RU" b="0" i="1" dirty="0" err="1"/>
            <a:t>Швеції</a:t>
          </a:r>
          <a:r>
            <a:rPr lang="ru-RU" b="0" i="1" dirty="0"/>
            <a:t>…»</a:t>
          </a:r>
          <a:endParaRPr lang="uk-UA" dirty="0"/>
        </a:p>
      </dgm:t>
    </dgm:pt>
    <dgm:pt modelId="{AA81166E-5242-4058-8535-22DD86000206}" type="parTrans" cxnId="{B094C7F0-68D0-4AE8-9FE8-5831B745FF7C}">
      <dgm:prSet/>
      <dgm:spPr/>
      <dgm:t>
        <a:bodyPr/>
        <a:lstStyle/>
        <a:p>
          <a:endParaRPr lang="uk-UA"/>
        </a:p>
      </dgm:t>
    </dgm:pt>
    <dgm:pt modelId="{74A32DEE-C5AB-4B65-BB30-976A5FF47C99}" type="sibTrans" cxnId="{B094C7F0-68D0-4AE8-9FE8-5831B745FF7C}">
      <dgm:prSet/>
      <dgm:spPr/>
      <dgm:t>
        <a:bodyPr/>
        <a:lstStyle/>
        <a:p>
          <a:endParaRPr lang="uk-UA"/>
        </a:p>
      </dgm:t>
    </dgm:pt>
    <dgm:pt modelId="{1B6C4071-2634-4DAB-91C7-BEA5EC30C926}">
      <dgm:prSet/>
      <dgm:spPr/>
      <dgm:t>
        <a:bodyPr/>
        <a:lstStyle/>
        <a:p>
          <a:r>
            <a:rPr lang="ru-RU" b="0" i="1" dirty="0"/>
            <a:t>«А на </a:t>
          </a:r>
          <a:r>
            <a:rPr lang="ru-RU" b="0" i="1" dirty="0" err="1"/>
            <a:t>його</a:t>
          </a:r>
          <a:r>
            <a:rPr lang="ru-RU" b="0" i="1" dirty="0"/>
            <a:t> </a:t>
          </a:r>
          <a:r>
            <a:rPr lang="ru-RU" b="0" i="1" dirty="0" err="1"/>
            <a:t>милість</a:t>
          </a:r>
          <a:r>
            <a:rPr lang="ru-RU" b="0" i="1" dirty="0"/>
            <a:t> короля… ми не </a:t>
          </a:r>
          <a:r>
            <a:rPr lang="ru-RU" b="0" i="1" dirty="0" err="1"/>
            <a:t>підносили</a:t>
          </a:r>
          <a:r>
            <a:rPr lang="ru-RU" b="0" i="1" dirty="0"/>
            <a:t> рук, </a:t>
          </a:r>
          <a:r>
            <a:rPr lang="ru-RU" b="0" i="1" dirty="0" err="1"/>
            <a:t>бо</a:t>
          </a:r>
          <a:r>
            <a:rPr lang="ru-RU" b="0" i="1" dirty="0"/>
            <a:t> коли </a:t>
          </a:r>
          <a:r>
            <a:rPr lang="ru-RU" b="0" i="1" dirty="0" err="1"/>
            <a:t>під</a:t>
          </a:r>
          <a:r>
            <a:rPr lang="ru-RU" b="0" i="1" dirty="0"/>
            <a:t> Берестечком наше </a:t>
          </a:r>
          <a:r>
            <a:rPr lang="ru-RU" b="0" i="1" dirty="0" err="1"/>
            <a:t>військо</a:t>
          </a:r>
          <a:r>
            <a:rPr lang="ru-RU" b="0" i="1" dirty="0"/>
            <a:t> не </a:t>
          </a:r>
          <a:r>
            <a:rPr lang="ru-RU" b="0" i="1" dirty="0" err="1"/>
            <a:t>зазнало</a:t>
          </a:r>
          <a:r>
            <a:rPr lang="ru-RU" b="0" i="1" dirty="0"/>
            <a:t> </a:t>
          </a:r>
          <a:r>
            <a:rPr lang="ru-RU" b="0" i="1" dirty="0" err="1"/>
            <a:t>милосердя</a:t>
          </a:r>
          <a:r>
            <a:rPr lang="ru-RU" b="0" i="1" dirty="0"/>
            <a:t> </a:t>
          </a:r>
          <a:r>
            <a:rPr lang="ru-RU" b="0" i="1" dirty="0" err="1"/>
            <a:t>його</a:t>
          </a:r>
          <a:r>
            <a:rPr lang="ru-RU" b="0" i="1" dirty="0"/>
            <a:t> </a:t>
          </a:r>
          <a:r>
            <a:rPr lang="ru-RU" b="0" i="1" dirty="0" err="1"/>
            <a:t>королівської</a:t>
          </a:r>
          <a:r>
            <a:rPr lang="ru-RU" b="0" i="1" dirty="0"/>
            <a:t> </a:t>
          </a:r>
          <a:r>
            <a:rPr lang="ru-RU" b="0" i="1" dirty="0" err="1"/>
            <a:t>милості</a:t>
          </a:r>
          <a:r>
            <a:rPr lang="ru-RU" b="0" i="1" dirty="0"/>
            <a:t>, то </a:t>
          </a:r>
          <a:r>
            <a:rPr lang="ru-RU" b="0" i="1" dirty="0" err="1"/>
            <a:t>мусили</a:t>
          </a:r>
          <a:r>
            <a:rPr lang="ru-RU" b="0" i="1" dirty="0"/>
            <a:t>, як пану </a:t>
          </a:r>
          <a:r>
            <a:rPr lang="ru-RU" b="0" i="1" dirty="0" err="1"/>
            <a:t>своєму</a:t>
          </a:r>
          <a:r>
            <a:rPr lang="ru-RU" b="0" i="1" dirty="0"/>
            <a:t>, </a:t>
          </a:r>
          <a:r>
            <a:rPr lang="ru-RU" b="0" i="1" dirty="0" err="1"/>
            <a:t>уступити</a:t>
          </a:r>
          <a:r>
            <a:rPr lang="ru-RU" b="0" i="1" dirty="0"/>
            <a:t>… </a:t>
          </a:r>
          <a:r>
            <a:rPr lang="ru-RU" b="0" i="1" dirty="0" err="1"/>
            <a:t>прагнучи</a:t>
          </a:r>
          <a:r>
            <a:rPr lang="ru-RU" b="0" i="1" dirty="0"/>
            <a:t> </a:t>
          </a:r>
          <a:r>
            <a:rPr lang="ru-RU" b="0" i="1" dirty="0" err="1"/>
            <a:t>вже</a:t>
          </a:r>
          <a:r>
            <a:rPr lang="ru-RU" b="0" i="1" dirty="0"/>
            <a:t> </a:t>
          </a:r>
          <a:r>
            <a:rPr lang="ru-RU" b="0" i="1" dirty="0" err="1"/>
            <a:t>дальшого</a:t>
          </a:r>
          <a:r>
            <a:rPr lang="ru-RU" b="0" i="1" dirty="0"/>
            <a:t> миру…»</a:t>
          </a:r>
          <a:endParaRPr lang="uk-UA" dirty="0"/>
        </a:p>
      </dgm:t>
    </dgm:pt>
    <dgm:pt modelId="{923D7D8B-EBCA-4ADC-997A-8F7C0DB158E5}" type="parTrans" cxnId="{AE70E62B-0DD8-4D73-8124-AC78DD1A4A8E}">
      <dgm:prSet/>
      <dgm:spPr/>
      <dgm:t>
        <a:bodyPr/>
        <a:lstStyle/>
        <a:p>
          <a:endParaRPr lang="uk-UA"/>
        </a:p>
      </dgm:t>
    </dgm:pt>
    <dgm:pt modelId="{E8036894-CFFF-4DD7-B66E-1CCBD940BBA2}" type="sibTrans" cxnId="{AE70E62B-0DD8-4D73-8124-AC78DD1A4A8E}">
      <dgm:prSet/>
      <dgm:spPr/>
      <dgm:t>
        <a:bodyPr/>
        <a:lstStyle/>
        <a:p>
          <a:endParaRPr lang="uk-UA"/>
        </a:p>
      </dgm:t>
    </dgm:pt>
    <dgm:pt modelId="{7F1EEEF8-9C97-4021-845B-4C4457B20FE3}" type="pres">
      <dgm:prSet presAssocID="{79689640-D7BF-4C4C-9320-FEC8AE63CE16}" presName="linear" presStyleCnt="0">
        <dgm:presLayoutVars>
          <dgm:animLvl val="lvl"/>
          <dgm:resizeHandles val="exact"/>
        </dgm:presLayoutVars>
      </dgm:prSet>
      <dgm:spPr/>
    </dgm:pt>
    <dgm:pt modelId="{38B347D7-B09D-4AFC-9E4B-2DD10E5EBD76}" type="pres">
      <dgm:prSet presAssocID="{90C67185-9CF0-45FC-9E08-4F10DB543BE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AAC4E59-365B-44C8-ACF6-953502025A8C}" type="pres">
      <dgm:prSet presAssocID="{74A32DEE-C5AB-4B65-BB30-976A5FF47C99}" presName="spacer" presStyleCnt="0"/>
      <dgm:spPr/>
    </dgm:pt>
    <dgm:pt modelId="{2FA327A6-9886-46C1-AEF1-A9BD805267F0}" type="pres">
      <dgm:prSet presAssocID="{1B6C4071-2634-4DAB-91C7-BEA5EC30C92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E70E62B-0DD8-4D73-8124-AC78DD1A4A8E}" srcId="{79689640-D7BF-4C4C-9320-FEC8AE63CE16}" destId="{1B6C4071-2634-4DAB-91C7-BEA5EC30C926}" srcOrd="1" destOrd="0" parTransId="{923D7D8B-EBCA-4ADC-997A-8F7C0DB158E5}" sibTransId="{E8036894-CFFF-4DD7-B66E-1CCBD940BBA2}"/>
    <dgm:cxn modelId="{E52BCD48-91AB-4DA7-87CA-0E29C774836B}" type="presOf" srcId="{1B6C4071-2634-4DAB-91C7-BEA5EC30C926}" destId="{2FA327A6-9886-46C1-AEF1-A9BD805267F0}" srcOrd="0" destOrd="0" presId="urn:microsoft.com/office/officeart/2005/8/layout/vList2"/>
    <dgm:cxn modelId="{A534C069-92E3-4B9F-9483-A30225842AEB}" type="presOf" srcId="{90C67185-9CF0-45FC-9E08-4F10DB543BE0}" destId="{38B347D7-B09D-4AFC-9E4B-2DD10E5EBD76}" srcOrd="0" destOrd="0" presId="urn:microsoft.com/office/officeart/2005/8/layout/vList2"/>
    <dgm:cxn modelId="{B094C7F0-68D0-4AE8-9FE8-5831B745FF7C}" srcId="{79689640-D7BF-4C4C-9320-FEC8AE63CE16}" destId="{90C67185-9CF0-45FC-9E08-4F10DB543BE0}" srcOrd="0" destOrd="0" parTransId="{AA81166E-5242-4058-8535-22DD86000206}" sibTransId="{74A32DEE-C5AB-4B65-BB30-976A5FF47C99}"/>
    <dgm:cxn modelId="{DBDB4AF9-E60D-478F-BCEA-0B9A0F7CC903}" type="presOf" srcId="{79689640-D7BF-4C4C-9320-FEC8AE63CE16}" destId="{7F1EEEF8-9C97-4021-845B-4C4457B20FE3}" srcOrd="0" destOrd="0" presId="urn:microsoft.com/office/officeart/2005/8/layout/vList2"/>
    <dgm:cxn modelId="{5F04396D-2980-4DE8-BCDC-C4DAE975E85D}" type="presParOf" srcId="{7F1EEEF8-9C97-4021-845B-4C4457B20FE3}" destId="{38B347D7-B09D-4AFC-9E4B-2DD10E5EBD76}" srcOrd="0" destOrd="0" presId="urn:microsoft.com/office/officeart/2005/8/layout/vList2"/>
    <dgm:cxn modelId="{AEC53211-6F96-40F1-B728-63849FE79608}" type="presParOf" srcId="{7F1EEEF8-9C97-4021-845B-4C4457B20FE3}" destId="{DAAC4E59-365B-44C8-ACF6-953502025A8C}" srcOrd="1" destOrd="0" presId="urn:microsoft.com/office/officeart/2005/8/layout/vList2"/>
    <dgm:cxn modelId="{1040C69B-9B06-4EB2-A826-37E3D85D565C}" type="presParOf" srcId="{7F1EEEF8-9C97-4021-845B-4C4457B20FE3}" destId="{2FA327A6-9886-46C1-AEF1-A9BD805267F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BF7040E1-131A-4522-8C04-14438EC1DEB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678EDE-C398-4B12-B042-28EBDBE9998B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3097B144-B2D3-483F-90F4-C6F8297F954E}" type="parTrans" cxnId="{05118E0C-A7A5-4228-AE96-780B9B9F0865}">
      <dgm:prSet/>
      <dgm:spPr/>
      <dgm:t>
        <a:bodyPr/>
        <a:lstStyle/>
        <a:p>
          <a:endParaRPr lang="uk-UA"/>
        </a:p>
      </dgm:t>
    </dgm:pt>
    <dgm:pt modelId="{939C8DF9-44A7-42B4-B952-60EF37688E6A}" type="sibTrans" cxnId="{05118E0C-A7A5-4228-AE96-780B9B9F0865}">
      <dgm:prSet/>
      <dgm:spPr/>
      <dgm:t>
        <a:bodyPr/>
        <a:lstStyle/>
        <a:p>
          <a:endParaRPr lang="uk-UA"/>
        </a:p>
      </dgm:t>
    </dgm:pt>
    <dgm:pt modelId="{2A45921C-5F97-400E-A42A-6EEF25B93041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F19BC62D-44D0-42FC-9AE5-8D12DD70AE0F}" type="parTrans" cxnId="{8649AF00-9A17-427F-AE20-D343537C190E}">
      <dgm:prSet/>
      <dgm:spPr/>
      <dgm:t>
        <a:bodyPr/>
        <a:lstStyle/>
        <a:p>
          <a:endParaRPr lang="uk-UA"/>
        </a:p>
      </dgm:t>
    </dgm:pt>
    <dgm:pt modelId="{A68F2C93-2442-4A90-8DE2-FC0C17E477D0}" type="sibTrans" cxnId="{8649AF00-9A17-427F-AE20-D343537C190E}">
      <dgm:prSet/>
      <dgm:spPr/>
      <dgm:t>
        <a:bodyPr/>
        <a:lstStyle/>
        <a:p>
          <a:endParaRPr lang="uk-UA"/>
        </a:p>
      </dgm:t>
    </dgm:pt>
    <dgm:pt modelId="{AC465631-FB01-43D8-8519-26F375CFEA59}">
      <dgm:prSet/>
      <dgm:spPr/>
      <dgm:t>
        <a:bodyPr/>
        <a:lstStyle/>
        <a:p>
          <a:r>
            <a:rPr lang="ru-RU" b="0" i="0" dirty="0"/>
            <a:t>1653 р.</a:t>
          </a:r>
          <a:endParaRPr lang="uk-UA" dirty="0"/>
        </a:p>
      </dgm:t>
    </dgm:pt>
    <dgm:pt modelId="{EB7F8D1F-5087-46F9-A618-31BC94F41094}" type="parTrans" cxnId="{9C696B12-F5AE-4F02-9240-FEF45CA21B38}">
      <dgm:prSet/>
      <dgm:spPr/>
      <dgm:t>
        <a:bodyPr/>
        <a:lstStyle/>
        <a:p>
          <a:endParaRPr lang="uk-UA"/>
        </a:p>
      </dgm:t>
    </dgm:pt>
    <dgm:pt modelId="{86926F9B-EE7F-43D4-A173-77758481FE0D}" type="sibTrans" cxnId="{9C696B12-F5AE-4F02-9240-FEF45CA21B38}">
      <dgm:prSet/>
      <dgm:spPr/>
      <dgm:t>
        <a:bodyPr/>
        <a:lstStyle/>
        <a:p>
          <a:endParaRPr lang="uk-UA"/>
        </a:p>
      </dgm:t>
    </dgm:pt>
    <dgm:pt modelId="{11716780-C811-425E-AE37-804B045BA5DE}">
      <dgm:prSet/>
      <dgm:spPr/>
      <dgm:t>
        <a:bodyPr/>
        <a:lstStyle/>
        <a:p>
          <a:r>
            <a:rPr lang="ru-RU" b="0" i="0"/>
            <a:t>1656 р.</a:t>
          </a:r>
          <a:endParaRPr lang="uk-UA"/>
        </a:p>
      </dgm:t>
    </dgm:pt>
    <dgm:pt modelId="{6BABC540-BDF5-4907-BD83-5C4A83CF12B4}" type="parTrans" cxnId="{9DF0732C-F6E9-4099-8286-25CE4D27F1DE}">
      <dgm:prSet/>
      <dgm:spPr/>
      <dgm:t>
        <a:bodyPr/>
        <a:lstStyle/>
        <a:p>
          <a:endParaRPr lang="uk-UA"/>
        </a:p>
      </dgm:t>
    </dgm:pt>
    <dgm:pt modelId="{583B79B4-E46A-4D25-8BFA-7926E24E5C09}" type="sibTrans" cxnId="{9DF0732C-F6E9-4099-8286-25CE4D27F1DE}">
      <dgm:prSet/>
      <dgm:spPr/>
      <dgm:t>
        <a:bodyPr/>
        <a:lstStyle/>
        <a:p>
          <a:endParaRPr lang="uk-UA"/>
        </a:p>
      </dgm:t>
    </dgm:pt>
    <dgm:pt modelId="{98E227D0-ED7C-49CA-82C6-811384A589A9}">
      <dgm:prSet/>
      <dgm:spPr/>
      <dgm:t>
        <a:bodyPr/>
        <a:lstStyle/>
        <a:p>
          <a:r>
            <a:rPr lang="ru-RU" b="0" i="0" dirty="0"/>
            <a:t>1657 р.</a:t>
          </a:r>
          <a:endParaRPr lang="uk-UA" dirty="0"/>
        </a:p>
      </dgm:t>
    </dgm:pt>
    <dgm:pt modelId="{9790E859-AB26-43B6-AEEF-FC8BA1B2522A}" type="parTrans" cxnId="{BDAFD949-3AA5-40A6-B58D-078EE68A9A1F}">
      <dgm:prSet/>
      <dgm:spPr/>
      <dgm:t>
        <a:bodyPr/>
        <a:lstStyle/>
        <a:p>
          <a:endParaRPr lang="uk-UA"/>
        </a:p>
      </dgm:t>
    </dgm:pt>
    <dgm:pt modelId="{C29696FF-E848-47F3-9A4D-19F5B4F5AE33}" type="sibTrans" cxnId="{BDAFD949-3AA5-40A6-B58D-078EE68A9A1F}">
      <dgm:prSet/>
      <dgm:spPr/>
      <dgm:t>
        <a:bodyPr/>
        <a:lstStyle/>
        <a:p>
          <a:endParaRPr lang="uk-UA"/>
        </a:p>
      </dgm:t>
    </dgm:pt>
    <dgm:pt modelId="{7867897D-8EE6-446C-8A5B-8BBE9E54767C}" type="pres">
      <dgm:prSet presAssocID="{BF7040E1-131A-4522-8C04-14438EC1DEBE}" presName="Name0" presStyleCnt="0">
        <dgm:presLayoutVars>
          <dgm:chMax val="7"/>
          <dgm:chPref val="7"/>
          <dgm:dir/>
        </dgm:presLayoutVars>
      </dgm:prSet>
      <dgm:spPr/>
    </dgm:pt>
    <dgm:pt modelId="{62D49885-CFC7-4181-A73E-345C4C72CB95}" type="pres">
      <dgm:prSet presAssocID="{BF7040E1-131A-4522-8C04-14438EC1DEBE}" presName="Name1" presStyleCnt="0"/>
      <dgm:spPr/>
    </dgm:pt>
    <dgm:pt modelId="{935AA6BC-F96E-427A-A967-8313F715E52F}" type="pres">
      <dgm:prSet presAssocID="{BF7040E1-131A-4522-8C04-14438EC1DEBE}" presName="cycle" presStyleCnt="0"/>
      <dgm:spPr/>
    </dgm:pt>
    <dgm:pt modelId="{98E584B2-EBDD-4EB5-AB91-6AA4CF4FDF96}" type="pres">
      <dgm:prSet presAssocID="{BF7040E1-131A-4522-8C04-14438EC1DEBE}" presName="srcNode" presStyleLbl="node1" presStyleIdx="0" presStyleCnt="5"/>
      <dgm:spPr/>
    </dgm:pt>
    <dgm:pt modelId="{25E0911C-919A-4AC7-BD5E-4A14EB0A6AF3}" type="pres">
      <dgm:prSet presAssocID="{BF7040E1-131A-4522-8C04-14438EC1DEBE}" presName="conn" presStyleLbl="parChTrans1D2" presStyleIdx="0" presStyleCnt="1"/>
      <dgm:spPr/>
    </dgm:pt>
    <dgm:pt modelId="{06D197D5-C72A-4ABE-83FF-452615EAC4D6}" type="pres">
      <dgm:prSet presAssocID="{BF7040E1-131A-4522-8C04-14438EC1DEBE}" presName="extraNode" presStyleLbl="node1" presStyleIdx="0" presStyleCnt="5"/>
      <dgm:spPr/>
    </dgm:pt>
    <dgm:pt modelId="{6577A826-D061-471F-802C-B8F61A56D3DA}" type="pres">
      <dgm:prSet presAssocID="{BF7040E1-131A-4522-8C04-14438EC1DEBE}" presName="dstNode" presStyleLbl="node1" presStyleIdx="0" presStyleCnt="5"/>
      <dgm:spPr/>
    </dgm:pt>
    <dgm:pt modelId="{0243C4A4-0425-4D0E-A901-999DF45A0BBD}" type="pres">
      <dgm:prSet presAssocID="{F2678EDE-C398-4B12-B042-28EBDBE9998B}" presName="text_1" presStyleLbl="node1" presStyleIdx="0" presStyleCnt="5">
        <dgm:presLayoutVars>
          <dgm:bulletEnabled val="1"/>
        </dgm:presLayoutVars>
      </dgm:prSet>
      <dgm:spPr/>
    </dgm:pt>
    <dgm:pt modelId="{E3D081C6-15A3-44F0-979F-E69F746FAEC6}" type="pres">
      <dgm:prSet presAssocID="{F2678EDE-C398-4B12-B042-28EBDBE9998B}" presName="accent_1" presStyleCnt="0"/>
      <dgm:spPr/>
    </dgm:pt>
    <dgm:pt modelId="{A649461A-F0A5-44F4-B78A-9AF97C7BBEA3}" type="pres">
      <dgm:prSet presAssocID="{F2678EDE-C398-4B12-B042-28EBDBE9998B}" presName="accentRepeatNode" presStyleLbl="solidFgAcc1" presStyleIdx="0" presStyleCnt="5"/>
      <dgm:spPr/>
    </dgm:pt>
    <dgm:pt modelId="{B1BAAFF0-80C5-407D-9089-CDB91D1C4BF6}" type="pres">
      <dgm:prSet presAssocID="{2A45921C-5F97-400E-A42A-6EEF25B93041}" presName="text_2" presStyleLbl="node1" presStyleIdx="1" presStyleCnt="5">
        <dgm:presLayoutVars>
          <dgm:bulletEnabled val="1"/>
        </dgm:presLayoutVars>
      </dgm:prSet>
      <dgm:spPr/>
    </dgm:pt>
    <dgm:pt modelId="{C503E4F7-E882-4708-B411-414B79DE491F}" type="pres">
      <dgm:prSet presAssocID="{2A45921C-5F97-400E-A42A-6EEF25B93041}" presName="accent_2" presStyleCnt="0"/>
      <dgm:spPr/>
    </dgm:pt>
    <dgm:pt modelId="{A7566319-4610-4AAF-B3CA-D4DE4EA4532C}" type="pres">
      <dgm:prSet presAssocID="{2A45921C-5F97-400E-A42A-6EEF25B93041}" presName="accentRepeatNode" presStyleLbl="solidFgAcc1" presStyleIdx="1" presStyleCnt="5"/>
      <dgm:spPr/>
    </dgm:pt>
    <dgm:pt modelId="{C337EBDB-37F2-434C-A02B-B9B45BACFF0C}" type="pres">
      <dgm:prSet presAssocID="{AC465631-FB01-43D8-8519-26F375CFEA59}" presName="text_3" presStyleLbl="node1" presStyleIdx="2" presStyleCnt="5">
        <dgm:presLayoutVars>
          <dgm:bulletEnabled val="1"/>
        </dgm:presLayoutVars>
      </dgm:prSet>
      <dgm:spPr/>
    </dgm:pt>
    <dgm:pt modelId="{EBAB6D03-6B9F-426D-9BA5-F00F949B3CDA}" type="pres">
      <dgm:prSet presAssocID="{AC465631-FB01-43D8-8519-26F375CFEA59}" presName="accent_3" presStyleCnt="0"/>
      <dgm:spPr/>
    </dgm:pt>
    <dgm:pt modelId="{E1948FB1-82EB-4EE8-8E50-85B9665D6174}" type="pres">
      <dgm:prSet presAssocID="{AC465631-FB01-43D8-8519-26F375CFEA59}" presName="accentRepeatNode" presStyleLbl="solidFgAcc1" presStyleIdx="2" presStyleCnt="5"/>
      <dgm:spPr/>
    </dgm:pt>
    <dgm:pt modelId="{014EFF1A-C295-403B-9B30-D1024A13FFD9}" type="pres">
      <dgm:prSet presAssocID="{11716780-C811-425E-AE37-804B045BA5DE}" presName="text_4" presStyleLbl="node1" presStyleIdx="3" presStyleCnt="5">
        <dgm:presLayoutVars>
          <dgm:bulletEnabled val="1"/>
        </dgm:presLayoutVars>
      </dgm:prSet>
      <dgm:spPr/>
    </dgm:pt>
    <dgm:pt modelId="{589AE3EE-462E-47ED-A6BB-EECCA8C25D43}" type="pres">
      <dgm:prSet presAssocID="{11716780-C811-425E-AE37-804B045BA5DE}" presName="accent_4" presStyleCnt="0"/>
      <dgm:spPr/>
    </dgm:pt>
    <dgm:pt modelId="{146C2514-E823-4F25-981D-709C51D5056E}" type="pres">
      <dgm:prSet presAssocID="{11716780-C811-425E-AE37-804B045BA5DE}" presName="accentRepeatNode" presStyleLbl="solidFgAcc1" presStyleIdx="3" presStyleCnt="5"/>
      <dgm:spPr/>
    </dgm:pt>
    <dgm:pt modelId="{3820460C-941B-4721-B46A-06035BE0B715}" type="pres">
      <dgm:prSet presAssocID="{98E227D0-ED7C-49CA-82C6-811384A589A9}" presName="text_5" presStyleLbl="node1" presStyleIdx="4" presStyleCnt="5">
        <dgm:presLayoutVars>
          <dgm:bulletEnabled val="1"/>
        </dgm:presLayoutVars>
      </dgm:prSet>
      <dgm:spPr/>
    </dgm:pt>
    <dgm:pt modelId="{CA31C880-EA75-4F46-8615-DAD1B8BA92F0}" type="pres">
      <dgm:prSet presAssocID="{98E227D0-ED7C-49CA-82C6-811384A589A9}" presName="accent_5" presStyleCnt="0"/>
      <dgm:spPr/>
    </dgm:pt>
    <dgm:pt modelId="{88FDA174-61CD-4B49-8E89-0BB616C5F428}" type="pres">
      <dgm:prSet presAssocID="{98E227D0-ED7C-49CA-82C6-811384A589A9}" presName="accentRepeatNode" presStyleLbl="solidFgAcc1" presStyleIdx="4" presStyleCnt="5"/>
      <dgm:spPr/>
    </dgm:pt>
  </dgm:ptLst>
  <dgm:cxnLst>
    <dgm:cxn modelId="{8649AF00-9A17-427F-AE20-D343537C190E}" srcId="{BF7040E1-131A-4522-8C04-14438EC1DEBE}" destId="{2A45921C-5F97-400E-A42A-6EEF25B93041}" srcOrd="1" destOrd="0" parTransId="{F19BC62D-44D0-42FC-9AE5-8D12DD70AE0F}" sibTransId="{A68F2C93-2442-4A90-8DE2-FC0C17E477D0}"/>
    <dgm:cxn modelId="{87887402-1519-4571-BCAF-837BE3CC62BB}" type="presOf" srcId="{BF7040E1-131A-4522-8C04-14438EC1DEBE}" destId="{7867897D-8EE6-446C-8A5B-8BBE9E54767C}" srcOrd="0" destOrd="0" presId="urn:microsoft.com/office/officeart/2008/layout/VerticalCurvedList"/>
    <dgm:cxn modelId="{05118E0C-A7A5-4228-AE96-780B9B9F0865}" srcId="{BF7040E1-131A-4522-8C04-14438EC1DEBE}" destId="{F2678EDE-C398-4B12-B042-28EBDBE9998B}" srcOrd="0" destOrd="0" parTransId="{3097B144-B2D3-483F-90F4-C6F8297F954E}" sibTransId="{939C8DF9-44A7-42B4-B952-60EF37688E6A}"/>
    <dgm:cxn modelId="{DD72170F-48A6-4379-8CC8-1B181DA54B2A}" type="presOf" srcId="{AC465631-FB01-43D8-8519-26F375CFEA59}" destId="{C337EBDB-37F2-434C-A02B-B9B45BACFF0C}" srcOrd="0" destOrd="0" presId="urn:microsoft.com/office/officeart/2008/layout/VerticalCurvedList"/>
    <dgm:cxn modelId="{9C696B12-F5AE-4F02-9240-FEF45CA21B38}" srcId="{BF7040E1-131A-4522-8C04-14438EC1DEBE}" destId="{AC465631-FB01-43D8-8519-26F375CFEA59}" srcOrd="2" destOrd="0" parTransId="{EB7F8D1F-5087-46F9-A618-31BC94F41094}" sibTransId="{86926F9B-EE7F-43D4-A173-77758481FE0D}"/>
    <dgm:cxn modelId="{22CD5316-E012-4204-BA8F-3DBD3F31447A}" type="presOf" srcId="{2A45921C-5F97-400E-A42A-6EEF25B93041}" destId="{B1BAAFF0-80C5-407D-9089-CDB91D1C4BF6}" srcOrd="0" destOrd="0" presId="urn:microsoft.com/office/officeart/2008/layout/VerticalCurvedList"/>
    <dgm:cxn modelId="{9DF0732C-F6E9-4099-8286-25CE4D27F1DE}" srcId="{BF7040E1-131A-4522-8C04-14438EC1DEBE}" destId="{11716780-C811-425E-AE37-804B045BA5DE}" srcOrd="3" destOrd="0" parTransId="{6BABC540-BDF5-4907-BD83-5C4A83CF12B4}" sibTransId="{583B79B4-E46A-4D25-8BFA-7926E24E5C09}"/>
    <dgm:cxn modelId="{373A782C-6477-4C71-9980-D7805AEA855D}" type="presOf" srcId="{F2678EDE-C398-4B12-B042-28EBDBE9998B}" destId="{0243C4A4-0425-4D0E-A901-999DF45A0BBD}" srcOrd="0" destOrd="0" presId="urn:microsoft.com/office/officeart/2008/layout/VerticalCurvedList"/>
    <dgm:cxn modelId="{A9380D44-1A77-4190-B152-88ECF7900F15}" type="presOf" srcId="{98E227D0-ED7C-49CA-82C6-811384A589A9}" destId="{3820460C-941B-4721-B46A-06035BE0B715}" srcOrd="0" destOrd="0" presId="urn:microsoft.com/office/officeart/2008/layout/VerticalCurvedList"/>
    <dgm:cxn modelId="{BDAFD949-3AA5-40A6-B58D-078EE68A9A1F}" srcId="{BF7040E1-131A-4522-8C04-14438EC1DEBE}" destId="{98E227D0-ED7C-49CA-82C6-811384A589A9}" srcOrd="4" destOrd="0" parTransId="{9790E859-AB26-43B6-AEEF-FC8BA1B2522A}" sibTransId="{C29696FF-E848-47F3-9A4D-19F5B4F5AE33}"/>
    <dgm:cxn modelId="{8D017795-730B-4672-A889-DB90264BEF4E}" type="presOf" srcId="{939C8DF9-44A7-42B4-B952-60EF37688E6A}" destId="{25E0911C-919A-4AC7-BD5E-4A14EB0A6AF3}" srcOrd="0" destOrd="0" presId="urn:microsoft.com/office/officeart/2008/layout/VerticalCurvedList"/>
    <dgm:cxn modelId="{5C37B9DA-0E24-4075-82B6-4649628A0114}" type="presOf" srcId="{11716780-C811-425E-AE37-804B045BA5DE}" destId="{014EFF1A-C295-403B-9B30-D1024A13FFD9}" srcOrd="0" destOrd="0" presId="urn:microsoft.com/office/officeart/2008/layout/VerticalCurvedList"/>
    <dgm:cxn modelId="{5291F580-B8CA-43DA-9A9C-31505B8B4E6E}" type="presParOf" srcId="{7867897D-8EE6-446C-8A5B-8BBE9E54767C}" destId="{62D49885-CFC7-4181-A73E-345C4C72CB95}" srcOrd="0" destOrd="0" presId="urn:microsoft.com/office/officeart/2008/layout/VerticalCurvedList"/>
    <dgm:cxn modelId="{81220FB0-C7FB-4968-BBC6-37FB919886AA}" type="presParOf" srcId="{62D49885-CFC7-4181-A73E-345C4C72CB95}" destId="{935AA6BC-F96E-427A-A967-8313F715E52F}" srcOrd="0" destOrd="0" presId="urn:microsoft.com/office/officeart/2008/layout/VerticalCurvedList"/>
    <dgm:cxn modelId="{15DFB48D-7689-45EB-854C-066CE9A508EE}" type="presParOf" srcId="{935AA6BC-F96E-427A-A967-8313F715E52F}" destId="{98E584B2-EBDD-4EB5-AB91-6AA4CF4FDF96}" srcOrd="0" destOrd="0" presId="urn:microsoft.com/office/officeart/2008/layout/VerticalCurvedList"/>
    <dgm:cxn modelId="{CF8B5451-1D0C-484C-B0E1-89CCA8A250B7}" type="presParOf" srcId="{935AA6BC-F96E-427A-A967-8313F715E52F}" destId="{25E0911C-919A-4AC7-BD5E-4A14EB0A6AF3}" srcOrd="1" destOrd="0" presId="urn:microsoft.com/office/officeart/2008/layout/VerticalCurvedList"/>
    <dgm:cxn modelId="{6B74AB6E-BE6B-411D-802F-035B2C06E0E2}" type="presParOf" srcId="{935AA6BC-F96E-427A-A967-8313F715E52F}" destId="{06D197D5-C72A-4ABE-83FF-452615EAC4D6}" srcOrd="2" destOrd="0" presId="urn:microsoft.com/office/officeart/2008/layout/VerticalCurvedList"/>
    <dgm:cxn modelId="{C981E37A-140B-4464-91FC-7DA96E779604}" type="presParOf" srcId="{935AA6BC-F96E-427A-A967-8313F715E52F}" destId="{6577A826-D061-471F-802C-B8F61A56D3DA}" srcOrd="3" destOrd="0" presId="urn:microsoft.com/office/officeart/2008/layout/VerticalCurvedList"/>
    <dgm:cxn modelId="{6B396951-2E9C-4BEB-B240-DECC4B542202}" type="presParOf" srcId="{62D49885-CFC7-4181-A73E-345C4C72CB95}" destId="{0243C4A4-0425-4D0E-A901-999DF45A0BBD}" srcOrd="1" destOrd="0" presId="urn:microsoft.com/office/officeart/2008/layout/VerticalCurvedList"/>
    <dgm:cxn modelId="{D8E0080F-59E7-4FC9-B233-C5EE886D6973}" type="presParOf" srcId="{62D49885-CFC7-4181-A73E-345C4C72CB95}" destId="{E3D081C6-15A3-44F0-979F-E69F746FAEC6}" srcOrd="2" destOrd="0" presId="urn:microsoft.com/office/officeart/2008/layout/VerticalCurvedList"/>
    <dgm:cxn modelId="{60014F52-DDB5-43F2-824D-5B047E4E3F71}" type="presParOf" srcId="{E3D081C6-15A3-44F0-979F-E69F746FAEC6}" destId="{A649461A-F0A5-44F4-B78A-9AF97C7BBEA3}" srcOrd="0" destOrd="0" presId="urn:microsoft.com/office/officeart/2008/layout/VerticalCurvedList"/>
    <dgm:cxn modelId="{D9CF98C6-E599-475B-99DA-570323DC9857}" type="presParOf" srcId="{62D49885-CFC7-4181-A73E-345C4C72CB95}" destId="{B1BAAFF0-80C5-407D-9089-CDB91D1C4BF6}" srcOrd="3" destOrd="0" presId="urn:microsoft.com/office/officeart/2008/layout/VerticalCurvedList"/>
    <dgm:cxn modelId="{B82092B1-BFEC-4BA3-8945-A798A01D9318}" type="presParOf" srcId="{62D49885-CFC7-4181-A73E-345C4C72CB95}" destId="{C503E4F7-E882-4708-B411-414B79DE491F}" srcOrd="4" destOrd="0" presId="urn:microsoft.com/office/officeart/2008/layout/VerticalCurvedList"/>
    <dgm:cxn modelId="{52EDF8BD-E8ED-414F-B3FB-8681A01E4D0E}" type="presParOf" srcId="{C503E4F7-E882-4708-B411-414B79DE491F}" destId="{A7566319-4610-4AAF-B3CA-D4DE4EA4532C}" srcOrd="0" destOrd="0" presId="urn:microsoft.com/office/officeart/2008/layout/VerticalCurvedList"/>
    <dgm:cxn modelId="{040E414D-01E2-470B-BD5E-D94AF847134B}" type="presParOf" srcId="{62D49885-CFC7-4181-A73E-345C4C72CB95}" destId="{C337EBDB-37F2-434C-A02B-B9B45BACFF0C}" srcOrd="5" destOrd="0" presId="urn:microsoft.com/office/officeart/2008/layout/VerticalCurvedList"/>
    <dgm:cxn modelId="{01B40B1B-6FB6-4B47-975C-2F78705A216E}" type="presParOf" srcId="{62D49885-CFC7-4181-A73E-345C4C72CB95}" destId="{EBAB6D03-6B9F-426D-9BA5-F00F949B3CDA}" srcOrd="6" destOrd="0" presId="urn:microsoft.com/office/officeart/2008/layout/VerticalCurvedList"/>
    <dgm:cxn modelId="{81B89A22-7C30-4014-ABC7-FB6D5FAFF317}" type="presParOf" srcId="{EBAB6D03-6B9F-426D-9BA5-F00F949B3CDA}" destId="{E1948FB1-82EB-4EE8-8E50-85B9665D6174}" srcOrd="0" destOrd="0" presId="urn:microsoft.com/office/officeart/2008/layout/VerticalCurvedList"/>
    <dgm:cxn modelId="{A5E6DDA8-3B79-446C-AD3F-E3B45523FA6F}" type="presParOf" srcId="{62D49885-CFC7-4181-A73E-345C4C72CB95}" destId="{014EFF1A-C295-403B-9B30-D1024A13FFD9}" srcOrd="7" destOrd="0" presId="urn:microsoft.com/office/officeart/2008/layout/VerticalCurvedList"/>
    <dgm:cxn modelId="{1C5CB0A3-3599-451A-B66A-C8487CB02AF1}" type="presParOf" srcId="{62D49885-CFC7-4181-A73E-345C4C72CB95}" destId="{589AE3EE-462E-47ED-A6BB-EECCA8C25D43}" srcOrd="8" destOrd="0" presId="urn:microsoft.com/office/officeart/2008/layout/VerticalCurvedList"/>
    <dgm:cxn modelId="{C16D0F7A-B71E-421F-A206-8E455BD927BF}" type="presParOf" srcId="{589AE3EE-462E-47ED-A6BB-EECCA8C25D43}" destId="{146C2514-E823-4F25-981D-709C51D5056E}" srcOrd="0" destOrd="0" presId="urn:microsoft.com/office/officeart/2008/layout/VerticalCurvedList"/>
    <dgm:cxn modelId="{E77AEEC5-CF71-417A-B510-150D319AD42A}" type="presParOf" srcId="{62D49885-CFC7-4181-A73E-345C4C72CB95}" destId="{3820460C-941B-4721-B46A-06035BE0B715}" srcOrd="9" destOrd="0" presId="urn:microsoft.com/office/officeart/2008/layout/VerticalCurvedList"/>
    <dgm:cxn modelId="{48D75398-6E06-44F6-9A8E-DF79B6656E19}" type="presParOf" srcId="{62D49885-CFC7-4181-A73E-345C4C72CB95}" destId="{CA31C880-EA75-4F46-8615-DAD1B8BA92F0}" srcOrd="10" destOrd="0" presId="urn:microsoft.com/office/officeart/2008/layout/VerticalCurvedList"/>
    <dgm:cxn modelId="{81A952E8-48E6-4C78-AF92-F06BC812FE53}" type="presParOf" srcId="{CA31C880-EA75-4F46-8615-DAD1B8BA92F0}" destId="{88FDA174-61CD-4B49-8E89-0BB616C5F42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B1D4DBFC-68E3-4A72-A013-0CB5C26DB5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FA9C67-3C0A-4702-A746-C08129B5B5E1}">
      <dgm:prSet/>
      <dgm:spPr/>
      <dgm:t>
        <a:bodyPr/>
        <a:lstStyle/>
        <a:p>
          <a:r>
            <a:rPr lang="ru-RU" i="1" dirty="0"/>
            <a:t>«</a:t>
          </a:r>
          <a:r>
            <a:rPr lang="ru-RU" i="1" dirty="0" err="1"/>
            <a:t>Вимагаємо</a:t>
          </a:r>
          <a:r>
            <a:rPr lang="ru-RU" i="1" dirty="0"/>
            <a:t>, як уже </a:t>
          </a:r>
          <a:r>
            <a:rPr lang="ru-RU" i="1" dirty="0" err="1"/>
            <a:t>вище</a:t>
          </a:r>
          <a:r>
            <a:rPr lang="ru-RU" i="1" dirty="0"/>
            <a:t> </a:t>
          </a:r>
          <a:r>
            <a:rPr lang="ru-RU" i="1" dirty="0" err="1"/>
            <a:t>було</a:t>
          </a:r>
          <a:r>
            <a:rPr lang="ru-RU" i="1" dirty="0"/>
            <a:t> </a:t>
          </a:r>
          <a:r>
            <a:rPr lang="ru-RU" i="1" dirty="0" err="1"/>
            <a:t>згадано</a:t>
          </a:r>
          <a:r>
            <a:rPr lang="ru-RU" i="1" dirty="0"/>
            <a:t>, </a:t>
          </a:r>
          <a:r>
            <a:rPr lang="ru-RU" i="1" dirty="0" err="1"/>
            <a:t>щоби</a:t>
          </a:r>
          <a:r>
            <a:rPr lang="ru-RU" i="1" dirty="0"/>
            <a:t> духовенства </a:t>
          </a:r>
          <a:r>
            <a:rPr lang="ru-RU" i="1" dirty="0" err="1"/>
            <a:t>римської</a:t>
          </a:r>
          <a:r>
            <a:rPr lang="ru-RU" i="1" dirty="0"/>
            <a:t> </a:t>
          </a:r>
          <a:r>
            <a:rPr lang="ru-RU" i="1" dirty="0" err="1"/>
            <a:t>віри</a:t>
          </a:r>
          <a:r>
            <a:rPr lang="ru-RU" i="1" dirty="0"/>
            <a:t> не </a:t>
          </a:r>
          <a:r>
            <a:rPr lang="ru-RU" i="1" dirty="0" err="1"/>
            <a:t>було</a:t>
          </a:r>
          <a:r>
            <a:rPr lang="ru-RU" i="1" dirty="0"/>
            <a:t> в </a:t>
          </a:r>
          <a:r>
            <a:rPr lang="ru-RU" i="1" dirty="0" err="1"/>
            <a:t>Києві</a:t>
          </a:r>
          <a:r>
            <a:rPr lang="ru-RU" i="1" dirty="0"/>
            <a:t>... </a:t>
          </a:r>
          <a:r>
            <a:rPr lang="ru-RU" i="1" dirty="0" err="1"/>
            <a:t>Коронні</a:t>
          </a:r>
          <a:r>
            <a:rPr lang="ru-RU" i="1" dirty="0"/>
            <a:t> </a:t>
          </a:r>
          <a:r>
            <a:rPr lang="ru-RU" i="1" dirty="0" err="1"/>
            <a:t>війська</a:t>
          </a:r>
          <a:r>
            <a:rPr lang="ru-RU" i="1" dirty="0"/>
            <a:t> до </a:t>
          </a:r>
          <a:r>
            <a:rPr lang="ru-RU" i="1" dirty="0" err="1"/>
            <a:t>повного</a:t>
          </a:r>
          <a:r>
            <a:rPr lang="ru-RU" i="1" dirty="0"/>
            <a:t> </a:t>
          </a:r>
          <a:r>
            <a:rPr lang="ru-RU" i="1" dirty="0" err="1"/>
            <a:t>заспокоєння</a:t>
          </a:r>
          <a:r>
            <a:rPr lang="ru-RU" i="1" dirty="0"/>
            <a:t> не </a:t>
          </a:r>
          <a:r>
            <a:rPr lang="ru-RU" i="1" dirty="0" err="1"/>
            <a:t>мають</a:t>
          </a:r>
          <a:r>
            <a:rPr lang="ru-RU" i="1" dirty="0"/>
            <a:t> </a:t>
          </a:r>
          <a:r>
            <a:rPr lang="ru-RU" i="1" dirty="0" err="1"/>
            <a:t>іти</a:t>
          </a:r>
          <a:r>
            <a:rPr lang="ru-RU" i="1" dirty="0"/>
            <a:t> в </a:t>
          </a:r>
          <a:r>
            <a:rPr lang="ru-RU" i="1" dirty="0" err="1"/>
            <a:t>ці</a:t>
          </a:r>
          <a:r>
            <a:rPr lang="ru-RU" i="1" dirty="0"/>
            <a:t> </a:t>
          </a:r>
          <a:r>
            <a:rPr lang="ru-RU" i="1" dirty="0" err="1"/>
            <a:t>краї</a:t>
          </a:r>
          <a:r>
            <a:rPr lang="ru-RU" i="1" dirty="0"/>
            <a:t> на </a:t>
          </a:r>
          <a:r>
            <a:rPr lang="ru-RU" i="1" dirty="0" err="1"/>
            <a:t>постій</a:t>
          </a:r>
          <a:r>
            <a:rPr lang="ru-RU" i="1" dirty="0"/>
            <a:t>, </a:t>
          </a:r>
          <a:r>
            <a:rPr lang="ru-RU" i="1" dirty="0" err="1"/>
            <a:t>щоби</a:t>
          </a:r>
          <a:r>
            <a:rPr lang="ru-RU" i="1" dirty="0"/>
            <a:t> </a:t>
          </a:r>
          <a:r>
            <a:rPr lang="ru-RU" i="1" dirty="0" err="1"/>
            <a:t>це</a:t>
          </a:r>
          <a:r>
            <a:rPr lang="ru-RU" i="1" dirty="0"/>
            <a:t> не порушило </a:t>
          </a:r>
          <a:r>
            <a:rPr lang="ru-RU" i="1" dirty="0" err="1"/>
            <a:t>задумів</a:t>
          </a:r>
          <a:r>
            <a:rPr lang="ru-RU" i="1" dirty="0"/>
            <a:t>, </a:t>
          </a:r>
          <a:r>
            <a:rPr lang="ru-RU" i="1" dirty="0" err="1"/>
            <a:t>спрямованих</a:t>
          </a:r>
          <a:r>
            <a:rPr lang="ru-RU" i="1" dirty="0"/>
            <a:t> до </a:t>
          </a:r>
          <a:r>
            <a:rPr lang="ru-RU" i="1" dirty="0" err="1"/>
            <a:t>встановлення</a:t>
          </a:r>
          <a:r>
            <a:rPr lang="ru-RU" i="1" dirty="0"/>
            <a:t> миру…»</a:t>
          </a:r>
          <a:endParaRPr lang="uk-UA" dirty="0"/>
        </a:p>
      </dgm:t>
    </dgm:pt>
    <dgm:pt modelId="{9E215DA9-8961-4B43-945E-6F6ACB695C24}" type="parTrans" cxnId="{1A86FD7A-A21C-4C7F-993F-0ED73A946869}">
      <dgm:prSet/>
      <dgm:spPr/>
      <dgm:t>
        <a:bodyPr/>
        <a:lstStyle/>
        <a:p>
          <a:endParaRPr lang="uk-UA"/>
        </a:p>
      </dgm:t>
    </dgm:pt>
    <dgm:pt modelId="{F2AB4B56-86A7-4EC4-92A5-8147CBC20F18}" type="sibTrans" cxnId="{1A86FD7A-A21C-4C7F-993F-0ED73A946869}">
      <dgm:prSet/>
      <dgm:spPr/>
      <dgm:t>
        <a:bodyPr/>
        <a:lstStyle/>
        <a:p>
          <a:endParaRPr lang="uk-UA"/>
        </a:p>
      </dgm:t>
    </dgm:pt>
    <dgm:pt modelId="{430A5E5F-0429-40C5-A617-C35D9003D2C3}">
      <dgm:prSet/>
      <dgm:spPr/>
      <dgm:t>
        <a:bodyPr/>
        <a:lstStyle/>
        <a:p>
          <a:r>
            <a:rPr lang="ru-RU" i="1" dirty="0"/>
            <a:t>«</a:t>
          </a:r>
          <a:r>
            <a:rPr lang="ru-RU" i="1" dirty="0" err="1"/>
            <a:t>Вельможний</a:t>
          </a:r>
          <a:r>
            <a:rPr lang="ru-RU" i="1" dirty="0"/>
            <a:t> і </a:t>
          </a:r>
          <a:r>
            <a:rPr lang="ru-RU" i="1" dirty="0" err="1"/>
            <a:t>милостивий</a:t>
          </a:r>
          <a:r>
            <a:rPr lang="ru-RU" i="1" dirty="0"/>
            <a:t> </a:t>
          </a:r>
          <a:r>
            <a:rPr lang="ru-RU" i="1" dirty="0" err="1"/>
            <a:t>молдавський</a:t>
          </a:r>
          <a:r>
            <a:rPr lang="ru-RU" i="1" dirty="0"/>
            <a:t> господарю… </a:t>
          </a:r>
          <a:r>
            <a:rPr lang="ru-RU" i="1" dirty="0" err="1"/>
            <a:t>Ті</a:t>
          </a:r>
          <a:r>
            <a:rPr lang="ru-RU" i="1" dirty="0"/>
            <a:t> </a:t>
          </a:r>
          <a:r>
            <a:rPr lang="ru-RU" i="1" dirty="0" err="1"/>
            <a:t>добрі</a:t>
          </a:r>
          <a:r>
            <a:rPr lang="ru-RU" i="1" dirty="0"/>
            <a:t> </a:t>
          </a:r>
          <a:r>
            <a:rPr lang="ru-RU" i="1" dirty="0" err="1"/>
            <a:t>відносини</a:t>
          </a:r>
          <a:r>
            <a:rPr lang="ru-RU" i="1" dirty="0"/>
            <a:t>, </a:t>
          </a:r>
          <a:r>
            <a:rPr lang="ru-RU" i="1" dirty="0" err="1"/>
            <a:t>що</a:t>
          </a:r>
          <a:r>
            <a:rPr lang="ru-RU" i="1" dirty="0"/>
            <a:t> </a:t>
          </a:r>
          <a:r>
            <a:rPr lang="ru-RU" i="1" dirty="0" err="1"/>
            <a:t>між</a:t>
          </a:r>
          <a:r>
            <a:rPr lang="ru-RU" i="1" dirty="0"/>
            <a:t> нами були – і </a:t>
          </a:r>
          <a:r>
            <a:rPr lang="ru-RU" i="1" dirty="0" err="1"/>
            <a:t>тепер</a:t>
          </a:r>
          <a:r>
            <a:rPr lang="ru-RU" i="1" dirty="0"/>
            <a:t> трохи </a:t>
          </a:r>
          <a:r>
            <a:rPr lang="ru-RU" i="1" dirty="0" err="1"/>
            <a:t>зіпсувалися</a:t>
          </a:r>
          <a:r>
            <a:rPr lang="ru-RU" i="1" dirty="0"/>
            <a:t> – треба </a:t>
          </a:r>
          <a:r>
            <a:rPr lang="ru-RU" i="1" dirty="0" err="1"/>
            <a:t>ще</a:t>
          </a:r>
          <a:r>
            <a:rPr lang="ru-RU" i="1" dirty="0"/>
            <a:t> </a:t>
          </a:r>
          <a:r>
            <a:rPr lang="ru-RU" i="1" dirty="0" err="1"/>
            <a:t>більше</a:t>
          </a:r>
          <a:r>
            <a:rPr lang="ru-RU" i="1" dirty="0"/>
            <a:t> </a:t>
          </a:r>
          <a:r>
            <a:rPr lang="ru-RU" i="1" dirty="0" err="1"/>
            <a:t>зміцнити</a:t>
          </a:r>
          <a:r>
            <a:rPr lang="ru-RU" i="1" dirty="0"/>
            <a:t>… </a:t>
          </a:r>
          <a:r>
            <a:rPr lang="ru-RU" i="1" dirty="0" err="1"/>
            <a:t>Що</a:t>
          </a:r>
          <a:r>
            <a:rPr lang="ru-RU" i="1" dirty="0"/>
            <a:t> наш </a:t>
          </a:r>
          <a:r>
            <a:rPr lang="ru-RU" i="1" dirty="0" err="1"/>
            <a:t>син</a:t>
          </a:r>
          <a:r>
            <a:rPr lang="ru-RU" i="1" dirty="0"/>
            <a:t> </a:t>
          </a:r>
          <a:r>
            <a:rPr lang="ru-RU" i="1" dirty="0" err="1"/>
            <a:t>загинув</a:t>
          </a:r>
          <a:r>
            <a:rPr lang="ru-RU" i="1" dirty="0"/>
            <a:t>.., то </a:t>
          </a:r>
          <a:r>
            <a:rPr lang="ru-RU" i="1" dirty="0" err="1"/>
            <a:t>цього</a:t>
          </a:r>
          <a:r>
            <a:rPr lang="ru-RU" i="1" dirty="0"/>
            <a:t> не </a:t>
          </a:r>
          <a:r>
            <a:rPr lang="ru-RU" i="1" dirty="0" err="1"/>
            <a:t>можна</a:t>
          </a:r>
          <a:r>
            <a:rPr lang="ru-RU" i="1" dirty="0"/>
            <a:t> </a:t>
          </a:r>
          <a:r>
            <a:rPr lang="ru-RU" i="1" dirty="0" err="1"/>
            <a:t>повернути</a:t>
          </a:r>
          <a:r>
            <a:rPr lang="ru-RU" i="1" dirty="0"/>
            <a:t>, </a:t>
          </a:r>
          <a:r>
            <a:rPr lang="ru-RU" i="1" dirty="0" err="1"/>
            <a:t>бо</a:t>
          </a:r>
          <a:r>
            <a:rPr lang="ru-RU" i="1" dirty="0"/>
            <a:t> на то воля Господня…»</a:t>
          </a:r>
          <a:endParaRPr lang="uk-UA" dirty="0"/>
        </a:p>
      </dgm:t>
    </dgm:pt>
    <dgm:pt modelId="{93F0893B-12F3-4FE1-8973-646EFABE8E95}" type="parTrans" cxnId="{1D87313C-5598-405F-9D52-D604537A7798}">
      <dgm:prSet/>
      <dgm:spPr/>
      <dgm:t>
        <a:bodyPr/>
        <a:lstStyle/>
        <a:p>
          <a:endParaRPr lang="uk-UA"/>
        </a:p>
      </dgm:t>
    </dgm:pt>
    <dgm:pt modelId="{11FE9A1F-3810-4F01-BA25-4B29722A9AA4}" type="sibTrans" cxnId="{1D87313C-5598-405F-9D52-D604537A7798}">
      <dgm:prSet/>
      <dgm:spPr/>
      <dgm:t>
        <a:bodyPr/>
        <a:lstStyle/>
        <a:p>
          <a:endParaRPr lang="uk-UA"/>
        </a:p>
      </dgm:t>
    </dgm:pt>
    <dgm:pt modelId="{4B9464E6-7ABE-43FD-995A-CE68EE53C785}" type="pres">
      <dgm:prSet presAssocID="{B1D4DBFC-68E3-4A72-A013-0CB5C26DB5DE}" presName="linear" presStyleCnt="0">
        <dgm:presLayoutVars>
          <dgm:animLvl val="lvl"/>
          <dgm:resizeHandles val="exact"/>
        </dgm:presLayoutVars>
      </dgm:prSet>
      <dgm:spPr/>
    </dgm:pt>
    <dgm:pt modelId="{D271FD49-A235-48E2-9368-94EE59376E26}" type="pres">
      <dgm:prSet presAssocID="{77FA9C67-3C0A-4702-A746-C08129B5B5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587A48-B199-4E01-84B1-6BCE11D758FD}" type="pres">
      <dgm:prSet presAssocID="{F2AB4B56-86A7-4EC4-92A5-8147CBC20F18}" presName="spacer" presStyleCnt="0"/>
      <dgm:spPr/>
    </dgm:pt>
    <dgm:pt modelId="{FE787EE3-8932-400C-B54E-D8D418122075}" type="pres">
      <dgm:prSet presAssocID="{430A5E5F-0429-40C5-A617-C35D9003D2C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0E80129-0504-4F70-B551-A73D24148D6E}" type="presOf" srcId="{B1D4DBFC-68E3-4A72-A013-0CB5C26DB5DE}" destId="{4B9464E6-7ABE-43FD-995A-CE68EE53C785}" srcOrd="0" destOrd="0" presId="urn:microsoft.com/office/officeart/2005/8/layout/vList2"/>
    <dgm:cxn modelId="{1D87313C-5598-405F-9D52-D604537A7798}" srcId="{B1D4DBFC-68E3-4A72-A013-0CB5C26DB5DE}" destId="{430A5E5F-0429-40C5-A617-C35D9003D2C3}" srcOrd="1" destOrd="0" parTransId="{93F0893B-12F3-4FE1-8973-646EFABE8E95}" sibTransId="{11FE9A1F-3810-4F01-BA25-4B29722A9AA4}"/>
    <dgm:cxn modelId="{87ECCB43-A6DC-4F32-895F-45EA1B3E37D4}" type="presOf" srcId="{430A5E5F-0429-40C5-A617-C35D9003D2C3}" destId="{FE787EE3-8932-400C-B54E-D8D418122075}" srcOrd="0" destOrd="0" presId="urn:microsoft.com/office/officeart/2005/8/layout/vList2"/>
    <dgm:cxn modelId="{1A86FD7A-A21C-4C7F-993F-0ED73A946869}" srcId="{B1D4DBFC-68E3-4A72-A013-0CB5C26DB5DE}" destId="{77FA9C67-3C0A-4702-A746-C08129B5B5E1}" srcOrd="0" destOrd="0" parTransId="{9E215DA9-8961-4B43-945E-6F6ACB695C24}" sibTransId="{F2AB4B56-86A7-4EC4-92A5-8147CBC20F18}"/>
    <dgm:cxn modelId="{A7591B93-A87F-4C68-9E05-8C69F65FA19B}" type="presOf" srcId="{77FA9C67-3C0A-4702-A746-C08129B5B5E1}" destId="{D271FD49-A235-48E2-9368-94EE59376E26}" srcOrd="0" destOrd="0" presId="urn:microsoft.com/office/officeart/2005/8/layout/vList2"/>
    <dgm:cxn modelId="{48699440-33FE-4DFD-B586-EA4A2311F115}" type="presParOf" srcId="{4B9464E6-7ABE-43FD-995A-CE68EE53C785}" destId="{D271FD49-A235-48E2-9368-94EE59376E26}" srcOrd="0" destOrd="0" presId="urn:microsoft.com/office/officeart/2005/8/layout/vList2"/>
    <dgm:cxn modelId="{F9E78BA9-A3A0-440B-8B9C-CAAB5B1B661E}" type="presParOf" srcId="{4B9464E6-7ABE-43FD-995A-CE68EE53C785}" destId="{B4587A48-B199-4E01-84B1-6BCE11D758FD}" srcOrd="1" destOrd="0" presId="urn:microsoft.com/office/officeart/2005/8/layout/vList2"/>
    <dgm:cxn modelId="{C2984428-095A-44AC-87E0-04406967AF73}" type="presParOf" srcId="{4B9464E6-7ABE-43FD-995A-CE68EE53C785}" destId="{FE787EE3-8932-400C-B54E-D8D41812207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31EB443A-17A7-4885-A68C-DA1E973C49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E0EE88-653D-43E1-BE0D-667B2956E0DA}">
      <dgm:prSet/>
      <dgm:spPr/>
      <dgm:t>
        <a:bodyPr/>
        <a:lstStyle/>
        <a:p>
          <a:r>
            <a:rPr lang="uk-UA" b="0" i="0"/>
            <a:t>перехід Війська Запорозького під зверхність московського царя.</a:t>
          </a:r>
          <a:endParaRPr lang="uk-UA"/>
        </a:p>
      </dgm:t>
    </dgm:pt>
    <dgm:pt modelId="{E5E3539D-6580-49E5-AF62-2FACE08C17E4}" type="parTrans" cxnId="{F9A6A23C-468B-4735-BC2C-DE4A59B85417}">
      <dgm:prSet/>
      <dgm:spPr/>
      <dgm:t>
        <a:bodyPr/>
        <a:lstStyle/>
        <a:p>
          <a:endParaRPr lang="uk-UA"/>
        </a:p>
      </dgm:t>
    </dgm:pt>
    <dgm:pt modelId="{A9DD02FE-1D01-4A6B-A30F-3E272970F264}" type="sibTrans" cxnId="{F9A6A23C-468B-4735-BC2C-DE4A59B85417}">
      <dgm:prSet/>
      <dgm:spPr/>
      <dgm:t>
        <a:bodyPr/>
        <a:lstStyle/>
        <a:p>
          <a:endParaRPr lang="uk-UA"/>
        </a:p>
      </dgm:t>
    </dgm:pt>
    <dgm:pt modelId="{DDB59446-F9C5-46B0-B5B7-68282388B0C4}">
      <dgm:prSet/>
      <dgm:spPr/>
      <dgm:t>
        <a:bodyPr/>
        <a:lstStyle/>
        <a:p>
          <a:r>
            <a:rPr lang="uk-UA" b="0" i="0" dirty="0"/>
            <a:t>погодження з умовами </a:t>
          </a:r>
          <a:r>
            <a:rPr lang="uk-UA" b="0" i="0" dirty="0" err="1"/>
            <a:t>московсько</a:t>
          </a:r>
          <a:r>
            <a:rPr lang="uk-UA" b="0" i="0" dirty="0"/>
            <a:t>-польського Віленського перемир'я.</a:t>
          </a:r>
          <a:endParaRPr lang="uk-UA" dirty="0"/>
        </a:p>
      </dgm:t>
    </dgm:pt>
    <dgm:pt modelId="{D639F2C3-A49C-4BEA-AABA-3DFAEEEF4FC1}" type="parTrans" cxnId="{E2AC4C13-4EC8-4056-94E4-2E9243124D9C}">
      <dgm:prSet/>
      <dgm:spPr/>
      <dgm:t>
        <a:bodyPr/>
        <a:lstStyle/>
        <a:p>
          <a:endParaRPr lang="uk-UA"/>
        </a:p>
      </dgm:t>
    </dgm:pt>
    <dgm:pt modelId="{BADEEFE3-2B06-487A-8E20-DB44CB7928C1}" type="sibTrans" cxnId="{E2AC4C13-4EC8-4056-94E4-2E9243124D9C}">
      <dgm:prSet/>
      <dgm:spPr/>
      <dgm:t>
        <a:bodyPr/>
        <a:lstStyle/>
        <a:p>
          <a:endParaRPr lang="uk-UA"/>
        </a:p>
      </dgm:t>
    </dgm:pt>
    <dgm:pt modelId="{2596B76C-EAFB-469C-864E-6659597A63F9}">
      <dgm:prSet/>
      <dgm:spPr/>
      <dgm:t>
        <a:bodyPr/>
        <a:lstStyle/>
        <a:p>
          <a:r>
            <a:rPr lang="uk-UA" b="0" i="0" dirty="0"/>
            <a:t>утворення українсько-швецької антипольської коаліції.</a:t>
          </a:r>
          <a:endParaRPr lang="uk-UA" dirty="0"/>
        </a:p>
      </dgm:t>
    </dgm:pt>
    <dgm:pt modelId="{84566EEE-863A-4E71-8A5A-A0E022D9EA5B}" type="parTrans" cxnId="{E17B8FF7-FAAC-42EE-A078-208B059FB980}">
      <dgm:prSet/>
      <dgm:spPr/>
      <dgm:t>
        <a:bodyPr/>
        <a:lstStyle/>
        <a:p>
          <a:endParaRPr lang="uk-UA"/>
        </a:p>
      </dgm:t>
    </dgm:pt>
    <dgm:pt modelId="{1537000C-A099-47E5-9A00-95D9AC094F3B}" type="sibTrans" cxnId="{E17B8FF7-FAAC-42EE-A078-208B059FB980}">
      <dgm:prSet/>
      <dgm:spPr/>
      <dgm:t>
        <a:bodyPr/>
        <a:lstStyle/>
        <a:p>
          <a:endParaRPr lang="uk-UA"/>
        </a:p>
      </dgm:t>
    </dgm:pt>
    <dgm:pt modelId="{A60BBC15-5A06-4194-A863-5792FC38A037}">
      <dgm:prSet/>
      <dgm:spPr/>
      <dgm:t>
        <a:bodyPr/>
        <a:lstStyle/>
        <a:p>
          <a:r>
            <a:rPr lang="uk-UA" b="0" i="0" dirty="0"/>
            <a:t>припинення бойових дій проти Речі Посполитої.</a:t>
          </a:r>
          <a:endParaRPr lang="uk-UA" dirty="0"/>
        </a:p>
      </dgm:t>
    </dgm:pt>
    <dgm:pt modelId="{0F666A38-F633-4FB5-82F9-2AA2D065CF86}" type="parTrans" cxnId="{63BF261D-3ECB-4A40-8676-385A7DBA5864}">
      <dgm:prSet/>
      <dgm:spPr/>
      <dgm:t>
        <a:bodyPr/>
        <a:lstStyle/>
        <a:p>
          <a:endParaRPr lang="uk-UA"/>
        </a:p>
      </dgm:t>
    </dgm:pt>
    <dgm:pt modelId="{25EFA437-1B4C-46E5-A604-DB21E34DF781}" type="sibTrans" cxnId="{63BF261D-3ECB-4A40-8676-385A7DBA5864}">
      <dgm:prSet/>
      <dgm:spPr/>
      <dgm:t>
        <a:bodyPr/>
        <a:lstStyle/>
        <a:p>
          <a:endParaRPr lang="uk-UA"/>
        </a:p>
      </dgm:t>
    </dgm:pt>
    <dgm:pt modelId="{147B7608-A681-4A9B-85A3-CB904F507835}" type="pres">
      <dgm:prSet presAssocID="{31EB443A-17A7-4885-A68C-DA1E973C49F6}" presName="Name0" presStyleCnt="0">
        <dgm:presLayoutVars>
          <dgm:chMax val="7"/>
          <dgm:chPref val="7"/>
          <dgm:dir/>
        </dgm:presLayoutVars>
      </dgm:prSet>
      <dgm:spPr/>
    </dgm:pt>
    <dgm:pt modelId="{B930AF60-CAC8-4D0F-89CA-B5263C8E61EF}" type="pres">
      <dgm:prSet presAssocID="{31EB443A-17A7-4885-A68C-DA1E973C49F6}" presName="Name1" presStyleCnt="0"/>
      <dgm:spPr/>
    </dgm:pt>
    <dgm:pt modelId="{5D515B1E-4405-4A61-A473-C5A434D83318}" type="pres">
      <dgm:prSet presAssocID="{31EB443A-17A7-4885-A68C-DA1E973C49F6}" presName="cycle" presStyleCnt="0"/>
      <dgm:spPr/>
    </dgm:pt>
    <dgm:pt modelId="{9F224260-64D2-471C-9891-BADB96714678}" type="pres">
      <dgm:prSet presAssocID="{31EB443A-17A7-4885-A68C-DA1E973C49F6}" presName="srcNode" presStyleLbl="node1" presStyleIdx="0" presStyleCnt="4"/>
      <dgm:spPr/>
    </dgm:pt>
    <dgm:pt modelId="{CFD32BC1-1563-43B5-8F00-5792271FEF75}" type="pres">
      <dgm:prSet presAssocID="{31EB443A-17A7-4885-A68C-DA1E973C49F6}" presName="conn" presStyleLbl="parChTrans1D2" presStyleIdx="0" presStyleCnt="1"/>
      <dgm:spPr/>
    </dgm:pt>
    <dgm:pt modelId="{0F3BED08-F44F-4FA4-80C1-81A34525186F}" type="pres">
      <dgm:prSet presAssocID="{31EB443A-17A7-4885-A68C-DA1E973C49F6}" presName="extraNode" presStyleLbl="node1" presStyleIdx="0" presStyleCnt="4"/>
      <dgm:spPr/>
    </dgm:pt>
    <dgm:pt modelId="{CED56CED-3F83-40B8-9260-39EDACADD53B}" type="pres">
      <dgm:prSet presAssocID="{31EB443A-17A7-4885-A68C-DA1E973C49F6}" presName="dstNode" presStyleLbl="node1" presStyleIdx="0" presStyleCnt="4"/>
      <dgm:spPr/>
    </dgm:pt>
    <dgm:pt modelId="{03E24232-A969-446C-8564-A26BBD2700A2}" type="pres">
      <dgm:prSet presAssocID="{C6E0EE88-653D-43E1-BE0D-667B2956E0DA}" presName="text_1" presStyleLbl="node1" presStyleIdx="0" presStyleCnt="4">
        <dgm:presLayoutVars>
          <dgm:bulletEnabled val="1"/>
        </dgm:presLayoutVars>
      </dgm:prSet>
      <dgm:spPr/>
    </dgm:pt>
    <dgm:pt modelId="{B35B0B89-ED38-4FA3-AA37-6818DE1F0409}" type="pres">
      <dgm:prSet presAssocID="{C6E0EE88-653D-43E1-BE0D-667B2956E0DA}" presName="accent_1" presStyleCnt="0"/>
      <dgm:spPr/>
    </dgm:pt>
    <dgm:pt modelId="{CA856E69-32EA-429A-9143-0142DB16CE91}" type="pres">
      <dgm:prSet presAssocID="{C6E0EE88-653D-43E1-BE0D-667B2956E0DA}" presName="accentRepeatNode" presStyleLbl="solidFgAcc1" presStyleIdx="0" presStyleCnt="4"/>
      <dgm:spPr/>
    </dgm:pt>
    <dgm:pt modelId="{B1A46A08-AA31-4FD9-8CF0-06D966E000B1}" type="pres">
      <dgm:prSet presAssocID="{DDB59446-F9C5-46B0-B5B7-68282388B0C4}" presName="text_2" presStyleLbl="node1" presStyleIdx="1" presStyleCnt="4">
        <dgm:presLayoutVars>
          <dgm:bulletEnabled val="1"/>
        </dgm:presLayoutVars>
      </dgm:prSet>
      <dgm:spPr/>
    </dgm:pt>
    <dgm:pt modelId="{AC1A8AFC-6A24-479A-BFCB-4A2E19E7FC1B}" type="pres">
      <dgm:prSet presAssocID="{DDB59446-F9C5-46B0-B5B7-68282388B0C4}" presName="accent_2" presStyleCnt="0"/>
      <dgm:spPr/>
    </dgm:pt>
    <dgm:pt modelId="{96C0E2B8-CA27-407E-A2DD-348A9A521C13}" type="pres">
      <dgm:prSet presAssocID="{DDB59446-F9C5-46B0-B5B7-68282388B0C4}" presName="accentRepeatNode" presStyleLbl="solidFgAcc1" presStyleIdx="1" presStyleCnt="4"/>
      <dgm:spPr/>
    </dgm:pt>
    <dgm:pt modelId="{2C77C070-A065-4DF0-B889-B9DC572C8F2F}" type="pres">
      <dgm:prSet presAssocID="{2596B76C-EAFB-469C-864E-6659597A63F9}" presName="text_3" presStyleLbl="node1" presStyleIdx="2" presStyleCnt="4">
        <dgm:presLayoutVars>
          <dgm:bulletEnabled val="1"/>
        </dgm:presLayoutVars>
      </dgm:prSet>
      <dgm:spPr/>
    </dgm:pt>
    <dgm:pt modelId="{D1D0284A-6B08-4720-BFFD-9EDDA79A39F7}" type="pres">
      <dgm:prSet presAssocID="{2596B76C-EAFB-469C-864E-6659597A63F9}" presName="accent_3" presStyleCnt="0"/>
      <dgm:spPr/>
    </dgm:pt>
    <dgm:pt modelId="{DB7EA671-8F76-4FBD-ACEC-C3FB0964E1CC}" type="pres">
      <dgm:prSet presAssocID="{2596B76C-EAFB-469C-864E-6659597A63F9}" presName="accentRepeatNode" presStyleLbl="solidFgAcc1" presStyleIdx="2" presStyleCnt="4"/>
      <dgm:spPr/>
    </dgm:pt>
    <dgm:pt modelId="{938733AA-8B52-4D46-8FDC-881CA342A82D}" type="pres">
      <dgm:prSet presAssocID="{A60BBC15-5A06-4194-A863-5792FC38A037}" presName="text_4" presStyleLbl="node1" presStyleIdx="3" presStyleCnt="4">
        <dgm:presLayoutVars>
          <dgm:bulletEnabled val="1"/>
        </dgm:presLayoutVars>
      </dgm:prSet>
      <dgm:spPr/>
    </dgm:pt>
    <dgm:pt modelId="{E83600EF-26E9-4194-A956-E84DE562AD5C}" type="pres">
      <dgm:prSet presAssocID="{A60BBC15-5A06-4194-A863-5792FC38A037}" presName="accent_4" presStyleCnt="0"/>
      <dgm:spPr/>
    </dgm:pt>
    <dgm:pt modelId="{07F3D969-E5FA-4FAD-836A-6FFDCDCB7268}" type="pres">
      <dgm:prSet presAssocID="{A60BBC15-5A06-4194-A863-5792FC38A037}" presName="accentRepeatNode" presStyleLbl="solidFgAcc1" presStyleIdx="3" presStyleCnt="4"/>
      <dgm:spPr/>
    </dgm:pt>
  </dgm:ptLst>
  <dgm:cxnLst>
    <dgm:cxn modelId="{DAD8F804-1ABA-4100-BF2C-879FED78C9A3}" type="presOf" srcId="{C6E0EE88-653D-43E1-BE0D-667B2956E0DA}" destId="{03E24232-A969-446C-8564-A26BBD2700A2}" srcOrd="0" destOrd="0" presId="urn:microsoft.com/office/officeart/2008/layout/VerticalCurvedList"/>
    <dgm:cxn modelId="{26D6630F-DE4A-4D97-A289-FE874865A8C6}" type="presOf" srcId="{A60BBC15-5A06-4194-A863-5792FC38A037}" destId="{938733AA-8B52-4D46-8FDC-881CA342A82D}" srcOrd="0" destOrd="0" presId="urn:microsoft.com/office/officeart/2008/layout/VerticalCurvedList"/>
    <dgm:cxn modelId="{E2AC4C13-4EC8-4056-94E4-2E9243124D9C}" srcId="{31EB443A-17A7-4885-A68C-DA1E973C49F6}" destId="{DDB59446-F9C5-46B0-B5B7-68282388B0C4}" srcOrd="1" destOrd="0" parTransId="{D639F2C3-A49C-4BEA-AABA-3DFAEEEF4FC1}" sibTransId="{BADEEFE3-2B06-487A-8E20-DB44CB7928C1}"/>
    <dgm:cxn modelId="{63BF261D-3ECB-4A40-8676-385A7DBA5864}" srcId="{31EB443A-17A7-4885-A68C-DA1E973C49F6}" destId="{A60BBC15-5A06-4194-A863-5792FC38A037}" srcOrd="3" destOrd="0" parTransId="{0F666A38-F633-4FB5-82F9-2AA2D065CF86}" sibTransId="{25EFA437-1B4C-46E5-A604-DB21E34DF781}"/>
    <dgm:cxn modelId="{F9A6A23C-468B-4735-BC2C-DE4A59B85417}" srcId="{31EB443A-17A7-4885-A68C-DA1E973C49F6}" destId="{C6E0EE88-653D-43E1-BE0D-667B2956E0DA}" srcOrd="0" destOrd="0" parTransId="{E5E3539D-6580-49E5-AF62-2FACE08C17E4}" sibTransId="{A9DD02FE-1D01-4A6B-A30F-3E272970F264}"/>
    <dgm:cxn modelId="{FB78FF3F-6243-4AC7-B16B-78ACEBDCA988}" type="presOf" srcId="{A9DD02FE-1D01-4A6B-A30F-3E272970F264}" destId="{CFD32BC1-1563-43B5-8F00-5792271FEF75}" srcOrd="0" destOrd="0" presId="urn:microsoft.com/office/officeart/2008/layout/VerticalCurvedList"/>
    <dgm:cxn modelId="{A86B0943-D607-4073-9E67-E3FD0ED6844D}" type="presOf" srcId="{2596B76C-EAFB-469C-864E-6659597A63F9}" destId="{2C77C070-A065-4DF0-B889-B9DC572C8F2F}" srcOrd="0" destOrd="0" presId="urn:microsoft.com/office/officeart/2008/layout/VerticalCurvedList"/>
    <dgm:cxn modelId="{69BB8B8B-1206-4480-9B0E-69CE9EF3CFE6}" type="presOf" srcId="{31EB443A-17A7-4885-A68C-DA1E973C49F6}" destId="{147B7608-A681-4A9B-85A3-CB904F507835}" srcOrd="0" destOrd="0" presId="urn:microsoft.com/office/officeart/2008/layout/VerticalCurvedList"/>
    <dgm:cxn modelId="{E17B8FF7-FAAC-42EE-A078-208B059FB980}" srcId="{31EB443A-17A7-4885-A68C-DA1E973C49F6}" destId="{2596B76C-EAFB-469C-864E-6659597A63F9}" srcOrd="2" destOrd="0" parTransId="{84566EEE-863A-4E71-8A5A-A0E022D9EA5B}" sibTransId="{1537000C-A099-47E5-9A00-95D9AC094F3B}"/>
    <dgm:cxn modelId="{D0EFD7FE-BB7E-4D3F-9719-280BE7B70305}" type="presOf" srcId="{DDB59446-F9C5-46B0-B5B7-68282388B0C4}" destId="{B1A46A08-AA31-4FD9-8CF0-06D966E000B1}" srcOrd="0" destOrd="0" presId="urn:microsoft.com/office/officeart/2008/layout/VerticalCurvedList"/>
    <dgm:cxn modelId="{A89D5140-89EA-4ED7-BE84-9FD7FC107864}" type="presParOf" srcId="{147B7608-A681-4A9B-85A3-CB904F507835}" destId="{B930AF60-CAC8-4D0F-89CA-B5263C8E61EF}" srcOrd="0" destOrd="0" presId="urn:microsoft.com/office/officeart/2008/layout/VerticalCurvedList"/>
    <dgm:cxn modelId="{7A8763F1-B308-494D-9AEC-F20E26753CE1}" type="presParOf" srcId="{B930AF60-CAC8-4D0F-89CA-B5263C8E61EF}" destId="{5D515B1E-4405-4A61-A473-C5A434D83318}" srcOrd="0" destOrd="0" presId="urn:microsoft.com/office/officeart/2008/layout/VerticalCurvedList"/>
    <dgm:cxn modelId="{AF2419B7-7C47-41B8-BFDF-B57AECA884A6}" type="presParOf" srcId="{5D515B1E-4405-4A61-A473-C5A434D83318}" destId="{9F224260-64D2-471C-9891-BADB96714678}" srcOrd="0" destOrd="0" presId="urn:microsoft.com/office/officeart/2008/layout/VerticalCurvedList"/>
    <dgm:cxn modelId="{C37750ED-5957-42F5-9019-0750A9DE76BD}" type="presParOf" srcId="{5D515B1E-4405-4A61-A473-C5A434D83318}" destId="{CFD32BC1-1563-43B5-8F00-5792271FEF75}" srcOrd="1" destOrd="0" presId="urn:microsoft.com/office/officeart/2008/layout/VerticalCurvedList"/>
    <dgm:cxn modelId="{248AD8F3-512B-4D56-8632-FCA0936BA71D}" type="presParOf" srcId="{5D515B1E-4405-4A61-A473-C5A434D83318}" destId="{0F3BED08-F44F-4FA4-80C1-81A34525186F}" srcOrd="2" destOrd="0" presId="urn:microsoft.com/office/officeart/2008/layout/VerticalCurvedList"/>
    <dgm:cxn modelId="{338F7752-8433-460C-90DB-EEAA26DD843C}" type="presParOf" srcId="{5D515B1E-4405-4A61-A473-C5A434D83318}" destId="{CED56CED-3F83-40B8-9260-39EDACADD53B}" srcOrd="3" destOrd="0" presId="urn:microsoft.com/office/officeart/2008/layout/VerticalCurvedList"/>
    <dgm:cxn modelId="{17DC53EC-2D01-4C27-82B9-0A60B3B208BB}" type="presParOf" srcId="{B930AF60-CAC8-4D0F-89CA-B5263C8E61EF}" destId="{03E24232-A969-446C-8564-A26BBD2700A2}" srcOrd="1" destOrd="0" presId="urn:microsoft.com/office/officeart/2008/layout/VerticalCurvedList"/>
    <dgm:cxn modelId="{176CB37F-2C69-4AAF-8DA8-3706B52CD7FC}" type="presParOf" srcId="{B930AF60-CAC8-4D0F-89CA-B5263C8E61EF}" destId="{B35B0B89-ED38-4FA3-AA37-6818DE1F0409}" srcOrd="2" destOrd="0" presId="urn:microsoft.com/office/officeart/2008/layout/VerticalCurvedList"/>
    <dgm:cxn modelId="{86C40A53-FC40-4775-BB84-B3EF16569775}" type="presParOf" srcId="{B35B0B89-ED38-4FA3-AA37-6818DE1F0409}" destId="{CA856E69-32EA-429A-9143-0142DB16CE91}" srcOrd="0" destOrd="0" presId="urn:microsoft.com/office/officeart/2008/layout/VerticalCurvedList"/>
    <dgm:cxn modelId="{633B5FF4-8939-4288-B34B-8F6EEE28205C}" type="presParOf" srcId="{B930AF60-CAC8-4D0F-89CA-B5263C8E61EF}" destId="{B1A46A08-AA31-4FD9-8CF0-06D966E000B1}" srcOrd="3" destOrd="0" presId="urn:microsoft.com/office/officeart/2008/layout/VerticalCurvedList"/>
    <dgm:cxn modelId="{15E6BEB5-4494-4ACE-B0B5-2585ECDF4C78}" type="presParOf" srcId="{B930AF60-CAC8-4D0F-89CA-B5263C8E61EF}" destId="{AC1A8AFC-6A24-479A-BFCB-4A2E19E7FC1B}" srcOrd="4" destOrd="0" presId="urn:microsoft.com/office/officeart/2008/layout/VerticalCurvedList"/>
    <dgm:cxn modelId="{455F7F2C-787E-4AEF-BFCE-8AF396C7F462}" type="presParOf" srcId="{AC1A8AFC-6A24-479A-BFCB-4A2E19E7FC1B}" destId="{96C0E2B8-CA27-407E-A2DD-348A9A521C13}" srcOrd="0" destOrd="0" presId="urn:microsoft.com/office/officeart/2008/layout/VerticalCurvedList"/>
    <dgm:cxn modelId="{885BD2DF-7860-42FF-9086-678B6946110A}" type="presParOf" srcId="{B930AF60-CAC8-4D0F-89CA-B5263C8E61EF}" destId="{2C77C070-A065-4DF0-B889-B9DC572C8F2F}" srcOrd="5" destOrd="0" presId="urn:microsoft.com/office/officeart/2008/layout/VerticalCurvedList"/>
    <dgm:cxn modelId="{CE0F9557-4ABA-4087-B933-5C9224564836}" type="presParOf" srcId="{B930AF60-CAC8-4D0F-89CA-B5263C8E61EF}" destId="{D1D0284A-6B08-4720-BFFD-9EDDA79A39F7}" srcOrd="6" destOrd="0" presId="urn:microsoft.com/office/officeart/2008/layout/VerticalCurvedList"/>
    <dgm:cxn modelId="{81D756D8-6996-4D74-A6F6-887A8D653B86}" type="presParOf" srcId="{D1D0284A-6B08-4720-BFFD-9EDDA79A39F7}" destId="{DB7EA671-8F76-4FBD-ACEC-C3FB0964E1CC}" srcOrd="0" destOrd="0" presId="urn:microsoft.com/office/officeart/2008/layout/VerticalCurvedList"/>
    <dgm:cxn modelId="{DFF2769E-DFE6-4A4B-BB71-9AB5D1765D29}" type="presParOf" srcId="{B930AF60-CAC8-4D0F-89CA-B5263C8E61EF}" destId="{938733AA-8B52-4D46-8FDC-881CA342A82D}" srcOrd="7" destOrd="0" presId="urn:microsoft.com/office/officeart/2008/layout/VerticalCurvedList"/>
    <dgm:cxn modelId="{3054260A-2D11-4300-ABE2-40D0360A82E1}" type="presParOf" srcId="{B930AF60-CAC8-4D0F-89CA-B5263C8E61EF}" destId="{E83600EF-26E9-4194-A956-E84DE562AD5C}" srcOrd="8" destOrd="0" presId="urn:microsoft.com/office/officeart/2008/layout/VerticalCurvedList"/>
    <dgm:cxn modelId="{BFCD0163-1C69-4937-8876-26949969D7DA}" type="presParOf" srcId="{E83600EF-26E9-4194-A956-E84DE562AD5C}" destId="{07F3D969-E5FA-4FAD-836A-6FFDCDCB726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2AF5B933-183A-481C-ACD2-9631BE7DDC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CA7AF5-6EB3-42AA-A8F8-BE2309DF6EDF}">
      <dgm:prSet/>
      <dgm:spPr/>
      <dgm:t>
        <a:bodyPr/>
        <a:lstStyle/>
        <a:p>
          <a:r>
            <a:rPr lang="ru-RU" b="0" i="0"/>
            <a:t>Білоцерківському договорі</a:t>
          </a:r>
          <a:endParaRPr lang="uk-UA"/>
        </a:p>
      </dgm:t>
    </dgm:pt>
    <dgm:pt modelId="{22425EF1-D479-4D75-8574-290C6C24A775}" type="parTrans" cxnId="{806E273E-CF1D-4107-ADBF-E6F0857C65B6}">
      <dgm:prSet/>
      <dgm:spPr/>
      <dgm:t>
        <a:bodyPr/>
        <a:lstStyle/>
        <a:p>
          <a:endParaRPr lang="uk-UA"/>
        </a:p>
      </dgm:t>
    </dgm:pt>
    <dgm:pt modelId="{A4DCBD6E-3942-4E39-9F82-60AF37987A40}" type="sibTrans" cxnId="{806E273E-CF1D-4107-ADBF-E6F0857C65B6}">
      <dgm:prSet/>
      <dgm:spPr/>
      <dgm:t>
        <a:bodyPr/>
        <a:lstStyle/>
        <a:p>
          <a:endParaRPr lang="uk-UA"/>
        </a:p>
      </dgm:t>
    </dgm:pt>
    <dgm:pt modelId="{3158B5E8-8361-42A4-9DDF-924293CF06AE}">
      <dgm:prSet/>
      <dgm:spPr/>
      <dgm:t>
        <a:bodyPr/>
        <a:lstStyle/>
        <a:p>
          <a:r>
            <a:rPr lang="ru-RU" b="0" i="0"/>
            <a:t>Гадяцьких пунктах</a:t>
          </a:r>
          <a:endParaRPr lang="uk-UA"/>
        </a:p>
      </dgm:t>
    </dgm:pt>
    <dgm:pt modelId="{20E0CED7-75C6-43E7-85D6-8F58364BAE8E}" type="parTrans" cxnId="{9C5193B0-FC25-4534-92CA-FC883238BCC8}">
      <dgm:prSet/>
      <dgm:spPr/>
      <dgm:t>
        <a:bodyPr/>
        <a:lstStyle/>
        <a:p>
          <a:endParaRPr lang="uk-UA"/>
        </a:p>
      </dgm:t>
    </dgm:pt>
    <dgm:pt modelId="{B5217A18-D5E8-41B0-91B5-FBE7DAEA7F0C}" type="sibTrans" cxnId="{9C5193B0-FC25-4534-92CA-FC883238BCC8}">
      <dgm:prSet/>
      <dgm:spPr/>
      <dgm:t>
        <a:bodyPr/>
        <a:lstStyle/>
        <a:p>
          <a:endParaRPr lang="uk-UA"/>
        </a:p>
      </dgm:t>
    </dgm:pt>
    <dgm:pt modelId="{09A338A8-AEF0-4583-9A5B-85E8BCA191BE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Березневих</a:t>
          </a:r>
          <a:r>
            <a:rPr lang="ru-RU" b="0" i="0" dirty="0"/>
            <a:t> </a:t>
          </a:r>
          <a:r>
            <a:rPr lang="ru-RU" b="0" i="0" dirty="0" err="1"/>
            <a:t>статтях</a:t>
          </a:r>
          <a:r>
            <a:rPr lang="ru-RU" b="0" i="0" dirty="0"/>
            <a:t>»</a:t>
          </a:r>
          <a:endParaRPr lang="uk-UA" dirty="0"/>
        </a:p>
      </dgm:t>
    </dgm:pt>
    <dgm:pt modelId="{4E03E458-E308-473E-85EE-A24E1F13695B}" type="parTrans" cxnId="{42674E6D-F16F-4B74-A568-9DF72B42624A}">
      <dgm:prSet/>
      <dgm:spPr/>
      <dgm:t>
        <a:bodyPr/>
        <a:lstStyle/>
        <a:p>
          <a:endParaRPr lang="uk-UA"/>
        </a:p>
      </dgm:t>
    </dgm:pt>
    <dgm:pt modelId="{256BECCE-DA88-459F-8AFF-77849E58D9F4}" type="sibTrans" cxnId="{42674E6D-F16F-4B74-A568-9DF72B42624A}">
      <dgm:prSet/>
      <dgm:spPr/>
      <dgm:t>
        <a:bodyPr/>
        <a:lstStyle/>
        <a:p>
          <a:endParaRPr lang="uk-UA"/>
        </a:p>
      </dgm:t>
    </dgm:pt>
    <dgm:pt modelId="{43BE2216-F105-48BE-8CA5-99D499584EE2}">
      <dgm:prSet/>
      <dgm:spPr/>
      <dgm:t>
        <a:bodyPr/>
        <a:lstStyle/>
        <a:p>
          <a:r>
            <a:rPr lang="ru-RU" b="0" i="0" dirty="0" err="1"/>
            <a:t>Зборівському</a:t>
          </a:r>
          <a:r>
            <a:rPr lang="ru-RU" b="0" i="0" dirty="0"/>
            <a:t> </a:t>
          </a:r>
          <a:r>
            <a:rPr lang="ru-RU" b="0" i="0" dirty="0" err="1"/>
            <a:t>договорі</a:t>
          </a:r>
          <a:endParaRPr lang="uk-UA" dirty="0"/>
        </a:p>
      </dgm:t>
    </dgm:pt>
    <dgm:pt modelId="{5C7E44D6-FD72-4247-B9FC-545600992749}" type="parTrans" cxnId="{C0DAD736-C492-4D7A-ACD6-721927570EE0}">
      <dgm:prSet/>
      <dgm:spPr/>
      <dgm:t>
        <a:bodyPr/>
        <a:lstStyle/>
        <a:p>
          <a:endParaRPr lang="uk-UA"/>
        </a:p>
      </dgm:t>
    </dgm:pt>
    <dgm:pt modelId="{F1FBA8A5-D84A-4F61-A637-98D2ECF5E44D}" type="sibTrans" cxnId="{C0DAD736-C492-4D7A-ACD6-721927570EE0}">
      <dgm:prSet/>
      <dgm:spPr/>
      <dgm:t>
        <a:bodyPr/>
        <a:lstStyle/>
        <a:p>
          <a:endParaRPr lang="uk-UA"/>
        </a:p>
      </dgm:t>
    </dgm:pt>
    <dgm:pt modelId="{712AD849-BDBC-418F-AF4A-1BAC119B404F}" type="pres">
      <dgm:prSet presAssocID="{2AF5B933-183A-481C-ACD2-9631BE7DDCF9}" presName="linear" presStyleCnt="0">
        <dgm:presLayoutVars>
          <dgm:animLvl val="lvl"/>
          <dgm:resizeHandles val="exact"/>
        </dgm:presLayoutVars>
      </dgm:prSet>
      <dgm:spPr/>
    </dgm:pt>
    <dgm:pt modelId="{3E5E6EC3-A46C-4FC8-9799-F06952C61F5A}" type="pres">
      <dgm:prSet presAssocID="{30CA7AF5-6EB3-42AA-A8F8-BE2309DF6E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5545BD-686F-4CF7-A289-0E85E2E47317}" type="pres">
      <dgm:prSet presAssocID="{A4DCBD6E-3942-4E39-9F82-60AF37987A40}" presName="spacer" presStyleCnt="0"/>
      <dgm:spPr/>
    </dgm:pt>
    <dgm:pt modelId="{14806941-071B-41CC-974D-4A153E6505FB}" type="pres">
      <dgm:prSet presAssocID="{3158B5E8-8361-42A4-9DDF-924293CF06A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BEF7CD-A897-463C-9E37-8F07E5A4FDFB}" type="pres">
      <dgm:prSet presAssocID="{B5217A18-D5E8-41B0-91B5-FBE7DAEA7F0C}" presName="spacer" presStyleCnt="0"/>
      <dgm:spPr/>
    </dgm:pt>
    <dgm:pt modelId="{ED9FDAF7-9BE6-425D-B5CD-F0CEB98598D7}" type="pres">
      <dgm:prSet presAssocID="{09A338A8-AEF0-4583-9A5B-85E8BCA191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E39FDC-D83A-4867-96A0-90A10C764A95}" type="pres">
      <dgm:prSet presAssocID="{256BECCE-DA88-459F-8AFF-77849E58D9F4}" presName="spacer" presStyleCnt="0"/>
      <dgm:spPr/>
    </dgm:pt>
    <dgm:pt modelId="{816F2648-605F-4088-8F72-427C519AF504}" type="pres">
      <dgm:prSet presAssocID="{43BE2216-F105-48BE-8CA5-99D499584EE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DAD736-C492-4D7A-ACD6-721927570EE0}" srcId="{2AF5B933-183A-481C-ACD2-9631BE7DDCF9}" destId="{43BE2216-F105-48BE-8CA5-99D499584EE2}" srcOrd="3" destOrd="0" parTransId="{5C7E44D6-FD72-4247-B9FC-545600992749}" sibTransId="{F1FBA8A5-D84A-4F61-A637-98D2ECF5E44D}"/>
    <dgm:cxn modelId="{806E273E-CF1D-4107-ADBF-E6F0857C65B6}" srcId="{2AF5B933-183A-481C-ACD2-9631BE7DDCF9}" destId="{30CA7AF5-6EB3-42AA-A8F8-BE2309DF6EDF}" srcOrd="0" destOrd="0" parTransId="{22425EF1-D479-4D75-8574-290C6C24A775}" sibTransId="{A4DCBD6E-3942-4E39-9F82-60AF37987A40}"/>
    <dgm:cxn modelId="{F9EE3D60-891F-4EB2-87F0-FB1AEACB4058}" type="presOf" srcId="{3158B5E8-8361-42A4-9DDF-924293CF06AE}" destId="{14806941-071B-41CC-974D-4A153E6505FB}" srcOrd="0" destOrd="0" presId="urn:microsoft.com/office/officeart/2005/8/layout/vList2"/>
    <dgm:cxn modelId="{4F313D42-12DA-4E81-B3C4-739F12D586B9}" type="presOf" srcId="{2AF5B933-183A-481C-ACD2-9631BE7DDCF9}" destId="{712AD849-BDBC-418F-AF4A-1BAC119B404F}" srcOrd="0" destOrd="0" presId="urn:microsoft.com/office/officeart/2005/8/layout/vList2"/>
    <dgm:cxn modelId="{42674E6D-F16F-4B74-A568-9DF72B42624A}" srcId="{2AF5B933-183A-481C-ACD2-9631BE7DDCF9}" destId="{09A338A8-AEF0-4583-9A5B-85E8BCA191BE}" srcOrd="2" destOrd="0" parTransId="{4E03E458-E308-473E-85EE-A24E1F13695B}" sibTransId="{256BECCE-DA88-459F-8AFF-77849E58D9F4}"/>
    <dgm:cxn modelId="{AE674899-C861-4734-87C6-B1DE829E4CAA}" type="presOf" srcId="{09A338A8-AEF0-4583-9A5B-85E8BCA191BE}" destId="{ED9FDAF7-9BE6-425D-B5CD-F0CEB98598D7}" srcOrd="0" destOrd="0" presId="urn:microsoft.com/office/officeart/2005/8/layout/vList2"/>
    <dgm:cxn modelId="{9C5193B0-FC25-4534-92CA-FC883238BCC8}" srcId="{2AF5B933-183A-481C-ACD2-9631BE7DDCF9}" destId="{3158B5E8-8361-42A4-9DDF-924293CF06AE}" srcOrd="1" destOrd="0" parTransId="{20E0CED7-75C6-43E7-85D6-8F58364BAE8E}" sibTransId="{B5217A18-D5E8-41B0-91B5-FBE7DAEA7F0C}"/>
    <dgm:cxn modelId="{21F316B3-45D6-4F0E-9B71-FEED23C7457E}" type="presOf" srcId="{43BE2216-F105-48BE-8CA5-99D499584EE2}" destId="{816F2648-605F-4088-8F72-427C519AF504}" srcOrd="0" destOrd="0" presId="urn:microsoft.com/office/officeart/2005/8/layout/vList2"/>
    <dgm:cxn modelId="{A0375ED8-3A44-4897-8ED1-73C3E8531918}" type="presOf" srcId="{30CA7AF5-6EB3-42AA-A8F8-BE2309DF6EDF}" destId="{3E5E6EC3-A46C-4FC8-9799-F06952C61F5A}" srcOrd="0" destOrd="0" presId="urn:microsoft.com/office/officeart/2005/8/layout/vList2"/>
    <dgm:cxn modelId="{8245DF86-CF3D-471B-A4B7-FBD1CB720E97}" type="presParOf" srcId="{712AD849-BDBC-418F-AF4A-1BAC119B404F}" destId="{3E5E6EC3-A46C-4FC8-9799-F06952C61F5A}" srcOrd="0" destOrd="0" presId="urn:microsoft.com/office/officeart/2005/8/layout/vList2"/>
    <dgm:cxn modelId="{FB440852-FD69-4587-B5FC-4DB9B9C80198}" type="presParOf" srcId="{712AD849-BDBC-418F-AF4A-1BAC119B404F}" destId="{A55545BD-686F-4CF7-A289-0E85E2E47317}" srcOrd="1" destOrd="0" presId="urn:microsoft.com/office/officeart/2005/8/layout/vList2"/>
    <dgm:cxn modelId="{22A482AF-BC7B-4DF3-9B6A-DD969B359A7B}" type="presParOf" srcId="{712AD849-BDBC-418F-AF4A-1BAC119B404F}" destId="{14806941-071B-41CC-974D-4A153E6505FB}" srcOrd="2" destOrd="0" presId="urn:microsoft.com/office/officeart/2005/8/layout/vList2"/>
    <dgm:cxn modelId="{71BB4CCC-73ED-4B0C-AAE4-2B7F58CD2092}" type="presParOf" srcId="{712AD849-BDBC-418F-AF4A-1BAC119B404F}" destId="{4FBEF7CD-A897-463C-9E37-8F07E5A4FDFB}" srcOrd="3" destOrd="0" presId="urn:microsoft.com/office/officeart/2005/8/layout/vList2"/>
    <dgm:cxn modelId="{13319823-221B-49DE-A720-94C26E5C5437}" type="presParOf" srcId="{712AD849-BDBC-418F-AF4A-1BAC119B404F}" destId="{ED9FDAF7-9BE6-425D-B5CD-F0CEB98598D7}" srcOrd="4" destOrd="0" presId="urn:microsoft.com/office/officeart/2005/8/layout/vList2"/>
    <dgm:cxn modelId="{4CC2F45B-BA56-48C0-8ECD-56751977009C}" type="presParOf" srcId="{712AD849-BDBC-418F-AF4A-1BAC119B404F}" destId="{03E39FDC-D83A-4867-96A0-90A10C764A95}" srcOrd="5" destOrd="0" presId="urn:microsoft.com/office/officeart/2005/8/layout/vList2"/>
    <dgm:cxn modelId="{2BF2BC97-F976-4C93-BA9F-88DC499848D3}" type="presParOf" srcId="{712AD849-BDBC-418F-AF4A-1BAC119B404F}" destId="{816F2648-605F-4088-8F72-427C519AF5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9228AB2F-4F81-4BBB-8590-E8BD6AA9B50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B2E7D1-08E3-487C-8502-4C5227C6AC90}">
      <dgm:prSet/>
      <dgm:spPr/>
      <dgm:t>
        <a:bodyPr/>
        <a:lstStyle/>
        <a:p>
          <a:r>
            <a:rPr lang="uk-UA" b="0" i="0"/>
            <a:t>початок діяльності Першої Малоросійської колегії</a:t>
          </a:r>
          <a:endParaRPr lang="uk-UA"/>
        </a:p>
      </dgm:t>
    </dgm:pt>
    <dgm:pt modelId="{BD030205-1E9B-43B8-8753-3CE0B4D92671}" type="parTrans" cxnId="{453C0B7A-4586-45EF-B10E-6107CD734E02}">
      <dgm:prSet/>
      <dgm:spPr/>
      <dgm:t>
        <a:bodyPr/>
        <a:lstStyle/>
        <a:p>
          <a:endParaRPr lang="uk-UA"/>
        </a:p>
      </dgm:t>
    </dgm:pt>
    <dgm:pt modelId="{80E4FA56-1BF0-4CDD-B404-1BF5B8A025E8}" type="sibTrans" cxnId="{453C0B7A-4586-45EF-B10E-6107CD734E02}">
      <dgm:prSet/>
      <dgm:spPr/>
      <dgm:t>
        <a:bodyPr/>
        <a:lstStyle/>
        <a:p>
          <a:endParaRPr lang="uk-UA"/>
        </a:p>
      </dgm:t>
    </dgm:pt>
    <dgm:pt modelId="{F3D17BBD-F4A2-4747-BC2E-2A6B5AE5ABE1}">
      <dgm:prSet/>
      <dgm:spPr/>
      <dgm:t>
        <a:bodyPr/>
        <a:lstStyle/>
        <a:p>
          <a:r>
            <a:rPr lang="uk-UA" b="0" i="0" dirty="0"/>
            <a:t>оприлюднення указу про закріпачення селян на Лівобережжі</a:t>
          </a:r>
          <a:endParaRPr lang="uk-UA" dirty="0"/>
        </a:p>
      </dgm:t>
    </dgm:pt>
    <dgm:pt modelId="{EC5EF2CB-8C2C-49CF-AECB-6504D1F79737}" type="parTrans" cxnId="{D575B1F9-A87D-481B-B09F-18F3BC7749EE}">
      <dgm:prSet/>
      <dgm:spPr/>
      <dgm:t>
        <a:bodyPr/>
        <a:lstStyle/>
        <a:p>
          <a:endParaRPr lang="uk-UA"/>
        </a:p>
      </dgm:t>
    </dgm:pt>
    <dgm:pt modelId="{414FD173-C383-405F-9537-BC32D0FFF5C2}" type="sibTrans" cxnId="{D575B1F9-A87D-481B-B09F-18F3BC7749EE}">
      <dgm:prSet/>
      <dgm:spPr/>
      <dgm:t>
        <a:bodyPr/>
        <a:lstStyle/>
        <a:p>
          <a:endParaRPr lang="uk-UA"/>
        </a:p>
      </dgm:t>
    </dgm:pt>
    <dgm:pt modelId="{173069EC-9F24-4FFB-9D1E-34E563A261D2}">
      <dgm:prSet/>
      <dgm:spPr/>
      <dgm:t>
        <a:bodyPr/>
        <a:lstStyle/>
        <a:p>
          <a:r>
            <a:rPr lang="uk-UA" b="0" i="0" dirty="0"/>
            <a:t>остаточна ліквідація гетьманства</a:t>
          </a:r>
          <a:endParaRPr lang="uk-UA" dirty="0"/>
        </a:p>
      </dgm:t>
    </dgm:pt>
    <dgm:pt modelId="{225D43F6-579B-4CDF-A168-7FB883295B52}" type="parTrans" cxnId="{FD2115A5-4A3D-4018-B7CC-A66E6892DBAE}">
      <dgm:prSet/>
      <dgm:spPr/>
      <dgm:t>
        <a:bodyPr/>
        <a:lstStyle/>
        <a:p>
          <a:endParaRPr lang="uk-UA"/>
        </a:p>
      </dgm:t>
    </dgm:pt>
    <dgm:pt modelId="{0AE3598D-067F-4D24-A0FA-E0D01DFEBC5A}" type="sibTrans" cxnId="{FD2115A5-4A3D-4018-B7CC-A66E6892DBAE}">
      <dgm:prSet/>
      <dgm:spPr/>
      <dgm:t>
        <a:bodyPr/>
        <a:lstStyle/>
        <a:p>
          <a:endParaRPr lang="uk-UA"/>
        </a:p>
      </dgm:t>
    </dgm:pt>
    <dgm:pt modelId="{9FD407FB-1BC2-4B36-8A68-49C27B5D945E}">
      <dgm:prSet/>
      <dgm:spPr/>
      <dgm:t>
        <a:bodyPr/>
        <a:lstStyle/>
        <a:p>
          <a:r>
            <a:rPr lang="uk-UA" b="0" i="0" dirty="0"/>
            <a:t>укладення українсько-московського договору</a:t>
          </a:r>
          <a:endParaRPr lang="uk-UA" dirty="0"/>
        </a:p>
      </dgm:t>
    </dgm:pt>
    <dgm:pt modelId="{5D3C672B-9247-4FD6-8D97-9CE2CBB25E2D}" type="parTrans" cxnId="{3E0BAF0A-0A76-48ED-8BD5-9D8BE34CFD58}">
      <dgm:prSet/>
      <dgm:spPr/>
      <dgm:t>
        <a:bodyPr/>
        <a:lstStyle/>
        <a:p>
          <a:endParaRPr lang="uk-UA"/>
        </a:p>
      </dgm:t>
    </dgm:pt>
    <dgm:pt modelId="{38490853-98C6-4B5E-867D-E1B60BBB4A09}" type="sibTrans" cxnId="{3E0BAF0A-0A76-48ED-8BD5-9D8BE34CFD58}">
      <dgm:prSet/>
      <dgm:spPr/>
      <dgm:t>
        <a:bodyPr/>
        <a:lstStyle/>
        <a:p>
          <a:endParaRPr lang="uk-UA"/>
        </a:p>
      </dgm:t>
    </dgm:pt>
    <dgm:pt modelId="{0FBA508D-E9B8-471F-958C-E37AC3EC6D04}" type="pres">
      <dgm:prSet presAssocID="{9228AB2F-4F81-4BBB-8590-E8BD6AA9B50E}" presName="Name0" presStyleCnt="0">
        <dgm:presLayoutVars>
          <dgm:chMax val="7"/>
          <dgm:chPref val="7"/>
          <dgm:dir/>
        </dgm:presLayoutVars>
      </dgm:prSet>
      <dgm:spPr/>
    </dgm:pt>
    <dgm:pt modelId="{4B867A6A-6C40-4C83-92D4-2616A3A8EFD0}" type="pres">
      <dgm:prSet presAssocID="{9228AB2F-4F81-4BBB-8590-E8BD6AA9B50E}" presName="Name1" presStyleCnt="0"/>
      <dgm:spPr/>
    </dgm:pt>
    <dgm:pt modelId="{AFC342A9-44C9-4A91-AEF8-C2C1428E6D9D}" type="pres">
      <dgm:prSet presAssocID="{9228AB2F-4F81-4BBB-8590-E8BD6AA9B50E}" presName="cycle" presStyleCnt="0"/>
      <dgm:spPr/>
    </dgm:pt>
    <dgm:pt modelId="{1305E0D9-53FA-4722-A606-C0DDA3CFCAF5}" type="pres">
      <dgm:prSet presAssocID="{9228AB2F-4F81-4BBB-8590-E8BD6AA9B50E}" presName="srcNode" presStyleLbl="node1" presStyleIdx="0" presStyleCnt="4"/>
      <dgm:spPr/>
    </dgm:pt>
    <dgm:pt modelId="{8FA8BE55-8B65-4A34-8C4F-3F76C358D76A}" type="pres">
      <dgm:prSet presAssocID="{9228AB2F-4F81-4BBB-8590-E8BD6AA9B50E}" presName="conn" presStyleLbl="parChTrans1D2" presStyleIdx="0" presStyleCnt="1"/>
      <dgm:spPr/>
    </dgm:pt>
    <dgm:pt modelId="{84F69DDD-8C57-4A11-9350-E2B57BE7A262}" type="pres">
      <dgm:prSet presAssocID="{9228AB2F-4F81-4BBB-8590-E8BD6AA9B50E}" presName="extraNode" presStyleLbl="node1" presStyleIdx="0" presStyleCnt="4"/>
      <dgm:spPr/>
    </dgm:pt>
    <dgm:pt modelId="{91B036C9-6485-4EC5-AEA9-E52309B45620}" type="pres">
      <dgm:prSet presAssocID="{9228AB2F-4F81-4BBB-8590-E8BD6AA9B50E}" presName="dstNode" presStyleLbl="node1" presStyleIdx="0" presStyleCnt="4"/>
      <dgm:spPr/>
    </dgm:pt>
    <dgm:pt modelId="{FBF1102A-B1BA-4C4B-9162-024A8E2AC59A}" type="pres">
      <dgm:prSet presAssocID="{1AB2E7D1-08E3-487C-8502-4C5227C6AC90}" presName="text_1" presStyleLbl="node1" presStyleIdx="0" presStyleCnt="4">
        <dgm:presLayoutVars>
          <dgm:bulletEnabled val="1"/>
        </dgm:presLayoutVars>
      </dgm:prSet>
      <dgm:spPr/>
    </dgm:pt>
    <dgm:pt modelId="{AB977F18-5157-4BFC-962C-DE83D5B68F6A}" type="pres">
      <dgm:prSet presAssocID="{1AB2E7D1-08E3-487C-8502-4C5227C6AC90}" presName="accent_1" presStyleCnt="0"/>
      <dgm:spPr/>
    </dgm:pt>
    <dgm:pt modelId="{9B8B93F6-3682-4393-A4B4-81678DF6FDFA}" type="pres">
      <dgm:prSet presAssocID="{1AB2E7D1-08E3-487C-8502-4C5227C6AC90}" presName="accentRepeatNode" presStyleLbl="solidFgAcc1" presStyleIdx="0" presStyleCnt="4"/>
      <dgm:spPr/>
    </dgm:pt>
    <dgm:pt modelId="{A0CF63A2-8813-4AC3-BDC7-119846F74A28}" type="pres">
      <dgm:prSet presAssocID="{F3D17BBD-F4A2-4747-BC2E-2A6B5AE5ABE1}" presName="text_2" presStyleLbl="node1" presStyleIdx="1" presStyleCnt="4">
        <dgm:presLayoutVars>
          <dgm:bulletEnabled val="1"/>
        </dgm:presLayoutVars>
      </dgm:prSet>
      <dgm:spPr/>
    </dgm:pt>
    <dgm:pt modelId="{B1FBD877-2035-4361-A50D-2FB3A452A03E}" type="pres">
      <dgm:prSet presAssocID="{F3D17BBD-F4A2-4747-BC2E-2A6B5AE5ABE1}" presName="accent_2" presStyleCnt="0"/>
      <dgm:spPr/>
    </dgm:pt>
    <dgm:pt modelId="{29C20103-EBBA-4A5C-ABF2-7C0DA6CCDE8F}" type="pres">
      <dgm:prSet presAssocID="{F3D17BBD-F4A2-4747-BC2E-2A6B5AE5ABE1}" presName="accentRepeatNode" presStyleLbl="solidFgAcc1" presStyleIdx="1" presStyleCnt="4"/>
      <dgm:spPr/>
    </dgm:pt>
    <dgm:pt modelId="{4A743D22-4EF6-4B44-9098-0A427AB83BA1}" type="pres">
      <dgm:prSet presAssocID="{173069EC-9F24-4FFB-9D1E-34E563A261D2}" presName="text_3" presStyleLbl="node1" presStyleIdx="2" presStyleCnt="4">
        <dgm:presLayoutVars>
          <dgm:bulletEnabled val="1"/>
        </dgm:presLayoutVars>
      </dgm:prSet>
      <dgm:spPr/>
    </dgm:pt>
    <dgm:pt modelId="{43CB34D4-ACD3-445C-A6A2-5A26A3B6E644}" type="pres">
      <dgm:prSet presAssocID="{173069EC-9F24-4FFB-9D1E-34E563A261D2}" presName="accent_3" presStyleCnt="0"/>
      <dgm:spPr/>
    </dgm:pt>
    <dgm:pt modelId="{EBE1E81F-1DE3-4493-8A54-980DC88A3AEF}" type="pres">
      <dgm:prSet presAssocID="{173069EC-9F24-4FFB-9D1E-34E563A261D2}" presName="accentRepeatNode" presStyleLbl="solidFgAcc1" presStyleIdx="2" presStyleCnt="4"/>
      <dgm:spPr/>
    </dgm:pt>
    <dgm:pt modelId="{26D0C658-0DEA-41FE-AA8D-E7BD3DCE85A7}" type="pres">
      <dgm:prSet presAssocID="{9FD407FB-1BC2-4B36-8A68-49C27B5D945E}" presName="text_4" presStyleLbl="node1" presStyleIdx="3" presStyleCnt="4">
        <dgm:presLayoutVars>
          <dgm:bulletEnabled val="1"/>
        </dgm:presLayoutVars>
      </dgm:prSet>
      <dgm:spPr/>
    </dgm:pt>
    <dgm:pt modelId="{4446F18F-7F33-414D-9778-C78C90594B0B}" type="pres">
      <dgm:prSet presAssocID="{9FD407FB-1BC2-4B36-8A68-49C27B5D945E}" presName="accent_4" presStyleCnt="0"/>
      <dgm:spPr/>
    </dgm:pt>
    <dgm:pt modelId="{834CAF4E-3C6C-4BB7-9244-4946D5675A43}" type="pres">
      <dgm:prSet presAssocID="{9FD407FB-1BC2-4B36-8A68-49C27B5D945E}" presName="accentRepeatNode" presStyleLbl="solidFgAcc1" presStyleIdx="3" presStyleCnt="4"/>
      <dgm:spPr/>
    </dgm:pt>
  </dgm:ptLst>
  <dgm:cxnLst>
    <dgm:cxn modelId="{3E0BAF0A-0A76-48ED-8BD5-9D8BE34CFD58}" srcId="{9228AB2F-4F81-4BBB-8590-E8BD6AA9B50E}" destId="{9FD407FB-1BC2-4B36-8A68-49C27B5D945E}" srcOrd="3" destOrd="0" parTransId="{5D3C672B-9247-4FD6-8D97-9CE2CBB25E2D}" sibTransId="{38490853-98C6-4B5E-867D-E1B60BBB4A09}"/>
    <dgm:cxn modelId="{5CA1C829-EBDA-4E04-8346-B32353176D9C}" type="presOf" srcId="{9FD407FB-1BC2-4B36-8A68-49C27B5D945E}" destId="{26D0C658-0DEA-41FE-AA8D-E7BD3DCE85A7}" srcOrd="0" destOrd="0" presId="urn:microsoft.com/office/officeart/2008/layout/VerticalCurvedList"/>
    <dgm:cxn modelId="{D8BCF942-5E5E-40E6-8124-FDE98BFE17FE}" type="presOf" srcId="{173069EC-9F24-4FFB-9D1E-34E563A261D2}" destId="{4A743D22-4EF6-4B44-9098-0A427AB83BA1}" srcOrd="0" destOrd="0" presId="urn:microsoft.com/office/officeart/2008/layout/VerticalCurvedList"/>
    <dgm:cxn modelId="{453C0B7A-4586-45EF-B10E-6107CD734E02}" srcId="{9228AB2F-4F81-4BBB-8590-E8BD6AA9B50E}" destId="{1AB2E7D1-08E3-487C-8502-4C5227C6AC90}" srcOrd="0" destOrd="0" parTransId="{BD030205-1E9B-43B8-8753-3CE0B4D92671}" sibTransId="{80E4FA56-1BF0-4CDD-B404-1BF5B8A025E8}"/>
    <dgm:cxn modelId="{F1211E85-1AC0-49B8-B8B8-CF5011B2D8FC}" type="presOf" srcId="{9228AB2F-4F81-4BBB-8590-E8BD6AA9B50E}" destId="{0FBA508D-E9B8-471F-958C-E37AC3EC6D04}" srcOrd="0" destOrd="0" presId="urn:microsoft.com/office/officeart/2008/layout/VerticalCurvedList"/>
    <dgm:cxn modelId="{4E80FAA0-AFB5-4551-B762-AA908A571463}" type="presOf" srcId="{1AB2E7D1-08E3-487C-8502-4C5227C6AC90}" destId="{FBF1102A-B1BA-4C4B-9162-024A8E2AC59A}" srcOrd="0" destOrd="0" presId="urn:microsoft.com/office/officeart/2008/layout/VerticalCurvedList"/>
    <dgm:cxn modelId="{FD2115A5-4A3D-4018-B7CC-A66E6892DBAE}" srcId="{9228AB2F-4F81-4BBB-8590-E8BD6AA9B50E}" destId="{173069EC-9F24-4FFB-9D1E-34E563A261D2}" srcOrd="2" destOrd="0" parTransId="{225D43F6-579B-4CDF-A168-7FB883295B52}" sibTransId="{0AE3598D-067F-4D24-A0FA-E0D01DFEBC5A}"/>
    <dgm:cxn modelId="{AF873CBF-6BFC-40FF-B62A-2C77AC274021}" type="presOf" srcId="{80E4FA56-1BF0-4CDD-B404-1BF5B8A025E8}" destId="{8FA8BE55-8B65-4A34-8C4F-3F76C358D76A}" srcOrd="0" destOrd="0" presId="urn:microsoft.com/office/officeart/2008/layout/VerticalCurvedList"/>
    <dgm:cxn modelId="{1AAA1FF3-3D0D-4C35-960F-C976446BFE14}" type="presOf" srcId="{F3D17BBD-F4A2-4747-BC2E-2A6B5AE5ABE1}" destId="{A0CF63A2-8813-4AC3-BDC7-119846F74A28}" srcOrd="0" destOrd="0" presId="urn:microsoft.com/office/officeart/2008/layout/VerticalCurvedList"/>
    <dgm:cxn modelId="{D575B1F9-A87D-481B-B09F-18F3BC7749EE}" srcId="{9228AB2F-4F81-4BBB-8590-E8BD6AA9B50E}" destId="{F3D17BBD-F4A2-4747-BC2E-2A6B5AE5ABE1}" srcOrd="1" destOrd="0" parTransId="{EC5EF2CB-8C2C-49CF-AECB-6504D1F79737}" sibTransId="{414FD173-C383-405F-9537-BC32D0FFF5C2}"/>
    <dgm:cxn modelId="{ED968F58-6671-482A-8426-ECE808EC852D}" type="presParOf" srcId="{0FBA508D-E9B8-471F-958C-E37AC3EC6D04}" destId="{4B867A6A-6C40-4C83-92D4-2616A3A8EFD0}" srcOrd="0" destOrd="0" presId="urn:microsoft.com/office/officeart/2008/layout/VerticalCurvedList"/>
    <dgm:cxn modelId="{5EED9AF1-9DC3-4884-B416-C8D13BFD9C5C}" type="presParOf" srcId="{4B867A6A-6C40-4C83-92D4-2616A3A8EFD0}" destId="{AFC342A9-44C9-4A91-AEF8-C2C1428E6D9D}" srcOrd="0" destOrd="0" presId="urn:microsoft.com/office/officeart/2008/layout/VerticalCurvedList"/>
    <dgm:cxn modelId="{5A9E9CFF-8A6F-4679-A0D2-FEF3EE25B2A8}" type="presParOf" srcId="{AFC342A9-44C9-4A91-AEF8-C2C1428E6D9D}" destId="{1305E0D9-53FA-4722-A606-C0DDA3CFCAF5}" srcOrd="0" destOrd="0" presId="urn:microsoft.com/office/officeart/2008/layout/VerticalCurvedList"/>
    <dgm:cxn modelId="{27D04109-81F5-45CC-AD34-D370F9358F27}" type="presParOf" srcId="{AFC342A9-44C9-4A91-AEF8-C2C1428E6D9D}" destId="{8FA8BE55-8B65-4A34-8C4F-3F76C358D76A}" srcOrd="1" destOrd="0" presId="urn:microsoft.com/office/officeart/2008/layout/VerticalCurvedList"/>
    <dgm:cxn modelId="{585E97E1-EA57-4D69-BCDD-70CE9941083C}" type="presParOf" srcId="{AFC342A9-44C9-4A91-AEF8-C2C1428E6D9D}" destId="{84F69DDD-8C57-4A11-9350-E2B57BE7A262}" srcOrd="2" destOrd="0" presId="urn:microsoft.com/office/officeart/2008/layout/VerticalCurvedList"/>
    <dgm:cxn modelId="{215AFE5F-665F-4C90-BB98-0E7D28B593B4}" type="presParOf" srcId="{AFC342A9-44C9-4A91-AEF8-C2C1428E6D9D}" destId="{91B036C9-6485-4EC5-AEA9-E52309B45620}" srcOrd="3" destOrd="0" presId="urn:microsoft.com/office/officeart/2008/layout/VerticalCurvedList"/>
    <dgm:cxn modelId="{D46D7DE8-9DC9-4ECB-91D9-D093D8294EB3}" type="presParOf" srcId="{4B867A6A-6C40-4C83-92D4-2616A3A8EFD0}" destId="{FBF1102A-B1BA-4C4B-9162-024A8E2AC59A}" srcOrd="1" destOrd="0" presId="urn:microsoft.com/office/officeart/2008/layout/VerticalCurvedList"/>
    <dgm:cxn modelId="{3F903C27-E56B-4BC6-83E6-3AD67B42A34B}" type="presParOf" srcId="{4B867A6A-6C40-4C83-92D4-2616A3A8EFD0}" destId="{AB977F18-5157-4BFC-962C-DE83D5B68F6A}" srcOrd="2" destOrd="0" presId="urn:microsoft.com/office/officeart/2008/layout/VerticalCurvedList"/>
    <dgm:cxn modelId="{611D0BAF-0962-4CED-BADE-00E3E7E66F11}" type="presParOf" srcId="{AB977F18-5157-4BFC-962C-DE83D5B68F6A}" destId="{9B8B93F6-3682-4393-A4B4-81678DF6FDFA}" srcOrd="0" destOrd="0" presId="urn:microsoft.com/office/officeart/2008/layout/VerticalCurvedList"/>
    <dgm:cxn modelId="{00A5277A-1CD3-4AEB-BCB5-4004C16BCFF5}" type="presParOf" srcId="{4B867A6A-6C40-4C83-92D4-2616A3A8EFD0}" destId="{A0CF63A2-8813-4AC3-BDC7-119846F74A28}" srcOrd="3" destOrd="0" presId="urn:microsoft.com/office/officeart/2008/layout/VerticalCurvedList"/>
    <dgm:cxn modelId="{DFCD993F-928C-4C8D-97C6-C05CFE89E00C}" type="presParOf" srcId="{4B867A6A-6C40-4C83-92D4-2616A3A8EFD0}" destId="{B1FBD877-2035-4361-A50D-2FB3A452A03E}" srcOrd="4" destOrd="0" presId="urn:microsoft.com/office/officeart/2008/layout/VerticalCurvedList"/>
    <dgm:cxn modelId="{2ACC21CA-C699-4F89-913E-79894728832A}" type="presParOf" srcId="{B1FBD877-2035-4361-A50D-2FB3A452A03E}" destId="{29C20103-EBBA-4A5C-ABF2-7C0DA6CCDE8F}" srcOrd="0" destOrd="0" presId="urn:microsoft.com/office/officeart/2008/layout/VerticalCurvedList"/>
    <dgm:cxn modelId="{92AA903A-B77F-4003-BD83-30CA30234C1C}" type="presParOf" srcId="{4B867A6A-6C40-4C83-92D4-2616A3A8EFD0}" destId="{4A743D22-4EF6-4B44-9098-0A427AB83BA1}" srcOrd="5" destOrd="0" presId="urn:microsoft.com/office/officeart/2008/layout/VerticalCurvedList"/>
    <dgm:cxn modelId="{BAF573BA-9DED-4269-A67D-193DD7810189}" type="presParOf" srcId="{4B867A6A-6C40-4C83-92D4-2616A3A8EFD0}" destId="{43CB34D4-ACD3-445C-A6A2-5A26A3B6E644}" srcOrd="6" destOrd="0" presId="urn:microsoft.com/office/officeart/2008/layout/VerticalCurvedList"/>
    <dgm:cxn modelId="{9356548C-F83F-43F9-BB9A-C20960E230D5}" type="presParOf" srcId="{43CB34D4-ACD3-445C-A6A2-5A26A3B6E644}" destId="{EBE1E81F-1DE3-4493-8A54-980DC88A3AEF}" srcOrd="0" destOrd="0" presId="urn:microsoft.com/office/officeart/2008/layout/VerticalCurvedList"/>
    <dgm:cxn modelId="{36FB1E01-A6A6-4C27-875F-A8E5E45E2B41}" type="presParOf" srcId="{4B867A6A-6C40-4C83-92D4-2616A3A8EFD0}" destId="{26D0C658-0DEA-41FE-AA8D-E7BD3DCE85A7}" srcOrd="7" destOrd="0" presId="urn:microsoft.com/office/officeart/2008/layout/VerticalCurvedList"/>
    <dgm:cxn modelId="{F1598C35-74F5-4337-BAEB-7424EC57AC09}" type="presParOf" srcId="{4B867A6A-6C40-4C83-92D4-2616A3A8EFD0}" destId="{4446F18F-7F33-414D-9778-C78C90594B0B}" srcOrd="8" destOrd="0" presId="urn:microsoft.com/office/officeart/2008/layout/VerticalCurvedList"/>
    <dgm:cxn modelId="{4A4F741C-F4C5-4A40-A365-708BC8E6F1B2}" type="presParOf" srcId="{4446F18F-7F33-414D-9778-C78C90594B0B}" destId="{834CAF4E-3C6C-4BB7-9244-4946D5675A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3E0A1234-5764-4AA8-BDEF-F42C8E2F514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4B61B3-A4F3-484D-94FF-3D8A25E204B0}">
      <dgm:prSet/>
      <dgm:spPr/>
      <dgm:t>
        <a:bodyPr/>
        <a:lstStyle/>
        <a:p>
          <a:r>
            <a:rPr lang="uk-UA" b="0" i="0"/>
            <a:t>рішення Переяславської ради.</a:t>
          </a:r>
          <a:endParaRPr lang="uk-UA"/>
        </a:p>
      </dgm:t>
    </dgm:pt>
    <dgm:pt modelId="{65C7337A-6647-46AA-A4DD-9AFBA9BD1DC8}" type="parTrans" cxnId="{FB52B1E7-8762-43B8-BE64-2BD7D525D59D}">
      <dgm:prSet/>
      <dgm:spPr/>
      <dgm:t>
        <a:bodyPr/>
        <a:lstStyle/>
        <a:p>
          <a:endParaRPr lang="uk-UA"/>
        </a:p>
      </dgm:t>
    </dgm:pt>
    <dgm:pt modelId="{4E61948A-F9B5-44F2-9F4C-9949EA911ADB}" type="sibTrans" cxnId="{FB52B1E7-8762-43B8-BE64-2BD7D525D59D}">
      <dgm:prSet/>
      <dgm:spPr/>
      <dgm:t>
        <a:bodyPr/>
        <a:lstStyle/>
        <a:p>
          <a:endParaRPr lang="uk-UA"/>
        </a:p>
      </dgm:t>
    </dgm:pt>
    <dgm:pt modelId="{8DD46F59-CAAE-48A1-B5DA-B3ACE6B3D92D}">
      <dgm:prSet/>
      <dgm:spPr/>
      <dgm:t>
        <a:bodyPr/>
        <a:lstStyle/>
        <a:p>
          <a:r>
            <a:rPr lang="uk-UA" b="0" i="0"/>
            <a:t>підписання Гадяцьких пунктів.</a:t>
          </a:r>
          <a:endParaRPr lang="uk-UA"/>
        </a:p>
      </dgm:t>
    </dgm:pt>
    <dgm:pt modelId="{6A525FF5-427D-407A-9DE5-1A453C899D27}" type="parTrans" cxnId="{CC0BD30D-86C1-4632-B7E4-6D29628D290D}">
      <dgm:prSet/>
      <dgm:spPr/>
      <dgm:t>
        <a:bodyPr/>
        <a:lstStyle/>
        <a:p>
          <a:endParaRPr lang="uk-UA"/>
        </a:p>
      </dgm:t>
    </dgm:pt>
    <dgm:pt modelId="{4993CF07-6C29-45C1-A0FD-0A154919AB4F}" type="sibTrans" cxnId="{CC0BD30D-86C1-4632-B7E4-6D29628D290D}">
      <dgm:prSet/>
      <dgm:spPr/>
      <dgm:t>
        <a:bodyPr/>
        <a:lstStyle/>
        <a:p>
          <a:endParaRPr lang="uk-UA"/>
        </a:p>
      </dgm:t>
    </dgm:pt>
    <dgm:pt modelId="{BF501F09-CBB3-4837-824F-8DCFC4B73B4A}">
      <dgm:prSet/>
      <dgm:spPr/>
      <dgm:t>
        <a:bodyPr/>
        <a:lstStyle/>
        <a:p>
          <a:r>
            <a:rPr lang="uk-UA" b="0" i="0" dirty="0"/>
            <a:t>поразку козацького війська в битві під Берестечком.</a:t>
          </a:r>
          <a:endParaRPr lang="uk-UA" dirty="0"/>
        </a:p>
      </dgm:t>
    </dgm:pt>
    <dgm:pt modelId="{0175E990-F955-4233-9C98-7E0406EEBE61}" type="parTrans" cxnId="{41EEAC52-2E17-47FD-BCFE-449CEACD2C99}">
      <dgm:prSet/>
      <dgm:spPr/>
      <dgm:t>
        <a:bodyPr/>
        <a:lstStyle/>
        <a:p>
          <a:endParaRPr lang="uk-UA"/>
        </a:p>
      </dgm:t>
    </dgm:pt>
    <dgm:pt modelId="{23250F0F-5CA4-4D6D-A569-BD99A2752C9A}" type="sibTrans" cxnId="{41EEAC52-2E17-47FD-BCFE-449CEACD2C99}">
      <dgm:prSet/>
      <dgm:spPr/>
      <dgm:t>
        <a:bodyPr/>
        <a:lstStyle/>
        <a:p>
          <a:endParaRPr lang="uk-UA"/>
        </a:p>
      </dgm:t>
    </dgm:pt>
    <dgm:pt modelId="{7E5631D3-F307-4EC7-8FA1-976D36ADA77F}">
      <dgm:prSet/>
      <dgm:spPr/>
      <dgm:t>
        <a:bodyPr/>
        <a:lstStyle/>
        <a:p>
          <a:r>
            <a:rPr lang="uk-UA" b="0" i="0" dirty="0"/>
            <a:t>укладення династичного союзу з Молдавським князівством</a:t>
          </a:r>
          <a:endParaRPr lang="uk-UA" dirty="0"/>
        </a:p>
      </dgm:t>
    </dgm:pt>
    <dgm:pt modelId="{255A62A5-3B48-4968-B7E9-E7849B2247DC}" type="parTrans" cxnId="{B3602C89-82F4-4559-9CFE-68D5B87534F7}">
      <dgm:prSet/>
      <dgm:spPr/>
      <dgm:t>
        <a:bodyPr/>
        <a:lstStyle/>
        <a:p>
          <a:endParaRPr lang="uk-UA"/>
        </a:p>
      </dgm:t>
    </dgm:pt>
    <dgm:pt modelId="{01D7862C-72D5-4F20-AB01-B630679935BC}" type="sibTrans" cxnId="{B3602C89-82F4-4559-9CFE-68D5B87534F7}">
      <dgm:prSet/>
      <dgm:spPr/>
      <dgm:t>
        <a:bodyPr/>
        <a:lstStyle/>
        <a:p>
          <a:endParaRPr lang="uk-UA"/>
        </a:p>
      </dgm:t>
    </dgm:pt>
    <dgm:pt modelId="{B33C4AE9-6D8E-4BDD-8EBA-C9E2E217581A}" type="pres">
      <dgm:prSet presAssocID="{3E0A1234-5764-4AA8-BDEF-F42C8E2F5142}" presName="Name0" presStyleCnt="0">
        <dgm:presLayoutVars>
          <dgm:chMax val="7"/>
          <dgm:chPref val="7"/>
          <dgm:dir/>
        </dgm:presLayoutVars>
      </dgm:prSet>
      <dgm:spPr/>
    </dgm:pt>
    <dgm:pt modelId="{3687BD92-7818-4CEB-9945-712FFDA8A76F}" type="pres">
      <dgm:prSet presAssocID="{3E0A1234-5764-4AA8-BDEF-F42C8E2F5142}" presName="Name1" presStyleCnt="0"/>
      <dgm:spPr/>
    </dgm:pt>
    <dgm:pt modelId="{634F10F8-C45A-478B-B313-1DB3988E0735}" type="pres">
      <dgm:prSet presAssocID="{3E0A1234-5764-4AA8-BDEF-F42C8E2F5142}" presName="cycle" presStyleCnt="0"/>
      <dgm:spPr/>
    </dgm:pt>
    <dgm:pt modelId="{AE42BF13-8201-414D-A627-997BFF7DD391}" type="pres">
      <dgm:prSet presAssocID="{3E0A1234-5764-4AA8-BDEF-F42C8E2F5142}" presName="srcNode" presStyleLbl="node1" presStyleIdx="0" presStyleCnt="4"/>
      <dgm:spPr/>
    </dgm:pt>
    <dgm:pt modelId="{29AD9E91-4B82-483C-8A7E-E33650972E60}" type="pres">
      <dgm:prSet presAssocID="{3E0A1234-5764-4AA8-BDEF-F42C8E2F5142}" presName="conn" presStyleLbl="parChTrans1D2" presStyleIdx="0" presStyleCnt="1"/>
      <dgm:spPr/>
    </dgm:pt>
    <dgm:pt modelId="{90C85E5A-88B2-4505-82D8-3F40A86DCA5D}" type="pres">
      <dgm:prSet presAssocID="{3E0A1234-5764-4AA8-BDEF-F42C8E2F5142}" presName="extraNode" presStyleLbl="node1" presStyleIdx="0" presStyleCnt="4"/>
      <dgm:spPr/>
    </dgm:pt>
    <dgm:pt modelId="{9D0A87B6-7780-4867-976B-01FA6C26E294}" type="pres">
      <dgm:prSet presAssocID="{3E0A1234-5764-4AA8-BDEF-F42C8E2F5142}" presName="dstNode" presStyleLbl="node1" presStyleIdx="0" presStyleCnt="4"/>
      <dgm:spPr/>
    </dgm:pt>
    <dgm:pt modelId="{4B303CD4-47D7-4607-BB26-F9B7B70D73F2}" type="pres">
      <dgm:prSet presAssocID="{9B4B61B3-A4F3-484D-94FF-3D8A25E204B0}" presName="text_1" presStyleLbl="node1" presStyleIdx="0" presStyleCnt="4">
        <dgm:presLayoutVars>
          <dgm:bulletEnabled val="1"/>
        </dgm:presLayoutVars>
      </dgm:prSet>
      <dgm:spPr/>
    </dgm:pt>
    <dgm:pt modelId="{FEA872EF-B317-4D44-A5F0-92C8113CA9FE}" type="pres">
      <dgm:prSet presAssocID="{9B4B61B3-A4F3-484D-94FF-3D8A25E204B0}" presName="accent_1" presStyleCnt="0"/>
      <dgm:spPr/>
    </dgm:pt>
    <dgm:pt modelId="{69BB6863-B867-4DF7-937D-73EF6AAD5925}" type="pres">
      <dgm:prSet presAssocID="{9B4B61B3-A4F3-484D-94FF-3D8A25E204B0}" presName="accentRepeatNode" presStyleLbl="solidFgAcc1" presStyleIdx="0" presStyleCnt="4"/>
      <dgm:spPr/>
    </dgm:pt>
    <dgm:pt modelId="{01640137-4330-47BC-B315-E1692F94FFF2}" type="pres">
      <dgm:prSet presAssocID="{8DD46F59-CAAE-48A1-B5DA-B3ACE6B3D92D}" presName="text_2" presStyleLbl="node1" presStyleIdx="1" presStyleCnt="4">
        <dgm:presLayoutVars>
          <dgm:bulletEnabled val="1"/>
        </dgm:presLayoutVars>
      </dgm:prSet>
      <dgm:spPr/>
    </dgm:pt>
    <dgm:pt modelId="{87F93C6A-0FD3-486F-B5BB-ED53D09039DB}" type="pres">
      <dgm:prSet presAssocID="{8DD46F59-CAAE-48A1-B5DA-B3ACE6B3D92D}" presName="accent_2" presStyleCnt="0"/>
      <dgm:spPr/>
    </dgm:pt>
    <dgm:pt modelId="{138E174F-7527-4378-9575-04691ACD813A}" type="pres">
      <dgm:prSet presAssocID="{8DD46F59-CAAE-48A1-B5DA-B3ACE6B3D92D}" presName="accentRepeatNode" presStyleLbl="solidFgAcc1" presStyleIdx="1" presStyleCnt="4"/>
      <dgm:spPr/>
    </dgm:pt>
    <dgm:pt modelId="{E9BBF49E-150B-4C94-B97F-AB49D2155E2A}" type="pres">
      <dgm:prSet presAssocID="{BF501F09-CBB3-4837-824F-8DCFC4B73B4A}" presName="text_3" presStyleLbl="node1" presStyleIdx="2" presStyleCnt="4">
        <dgm:presLayoutVars>
          <dgm:bulletEnabled val="1"/>
        </dgm:presLayoutVars>
      </dgm:prSet>
      <dgm:spPr/>
    </dgm:pt>
    <dgm:pt modelId="{75A97919-B7F7-4A21-9DA6-D13E301DE275}" type="pres">
      <dgm:prSet presAssocID="{BF501F09-CBB3-4837-824F-8DCFC4B73B4A}" presName="accent_3" presStyleCnt="0"/>
      <dgm:spPr/>
    </dgm:pt>
    <dgm:pt modelId="{DA5880C5-0948-4A4F-9BA3-E7FAA0051650}" type="pres">
      <dgm:prSet presAssocID="{BF501F09-CBB3-4837-824F-8DCFC4B73B4A}" presName="accentRepeatNode" presStyleLbl="solidFgAcc1" presStyleIdx="2" presStyleCnt="4"/>
      <dgm:spPr/>
    </dgm:pt>
    <dgm:pt modelId="{7694FB31-80A3-44CD-A920-4D54AADEF693}" type="pres">
      <dgm:prSet presAssocID="{7E5631D3-F307-4EC7-8FA1-976D36ADA77F}" presName="text_4" presStyleLbl="node1" presStyleIdx="3" presStyleCnt="4">
        <dgm:presLayoutVars>
          <dgm:bulletEnabled val="1"/>
        </dgm:presLayoutVars>
      </dgm:prSet>
      <dgm:spPr/>
    </dgm:pt>
    <dgm:pt modelId="{9C04C0DD-808C-498B-89DF-A1ACB46F601C}" type="pres">
      <dgm:prSet presAssocID="{7E5631D3-F307-4EC7-8FA1-976D36ADA77F}" presName="accent_4" presStyleCnt="0"/>
      <dgm:spPr/>
    </dgm:pt>
    <dgm:pt modelId="{A0D9EDF7-EA11-4FC0-8876-C0AFE37A6463}" type="pres">
      <dgm:prSet presAssocID="{7E5631D3-F307-4EC7-8FA1-976D36ADA77F}" presName="accentRepeatNode" presStyleLbl="solidFgAcc1" presStyleIdx="3" presStyleCnt="4"/>
      <dgm:spPr/>
    </dgm:pt>
  </dgm:ptLst>
  <dgm:cxnLst>
    <dgm:cxn modelId="{CC0BD30D-86C1-4632-B7E4-6D29628D290D}" srcId="{3E0A1234-5764-4AA8-BDEF-F42C8E2F5142}" destId="{8DD46F59-CAAE-48A1-B5DA-B3ACE6B3D92D}" srcOrd="1" destOrd="0" parTransId="{6A525FF5-427D-407A-9DE5-1A453C899D27}" sibTransId="{4993CF07-6C29-45C1-A0FD-0A154919AB4F}"/>
    <dgm:cxn modelId="{FF9AFA11-97FC-4C84-8E34-3AE1C7136D92}" type="presOf" srcId="{9B4B61B3-A4F3-484D-94FF-3D8A25E204B0}" destId="{4B303CD4-47D7-4607-BB26-F9B7B70D73F2}" srcOrd="0" destOrd="0" presId="urn:microsoft.com/office/officeart/2008/layout/VerticalCurvedList"/>
    <dgm:cxn modelId="{403B191E-1172-4B4B-92B8-4329B8DC0342}" type="presOf" srcId="{7E5631D3-F307-4EC7-8FA1-976D36ADA77F}" destId="{7694FB31-80A3-44CD-A920-4D54AADEF693}" srcOrd="0" destOrd="0" presId="urn:microsoft.com/office/officeart/2008/layout/VerticalCurvedList"/>
    <dgm:cxn modelId="{49792B27-1EBA-4945-B03C-D7830D468C25}" type="presOf" srcId="{3E0A1234-5764-4AA8-BDEF-F42C8E2F5142}" destId="{B33C4AE9-6D8E-4BDD-8EBA-C9E2E217581A}" srcOrd="0" destOrd="0" presId="urn:microsoft.com/office/officeart/2008/layout/VerticalCurvedList"/>
    <dgm:cxn modelId="{43CA332D-2595-4066-B58A-6212078D77B3}" type="presOf" srcId="{8DD46F59-CAAE-48A1-B5DA-B3ACE6B3D92D}" destId="{01640137-4330-47BC-B315-E1692F94FFF2}" srcOrd="0" destOrd="0" presId="urn:microsoft.com/office/officeart/2008/layout/VerticalCurvedList"/>
    <dgm:cxn modelId="{41EEAC52-2E17-47FD-BCFE-449CEACD2C99}" srcId="{3E0A1234-5764-4AA8-BDEF-F42C8E2F5142}" destId="{BF501F09-CBB3-4837-824F-8DCFC4B73B4A}" srcOrd="2" destOrd="0" parTransId="{0175E990-F955-4233-9C98-7E0406EEBE61}" sibTransId="{23250F0F-5CA4-4D6D-A569-BD99A2752C9A}"/>
    <dgm:cxn modelId="{B3602C89-82F4-4559-9CFE-68D5B87534F7}" srcId="{3E0A1234-5764-4AA8-BDEF-F42C8E2F5142}" destId="{7E5631D3-F307-4EC7-8FA1-976D36ADA77F}" srcOrd="3" destOrd="0" parTransId="{255A62A5-3B48-4968-B7E9-E7849B2247DC}" sibTransId="{01D7862C-72D5-4F20-AB01-B630679935BC}"/>
    <dgm:cxn modelId="{753BBC8A-D3A6-4B62-89E4-E3B8B443D417}" type="presOf" srcId="{BF501F09-CBB3-4837-824F-8DCFC4B73B4A}" destId="{E9BBF49E-150B-4C94-B97F-AB49D2155E2A}" srcOrd="0" destOrd="0" presId="urn:microsoft.com/office/officeart/2008/layout/VerticalCurvedList"/>
    <dgm:cxn modelId="{8F49BDC8-142E-4208-9D08-C6362C82D38E}" type="presOf" srcId="{4E61948A-F9B5-44F2-9F4C-9949EA911ADB}" destId="{29AD9E91-4B82-483C-8A7E-E33650972E60}" srcOrd="0" destOrd="0" presId="urn:microsoft.com/office/officeart/2008/layout/VerticalCurvedList"/>
    <dgm:cxn modelId="{FB52B1E7-8762-43B8-BE64-2BD7D525D59D}" srcId="{3E0A1234-5764-4AA8-BDEF-F42C8E2F5142}" destId="{9B4B61B3-A4F3-484D-94FF-3D8A25E204B0}" srcOrd="0" destOrd="0" parTransId="{65C7337A-6647-46AA-A4DD-9AFBA9BD1DC8}" sibTransId="{4E61948A-F9B5-44F2-9F4C-9949EA911ADB}"/>
    <dgm:cxn modelId="{7F34689C-360A-4FF5-B05C-5EBE49CEF1B1}" type="presParOf" srcId="{B33C4AE9-6D8E-4BDD-8EBA-C9E2E217581A}" destId="{3687BD92-7818-4CEB-9945-712FFDA8A76F}" srcOrd="0" destOrd="0" presId="urn:microsoft.com/office/officeart/2008/layout/VerticalCurvedList"/>
    <dgm:cxn modelId="{E402FFB4-B87B-476C-9546-CB425447A8B9}" type="presParOf" srcId="{3687BD92-7818-4CEB-9945-712FFDA8A76F}" destId="{634F10F8-C45A-478B-B313-1DB3988E0735}" srcOrd="0" destOrd="0" presId="urn:microsoft.com/office/officeart/2008/layout/VerticalCurvedList"/>
    <dgm:cxn modelId="{25A74537-4EB4-4A59-817A-A42A9171EA72}" type="presParOf" srcId="{634F10F8-C45A-478B-B313-1DB3988E0735}" destId="{AE42BF13-8201-414D-A627-997BFF7DD391}" srcOrd="0" destOrd="0" presId="urn:microsoft.com/office/officeart/2008/layout/VerticalCurvedList"/>
    <dgm:cxn modelId="{9107B369-E198-4A84-9823-BB22482B770F}" type="presParOf" srcId="{634F10F8-C45A-478B-B313-1DB3988E0735}" destId="{29AD9E91-4B82-483C-8A7E-E33650972E60}" srcOrd="1" destOrd="0" presId="urn:microsoft.com/office/officeart/2008/layout/VerticalCurvedList"/>
    <dgm:cxn modelId="{48D04A79-4EE6-4127-851B-BC658F56EC8F}" type="presParOf" srcId="{634F10F8-C45A-478B-B313-1DB3988E0735}" destId="{90C85E5A-88B2-4505-82D8-3F40A86DCA5D}" srcOrd="2" destOrd="0" presId="urn:microsoft.com/office/officeart/2008/layout/VerticalCurvedList"/>
    <dgm:cxn modelId="{9E4CA279-6A94-4678-AEA1-6F33DCB9B4C2}" type="presParOf" srcId="{634F10F8-C45A-478B-B313-1DB3988E0735}" destId="{9D0A87B6-7780-4867-976B-01FA6C26E294}" srcOrd="3" destOrd="0" presId="urn:microsoft.com/office/officeart/2008/layout/VerticalCurvedList"/>
    <dgm:cxn modelId="{BDF241A3-FB0B-4AAD-8457-D105591CD056}" type="presParOf" srcId="{3687BD92-7818-4CEB-9945-712FFDA8A76F}" destId="{4B303CD4-47D7-4607-BB26-F9B7B70D73F2}" srcOrd="1" destOrd="0" presId="urn:microsoft.com/office/officeart/2008/layout/VerticalCurvedList"/>
    <dgm:cxn modelId="{DA78D433-8D75-4EC6-BD88-D22F0DFA4AA3}" type="presParOf" srcId="{3687BD92-7818-4CEB-9945-712FFDA8A76F}" destId="{FEA872EF-B317-4D44-A5F0-92C8113CA9FE}" srcOrd="2" destOrd="0" presId="urn:microsoft.com/office/officeart/2008/layout/VerticalCurvedList"/>
    <dgm:cxn modelId="{2E6FB93F-A38E-4018-8A98-0FED19B5862A}" type="presParOf" srcId="{FEA872EF-B317-4D44-A5F0-92C8113CA9FE}" destId="{69BB6863-B867-4DF7-937D-73EF6AAD5925}" srcOrd="0" destOrd="0" presId="urn:microsoft.com/office/officeart/2008/layout/VerticalCurvedList"/>
    <dgm:cxn modelId="{BF65D6C2-E4AF-4A7E-8546-079D3B6D05B5}" type="presParOf" srcId="{3687BD92-7818-4CEB-9945-712FFDA8A76F}" destId="{01640137-4330-47BC-B315-E1692F94FFF2}" srcOrd="3" destOrd="0" presId="urn:microsoft.com/office/officeart/2008/layout/VerticalCurvedList"/>
    <dgm:cxn modelId="{A4E44AE9-FE39-494F-AA30-FD287AE4F193}" type="presParOf" srcId="{3687BD92-7818-4CEB-9945-712FFDA8A76F}" destId="{87F93C6A-0FD3-486F-B5BB-ED53D09039DB}" srcOrd="4" destOrd="0" presId="urn:microsoft.com/office/officeart/2008/layout/VerticalCurvedList"/>
    <dgm:cxn modelId="{59220D34-1F57-44C4-9A38-549DA32A9E98}" type="presParOf" srcId="{87F93C6A-0FD3-486F-B5BB-ED53D09039DB}" destId="{138E174F-7527-4378-9575-04691ACD813A}" srcOrd="0" destOrd="0" presId="urn:microsoft.com/office/officeart/2008/layout/VerticalCurvedList"/>
    <dgm:cxn modelId="{BA0C43F4-C71E-4B24-B165-F80CFCA9B437}" type="presParOf" srcId="{3687BD92-7818-4CEB-9945-712FFDA8A76F}" destId="{E9BBF49E-150B-4C94-B97F-AB49D2155E2A}" srcOrd="5" destOrd="0" presId="urn:microsoft.com/office/officeart/2008/layout/VerticalCurvedList"/>
    <dgm:cxn modelId="{2355D9CD-CC7F-48C1-9C2A-80349B381C0F}" type="presParOf" srcId="{3687BD92-7818-4CEB-9945-712FFDA8A76F}" destId="{75A97919-B7F7-4A21-9DA6-D13E301DE275}" srcOrd="6" destOrd="0" presId="urn:microsoft.com/office/officeart/2008/layout/VerticalCurvedList"/>
    <dgm:cxn modelId="{3246BF68-9844-44B3-9302-9DDB991A8922}" type="presParOf" srcId="{75A97919-B7F7-4A21-9DA6-D13E301DE275}" destId="{DA5880C5-0948-4A4F-9BA3-E7FAA0051650}" srcOrd="0" destOrd="0" presId="urn:microsoft.com/office/officeart/2008/layout/VerticalCurvedList"/>
    <dgm:cxn modelId="{EE4D356D-3467-44BE-B4FC-0E441D6A88B2}" type="presParOf" srcId="{3687BD92-7818-4CEB-9945-712FFDA8A76F}" destId="{7694FB31-80A3-44CD-A920-4D54AADEF693}" srcOrd="7" destOrd="0" presId="urn:microsoft.com/office/officeart/2008/layout/VerticalCurvedList"/>
    <dgm:cxn modelId="{3F368C27-CB0F-4B41-8E3C-F7713ACC0634}" type="presParOf" srcId="{3687BD92-7818-4CEB-9945-712FFDA8A76F}" destId="{9C04C0DD-808C-498B-89DF-A1ACB46F601C}" srcOrd="8" destOrd="0" presId="urn:microsoft.com/office/officeart/2008/layout/VerticalCurvedList"/>
    <dgm:cxn modelId="{34691E70-A996-4D35-8C26-AB546770272D}" type="presParOf" srcId="{9C04C0DD-808C-498B-89DF-A1ACB46F601C}" destId="{A0D9EDF7-EA11-4FC0-8876-C0AFE37A646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086887F2-0783-4511-A307-0072B224E7C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A278B4-60B5-41F7-995A-08A56B60896D}">
      <dgm:prSet/>
      <dgm:spPr/>
      <dgm:t>
        <a:bodyPr/>
        <a:lstStyle/>
        <a:p>
          <a:r>
            <a:rPr lang="ru-RU" b="0" i="0"/>
            <a:t>«Березневих статей».</a:t>
          </a:r>
          <a:endParaRPr lang="uk-UA"/>
        </a:p>
      </dgm:t>
    </dgm:pt>
    <dgm:pt modelId="{07AB4B2F-5325-4B1A-A402-6081048BB91B}" type="parTrans" cxnId="{42674352-D101-42F5-B115-310B8237BF93}">
      <dgm:prSet/>
      <dgm:spPr/>
      <dgm:t>
        <a:bodyPr/>
        <a:lstStyle/>
        <a:p>
          <a:endParaRPr lang="uk-UA"/>
        </a:p>
      </dgm:t>
    </dgm:pt>
    <dgm:pt modelId="{6FFB8A4B-B727-460F-AF1F-815BB35964EF}" type="sibTrans" cxnId="{42674352-D101-42F5-B115-310B8237BF93}">
      <dgm:prSet/>
      <dgm:spPr/>
      <dgm:t>
        <a:bodyPr/>
        <a:lstStyle/>
        <a:p>
          <a:endParaRPr lang="uk-UA"/>
        </a:p>
      </dgm:t>
    </dgm:pt>
    <dgm:pt modelId="{1F529095-FC79-455D-9F93-0C890A501188}">
      <dgm:prSet/>
      <dgm:spPr/>
      <dgm:t>
        <a:bodyPr/>
        <a:lstStyle/>
        <a:p>
          <a:r>
            <a:rPr lang="ru-RU" b="0" i="0"/>
            <a:t>Гадяцьких пунктів.</a:t>
          </a:r>
          <a:endParaRPr lang="uk-UA"/>
        </a:p>
      </dgm:t>
    </dgm:pt>
    <dgm:pt modelId="{33F53889-A9E6-4003-862F-37EC2585B24B}" type="parTrans" cxnId="{43789B4F-0408-4208-AD9B-EF8B1F839047}">
      <dgm:prSet/>
      <dgm:spPr/>
      <dgm:t>
        <a:bodyPr/>
        <a:lstStyle/>
        <a:p>
          <a:endParaRPr lang="uk-UA"/>
        </a:p>
      </dgm:t>
    </dgm:pt>
    <dgm:pt modelId="{71276E36-B7FE-46FB-99EE-BA42EC4736E2}" type="sibTrans" cxnId="{43789B4F-0408-4208-AD9B-EF8B1F839047}">
      <dgm:prSet/>
      <dgm:spPr/>
      <dgm:t>
        <a:bodyPr/>
        <a:lstStyle/>
        <a:p>
          <a:endParaRPr lang="uk-UA"/>
        </a:p>
      </dgm:t>
    </dgm:pt>
    <dgm:pt modelId="{5A09CA8B-73B6-4AFE-80C1-5ABA357DDCDA}">
      <dgm:prSet/>
      <dgm:spPr/>
      <dgm:t>
        <a:bodyPr/>
        <a:lstStyle/>
        <a:p>
          <a:r>
            <a:rPr lang="ru-RU" b="0" i="0" dirty="0" err="1"/>
            <a:t>Зборівського</a:t>
          </a:r>
          <a:r>
            <a:rPr lang="ru-RU" b="0" i="0" dirty="0"/>
            <a:t> договору.</a:t>
          </a:r>
          <a:endParaRPr lang="uk-UA" dirty="0"/>
        </a:p>
      </dgm:t>
    </dgm:pt>
    <dgm:pt modelId="{1BF2CE54-79F2-4574-892E-EA0229226B0F}" type="parTrans" cxnId="{74F635B6-B0FF-456D-B78B-0AE4853975AE}">
      <dgm:prSet/>
      <dgm:spPr/>
      <dgm:t>
        <a:bodyPr/>
        <a:lstStyle/>
        <a:p>
          <a:endParaRPr lang="uk-UA"/>
        </a:p>
      </dgm:t>
    </dgm:pt>
    <dgm:pt modelId="{4E6A5B8D-FDA5-46E7-9245-A8AFA4BFD331}" type="sibTrans" cxnId="{74F635B6-B0FF-456D-B78B-0AE4853975AE}">
      <dgm:prSet/>
      <dgm:spPr/>
      <dgm:t>
        <a:bodyPr/>
        <a:lstStyle/>
        <a:p>
          <a:endParaRPr lang="uk-UA"/>
        </a:p>
      </dgm:t>
    </dgm:pt>
    <dgm:pt modelId="{68259043-2A5D-4290-83F6-310432D83E6D}">
      <dgm:prSet/>
      <dgm:spPr/>
      <dgm:t>
        <a:bodyPr/>
        <a:lstStyle/>
        <a:p>
          <a:r>
            <a:rPr lang="ru-RU" b="0" i="0" dirty="0" err="1"/>
            <a:t>Віленського</a:t>
          </a:r>
          <a:r>
            <a:rPr lang="ru-RU" b="0" i="0" dirty="0"/>
            <a:t> </a:t>
          </a:r>
          <a:r>
            <a:rPr lang="ru-RU" b="0" i="0" dirty="0" err="1"/>
            <a:t>перемир’я</a:t>
          </a:r>
          <a:r>
            <a:rPr lang="ru-RU" b="0" i="0" dirty="0"/>
            <a:t>.</a:t>
          </a:r>
          <a:endParaRPr lang="uk-UA" dirty="0"/>
        </a:p>
      </dgm:t>
    </dgm:pt>
    <dgm:pt modelId="{1F161747-CBDD-47A2-8FBE-9A13AC544973}" type="parTrans" cxnId="{6A677F35-0E6B-4573-84F3-741084E82893}">
      <dgm:prSet/>
      <dgm:spPr/>
      <dgm:t>
        <a:bodyPr/>
        <a:lstStyle/>
        <a:p>
          <a:endParaRPr lang="uk-UA"/>
        </a:p>
      </dgm:t>
    </dgm:pt>
    <dgm:pt modelId="{326F29D5-F1D5-48CE-8524-BB18E83AC65B}" type="sibTrans" cxnId="{6A677F35-0E6B-4573-84F3-741084E82893}">
      <dgm:prSet/>
      <dgm:spPr/>
      <dgm:t>
        <a:bodyPr/>
        <a:lstStyle/>
        <a:p>
          <a:endParaRPr lang="uk-UA"/>
        </a:p>
      </dgm:t>
    </dgm:pt>
    <dgm:pt modelId="{F3523FC6-64AB-44D9-A088-B9DA1C8B9A66}" type="pres">
      <dgm:prSet presAssocID="{086887F2-0783-4511-A307-0072B224E7C6}" presName="matrix" presStyleCnt="0">
        <dgm:presLayoutVars>
          <dgm:chMax val="1"/>
          <dgm:dir/>
          <dgm:resizeHandles val="exact"/>
        </dgm:presLayoutVars>
      </dgm:prSet>
      <dgm:spPr/>
    </dgm:pt>
    <dgm:pt modelId="{84494711-E9B0-4A53-BFA9-90E3BA6225EA}" type="pres">
      <dgm:prSet presAssocID="{086887F2-0783-4511-A307-0072B224E7C6}" presName="diamond" presStyleLbl="bgShp" presStyleIdx="0" presStyleCnt="1"/>
      <dgm:spPr/>
    </dgm:pt>
    <dgm:pt modelId="{4A8F0F8E-7EB5-4E96-934E-3A8042941E34}" type="pres">
      <dgm:prSet presAssocID="{086887F2-0783-4511-A307-0072B224E7C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116F8C7-2D0C-469C-B403-2FF3CF9DF049}" type="pres">
      <dgm:prSet presAssocID="{086887F2-0783-4511-A307-0072B224E7C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039997F-DC19-4E53-8DCC-ED5C1EC4E150}" type="pres">
      <dgm:prSet presAssocID="{086887F2-0783-4511-A307-0072B224E7C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5D7F670-5567-4AD2-BAA6-2220DF23AD47}" type="pres">
      <dgm:prSet presAssocID="{086887F2-0783-4511-A307-0072B224E7C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A677F35-0E6B-4573-84F3-741084E82893}" srcId="{086887F2-0783-4511-A307-0072B224E7C6}" destId="{68259043-2A5D-4290-83F6-310432D83E6D}" srcOrd="3" destOrd="0" parTransId="{1F161747-CBDD-47A2-8FBE-9A13AC544973}" sibTransId="{326F29D5-F1D5-48CE-8524-BB18E83AC65B}"/>
    <dgm:cxn modelId="{81A35A40-514E-4673-9FBD-E1E1DFC76112}" type="presOf" srcId="{086887F2-0783-4511-A307-0072B224E7C6}" destId="{F3523FC6-64AB-44D9-A088-B9DA1C8B9A66}" srcOrd="0" destOrd="0" presId="urn:microsoft.com/office/officeart/2005/8/layout/matrix3"/>
    <dgm:cxn modelId="{43789B4F-0408-4208-AD9B-EF8B1F839047}" srcId="{086887F2-0783-4511-A307-0072B224E7C6}" destId="{1F529095-FC79-455D-9F93-0C890A501188}" srcOrd="1" destOrd="0" parTransId="{33F53889-A9E6-4003-862F-37EC2585B24B}" sibTransId="{71276E36-B7FE-46FB-99EE-BA42EC4736E2}"/>
    <dgm:cxn modelId="{42674352-D101-42F5-B115-310B8237BF93}" srcId="{086887F2-0783-4511-A307-0072B224E7C6}" destId="{AAA278B4-60B5-41F7-995A-08A56B60896D}" srcOrd="0" destOrd="0" parTransId="{07AB4B2F-5325-4B1A-A402-6081048BB91B}" sibTransId="{6FFB8A4B-B727-460F-AF1F-815BB35964EF}"/>
    <dgm:cxn modelId="{7BACBD9B-11B9-4437-9A7C-637349094420}" type="presOf" srcId="{5A09CA8B-73B6-4AFE-80C1-5ABA357DDCDA}" destId="{C039997F-DC19-4E53-8DCC-ED5C1EC4E150}" srcOrd="0" destOrd="0" presId="urn:microsoft.com/office/officeart/2005/8/layout/matrix3"/>
    <dgm:cxn modelId="{D9BADDAB-44E7-4BD3-ACEA-99F0EB0C5F3B}" type="presOf" srcId="{1F529095-FC79-455D-9F93-0C890A501188}" destId="{8116F8C7-2D0C-469C-B403-2FF3CF9DF049}" srcOrd="0" destOrd="0" presId="urn:microsoft.com/office/officeart/2005/8/layout/matrix3"/>
    <dgm:cxn modelId="{74F635B6-B0FF-456D-B78B-0AE4853975AE}" srcId="{086887F2-0783-4511-A307-0072B224E7C6}" destId="{5A09CA8B-73B6-4AFE-80C1-5ABA357DDCDA}" srcOrd="2" destOrd="0" parTransId="{1BF2CE54-79F2-4574-892E-EA0229226B0F}" sibTransId="{4E6A5B8D-FDA5-46E7-9245-A8AFA4BFD331}"/>
    <dgm:cxn modelId="{4BD29AC8-661E-4685-AD60-FF4E89023B1D}" type="presOf" srcId="{68259043-2A5D-4290-83F6-310432D83E6D}" destId="{A5D7F670-5567-4AD2-BAA6-2220DF23AD47}" srcOrd="0" destOrd="0" presId="urn:microsoft.com/office/officeart/2005/8/layout/matrix3"/>
    <dgm:cxn modelId="{F700B0FF-3A48-4748-A386-6052E2DB4F4F}" type="presOf" srcId="{AAA278B4-60B5-41F7-995A-08A56B60896D}" destId="{4A8F0F8E-7EB5-4E96-934E-3A8042941E34}" srcOrd="0" destOrd="0" presId="urn:microsoft.com/office/officeart/2005/8/layout/matrix3"/>
    <dgm:cxn modelId="{632C5B92-7C2D-4D08-A51F-2536F4DB18BD}" type="presParOf" srcId="{F3523FC6-64AB-44D9-A088-B9DA1C8B9A66}" destId="{84494711-E9B0-4A53-BFA9-90E3BA6225EA}" srcOrd="0" destOrd="0" presId="urn:microsoft.com/office/officeart/2005/8/layout/matrix3"/>
    <dgm:cxn modelId="{F5AF5497-6B7F-4D2F-8B89-7419AC50072F}" type="presParOf" srcId="{F3523FC6-64AB-44D9-A088-B9DA1C8B9A66}" destId="{4A8F0F8E-7EB5-4E96-934E-3A8042941E34}" srcOrd="1" destOrd="0" presId="urn:microsoft.com/office/officeart/2005/8/layout/matrix3"/>
    <dgm:cxn modelId="{8131D409-4026-4180-9296-C73DB9C7666C}" type="presParOf" srcId="{F3523FC6-64AB-44D9-A088-B9DA1C8B9A66}" destId="{8116F8C7-2D0C-469C-B403-2FF3CF9DF049}" srcOrd="2" destOrd="0" presId="urn:microsoft.com/office/officeart/2005/8/layout/matrix3"/>
    <dgm:cxn modelId="{BB8C8013-1D96-428D-8BE8-FC92F3B9CFEC}" type="presParOf" srcId="{F3523FC6-64AB-44D9-A088-B9DA1C8B9A66}" destId="{C039997F-DC19-4E53-8DCC-ED5C1EC4E150}" srcOrd="3" destOrd="0" presId="urn:microsoft.com/office/officeart/2005/8/layout/matrix3"/>
    <dgm:cxn modelId="{0BAC8A35-AE57-49EF-BB4B-FD1849AC4D6B}" type="presParOf" srcId="{F3523FC6-64AB-44D9-A088-B9DA1C8B9A66}" destId="{A5D7F670-5567-4AD2-BAA6-2220DF23AD4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4003655F-96BF-49D1-9AC0-345947D1213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990B29B-B212-43FD-9686-677DDEEFF8AB}">
      <dgm:prSet/>
      <dgm:spPr/>
      <dgm:t>
        <a:bodyPr/>
        <a:lstStyle/>
        <a:p>
          <a:r>
            <a:rPr lang="ru-RU" b="0" i="0"/>
            <a:t>Трансільванського князівства</a:t>
          </a:r>
          <a:endParaRPr lang="uk-UA"/>
        </a:p>
      </dgm:t>
    </dgm:pt>
    <dgm:pt modelId="{51004DD1-952A-4825-A3A8-9DAE544D3773}" type="parTrans" cxnId="{ACA47CAC-1CFA-49CA-B8F4-48FAD9ED3E32}">
      <dgm:prSet/>
      <dgm:spPr/>
      <dgm:t>
        <a:bodyPr/>
        <a:lstStyle/>
        <a:p>
          <a:endParaRPr lang="uk-UA"/>
        </a:p>
      </dgm:t>
    </dgm:pt>
    <dgm:pt modelId="{CA3B85AA-0F76-4107-927B-87C7EA614683}" type="sibTrans" cxnId="{ACA47CAC-1CFA-49CA-B8F4-48FAD9ED3E32}">
      <dgm:prSet/>
      <dgm:spPr/>
      <dgm:t>
        <a:bodyPr/>
        <a:lstStyle/>
        <a:p>
          <a:endParaRPr lang="uk-UA"/>
        </a:p>
      </dgm:t>
    </dgm:pt>
    <dgm:pt modelId="{FC3E48E3-DAC2-4E7E-ADDF-F8754CE45640}">
      <dgm:prSet/>
      <dgm:spPr/>
      <dgm:t>
        <a:bodyPr/>
        <a:lstStyle/>
        <a:p>
          <a:r>
            <a:rPr lang="ru-RU" b="0" i="0" dirty="0" err="1"/>
            <a:t>Шведського</a:t>
          </a:r>
          <a:r>
            <a:rPr lang="ru-RU" b="0" i="0" dirty="0"/>
            <a:t> </a:t>
          </a:r>
          <a:r>
            <a:rPr lang="ru-RU" b="0" i="0" dirty="0" err="1"/>
            <a:t>королівства</a:t>
          </a:r>
          <a:endParaRPr lang="uk-UA" dirty="0"/>
        </a:p>
      </dgm:t>
    </dgm:pt>
    <dgm:pt modelId="{AC8FE99D-8D95-4B65-9DB4-2015B3F0D404}" type="parTrans" cxnId="{9D2F01D9-81F1-4D2D-A0E3-C827761C44D8}">
      <dgm:prSet/>
      <dgm:spPr/>
      <dgm:t>
        <a:bodyPr/>
        <a:lstStyle/>
        <a:p>
          <a:endParaRPr lang="uk-UA"/>
        </a:p>
      </dgm:t>
    </dgm:pt>
    <dgm:pt modelId="{AF1BDAB7-D99C-420B-88B7-E9B3EA328F65}" type="sibTrans" cxnId="{9D2F01D9-81F1-4D2D-A0E3-C827761C44D8}">
      <dgm:prSet/>
      <dgm:spPr/>
      <dgm:t>
        <a:bodyPr/>
        <a:lstStyle/>
        <a:p>
          <a:endParaRPr lang="uk-UA"/>
        </a:p>
      </dgm:t>
    </dgm:pt>
    <dgm:pt modelId="{942680CA-96CB-47C4-BA00-1AA25C3666A7}">
      <dgm:prSet/>
      <dgm:spPr/>
      <dgm:t>
        <a:bodyPr/>
        <a:lstStyle/>
        <a:p>
          <a:r>
            <a:rPr lang="ru-RU" b="0" i="0" dirty="0" err="1"/>
            <a:t>Московського</a:t>
          </a:r>
          <a:r>
            <a:rPr lang="ru-RU" b="0" i="0" dirty="0"/>
            <a:t> царства</a:t>
          </a:r>
          <a:endParaRPr lang="uk-UA" dirty="0"/>
        </a:p>
      </dgm:t>
    </dgm:pt>
    <dgm:pt modelId="{9E1423C2-FE09-463E-9C4F-D3B6B5BC4E8D}" type="parTrans" cxnId="{B52505F7-982E-4B61-AE2F-EA7F310704D6}">
      <dgm:prSet/>
      <dgm:spPr/>
      <dgm:t>
        <a:bodyPr/>
        <a:lstStyle/>
        <a:p>
          <a:endParaRPr lang="uk-UA"/>
        </a:p>
      </dgm:t>
    </dgm:pt>
    <dgm:pt modelId="{468198F3-0FA0-45EF-9AB0-C1FC56B82641}" type="sibTrans" cxnId="{B52505F7-982E-4B61-AE2F-EA7F310704D6}">
      <dgm:prSet/>
      <dgm:spPr/>
      <dgm:t>
        <a:bodyPr/>
        <a:lstStyle/>
        <a:p>
          <a:endParaRPr lang="uk-UA"/>
        </a:p>
      </dgm:t>
    </dgm:pt>
    <dgm:pt modelId="{84FAC4E9-BA49-4AEB-93B3-9080BC5B3C36}">
      <dgm:prSet/>
      <dgm:spPr/>
      <dgm:t>
        <a:bodyPr/>
        <a:lstStyle/>
        <a:p>
          <a:r>
            <a:rPr lang="ru-RU" b="0" i="0" dirty="0" err="1"/>
            <a:t>Кримського</a:t>
          </a:r>
          <a:r>
            <a:rPr lang="ru-RU" b="0" i="0" dirty="0"/>
            <a:t> ханства</a:t>
          </a:r>
          <a:endParaRPr lang="uk-UA" dirty="0"/>
        </a:p>
      </dgm:t>
    </dgm:pt>
    <dgm:pt modelId="{A5DA8714-2C3F-4DEA-94B7-55AC5AF7A326}" type="parTrans" cxnId="{87C07E9C-820D-4578-8D77-0C760FF4743C}">
      <dgm:prSet/>
      <dgm:spPr/>
      <dgm:t>
        <a:bodyPr/>
        <a:lstStyle/>
        <a:p>
          <a:endParaRPr lang="uk-UA"/>
        </a:p>
      </dgm:t>
    </dgm:pt>
    <dgm:pt modelId="{BC9ACCA9-9847-4208-9D31-39CDFB3E753C}" type="sibTrans" cxnId="{87C07E9C-820D-4578-8D77-0C760FF4743C}">
      <dgm:prSet/>
      <dgm:spPr/>
      <dgm:t>
        <a:bodyPr/>
        <a:lstStyle/>
        <a:p>
          <a:endParaRPr lang="uk-UA"/>
        </a:p>
      </dgm:t>
    </dgm:pt>
    <dgm:pt modelId="{6CDE7F05-1DB9-4E58-A7FE-CC7EB61E9269}" type="pres">
      <dgm:prSet presAssocID="{4003655F-96BF-49D1-9AC0-345947D12133}" presName="Name0" presStyleCnt="0">
        <dgm:presLayoutVars>
          <dgm:chMax val="7"/>
          <dgm:chPref val="7"/>
          <dgm:dir/>
        </dgm:presLayoutVars>
      </dgm:prSet>
      <dgm:spPr/>
    </dgm:pt>
    <dgm:pt modelId="{10939376-706F-4D7F-B0A7-5B3472BBB7A1}" type="pres">
      <dgm:prSet presAssocID="{4003655F-96BF-49D1-9AC0-345947D12133}" presName="Name1" presStyleCnt="0"/>
      <dgm:spPr/>
    </dgm:pt>
    <dgm:pt modelId="{5B8A0754-5600-420A-96FD-468D733F5C10}" type="pres">
      <dgm:prSet presAssocID="{4003655F-96BF-49D1-9AC0-345947D12133}" presName="cycle" presStyleCnt="0"/>
      <dgm:spPr/>
    </dgm:pt>
    <dgm:pt modelId="{77FA2ABC-169A-46B7-A3B7-5A795862429E}" type="pres">
      <dgm:prSet presAssocID="{4003655F-96BF-49D1-9AC0-345947D12133}" presName="srcNode" presStyleLbl="node1" presStyleIdx="0" presStyleCnt="4"/>
      <dgm:spPr/>
    </dgm:pt>
    <dgm:pt modelId="{D74D0CB9-CD5E-42C4-893E-98CAC57852C8}" type="pres">
      <dgm:prSet presAssocID="{4003655F-96BF-49D1-9AC0-345947D12133}" presName="conn" presStyleLbl="parChTrans1D2" presStyleIdx="0" presStyleCnt="1"/>
      <dgm:spPr/>
    </dgm:pt>
    <dgm:pt modelId="{92EC99E1-1A7D-4A15-8FE7-DBF8DC62F393}" type="pres">
      <dgm:prSet presAssocID="{4003655F-96BF-49D1-9AC0-345947D12133}" presName="extraNode" presStyleLbl="node1" presStyleIdx="0" presStyleCnt="4"/>
      <dgm:spPr/>
    </dgm:pt>
    <dgm:pt modelId="{7A50D3F1-7213-4FB4-9309-E73E0BFDBE34}" type="pres">
      <dgm:prSet presAssocID="{4003655F-96BF-49D1-9AC0-345947D12133}" presName="dstNode" presStyleLbl="node1" presStyleIdx="0" presStyleCnt="4"/>
      <dgm:spPr/>
    </dgm:pt>
    <dgm:pt modelId="{E13C6F5F-FCFC-4512-94B6-18C636475C1C}" type="pres">
      <dgm:prSet presAssocID="{3990B29B-B212-43FD-9686-677DDEEFF8AB}" presName="text_1" presStyleLbl="node1" presStyleIdx="0" presStyleCnt="4">
        <dgm:presLayoutVars>
          <dgm:bulletEnabled val="1"/>
        </dgm:presLayoutVars>
      </dgm:prSet>
      <dgm:spPr/>
    </dgm:pt>
    <dgm:pt modelId="{4D5341A0-D7F9-4C43-A110-B9298D147053}" type="pres">
      <dgm:prSet presAssocID="{3990B29B-B212-43FD-9686-677DDEEFF8AB}" presName="accent_1" presStyleCnt="0"/>
      <dgm:spPr/>
    </dgm:pt>
    <dgm:pt modelId="{39EEB2C0-96A9-4FD4-9D5C-41036CD541CB}" type="pres">
      <dgm:prSet presAssocID="{3990B29B-B212-43FD-9686-677DDEEFF8AB}" presName="accentRepeatNode" presStyleLbl="solidFgAcc1" presStyleIdx="0" presStyleCnt="4"/>
      <dgm:spPr/>
    </dgm:pt>
    <dgm:pt modelId="{E966517E-CA02-4C36-A0BF-E1DD50B41E24}" type="pres">
      <dgm:prSet presAssocID="{FC3E48E3-DAC2-4E7E-ADDF-F8754CE45640}" presName="text_2" presStyleLbl="node1" presStyleIdx="1" presStyleCnt="4">
        <dgm:presLayoutVars>
          <dgm:bulletEnabled val="1"/>
        </dgm:presLayoutVars>
      </dgm:prSet>
      <dgm:spPr/>
    </dgm:pt>
    <dgm:pt modelId="{BAA09716-A0ED-482F-BCE1-4FECEA29B891}" type="pres">
      <dgm:prSet presAssocID="{FC3E48E3-DAC2-4E7E-ADDF-F8754CE45640}" presName="accent_2" presStyleCnt="0"/>
      <dgm:spPr/>
    </dgm:pt>
    <dgm:pt modelId="{B0DEB32D-39DE-4B1A-B0C7-68160AE85E1F}" type="pres">
      <dgm:prSet presAssocID="{FC3E48E3-DAC2-4E7E-ADDF-F8754CE45640}" presName="accentRepeatNode" presStyleLbl="solidFgAcc1" presStyleIdx="1" presStyleCnt="4"/>
      <dgm:spPr/>
    </dgm:pt>
    <dgm:pt modelId="{E4395F41-ED56-4742-9A3A-329FF1BE2C50}" type="pres">
      <dgm:prSet presAssocID="{942680CA-96CB-47C4-BA00-1AA25C3666A7}" presName="text_3" presStyleLbl="node1" presStyleIdx="2" presStyleCnt="4">
        <dgm:presLayoutVars>
          <dgm:bulletEnabled val="1"/>
        </dgm:presLayoutVars>
      </dgm:prSet>
      <dgm:spPr/>
    </dgm:pt>
    <dgm:pt modelId="{261744BB-185F-411C-AC27-C11FB892B9D0}" type="pres">
      <dgm:prSet presAssocID="{942680CA-96CB-47C4-BA00-1AA25C3666A7}" presName="accent_3" presStyleCnt="0"/>
      <dgm:spPr/>
    </dgm:pt>
    <dgm:pt modelId="{2EBBFFCE-B290-4024-9CE2-E898E9A34CEA}" type="pres">
      <dgm:prSet presAssocID="{942680CA-96CB-47C4-BA00-1AA25C3666A7}" presName="accentRepeatNode" presStyleLbl="solidFgAcc1" presStyleIdx="2" presStyleCnt="4"/>
      <dgm:spPr/>
    </dgm:pt>
    <dgm:pt modelId="{008EFD66-FD7B-43ED-A210-C72BAACD098A}" type="pres">
      <dgm:prSet presAssocID="{84FAC4E9-BA49-4AEB-93B3-9080BC5B3C36}" presName="text_4" presStyleLbl="node1" presStyleIdx="3" presStyleCnt="4">
        <dgm:presLayoutVars>
          <dgm:bulletEnabled val="1"/>
        </dgm:presLayoutVars>
      </dgm:prSet>
      <dgm:spPr/>
    </dgm:pt>
    <dgm:pt modelId="{8B19F075-FFF7-4335-A39A-EC245A33180A}" type="pres">
      <dgm:prSet presAssocID="{84FAC4E9-BA49-4AEB-93B3-9080BC5B3C36}" presName="accent_4" presStyleCnt="0"/>
      <dgm:spPr/>
    </dgm:pt>
    <dgm:pt modelId="{8A3D37A8-1E6E-423B-9361-5A4183029DBB}" type="pres">
      <dgm:prSet presAssocID="{84FAC4E9-BA49-4AEB-93B3-9080BC5B3C36}" presName="accentRepeatNode" presStyleLbl="solidFgAcc1" presStyleIdx="3" presStyleCnt="4"/>
      <dgm:spPr/>
    </dgm:pt>
  </dgm:ptLst>
  <dgm:cxnLst>
    <dgm:cxn modelId="{4D627707-79CA-4811-9756-3062435A5635}" type="presOf" srcId="{4003655F-96BF-49D1-9AC0-345947D12133}" destId="{6CDE7F05-1DB9-4E58-A7FE-CC7EB61E9269}" srcOrd="0" destOrd="0" presId="urn:microsoft.com/office/officeart/2008/layout/VerticalCurvedList"/>
    <dgm:cxn modelId="{EED68D13-EF8E-440D-B455-9E77FCC964B6}" type="presOf" srcId="{FC3E48E3-DAC2-4E7E-ADDF-F8754CE45640}" destId="{E966517E-CA02-4C36-A0BF-E1DD50B41E24}" srcOrd="0" destOrd="0" presId="urn:microsoft.com/office/officeart/2008/layout/VerticalCurvedList"/>
    <dgm:cxn modelId="{CFA96C3D-A3CF-4AA2-9B9B-B68D58A14F7D}" type="presOf" srcId="{942680CA-96CB-47C4-BA00-1AA25C3666A7}" destId="{E4395F41-ED56-4742-9A3A-329FF1BE2C50}" srcOrd="0" destOrd="0" presId="urn:microsoft.com/office/officeart/2008/layout/VerticalCurvedList"/>
    <dgm:cxn modelId="{60C84760-7C10-461D-A514-3F7BE3288CCF}" type="presOf" srcId="{84FAC4E9-BA49-4AEB-93B3-9080BC5B3C36}" destId="{008EFD66-FD7B-43ED-A210-C72BAACD098A}" srcOrd="0" destOrd="0" presId="urn:microsoft.com/office/officeart/2008/layout/VerticalCurvedList"/>
    <dgm:cxn modelId="{87C07E9C-820D-4578-8D77-0C760FF4743C}" srcId="{4003655F-96BF-49D1-9AC0-345947D12133}" destId="{84FAC4E9-BA49-4AEB-93B3-9080BC5B3C36}" srcOrd="3" destOrd="0" parTransId="{A5DA8714-2C3F-4DEA-94B7-55AC5AF7A326}" sibTransId="{BC9ACCA9-9847-4208-9D31-39CDFB3E753C}"/>
    <dgm:cxn modelId="{ACA47CAC-1CFA-49CA-B8F4-48FAD9ED3E32}" srcId="{4003655F-96BF-49D1-9AC0-345947D12133}" destId="{3990B29B-B212-43FD-9686-677DDEEFF8AB}" srcOrd="0" destOrd="0" parTransId="{51004DD1-952A-4825-A3A8-9DAE544D3773}" sibTransId="{CA3B85AA-0F76-4107-927B-87C7EA614683}"/>
    <dgm:cxn modelId="{B186E3B5-0064-4204-93CE-E23F662FCD58}" type="presOf" srcId="{3990B29B-B212-43FD-9686-677DDEEFF8AB}" destId="{E13C6F5F-FCFC-4512-94B6-18C636475C1C}" srcOrd="0" destOrd="0" presId="urn:microsoft.com/office/officeart/2008/layout/VerticalCurvedList"/>
    <dgm:cxn modelId="{AF447AD2-0908-4878-BF7F-9136DE6EEDE0}" type="presOf" srcId="{CA3B85AA-0F76-4107-927B-87C7EA614683}" destId="{D74D0CB9-CD5E-42C4-893E-98CAC57852C8}" srcOrd="0" destOrd="0" presId="urn:microsoft.com/office/officeart/2008/layout/VerticalCurvedList"/>
    <dgm:cxn modelId="{9D2F01D9-81F1-4D2D-A0E3-C827761C44D8}" srcId="{4003655F-96BF-49D1-9AC0-345947D12133}" destId="{FC3E48E3-DAC2-4E7E-ADDF-F8754CE45640}" srcOrd="1" destOrd="0" parTransId="{AC8FE99D-8D95-4B65-9DB4-2015B3F0D404}" sibTransId="{AF1BDAB7-D99C-420B-88B7-E9B3EA328F65}"/>
    <dgm:cxn modelId="{B52505F7-982E-4B61-AE2F-EA7F310704D6}" srcId="{4003655F-96BF-49D1-9AC0-345947D12133}" destId="{942680CA-96CB-47C4-BA00-1AA25C3666A7}" srcOrd="2" destOrd="0" parTransId="{9E1423C2-FE09-463E-9C4F-D3B6B5BC4E8D}" sibTransId="{468198F3-0FA0-45EF-9AB0-C1FC56B82641}"/>
    <dgm:cxn modelId="{994C511C-5F98-4F7A-B60B-1FE41DAABAD4}" type="presParOf" srcId="{6CDE7F05-1DB9-4E58-A7FE-CC7EB61E9269}" destId="{10939376-706F-4D7F-B0A7-5B3472BBB7A1}" srcOrd="0" destOrd="0" presId="urn:microsoft.com/office/officeart/2008/layout/VerticalCurvedList"/>
    <dgm:cxn modelId="{49D95BB0-1082-4311-A96E-F79861A7CB60}" type="presParOf" srcId="{10939376-706F-4D7F-B0A7-5B3472BBB7A1}" destId="{5B8A0754-5600-420A-96FD-468D733F5C10}" srcOrd="0" destOrd="0" presId="urn:microsoft.com/office/officeart/2008/layout/VerticalCurvedList"/>
    <dgm:cxn modelId="{4F35058A-6EDF-4562-9211-B8772DEAA700}" type="presParOf" srcId="{5B8A0754-5600-420A-96FD-468D733F5C10}" destId="{77FA2ABC-169A-46B7-A3B7-5A795862429E}" srcOrd="0" destOrd="0" presId="urn:microsoft.com/office/officeart/2008/layout/VerticalCurvedList"/>
    <dgm:cxn modelId="{DE752A15-C0B8-4620-B3F3-78C4F7D93197}" type="presParOf" srcId="{5B8A0754-5600-420A-96FD-468D733F5C10}" destId="{D74D0CB9-CD5E-42C4-893E-98CAC57852C8}" srcOrd="1" destOrd="0" presId="urn:microsoft.com/office/officeart/2008/layout/VerticalCurvedList"/>
    <dgm:cxn modelId="{D762C5A1-EFEE-4079-AFC8-E30A9F5B4787}" type="presParOf" srcId="{5B8A0754-5600-420A-96FD-468D733F5C10}" destId="{92EC99E1-1A7D-4A15-8FE7-DBF8DC62F393}" srcOrd="2" destOrd="0" presId="urn:microsoft.com/office/officeart/2008/layout/VerticalCurvedList"/>
    <dgm:cxn modelId="{DF4F0CCC-F6A5-4372-9D70-B24767B68822}" type="presParOf" srcId="{5B8A0754-5600-420A-96FD-468D733F5C10}" destId="{7A50D3F1-7213-4FB4-9309-E73E0BFDBE34}" srcOrd="3" destOrd="0" presId="urn:microsoft.com/office/officeart/2008/layout/VerticalCurvedList"/>
    <dgm:cxn modelId="{9D481C9A-4D09-41A1-8D75-06901BBDFB80}" type="presParOf" srcId="{10939376-706F-4D7F-B0A7-5B3472BBB7A1}" destId="{E13C6F5F-FCFC-4512-94B6-18C636475C1C}" srcOrd="1" destOrd="0" presId="urn:microsoft.com/office/officeart/2008/layout/VerticalCurvedList"/>
    <dgm:cxn modelId="{C090EF32-604F-41B5-8D31-39DE0B8B8F42}" type="presParOf" srcId="{10939376-706F-4D7F-B0A7-5B3472BBB7A1}" destId="{4D5341A0-D7F9-4C43-A110-B9298D147053}" srcOrd="2" destOrd="0" presId="urn:microsoft.com/office/officeart/2008/layout/VerticalCurvedList"/>
    <dgm:cxn modelId="{2EFE5F05-4599-4688-9FD2-EA15B7112592}" type="presParOf" srcId="{4D5341A0-D7F9-4C43-A110-B9298D147053}" destId="{39EEB2C0-96A9-4FD4-9D5C-41036CD541CB}" srcOrd="0" destOrd="0" presId="urn:microsoft.com/office/officeart/2008/layout/VerticalCurvedList"/>
    <dgm:cxn modelId="{B37A1C3E-4D61-4506-B226-F9EE7FDCB015}" type="presParOf" srcId="{10939376-706F-4D7F-B0A7-5B3472BBB7A1}" destId="{E966517E-CA02-4C36-A0BF-E1DD50B41E24}" srcOrd="3" destOrd="0" presId="urn:microsoft.com/office/officeart/2008/layout/VerticalCurvedList"/>
    <dgm:cxn modelId="{6AC13D07-209A-47B5-BF62-12F069EA7046}" type="presParOf" srcId="{10939376-706F-4D7F-B0A7-5B3472BBB7A1}" destId="{BAA09716-A0ED-482F-BCE1-4FECEA29B891}" srcOrd="4" destOrd="0" presId="urn:microsoft.com/office/officeart/2008/layout/VerticalCurvedList"/>
    <dgm:cxn modelId="{9C35F45F-A0F0-482E-8223-844346257366}" type="presParOf" srcId="{BAA09716-A0ED-482F-BCE1-4FECEA29B891}" destId="{B0DEB32D-39DE-4B1A-B0C7-68160AE85E1F}" srcOrd="0" destOrd="0" presId="urn:microsoft.com/office/officeart/2008/layout/VerticalCurvedList"/>
    <dgm:cxn modelId="{C01ADBD0-3007-43F1-B775-B10087AFA5C4}" type="presParOf" srcId="{10939376-706F-4D7F-B0A7-5B3472BBB7A1}" destId="{E4395F41-ED56-4742-9A3A-329FF1BE2C50}" srcOrd="5" destOrd="0" presId="urn:microsoft.com/office/officeart/2008/layout/VerticalCurvedList"/>
    <dgm:cxn modelId="{97734D68-9A8C-4B48-9B15-FB37D54F2EDC}" type="presParOf" srcId="{10939376-706F-4D7F-B0A7-5B3472BBB7A1}" destId="{261744BB-185F-411C-AC27-C11FB892B9D0}" srcOrd="6" destOrd="0" presId="urn:microsoft.com/office/officeart/2008/layout/VerticalCurvedList"/>
    <dgm:cxn modelId="{6D43971E-26A5-4443-9C8D-1806D4902407}" type="presParOf" srcId="{261744BB-185F-411C-AC27-C11FB892B9D0}" destId="{2EBBFFCE-B290-4024-9CE2-E898E9A34CEA}" srcOrd="0" destOrd="0" presId="urn:microsoft.com/office/officeart/2008/layout/VerticalCurvedList"/>
    <dgm:cxn modelId="{2BD043D2-C517-41B5-A727-1735C57B84D7}" type="presParOf" srcId="{10939376-706F-4D7F-B0A7-5B3472BBB7A1}" destId="{008EFD66-FD7B-43ED-A210-C72BAACD098A}" srcOrd="7" destOrd="0" presId="urn:microsoft.com/office/officeart/2008/layout/VerticalCurvedList"/>
    <dgm:cxn modelId="{02662347-940A-4A15-9ADA-F6DBEB2B9B5F}" type="presParOf" srcId="{10939376-706F-4D7F-B0A7-5B3472BBB7A1}" destId="{8B19F075-FFF7-4335-A39A-EC245A33180A}" srcOrd="8" destOrd="0" presId="urn:microsoft.com/office/officeart/2008/layout/VerticalCurvedList"/>
    <dgm:cxn modelId="{34923855-66F5-4718-A667-9C92CF16AC44}" type="presParOf" srcId="{8B19F075-FFF7-4335-A39A-EC245A33180A}" destId="{8A3D37A8-1E6E-423B-9361-5A4183029DB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F0DCAB1A-8D57-4667-814B-E3D97B64194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57E6126-4129-4B9B-9943-F0A17A4D94DC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E94D9FD6-C0D9-454C-AD4B-FA8CAEB8A540}" type="parTrans" cxnId="{2C4E7C06-9DD2-4C24-8126-2C15BE87BB39}">
      <dgm:prSet/>
      <dgm:spPr/>
      <dgm:t>
        <a:bodyPr/>
        <a:lstStyle/>
        <a:p>
          <a:endParaRPr lang="uk-UA"/>
        </a:p>
      </dgm:t>
    </dgm:pt>
    <dgm:pt modelId="{909560A4-8517-43E8-A1EF-7EC36BD08D37}" type="sibTrans" cxnId="{2C4E7C06-9DD2-4C24-8126-2C15BE87BB39}">
      <dgm:prSet/>
      <dgm:spPr/>
      <dgm:t>
        <a:bodyPr/>
        <a:lstStyle/>
        <a:p>
          <a:endParaRPr lang="uk-UA"/>
        </a:p>
      </dgm:t>
    </dgm:pt>
    <dgm:pt modelId="{AA09AC3A-109F-4D4A-B8A7-6FAFF33696A1}">
      <dgm:prSet/>
      <dgm:spPr/>
      <dgm:t>
        <a:bodyPr/>
        <a:lstStyle/>
        <a:p>
          <a:r>
            <a:rPr lang="ru-RU" b="0" i="0"/>
            <a:t>1653 р.</a:t>
          </a:r>
          <a:endParaRPr lang="uk-UA"/>
        </a:p>
      </dgm:t>
    </dgm:pt>
    <dgm:pt modelId="{A0E127BD-99F0-4C23-9A56-BC7C12A7D4D0}" type="parTrans" cxnId="{CA21DB5F-73F7-4CD5-B725-CFA00721F2EF}">
      <dgm:prSet/>
      <dgm:spPr/>
      <dgm:t>
        <a:bodyPr/>
        <a:lstStyle/>
        <a:p>
          <a:endParaRPr lang="uk-UA"/>
        </a:p>
      </dgm:t>
    </dgm:pt>
    <dgm:pt modelId="{3A22CC80-9820-4992-AF0E-A38B2936DEBE}" type="sibTrans" cxnId="{CA21DB5F-73F7-4CD5-B725-CFA00721F2EF}">
      <dgm:prSet/>
      <dgm:spPr/>
      <dgm:t>
        <a:bodyPr/>
        <a:lstStyle/>
        <a:p>
          <a:endParaRPr lang="uk-UA"/>
        </a:p>
      </dgm:t>
    </dgm:pt>
    <dgm:pt modelId="{9527741E-47A7-4F1B-B70F-9AF6B60737F9}">
      <dgm:prSet/>
      <dgm:spPr/>
      <dgm:t>
        <a:bodyPr/>
        <a:lstStyle/>
        <a:p>
          <a:r>
            <a:rPr lang="ru-RU" b="0" i="0" dirty="0"/>
            <a:t>1654 р.</a:t>
          </a:r>
          <a:endParaRPr lang="uk-UA" dirty="0"/>
        </a:p>
      </dgm:t>
    </dgm:pt>
    <dgm:pt modelId="{BE0B71CC-0A6A-4F30-9B13-475B103D80AC}" type="parTrans" cxnId="{3E5656D1-3A32-46F0-AAAA-7886D2E36720}">
      <dgm:prSet/>
      <dgm:spPr/>
      <dgm:t>
        <a:bodyPr/>
        <a:lstStyle/>
        <a:p>
          <a:endParaRPr lang="uk-UA"/>
        </a:p>
      </dgm:t>
    </dgm:pt>
    <dgm:pt modelId="{EF02B2EB-0545-4A5F-A4B8-7BB35AB1593B}" type="sibTrans" cxnId="{3E5656D1-3A32-46F0-AAAA-7886D2E36720}">
      <dgm:prSet/>
      <dgm:spPr/>
      <dgm:t>
        <a:bodyPr/>
        <a:lstStyle/>
        <a:p>
          <a:endParaRPr lang="uk-UA"/>
        </a:p>
      </dgm:t>
    </dgm:pt>
    <dgm:pt modelId="{A53E564C-07AB-45CB-80B7-9F4873B2878C}">
      <dgm:prSet/>
      <dgm:spPr/>
      <dgm:t>
        <a:bodyPr/>
        <a:lstStyle/>
        <a:p>
          <a:r>
            <a:rPr lang="ru-RU" b="0" i="0" dirty="0"/>
            <a:t>1656 р.</a:t>
          </a:r>
          <a:endParaRPr lang="uk-UA" dirty="0"/>
        </a:p>
      </dgm:t>
    </dgm:pt>
    <dgm:pt modelId="{5015677C-D8F3-4C3F-BB99-31AA9F034C87}" type="parTrans" cxnId="{9CE08381-B0D8-4E9C-BD86-BA89796E677E}">
      <dgm:prSet/>
      <dgm:spPr/>
      <dgm:t>
        <a:bodyPr/>
        <a:lstStyle/>
        <a:p>
          <a:endParaRPr lang="uk-UA"/>
        </a:p>
      </dgm:t>
    </dgm:pt>
    <dgm:pt modelId="{673CB825-5653-4CF7-B5B6-1CC1CD57AE67}" type="sibTrans" cxnId="{9CE08381-B0D8-4E9C-BD86-BA89796E677E}">
      <dgm:prSet/>
      <dgm:spPr/>
      <dgm:t>
        <a:bodyPr/>
        <a:lstStyle/>
        <a:p>
          <a:endParaRPr lang="uk-UA"/>
        </a:p>
      </dgm:t>
    </dgm:pt>
    <dgm:pt modelId="{2A807CA4-6DF6-4E4E-8EC4-D22DBD9DD0BB}" type="pres">
      <dgm:prSet presAssocID="{F0DCAB1A-8D57-4667-814B-E3D97B641948}" presName="matrix" presStyleCnt="0">
        <dgm:presLayoutVars>
          <dgm:chMax val="1"/>
          <dgm:dir/>
          <dgm:resizeHandles val="exact"/>
        </dgm:presLayoutVars>
      </dgm:prSet>
      <dgm:spPr/>
    </dgm:pt>
    <dgm:pt modelId="{563977DC-F35B-4AA3-8C3F-0F4071AEA293}" type="pres">
      <dgm:prSet presAssocID="{F0DCAB1A-8D57-4667-814B-E3D97B641948}" presName="diamond" presStyleLbl="bgShp" presStyleIdx="0" presStyleCnt="1"/>
      <dgm:spPr/>
    </dgm:pt>
    <dgm:pt modelId="{03248E8F-91E0-454E-861A-61194D8C87F6}" type="pres">
      <dgm:prSet presAssocID="{F0DCAB1A-8D57-4667-814B-E3D97B64194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72635FD-0982-4C0A-AB03-B72EC5A938C0}" type="pres">
      <dgm:prSet presAssocID="{F0DCAB1A-8D57-4667-814B-E3D97B64194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A6E7D88-0E9B-4BC5-A22A-BD2CF62220E5}" type="pres">
      <dgm:prSet presAssocID="{F0DCAB1A-8D57-4667-814B-E3D97B64194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E4ED954-249E-4E28-9F66-FC12C3B7B549}" type="pres">
      <dgm:prSet presAssocID="{F0DCAB1A-8D57-4667-814B-E3D97B64194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C4E7C06-9DD2-4C24-8126-2C15BE87BB39}" srcId="{F0DCAB1A-8D57-4667-814B-E3D97B641948}" destId="{657E6126-4129-4B9B-9943-F0A17A4D94DC}" srcOrd="0" destOrd="0" parTransId="{E94D9FD6-C0D9-454C-AD4B-FA8CAEB8A540}" sibTransId="{909560A4-8517-43E8-A1EF-7EC36BD08D37}"/>
    <dgm:cxn modelId="{29BDAC08-647E-42E7-9222-BD6922FC5309}" type="presOf" srcId="{9527741E-47A7-4F1B-B70F-9AF6B60737F9}" destId="{8A6E7D88-0E9B-4BC5-A22A-BD2CF62220E5}" srcOrd="0" destOrd="0" presId="urn:microsoft.com/office/officeart/2005/8/layout/matrix3"/>
    <dgm:cxn modelId="{4C08400D-4471-4276-87B4-58079EADB15B}" type="presOf" srcId="{A53E564C-07AB-45CB-80B7-9F4873B2878C}" destId="{4E4ED954-249E-4E28-9F66-FC12C3B7B549}" srcOrd="0" destOrd="0" presId="urn:microsoft.com/office/officeart/2005/8/layout/matrix3"/>
    <dgm:cxn modelId="{CA21DB5F-73F7-4CD5-B725-CFA00721F2EF}" srcId="{F0DCAB1A-8D57-4667-814B-E3D97B641948}" destId="{AA09AC3A-109F-4D4A-B8A7-6FAFF33696A1}" srcOrd="1" destOrd="0" parTransId="{A0E127BD-99F0-4C23-9A56-BC7C12A7D4D0}" sibTransId="{3A22CC80-9820-4992-AF0E-A38B2936DEBE}"/>
    <dgm:cxn modelId="{3ECE3B4A-28EF-47C6-9509-1FF902D2AB56}" type="presOf" srcId="{AA09AC3A-109F-4D4A-B8A7-6FAFF33696A1}" destId="{172635FD-0982-4C0A-AB03-B72EC5A938C0}" srcOrd="0" destOrd="0" presId="urn:microsoft.com/office/officeart/2005/8/layout/matrix3"/>
    <dgm:cxn modelId="{9CE08381-B0D8-4E9C-BD86-BA89796E677E}" srcId="{F0DCAB1A-8D57-4667-814B-E3D97B641948}" destId="{A53E564C-07AB-45CB-80B7-9F4873B2878C}" srcOrd="3" destOrd="0" parTransId="{5015677C-D8F3-4C3F-BB99-31AA9F034C87}" sibTransId="{673CB825-5653-4CF7-B5B6-1CC1CD57AE67}"/>
    <dgm:cxn modelId="{3E5656D1-3A32-46F0-AAAA-7886D2E36720}" srcId="{F0DCAB1A-8D57-4667-814B-E3D97B641948}" destId="{9527741E-47A7-4F1B-B70F-9AF6B60737F9}" srcOrd="2" destOrd="0" parTransId="{BE0B71CC-0A6A-4F30-9B13-475B103D80AC}" sibTransId="{EF02B2EB-0545-4A5F-A4B8-7BB35AB1593B}"/>
    <dgm:cxn modelId="{BFAB66E0-3802-406C-ADBE-AA1ED268BF75}" type="presOf" srcId="{657E6126-4129-4B9B-9943-F0A17A4D94DC}" destId="{03248E8F-91E0-454E-861A-61194D8C87F6}" srcOrd="0" destOrd="0" presId="urn:microsoft.com/office/officeart/2005/8/layout/matrix3"/>
    <dgm:cxn modelId="{57E864EA-0D45-4255-B196-6AC853EAE384}" type="presOf" srcId="{F0DCAB1A-8D57-4667-814B-E3D97B641948}" destId="{2A807CA4-6DF6-4E4E-8EC4-D22DBD9DD0BB}" srcOrd="0" destOrd="0" presId="urn:microsoft.com/office/officeart/2005/8/layout/matrix3"/>
    <dgm:cxn modelId="{927F2C57-4822-419F-8029-46D651A5344E}" type="presParOf" srcId="{2A807CA4-6DF6-4E4E-8EC4-D22DBD9DD0BB}" destId="{563977DC-F35B-4AA3-8C3F-0F4071AEA293}" srcOrd="0" destOrd="0" presId="urn:microsoft.com/office/officeart/2005/8/layout/matrix3"/>
    <dgm:cxn modelId="{4A37790D-A240-4906-8DA8-3D224638435D}" type="presParOf" srcId="{2A807CA4-6DF6-4E4E-8EC4-D22DBD9DD0BB}" destId="{03248E8F-91E0-454E-861A-61194D8C87F6}" srcOrd="1" destOrd="0" presId="urn:microsoft.com/office/officeart/2005/8/layout/matrix3"/>
    <dgm:cxn modelId="{12203857-83F5-4379-80C3-5E943E31056D}" type="presParOf" srcId="{2A807CA4-6DF6-4E4E-8EC4-D22DBD9DD0BB}" destId="{172635FD-0982-4C0A-AB03-B72EC5A938C0}" srcOrd="2" destOrd="0" presId="urn:microsoft.com/office/officeart/2005/8/layout/matrix3"/>
    <dgm:cxn modelId="{5CFD82BB-DF4D-422D-912E-0A8D24DAE796}" type="presParOf" srcId="{2A807CA4-6DF6-4E4E-8EC4-D22DBD9DD0BB}" destId="{8A6E7D88-0E9B-4BC5-A22A-BD2CF62220E5}" srcOrd="3" destOrd="0" presId="urn:microsoft.com/office/officeart/2005/8/layout/matrix3"/>
    <dgm:cxn modelId="{8F449E64-EA90-4AFD-844D-B22242339524}" type="presParOf" srcId="{2A807CA4-6DF6-4E4E-8EC4-D22DBD9DD0BB}" destId="{4E4ED954-249E-4E28-9F66-FC12C3B7B54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0FB8EB8C-F8B9-4BF3-8C4D-BC899A837D6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0754E9D-7136-4AEE-8C7E-0C8F2208B4FF}">
      <dgm:prSet/>
      <dgm:spPr/>
      <dgm:t>
        <a:bodyPr/>
        <a:lstStyle/>
        <a:p>
          <a:r>
            <a:rPr lang="ru-RU" b="0" i="0"/>
            <a:t>Османської імперії.</a:t>
          </a:r>
          <a:endParaRPr lang="uk-UA"/>
        </a:p>
      </dgm:t>
    </dgm:pt>
    <dgm:pt modelId="{7AB5BDFC-A48A-4138-96EB-CDC0DBFAFDD3}" type="parTrans" cxnId="{D4AE088E-7EB8-4E78-9EA1-F823BE3D55B8}">
      <dgm:prSet/>
      <dgm:spPr/>
      <dgm:t>
        <a:bodyPr/>
        <a:lstStyle/>
        <a:p>
          <a:endParaRPr lang="uk-UA"/>
        </a:p>
      </dgm:t>
    </dgm:pt>
    <dgm:pt modelId="{F07769E3-E3F6-4F7C-AD69-0FA12CF5C314}" type="sibTrans" cxnId="{D4AE088E-7EB8-4E78-9EA1-F823BE3D55B8}">
      <dgm:prSet/>
      <dgm:spPr/>
      <dgm:t>
        <a:bodyPr/>
        <a:lstStyle/>
        <a:p>
          <a:endParaRPr lang="uk-UA"/>
        </a:p>
      </dgm:t>
    </dgm:pt>
    <dgm:pt modelId="{FED0B2E7-D94A-4DE9-A7AC-3246345C9A52}">
      <dgm:prSet/>
      <dgm:spPr/>
      <dgm:t>
        <a:bodyPr/>
        <a:lstStyle/>
        <a:p>
          <a:r>
            <a:rPr lang="ru-RU" b="0" i="0" dirty="0" err="1"/>
            <a:t>Молдавського</a:t>
          </a:r>
          <a:r>
            <a:rPr lang="ru-RU" b="0" i="0" dirty="0"/>
            <a:t> </a:t>
          </a:r>
          <a:r>
            <a:rPr lang="ru-RU" b="0" i="0" dirty="0" err="1"/>
            <a:t>князівства</a:t>
          </a:r>
          <a:r>
            <a:rPr lang="ru-RU" b="0" i="0" dirty="0"/>
            <a:t>.</a:t>
          </a:r>
          <a:endParaRPr lang="uk-UA" dirty="0"/>
        </a:p>
      </dgm:t>
    </dgm:pt>
    <dgm:pt modelId="{1700E948-6EAF-4BDE-B867-E0A7D229656C}" type="parTrans" cxnId="{E9CCF95D-040A-410D-8E99-7EEA0574B38C}">
      <dgm:prSet/>
      <dgm:spPr/>
      <dgm:t>
        <a:bodyPr/>
        <a:lstStyle/>
        <a:p>
          <a:endParaRPr lang="uk-UA"/>
        </a:p>
      </dgm:t>
    </dgm:pt>
    <dgm:pt modelId="{5455F4C8-0078-49C8-8C2A-880FB634DBF9}" type="sibTrans" cxnId="{E9CCF95D-040A-410D-8E99-7EEA0574B38C}">
      <dgm:prSet/>
      <dgm:spPr/>
      <dgm:t>
        <a:bodyPr/>
        <a:lstStyle/>
        <a:p>
          <a:endParaRPr lang="uk-UA"/>
        </a:p>
      </dgm:t>
    </dgm:pt>
    <dgm:pt modelId="{1AEDDDE4-1510-4D3A-BDA1-9A53BB5F2BA8}">
      <dgm:prSet/>
      <dgm:spPr/>
      <dgm:t>
        <a:bodyPr/>
        <a:lstStyle/>
        <a:p>
          <a:r>
            <a:rPr lang="ru-RU" b="0" i="0" dirty="0" err="1"/>
            <a:t>Шведського</a:t>
          </a:r>
          <a:r>
            <a:rPr lang="ru-RU" b="0" i="0" dirty="0"/>
            <a:t> </a:t>
          </a:r>
          <a:r>
            <a:rPr lang="ru-RU" b="0" i="0" dirty="0" err="1"/>
            <a:t>королівства</a:t>
          </a:r>
          <a:r>
            <a:rPr lang="ru-RU" b="0" i="0" dirty="0"/>
            <a:t>.</a:t>
          </a:r>
          <a:endParaRPr lang="uk-UA" dirty="0"/>
        </a:p>
      </dgm:t>
    </dgm:pt>
    <dgm:pt modelId="{1C7F1A80-43B0-4EE3-81A9-C3E890AFA26D}" type="parTrans" cxnId="{150664F0-DFEC-4A77-84FB-03FBDA6B7352}">
      <dgm:prSet/>
      <dgm:spPr/>
      <dgm:t>
        <a:bodyPr/>
        <a:lstStyle/>
        <a:p>
          <a:endParaRPr lang="uk-UA"/>
        </a:p>
      </dgm:t>
    </dgm:pt>
    <dgm:pt modelId="{309C16CF-F568-4D3A-9292-3D9261F5AA52}" type="sibTrans" cxnId="{150664F0-DFEC-4A77-84FB-03FBDA6B7352}">
      <dgm:prSet/>
      <dgm:spPr/>
      <dgm:t>
        <a:bodyPr/>
        <a:lstStyle/>
        <a:p>
          <a:endParaRPr lang="uk-UA"/>
        </a:p>
      </dgm:t>
    </dgm:pt>
    <dgm:pt modelId="{59AF904D-1F23-4778-BC55-74B3C42664E2}">
      <dgm:prSet/>
      <dgm:spPr/>
      <dgm:t>
        <a:bodyPr/>
        <a:lstStyle/>
        <a:p>
          <a:r>
            <a:rPr lang="ru-RU" b="0" i="0" dirty="0" err="1"/>
            <a:t>Речі</a:t>
          </a:r>
          <a:r>
            <a:rPr lang="ru-RU" b="0" i="0" dirty="0"/>
            <a:t> </a:t>
          </a:r>
          <a:r>
            <a:rPr lang="ru-RU" b="0" i="0" dirty="0" err="1"/>
            <a:t>Посполитої</a:t>
          </a:r>
          <a:r>
            <a:rPr lang="ru-RU" b="0" i="0" dirty="0"/>
            <a:t>.</a:t>
          </a:r>
          <a:br>
            <a:rPr lang="ru-RU" dirty="0"/>
          </a:br>
          <a:endParaRPr lang="uk-UA" dirty="0"/>
        </a:p>
      </dgm:t>
    </dgm:pt>
    <dgm:pt modelId="{4CD36780-7577-4C2A-80E3-B59EF616F1F8}" type="parTrans" cxnId="{AAD9517D-A42A-4F79-B256-AE4187EAC9C0}">
      <dgm:prSet/>
      <dgm:spPr/>
      <dgm:t>
        <a:bodyPr/>
        <a:lstStyle/>
        <a:p>
          <a:endParaRPr lang="uk-UA"/>
        </a:p>
      </dgm:t>
    </dgm:pt>
    <dgm:pt modelId="{90F31CF3-D3F8-4400-8B70-6C7B2B3E130C}" type="sibTrans" cxnId="{AAD9517D-A42A-4F79-B256-AE4187EAC9C0}">
      <dgm:prSet/>
      <dgm:spPr/>
      <dgm:t>
        <a:bodyPr/>
        <a:lstStyle/>
        <a:p>
          <a:endParaRPr lang="uk-UA"/>
        </a:p>
      </dgm:t>
    </dgm:pt>
    <dgm:pt modelId="{F548F966-CA55-4465-94DF-BF81E386078F}" type="pres">
      <dgm:prSet presAssocID="{0FB8EB8C-F8B9-4BF3-8C4D-BC899A837D61}" presName="Name0" presStyleCnt="0">
        <dgm:presLayoutVars>
          <dgm:chMax val="7"/>
          <dgm:chPref val="7"/>
          <dgm:dir/>
        </dgm:presLayoutVars>
      </dgm:prSet>
      <dgm:spPr/>
    </dgm:pt>
    <dgm:pt modelId="{F03FA494-D81A-4531-903A-54616D42344C}" type="pres">
      <dgm:prSet presAssocID="{0FB8EB8C-F8B9-4BF3-8C4D-BC899A837D61}" presName="Name1" presStyleCnt="0"/>
      <dgm:spPr/>
    </dgm:pt>
    <dgm:pt modelId="{3BDC0ACE-D8D7-4BA3-BF98-ED9F09D9D2D4}" type="pres">
      <dgm:prSet presAssocID="{0FB8EB8C-F8B9-4BF3-8C4D-BC899A837D61}" presName="cycle" presStyleCnt="0"/>
      <dgm:spPr/>
    </dgm:pt>
    <dgm:pt modelId="{5D4CB94D-E603-4332-9755-3BB6DBC1A375}" type="pres">
      <dgm:prSet presAssocID="{0FB8EB8C-F8B9-4BF3-8C4D-BC899A837D61}" presName="srcNode" presStyleLbl="node1" presStyleIdx="0" presStyleCnt="4"/>
      <dgm:spPr/>
    </dgm:pt>
    <dgm:pt modelId="{D82BA71A-A673-4F33-9520-F63736D61834}" type="pres">
      <dgm:prSet presAssocID="{0FB8EB8C-F8B9-4BF3-8C4D-BC899A837D61}" presName="conn" presStyleLbl="parChTrans1D2" presStyleIdx="0" presStyleCnt="1"/>
      <dgm:spPr/>
    </dgm:pt>
    <dgm:pt modelId="{E691A603-71D2-4C42-A292-003718CAE5C2}" type="pres">
      <dgm:prSet presAssocID="{0FB8EB8C-F8B9-4BF3-8C4D-BC899A837D61}" presName="extraNode" presStyleLbl="node1" presStyleIdx="0" presStyleCnt="4"/>
      <dgm:spPr/>
    </dgm:pt>
    <dgm:pt modelId="{001DF949-4F3A-4CA4-B4DD-C00AA5C3B16B}" type="pres">
      <dgm:prSet presAssocID="{0FB8EB8C-F8B9-4BF3-8C4D-BC899A837D61}" presName="dstNode" presStyleLbl="node1" presStyleIdx="0" presStyleCnt="4"/>
      <dgm:spPr/>
    </dgm:pt>
    <dgm:pt modelId="{9519A0EE-39F9-450B-B9CA-B508466166BA}" type="pres">
      <dgm:prSet presAssocID="{D0754E9D-7136-4AEE-8C7E-0C8F2208B4FF}" presName="text_1" presStyleLbl="node1" presStyleIdx="0" presStyleCnt="4">
        <dgm:presLayoutVars>
          <dgm:bulletEnabled val="1"/>
        </dgm:presLayoutVars>
      </dgm:prSet>
      <dgm:spPr/>
    </dgm:pt>
    <dgm:pt modelId="{6B6A9B8E-A2FE-4F7A-AC11-BDAF2E49E0AD}" type="pres">
      <dgm:prSet presAssocID="{D0754E9D-7136-4AEE-8C7E-0C8F2208B4FF}" presName="accent_1" presStyleCnt="0"/>
      <dgm:spPr/>
    </dgm:pt>
    <dgm:pt modelId="{2FE94818-217B-4E6B-916C-24089E48B252}" type="pres">
      <dgm:prSet presAssocID="{D0754E9D-7136-4AEE-8C7E-0C8F2208B4FF}" presName="accentRepeatNode" presStyleLbl="solidFgAcc1" presStyleIdx="0" presStyleCnt="4"/>
      <dgm:spPr/>
    </dgm:pt>
    <dgm:pt modelId="{46A1D8BC-4FCB-4178-ABD1-F7F96BECA685}" type="pres">
      <dgm:prSet presAssocID="{FED0B2E7-D94A-4DE9-A7AC-3246345C9A52}" presName="text_2" presStyleLbl="node1" presStyleIdx="1" presStyleCnt="4">
        <dgm:presLayoutVars>
          <dgm:bulletEnabled val="1"/>
        </dgm:presLayoutVars>
      </dgm:prSet>
      <dgm:spPr/>
    </dgm:pt>
    <dgm:pt modelId="{2F56B603-D857-4711-B796-CC5CEBC9950B}" type="pres">
      <dgm:prSet presAssocID="{FED0B2E7-D94A-4DE9-A7AC-3246345C9A52}" presName="accent_2" presStyleCnt="0"/>
      <dgm:spPr/>
    </dgm:pt>
    <dgm:pt modelId="{3D08AFF9-DAAC-4F62-8F60-7F1F22DDD1B0}" type="pres">
      <dgm:prSet presAssocID="{FED0B2E7-D94A-4DE9-A7AC-3246345C9A52}" presName="accentRepeatNode" presStyleLbl="solidFgAcc1" presStyleIdx="1" presStyleCnt="4"/>
      <dgm:spPr/>
    </dgm:pt>
    <dgm:pt modelId="{480ED413-E102-49E7-AD44-B2FDB0B5CD07}" type="pres">
      <dgm:prSet presAssocID="{1AEDDDE4-1510-4D3A-BDA1-9A53BB5F2BA8}" presName="text_3" presStyleLbl="node1" presStyleIdx="2" presStyleCnt="4">
        <dgm:presLayoutVars>
          <dgm:bulletEnabled val="1"/>
        </dgm:presLayoutVars>
      </dgm:prSet>
      <dgm:spPr/>
    </dgm:pt>
    <dgm:pt modelId="{87D42EE8-2C20-4D95-8AA9-B432CDB837B9}" type="pres">
      <dgm:prSet presAssocID="{1AEDDDE4-1510-4D3A-BDA1-9A53BB5F2BA8}" presName="accent_3" presStyleCnt="0"/>
      <dgm:spPr/>
    </dgm:pt>
    <dgm:pt modelId="{166D2C85-37BC-4E74-98A0-84DFA86EB781}" type="pres">
      <dgm:prSet presAssocID="{1AEDDDE4-1510-4D3A-BDA1-9A53BB5F2BA8}" presName="accentRepeatNode" presStyleLbl="solidFgAcc1" presStyleIdx="2" presStyleCnt="4"/>
      <dgm:spPr/>
    </dgm:pt>
    <dgm:pt modelId="{37242D40-A3E1-4A24-8A83-4BDB67603D2A}" type="pres">
      <dgm:prSet presAssocID="{59AF904D-1F23-4778-BC55-74B3C42664E2}" presName="text_4" presStyleLbl="node1" presStyleIdx="3" presStyleCnt="4">
        <dgm:presLayoutVars>
          <dgm:bulletEnabled val="1"/>
        </dgm:presLayoutVars>
      </dgm:prSet>
      <dgm:spPr/>
    </dgm:pt>
    <dgm:pt modelId="{A8D251A3-030D-4A46-B89C-93C505717D2B}" type="pres">
      <dgm:prSet presAssocID="{59AF904D-1F23-4778-BC55-74B3C42664E2}" presName="accent_4" presStyleCnt="0"/>
      <dgm:spPr/>
    </dgm:pt>
    <dgm:pt modelId="{4B7D941A-CCD2-49DB-A188-06683B7BBA09}" type="pres">
      <dgm:prSet presAssocID="{59AF904D-1F23-4778-BC55-74B3C42664E2}" presName="accentRepeatNode" presStyleLbl="solidFgAcc1" presStyleIdx="3" presStyleCnt="4"/>
      <dgm:spPr/>
    </dgm:pt>
  </dgm:ptLst>
  <dgm:cxnLst>
    <dgm:cxn modelId="{6223A21E-A9DA-4A71-BA63-9EF591AC96AB}" type="presOf" srcId="{1AEDDDE4-1510-4D3A-BDA1-9A53BB5F2BA8}" destId="{480ED413-E102-49E7-AD44-B2FDB0B5CD07}" srcOrd="0" destOrd="0" presId="urn:microsoft.com/office/officeart/2008/layout/VerticalCurvedList"/>
    <dgm:cxn modelId="{E9CCF95D-040A-410D-8E99-7EEA0574B38C}" srcId="{0FB8EB8C-F8B9-4BF3-8C4D-BC899A837D61}" destId="{FED0B2E7-D94A-4DE9-A7AC-3246345C9A52}" srcOrd="1" destOrd="0" parTransId="{1700E948-6EAF-4BDE-B867-E0A7D229656C}" sibTransId="{5455F4C8-0078-49C8-8C2A-880FB634DBF9}"/>
    <dgm:cxn modelId="{159E6B45-5F06-4C87-8710-2C0F09D4647B}" type="presOf" srcId="{D0754E9D-7136-4AEE-8C7E-0C8F2208B4FF}" destId="{9519A0EE-39F9-450B-B9CA-B508466166BA}" srcOrd="0" destOrd="0" presId="urn:microsoft.com/office/officeart/2008/layout/VerticalCurvedList"/>
    <dgm:cxn modelId="{129B104F-D2A2-4FCA-BD72-65F9415FF8E8}" type="presOf" srcId="{FED0B2E7-D94A-4DE9-A7AC-3246345C9A52}" destId="{46A1D8BC-4FCB-4178-ABD1-F7F96BECA685}" srcOrd="0" destOrd="0" presId="urn:microsoft.com/office/officeart/2008/layout/VerticalCurvedList"/>
    <dgm:cxn modelId="{DBB6757B-BFD3-41F2-A31A-3FE1881C0387}" type="presOf" srcId="{0FB8EB8C-F8B9-4BF3-8C4D-BC899A837D61}" destId="{F548F966-CA55-4465-94DF-BF81E386078F}" srcOrd="0" destOrd="0" presId="urn:microsoft.com/office/officeart/2008/layout/VerticalCurvedList"/>
    <dgm:cxn modelId="{AAD9517D-A42A-4F79-B256-AE4187EAC9C0}" srcId="{0FB8EB8C-F8B9-4BF3-8C4D-BC899A837D61}" destId="{59AF904D-1F23-4778-BC55-74B3C42664E2}" srcOrd="3" destOrd="0" parTransId="{4CD36780-7577-4C2A-80E3-B59EF616F1F8}" sibTransId="{90F31CF3-D3F8-4400-8B70-6C7B2B3E130C}"/>
    <dgm:cxn modelId="{D4AE088E-7EB8-4E78-9EA1-F823BE3D55B8}" srcId="{0FB8EB8C-F8B9-4BF3-8C4D-BC899A837D61}" destId="{D0754E9D-7136-4AEE-8C7E-0C8F2208B4FF}" srcOrd="0" destOrd="0" parTransId="{7AB5BDFC-A48A-4138-96EB-CDC0DBFAFDD3}" sibTransId="{F07769E3-E3F6-4F7C-AD69-0FA12CF5C314}"/>
    <dgm:cxn modelId="{2B623DB6-A4C3-4539-8EEF-2FB390B08195}" type="presOf" srcId="{F07769E3-E3F6-4F7C-AD69-0FA12CF5C314}" destId="{D82BA71A-A673-4F33-9520-F63736D61834}" srcOrd="0" destOrd="0" presId="urn:microsoft.com/office/officeart/2008/layout/VerticalCurvedList"/>
    <dgm:cxn modelId="{150664F0-DFEC-4A77-84FB-03FBDA6B7352}" srcId="{0FB8EB8C-F8B9-4BF3-8C4D-BC899A837D61}" destId="{1AEDDDE4-1510-4D3A-BDA1-9A53BB5F2BA8}" srcOrd="2" destOrd="0" parTransId="{1C7F1A80-43B0-4EE3-81A9-C3E890AFA26D}" sibTransId="{309C16CF-F568-4D3A-9292-3D9261F5AA52}"/>
    <dgm:cxn modelId="{A5C483FF-7836-4602-9737-A94B78150BA8}" type="presOf" srcId="{59AF904D-1F23-4778-BC55-74B3C42664E2}" destId="{37242D40-A3E1-4A24-8A83-4BDB67603D2A}" srcOrd="0" destOrd="0" presId="urn:microsoft.com/office/officeart/2008/layout/VerticalCurvedList"/>
    <dgm:cxn modelId="{AF5A084B-DEA5-4AF1-AB2F-C1857C48EB9D}" type="presParOf" srcId="{F548F966-CA55-4465-94DF-BF81E386078F}" destId="{F03FA494-D81A-4531-903A-54616D42344C}" srcOrd="0" destOrd="0" presId="urn:microsoft.com/office/officeart/2008/layout/VerticalCurvedList"/>
    <dgm:cxn modelId="{41D085DD-C3D5-498A-B012-421CF53E9927}" type="presParOf" srcId="{F03FA494-D81A-4531-903A-54616D42344C}" destId="{3BDC0ACE-D8D7-4BA3-BF98-ED9F09D9D2D4}" srcOrd="0" destOrd="0" presId="urn:microsoft.com/office/officeart/2008/layout/VerticalCurvedList"/>
    <dgm:cxn modelId="{174B7D02-666C-446A-8CC4-9B7FF0810903}" type="presParOf" srcId="{3BDC0ACE-D8D7-4BA3-BF98-ED9F09D9D2D4}" destId="{5D4CB94D-E603-4332-9755-3BB6DBC1A375}" srcOrd="0" destOrd="0" presId="urn:microsoft.com/office/officeart/2008/layout/VerticalCurvedList"/>
    <dgm:cxn modelId="{80D63E1F-E7B4-41FD-95FA-93B1D2A5F8E9}" type="presParOf" srcId="{3BDC0ACE-D8D7-4BA3-BF98-ED9F09D9D2D4}" destId="{D82BA71A-A673-4F33-9520-F63736D61834}" srcOrd="1" destOrd="0" presId="urn:microsoft.com/office/officeart/2008/layout/VerticalCurvedList"/>
    <dgm:cxn modelId="{2BD94951-BC44-41A6-B92A-35D1C3317C86}" type="presParOf" srcId="{3BDC0ACE-D8D7-4BA3-BF98-ED9F09D9D2D4}" destId="{E691A603-71D2-4C42-A292-003718CAE5C2}" srcOrd="2" destOrd="0" presId="urn:microsoft.com/office/officeart/2008/layout/VerticalCurvedList"/>
    <dgm:cxn modelId="{BA35D331-335C-41DA-A15B-F47B4808CD73}" type="presParOf" srcId="{3BDC0ACE-D8D7-4BA3-BF98-ED9F09D9D2D4}" destId="{001DF949-4F3A-4CA4-B4DD-C00AA5C3B16B}" srcOrd="3" destOrd="0" presId="urn:microsoft.com/office/officeart/2008/layout/VerticalCurvedList"/>
    <dgm:cxn modelId="{3AD49AC9-5788-479D-B892-24492C964EF9}" type="presParOf" srcId="{F03FA494-D81A-4531-903A-54616D42344C}" destId="{9519A0EE-39F9-450B-B9CA-B508466166BA}" srcOrd="1" destOrd="0" presId="urn:microsoft.com/office/officeart/2008/layout/VerticalCurvedList"/>
    <dgm:cxn modelId="{0C66FF56-571C-4C3C-88BD-18253001F5DF}" type="presParOf" srcId="{F03FA494-D81A-4531-903A-54616D42344C}" destId="{6B6A9B8E-A2FE-4F7A-AC11-BDAF2E49E0AD}" srcOrd="2" destOrd="0" presId="urn:microsoft.com/office/officeart/2008/layout/VerticalCurvedList"/>
    <dgm:cxn modelId="{59C603F3-95CC-4439-A609-475AE6704D69}" type="presParOf" srcId="{6B6A9B8E-A2FE-4F7A-AC11-BDAF2E49E0AD}" destId="{2FE94818-217B-4E6B-916C-24089E48B252}" srcOrd="0" destOrd="0" presId="urn:microsoft.com/office/officeart/2008/layout/VerticalCurvedList"/>
    <dgm:cxn modelId="{AEBABBF9-2F58-4992-8973-A14DD0BC25D4}" type="presParOf" srcId="{F03FA494-D81A-4531-903A-54616D42344C}" destId="{46A1D8BC-4FCB-4178-ABD1-F7F96BECA685}" srcOrd="3" destOrd="0" presId="urn:microsoft.com/office/officeart/2008/layout/VerticalCurvedList"/>
    <dgm:cxn modelId="{2E0DB121-6720-4D13-8230-E5CC02B3FC52}" type="presParOf" srcId="{F03FA494-D81A-4531-903A-54616D42344C}" destId="{2F56B603-D857-4711-B796-CC5CEBC9950B}" srcOrd="4" destOrd="0" presId="urn:microsoft.com/office/officeart/2008/layout/VerticalCurvedList"/>
    <dgm:cxn modelId="{74EFE7E0-D590-4177-A519-329EF35DC3CB}" type="presParOf" srcId="{2F56B603-D857-4711-B796-CC5CEBC9950B}" destId="{3D08AFF9-DAAC-4F62-8F60-7F1F22DDD1B0}" srcOrd="0" destOrd="0" presId="urn:microsoft.com/office/officeart/2008/layout/VerticalCurvedList"/>
    <dgm:cxn modelId="{36AD22CB-A8F4-47B3-AB49-0924461E3EF1}" type="presParOf" srcId="{F03FA494-D81A-4531-903A-54616D42344C}" destId="{480ED413-E102-49E7-AD44-B2FDB0B5CD07}" srcOrd="5" destOrd="0" presId="urn:microsoft.com/office/officeart/2008/layout/VerticalCurvedList"/>
    <dgm:cxn modelId="{10AA3A2F-1C43-4C6F-B690-2E48A960C595}" type="presParOf" srcId="{F03FA494-D81A-4531-903A-54616D42344C}" destId="{87D42EE8-2C20-4D95-8AA9-B432CDB837B9}" srcOrd="6" destOrd="0" presId="urn:microsoft.com/office/officeart/2008/layout/VerticalCurvedList"/>
    <dgm:cxn modelId="{D0662BBD-9E57-43D0-A2FA-866AE50D375C}" type="presParOf" srcId="{87D42EE8-2C20-4D95-8AA9-B432CDB837B9}" destId="{166D2C85-37BC-4E74-98A0-84DFA86EB781}" srcOrd="0" destOrd="0" presId="urn:microsoft.com/office/officeart/2008/layout/VerticalCurvedList"/>
    <dgm:cxn modelId="{EA4124D5-5C0F-4EB1-A5A7-3D1392D402E9}" type="presParOf" srcId="{F03FA494-D81A-4531-903A-54616D42344C}" destId="{37242D40-A3E1-4A24-8A83-4BDB67603D2A}" srcOrd="7" destOrd="0" presId="urn:microsoft.com/office/officeart/2008/layout/VerticalCurvedList"/>
    <dgm:cxn modelId="{C1EEBD21-06B8-4CAB-9EC4-47848FBD2BA4}" type="presParOf" srcId="{F03FA494-D81A-4531-903A-54616D42344C}" destId="{A8D251A3-030D-4A46-B89C-93C505717D2B}" srcOrd="8" destOrd="0" presId="urn:microsoft.com/office/officeart/2008/layout/VerticalCurvedList"/>
    <dgm:cxn modelId="{874DCF3E-AC15-4AF3-9D83-0F6597CCFDF0}" type="presParOf" srcId="{A8D251A3-030D-4A46-B89C-93C505717D2B}" destId="{4B7D941A-CCD2-49DB-A188-06683B7BBA0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89278BCC-1608-499A-89AF-43C45399C7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8AA476-9A0F-40E2-8E2C-856F5C49699D}">
      <dgm:prSet/>
      <dgm:spPr/>
      <dgm:t>
        <a:bodyPr/>
        <a:lstStyle/>
        <a:p>
          <a:r>
            <a:rPr lang="uk-UA" b="0" i="0"/>
            <a:t>«Сповнені великої радості, вітаємо твою достойність королівську милість зі світлою перемогою над татарами й козаками Хмельницького під Берестечком...»</a:t>
          </a:r>
          <a:endParaRPr lang="uk-UA" i="0"/>
        </a:p>
      </dgm:t>
    </dgm:pt>
    <dgm:pt modelId="{CFE50BCC-C0C0-4401-8402-7586481F3CB4}" type="parTrans" cxnId="{A2D9DB9B-BAFF-4263-9A3F-86BF5B86A710}">
      <dgm:prSet/>
      <dgm:spPr/>
      <dgm:t>
        <a:bodyPr/>
        <a:lstStyle/>
        <a:p>
          <a:endParaRPr lang="uk-UA" i="0"/>
        </a:p>
      </dgm:t>
    </dgm:pt>
    <dgm:pt modelId="{B98057C3-9D84-4C99-B6B5-237AFBBBD381}" type="sibTrans" cxnId="{A2D9DB9B-BAFF-4263-9A3F-86BF5B86A710}">
      <dgm:prSet/>
      <dgm:spPr/>
      <dgm:t>
        <a:bodyPr/>
        <a:lstStyle/>
        <a:p>
          <a:endParaRPr lang="uk-UA" i="0"/>
        </a:p>
      </dgm:t>
    </dgm:pt>
    <dgm:pt modelId="{7EA4CBD5-61A1-4ED5-BA1C-8DAF7CF58772}">
      <dgm:prSet/>
      <dgm:spPr/>
      <dgm:t>
        <a:bodyPr/>
        <a:lstStyle/>
        <a:p>
          <a:r>
            <a:rPr lang="uk-UA" b="0" i="0" dirty="0"/>
            <a:t>«Бачу зле, бо віддав Хмельницький усіх нас у неволю московському цареві… Сам із військом козацьким присягнув і місто Київ силою під каранням мечем до того привів, що присягли всі…»</a:t>
          </a:r>
          <a:endParaRPr lang="uk-UA" i="0" dirty="0"/>
        </a:p>
      </dgm:t>
    </dgm:pt>
    <dgm:pt modelId="{789132DC-CC18-40D7-BCEC-51C2AEC577DF}" type="parTrans" cxnId="{09FB0D8D-EB71-4A7B-936B-A28FA9E389E7}">
      <dgm:prSet/>
      <dgm:spPr/>
      <dgm:t>
        <a:bodyPr/>
        <a:lstStyle/>
        <a:p>
          <a:endParaRPr lang="uk-UA" i="0"/>
        </a:p>
      </dgm:t>
    </dgm:pt>
    <dgm:pt modelId="{4B355F8A-832B-4B0F-9242-600152B5D8A8}" type="sibTrans" cxnId="{09FB0D8D-EB71-4A7B-936B-A28FA9E389E7}">
      <dgm:prSet/>
      <dgm:spPr/>
      <dgm:t>
        <a:bodyPr/>
        <a:lstStyle/>
        <a:p>
          <a:endParaRPr lang="uk-UA" i="0"/>
        </a:p>
      </dgm:t>
    </dgm:pt>
    <dgm:pt modelId="{41B4EB23-65D4-4ED1-9E11-78AC99BEE0F8}">
      <dgm:prSet/>
      <dgm:spPr/>
      <dgm:t>
        <a:bodyPr/>
        <a:lstStyle/>
        <a:p>
          <a:r>
            <a:rPr lang="uk-UA" b="0" i="0" dirty="0"/>
            <a:t>«Тих польських ратних людей біля Жовтих Вод самовільні козаки, з’єднавшись із татарами, всіх побили, а інших у полон </a:t>
          </a:r>
          <a:r>
            <a:rPr lang="uk-UA" b="0" i="0" dirty="0" err="1"/>
            <a:t>побрали</a:t>
          </a:r>
          <a:r>
            <a:rPr lang="uk-UA" b="0" i="0" dirty="0"/>
            <a:t> живими разом із сином коронного гетьмана Потоцького...»</a:t>
          </a:r>
          <a:endParaRPr lang="uk-UA" i="0" dirty="0"/>
        </a:p>
      </dgm:t>
    </dgm:pt>
    <dgm:pt modelId="{DA25D9B2-B8B9-49AE-A225-5EBB28FB50E5}" type="parTrans" cxnId="{C5AA7B21-E40F-43E0-8E33-495DD923F089}">
      <dgm:prSet/>
      <dgm:spPr/>
      <dgm:t>
        <a:bodyPr/>
        <a:lstStyle/>
        <a:p>
          <a:endParaRPr lang="uk-UA" i="0"/>
        </a:p>
      </dgm:t>
    </dgm:pt>
    <dgm:pt modelId="{F737EE27-E482-4E7C-8731-C8D3B9DFD971}" type="sibTrans" cxnId="{C5AA7B21-E40F-43E0-8E33-495DD923F089}">
      <dgm:prSet/>
      <dgm:spPr/>
      <dgm:t>
        <a:bodyPr/>
        <a:lstStyle/>
        <a:p>
          <a:endParaRPr lang="uk-UA" i="0"/>
        </a:p>
      </dgm:t>
    </dgm:pt>
    <dgm:pt modelId="{AC5F7D3E-BF33-433A-87B1-2405A40827B1}">
      <dgm:prSet/>
      <dgm:spPr/>
      <dgm:t>
        <a:bodyPr/>
        <a:lstStyle/>
        <a:p>
          <a:r>
            <a:rPr lang="uk-UA" b="0" i="0" dirty="0"/>
            <a:t>«Наш підданий гетьман Богдан Хмельницький, майже поєднавши свої війська з угорцем Ракочієм, послав до Польської держави наказного гетьмана Антіна Ждановича, і Богуна, й інших начальників для спустошення...»</a:t>
          </a:r>
          <a:endParaRPr lang="uk-UA" i="0" dirty="0"/>
        </a:p>
      </dgm:t>
    </dgm:pt>
    <dgm:pt modelId="{0BB0C7EA-5245-45BF-A1A5-FED0421FFCD0}" type="parTrans" cxnId="{80175B39-EEF3-4C2E-88F4-233FE717E729}">
      <dgm:prSet/>
      <dgm:spPr/>
      <dgm:t>
        <a:bodyPr/>
        <a:lstStyle/>
        <a:p>
          <a:endParaRPr lang="uk-UA" i="0"/>
        </a:p>
      </dgm:t>
    </dgm:pt>
    <dgm:pt modelId="{1C3A1A41-43A0-4FB5-A83C-94997E8662E6}" type="sibTrans" cxnId="{80175B39-EEF3-4C2E-88F4-233FE717E729}">
      <dgm:prSet/>
      <dgm:spPr/>
      <dgm:t>
        <a:bodyPr/>
        <a:lstStyle/>
        <a:p>
          <a:endParaRPr lang="uk-UA" i="0"/>
        </a:p>
      </dgm:t>
    </dgm:pt>
    <dgm:pt modelId="{8D70A6FC-74F8-44AA-97D2-8453770B978D}" type="pres">
      <dgm:prSet presAssocID="{89278BCC-1608-499A-89AF-43C45399C75F}" presName="linear" presStyleCnt="0">
        <dgm:presLayoutVars>
          <dgm:animLvl val="lvl"/>
          <dgm:resizeHandles val="exact"/>
        </dgm:presLayoutVars>
      </dgm:prSet>
      <dgm:spPr/>
    </dgm:pt>
    <dgm:pt modelId="{E988C9A2-2BD9-41B6-8180-F5534764BDB9}" type="pres">
      <dgm:prSet presAssocID="{728AA476-9A0F-40E2-8E2C-856F5C49699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A38BAA-25A1-4F94-8730-748360CF32AC}" type="pres">
      <dgm:prSet presAssocID="{B98057C3-9D84-4C99-B6B5-237AFBBBD381}" presName="spacer" presStyleCnt="0"/>
      <dgm:spPr/>
    </dgm:pt>
    <dgm:pt modelId="{2E59C864-D86E-4520-977C-0AE7BDAFE081}" type="pres">
      <dgm:prSet presAssocID="{7EA4CBD5-61A1-4ED5-BA1C-8DAF7CF5877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DF38B44-8277-41D3-85B3-1794599158E6}" type="pres">
      <dgm:prSet presAssocID="{4B355F8A-832B-4B0F-9242-600152B5D8A8}" presName="spacer" presStyleCnt="0"/>
      <dgm:spPr/>
    </dgm:pt>
    <dgm:pt modelId="{116F45A9-0CEF-41FB-BA25-0C877E614465}" type="pres">
      <dgm:prSet presAssocID="{41B4EB23-65D4-4ED1-9E11-78AC99BEE0F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ACEAA2-C3B1-4BAC-9BF4-C9EA64ABF1D2}" type="pres">
      <dgm:prSet presAssocID="{F737EE27-E482-4E7C-8731-C8D3B9DFD971}" presName="spacer" presStyleCnt="0"/>
      <dgm:spPr/>
    </dgm:pt>
    <dgm:pt modelId="{1C07B582-C230-41A9-B032-FE9B5E58ED17}" type="pres">
      <dgm:prSet presAssocID="{AC5F7D3E-BF33-433A-87B1-2405A40827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4ED6D15-49AA-4BB4-98B0-82B9EF8732FA}" type="presOf" srcId="{7EA4CBD5-61A1-4ED5-BA1C-8DAF7CF58772}" destId="{2E59C864-D86E-4520-977C-0AE7BDAFE081}" srcOrd="0" destOrd="0" presId="urn:microsoft.com/office/officeart/2005/8/layout/vList2"/>
    <dgm:cxn modelId="{C5AA7B21-E40F-43E0-8E33-495DD923F089}" srcId="{89278BCC-1608-499A-89AF-43C45399C75F}" destId="{41B4EB23-65D4-4ED1-9E11-78AC99BEE0F8}" srcOrd="2" destOrd="0" parTransId="{DA25D9B2-B8B9-49AE-A225-5EBB28FB50E5}" sibTransId="{F737EE27-E482-4E7C-8731-C8D3B9DFD971}"/>
    <dgm:cxn modelId="{06FF0D25-45CB-442B-A4BC-96573DEBD9B5}" type="presOf" srcId="{728AA476-9A0F-40E2-8E2C-856F5C49699D}" destId="{E988C9A2-2BD9-41B6-8180-F5534764BDB9}" srcOrd="0" destOrd="0" presId="urn:microsoft.com/office/officeart/2005/8/layout/vList2"/>
    <dgm:cxn modelId="{80175B39-EEF3-4C2E-88F4-233FE717E729}" srcId="{89278BCC-1608-499A-89AF-43C45399C75F}" destId="{AC5F7D3E-BF33-433A-87B1-2405A40827B1}" srcOrd="3" destOrd="0" parTransId="{0BB0C7EA-5245-45BF-A1A5-FED0421FFCD0}" sibTransId="{1C3A1A41-43A0-4FB5-A83C-94997E8662E6}"/>
    <dgm:cxn modelId="{5ADFE451-69AD-4D49-A560-2C20E8C79398}" type="presOf" srcId="{89278BCC-1608-499A-89AF-43C45399C75F}" destId="{8D70A6FC-74F8-44AA-97D2-8453770B978D}" srcOrd="0" destOrd="0" presId="urn:microsoft.com/office/officeart/2005/8/layout/vList2"/>
    <dgm:cxn modelId="{09FB0D8D-EB71-4A7B-936B-A28FA9E389E7}" srcId="{89278BCC-1608-499A-89AF-43C45399C75F}" destId="{7EA4CBD5-61A1-4ED5-BA1C-8DAF7CF58772}" srcOrd="1" destOrd="0" parTransId="{789132DC-CC18-40D7-BCEC-51C2AEC577DF}" sibTransId="{4B355F8A-832B-4B0F-9242-600152B5D8A8}"/>
    <dgm:cxn modelId="{A2D9DB9B-BAFF-4263-9A3F-86BF5B86A710}" srcId="{89278BCC-1608-499A-89AF-43C45399C75F}" destId="{728AA476-9A0F-40E2-8E2C-856F5C49699D}" srcOrd="0" destOrd="0" parTransId="{CFE50BCC-C0C0-4401-8402-7586481F3CB4}" sibTransId="{B98057C3-9D84-4C99-B6B5-237AFBBBD381}"/>
    <dgm:cxn modelId="{DB4143A3-3C91-4C6F-8D05-1EB2BE3542B0}" type="presOf" srcId="{AC5F7D3E-BF33-433A-87B1-2405A40827B1}" destId="{1C07B582-C230-41A9-B032-FE9B5E58ED17}" srcOrd="0" destOrd="0" presId="urn:microsoft.com/office/officeart/2005/8/layout/vList2"/>
    <dgm:cxn modelId="{0EB426D2-CCA8-4770-B96F-FA9C5027C30A}" type="presOf" srcId="{41B4EB23-65D4-4ED1-9E11-78AC99BEE0F8}" destId="{116F45A9-0CEF-41FB-BA25-0C877E614465}" srcOrd="0" destOrd="0" presId="urn:microsoft.com/office/officeart/2005/8/layout/vList2"/>
    <dgm:cxn modelId="{E462F317-9CBC-4010-86A8-C911B6C314DE}" type="presParOf" srcId="{8D70A6FC-74F8-44AA-97D2-8453770B978D}" destId="{E988C9A2-2BD9-41B6-8180-F5534764BDB9}" srcOrd="0" destOrd="0" presId="urn:microsoft.com/office/officeart/2005/8/layout/vList2"/>
    <dgm:cxn modelId="{CFAD07EE-B627-4C0B-AA47-D1B167CFC35D}" type="presParOf" srcId="{8D70A6FC-74F8-44AA-97D2-8453770B978D}" destId="{B5A38BAA-25A1-4F94-8730-748360CF32AC}" srcOrd="1" destOrd="0" presId="urn:microsoft.com/office/officeart/2005/8/layout/vList2"/>
    <dgm:cxn modelId="{258ECC15-9924-474B-A6B2-469A54ACC7C3}" type="presParOf" srcId="{8D70A6FC-74F8-44AA-97D2-8453770B978D}" destId="{2E59C864-D86E-4520-977C-0AE7BDAFE081}" srcOrd="2" destOrd="0" presId="urn:microsoft.com/office/officeart/2005/8/layout/vList2"/>
    <dgm:cxn modelId="{28D41319-D6BB-45B8-BD27-9EB60852646F}" type="presParOf" srcId="{8D70A6FC-74F8-44AA-97D2-8453770B978D}" destId="{9DF38B44-8277-41D3-85B3-1794599158E6}" srcOrd="3" destOrd="0" presId="urn:microsoft.com/office/officeart/2005/8/layout/vList2"/>
    <dgm:cxn modelId="{275036CB-5C13-4057-984F-82A370E94492}" type="presParOf" srcId="{8D70A6FC-74F8-44AA-97D2-8453770B978D}" destId="{116F45A9-0CEF-41FB-BA25-0C877E614465}" srcOrd="4" destOrd="0" presId="urn:microsoft.com/office/officeart/2005/8/layout/vList2"/>
    <dgm:cxn modelId="{828530AF-6A2F-4266-9EA5-74B0F6D138FE}" type="presParOf" srcId="{8D70A6FC-74F8-44AA-97D2-8453770B978D}" destId="{DFACEAA2-C3B1-4BAC-9BF4-C9EA64ABF1D2}" srcOrd="5" destOrd="0" presId="urn:microsoft.com/office/officeart/2005/8/layout/vList2"/>
    <dgm:cxn modelId="{1A92AA8B-BC1F-456B-971D-702DEBFCFBEB}" type="presParOf" srcId="{8D70A6FC-74F8-44AA-97D2-8453770B978D}" destId="{1C07B582-C230-41A9-B032-FE9B5E58ED1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328CCBDB-8B47-462C-86E5-0BA309D9CE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BA3F1AA-3435-4AE3-8F46-94C646C62501}">
      <dgm:prSet/>
      <dgm:spPr/>
      <dgm:t>
        <a:bodyPr/>
        <a:lstStyle/>
        <a:p>
          <a:r>
            <a:rPr lang="uk-UA" b="0" i="0" dirty="0"/>
            <a:t>«Через рік після перемоги під Берестечком повністю загинуло польське військо... Того ж року господарю Василю довелося влаштовувати весілля своєї дочки </a:t>
          </a:r>
          <a:r>
            <a:rPr lang="uk-UA" b="0" i="0" dirty="0" err="1"/>
            <a:t>Розанди</a:t>
          </a:r>
          <a:r>
            <a:rPr lang="uk-UA" b="0" i="0" dirty="0"/>
            <a:t> з </a:t>
          </a:r>
          <a:r>
            <a:rPr lang="uk-UA" b="0" i="0" dirty="0" err="1"/>
            <a:t>Тимошем</a:t>
          </a:r>
          <a:r>
            <a:rPr lang="uk-UA" b="0" i="0" dirty="0"/>
            <a:t>, сином козацького гетьмана </a:t>
          </a:r>
          <a:r>
            <a:rPr lang="uk-UA" b="0" i="0" dirty="0" err="1"/>
            <a:t>Хмеля</a:t>
          </a:r>
          <a:r>
            <a:rPr lang="uk-UA" b="0" i="0" dirty="0"/>
            <a:t>...»</a:t>
          </a:r>
          <a:endParaRPr lang="uk-UA" dirty="0"/>
        </a:p>
      </dgm:t>
    </dgm:pt>
    <dgm:pt modelId="{01F593A1-5DFD-467E-8732-50DD73F0F1AC}" type="sibTrans" cxnId="{4C50B68B-1E1A-4192-8533-DC2237F1DAD7}">
      <dgm:prSet/>
      <dgm:spPr/>
      <dgm:t>
        <a:bodyPr/>
        <a:lstStyle/>
        <a:p>
          <a:endParaRPr lang="uk-UA"/>
        </a:p>
      </dgm:t>
    </dgm:pt>
    <dgm:pt modelId="{19651403-434B-41A8-8F3B-1BAF0CB984CB}" type="parTrans" cxnId="{4C50B68B-1E1A-4192-8533-DC2237F1DAD7}">
      <dgm:prSet/>
      <dgm:spPr/>
      <dgm:t>
        <a:bodyPr/>
        <a:lstStyle/>
        <a:p>
          <a:endParaRPr lang="uk-UA"/>
        </a:p>
      </dgm:t>
    </dgm:pt>
    <dgm:pt modelId="{5864561E-E3F1-4456-898C-C2507A37D7B0}">
      <dgm:prSet/>
      <dgm:spPr/>
      <dgm:t>
        <a:bodyPr/>
        <a:lstStyle/>
        <a:p>
          <a:r>
            <a:rPr lang="uk-UA" b="0" i="0" dirty="0"/>
            <a:t>«Стали поляки обозом та вишикували своє військо на рівнині коло Корсуня. Того ж ранку вдарив Хмельницький зі своїм і ординським військом на поляків. Ті, недовго втримуючи свій стрій, з великими втратами відступили...»</a:t>
          </a:r>
          <a:endParaRPr lang="uk-UA" dirty="0"/>
        </a:p>
      </dgm:t>
    </dgm:pt>
    <dgm:pt modelId="{7D062D8F-BB94-4F33-8B2A-08C13B616FB0}" type="sibTrans" cxnId="{F7322823-60BE-47AF-B346-C5E6E9A6BFEB}">
      <dgm:prSet/>
      <dgm:spPr/>
      <dgm:t>
        <a:bodyPr/>
        <a:lstStyle/>
        <a:p>
          <a:endParaRPr lang="uk-UA"/>
        </a:p>
      </dgm:t>
    </dgm:pt>
    <dgm:pt modelId="{00EB0B1D-0844-4D15-ACD2-2E40D107A02C}" type="parTrans" cxnId="{F7322823-60BE-47AF-B346-C5E6E9A6BFEB}">
      <dgm:prSet/>
      <dgm:spPr/>
      <dgm:t>
        <a:bodyPr/>
        <a:lstStyle/>
        <a:p>
          <a:endParaRPr lang="uk-UA"/>
        </a:p>
      </dgm:t>
    </dgm:pt>
    <dgm:pt modelId="{F1971713-50B9-43DD-8255-097459533A27}" type="pres">
      <dgm:prSet presAssocID="{328CCBDB-8B47-462C-86E5-0BA309D9CE5E}" presName="linear" presStyleCnt="0">
        <dgm:presLayoutVars>
          <dgm:animLvl val="lvl"/>
          <dgm:resizeHandles val="exact"/>
        </dgm:presLayoutVars>
      </dgm:prSet>
      <dgm:spPr/>
    </dgm:pt>
    <dgm:pt modelId="{EC3ED901-889D-47C2-9C74-AF8EC594A5B2}" type="pres">
      <dgm:prSet presAssocID="{3BA3F1AA-3435-4AE3-8F46-94C646C625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D047A03-DEA3-4D75-8739-D1F2038E7382}" type="pres">
      <dgm:prSet presAssocID="{01F593A1-5DFD-467E-8732-50DD73F0F1AC}" presName="spacer" presStyleCnt="0"/>
      <dgm:spPr/>
    </dgm:pt>
    <dgm:pt modelId="{F4D47FEB-1578-41DC-A7D4-859F1F794BB6}" type="pres">
      <dgm:prSet presAssocID="{5864561E-E3F1-4456-898C-C2507A37D7B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7322823-60BE-47AF-B346-C5E6E9A6BFEB}" srcId="{328CCBDB-8B47-462C-86E5-0BA309D9CE5E}" destId="{5864561E-E3F1-4456-898C-C2507A37D7B0}" srcOrd="1" destOrd="0" parTransId="{00EB0B1D-0844-4D15-ACD2-2E40D107A02C}" sibTransId="{7D062D8F-BB94-4F33-8B2A-08C13B616FB0}"/>
    <dgm:cxn modelId="{41807E84-72F8-4AB5-9DED-FF268D9660D1}" type="presOf" srcId="{5864561E-E3F1-4456-898C-C2507A37D7B0}" destId="{F4D47FEB-1578-41DC-A7D4-859F1F794BB6}" srcOrd="0" destOrd="0" presId="urn:microsoft.com/office/officeart/2005/8/layout/vList2"/>
    <dgm:cxn modelId="{4C50B68B-1E1A-4192-8533-DC2237F1DAD7}" srcId="{328CCBDB-8B47-462C-86E5-0BA309D9CE5E}" destId="{3BA3F1AA-3435-4AE3-8F46-94C646C62501}" srcOrd="0" destOrd="0" parTransId="{19651403-434B-41A8-8F3B-1BAF0CB984CB}" sibTransId="{01F593A1-5DFD-467E-8732-50DD73F0F1AC}"/>
    <dgm:cxn modelId="{BF1FF1A8-30EE-4026-95D3-E650B01A0793}" type="presOf" srcId="{328CCBDB-8B47-462C-86E5-0BA309D9CE5E}" destId="{F1971713-50B9-43DD-8255-097459533A27}" srcOrd="0" destOrd="0" presId="urn:microsoft.com/office/officeart/2005/8/layout/vList2"/>
    <dgm:cxn modelId="{90CF33F0-4B14-483D-838F-B7C17E8863E3}" type="presOf" srcId="{3BA3F1AA-3435-4AE3-8F46-94C646C62501}" destId="{EC3ED901-889D-47C2-9C74-AF8EC594A5B2}" srcOrd="0" destOrd="0" presId="urn:microsoft.com/office/officeart/2005/8/layout/vList2"/>
    <dgm:cxn modelId="{2D6CAD12-6336-4E9B-99D4-78F88F3633D0}" type="presParOf" srcId="{F1971713-50B9-43DD-8255-097459533A27}" destId="{EC3ED901-889D-47C2-9C74-AF8EC594A5B2}" srcOrd="0" destOrd="0" presId="urn:microsoft.com/office/officeart/2005/8/layout/vList2"/>
    <dgm:cxn modelId="{4D1B3008-C15F-4454-95A8-01ACCD633CCB}" type="presParOf" srcId="{F1971713-50B9-43DD-8255-097459533A27}" destId="{5D047A03-DEA3-4D75-8739-D1F2038E7382}" srcOrd="1" destOrd="0" presId="urn:microsoft.com/office/officeart/2005/8/layout/vList2"/>
    <dgm:cxn modelId="{880650BB-7C5D-4226-BA77-CB991C27A69E}" type="presParOf" srcId="{F1971713-50B9-43DD-8255-097459533A27}" destId="{F4D47FEB-1578-41DC-A7D4-859F1F794BB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7FD3DDFC-18EA-41BD-B929-C0564A7EC4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FCD16CF-C98B-4564-913E-FCCC66F4DBE1}">
      <dgm:prSet/>
      <dgm:spPr/>
      <dgm:t>
        <a:bodyPr/>
        <a:lstStyle/>
        <a:p>
          <a:r>
            <a:rPr lang="uk-UA" b="0" i="0" dirty="0"/>
            <a:t>«То ми, великий государ, підданого нашого Богдана Хмельницького... і все наше Військо Запорозьке пожалували – веліли їм бути під нашою, царського </a:t>
          </a:r>
          <a:r>
            <a:rPr lang="uk-UA" b="0" i="0" dirty="0" err="1"/>
            <a:t>величества</a:t>
          </a:r>
          <a:r>
            <a:rPr lang="uk-UA" b="0" i="0" dirty="0"/>
            <a:t>, високою рукою, згідно з давнішими їх правами і привілеями...»</a:t>
          </a:r>
          <a:endParaRPr lang="uk-UA" dirty="0"/>
        </a:p>
      </dgm:t>
    </dgm:pt>
    <dgm:pt modelId="{67027C3F-7A51-4E76-B745-5049C98CD2E3}" type="parTrans" cxnId="{7F01F046-BB68-49EF-8DE2-2C37346BE745}">
      <dgm:prSet/>
      <dgm:spPr/>
      <dgm:t>
        <a:bodyPr/>
        <a:lstStyle/>
        <a:p>
          <a:endParaRPr lang="uk-UA"/>
        </a:p>
      </dgm:t>
    </dgm:pt>
    <dgm:pt modelId="{249D3F01-F5F6-45B9-A974-32B6C21616E1}" type="sibTrans" cxnId="{7F01F046-BB68-49EF-8DE2-2C37346BE745}">
      <dgm:prSet/>
      <dgm:spPr/>
      <dgm:t>
        <a:bodyPr/>
        <a:lstStyle/>
        <a:p>
          <a:endParaRPr lang="uk-UA"/>
        </a:p>
      </dgm:t>
    </dgm:pt>
    <dgm:pt modelId="{BB5EBF6E-A2B0-44A0-8024-8CA83A3C0172}">
      <dgm:prSet/>
      <dgm:spPr/>
      <dgm:t>
        <a:bodyPr/>
        <a:lstStyle/>
        <a:p>
          <a:r>
            <a:rPr lang="uk-UA" b="0" i="0" dirty="0"/>
            <a:t>«Увесь народ, вийшовши з Києва, вся чернь вітала його. Академія вітала його промовами як спасителя народу від рабства польського, як Мойсея, вбачаючи в імені Богдан добрий знак і називаючи його Богом даний...»</a:t>
          </a:r>
          <a:endParaRPr lang="uk-UA" dirty="0"/>
        </a:p>
      </dgm:t>
    </dgm:pt>
    <dgm:pt modelId="{E5EE1B34-2C40-4C83-9B44-AB02234F45A0}" type="parTrans" cxnId="{1990D368-2528-44A7-97A5-0A3055853B58}">
      <dgm:prSet/>
      <dgm:spPr/>
      <dgm:t>
        <a:bodyPr/>
        <a:lstStyle/>
        <a:p>
          <a:endParaRPr lang="uk-UA"/>
        </a:p>
      </dgm:t>
    </dgm:pt>
    <dgm:pt modelId="{149D0E57-F306-4404-A345-C50F3F94C22C}" type="sibTrans" cxnId="{1990D368-2528-44A7-97A5-0A3055853B58}">
      <dgm:prSet/>
      <dgm:spPr/>
      <dgm:t>
        <a:bodyPr/>
        <a:lstStyle/>
        <a:p>
          <a:endParaRPr lang="uk-UA"/>
        </a:p>
      </dgm:t>
    </dgm:pt>
    <dgm:pt modelId="{7ED4FD90-E0DF-4887-B1BD-9443139F23CB}" type="pres">
      <dgm:prSet presAssocID="{7FD3DDFC-18EA-41BD-B929-C0564A7EC44F}" presName="linear" presStyleCnt="0">
        <dgm:presLayoutVars>
          <dgm:animLvl val="lvl"/>
          <dgm:resizeHandles val="exact"/>
        </dgm:presLayoutVars>
      </dgm:prSet>
      <dgm:spPr/>
    </dgm:pt>
    <dgm:pt modelId="{6A413B3F-8C1B-4EEB-91F7-D7E507518F40}" type="pres">
      <dgm:prSet presAssocID="{BFCD16CF-C98B-4564-913E-FCCC66F4DB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F632D6-BB92-4858-8C75-F5C07268A2F5}" type="pres">
      <dgm:prSet presAssocID="{249D3F01-F5F6-45B9-A974-32B6C21616E1}" presName="spacer" presStyleCnt="0"/>
      <dgm:spPr/>
    </dgm:pt>
    <dgm:pt modelId="{0250D458-BB5D-43AC-A0D0-C49A17CD9DF2}" type="pres">
      <dgm:prSet presAssocID="{BB5EBF6E-A2B0-44A0-8024-8CA83A3C017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2106812-244A-4BB9-8665-7DAE2FDA9230}" type="presOf" srcId="{BB5EBF6E-A2B0-44A0-8024-8CA83A3C0172}" destId="{0250D458-BB5D-43AC-A0D0-C49A17CD9DF2}" srcOrd="0" destOrd="0" presId="urn:microsoft.com/office/officeart/2005/8/layout/vList2"/>
    <dgm:cxn modelId="{7F01F046-BB68-49EF-8DE2-2C37346BE745}" srcId="{7FD3DDFC-18EA-41BD-B929-C0564A7EC44F}" destId="{BFCD16CF-C98B-4564-913E-FCCC66F4DBE1}" srcOrd="0" destOrd="0" parTransId="{67027C3F-7A51-4E76-B745-5049C98CD2E3}" sibTransId="{249D3F01-F5F6-45B9-A974-32B6C21616E1}"/>
    <dgm:cxn modelId="{1990D368-2528-44A7-97A5-0A3055853B58}" srcId="{7FD3DDFC-18EA-41BD-B929-C0564A7EC44F}" destId="{BB5EBF6E-A2B0-44A0-8024-8CA83A3C0172}" srcOrd="1" destOrd="0" parTransId="{E5EE1B34-2C40-4C83-9B44-AB02234F45A0}" sibTransId="{149D0E57-F306-4404-A345-C50F3F94C22C}"/>
    <dgm:cxn modelId="{46FD5D6C-17FE-4A47-92EB-99F36FC559F0}" type="presOf" srcId="{7FD3DDFC-18EA-41BD-B929-C0564A7EC44F}" destId="{7ED4FD90-E0DF-4887-B1BD-9443139F23CB}" srcOrd="0" destOrd="0" presId="urn:microsoft.com/office/officeart/2005/8/layout/vList2"/>
    <dgm:cxn modelId="{8B735492-D25C-47CE-80EC-4069EF397380}" type="presOf" srcId="{BFCD16CF-C98B-4564-913E-FCCC66F4DBE1}" destId="{6A413B3F-8C1B-4EEB-91F7-D7E507518F40}" srcOrd="0" destOrd="0" presId="urn:microsoft.com/office/officeart/2005/8/layout/vList2"/>
    <dgm:cxn modelId="{147775A2-DA47-4830-9AB9-D34F1517CB2A}" type="presParOf" srcId="{7ED4FD90-E0DF-4887-B1BD-9443139F23CB}" destId="{6A413B3F-8C1B-4EEB-91F7-D7E507518F40}" srcOrd="0" destOrd="0" presId="urn:microsoft.com/office/officeart/2005/8/layout/vList2"/>
    <dgm:cxn modelId="{AF498079-7297-4291-9A08-62CD6F61780D}" type="presParOf" srcId="{7ED4FD90-E0DF-4887-B1BD-9443139F23CB}" destId="{B2F632D6-BB92-4858-8C75-F5C07268A2F5}" srcOrd="1" destOrd="0" presId="urn:microsoft.com/office/officeart/2005/8/layout/vList2"/>
    <dgm:cxn modelId="{9C5493EE-6D70-4132-B380-CCDAC38A4F07}" type="presParOf" srcId="{7ED4FD90-E0DF-4887-B1BD-9443139F23CB}" destId="{0250D458-BB5D-43AC-A0D0-C49A17CD9DF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C491D074-8BF6-4484-9219-CA350A8260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8E0EA0-3D1D-4D15-BECA-B8A962AEAE11}">
      <dgm:prSet/>
      <dgm:spPr/>
      <dgm:t>
        <a:bodyPr/>
        <a:lstStyle/>
        <a:p>
          <a:r>
            <a:rPr lang="uk-UA" b="0" i="0" dirty="0"/>
            <a:t>Різке загострення соціально-політичної боротьби, що вилилася у громадянську війну й спричинила розкол козацької держави на два гетьманства, виділення Запоріжжя в окрему політичну силу.</a:t>
          </a:r>
          <a:endParaRPr lang="uk-UA" dirty="0"/>
        </a:p>
      </dgm:t>
    </dgm:pt>
    <dgm:pt modelId="{AC45C791-E57B-4435-B0C5-C0CFD7032A16}" type="parTrans" cxnId="{C02E82BC-FC2E-49F2-A09F-C62829FE4570}">
      <dgm:prSet/>
      <dgm:spPr/>
      <dgm:t>
        <a:bodyPr/>
        <a:lstStyle/>
        <a:p>
          <a:endParaRPr lang="uk-UA"/>
        </a:p>
      </dgm:t>
    </dgm:pt>
    <dgm:pt modelId="{F469773D-4F79-4214-96BD-7C79C693AF23}" type="sibTrans" cxnId="{C02E82BC-FC2E-49F2-A09F-C62829FE4570}">
      <dgm:prSet/>
      <dgm:spPr/>
      <dgm:t>
        <a:bodyPr/>
        <a:lstStyle/>
        <a:p>
          <a:endParaRPr lang="uk-UA"/>
        </a:p>
      </dgm:t>
    </dgm:pt>
    <dgm:pt modelId="{C18FF119-204D-436B-BE01-B062AEFDCF7C}">
      <dgm:prSet/>
      <dgm:spPr/>
      <dgm:t>
        <a:bodyPr/>
        <a:lstStyle/>
        <a:p>
          <a:r>
            <a:rPr lang="uk-UA" b="0" i="0" dirty="0"/>
            <a:t>Погіршення становища новоутвореної Української козацької держави та активні пошуки її урядом союзників для розгрому Речі Посполитої і возз’єднання в межах єдиної держави усіх українських земель.</a:t>
          </a:r>
          <a:endParaRPr lang="uk-UA" dirty="0"/>
        </a:p>
      </dgm:t>
    </dgm:pt>
    <dgm:pt modelId="{C9F07448-11DF-42EA-AA81-1403AF9DD48E}" type="parTrans" cxnId="{11102387-80C4-434D-8682-4A6E2F5B116C}">
      <dgm:prSet/>
      <dgm:spPr/>
      <dgm:t>
        <a:bodyPr/>
        <a:lstStyle/>
        <a:p>
          <a:endParaRPr lang="uk-UA"/>
        </a:p>
      </dgm:t>
    </dgm:pt>
    <dgm:pt modelId="{D1A6826F-A02D-46B0-A5C6-B70094B381DC}" type="sibTrans" cxnId="{11102387-80C4-434D-8682-4A6E2F5B116C}">
      <dgm:prSet/>
      <dgm:spPr/>
      <dgm:t>
        <a:bodyPr/>
        <a:lstStyle/>
        <a:p>
          <a:endParaRPr lang="uk-UA"/>
        </a:p>
      </dgm:t>
    </dgm:pt>
    <dgm:pt modelId="{5693141C-8385-4074-B5A8-B98AE5E2967E}" type="pres">
      <dgm:prSet presAssocID="{C491D074-8BF6-4484-9219-CA350A826041}" presName="linear" presStyleCnt="0">
        <dgm:presLayoutVars>
          <dgm:animLvl val="lvl"/>
          <dgm:resizeHandles val="exact"/>
        </dgm:presLayoutVars>
      </dgm:prSet>
      <dgm:spPr/>
    </dgm:pt>
    <dgm:pt modelId="{CE33756E-5341-49F5-9FB3-9E104B38B1FA}" type="pres">
      <dgm:prSet presAssocID="{478E0EA0-3D1D-4D15-BECA-B8A962AEAE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A9EB41D-74AD-41B9-A0D4-CCBAAE84C9E8}" type="pres">
      <dgm:prSet presAssocID="{F469773D-4F79-4214-96BD-7C79C693AF23}" presName="spacer" presStyleCnt="0"/>
      <dgm:spPr/>
    </dgm:pt>
    <dgm:pt modelId="{241C4D77-C4CC-4301-B737-719C6961C651}" type="pres">
      <dgm:prSet presAssocID="{C18FF119-204D-436B-BE01-B062AEFDCF7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E52BE49-FA18-433A-A6DA-4F4A9C5C525E}" type="presOf" srcId="{C491D074-8BF6-4484-9219-CA350A826041}" destId="{5693141C-8385-4074-B5A8-B98AE5E2967E}" srcOrd="0" destOrd="0" presId="urn:microsoft.com/office/officeart/2005/8/layout/vList2"/>
    <dgm:cxn modelId="{11102387-80C4-434D-8682-4A6E2F5B116C}" srcId="{C491D074-8BF6-4484-9219-CA350A826041}" destId="{C18FF119-204D-436B-BE01-B062AEFDCF7C}" srcOrd="1" destOrd="0" parTransId="{C9F07448-11DF-42EA-AA81-1403AF9DD48E}" sibTransId="{D1A6826F-A02D-46B0-A5C6-B70094B381DC}"/>
    <dgm:cxn modelId="{E9D3C9B6-3FE3-410B-AD42-862F30AD9D01}" type="presOf" srcId="{C18FF119-204D-436B-BE01-B062AEFDCF7C}" destId="{241C4D77-C4CC-4301-B737-719C6961C651}" srcOrd="0" destOrd="0" presId="urn:microsoft.com/office/officeart/2005/8/layout/vList2"/>
    <dgm:cxn modelId="{C02E82BC-FC2E-49F2-A09F-C62829FE4570}" srcId="{C491D074-8BF6-4484-9219-CA350A826041}" destId="{478E0EA0-3D1D-4D15-BECA-B8A962AEAE11}" srcOrd="0" destOrd="0" parTransId="{AC45C791-E57B-4435-B0C5-C0CFD7032A16}" sibTransId="{F469773D-4F79-4214-96BD-7C79C693AF23}"/>
    <dgm:cxn modelId="{6A9CDAD9-3012-428B-94DC-06C3F8609C2E}" type="presOf" srcId="{478E0EA0-3D1D-4D15-BECA-B8A962AEAE11}" destId="{CE33756E-5341-49F5-9FB3-9E104B38B1FA}" srcOrd="0" destOrd="0" presId="urn:microsoft.com/office/officeart/2005/8/layout/vList2"/>
    <dgm:cxn modelId="{52B63F8C-8850-4492-9EE8-EC12B050B2C8}" type="presParOf" srcId="{5693141C-8385-4074-B5A8-B98AE5E2967E}" destId="{CE33756E-5341-49F5-9FB3-9E104B38B1FA}" srcOrd="0" destOrd="0" presId="urn:microsoft.com/office/officeart/2005/8/layout/vList2"/>
    <dgm:cxn modelId="{66BF2C9E-6F07-4E59-BC02-FB87F5087F9C}" type="presParOf" srcId="{5693141C-8385-4074-B5A8-B98AE5E2967E}" destId="{CA9EB41D-74AD-41B9-A0D4-CCBAAE84C9E8}" srcOrd="1" destOrd="0" presId="urn:microsoft.com/office/officeart/2005/8/layout/vList2"/>
    <dgm:cxn modelId="{90327E46-C967-41A6-9F6E-BC8CE47E2D9F}" type="presParOf" srcId="{5693141C-8385-4074-B5A8-B98AE5E2967E}" destId="{241C4D77-C4CC-4301-B737-719C6961C6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7FF2EEBD-E506-402A-99A4-1E5183F387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9DCBDF-4CE1-497C-B36E-902586DD1A5B}">
      <dgm:prSet/>
      <dgm:spPr/>
      <dgm:t>
        <a:bodyPr/>
        <a:lstStyle/>
        <a:p>
          <a:r>
            <a:rPr lang="uk-UA" b="0" i="0" dirty="0"/>
            <a:t>Намагання польського та московського урядів поділити козацьку державу, що завершилося закріпленням її територіального розколу на міждержавному рівні, боротьба патріотичних сил за возз’єднання козацької держави.</a:t>
          </a:r>
          <a:endParaRPr lang="uk-UA" dirty="0"/>
        </a:p>
      </dgm:t>
    </dgm:pt>
    <dgm:pt modelId="{B789826F-549C-429B-A176-5CB2FAA86DCC}" type="parTrans" cxnId="{0BAEA438-B182-4599-B8F5-CD65E7FB9F2C}">
      <dgm:prSet/>
      <dgm:spPr/>
      <dgm:t>
        <a:bodyPr/>
        <a:lstStyle/>
        <a:p>
          <a:endParaRPr lang="uk-UA"/>
        </a:p>
      </dgm:t>
    </dgm:pt>
    <dgm:pt modelId="{4E46A804-F0C1-4676-B0DB-E02EA53114A9}" type="sibTrans" cxnId="{0BAEA438-B182-4599-B8F5-CD65E7FB9F2C}">
      <dgm:prSet/>
      <dgm:spPr/>
      <dgm:t>
        <a:bodyPr/>
        <a:lstStyle/>
        <a:p>
          <a:endParaRPr lang="uk-UA"/>
        </a:p>
      </dgm:t>
    </dgm:pt>
    <dgm:pt modelId="{B54CEF41-668B-4878-9389-A72AC97A55FD}">
      <dgm:prSet/>
      <dgm:spPr/>
      <dgm:t>
        <a:bodyPr/>
        <a:lstStyle/>
        <a:p>
          <a:r>
            <a:rPr lang="uk-UA" b="0" i="0" dirty="0"/>
            <a:t>Втручання іноземних держав у внутрішні справи України, ліквідація українських державних інституцій на Правобережжі та його спустошення польськими, кримськими, турецькими, московськими військами.</a:t>
          </a:r>
          <a:endParaRPr lang="uk-UA" dirty="0"/>
        </a:p>
      </dgm:t>
    </dgm:pt>
    <dgm:pt modelId="{70204A3D-D8A4-43C5-9407-F1F8AE4084E9}" type="parTrans" cxnId="{BCE7A11F-D992-430B-AA4C-69E71984E1C3}">
      <dgm:prSet/>
      <dgm:spPr/>
      <dgm:t>
        <a:bodyPr/>
        <a:lstStyle/>
        <a:p>
          <a:endParaRPr lang="uk-UA"/>
        </a:p>
      </dgm:t>
    </dgm:pt>
    <dgm:pt modelId="{077F7C18-72D5-4AAA-B4D5-5CAAAECD52A9}" type="sibTrans" cxnId="{BCE7A11F-D992-430B-AA4C-69E71984E1C3}">
      <dgm:prSet/>
      <dgm:spPr/>
      <dgm:t>
        <a:bodyPr/>
        <a:lstStyle/>
        <a:p>
          <a:endParaRPr lang="uk-UA"/>
        </a:p>
      </dgm:t>
    </dgm:pt>
    <dgm:pt modelId="{2F6842B4-AE3D-4F19-8168-3B00B817B072}" type="pres">
      <dgm:prSet presAssocID="{7FF2EEBD-E506-402A-99A4-1E5183F3874B}" presName="linear" presStyleCnt="0">
        <dgm:presLayoutVars>
          <dgm:animLvl val="lvl"/>
          <dgm:resizeHandles val="exact"/>
        </dgm:presLayoutVars>
      </dgm:prSet>
      <dgm:spPr/>
    </dgm:pt>
    <dgm:pt modelId="{2710E1FD-7DBE-47C6-9655-67485E3CDE96}" type="pres">
      <dgm:prSet presAssocID="{2E9DCBDF-4CE1-497C-B36E-902586DD1A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8461E66-AADF-4B94-96B9-3C0B488F421D}" type="pres">
      <dgm:prSet presAssocID="{4E46A804-F0C1-4676-B0DB-E02EA53114A9}" presName="spacer" presStyleCnt="0"/>
      <dgm:spPr/>
    </dgm:pt>
    <dgm:pt modelId="{379032A9-8293-4BF5-AB9D-D61550276101}" type="pres">
      <dgm:prSet presAssocID="{B54CEF41-668B-4878-9389-A72AC97A55F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EA65709-8A17-4FBC-B8AA-33A44E69C0FE}" type="presOf" srcId="{B54CEF41-668B-4878-9389-A72AC97A55FD}" destId="{379032A9-8293-4BF5-AB9D-D61550276101}" srcOrd="0" destOrd="0" presId="urn:microsoft.com/office/officeart/2005/8/layout/vList2"/>
    <dgm:cxn modelId="{BCE7A11F-D992-430B-AA4C-69E71984E1C3}" srcId="{7FF2EEBD-E506-402A-99A4-1E5183F3874B}" destId="{B54CEF41-668B-4878-9389-A72AC97A55FD}" srcOrd="1" destOrd="0" parTransId="{70204A3D-D8A4-43C5-9407-F1F8AE4084E9}" sibTransId="{077F7C18-72D5-4AAA-B4D5-5CAAAECD52A9}"/>
    <dgm:cxn modelId="{35C10732-5CFA-4C5B-B836-730EF1D3BF3B}" type="presOf" srcId="{7FF2EEBD-E506-402A-99A4-1E5183F3874B}" destId="{2F6842B4-AE3D-4F19-8168-3B00B817B072}" srcOrd="0" destOrd="0" presId="urn:microsoft.com/office/officeart/2005/8/layout/vList2"/>
    <dgm:cxn modelId="{0BAEA438-B182-4599-B8F5-CD65E7FB9F2C}" srcId="{7FF2EEBD-E506-402A-99A4-1E5183F3874B}" destId="{2E9DCBDF-4CE1-497C-B36E-902586DD1A5B}" srcOrd="0" destOrd="0" parTransId="{B789826F-549C-429B-A176-5CB2FAA86DCC}" sibTransId="{4E46A804-F0C1-4676-B0DB-E02EA53114A9}"/>
    <dgm:cxn modelId="{187591DE-B093-4530-8D51-D84C92143E98}" type="presOf" srcId="{2E9DCBDF-4CE1-497C-B36E-902586DD1A5B}" destId="{2710E1FD-7DBE-47C6-9655-67485E3CDE96}" srcOrd="0" destOrd="0" presId="urn:microsoft.com/office/officeart/2005/8/layout/vList2"/>
    <dgm:cxn modelId="{99DDC1CA-583B-4AF9-9444-A15175FF97ED}" type="presParOf" srcId="{2F6842B4-AE3D-4F19-8168-3B00B817B072}" destId="{2710E1FD-7DBE-47C6-9655-67485E3CDE96}" srcOrd="0" destOrd="0" presId="urn:microsoft.com/office/officeart/2005/8/layout/vList2"/>
    <dgm:cxn modelId="{01913720-BFC6-4135-AC48-B42559BCDA6F}" type="presParOf" srcId="{2F6842B4-AE3D-4F19-8168-3B00B817B072}" destId="{98461E66-AADF-4B94-96B9-3C0B488F421D}" srcOrd="1" destOrd="0" presId="urn:microsoft.com/office/officeart/2005/8/layout/vList2"/>
    <dgm:cxn modelId="{001BA4E3-0F32-4DD9-B412-EF06583F052B}" type="presParOf" srcId="{2F6842B4-AE3D-4F19-8168-3B00B817B072}" destId="{379032A9-8293-4BF5-AB9D-D6155027610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8F1DA22A-4363-4E42-A488-0BBA3F3FDC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149C92-B511-4727-92E6-19CF63BD8FE3}">
      <dgm:prSet/>
      <dgm:spPr/>
      <dgm:t>
        <a:bodyPr/>
        <a:lstStyle/>
        <a:p>
          <a:r>
            <a:rPr lang="uk-UA" b="0" i="0"/>
            <a:t>Андрусівського перемир’я, Московською державою, гетьмана П. Дорошенка, Османською імперією</a:t>
          </a:r>
          <a:endParaRPr lang="uk-UA"/>
        </a:p>
      </dgm:t>
    </dgm:pt>
    <dgm:pt modelId="{4C95565D-4CB3-41A8-A323-B9DF34F0DF5F}" type="parTrans" cxnId="{192508F4-60CE-4216-A21B-6B175432D6B2}">
      <dgm:prSet/>
      <dgm:spPr/>
      <dgm:t>
        <a:bodyPr/>
        <a:lstStyle/>
        <a:p>
          <a:endParaRPr lang="uk-UA"/>
        </a:p>
      </dgm:t>
    </dgm:pt>
    <dgm:pt modelId="{2012BD6F-F796-4FB1-8BDC-9A963D92C42C}" type="sibTrans" cxnId="{192508F4-60CE-4216-A21B-6B175432D6B2}">
      <dgm:prSet/>
      <dgm:spPr/>
      <dgm:t>
        <a:bodyPr/>
        <a:lstStyle/>
        <a:p>
          <a:endParaRPr lang="uk-UA"/>
        </a:p>
      </dgm:t>
    </dgm:pt>
    <dgm:pt modelId="{0E42C369-A845-4DCB-8DD9-2A02F22A3774}">
      <dgm:prSet/>
      <dgm:spPr/>
      <dgm:t>
        <a:bodyPr/>
        <a:lstStyle/>
        <a:p>
          <a:r>
            <a:rPr lang="uk-UA" b="0" i="0" dirty="0"/>
            <a:t>Гадяцького договору, Гетьманщиною, царя Олексія Михайловича, Кримським ханством</a:t>
          </a:r>
          <a:endParaRPr lang="uk-UA" dirty="0"/>
        </a:p>
      </dgm:t>
    </dgm:pt>
    <dgm:pt modelId="{3D4EFD61-3E1E-449C-9064-2BFB23713054}" type="parTrans" cxnId="{ECF688A2-7E56-4258-9CC9-888060BE4D9F}">
      <dgm:prSet/>
      <dgm:spPr/>
      <dgm:t>
        <a:bodyPr/>
        <a:lstStyle/>
        <a:p>
          <a:endParaRPr lang="uk-UA"/>
        </a:p>
      </dgm:t>
    </dgm:pt>
    <dgm:pt modelId="{2D41D1C1-94B9-450D-85C7-58074FB5B29A}" type="sibTrans" cxnId="{ECF688A2-7E56-4258-9CC9-888060BE4D9F}">
      <dgm:prSet/>
      <dgm:spPr/>
      <dgm:t>
        <a:bodyPr/>
        <a:lstStyle/>
        <a:p>
          <a:endParaRPr lang="uk-UA"/>
        </a:p>
      </dgm:t>
    </dgm:pt>
    <dgm:pt modelId="{54825821-F88F-4BDB-A97B-97E6952AB628}">
      <dgm:prSet/>
      <dgm:spPr/>
      <dgm:t>
        <a:bodyPr/>
        <a:lstStyle/>
        <a:p>
          <a:r>
            <a:rPr lang="uk-UA" b="0" i="0" dirty="0"/>
            <a:t>Віленського перемир’я, Московською державою, гетьмана Б. Хмельницького, Швецією</a:t>
          </a:r>
          <a:endParaRPr lang="uk-UA" dirty="0"/>
        </a:p>
      </dgm:t>
    </dgm:pt>
    <dgm:pt modelId="{B1EE2FC3-5362-40DA-9548-9481A1124827}" type="parTrans" cxnId="{E265CFC0-E523-471A-ACD5-B3F6C5D9A473}">
      <dgm:prSet/>
      <dgm:spPr/>
      <dgm:t>
        <a:bodyPr/>
        <a:lstStyle/>
        <a:p>
          <a:endParaRPr lang="uk-UA"/>
        </a:p>
      </dgm:t>
    </dgm:pt>
    <dgm:pt modelId="{4D3A8AB5-3E2D-4688-860D-07DD49AEECE1}" type="sibTrans" cxnId="{E265CFC0-E523-471A-ACD5-B3F6C5D9A473}">
      <dgm:prSet/>
      <dgm:spPr/>
      <dgm:t>
        <a:bodyPr/>
        <a:lstStyle/>
        <a:p>
          <a:endParaRPr lang="uk-UA"/>
        </a:p>
      </dgm:t>
    </dgm:pt>
    <dgm:pt modelId="{242B2A86-7A7E-4EF1-9637-416F63AAE302}">
      <dgm:prSet/>
      <dgm:spPr/>
      <dgm:t>
        <a:bodyPr/>
        <a:lstStyle/>
        <a:p>
          <a:r>
            <a:rPr lang="uk-UA" b="0" i="0" dirty="0"/>
            <a:t>«Вічного миру», Московською державою, султана Магомета </a:t>
          </a:r>
          <a:r>
            <a:rPr lang="en-US" b="0" i="0" dirty="0"/>
            <a:t>IV, </a:t>
          </a:r>
          <a:r>
            <a:rPr lang="uk-UA" b="0" i="0" dirty="0"/>
            <a:t>Гетьманщиною</a:t>
          </a:r>
          <a:endParaRPr lang="uk-UA" dirty="0"/>
        </a:p>
      </dgm:t>
    </dgm:pt>
    <dgm:pt modelId="{A4AABEE8-210E-49CC-8145-66A317FF8720}" type="parTrans" cxnId="{3E2A2AEB-67F9-44CD-8356-060E684B1893}">
      <dgm:prSet/>
      <dgm:spPr/>
      <dgm:t>
        <a:bodyPr/>
        <a:lstStyle/>
        <a:p>
          <a:endParaRPr lang="uk-UA"/>
        </a:p>
      </dgm:t>
    </dgm:pt>
    <dgm:pt modelId="{D417D4F4-9B78-4A1E-A74A-E07A020694DB}" type="sibTrans" cxnId="{3E2A2AEB-67F9-44CD-8356-060E684B1893}">
      <dgm:prSet/>
      <dgm:spPr/>
      <dgm:t>
        <a:bodyPr/>
        <a:lstStyle/>
        <a:p>
          <a:endParaRPr lang="uk-UA"/>
        </a:p>
      </dgm:t>
    </dgm:pt>
    <dgm:pt modelId="{39DFFEFB-1ECA-49BF-B433-06A9BA828B41}" type="pres">
      <dgm:prSet presAssocID="{8F1DA22A-4363-4E42-A488-0BBA3F3FDC8A}" presName="linear" presStyleCnt="0">
        <dgm:presLayoutVars>
          <dgm:animLvl val="lvl"/>
          <dgm:resizeHandles val="exact"/>
        </dgm:presLayoutVars>
      </dgm:prSet>
      <dgm:spPr/>
    </dgm:pt>
    <dgm:pt modelId="{6F1A8C7C-22E1-4014-8D75-C0FB5CFF2D1F}" type="pres">
      <dgm:prSet presAssocID="{30149C92-B511-4727-92E6-19CF63BD8F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B4A7CA-07F9-41C1-A518-FF0543FD88BB}" type="pres">
      <dgm:prSet presAssocID="{2012BD6F-F796-4FB1-8BDC-9A963D92C42C}" presName="spacer" presStyleCnt="0"/>
      <dgm:spPr/>
    </dgm:pt>
    <dgm:pt modelId="{3437ABD7-F93F-460D-B3DC-120028F82973}" type="pres">
      <dgm:prSet presAssocID="{0E42C369-A845-4DCB-8DD9-2A02F22A37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72E446-A5C6-4F12-B6DD-FB017F201216}" type="pres">
      <dgm:prSet presAssocID="{2D41D1C1-94B9-450D-85C7-58074FB5B29A}" presName="spacer" presStyleCnt="0"/>
      <dgm:spPr/>
    </dgm:pt>
    <dgm:pt modelId="{2E8BC814-F29A-4654-90F2-1ECF72494072}" type="pres">
      <dgm:prSet presAssocID="{54825821-F88F-4BDB-A97B-97E6952AB6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A8A3AD-0828-439D-8BC2-690E59795998}" type="pres">
      <dgm:prSet presAssocID="{4D3A8AB5-3E2D-4688-860D-07DD49AEECE1}" presName="spacer" presStyleCnt="0"/>
      <dgm:spPr/>
    </dgm:pt>
    <dgm:pt modelId="{2B8532A0-034B-4A30-B8BE-A4CBE1A726B5}" type="pres">
      <dgm:prSet presAssocID="{242B2A86-7A7E-4EF1-9637-416F63AAE3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98460B-6F0D-42D7-8442-2664FA2B97B7}" type="presOf" srcId="{54825821-F88F-4BDB-A97B-97E6952AB628}" destId="{2E8BC814-F29A-4654-90F2-1ECF72494072}" srcOrd="0" destOrd="0" presId="urn:microsoft.com/office/officeart/2005/8/layout/vList2"/>
    <dgm:cxn modelId="{9DDC4440-F60D-4DEB-BA76-A72AEE13507A}" type="presOf" srcId="{242B2A86-7A7E-4EF1-9637-416F63AAE302}" destId="{2B8532A0-034B-4A30-B8BE-A4CBE1A726B5}" srcOrd="0" destOrd="0" presId="urn:microsoft.com/office/officeart/2005/8/layout/vList2"/>
    <dgm:cxn modelId="{ECF688A2-7E56-4258-9CC9-888060BE4D9F}" srcId="{8F1DA22A-4363-4E42-A488-0BBA3F3FDC8A}" destId="{0E42C369-A845-4DCB-8DD9-2A02F22A3774}" srcOrd="1" destOrd="0" parTransId="{3D4EFD61-3E1E-449C-9064-2BFB23713054}" sibTransId="{2D41D1C1-94B9-450D-85C7-58074FB5B29A}"/>
    <dgm:cxn modelId="{9A8A2BA6-A5FB-40FB-9138-F3A4430BEBCA}" type="presOf" srcId="{0E42C369-A845-4DCB-8DD9-2A02F22A3774}" destId="{3437ABD7-F93F-460D-B3DC-120028F82973}" srcOrd="0" destOrd="0" presId="urn:microsoft.com/office/officeart/2005/8/layout/vList2"/>
    <dgm:cxn modelId="{218C5DAA-8848-40E5-BE05-FCDEA09BECEE}" type="presOf" srcId="{30149C92-B511-4727-92E6-19CF63BD8FE3}" destId="{6F1A8C7C-22E1-4014-8D75-C0FB5CFF2D1F}" srcOrd="0" destOrd="0" presId="urn:microsoft.com/office/officeart/2005/8/layout/vList2"/>
    <dgm:cxn modelId="{E265CFC0-E523-471A-ACD5-B3F6C5D9A473}" srcId="{8F1DA22A-4363-4E42-A488-0BBA3F3FDC8A}" destId="{54825821-F88F-4BDB-A97B-97E6952AB628}" srcOrd="2" destOrd="0" parTransId="{B1EE2FC3-5362-40DA-9548-9481A1124827}" sibTransId="{4D3A8AB5-3E2D-4688-860D-07DD49AEECE1}"/>
    <dgm:cxn modelId="{C43A22DB-0FE5-45FF-9987-496B2EFA144E}" type="presOf" srcId="{8F1DA22A-4363-4E42-A488-0BBA3F3FDC8A}" destId="{39DFFEFB-1ECA-49BF-B433-06A9BA828B41}" srcOrd="0" destOrd="0" presId="urn:microsoft.com/office/officeart/2005/8/layout/vList2"/>
    <dgm:cxn modelId="{3E2A2AEB-67F9-44CD-8356-060E684B1893}" srcId="{8F1DA22A-4363-4E42-A488-0BBA3F3FDC8A}" destId="{242B2A86-7A7E-4EF1-9637-416F63AAE302}" srcOrd="3" destOrd="0" parTransId="{A4AABEE8-210E-49CC-8145-66A317FF8720}" sibTransId="{D417D4F4-9B78-4A1E-A74A-E07A020694DB}"/>
    <dgm:cxn modelId="{192508F4-60CE-4216-A21B-6B175432D6B2}" srcId="{8F1DA22A-4363-4E42-A488-0BBA3F3FDC8A}" destId="{30149C92-B511-4727-92E6-19CF63BD8FE3}" srcOrd="0" destOrd="0" parTransId="{4C95565D-4CB3-41A8-A323-B9DF34F0DF5F}" sibTransId="{2012BD6F-F796-4FB1-8BDC-9A963D92C42C}"/>
    <dgm:cxn modelId="{B2964AFF-DE89-4E09-B95D-AF998AE6A7AA}" type="presParOf" srcId="{39DFFEFB-1ECA-49BF-B433-06A9BA828B41}" destId="{6F1A8C7C-22E1-4014-8D75-C0FB5CFF2D1F}" srcOrd="0" destOrd="0" presId="urn:microsoft.com/office/officeart/2005/8/layout/vList2"/>
    <dgm:cxn modelId="{E336C562-9E14-494F-8DE4-705A619EA7A9}" type="presParOf" srcId="{39DFFEFB-1ECA-49BF-B433-06A9BA828B41}" destId="{8FB4A7CA-07F9-41C1-A518-FF0543FD88BB}" srcOrd="1" destOrd="0" presId="urn:microsoft.com/office/officeart/2005/8/layout/vList2"/>
    <dgm:cxn modelId="{686EF21F-4DEC-46C4-875C-5711226BE92D}" type="presParOf" srcId="{39DFFEFB-1ECA-49BF-B433-06A9BA828B41}" destId="{3437ABD7-F93F-460D-B3DC-120028F82973}" srcOrd="2" destOrd="0" presId="urn:microsoft.com/office/officeart/2005/8/layout/vList2"/>
    <dgm:cxn modelId="{1423CA1C-5425-48C4-919D-C9F9935ACCC0}" type="presParOf" srcId="{39DFFEFB-1ECA-49BF-B433-06A9BA828B41}" destId="{C672E446-A5C6-4F12-B6DD-FB017F201216}" srcOrd="3" destOrd="0" presId="urn:microsoft.com/office/officeart/2005/8/layout/vList2"/>
    <dgm:cxn modelId="{1A808C42-A9C3-4EEE-8FB6-752E5052E33C}" type="presParOf" srcId="{39DFFEFB-1ECA-49BF-B433-06A9BA828B41}" destId="{2E8BC814-F29A-4654-90F2-1ECF72494072}" srcOrd="4" destOrd="0" presId="urn:microsoft.com/office/officeart/2005/8/layout/vList2"/>
    <dgm:cxn modelId="{8BBBCFD8-C685-4C81-888D-78C8A0A1C54A}" type="presParOf" srcId="{39DFFEFB-1ECA-49BF-B433-06A9BA828B41}" destId="{F3A8A3AD-0828-439D-8BC2-690E59795998}" srcOrd="5" destOrd="0" presId="urn:microsoft.com/office/officeart/2005/8/layout/vList2"/>
    <dgm:cxn modelId="{48452725-6155-462A-91DD-D81A4A09C2B4}" type="presParOf" srcId="{39DFFEFB-1ECA-49BF-B433-06A9BA828B41}" destId="{2B8532A0-034B-4A30-B8BE-A4CBE1A726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9D0C96C5-C608-4B0D-A9CD-D9F456803E4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DE1E9E8-505C-47FA-BED6-6D64D1EEDDD2}">
      <dgm:prSet/>
      <dgm:spPr/>
      <dgm:t>
        <a:bodyPr/>
        <a:lstStyle/>
        <a:p>
          <a:r>
            <a:rPr lang="uk-UA" b="0" i="0" dirty="0"/>
            <a:t>складання козацького реєстру королем Стефаном Баторієм.</a:t>
          </a:r>
          <a:endParaRPr lang="uk-UA" dirty="0"/>
        </a:p>
      </dgm:t>
    </dgm:pt>
    <dgm:pt modelId="{8295BBFF-140C-4B5C-94A8-7A189A3FB493}" type="parTrans" cxnId="{6632E6AD-8B1A-4AC8-BB15-00E845A7B059}">
      <dgm:prSet/>
      <dgm:spPr/>
      <dgm:t>
        <a:bodyPr/>
        <a:lstStyle/>
        <a:p>
          <a:endParaRPr lang="uk-UA"/>
        </a:p>
      </dgm:t>
    </dgm:pt>
    <dgm:pt modelId="{34A7EC7C-A22A-4901-BC88-49A76EA5E0D8}" type="sibTrans" cxnId="{6632E6AD-8B1A-4AC8-BB15-00E845A7B059}">
      <dgm:prSet/>
      <dgm:spPr/>
      <dgm:t>
        <a:bodyPr/>
        <a:lstStyle/>
        <a:p>
          <a:endParaRPr lang="uk-UA"/>
        </a:p>
      </dgm:t>
    </dgm:pt>
    <dgm:pt modelId="{EF1CA596-C080-44E2-B002-FB5CDFD8AA6E}">
      <dgm:prSet/>
      <dgm:spPr/>
      <dgm:t>
        <a:bodyPr/>
        <a:lstStyle/>
        <a:p>
          <a:r>
            <a:rPr lang="uk-UA" b="0" i="0" dirty="0"/>
            <a:t>активізації морських походів козаків проти Османської імперії.</a:t>
          </a:r>
          <a:endParaRPr lang="uk-UA" dirty="0"/>
        </a:p>
      </dgm:t>
    </dgm:pt>
    <dgm:pt modelId="{BFA3843D-72A8-4044-9FCF-7E9CEAC9C17E}" type="parTrans" cxnId="{974EE42D-10A2-4261-96D5-B7C82EF7C917}">
      <dgm:prSet/>
      <dgm:spPr/>
      <dgm:t>
        <a:bodyPr/>
        <a:lstStyle/>
        <a:p>
          <a:endParaRPr lang="uk-UA"/>
        </a:p>
      </dgm:t>
    </dgm:pt>
    <dgm:pt modelId="{C6C02647-6436-46A4-8537-A9C9F091A5F0}" type="sibTrans" cxnId="{974EE42D-10A2-4261-96D5-B7C82EF7C917}">
      <dgm:prSet/>
      <dgm:spPr/>
      <dgm:t>
        <a:bodyPr/>
        <a:lstStyle/>
        <a:p>
          <a:endParaRPr lang="uk-UA"/>
        </a:p>
      </dgm:t>
    </dgm:pt>
    <dgm:pt modelId="{4735904D-47D0-4A71-B31B-964E905CFD66}">
      <dgm:prSet/>
      <dgm:spPr/>
      <dgm:t>
        <a:bodyPr/>
        <a:lstStyle/>
        <a:p>
          <a:r>
            <a:rPr lang="uk-UA" b="0" i="0" dirty="0"/>
            <a:t>розгортання національно-визвольної війни під проводом Б. Хмельницького.</a:t>
          </a:r>
          <a:endParaRPr lang="uk-UA" dirty="0"/>
        </a:p>
      </dgm:t>
    </dgm:pt>
    <dgm:pt modelId="{5CA3EDE1-C5B0-455E-9D27-C851F59C7511}" type="parTrans" cxnId="{528CAF03-36A0-4607-9711-734EBE8013CE}">
      <dgm:prSet/>
      <dgm:spPr/>
      <dgm:t>
        <a:bodyPr/>
        <a:lstStyle/>
        <a:p>
          <a:endParaRPr lang="uk-UA"/>
        </a:p>
      </dgm:t>
    </dgm:pt>
    <dgm:pt modelId="{7B24FC20-3D54-4E78-8C16-1107ADCDEBE1}" type="sibTrans" cxnId="{528CAF03-36A0-4607-9711-734EBE8013CE}">
      <dgm:prSet/>
      <dgm:spPr/>
      <dgm:t>
        <a:bodyPr/>
        <a:lstStyle/>
        <a:p>
          <a:endParaRPr lang="uk-UA"/>
        </a:p>
      </dgm:t>
    </dgm:pt>
    <dgm:pt modelId="{BD8510A9-6344-45A8-908A-1211FB678BC5}">
      <dgm:prSet/>
      <dgm:spPr/>
      <dgm:t>
        <a:bodyPr/>
        <a:lstStyle/>
        <a:p>
          <a:r>
            <a:rPr lang="uk-UA" b="0" i="0" dirty="0"/>
            <a:t>установлення «десятиліття золотого спокою» в Речі Посполитій.</a:t>
          </a:r>
          <a:endParaRPr lang="uk-UA" dirty="0"/>
        </a:p>
      </dgm:t>
    </dgm:pt>
    <dgm:pt modelId="{90F7A220-66B3-476A-9800-5F46C09DE649}" type="parTrans" cxnId="{4DE5AC23-851E-4C93-9F83-CCCDB813F7F4}">
      <dgm:prSet/>
      <dgm:spPr/>
      <dgm:t>
        <a:bodyPr/>
        <a:lstStyle/>
        <a:p>
          <a:endParaRPr lang="uk-UA"/>
        </a:p>
      </dgm:t>
    </dgm:pt>
    <dgm:pt modelId="{64297CA0-BBD1-4DDC-B4C8-BC074B59C7B3}" type="sibTrans" cxnId="{4DE5AC23-851E-4C93-9F83-CCCDB813F7F4}">
      <dgm:prSet/>
      <dgm:spPr/>
      <dgm:t>
        <a:bodyPr/>
        <a:lstStyle/>
        <a:p>
          <a:endParaRPr lang="uk-UA"/>
        </a:p>
      </dgm:t>
    </dgm:pt>
    <dgm:pt modelId="{E220D61D-9940-47ED-A5CE-783635934FB2}" type="pres">
      <dgm:prSet presAssocID="{9D0C96C5-C608-4B0D-A9CD-D9F456803E4A}" presName="linearFlow" presStyleCnt="0">
        <dgm:presLayoutVars>
          <dgm:dir/>
          <dgm:resizeHandles val="exact"/>
        </dgm:presLayoutVars>
      </dgm:prSet>
      <dgm:spPr/>
    </dgm:pt>
    <dgm:pt modelId="{CECEE207-071D-48E1-A6E3-88A25FA7FB06}" type="pres">
      <dgm:prSet presAssocID="{3DE1E9E8-505C-47FA-BED6-6D64D1EEDDD2}" presName="composite" presStyleCnt="0"/>
      <dgm:spPr/>
    </dgm:pt>
    <dgm:pt modelId="{B85BC177-37D3-4680-BC0C-A6967E39A21E}" type="pres">
      <dgm:prSet presAssocID="{3DE1E9E8-505C-47FA-BED6-6D64D1EEDDD2}" presName="imgShp" presStyleLbl="fgImgPlace1" presStyleIdx="0" presStyleCnt="4"/>
      <dgm:spPr/>
    </dgm:pt>
    <dgm:pt modelId="{AC792086-718C-46EB-9D59-4EA6561EDC44}" type="pres">
      <dgm:prSet presAssocID="{3DE1E9E8-505C-47FA-BED6-6D64D1EEDDD2}" presName="txShp" presStyleLbl="node1" presStyleIdx="0" presStyleCnt="4">
        <dgm:presLayoutVars>
          <dgm:bulletEnabled val="1"/>
        </dgm:presLayoutVars>
      </dgm:prSet>
      <dgm:spPr/>
    </dgm:pt>
    <dgm:pt modelId="{1BBEC128-9C32-4071-8BBD-BA5D4CEBF66F}" type="pres">
      <dgm:prSet presAssocID="{34A7EC7C-A22A-4901-BC88-49A76EA5E0D8}" presName="spacing" presStyleCnt="0"/>
      <dgm:spPr/>
    </dgm:pt>
    <dgm:pt modelId="{4C5A4C92-B442-43A0-9392-FB2F601A364F}" type="pres">
      <dgm:prSet presAssocID="{EF1CA596-C080-44E2-B002-FB5CDFD8AA6E}" presName="composite" presStyleCnt="0"/>
      <dgm:spPr/>
    </dgm:pt>
    <dgm:pt modelId="{02549704-49F1-4E49-9F14-E2B6BE7C686D}" type="pres">
      <dgm:prSet presAssocID="{EF1CA596-C080-44E2-B002-FB5CDFD8AA6E}" presName="imgShp" presStyleLbl="fgImgPlace1" presStyleIdx="1" presStyleCnt="4"/>
      <dgm:spPr/>
    </dgm:pt>
    <dgm:pt modelId="{3A175690-60A4-4C1F-A10A-AB5093B1D815}" type="pres">
      <dgm:prSet presAssocID="{EF1CA596-C080-44E2-B002-FB5CDFD8AA6E}" presName="txShp" presStyleLbl="node1" presStyleIdx="1" presStyleCnt="4">
        <dgm:presLayoutVars>
          <dgm:bulletEnabled val="1"/>
        </dgm:presLayoutVars>
      </dgm:prSet>
      <dgm:spPr/>
    </dgm:pt>
    <dgm:pt modelId="{A2A0D986-0480-4C64-8FE9-1E61607487F4}" type="pres">
      <dgm:prSet presAssocID="{C6C02647-6436-46A4-8537-A9C9F091A5F0}" presName="spacing" presStyleCnt="0"/>
      <dgm:spPr/>
    </dgm:pt>
    <dgm:pt modelId="{128638C9-B88B-4105-A630-5D92530E0B10}" type="pres">
      <dgm:prSet presAssocID="{4735904D-47D0-4A71-B31B-964E905CFD66}" presName="composite" presStyleCnt="0"/>
      <dgm:spPr/>
    </dgm:pt>
    <dgm:pt modelId="{0C9B56A1-A9A3-4009-BE71-CB0AAC22A7D9}" type="pres">
      <dgm:prSet presAssocID="{4735904D-47D0-4A71-B31B-964E905CFD66}" presName="imgShp" presStyleLbl="fgImgPlace1" presStyleIdx="2" presStyleCnt="4"/>
      <dgm:spPr/>
    </dgm:pt>
    <dgm:pt modelId="{98AC8552-AA97-49F9-AF39-0D417D5DB523}" type="pres">
      <dgm:prSet presAssocID="{4735904D-47D0-4A71-B31B-964E905CFD66}" presName="txShp" presStyleLbl="node1" presStyleIdx="2" presStyleCnt="4">
        <dgm:presLayoutVars>
          <dgm:bulletEnabled val="1"/>
        </dgm:presLayoutVars>
      </dgm:prSet>
      <dgm:spPr/>
    </dgm:pt>
    <dgm:pt modelId="{43152582-E117-422E-9346-CFEDB14AE4C7}" type="pres">
      <dgm:prSet presAssocID="{7B24FC20-3D54-4E78-8C16-1107ADCDEBE1}" presName="spacing" presStyleCnt="0"/>
      <dgm:spPr/>
    </dgm:pt>
    <dgm:pt modelId="{F8610CD6-6D02-4B2F-92A7-186CCCDF10B0}" type="pres">
      <dgm:prSet presAssocID="{BD8510A9-6344-45A8-908A-1211FB678BC5}" presName="composite" presStyleCnt="0"/>
      <dgm:spPr/>
    </dgm:pt>
    <dgm:pt modelId="{0D15EB00-B924-4455-A744-5CDB77EC6F32}" type="pres">
      <dgm:prSet presAssocID="{BD8510A9-6344-45A8-908A-1211FB678BC5}" presName="imgShp" presStyleLbl="fgImgPlace1" presStyleIdx="3" presStyleCnt="4"/>
      <dgm:spPr/>
    </dgm:pt>
    <dgm:pt modelId="{ADCF26E5-AE3B-453E-9983-487E9EFC20B7}" type="pres">
      <dgm:prSet presAssocID="{BD8510A9-6344-45A8-908A-1211FB678BC5}" presName="txShp" presStyleLbl="node1" presStyleIdx="3" presStyleCnt="4">
        <dgm:presLayoutVars>
          <dgm:bulletEnabled val="1"/>
        </dgm:presLayoutVars>
      </dgm:prSet>
      <dgm:spPr/>
    </dgm:pt>
  </dgm:ptLst>
  <dgm:cxnLst>
    <dgm:cxn modelId="{FC0D1D01-E1C9-4BCB-89A8-F999D94E6937}" type="presOf" srcId="{3DE1E9E8-505C-47FA-BED6-6D64D1EEDDD2}" destId="{AC792086-718C-46EB-9D59-4EA6561EDC44}" srcOrd="0" destOrd="0" presId="urn:microsoft.com/office/officeart/2005/8/layout/vList3"/>
    <dgm:cxn modelId="{528CAF03-36A0-4607-9711-734EBE8013CE}" srcId="{9D0C96C5-C608-4B0D-A9CD-D9F456803E4A}" destId="{4735904D-47D0-4A71-B31B-964E905CFD66}" srcOrd="2" destOrd="0" parTransId="{5CA3EDE1-C5B0-455E-9D27-C851F59C7511}" sibTransId="{7B24FC20-3D54-4E78-8C16-1107ADCDEBE1}"/>
    <dgm:cxn modelId="{CE5C3310-1DBF-4BD2-A1EA-B830293C7C78}" type="presOf" srcId="{EF1CA596-C080-44E2-B002-FB5CDFD8AA6E}" destId="{3A175690-60A4-4C1F-A10A-AB5093B1D815}" srcOrd="0" destOrd="0" presId="urn:microsoft.com/office/officeart/2005/8/layout/vList3"/>
    <dgm:cxn modelId="{542B631D-A9D7-4AD7-9B32-E71DCD09AAA0}" type="presOf" srcId="{BD8510A9-6344-45A8-908A-1211FB678BC5}" destId="{ADCF26E5-AE3B-453E-9983-487E9EFC20B7}" srcOrd="0" destOrd="0" presId="urn:microsoft.com/office/officeart/2005/8/layout/vList3"/>
    <dgm:cxn modelId="{4DE5AC23-851E-4C93-9F83-CCCDB813F7F4}" srcId="{9D0C96C5-C608-4B0D-A9CD-D9F456803E4A}" destId="{BD8510A9-6344-45A8-908A-1211FB678BC5}" srcOrd="3" destOrd="0" parTransId="{90F7A220-66B3-476A-9800-5F46C09DE649}" sibTransId="{64297CA0-BBD1-4DDC-B4C8-BC074B59C7B3}"/>
    <dgm:cxn modelId="{974EE42D-10A2-4261-96D5-B7C82EF7C917}" srcId="{9D0C96C5-C608-4B0D-A9CD-D9F456803E4A}" destId="{EF1CA596-C080-44E2-B002-FB5CDFD8AA6E}" srcOrd="1" destOrd="0" parTransId="{BFA3843D-72A8-4044-9FCF-7E9CEAC9C17E}" sibTransId="{C6C02647-6436-46A4-8537-A9C9F091A5F0}"/>
    <dgm:cxn modelId="{35CC1E60-FBE2-4A89-8865-915B4C9865F0}" type="presOf" srcId="{4735904D-47D0-4A71-B31B-964E905CFD66}" destId="{98AC8552-AA97-49F9-AF39-0D417D5DB523}" srcOrd="0" destOrd="0" presId="urn:microsoft.com/office/officeart/2005/8/layout/vList3"/>
    <dgm:cxn modelId="{EF7D676D-AC92-4DCF-B56F-E212BE18D4E4}" type="presOf" srcId="{9D0C96C5-C608-4B0D-A9CD-D9F456803E4A}" destId="{E220D61D-9940-47ED-A5CE-783635934FB2}" srcOrd="0" destOrd="0" presId="urn:microsoft.com/office/officeart/2005/8/layout/vList3"/>
    <dgm:cxn modelId="{6632E6AD-8B1A-4AC8-BB15-00E845A7B059}" srcId="{9D0C96C5-C608-4B0D-A9CD-D9F456803E4A}" destId="{3DE1E9E8-505C-47FA-BED6-6D64D1EEDDD2}" srcOrd="0" destOrd="0" parTransId="{8295BBFF-140C-4B5C-94A8-7A189A3FB493}" sibTransId="{34A7EC7C-A22A-4901-BC88-49A76EA5E0D8}"/>
    <dgm:cxn modelId="{9C573962-8D03-4F55-B91E-42D29B9F2453}" type="presParOf" srcId="{E220D61D-9940-47ED-A5CE-783635934FB2}" destId="{CECEE207-071D-48E1-A6E3-88A25FA7FB06}" srcOrd="0" destOrd="0" presId="urn:microsoft.com/office/officeart/2005/8/layout/vList3"/>
    <dgm:cxn modelId="{9E6D1689-7A0F-4792-A09F-22433EB12EFE}" type="presParOf" srcId="{CECEE207-071D-48E1-A6E3-88A25FA7FB06}" destId="{B85BC177-37D3-4680-BC0C-A6967E39A21E}" srcOrd="0" destOrd="0" presId="urn:microsoft.com/office/officeart/2005/8/layout/vList3"/>
    <dgm:cxn modelId="{515E6E30-788C-4CFA-A216-33A77BB2E097}" type="presParOf" srcId="{CECEE207-071D-48E1-A6E3-88A25FA7FB06}" destId="{AC792086-718C-46EB-9D59-4EA6561EDC44}" srcOrd="1" destOrd="0" presId="urn:microsoft.com/office/officeart/2005/8/layout/vList3"/>
    <dgm:cxn modelId="{76294820-7F1A-48AA-BA46-193ABE7DD089}" type="presParOf" srcId="{E220D61D-9940-47ED-A5CE-783635934FB2}" destId="{1BBEC128-9C32-4071-8BBD-BA5D4CEBF66F}" srcOrd="1" destOrd="0" presId="urn:microsoft.com/office/officeart/2005/8/layout/vList3"/>
    <dgm:cxn modelId="{58F4C9CB-3C36-4FEF-A9C1-C832E14116D8}" type="presParOf" srcId="{E220D61D-9940-47ED-A5CE-783635934FB2}" destId="{4C5A4C92-B442-43A0-9392-FB2F601A364F}" srcOrd="2" destOrd="0" presId="urn:microsoft.com/office/officeart/2005/8/layout/vList3"/>
    <dgm:cxn modelId="{0DBFD39E-8D28-4398-8EAB-9137774CBE6A}" type="presParOf" srcId="{4C5A4C92-B442-43A0-9392-FB2F601A364F}" destId="{02549704-49F1-4E49-9F14-E2B6BE7C686D}" srcOrd="0" destOrd="0" presId="urn:microsoft.com/office/officeart/2005/8/layout/vList3"/>
    <dgm:cxn modelId="{9EB16CEA-F76C-4DF2-A71B-9C1AEE780996}" type="presParOf" srcId="{4C5A4C92-B442-43A0-9392-FB2F601A364F}" destId="{3A175690-60A4-4C1F-A10A-AB5093B1D815}" srcOrd="1" destOrd="0" presId="urn:microsoft.com/office/officeart/2005/8/layout/vList3"/>
    <dgm:cxn modelId="{AD1AB085-B9F8-4CDD-AC49-2CF4ACB3ABA5}" type="presParOf" srcId="{E220D61D-9940-47ED-A5CE-783635934FB2}" destId="{A2A0D986-0480-4C64-8FE9-1E61607487F4}" srcOrd="3" destOrd="0" presId="urn:microsoft.com/office/officeart/2005/8/layout/vList3"/>
    <dgm:cxn modelId="{283A2FA9-C622-4EE7-BC57-D4A117898874}" type="presParOf" srcId="{E220D61D-9940-47ED-A5CE-783635934FB2}" destId="{128638C9-B88B-4105-A630-5D92530E0B10}" srcOrd="4" destOrd="0" presId="urn:microsoft.com/office/officeart/2005/8/layout/vList3"/>
    <dgm:cxn modelId="{25EAA237-B3BC-4F24-9DCB-D0A6F3330488}" type="presParOf" srcId="{128638C9-B88B-4105-A630-5D92530E0B10}" destId="{0C9B56A1-A9A3-4009-BE71-CB0AAC22A7D9}" srcOrd="0" destOrd="0" presId="urn:microsoft.com/office/officeart/2005/8/layout/vList3"/>
    <dgm:cxn modelId="{1BBD5F10-3602-49E9-9B2D-58AA33C85C48}" type="presParOf" srcId="{128638C9-B88B-4105-A630-5D92530E0B10}" destId="{98AC8552-AA97-49F9-AF39-0D417D5DB523}" srcOrd="1" destOrd="0" presId="urn:microsoft.com/office/officeart/2005/8/layout/vList3"/>
    <dgm:cxn modelId="{1DCF181A-A1DC-47C4-8048-5AC98A1863F0}" type="presParOf" srcId="{E220D61D-9940-47ED-A5CE-783635934FB2}" destId="{43152582-E117-422E-9346-CFEDB14AE4C7}" srcOrd="5" destOrd="0" presId="urn:microsoft.com/office/officeart/2005/8/layout/vList3"/>
    <dgm:cxn modelId="{57E34931-C2AD-4C8F-AF92-53D5EA48EDFB}" type="presParOf" srcId="{E220D61D-9940-47ED-A5CE-783635934FB2}" destId="{F8610CD6-6D02-4B2F-92A7-186CCCDF10B0}" srcOrd="6" destOrd="0" presId="urn:microsoft.com/office/officeart/2005/8/layout/vList3"/>
    <dgm:cxn modelId="{CAE74037-25C2-4809-A4A2-954551088C10}" type="presParOf" srcId="{F8610CD6-6D02-4B2F-92A7-186CCCDF10B0}" destId="{0D15EB00-B924-4455-A744-5CDB77EC6F32}" srcOrd="0" destOrd="0" presId="urn:microsoft.com/office/officeart/2005/8/layout/vList3"/>
    <dgm:cxn modelId="{311F983A-7DAC-469C-9EC5-AEEB88AB1B5B}" type="presParOf" srcId="{F8610CD6-6D02-4B2F-92A7-186CCCDF10B0}" destId="{ADCF26E5-AE3B-453E-9983-487E9EFC20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86D7F54F-4CDA-42D4-8354-69E7134DF8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9041F58-848A-4EF3-AA83-398C734C4B1C}">
      <dgm:prSet/>
      <dgm:spPr/>
      <dgm:t>
        <a:bodyPr/>
        <a:lstStyle/>
        <a:p>
          <a:r>
            <a:rPr lang="ru-RU" b="0" i="0"/>
            <a:t>фактична ліквідація особистої залежності селян</a:t>
          </a:r>
          <a:endParaRPr lang="uk-UA"/>
        </a:p>
      </dgm:t>
    </dgm:pt>
    <dgm:pt modelId="{C1733818-0E5C-40DA-9A2E-68F8B3349CD5}" type="parTrans" cxnId="{E1EE2821-3998-4659-BCEB-426BF7C41718}">
      <dgm:prSet/>
      <dgm:spPr/>
      <dgm:t>
        <a:bodyPr/>
        <a:lstStyle/>
        <a:p>
          <a:endParaRPr lang="uk-UA"/>
        </a:p>
      </dgm:t>
    </dgm:pt>
    <dgm:pt modelId="{7B0A2AC3-84DE-4F0B-8A94-4AAAE307C372}" type="sibTrans" cxnId="{E1EE2821-3998-4659-BCEB-426BF7C41718}">
      <dgm:prSet/>
      <dgm:spPr/>
      <dgm:t>
        <a:bodyPr/>
        <a:lstStyle/>
        <a:p>
          <a:endParaRPr lang="uk-UA"/>
        </a:p>
      </dgm:t>
    </dgm:pt>
    <dgm:pt modelId="{CFDEF675-6332-4FCD-B4BB-477BE7626CC4}">
      <dgm:prSet/>
      <dgm:spPr/>
      <dgm:t>
        <a:bodyPr/>
        <a:lstStyle/>
        <a:p>
          <a:r>
            <a:rPr lang="ru-RU" b="0" i="0" dirty="0" err="1"/>
            <a:t>зрівняння</a:t>
          </a:r>
          <a:r>
            <a:rPr lang="ru-RU" b="0" i="0" dirty="0"/>
            <a:t> в правах </a:t>
          </a:r>
          <a:r>
            <a:rPr lang="ru-RU" b="0" i="0" dirty="0" err="1"/>
            <a:t>селянського</a:t>
          </a:r>
          <a:r>
            <a:rPr lang="ru-RU" b="0" i="0" dirty="0"/>
            <a:t> та </a:t>
          </a:r>
          <a:r>
            <a:rPr lang="ru-RU" b="0" i="0" dirty="0" err="1"/>
            <a:t>козацького</a:t>
          </a:r>
          <a:r>
            <a:rPr lang="ru-RU" b="0" i="0" dirty="0"/>
            <a:t> </a:t>
          </a:r>
          <a:r>
            <a:rPr lang="ru-RU" b="0" i="0" dirty="0" err="1"/>
            <a:t>станів</a:t>
          </a:r>
          <a:endParaRPr lang="uk-UA" dirty="0"/>
        </a:p>
      </dgm:t>
    </dgm:pt>
    <dgm:pt modelId="{EC633343-8EEE-4E25-83EF-646A4AB6111B}" type="parTrans" cxnId="{F958B30D-801D-4847-85CD-6CA26ED30072}">
      <dgm:prSet/>
      <dgm:spPr/>
      <dgm:t>
        <a:bodyPr/>
        <a:lstStyle/>
        <a:p>
          <a:endParaRPr lang="uk-UA"/>
        </a:p>
      </dgm:t>
    </dgm:pt>
    <dgm:pt modelId="{77DF25F7-6EE5-4899-9668-8DE1B9C08218}" type="sibTrans" cxnId="{F958B30D-801D-4847-85CD-6CA26ED30072}">
      <dgm:prSet/>
      <dgm:spPr/>
      <dgm:t>
        <a:bodyPr/>
        <a:lstStyle/>
        <a:p>
          <a:endParaRPr lang="uk-UA"/>
        </a:p>
      </dgm:t>
    </dgm:pt>
    <dgm:pt modelId="{1BB5F01F-E1E4-4117-ACBF-0D3275EF8A75}">
      <dgm:prSet/>
      <dgm:spPr/>
      <dgm:t>
        <a:bodyPr/>
        <a:lstStyle/>
        <a:p>
          <a:r>
            <a:rPr lang="ru-RU" b="0" i="0"/>
            <a:t>поява фільваркового господарства</a:t>
          </a:r>
          <a:endParaRPr lang="uk-UA"/>
        </a:p>
      </dgm:t>
    </dgm:pt>
    <dgm:pt modelId="{AE09F1DC-4749-487F-845E-13ACD312CE7D}" type="parTrans" cxnId="{598C5CA0-9B88-47B1-8B4C-FD80016CB472}">
      <dgm:prSet/>
      <dgm:spPr/>
      <dgm:t>
        <a:bodyPr/>
        <a:lstStyle/>
        <a:p>
          <a:endParaRPr lang="uk-UA"/>
        </a:p>
      </dgm:t>
    </dgm:pt>
    <dgm:pt modelId="{86DAE11C-C93E-41EA-8B44-331B06C6A710}" type="sibTrans" cxnId="{598C5CA0-9B88-47B1-8B4C-FD80016CB472}">
      <dgm:prSet/>
      <dgm:spPr/>
      <dgm:t>
        <a:bodyPr/>
        <a:lstStyle/>
        <a:p>
          <a:endParaRPr lang="uk-UA"/>
        </a:p>
      </dgm:t>
    </dgm:pt>
    <dgm:pt modelId="{3FC3F229-1F7A-4997-8E48-4FA75BFF32B8}">
      <dgm:prSet/>
      <dgm:spPr/>
      <dgm:t>
        <a:bodyPr/>
        <a:lstStyle/>
        <a:p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магдебурзького</a:t>
          </a:r>
          <a:r>
            <a:rPr lang="ru-RU" b="0" i="0" dirty="0"/>
            <a:t> права</a:t>
          </a:r>
          <a:br>
            <a:rPr lang="ru-RU" dirty="0"/>
          </a:br>
          <a:endParaRPr lang="uk-UA" dirty="0"/>
        </a:p>
      </dgm:t>
    </dgm:pt>
    <dgm:pt modelId="{7C1ECC0E-0240-451A-9894-60458ED5B20D}" type="parTrans" cxnId="{535A22A5-7352-43DF-9A8A-3C3CC9AF7AA7}">
      <dgm:prSet/>
      <dgm:spPr/>
      <dgm:t>
        <a:bodyPr/>
        <a:lstStyle/>
        <a:p>
          <a:endParaRPr lang="uk-UA"/>
        </a:p>
      </dgm:t>
    </dgm:pt>
    <dgm:pt modelId="{0878FC72-4B56-470C-BD41-39831A8A0286}" type="sibTrans" cxnId="{535A22A5-7352-43DF-9A8A-3C3CC9AF7AA7}">
      <dgm:prSet/>
      <dgm:spPr/>
      <dgm:t>
        <a:bodyPr/>
        <a:lstStyle/>
        <a:p>
          <a:endParaRPr lang="uk-UA"/>
        </a:p>
      </dgm:t>
    </dgm:pt>
    <dgm:pt modelId="{7671965F-07D2-4F08-A101-6DACA3A27059}" type="pres">
      <dgm:prSet presAssocID="{86D7F54F-4CDA-42D4-8354-69E7134DF80B}" presName="linear" presStyleCnt="0">
        <dgm:presLayoutVars>
          <dgm:animLvl val="lvl"/>
          <dgm:resizeHandles val="exact"/>
        </dgm:presLayoutVars>
      </dgm:prSet>
      <dgm:spPr/>
    </dgm:pt>
    <dgm:pt modelId="{94517364-D60A-4775-9261-5DDB4B7A3B80}" type="pres">
      <dgm:prSet presAssocID="{99041F58-848A-4EF3-AA83-398C734C4B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F356C2-8311-4E96-B571-DB15B40C9B31}" type="pres">
      <dgm:prSet presAssocID="{7B0A2AC3-84DE-4F0B-8A94-4AAAE307C372}" presName="spacer" presStyleCnt="0"/>
      <dgm:spPr/>
    </dgm:pt>
    <dgm:pt modelId="{1DAD9A6A-69A9-45F9-86E5-BDF7ADB58763}" type="pres">
      <dgm:prSet presAssocID="{CFDEF675-6332-4FCD-B4BB-477BE7626C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D11633-CDBE-4471-8409-0A2413EEDDF1}" type="pres">
      <dgm:prSet presAssocID="{77DF25F7-6EE5-4899-9668-8DE1B9C08218}" presName="spacer" presStyleCnt="0"/>
      <dgm:spPr/>
    </dgm:pt>
    <dgm:pt modelId="{EB4861DA-CA7B-4AAE-B1E7-6DFD54E457EE}" type="pres">
      <dgm:prSet presAssocID="{1BB5F01F-E1E4-4117-ACBF-0D3275EF8A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8F063B-0C52-43AD-ACC1-D992D25D9746}" type="pres">
      <dgm:prSet presAssocID="{86DAE11C-C93E-41EA-8B44-331B06C6A710}" presName="spacer" presStyleCnt="0"/>
      <dgm:spPr/>
    </dgm:pt>
    <dgm:pt modelId="{8F2FECCB-626E-4F5B-85DE-45CD91003242}" type="pres">
      <dgm:prSet presAssocID="{3FC3F229-1F7A-4997-8E48-4FA75BFF32B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958B30D-801D-4847-85CD-6CA26ED30072}" srcId="{86D7F54F-4CDA-42D4-8354-69E7134DF80B}" destId="{CFDEF675-6332-4FCD-B4BB-477BE7626CC4}" srcOrd="1" destOrd="0" parTransId="{EC633343-8EEE-4E25-83EF-646A4AB6111B}" sibTransId="{77DF25F7-6EE5-4899-9668-8DE1B9C08218}"/>
    <dgm:cxn modelId="{E1EE2821-3998-4659-BCEB-426BF7C41718}" srcId="{86D7F54F-4CDA-42D4-8354-69E7134DF80B}" destId="{99041F58-848A-4EF3-AA83-398C734C4B1C}" srcOrd="0" destOrd="0" parTransId="{C1733818-0E5C-40DA-9A2E-68F8B3349CD5}" sibTransId="{7B0A2AC3-84DE-4F0B-8A94-4AAAE307C372}"/>
    <dgm:cxn modelId="{53ED383D-A3DD-4642-A158-0B40864BA5C2}" type="presOf" srcId="{99041F58-848A-4EF3-AA83-398C734C4B1C}" destId="{94517364-D60A-4775-9261-5DDB4B7A3B80}" srcOrd="0" destOrd="0" presId="urn:microsoft.com/office/officeart/2005/8/layout/vList2"/>
    <dgm:cxn modelId="{BE1AA36F-1FAF-4007-BBB9-3A1D992CB9E0}" type="presOf" srcId="{CFDEF675-6332-4FCD-B4BB-477BE7626CC4}" destId="{1DAD9A6A-69A9-45F9-86E5-BDF7ADB58763}" srcOrd="0" destOrd="0" presId="urn:microsoft.com/office/officeart/2005/8/layout/vList2"/>
    <dgm:cxn modelId="{61ECBA7B-0F9C-484D-ACFD-31C2CD3680B2}" type="presOf" srcId="{3FC3F229-1F7A-4997-8E48-4FA75BFF32B8}" destId="{8F2FECCB-626E-4F5B-85DE-45CD91003242}" srcOrd="0" destOrd="0" presId="urn:microsoft.com/office/officeart/2005/8/layout/vList2"/>
    <dgm:cxn modelId="{D356CB9C-31E5-46B4-8EF2-24736C852BC9}" type="presOf" srcId="{86D7F54F-4CDA-42D4-8354-69E7134DF80B}" destId="{7671965F-07D2-4F08-A101-6DACA3A27059}" srcOrd="0" destOrd="0" presId="urn:microsoft.com/office/officeart/2005/8/layout/vList2"/>
    <dgm:cxn modelId="{598C5CA0-9B88-47B1-8B4C-FD80016CB472}" srcId="{86D7F54F-4CDA-42D4-8354-69E7134DF80B}" destId="{1BB5F01F-E1E4-4117-ACBF-0D3275EF8A75}" srcOrd="2" destOrd="0" parTransId="{AE09F1DC-4749-487F-845E-13ACD312CE7D}" sibTransId="{86DAE11C-C93E-41EA-8B44-331B06C6A710}"/>
    <dgm:cxn modelId="{535A22A5-7352-43DF-9A8A-3C3CC9AF7AA7}" srcId="{86D7F54F-4CDA-42D4-8354-69E7134DF80B}" destId="{3FC3F229-1F7A-4997-8E48-4FA75BFF32B8}" srcOrd="3" destOrd="0" parTransId="{7C1ECC0E-0240-451A-9894-60458ED5B20D}" sibTransId="{0878FC72-4B56-470C-BD41-39831A8A0286}"/>
    <dgm:cxn modelId="{C48489B8-4B4D-4E57-88CE-CE3519030F3B}" type="presOf" srcId="{1BB5F01F-E1E4-4117-ACBF-0D3275EF8A75}" destId="{EB4861DA-CA7B-4AAE-B1E7-6DFD54E457EE}" srcOrd="0" destOrd="0" presId="urn:microsoft.com/office/officeart/2005/8/layout/vList2"/>
    <dgm:cxn modelId="{D9266A55-EE9A-45B2-BAD3-86C5B800DFDA}" type="presParOf" srcId="{7671965F-07D2-4F08-A101-6DACA3A27059}" destId="{94517364-D60A-4775-9261-5DDB4B7A3B80}" srcOrd="0" destOrd="0" presId="urn:microsoft.com/office/officeart/2005/8/layout/vList2"/>
    <dgm:cxn modelId="{31A38981-1CCA-4C96-A2C4-F223E388B5B6}" type="presParOf" srcId="{7671965F-07D2-4F08-A101-6DACA3A27059}" destId="{76F356C2-8311-4E96-B571-DB15B40C9B31}" srcOrd="1" destOrd="0" presId="urn:microsoft.com/office/officeart/2005/8/layout/vList2"/>
    <dgm:cxn modelId="{5D9732A1-F77C-4BDB-B561-CC37B113FF5F}" type="presParOf" srcId="{7671965F-07D2-4F08-A101-6DACA3A27059}" destId="{1DAD9A6A-69A9-45F9-86E5-BDF7ADB58763}" srcOrd="2" destOrd="0" presId="urn:microsoft.com/office/officeart/2005/8/layout/vList2"/>
    <dgm:cxn modelId="{FA15A760-921E-4CEA-A2BE-A59F2ECB1F65}" type="presParOf" srcId="{7671965F-07D2-4F08-A101-6DACA3A27059}" destId="{57D11633-CDBE-4471-8409-0A2413EEDDF1}" srcOrd="3" destOrd="0" presId="urn:microsoft.com/office/officeart/2005/8/layout/vList2"/>
    <dgm:cxn modelId="{D5148D0B-E073-4F77-8BC3-D41225038F53}" type="presParOf" srcId="{7671965F-07D2-4F08-A101-6DACA3A27059}" destId="{EB4861DA-CA7B-4AAE-B1E7-6DFD54E457EE}" srcOrd="4" destOrd="0" presId="urn:microsoft.com/office/officeart/2005/8/layout/vList2"/>
    <dgm:cxn modelId="{F9ABFCA5-7244-41B7-ABD5-407E5F7D2AC1}" type="presParOf" srcId="{7671965F-07D2-4F08-A101-6DACA3A27059}" destId="{0E8F063B-0C52-43AD-ACC1-D992D25D9746}" srcOrd="5" destOrd="0" presId="urn:microsoft.com/office/officeart/2005/8/layout/vList2"/>
    <dgm:cxn modelId="{91A9EC23-C854-4669-887E-26E3115C70A1}" type="presParOf" srcId="{7671965F-07D2-4F08-A101-6DACA3A27059}" destId="{8F2FECCB-626E-4F5B-85DE-45CD910032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1B971266-2749-43FB-95D2-AAEBDFA94F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EFED55-A73B-4AE6-8770-85D7A16030C0}">
      <dgm:prSet/>
      <dgm:spPr/>
      <dgm:t>
        <a:bodyPr/>
        <a:lstStyle/>
        <a:p>
          <a:r>
            <a:rPr lang="uk-UA" b="0" i="1" dirty="0"/>
            <a:t>«… великий государ наш гетьмана Б. Хмельницького пожалує, свої грамоти царські на ваші вольності велить дати … і щоб Війська Запорозького було 60000 …»</a:t>
          </a:r>
          <a:endParaRPr lang="uk-UA" dirty="0"/>
        </a:p>
      </dgm:t>
    </dgm:pt>
    <dgm:pt modelId="{3F0F427C-8FFC-4117-93C6-904090658CB9}" type="parTrans" cxnId="{59A8EC8A-65A8-43ED-B2E9-20037BFC2154}">
      <dgm:prSet/>
      <dgm:spPr/>
      <dgm:t>
        <a:bodyPr/>
        <a:lstStyle/>
        <a:p>
          <a:endParaRPr lang="uk-UA"/>
        </a:p>
      </dgm:t>
    </dgm:pt>
    <dgm:pt modelId="{BE98559D-FC9E-4CB2-AB8F-72795982A975}" type="sibTrans" cxnId="{59A8EC8A-65A8-43ED-B2E9-20037BFC2154}">
      <dgm:prSet/>
      <dgm:spPr/>
      <dgm:t>
        <a:bodyPr/>
        <a:lstStyle/>
        <a:p>
          <a:endParaRPr lang="uk-UA"/>
        </a:p>
      </dgm:t>
    </dgm:pt>
    <dgm:pt modelId="{097EE530-B8C6-412D-AFB8-39DE445D312C}">
      <dgm:prSet/>
      <dgm:spPr/>
      <dgm:t>
        <a:bodyPr/>
        <a:lstStyle/>
        <a:p>
          <a:r>
            <a:rPr lang="uk-UA" b="0" i="1" dirty="0"/>
            <a:t>«… Козаки можуть проживати лише в Київському воєводстві, та й то лише на королівських землях. Ні Брацлавське, ні Чернігівське воєводства козаки не матимуть…»</a:t>
          </a:r>
          <a:endParaRPr lang="uk-UA" dirty="0"/>
        </a:p>
      </dgm:t>
    </dgm:pt>
    <dgm:pt modelId="{C1310BE0-E4B0-413E-A361-7CB21723D19E}" type="parTrans" cxnId="{571E0743-9471-4A3B-AF5B-1D56BE89C349}">
      <dgm:prSet/>
      <dgm:spPr/>
      <dgm:t>
        <a:bodyPr/>
        <a:lstStyle/>
        <a:p>
          <a:endParaRPr lang="uk-UA"/>
        </a:p>
      </dgm:t>
    </dgm:pt>
    <dgm:pt modelId="{DA696FDB-1499-4E1C-B700-03EDBB8987C3}" type="sibTrans" cxnId="{571E0743-9471-4A3B-AF5B-1D56BE89C349}">
      <dgm:prSet/>
      <dgm:spPr/>
      <dgm:t>
        <a:bodyPr/>
        <a:lstStyle/>
        <a:p>
          <a:endParaRPr lang="uk-UA"/>
        </a:p>
      </dgm:t>
    </dgm:pt>
    <dgm:pt modelId="{B74CE45D-B83E-42D8-B680-9C3C98EEA750}" type="pres">
      <dgm:prSet presAssocID="{1B971266-2749-43FB-95D2-AAEBDFA94F5C}" presName="linear" presStyleCnt="0">
        <dgm:presLayoutVars>
          <dgm:animLvl val="lvl"/>
          <dgm:resizeHandles val="exact"/>
        </dgm:presLayoutVars>
      </dgm:prSet>
      <dgm:spPr/>
    </dgm:pt>
    <dgm:pt modelId="{CA54F339-C932-462A-A532-449AA3DCAC96}" type="pres">
      <dgm:prSet presAssocID="{F5EFED55-A73B-4AE6-8770-85D7A16030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C9247AE-DCA8-4119-BEF8-0E76C61F9FF2}" type="pres">
      <dgm:prSet presAssocID="{BE98559D-FC9E-4CB2-AB8F-72795982A975}" presName="spacer" presStyleCnt="0"/>
      <dgm:spPr/>
    </dgm:pt>
    <dgm:pt modelId="{9167313B-64C2-4146-B9E1-12B6D9338D57}" type="pres">
      <dgm:prSet presAssocID="{097EE530-B8C6-412D-AFB8-39DE445D312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71E0743-9471-4A3B-AF5B-1D56BE89C349}" srcId="{1B971266-2749-43FB-95D2-AAEBDFA94F5C}" destId="{097EE530-B8C6-412D-AFB8-39DE445D312C}" srcOrd="1" destOrd="0" parTransId="{C1310BE0-E4B0-413E-A361-7CB21723D19E}" sibTransId="{DA696FDB-1499-4E1C-B700-03EDBB8987C3}"/>
    <dgm:cxn modelId="{4DBFC277-4D61-4D32-AA88-5E08C0122CFE}" type="presOf" srcId="{F5EFED55-A73B-4AE6-8770-85D7A16030C0}" destId="{CA54F339-C932-462A-A532-449AA3DCAC96}" srcOrd="0" destOrd="0" presId="urn:microsoft.com/office/officeart/2005/8/layout/vList2"/>
    <dgm:cxn modelId="{59A8EC8A-65A8-43ED-B2E9-20037BFC2154}" srcId="{1B971266-2749-43FB-95D2-AAEBDFA94F5C}" destId="{F5EFED55-A73B-4AE6-8770-85D7A16030C0}" srcOrd="0" destOrd="0" parTransId="{3F0F427C-8FFC-4117-93C6-904090658CB9}" sibTransId="{BE98559D-FC9E-4CB2-AB8F-72795982A975}"/>
    <dgm:cxn modelId="{9AAA04D7-E529-46EC-AE97-F8E9FBF48060}" type="presOf" srcId="{097EE530-B8C6-412D-AFB8-39DE445D312C}" destId="{9167313B-64C2-4146-B9E1-12B6D9338D57}" srcOrd="0" destOrd="0" presId="urn:microsoft.com/office/officeart/2005/8/layout/vList2"/>
    <dgm:cxn modelId="{32776AEB-1F37-412A-BD62-9B81609CD979}" type="presOf" srcId="{1B971266-2749-43FB-95D2-AAEBDFA94F5C}" destId="{B74CE45D-B83E-42D8-B680-9C3C98EEA750}" srcOrd="0" destOrd="0" presId="urn:microsoft.com/office/officeart/2005/8/layout/vList2"/>
    <dgm:cxn modelId="{6C5F400D-4AAA-410A-9D09-53420F63B73F}" type="presParOf" srcId="{B74CE45D-B83E-42D8-B680-9C3C98EEA750}" destId="{CA54F339-C932-462A-A532-449AA3DCAC96}" srcOrd="0" destOrd="0" presId="urn:microsoft.com/office/officeart/2005/8/layout/vList2"/>
    <dgm:cxn modelId="{D721E766-1A3D-48AB-9826-9359DE37CE38}" type="presParOf" srcId="{B74CE45D-B83E-42D8-B680-9C3C98EEA750}" destId="{9C9247AE-DCA8-4119-BEF8-0E76C61F9FF2}" srcOrd="1" destOrd="0" presId="urn:microsoft.com/office/officeart/2005/8/layout/vList2"/>
    <dgm:cxn modelId="{59EA5526-792F-407F-A3B1-71D4E9959D82}" type="presParOf" srcId="{B74CE45D-B83E-42D8-B680-9C3C98EEA750}" destId="{9167313B-64C2-4146-B9E1-12B6D9338D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852F3B0E-ED85-4CA3-9468-F06B5DE028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68E0BDF-0120-43A6-8C86-F16AABFCF339}">
      <dgm:prSet/>
      <dgm:spPr/>
      <dgm:t>
        <a:bodyPr/>
        <a:lstStyle/>
        <a:p>
          <a:r>
            <a:rPr lang="uk-UA" b="0" i="1" dirty="0"/>
            <a:t>«Найясніший королю Швеції… ми підняли зброю проти поляків на захист віри і вольності. …ми з’єднані з вашою величністю зв’язком, яким ми зобов’язані обом воєводам Молдавії та князеві Трансільванії…»</a:t>
          </a:r>
          <a:endParaRPr lang="uk-UA" dirty="0"/>
        </a:p>
      </dgm:t>
    </dgm:pt>
    <dgm:pt modelId="{0CD92EC1-66A9-40E7-A257-54F40BCB760C}" type="parTrans" cxnId="{909F0A8E-3B24-43B2-881A-F168369013C7}">
      <dgm:prSet/>
      <dgm:spPr/>
      <dgm:t>
        <a:bodyPr/>
        <a:lstStyle/>
        <a:p>
          <a:endParaRPr lang="uk-UA"/>
        </a:p>
      </dgm:t>
    </dgm:pt>
    <dgm:pt modelId="{6AFE0307-32E3-4F4D-A181-8CC3F2B4719A}" type="sibTrans" cxnId="{909F0A8E-3B24-43B2-881A-F168369013C7}">
      <dgm:prSet/>
      <dgm:spPr/>
      <dgm:t>
        <a:bodyPr/>
        <a:lstStyle/>
        <a:p>
          <a:endParaRPr lang="uk-UA"/>
        </a:p>
      </dgm:t>
    </dgm:pt>
    <dgm:pt modelId="{C9CD8EBC-3335-427A-8E00-E62C23484673}">
      <dgm:prSet/>
      <dgm:spPr/>
      <dgm:t>
        <a:bodyPr/>
        <a:lstStyle/>
        <a:p>
          <a:r>
            <a:rPr lang="uk-UA" b="0" i="1" dirty="0"/>
            <a:t>«Його королівська величність буде і далі жалувати посади громадянам шляхетського стану в Київському, Брацлавському та Чернігівському воєводствах. Чигирин має назавжди лишитися при булаві Війська Запорозького…»</a:t>
          </a:r>
          <a:endParaRPr lang="uk-UA" dirty="0"/>
        </a:p>
      </dgm:t>
    </dgm:pt>
    <dgm:pt modelId="{9F74AD3F-DB07-4CB4-9A7A-D0FC73E3E764}" type="parTrans" cxnId="{50FAA6E2-0A30-4B65-9AF0-A216EFB4FCE5}">
      <dgm:prSet/>
      <dgm:spPr/>
      <dgm:t>
        <a:bodyPr/>
        <a:lstStyle/>
        <a:p>
          <a:endParaRPr lang="uk-UA"/>
        </a:p>
      </dgm:t>
    </dgm:pt>
    <dgm:pt modelId="{986FC91E-CFFC-48E4-BDCB-F2717EE6FA6A}" type="sibTrans" cxnId="{50FAA6E2-0A30-4B65-9AF0-A216EFB4FCE5}">
      <dgm:prSet/>
      <dgm:spPr/>
      <dgm:t>
        <a:bodyPr/>
        <a:lstStyle/>
        <a:p>
          <a:endParaRPr lang="uk-UA"/>
        </a:p>
      </dgm:t>
    </dgm:pt>
    <dgm:pt modelId="{CBC2811C-5839-44CF-A843-69B26658027C}" type="pres">
      <dgm:prSet presAssocID="{852F3B0E-ED85-4CA3-9468-F06B5DE02850}" presName="linear" presStyleCnt="0">
        <dgm:presLayoutVars>
          <dgm:animLvl val="lvl"/>
          <dgm:resizeHandles val="exact"/>
        </dgm:presLayoutVars>
      </dgm:prSet>
      <dgm:spPr/>
    </dgm:pt>
    <dgm:pt modelId="{1CC06D8D-F113-4796-BC5A-854F23FD469D}" type="pres">
      <dgm:prSet presAssocID="{868E0BDF-0120-43A6-8C86-F16AABFCF3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8D7458-A8FD-4297-9CDC-3468BDEE1DC0}" type="pres">
      <dgm:prSet presAssocID="{6AFE0307-32E3-4F4D-A181-8CC3F2B4719A}" presName="spacer" presStyleCnt="0"/>
      <dgm:spPr/>
    </dgm:pt>
    <dgm:pt modelId="{5D9CB283-3227-42D0-B5A9-A292144D2BA3}" type="pres">
      <dgm:prSet presAssocID="{C9CD8EBC-3335-427A-8E00-E62C2348467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788C82-25C4-48AA-9F0F-0C48B0AF1EF3}" type="presOf" srcId="{852F3B0E-ED85-4CA3-9468-F06B5DE02850}" destId="{CBC2811C-5839-44CF-A843-69B26658027C}" srcOrd="0" destOrd="0" presId="urn:microsoft.com/office/officeart/2005/8/layout/vList2"/>
    <dgm:cxn modelId="{909F0A8E-3B24-43B2-881A-F168369013C7}" srcId="{852F3B0E-ED85-4CA3-9468-F06B5DE02850}" destId="{868E0BDF-0120-43A6-8C86-F16AABFCF339}" srcOrd="0" destOrd="0" parTransId="{0CD92EC1-66A9-40E7-A257-54F40BCB760C}" sibTransId="{6AFE0307-32E3-4F4D-A181-8CC3F2B4719A}"/>
    <dgm:cxn modelId="{CE9C1B91-88A8-48BE-BED3-FC648F9EE40D}" type="presOf" srcId="{C9CD8EBC-3335-427A-8E00-E62C23484673}" destId="{5D9CB283-3227-42D0-B5A9-A292144D2BA3}" srcOrd="0" destOrd="0" presId="urn:microsoft.com/office/officeart/2005/8/layout/vList2"/>
    <dgm:cxn modelId="{C2E8DFD3-9453-44F2-8EE6-D63737C7003D}" type="presOf" srcId="{868E0BDF-0120-43A6-8C86-F16AABFCF339}" destId="{1CC06D8D-F113-4796-BC5A-854F23FD469D}" srcOrd="0" destOrd="0" presId="urn:microsoft.com/office/officeart/2005/8/layout/vList2"/>
    <dgm:cxn modelId="{50FAA6E2-0A30-4B65-9AF0-A216EFB4FCE5}" srcId="{852F3B0E-ED85-4CA3-9468-F06B5DE02850}" destId="{C9CD8EBC-3335-427A-8E00-E62C23484673}" srcOrd="1" destOrd="0" parTransId="{9F74AD3F-DB07-4CB4-9A7A-D0FC73E3E764}" sibTransId="{986FC91E-CFFC-48E4-BDCB-F2717EE6FA6A}"/>
    <dgm:cxn modelId="{43C177C6-7B03-4CBD-8145-DE4E24E366F1}" type="presParOf" srcId="{CBC2811C-5839-44CF-A843-69B26658027C}" destId="{1CC06D8D-F113-4796-BC5A-854F23FD469D}" srcOrd="0" destOrd="0" presId="urn:microsoft.com/office/officeart/2005/8/layout/vList2"/>
    <dgm:cxn modelId="{759BF7AE-2CEA-476D-A63B-0751A306AA7F}" type="presParOf" srcId="{CBC2811C-5839-44CF-A843-69B26658027C}" destId="{008D7458-A8FD-4297-9CDC-3468BDEE1DC0}" srcOrd="1" destOrd="0" presId="urn:microsoft.com/office/officeart/2005/8/layout/vList2"/>
    <dgm:cxn modelId="{387DAAD7-9B20-4EC2-BDF9-7E63C4045ED4}" type="presParOf" srcId="{CBC2811C-5839-44CF-A843-69B26658027C}" destId="{5D9CB283-3227-42D0-B5A9-A292144D2BA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32E7AE2A-1703-4110-8F75-8FD6735E24D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0FCD9C-9CFE-4381-A3AF-182EF4C95E13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FDAC7725-9982-4E73-BB2F-ED8BA91983CE}" type="parTrans" cxnId="{E663EE3E-2CE8-4A9A-BB85-DE08E8372F44}">
      <dgm:prSet/>
      <dgm:spPr/>
      <dgm:t>
        <a:bodyPr/>
        <a:lstStyle/>
        <a:p>
          <a:endParaRPr lang="uk-UA"/>
        </a:p>
      </dgm:t>
    </dgm:pt>
    <dgm:pt modelId="{C4BE02EC-E05B-456C-81BD-F650CF74BA64}" type="sibTrans" cxnId="{E663EE3E-2CE8-4A9A-BB85-DE08E8372F44}">
      <dgm:prSet/>
      <dgm:spPr/>
      <dgm:t>
        <a:bodyPr/>
        <a:lstStyle/>
        <a:p>
          <a:endParaRPr lang="uk-UA"/>
        </a:p>
      </dgm:t>
    </dgm:pt>
    <dgm:pt modelId="{9370F803-BC0F-41A9-9685-C292793EA604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4DB7813E-4CDA-493D-870E-0841E9A9BE30}" type="parTrans" cxnId="{6D6DC5CC-1B1B-41E0-9072-164C50EE1470}">
      <dgm:prSet/>
      <dgm:spPr/>
      <dgm:t>
        <a:bodyPr/>
        <a:lstStyle/>
        <a:p>
          <a:endParaRPr lang="uk-UA"/>
        </a:p>
      </dgm:t>
    </dgm:pt>
    <dgm:pt modelId="{AC267C1E-6A17-440C-B2D9-0A421F7AFE95}" type="sibTrans" cxnId="{6D6DC5CC-1B1B-41E0-9072-164C50EE1470}">
      <dgm:prSet/>
      <dgm:spPr/>
      <dgm:t>
        <a:bodyPr/>
        <a:lstStyle/>
        <a:p>
          <a:endParaRPr lang="uk-UA"/>
        </a:p>
      </dgm:t>
    </dgm:pt>
    <dgm:pt modelId="{522B6E85-A01F-4B0C-B8FA-CADE769AD6A0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CFFE31C7-285A-465C-90B3-F6A9526D26E1}" type="parTrans" cxnId="{65415E26-8A5E-498C-B166-A1681AB02311}">
      <dgm:prSet/>
      <dgm:spPr/>
      <dgm:t>
        <a:bodyPr/>
        <a:lstStyle/>
        <a:p>
          <a:endParaRPr lang="uk-UA"/>
        </a:p>
      </dgm:t>
    </dgm:pt>
    <dgm:pt modelId="{47186006-9D9B-4410-85D9-838F433B5DC1}" type="sibTrans" cxnId="{65415E26-8A5E-498C-B166-A1681AB02311}">
      <dgm:prSet/>
      <dgm:spPr/>
      <dgm:t>
        <a:bodyPr/>
        <a:lstStyle/>
        <a:p>
          <a:endParaRPr lang="uk-UA"/>
        </a:p>
      </dgm:t>
    </dgm:pt>
    <dgm:pt modelId="{1493D87F-75D9-404A-AE08-DA7ECB5073F1}">
      <dgm:prSet/>
      <dgm:spPr/>
      <dgm:t>
        <a:bodyPr/>
        <a:lstStyle/>
        <a:p>
          <a:r>
            <a:rPr lang="ru-RU" b="0" i="0" dirty="0"/>
            <a:t>1654 р</a:t>
          </a:r>
          <a:endParaRPr lang="uk-UA" dirty="0"/>
        </a:p>
      </dgm:t>
    </dgm:pt>
    <dgm:pt modelId="{04A1E2A7-E099-4DC9-9A25-E2F70A6C4144}" type="parTrans" cxnId="{D7AEA97C-948C-4354-9731-D71FAE59E438}">
      <dgm:prSet/>
      <dgm:spPr/>
      <dgm:t>
        <a:bodyPr/>
        <a:lstStyle/>
        <a:p>
          <a:endParaRPr lang="uk-UA"/>
        </a:p>
      </dgm:t>
    </dgm:pt>
    <dgm:pt modelId="{99DBF1F4-7829-41F8-9E08-5AC4D5CEC683}" type="sibTrans" cxnId="{D7AEA97C-948C-4354-9731-D71FAE59E438}">
      <dgm:prSet/>
      <dgm:spPr/>
      <dgm:t>
        <a:bodyPr/>
        <a:lstStyle/>
        <a:p>
          <a:endParaRPr lang="uk-UA"/>
        </a:p>
      </dgm:t>
    </dgm:pt>
    <dgm:pt modelId="{1798C484-C6DE-4753-9824-A2E919EBC744}">
      <dgm:prSet/>
      <dgm:spPr/>
      <dgm:t>
        <a:bodyPr/>
        <a:lstStyle/>
        <a:p>
          <a:r>
            <a:rPr lang="ru-RU" b="0" i="0" dirty="0"/>
            <a:t>1656 р.</a:t>
          </a:r>
          <a:endParaRPr lang="uk-UA" dirty="0"/>
        </a:p>
      </dgm:t>
    </dgm:pt>
    <dgm:pt modelId="{7BCC1C47-40EE-4FCB-A0EC-C1E54391D580}" type="parTrans" cxnId="{C4C272B7-326E-46D1-BC11-FB577E790AD7}">
      <dgm:prSet/>
      <dgm:spPr/>
      <dgm:t>
        <a:bodyPr/>
        <a:lstStyle/>
        <a:p>
          <a:endParaRPr lang="uk-UA"/>
        </a:p>
      </dgm:t>
    </dgm:pt>
    <dgm:pt modelId="{C7561B65-9349-42AF-B1A1-486D75ECCB78}" type="sibTrans" cxnId="{C4C272B7-326E-46D1-BC11-FB577E790AD7}">
      <dgm:prSet/>
      <dgm:spPr/>
      <dgm:t>
        <a:bodyPr/>
        <a:lstStyle/>
        <a:p>
          <a:endParaRPr lang="uk-UA"/>
        </a:p>
      </dgm:t>
    </dgm:pt>
    <dgm:pt modelId="{C24DAC23-D2C7-406C-A4CC-46240E4DED72}" type="pres">
      <dgm:prSet presAssocID="{32E7AE2A-1703-4110-8F75-8FD6735E24D7}" presName="Name0" presStyleCnt="0">
        <dgm:presLayoutVars>
          <dgm:chMax val="7"/>
          <dgm:chPref val="7"/>
          <dgm:dir/>
        </dgm:presLayoutVars>
      </dgm:prSet>
      <dgm:spPr/>
    </dgm:pt>
    <dgm:pt modelId="{1717FB3B-B9A6-4E2A-95D6-C27700696C81}" type="pres">
      <dgm:prSet presAssocID="{32E7AE2A-1703-4110-8F75-8FD6735E24D7}" presName="Name1" presStyleCnt="0"/>
      <dgm:spPr/>
    </dgm:pt>
    <dgm:pt modelId="{44DDAE29-1925-4787-94B4-0C896EF3E921}" type="pres">
      <dgm:prSet presAssocID="{32E7AE2A-1703-4110-8F75-8FD6735E24D7}" presName="cycle" presStyleCnt="0"/>
      <dgm:spPr/>
    </dgm:pt>
    <dgm:pt modelId="{57915BA8-BF50-4113-A2C6-2975CB3FBCFD}" type="pres">
      <dgm:prSet presAssocID="{32E7AE2A-1703-4110-8F75-8FD6735E24D7}" presName="srcNode" presStyleLbl="node1" presStyleIdx="0" presStyleCnt="5"/>
      <dgm:spPr/>
    </dgm:pt>
    <dgm:pt modelId="{3A5E4D2F-2FE3-4B16-A752-0F875C43A7CF}" type="pres">
      <dgm:prSet presAssocID="{32E7AE2A-1703-4110-8F75-8FD6735E24D7}" presName="conn" presStyleLbl="parChTrans1D2" presStyleIdx="0" presStyleCnt="1"/>
      <dgm:spPr/>
    </dgm:pt>
    <dgm:pt modelId="{58D023CC-0651-433B-8C1C-CA068317E9E4}" type="pres">
      <dgm:prSet presAssocID="{32E7AE2A-1703-4110-8F75-8FD6735E24D7}" presName="extraNode" presStyleLbl="node1" presStyleIdx="0" presStyleCnt="5"/>
      <dgm:spPr/>
    </dgm:pt>
    <dgm:pt modelId="{D8243295-63CD-4814-9F7D-B12A8C7C7A59}" type="pres">
      <dgm:prSet presAssocID="{32E7AE2A-1703-4110-8F75-8FD6735E24D7}" presName="dstNode" presStyleLbl="node1" presStyleIdx="0" presStyleCnt="5"/>
      <dgm:spPr/>
    </dgm:pt>
    <dgm:pt modelId="{F40140F6-0345-4844-9B5F-394FD759E733}" type="pres">
      <dgm:prSet presAssocID="{C80FCD9C-9CFE-4381-A3AF-182EF4C95E13}" presName="text_1" presStyleLbl="node1" presStyleIdx="0" presStyleCnt="5">
        <dgm:presLayoutVars>
          <dgm:bulletEnabled val="1"/>
        </dgm:presLayoutVars>
      </dgm:prSet>
      <dgm:spPr/>
    </dgm:pt>
    <dgm:pt modelId="{406B1552-82C5-42DD-B596-885236EC5494}" type="pres">
      <dgm:prSet presAssocID="{C80FCD9C-9CFE-4381-A3AF-182EF4C95E13}" presName="accent_1" presStyleCnt="0"/>
      <dgm:spPr/>
    </dgm:pt>
    <dgm:pt modelId="{E82EC445-ADEB-4645-9AF6-2F65356498CD}" type="pres">
      <dgm:prSet presAssocID="{C80FCD9C-9CFE-4381-A3AF-182EF4C95E13}" presName="accentRepeatNode" presStyleLbl="solidFgAcc1" presStyleIdx="0" presStyleCnt="5"/>
      <dgm:spPr/>
    </dgm:pt>
    <dgm:pt modelId="{3A70DD57-5E62-47C2-B9FB-F8361381E64E}" type="pres">
      <dgm:prSet presAssocID="{9370F803-BC0F-41A9-9685-C292793EA604}" presName="text_2" presStyleLbl="node1" presStyleIdx="1" presStyleCnt="5">
        <dgm:presLayoutVars>
          <dgm:bulletEnabled val="1"/>
        </dgm:presLayoutVars>
      </dgm:prSet>
      <dgm:spPr/>
    </dgm:pt>
    <dgm:pt modelId="{58AB929B-2C10-4AF8-89D2-9E0C6F82F770}" type="pres">
      <dgm:prSet presAssocID="{9370F803-BC0F-41A9-9685-C292793EA604}" presName="accent_2" presStyleCnt="0"/>
      <dgm:spPr/>
    </dgm:pt>
    <dgm:pt modelId="{593E935E-D43A-4F6D-AE2F-F3B09D3ECF9E}" type="pres">
      <dgm:prSet presAssocID="{9370F803-BC0F-41A9-9685-C292793EA604}" presName="accentRepeatNode" presStyleLbl="solidFgAcc1" presStyleIdx="1" presStyleCnt="5"/>
      <dgm:spPr/>
    </dgm:pt>
    <dgm:pt modelId="{FF57020C-243F-4570-B3C0-6D5D36430D60}" type="pres">
      <dgm:prSet presAssocID="{522B6E85-A01F-4B0C-B8FA-CADE769AD6A0}" presName="text_3" presStyleLbl="node1" presStyleIdx="2" presStyleCnt="5">
        <dgm:presLayoutVars>
          <dgm:bulletEnabled val="1"/>
        </dgm:presLayoutVars>
      </dgm:prSet>
      <dgm:spPr/>
    </dgm:pt>
    <dgm:pt modelId="{C9BE191A-0185-47B9-9A87-54751E16D568}" type="pres">
      <dgm:prSet presAssocID="{522B6E85-A01F-4B0C-B8FA-CADE769AD6A0}" presName="accent_3" presStyleCnt="0"/>
      <dgm:spPr/>
    </dgm:pt>
    <dgm:pt modelId="{C4A44034-CEA3-4E3A-845B-5447D5E20C25}" type="pres">
      <dgm:prSet presAssocID="{522B6E85-A01F-4B0C-B8FA-CADE769AD6A0}" presName="accentRepeatNode" presStyleLbl="solidFgAcc1" presStyleIdx="2" presStyleCnt="5"/>
      <dgm:spPr/>
    </dgm:pt>
    <dgm:pt modelId="{32D6AE2D-6AC2-4B82-9901-8577DA0F7F0B}" type="pres">
      <dgm:prSet presAssocID="{1493D87F-75D9-404A-AE08-DA7ECB5073F1}" presName="text_4" presStyleLbl="node1" presStyleIdx="3" presStyleCnt="5">
        <dgm:presLayoutVars>
          <dgm:bulletEnabled val="1"/>
        </dgm:presLayoutVars>
      </dgm:prSet>
      <dgm:spPr/>
    </dgm:pt>
    <dgm:pt modelId="{A547ECFC-816C-4BE1-8FF4-472EED6A726B}" type="pres">
      <dgm:prSet presAssocID="{1493D87F-75D9-404A-AE08-DA7ECB5073F1}" presName="accent_4" presStyleCnt="0"/>
      <dgm:spPr/>
    </dgm:pt>
    <dgm:pt modelId="{6259E67D-AC0D-4B4F-9C9B-15C990D0422D}" type="pres">
      <dgm:prSet presAssocID="{1493D87F-75D9-404A-AE08-DA7ECB5073F1}" presName="accentRepeatNode" presStyleLbl="solidFgAcc1" presStyleIdx="3" presStyleCnt="5"/>
      <dgm:spPr/>
    </dgm:pt>
    <dgm:pt modelId="{AEDACD9A-13D5-4C9B-8053-2CF34989D3B9}" type="pres">
      <dgm:prSet presAssocID="{1798C484-C6DE-4753-9824-A2E919EBC744}" presName="text_5" presStyleLbl="node1" presStyleIdx="4" presStyleCnt="5">
        <dgm:presLayoutVars>
          <dgm:bulletEnabled val="1"/>
        </dgm:presLayoutVars>
      </dgm:prSet>
      <dgm:spPr/>
    </dgm:pt>
    <dgm:pt modelId="{FCF00220-D084-4153-84E9-4DF347607DBC}" type="pres">
      <dgm:prSet presAssocID="{1798C484-C6DE-4753-9824-A2E919EBC744}" presName="accent_5" presStyleCnt="0"/>
      <dgm:spPr/>
    </dgm:pt>
    <dgm:pt modelId="{EEB3501F-70C1-445B-9FEC-68B76013EDE2}" type="pres">
      <dgm:prSet presAssocID="{1798C484-C6DE-4753-9824-A2E919EBC744}" presName="accentRepeatNode" presStyleLbl="solidFgAcc1" presStyleIdx="4" presStyleCnt="5"/>
      <dgm:spPr/>
    </dgm:pt>
  </dgm:ptLst>
  <dgm:cxnLst>
    <dgm:cxn modelId="{65415E26-8A5E-498C-B166-A1681AB02311}" srcId="{32E7AE2A-1703-4110-8F75-8FD6735E24D7}" destId="{522B6E85-A01F-4B0C-B8FA-CADE769AD6A0}" srcOrd="2" destOrd="0" parTransId="{CFFE31C7-285A-465C-90B3-F6A9526D26E1}" sibTransId="{47186006-9D9B-4410-85D9-838F433B5DC1}"/>
    <dgm:cxn modelId="{E663EE3E-2CE8-4A9A-BB85-DE08E8372F44}" srcId="{32E7AE2A-1703-4110-8F75-8FD6735E24D7}" destId="{C80FCD9C-9CFE-4381-A3AF-182EF4C95E13}" srcOrd="0" destOrd="0" parTransId="{FDAC7725-9982-4E73-BB2F-ED8BA91983CE}" sibTransId="{C4BE02EC-E05B-456C-81BD-F650CF74BA64}"/>
    <dgm:cxn modelId="{1A1EFE6E-53D1-48FA-9E9C-511B645EF47A}" type="presOf" srcId="{32E7AE2A-1703-4110-8F75-8FD6735E24D7}" destId="{C24DAC23-D2C7-406C-A4CC-46240E4DED72}" srcOrd="0" destOrd="0" presId="urn:microsoft.com/office/officeart/2008/layout/VerticalCurvedList"/>
    <dgm:cxn modelId="{23283352-92E8-40A1-B96A-8965CA823A47}" type="presOf" srcId="{C4BE02EC-E05B-456C-81BD-F650CF74BA64}" destId="{3A5E4D2F-2FE3-4B16-A752-0F875C43A7CF}" srcOrd="0" destOrd="0" presId="urn:microsoft.com/office/officeart/2008/layout/VerticalCurvedList"/>
    <dgm:cxn modelId="{B256DE73-A213-4D1F-A9DD-90CCBEB45A07}" type="presOf" srcId="{C80FCD9C-9CFE-4381-A3AF-182EF4C95E13}" destId="{F40140F6-0345-4844-9B5F-394FD759E733}" srcOrd="0" destOrd="0" presId="urn:microsoft.com/office/officeart/2008/layout/VerticalCurvedList"/>
    <dgm:cxn modelId="{D7AEA97C-948C-4354-9731-D71FAE59E438}" srcId="{32E7AE2A-1703-4110-8F75-8FD6735E24D7}" destId="{1493D87F-75D9-404A-AE08-DA7ECB5073F1}" srcOrd="3" destOrd="0" parTransId="{04A1E2A7-E099-4DC9-9A25-E2F70A6C4144}" sibTransId="{99DBF1F4-7829-41F8-9E08-5AC4D5CEC683}"/>
    <dgm:cxn modelId="{FEC7698A-72CC-41D6-8722-9065A5EE5DF4}" type="presOf" srcId="{522B6E85-A01F-4B0C-B8FA-CADE769AD6A0}" destId="{FF57020C-243F-4570-B3C0-6D5D36430D60}" srcOrd="0" destOrd="0" presId="urn:microsoft.com/office/officeart/2008/layout/VerticalCurvedList"/>
    <dgm:cxn modelId="{8A575598-36E3-436F-AC0E-F724598DE2B6}" type="presOf" srcId="{9370F803-BC0F-41A9-9685-C292793EA604}" destId="{3A70DD57-5E62-47C2-B9FB-F8361381E64E}" srcOrd="0" destOrd="0" presId="urn:microsoft.com/office/officeart/2008/layout/VerticalCurvedList"/>
    <dgm:cxn modelId="{C4C272B7-326E-46D1-BC11-FB577E790AD7}" srcId="{32E7AE2A-1703-4110-8F75-8FD6735E24D7}" destId="{1798C484-C6DE-4753-9824-A2E919EBC744}" srcOrd="4" destOrd="0" parTransId="{7BCC1C47-40EE-4FCB-A0EC-C1E54391D580}" sibTransId="{C7561B65-9349-42AF-B1A1-486D75ECCB78}"/>
    <dgm:cxn modelId="{8E995ABF-04D6-4524-809F-C8161949EF1A}" type="presOf" srcId="{1798C484-C6DE-4753-9824-A2E919EBC744}" destId="{AEDACD9A-13D5-4C9B-8053-2CF34989D3B9}" srcOrd="0" destOrd="0" presId="urn:microsoft.com/office/officeart/2008/layout/VerticalCurvedList"/>
    <dgm:cxn modelId="{6D6DC5CC-1B1B-41E0-9072-164C50EE1470}" srcId="{32E7AE2A-1703-4110-8F75-8FD6735E24D7}" destId="{9370F803-BC0F-41A9-9685-C292793EA604}" srcOrd="1" destOrd="0" parTransId="{4DB7813E-4CDA-493D-870E-0841E9A9BE30}" sibTransId="{AC267C1E-6A17-440C-B2D9-0A421F7AFE95}"/>
    <dgm:cxn modelId="{BDC27DD5-59CA-4C88-8253-EA7FC48DE96A}" type="presOf" srcId="{1493D87F-75D9-404A-AE08-DA7ECB5073F1}" destId="{32D6AE2D-6AC2-4B82-9901-8577DA0F7F0B}" srcOrd="0" destOrd="0" presId="urn:microsoft.com/office/officeart/2008/layout/VerticalCurvedList"/>
    <dgm:cxn modelId="{034E09BD-BB92-4247-B9BA-23A7740086EC}" type="presParOf" srcId="{C24DAC23-D2C7-406C-A4CC-46240E4DED72}" destId="{1717FB3B-B9A6-4E2A-95D6-C27700696C81}" srcOrd="0" destOrd="0" presId="urn:microsoft.com/office/officeart/2008/layout/VerticalCurvedList"/>
    <dgm:cxn modelId="{B71918DF-6765-4FAB-BFAC-A896BD8B191A}" type="presParOf" srcId="{1717FB3B-B9A6-4E2A-95D6-C27700696C81}" destId="{44DDAE29-1925-4787-94B4-0C896EF3E921}" srcOrd="0" destOrd="0" presId="urn:microsoft.com/office/officeart/2008/layout/VerticalCurvedList"/>
    <dgm:cxn modelId="{4BDDBD24-5043-46AE-BEC1-66D4DE0D92A2}" type="presParOf" srcId="{44DDAE29-1925-4787-94B4-0C896EF3E921}" destId="{57915BA8-BF50-4113-A2C6-2975CB3FBCFD}" srcOrd="0" destOrd="0" presId="urn:microsoft.com/office/officeart/2008/layout/VerticalCurvedList"/>
    <dgm:cxn modelId="{621FF5C2-6CE0-4B1A-8071-73D9EB711977}" type="presParOf" srcId="{44DDAE29-1925-4787-94B4-0C896EF3E921}" destId="{3A5E4D2F-2FE3-4B16-A752-0F875C43A7CF}" srcOrd="1" destOrd="0" presId="urn:microsoft.com/office/officeart/2008/layout/VerticalCurvedList"/>
    <dgm:cxn modelId="{8A8584B0-E8F7-4987-833E-D53199B4FA52}" type="presParOf" srcId="{44DDAE29-1925-4787-94B4-0C896EF3E921}" destId="{58D023CC-0651-433B-8C1C-CA068317E9E4}" srcOrd="2" destOrd="0" presId="urn:microsoft.com/office/officeart/2008/layout/VerticalCurvedList"/>
    <dgm:cxn modelId="{073AE8C3-67B5-41BA-8867-B159A1991EF1}" type="presParOf" srcId="{44DDAE29-1925-4787-94B4-0C896EF3E921}" destId="{D8243295-63CD-4814-9F7D-B12A8C7C7A59}" srcOrd="3" destOrd="0" presId="urn:microsoft.com/office/officeart/2008/layout/VerticalCurvedList"/>
    <dgm:cxn modelId="{73A324F3-DD28-474A-A763-74E82B8665DA}" type="presParOf" srcId="{1717FB3B-B9A6-4E2A-95D6-C27700696C81}" destId="{F40140F6-0345-4844-9B5F-394FD759E733}" srcOrd="1" destOrd="0" presId="urn:microsoft.com/office/officeart/2008/layout/VerticalCurvedList"/>
    <dgm:cxn modelId="{B3F725E0-2BC9-4105-B4EA-033E81B63B55}" type="presParOf" srcId="{1717FB3B-B9A6-4E2A-95D6-C27700696C81}" destId="{406B1552-82C5-42DD-B596-885236EC5494}" srcOrd="2" destOrd="0" presId="urn:microsoft.com/office/officeart/2008/layout/VerticalCurvedList"/>
    <dgm:cxn modelId="{2DC80656-011C-4E55-BF59-348EBBF3F396}" type="presParOf" srcId="{406B1552-82C5-42DD-B596-885236EC5494}" destId="{E82EC445-ADEB-4645-9AF6-2F65356498CD}" srcOrd="0" destOrd="0" presId="urn:microsoft.com/office/officeart/2008/layout/VerticalCurvedList"/>
    <dgm:cxn modelId="{0CB202BE-D317-4B9E-896B-0C6A09E0B5DB}" type="presParOf" srcId="{1717FB3B-B9A6-4E2A-95D6-C27700696C81}" destId="{3A70DD57-5E62-47C2-B9FB-F8361381E64E}" srcOrd="3" destOrd="0" presId="urn:microsoft.com/office/officeart/2008/layout/VerticalCurvedList"/>
    <dgm:cxn modelId="{79B2E977-68B8-469A-BA2D-30F10D1B1344}" type="presParOf" srcId="{1717FB3B-B9A6-4E2A-95D6-C27700696C81}" destId="{58AB929B-2C10-4AF8-89D2-9E0C6F82F770}" srcOrd="4" destOrd="0" presId="urn:microsoft.com/office/officeart/2008/layout/VerticalCurvedList"/>
    <dgm:cxn modelId="{5D2E40F0-F61C-44A3-811E-16690136D72A}" type="presParOf" srcId="{58AB929B-2C10-4AF8-89D2-9E0C6F82F770}" destId="{593E935E-D43A-4F6D-AE2F-F3B09D3ECF9E}" srcOrd="0" destOrd="0" presId="urn:microsoft.com/office/officeart/2008/layout/VerticalCurvedList"/>
    <dgm:cxn modelId="{F97322C8-BD22-4FD0-AF58-7CB3A2136D57}" type="presParOf" srcId="{1717FB3B-B9A6-4E2A-95D6-C27700696C81}" destId="{FF57020C-243F-4570-B3C0-6D5D36430D60}" srcOrd="5" destOrd="0" presId="urn:microsoft.com/office/officeart/2008/layout/VerticalCurvedList"/>
    <dgm:cxn modelId="{E5D54DD9-6081-4B38-B739-8182D128233D}" type="presParOf" srcId="{1717FB3B-B9A6-4E2A-95D6-C27700696C81}" destId="{C9BE191A-0185-47B9-9A87-54751E16D568}" srcOrd="6" destOrd="0" presId="urn:microsoft.com/office/officeart/2008/layout/VerticalCurvedList"/>
    <dgm:cxn modelId="{7C39FC24-5322-4032-B4B5-76D4C58D34F6}" type="presParOf" srcId="{C9BE191A-0185-47B9-9A87-54751E16D568}" destId="{C4A44034-CEA3-4E3A-845B-5447D5E20C25}" srcOrd="0" destOrd="0" presId="urn:microsoft.com/office/officeart/2008/layout/VerticalCurvedList"/>
    <dgm:cxn modelId="{CEADB1DE-703F-4E50-BE73-7378D7389CDF}" type="presParOf" srcId="{1717FB3B-B9A6-4E2A-95D6-C27700696C81}" destId="{32D6AE2D-6AC2-4B82-9901-8577DA0F7F0B}" srcOrd="7" destOrd="0" presId="urn:microsoft.com/office/officeart/2008/layout/VerticalCurvedList"/>
    <dgm:cxn modelId="{D06A2FAB-DD81-41CE-A1B6-3EE1338F73DB}" type="presParOf" srcId="{1717FB3B-B9A6-4E2A-95D6-C27700696C81}" destId="{A547ECFC-816C-4BE1-8FF4-472EED6A726B}" srcOrd="8" destOrd="0" presId="urn:microsoft.com/office/officeart/2008/layout/VerticalCurvedList"/>
    <dgm:cxn modelId="{0CE3B1F2-AF29-46D5-B16F-C1F9F9047524}" type="presParOf" srcId="{A547ECFC-816C-4BE1-8FF4-472EED6A726B}" destId="{6259E67D-AC0D-4B4F-9C9B-15C990D0422D}" srcOrd="0" destOrd="0" presId="urn:microsoft.com/office/officeart/2008/layout/VerticalCurvedList"/>
    <dgm:cxn modelId="{7A00C73C-6E9E-4120-9D63-014B7DB485F2}" type="presParOf" srcId="{1717FB3B-B9A6-4E2A-95D6-C27700696C81}" destId="{AEDACD9A-13D5-4C9B-8053-2CF34989D3B9}" srcOrd="9" destOrd="0" presId="urn:microsoft.com/office/officeart/2008/layout/VerticalCurvedList"/>
    <dgm:cxn modelId="{182B77B7-1C30-4465-8ECE-D3E69CA84AF9}" type="presParOf" srcId="{1717FB3B-B9A6-4E2A-95D6-C27700696C81}" destId="{FCF00220-D084-4153-84E9-4DF347607DBC}" srcOrd="10" destOrd="0" presId="urn:microsoft.com/office/officeart/2008/layout/VerticalCurvedList"/>
    <dgm:cxn modelId="{5DFDA1E8-2D1F-4322-B513-196AB45FA5BD}" type="presParOf" srcId="{FCF00220-D084-4153-84E9-4DF347607DBC}" destId="{EEB3501F-70C1-445B-9FEC-68B76013EDE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839C78C5-8408-41D1-A63B-2B04245E2A0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DCF610-36A1-4EE5-9ED3-ADC0AE9551DC}">
      <dgm:prSet/>
      <dgm:spPr/>
      <dgm:t>
        <a:bodyPr/>
        <a:lstStyle/>
        <a:p>
          <a:r>
            <a:rPr lang="uk-UA" b="0" i="0" dirty="0"/>
            <a:t>Берестейська</a:t>
          </a:r>
          <a:endParaRPr lang="uk-UA" dirty="0"/>
        </a:p>
      </dgm:t>
    </dgm:pt>
    <dgm:pt modelId="{4CE598E5-B257-4A74-9A37-A686B3F5E5CF}" type="parTrans" cxnId="{4C187847-DA91-4359-AD93-81B4B228317F}">
      <dgm:prSet/>
      <dgm:spPr/>
      <dgm:t>
        <a:bodyPr/>
        <a:lstStyle/>
        <a:p>
          <a:endParaRPr lang="uk-UA"/>
        </a:p>
      </dgm:t>
    </dgm:pt>
    <dgm:pt modelId="{E0561AB4-CFBD-4C11-9CA4-2534B19BA12F}" type="sibTrans" cxnId="{4C187847-DA91-4359-AD93-81B4B228317F}">
      <dgm:prSet/>
      <dgm:spPr/>
      <dgm:t>
        <a:bodyPr/>
        <a:lstStyle/>
        <a:p>
          <a:endParaRPr lang="uk-UA"/>
        </a:p>
      </dgm:t>
    </dgm:pt>
    <dgm:pt modelId="{5C03E431-C7BA-4F39-9DAA-604DB5CD439F}">
      <dgm:prSet/>
      <dgm:spPr/>
      <dgm:t>
        <a:bodyPr/>
        <a:lstStyle/>
        <a:p>
          <a:r>
            <a:rPr lang="uk-UA" b="0" i="0"/>
            <a:t>Пилявецька</a:t>
          </a:r>
          <a:endParaRPr lang="uk-UA"/>
        </a:p>
      </dgm:t>
    </dgm:pt>
    <dgm:pt modelId="{A4F627A1-3F4E-4193-AFFD-2338CB3AAF1B}" type="parTrans" cxnId="{6236BB30-75B9-4AB5-89B6-9A1762E9447D}">
      <dgm:prSet/>
      <dgm:spPr/>
      <dgm:t>
        <a:bodyPr/>
        <a:lstStyle/>
        <a:p>
          <a:endParaRPr lang="uk-UA"/>
        </a:p>
      </dgm:t>
    </dgm:pt>
    <dgm:pt modelId="{9996A3D3-5483-4AA2-B46E-886FB4F4C8A9}" type="sibTrans" cxnId="{6236BB30-75B9-4AB5-89B6-9A1762E9447D}">
      <dgm:prSet/>
      <dgm:spPr/>
      <dgm:t>
        <a:bodyPr/>
        <a:lstStyle/>
        <a:p>
          <a:endParaRPr lang="uk-UA"/>
        </a:p>
      </dgm:t>
    </dgm:pt>
    <dgm:pt modelId="{B591B26F-409B-4BAF-9812-D7DD95E0A406}">
      <dgm:prSet/>
      <dgm:spPr/>
      <dgm:t>
        <a:bodyPr/>
        <a:lstStyle/>
        <a:p>
          <a:r>
            <a:rPr lang="uk-UA" b="0" i="0" dirty="0" err="1"/>
            <a:t>Батозька</a:t>
          </a:r>
          <a:endParaRPr lang="uk-UA" dirty="0"/>
        </a:p>
      </dgm:t>
    </dgm:pt>
    <dgm:pt modelId="{67F13188-F616-485C-AD1B-3A1534B5BFB4}" type="parTrans" cxnId="{CD6385B6-C7BF-4496-BF54-EB2BE6EC72DE}">
      <dgm:prSet/>
      <dgm:spPr/>
      <dgm:t>
        <a:bodyPr/>
        <a:lstStyle/>
        <a:p>
          <a:endParaRPr lang="uk-UA"/>
        </a:p>
      </dgm:t>
    </dgm:pt>
    <dgm:pt modelId="{113A44A4-EBAC-4752-95EA-7CCA320B12E4}" type="sibTrans" cxnId="{CD6385B6-C7BF-4496-BF54-EB2BE6EC72DE}">
      <dgm:prSet/>
      <dgm:spPr/>
      <dgm:t>
        <a:bodyPr/>
        <a:lstStyle/>
        <a:p>
          <a:endParaRPr lang="uk-UA"/>
        </a:p>
      </dgm:t>
    </dgm:pt>
    <dgm:pt modelId="{ABCD15BE-E5A9-4192-9684-46059967145D}">
      <dgm:prSet/>
      <dgm:spPr/>
      <dgm:t>
        <a:bodyPr/>
        <a:lstStyle/>
        <a:p>
          <a:r>
            <a:rPr lang="uk-UA" b="0" i="0" dirty="0"/>
            <a:t>Конотопська</a:t>
          </a:r>
          <a:endParaRPr lang="uk-UA" dirty="0"/>
        </a:p>
      </dgm:t>
    </dgm:pt>
    <dgm:pt modelId="{8B044514-E7B1-4173-AE41-89EA39B873B0}" type="parTrans" cxnId="{BCDC9D86-2FDB-4B53-ABBD-4C96D72DF094}">
      <dgm:prSet/>
      <dgm:spPr/>
      <dgm:t>
        <a:bodyPr/>
        <a:lstStyle/>
        <a:p>
          <a:endParaRPr lang="uk-UA"/>
        </a:p>
      </dgm:t>
    </dgm:pt>
    <dgm:pt modelId="{1B17B0D6-4939-43A1-83C7-4CA7DCAC08FF}" type="sibTrans" cxnId="{BCDC9D86-2FDB-4B53-ABBD-4C96D72DF094}">
      <dgm:prSet/>
      <dgm:spPr/>
      <dgm:t>
        <a:bodyPr/>
        <a:lstStyle/>
        <a:p>
          <a:endParaRPr lang="uk-UA"/>
        </a:p>
      </dgm:t>
    </dgm:pt>
    <dgm:pt modelId="{A3F8E454-87BC-454D-B3F2-1609AC595106}" type="pres">
      <dgm:prSet presAssocID="{839C78C5-8408-41D1-A63B-2B04245E2A0E}" presName="matrix" presStyleCnt="0">
        <dgm:presLayoutVars>
          <dgm:chMax val="1"/>
          <dgm:dir/>
          <dgm:resizeHandles val="exact"/>
        </dgm:presLayoutVars>
      </dgm:prSet>
      <dgm:spPr/>
    </dgm:pt>
    <dgm:pt modelId="{37A47120-32F2-4233-868D-ED690AC51F19}" type="pres">
      <dgm:prSet presAssocID="{839C78C5-8408-41D1-A63B-2B04245E2A0E}" presName="diamond" presStyleLbl="bgShp" presStyleIdx="0" presStyleCnt="1"/>
      <dgm:spPr/>
    </dgm:pt>
    <dgm:pt modelId="{BD194B21-48FE-40B9-94C9-C23525E8F912}" type="pres">
      <dgm:prSet presAssocID="{839C78C5-8408-41D1-A63B-2B04245E2A0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0B73850-0966-4EDF-B2C3-F2E28FF8D9F1}" type="pres">
      <dgm:prSet presAssocID="{839C78C5-8408-41D1-A63B-2B04245E2A0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3C3251E-28CB-4C3F-86A8-74FCE4BB9707}" type="pres">
      <dgm:prSet presAssocID="{839C78C5-8408-41D1-A63B-2B04245E2A0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BEBF687-004C-495E-813F-2062CE77A8A7}" type="pres">
      <dgm:prSet presAssocID="{839C78C5-8408-41D1-A63B-2B04245E2A0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F97D109-9CC6-4190-AABE-579C3376DE55}" type="presOf" srcId="{839C78C5-8408-41D1-A63B-2B04245E2A0E}" destId="{A3F8E454-87BC-454D-B3F2-1609AC595106}" srcOrd="0" destOrd="0" presId="urn:microsoft.com/office/officeart/2005/8/layout/matrix3"/>
    <dgm:cxn modelId="{8197E91D-2428-4A78-B62D-71DEB80054F3}" type="presOf" srcId="{B591B26F-409B-4BAF-9812-D7DD95E0A406}" destId="{A3C3251E-28CB-4C3F-86A8-74FCE4BB9707}" srcOrd="0" destOrd="0" presId="urn:microsoft.com/office/officeart/2005/8/layout/matrix3"/>
    <dgm:cxn modelId="{6236BB30-75B9-4AB5-89B6-9A1762E9447D}" srcId="{839C78C5-8408-41D1-A63B-2B04245E2A0E}" destId="{5C03E431-C7BA-4F39-9DAA-604DB5CD439F}" srcOrd="1" destOrd="0" parTransId="{A4F627A1-3F4E-4193-AFFD-2338CB3AAF1B}" sibTransId="{9996A3D3-5483-4AA2-B46E-886FB4F4C8A9}"/>
    <dgm:cxn modelId="{4C187847-DA91-4359-AD93-81B4B228317F}" srcId="{839C78C5-8408-41D1-A63B-2B04245E2A0E}" destId="{A5DCF610-36A1-4EE5-9ED3-ADC0AE9551DC}" srcOrd="0" destOrd="0" parTransId="{4CE598E5-B257-4A74-9A37-A686B3F5E5CF}" sibTransId="{E0561AB4-CFBD-4C11-9CA4-2534B19BA12F}"/>
    <dgm:cxn modelId="{BCDC9D86-2FDB-4B53-ABBD-4C96D72DF094}" srcId="{839C78C5-8408-41D1-A63B-2B04245E2A0E}" destId="{ABCD15BE-E5A9-4192-9684-46059967145D}" srcOrd="3" destOrd="0" parTransId="{8B044514-E7B1-4173-AE41-89EA39B873B0}" sibTransId="{1B17B0D6-4939-43A1-83C7-4CA7DCAC08FF}"/>
    <dgm:cxn modelId="{6E2BF299-28B3-43BB-A60F-6DE067553E0B}" type="presOf" srcId="{ABCD15BE-E5A9-4192-9684-46059967145D}" destId="{9BEBF687-004C-495E-813F-2062CE77A8A7}" srcOrd="0" destOrd="0" presId="urn:microsoft.com/office/officeart/2005/8/layout/matrix3"/>
    <dgm:cxn modelId="{965A14AD-A1F5-4FA7-B9D4-8CB10E5452E4}" type="presOf" srcId="{5C03E431-C7BA-4F39-9DAA-604DB5CD439F}" destId="{D0B73850-0966-4EDF-B2C3-F2E28FF8D9F1}" srcOrd="0" destOrd="0" presId="urn:microsoft.com/office/officeart/2005/8/layout/matrix3"/>
    <dgm:cxn modelId="{CD6385B6-C7BF-4496-BF54-EB2BE6EC72DE}" srcId="{839C78C5-8408-41D1-A63B-2B04245E2A0E}" destId="{B591B26F-409B-4BAF-9812-D7DD95E0A406}" srcOrd="2" destOrd="0" parTransId="{67F13188-F616-485C-AD1B-3A1534B5BFB4}" sibTransId="{113A44A4-EBAC-4752-95EA-7CCA320B12E4}"/>
    <dgm:cxn modelId="{5C85DBDE-36E6-420E-BD4C-78C2A23F8EBC}" type="presOf" srcId="{A5DCF610-36A1-4EE5-9ED3-ADC0AE9551DC}" destId="{BD194B21-48FE-40B9-94C9-C23525E8F912}" srcOrd="0" destOrd="0" presId="urn:microsoft.com/office/officeart/2005/8/layout/matrix3"/>
    <dgm:cxn modelId="{D5ECB703-F7E4-41A0-88BE-65B15C9A9EC2}" type="presParOf" srcId="{A3F8E454-87BC-454D-B3F2-1609AC595106}" destId="{37A47120-32F2-4233-868D-ED690AC51F19}" srcOrd="0" destOrd="0" presId="urn:microsoft.com/office/officeart/2005/8/layout/matrix3"/>
    <dgm:cxn modelId="{24DE980B-F4B0-4720-ACAC-A8F829F18D53}" type="presParOf" srcId="{A3F8E454-87BC-454D-B3F2-1609AC595106}" destId="{BD194B21-48FE-40B9-94C9-C23525E8F912}" srcOrd="1" destOrd="0" presId="urn:microsoft.com/office/officeart/2005/8/layout/matrix3"/>
    <dgm:cxn modelId="{B874A1BA-CCD8-41C0-AC95-95FC82C26EA6}" type="presParOf" srcId="{A3F8E454-87BC-454D-B3F2-1609AC595106}" destId="{D0B73850-0966-4EDF-B2C3-F2E28FF8D9F1}" srcOrd="2" destOrd="0" presId="urn:microsoft.com/office/officeart/2005/8/layout/matrix3"/>
    <dgm:cxn modelId="{09C116BE-2436-4701-A667-BCAAB3AC0629}" type="presParOf" srcId="{A3F8E454-87BC-454D-B3F2-1609AC595106}" destId="{A3C3251E-28CB-4C3F-86A8-74FCE4BB9707}" srcOrd="3" destOrd="0" presId="urn:microsoft.com/office/officeart/2005/8/layout/matrix3"/>
    <dgm:cxn modelId="{CFC1D1D5-13C2-401E-9129-8C5DE64AB8B0}" type="presParOf" srcId="{A3F8E454-87BC-454D-B3F2-1609AC595106}" destId="{9BEBF687-004C-495E-813F-2062CE77A8A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43BBD3E8-CC38-4CCB-A45A-1FE86FA6383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A40054C-4C8C-4453-A654-3F523B17209E}">
      <dgm:prSet/>
      <dgm:spPr/>
      <dgm:t>
        <a:bodyPr/>
        <a:lstStyle/>
        <a:p>
          <a:r>
            <a:rPr lang="uk-UA" b="0" i="0"/>
            <a:t>Білоцерківського</a:t>
          </a:r>
          <a:endParaRPr lang="uk-UA"/>
        </a:p>
      </dgm:t>
    </dgm:pt>
    <dgm:pt modelId="{372F4734-8FCB-43EA-A512-275288F5E99D}" type="parTrans" cxnId="{425F9591-7E1B-409B-AD36-AE8942CD7A4B}">
      <dgm:prSet/>
      <dgm:spPr/>
      <dgm:t>
        <a:bodyPr/>
        <a:lstStyle/>
        <a:p>
          <a:endParaRPr lang="uk-UA"/>
        </a:p>
      </dgm:t>
    </dgm:pt>
    <dgm:pt modelId="{0774CEE4-5C9E-40E5-BF93-64341901935F}" type="sibTrans" cxnId="{425F9591-7E1B-409B-AD36-AE8942CD7A4B}">
      <dgm:prSet/>
      <dgm:spPr/>
      <dgm:t>
        <a:bodyPr/>
        <a:lstStyle/>
        <a:p>
          <a:endParaRPr lang="uk-UA"/>
        </a:p>
      </dgm:t>
    </dgm:pt>
    <dgm:pt modelId="{33B3F53F-0895-4585-B608-62AA3323FA9E}">
      <dgm:prSet/>
      <dgm:spPr/>
      <dgm:t>
        <a:bodyPr/>
        <a:lstStyle/>
        <a:p>
          <a:r>
            <a:rPr lang="uk-UA" b="0" i="0"/>
            <a:t>Андрусівського</a:t>
          </a:r>
          <a:endParaRPr lang="uk-UA"/>
        </a:p>
      </dgm:t>
    </dgm:pt>
    <dgm:pt modelId="{DF995C20-C693-43C4-8B3B-F489DF6933A8}" type="parTrans" cxnId="{3AE57525-7BDC-4867-A477-79DF3B401697}">
      <dgm:prSet/>
      <dgm:spPr/>
      <dgm:t>
        <a:bodyPr/>
        <a:lstStyle/>
        <a:p>
          <a:endParaRPr lang="uk-UA"/>
        </a:p>
      </dgm:t>
    </dgm:pt>
    <dgm:pt modelId="{93B18276-0C67-4CB3-A379-63DDC05B3D6F}" type="sibTrans" cxnId="{3AE57525-7BDC-4867-A477-79DF3B401697}">
      <dgm:prSet/>
      <dgm:spPr/>
      <dgm:t>
        <a:bodyPr/>
        <a:lstStyle/>
        <a:p>
          <a:endParaRPr lang="uk-UA"/>
        </a:p>
      </dgm:t>
    </dgm:pt>
    <dgm:pt modelId="{41A39A8D-6667-40C7-A16E-5D1563D4C074}">
      <dgm:prSet/>
      <dgm:spPr/>
      <dgm:t>
        <a:bodyPr/>
        <a:lstStyle/>
        <a:p>
          <a:r>
            <a:rPr lang="uk-UA" b="0" i="0" dirty="0"/>
            <a:t>Зборівського</a:t>
          </a:r>
          <a:endParaRPr lang="uk-UA" dirty="0"/>
        </a:p>
      </dgm:t>
    </dgm:pt>
    <dgm:pt modelId="{F7F34A89-06F4-4B7C-9D62-32B1344754FD}" type="parTrans" cxnId="{A4880572-F372-40D2-8F9D-B91D49B2135C}">
      <dgm:prSet/>
      <dgm:spPr/>
      <dgm:t>
        <a:bodyPr/>
        <a:lstStyle/>
        <a:p>
          <a:endParaRPr lang="uk-UA"/>
        </a:p>
      </dgm:t>
    </dgm:pt>
    <dgm:pt modelId="{29AA69E3-6A62-47FE-BCA7-F334F109CBD3}" type="sibTrans" cxnId="{A4880572-F372-40D2-8F9D-B91D49B2135C}">
      <dgm:prSet/>
      <dgm:spPr/>
      <dgm:t>
        <a:bodyPr/>
        <a:lstStyle/>
        <a:p>
          <a:endParaRPr lang="uk-UA"/>
        </a:p>
      </dgm:t>
    </dgm:pt>
    <dgm:pt modelId="{1D3032F9-BA11-49E3-84F0-752D3EFF06BA}">
      <dgm:prSet/>
      <dgm:spPr/>
      <dgm:t>
        <a:bodyPr/>
        <a:lstStyle/>
        <a:p>
          <a:r>
            <a:rPr lang="uk-UA" b="0" i="0" dirty="0"/>
            <a:t>Гадяцького</a:t>
          </a:r>
          <a:endParaRPr lang="uk-UA" dirty="0"/>
        </a:p>
      </dgm:t>
    </dgm:pt>
    <dgm:pt modelId="{F2842DC3-66C7-4B9B-99BE-844D6FAAE656}" type="parTrans" cxnId="{564D37B4-2B82-451B-BE33-37349E61C705}">
      <dgm:prSet/>
      <dgm:spPr/>
      <dgm:t>
        <a:bodyPr/>
        <a:lstStyle/>
        <a:p>
          <a:endParaRPr lang="uk-UA"/>
        </a:p>
      </dgm:t>
    </dgm:pt>
    <dgm:pt modelId="{E9A78EE2-6E1D-41B8-B3E8-F4B5B1DEDB38}" type="sibTrans" cxnId="{564D37B4-2B82-451B-BE33-37349E61C705}">
      <dgm:prSet/>
      <dgm:spPr/>
      <dgm:t>
        <a:bodyPr/>
        <a:lstStyle/>
        <a:p>
          <a:endParaRPr lang="uk-UA"/>
        </a:p>
      </dgm:t>
    </dgm:pt>
    <dgm:pt modelId="{AD235AFD-A9D4-4018-AEB9-BAE947F01C9D}" type="pres">
      <dgm:prSet presAssocID="{43BBD3E8-CC38-4CCB-A45A-1FE86FA6383E}" presName="matrix" presStyleCnt="0">
        <dgm:presLayoutVars>
          <dgm:chMax val="1"/>
          <dgm:dir/>
          <dgm:resizeHandles val="exact"/>
        </dgm:presLayoutVars>
      </dgm:prSet>
      <dgm:spPr/>
    </dgm:pt>
    <dgm:pt modelId="{098A18DD-0E20-4F5D-AFF9-29BA05637646}" type="pres">
      <dgm:prSet presAssocID="{43BBD3E8-CC38-4CCB-A45A-1FE86FA6383E}" presName="diamond" presStyleLbl="bgShp" presStyleIdx="0" presStyleCnt="1"/>
      <dgm:spPr/>
    </dgm:pt>
    <dgm:pt modelId="{C410A9F0-D6A8-4C0E-9861-F7EC588AA1F6}" type="pres">
      <dgm:prSet presAssocID="{43BBD3E8-CC38-4CCB-A45A-1FE86FA6383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17076C2-B80A-44C3-BC5A-3AB0D08F96B4}" type="pres">
      <dgm:prSet presAssocID="{43BBD3E8-CC38-4CCB-A45A-1FE86FA6383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85FF4A-F474-477F-98E8-51905381D386}" type="pres">
      <dgm:prSet presAssocID="{43BBD3E8-CC38-4CCB-A45A-1FE86FA6383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9B0FD51-C76A-471D-B080-10D4C75D90ED}" type="pres">
      <dgm:prSet presAssocID="{43BBD3E8-CC38-4CCB-A45A-1FE86FA6383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39EBD1F-D215-458C-ABAA-2BD6E058A3E9}" type="presOf" srcId="{41A39A8D-6667-40C7-A16E-5D1563D4C074}" destId="{EC85FF4A-F474-477F-98E8-51905381D386}" srcOrd="0" destOrd="0" presId="urn:microsoft.com/office/officeart/2005/8/layout/matrix3"/>
    <dgm:cxn modelId="{3AE57525-7BDC-4867-A477-79DF3B401697}" srcId="{43BBD3E8-CC38-4CCB-A45A-1FE86FA6383E}" destId="{33B3F53F-0895-4585-B608-62AA3323FA9E}" srcOrd="1" destOrd="0" parTransId="{DF995C20-C693-43C4-8B3B-F489DF6933A8}" sibTransId="{93B18276-0C67-4CB3-A379-63DDC05B3D6F}"/>
    <dgm:cxn modelId="{B194A827-5D8A-40DD-81A2-6F6F2EF2D769}" type="presOf" srcId="{33B3F53F-0895-4585-B608-62AA3323FA9E}" destId="{917076C2-B80A-44C3-BC5A-3AB0D08F96B4}" srcOrd="0" destOrd="0" presId="urn:microsoft.com/office/officeart/2005/8/layout/matrix3"/>
    <dgm:cxn modelId="{0D22BC41-A8D8-4581-937E-1E8600BB0C2E}" type="presOf" srcId="{1D3032F9-BA11-49E3-84F0-752D3EFF06BA}" destId="{A9B0FD51-C76A-471D-B080-10D4C75D90ED}" srcOrd="0" destOrd="0" presId="urn:microsoft.com/office/officeart/2005/8/layout/matrix3"/>
    <dgm:cxn modelId="{A4880572-F372-40D2-8F9D-B91D49B2135C}" srcId="{43BBD3E8-CC38-4CCB-A45A-1FE86FA6383E}" destId="{41A39A8D-6667-40C7-A16E-5D1563D4C074}" srcOrd="2" destOrd="0" parTransId="{F7F34A89-06F4-4B7C-9D62-32B1344754FD}" sibTransId="{29AA69E3-6A62-47FE-BCA7-F334F109CBD3}"/>
    <dgm:cxn modelId="{43B6BA8A-87EC-44D7-AEFC-FB839DEFFD09}" type="presOf" srcId="{43BBD3E8-CC38-4CCB-A45A-1FE86FA6383E}" destId="{AD235AFD-A9D4-4018-AEB9-BAE947F01C9D}" srcOrd="0" destOrd="0" presId="urn:microsoft.com/office/officeart/2005/8/layout/matrix3"/>
    <dgm:cxn modelId="{F840CE8E-DB0B-4704-AB81-A61E355C3A9B}" type="presOf" srcId="{3A40054C-4C8C-4453-A654-3F523B17209E}" destId="{C410A9F0-D6A8-4C0E-9861-F7EC588AA1F6}" srcOrd="0" destOrd="0" presId="urn:microsoft.com/office/officeart/2005/8/layout/matrix3"/>
    <dgm:cxn modelId="{425F9591-7E1B-409B-AD36-AE8942CD7A4B}" srcId="{43BBD3E8-CC38-4CCB-A45A-1FE86FA6383E}" destId="{3A40054C-4C8C-4453-A654-3F523B17209E}" srcOrd="0" destOrd="0" parTransId="{372F4734-8FCB-43EA-A512-275288F5E99D}" sibTransId="{0774CEE4-5C9E-40E5-BF93-64341901935F}"/>
    <dgm:cxn modelId="{564D37B4-2B82-451B-BE33-37349E61C705}" srcId="{43BBD3E8-CC38-4CCB-A45A-1FE86FA6383E}" destId="{1D3032F9-BA11-49E3-84F0-752D3EFF06BA}" srcOrd="3" destOrd="0" parTransId="{F2842DC3-66C7-4B9B-99BE-844D6FAAE656}" sibTransId="{E9A78EE2-6E1D-41B8-B3E8-F4B5B1DEDB38}"/>
    <dgm:cxn modelId="{9058DAA7-99D1-47EC-8368-438CC134BA22}" type="presParOf" srcId="{AD235AFD-A9D4-4018-AEB9-BAE947F01C9D}" destId="{098A18DD-0E20-4F5D-AFF9-29BA05637646}" srcOrd="0" destOrd="0" presId="urn:microsoft.com/office/officeart/2005/8/layout/matrix3"/>
    <dgm:cxn modelId="{2687F35A-032A-4F98-B000-CD6C206A0F09}" type="presParOf" srcId="{AD235AFD-A9D4-4018-AEB9-BAE947F01C9D}" destId="{C410A9F0-D6A8-4C0E-9861-F7EC588AA1F6}" srcOrd="1" destOrd="0" presId="urn:microsoft.com/office/officeart/2005/8/layout/matrix3"/>
    <dgm:cxn modelId="{CAE3F120-5BC6-4D31-84BD-A4EFA42D430C}" type="presParOf" srcId="{AD235AFD-A9D4-4018-AEB9-BAE947F01C9D}" destId="{917076C2-B80A-44C3-BC5A-3AB0D08F96B4}" srcOrd="2" destOrd="0" presId="urn:microsoft.com/office/officeart/2005/8/layout/matrix3"/>
    <dgm:cxn modelId="{D6D44AC3-40B3-422E-B3F2-F8E06D94A2F0}" type="presParOf" srcId="{AD235AFD-A9D4-4018-AEB9-BAE947F01C9D}" destId="{EC85FF4A-F474-477F-98E8-51905381D386}" srcOrd="3" destOrd="0" presId="urn:microsoft.com/office/officeart/2005/8/layout/matrix3"/>
    <dgm:cxn modelId="{3A55BF56-7448-48FC-9178-C6434BDA1065}" type="presParOf" srcId="{AD235AFD-A9D4-4018-AEB9-BAE947F01C9D}" destId="{A9B0FD51-C76A-471D-B080-10D4C75D90E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DB4DAFDF-DCCD-4365-8745-5FF83C29617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0679E53-D10A-4F7B-B3E5-38B2DA87CAEB}">
      <dgm:prSet/>
      <dgm:spPr/>
      <dgm:t>
        <a:bodyPr/>
        <a:lstStyle/>
        <a:p>
          <a:r>
            <a:rPr lang="uk-UA" b="0" i="0" dirty="0"/>
            <a:t>походами козацького війська проти Молдавії.</a:t>
          </a:r>
          <a:endParaRPr lang="uk-UA" dirty="0"/>
        </a:p>
      </dgm:t>
    </dgm:pt>
    <dgm:pt modelId="{7C917C6D-1501-4813-A240-404684868FB9}" type="parTrans" cxnId="{A0721EEE-342B-4E87-A971-A61D0BF87A35}">
      <dgm:prSet/>
      <dgm:spPr/>
      <dgm:t>
        <a:bodyPr/>
        <a:lstStyle/>
        <a:p>
          <a:endParaRPr lang="uk-UA"/>
        </a:p>
      </dgm:t>
    </dgm:pt>
    <dgm:pt modelId="{A3A1DEC2-54AA-4D57-BF54-5C79C07A20F0}" type="sibTrans" cxnId="{A0721EEE-342B-4E87-A971-A61D0BF87A35}">
      <dgm:prSet/>
      <dgm:spPr/>
      <dgm:t>
        <a:bodyPr/>
        <a:lstStyle/>
        <a:p>
          <a:endParaRPr lang="uk-UA"/>
        </a:p>
      </dgm:t>
    </dgm:pt>
    <dgm:pt modelId="{944D2D2E-FC3B-459B-AF70-A1695CA31884}">
      <dgm:prSet/>
      <dgm:spPr/>
      <dgm:t>
        <a:bodyPr/>
        <a:lstStyle/>
        <a:p>
          <a:r>
            <a:rPr lang="uk-UA" b="0" i="0" dirty="0"/>
            <a:t>підписанням союзницьких угод із Трансільванією та Швецією.</a:t>
          </a:r>
          <a:endParaRPr lang="uk-UA" dirty="0"/>
        </a:p>
      </dgm:t>
    </dgm:pt>
    <dgm:pt modelId="{48B8B689-7372-4F7D-A149-B688692B6E8C}" type="parTrans" cxnId="{99D626E6-5722-4048-BA0A-E9341A524B48}">
      <dgm:prSet/>
      <dgm:spPr/>
      <dgm:t>
        <a:bodyPr/>
        <a:lstStyle/>
        <a:p>
          <a:endParaRPr lang="uk-UA"/>
        </a:p>
      </dgm:t>
    </dgm:pt>
    <dgm:pt modelId="{D6CA3A6D-43CC-488A-8FE4-580762D80644}" type="sibTrans" cxnId="{99D626E6-5722-4048-BA0A-E9341A524B48}">
      <dgm:prSet/>
      <dgm:spPr/>
      <dgm:t>
        <a:bodyPr/>
        <a:lstStyle/>
        <a:p>
          <a:endParaRPr lang="uk-UA"/>
        </a:p>
      </dgm:t>
    </dgm:pt>
    <dgm:pt modelId="{55AD3B34-8008-4153-844D-89DD2BE2F80F}">
      <dgm:prSet/>
      <dgm:spPr/>
      <dgm:t>
        <a:bodyPr/>
        <a:lstStyle/>
        <a:p>
          <a:r>
            <a:rPr lang="uk-UA" b="0" i="0"/>
            <a:t>переобранням гетьмана на Генеральних військових радах.</a:t>
          </a:r>
          <a:endParaRPr lang="uk-UA"/>
        </a:p>
      </dgm:t>
    </dgm:pt>
    <dgm:pt modelId="{7AFE5098-6C3D-4477-86A2-691A4B8D5581}" type="parTrans" cxnId="{327B0DEA-8FE7-4697-857C-F6CB159DDD1A}">
      <dgm:prSet/>
      <dgm:spPr/>
      <dgm:t>
        <a:bodyPr/>
        <a:lstStyle/>
        <a:p>
          <a:endParaRPr lang="uk-UA"/>
        </a:p>
      </dgm:t>
    </dgm:pt>
    <dgm:pt modelId="{3B290902-AD33-4B7D-8555-AE0076C33911}" type="sibTrans" cxnId="{327B0DEA-8FE7-4697-857C-F6CB159DDD1A}">
      <dgm:prSet/>
      <dgm:spPr/>
      <dgm:t>
        <a:bodyPr/>
        <a:lstStyle/>
        <a:p>
          <a:endParaRPr lang="uk-UA"/>
        </a:p>
      </dgm:t>
    </dgm:pt>
    <dgm:pt modelId="{1538284C-23BF-4D1A-A90B-D5B092B12C71}">
      <dgm:prSet/>
      <dgm:spPr/>
      <dgm:t>
        <a:bodyPr/>
        <a:lstStyle/>
        <a:p>
          <a:r>
            <a:rPr lang="uk-UA" b="0" i="0" dirty="0"/>
            <a:t>укладенням українсько-польських мирних угод.</a:t>
          </a:r>
          <a:endParaRPr lang="uk-UA" dirty="0"/>
        </a:p>
      </dgm:t>
    </dgm:pt>
    <dgm:pt modelId="{F704E146-069F-4DE8-94F1-0CE29F7D83E7}" type="parTrans" cxnId="{A3C6B1D1-84B6-4673-8DC0-CCF3670DD9EC}">
      <dgm:prSet/>
      <dgm:spPr/>
      <dgm:t>
        <a:bodyPr/>
        <a:lstStyle/>
        <a:p>
          <a:endParaRPr lang="uk-UA"/>
        </a:p>
      </dgm:t>
    </dgm:pt>
    <dgm:pt modelId="{90599A39-F410-4783-9A71-81EB5917CCC4}" type="sibTrans" cxnId="{A3C6B1D1-84B6-4673-8DC0-CCF3670DD9EC}">
      <dgm:prSet/>
      <dgm:spPr/>
      <dgm:t>
        <a:bodyPr/>
        <a:lstStyle/>
        <a:p>
          <a:endParaRPr lang="uk-UA"/>
        </a:p>
      </dgm:t>
    </dgm:pt>
    <dgm:pt modelId="{4FF9F1BC-9966-4012-A729-469457908636}" type="pres">
      <dgm:prSet presAssocID="{DB4DAFDF-DCCD-4365-8745-5FF83C29617F}" presName="linearFlow" presStyleCnt="0">
        <dgm:presLayoutVars>
          <dgm:dir/>
          <dgm:resizeHandles val="exact"/>
        </dgm:presLayoutVars>
      </dgm:prSet>
      <dgm:spPr/>
    </dgm:pt>
    <dgm:pt modelId="{9627C247-3F0A-4CC9-B2F3-63C4EA4DE9FC}" type="pres">
      <dgm:prSet presAssocID="{00679E53-D10A-4F7B-B3E5-38B2DA87CAEB}" presName="composite" presStyleCnt="0"/>
      <dgm:spPr/>
    </dgm:pt>
    <dgm:pt modelId="{C908F6D7-BFC4-448B-AA32-ADDE08C9E3B7}" type="pres">
      <dgm:prSet presAssocID="{00679E53-D10A-4F7B-B3E5-38B2DA87CAEB}" presName="imgShp" presStyleLbl="fgImgPlace1" presStyleIdx="0" presStyleCnt="4"/>
      <dgm:spPr/>
    </dgm:pt>
    <dgm:pt modelId="{E63A9568-FC4F-4C11-AFC3-EBDFF2280B2F}" type="pres">
      <dgm:prSet presAssocID="{00679E53-D10A-4F7B-B3E5-38B2DA87CAEB}" presName="txShp" presStyleLbl="node1" presStyleIdx="0" presStyleCnt="4">
        <dgm:presLayoutVars>
          <dgm:bulletEnabled val="1"/>
        </dgm:presLayoutVars>
      </dgm:prSet>
      <dgm:spPr/>
    </dgm:pt>
    <dgm:pt modelId="{4A3AD03E-699C-41A0-8934-315DEE6E26C9}" type="pres">
      <dgm:prSet presAssocID="{A3A1DEC2-54AA-4D57-BF54-5C79C07A20F0}" presName="spacing" presStyleCnt="0"/>
      <dgm:spPr/>
    </dgm:pt>
    <dgm:pt modelId="{C4AC6DD1-25AD-48CD-A67A-B2A8DD3E2F37}" type="pres">
      <dgm:prSet presAssocID="{944D2D2E-FC3B-459B-AF70-A1695CA31884}" presName="composite" presStyleCnt="0"/>
      <dgm:spPr/>
    </dgm:pt>
    <dgm:pt modelId="{53C48008-D100-4673-9B55-3DC0FD2D3A97}" type="pres">
      <dgm:prSet presAssocID="{944D2D2E-FC3B-459B-AF70-A1695CA31884}" presName="imgShp" presStyleLbl="fgImgPlace1" presStyleIdx="1" presStyleCnt="4"/>
      <dgm:spPr/>
    </dgm:pt>
    <dgm:pt modelId="{930413D9-009C-4075-8E61-60662F8D7CD1}" type="pres">
      <dgm:prSet presAssocID="{944D2D2E-FC3B-459B-AF70-A1695CA31884}" presName="txShp" presStyleLbl="node1" presStyleIdx="1" presStyleCnt="4">
        <dgm:presLayoutVars>
          <dgm:bulletEnabled val="1"/>
        </dgm:presLayoutVars>
      </dgm:prSet>
      <dgm:spPr/>
    </dgm:pt>
    <dgm:pt modelId="{16907E8F-D57E-44AF-A90F-51F5D6EA61BA}" type="pres">
      <dgm:prSet presAssocID="{D6CA3A6D-43CC-488A-8FE4-580762D80644}" presName="spacing" presStyleCnt="0"/>
      <dgm:spPr/>
    </dgm:pt>
    <dgm:pt modelId="{8D909FE7-BCCB-49B1-BA5A-03BB5E7F8DAB}" type="pres">
      <dgm:prSet presAssocID="{55AD3B34-8008-4153-844D-89DD2BE2F80F}" presName="composite" presStyleCnt="0"/>
      <dgm:spPr/>
    </dgm:pt>
    <dgm:pt modelId="{C57BD9EC-847C-4B5D-8175-0CB046827F56}" type="pres">
      <dgm:prSet presAssocID="{55AD3B34-8008-4153-844D-89DD2BE2F80F}" presName="imgShp" presStyleLbl="fgImgPlace1" presStyleIdx="2" presStyleCnt="4"/>
      <dgm:spPr/>
    </dgm:pt>
    <dgm:pt modelId="{BB92BCF9-0124-4281-8B6C-ACA1EA18A6C3}" type="pres">
      <dgm:prSet presAssocID="{55AD3B34-8008-4153-844D-89DD2BE2F80F}" presName="txShp" presStyleLbl="node1" presStyleIdx="2" presStyleCnt="4">
        <dgm:presLayoutVars>
          <dgm:bulletEnabled val="1"/>
        </dgm:presLayoutVars>
      </dgm:prSet>
      <dgm:spPr/>
    </dgm:pt>
    <dgm:pt modelId="{56A1BC25-2DC9-43D6-9D32-74A916C1734D}" type="pres">
      <dgm:prSet presAssocID="{3B290902-AD33-4B7D-8555-AE0076C33911}" presName="spacing" presStyleCnt="0"/>
      <dgm:spPr/>
    </dgm:pt>
    <dgm:pt modelId="{0414FA22-B015-44C2-BB94-28697AFA9ABE}" type="pres">
      <dgm:prSet presAssocID="{1538284C-23BF-4D1A-A90B-D5B092B12C71}" presName="composite" presStyleCnt="0"/>
      <dgm:spPr/>
    </dgm:pt>
    <dgm:pt modelId="{CF205F19-C2A5-43F4-B33C-E69EE593BA56}" type="pres">
      <dgm:prSet presAssocID="{1538284C-23BF-4D1A-A90B-D5B092B12C71}" presName="imgShp" presStyleLbl="fgImgPlace1" presStyleIdx="3" presStyleCnt="4"/>
      <dgm:spPr/>
    </dgm:pt>
    <dgm:pt modelId="{46486F8A-E396-4AE1-B5EA-4ABBCD8F4663}" type="pres">
      <dgm:prSet presAssocID="{1538284C-23BF-4D1A-A90B-D5B092B12C7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A96EF0D-EEEC-4454-89B0-3D05B72AF33B}" type="presOf" srcId="{00679E53-D10A-4F7B-B3E5-38B2DA87CAEB}" destId="{E63A9568-FC4F-4C11-AFC3-EBDFF2280B2F}" srcOrd="0" destOrd="0" presId="urn:microsoft.com/office/officeart/2005/8/layout/vList3"/>
    <dgm:cxn modelId="{F5914D1D-6B60-4FC4-BE27-FBCA442271FC}" type="presOf" srcId="{1538284C-23BF-4D1A-A90B-D5B092B12C71}" destId="{46486F8A-E396-4AE1-B5EA-4ABBCD8F4663}" srcOrd="0" destOrd="0" presId="urn:microsoft.com/office/officeart/2005/8/layout/vList3"/>
    <dgm:cxn modelId="{B4BED332-13B2-44B4-A673-10DAC9CBB8CD}" type="presOf" srcId="{DB4DAFDF-DCCD-4365-8745-5FF83C29617F}" destId="{4FF9F1BC-9966-4012-A729-469457908636}" srcOrd="0" destOrd="0" presId="urn:microsoft.com/office/officeart/2005/8/layout/vList3"/>
    <dgm:cxn modelId="{3FAEC568-349F-418A-B8A5-6FED04C5A0B0}" type="presOf" srcId="{55AD3B34-8008-4153-844D-89DD2BE2F80F}" destId="{BB92BCF9-0124-4281-8B6C-ACA1EA18A6C3}" srcOrd="0" destOrd="0" presId="urn:microsoft.com/office/officeart/2005/8/layout/vList3"/>
    <dgm:cxn modelId="{86865D7F-2BE2-4F42-B3C0-9F5D788AC662}" type="presOf" srcId="{944D2D2E-FC3B-459B-AF70-A1695CA31884}" destId="{930413D9-009C-4075-8E61-60662F8D7CD1}" srcOrd="0" destOrd="0" presId="urn:microsoft.com/office/officeart/2005/8/layout/vList3"/>
    <dgm:cxn modelId="{A3C6B1D1-84B6-4673-8DC0-CCF3670DD9EC}" srcId="{DB4DAFDF-DCCD-4365-8745-5FF83C29617F}" destId="{1538284C-23BF-4D1A-A90B-D5B092B12C71}" srcOrd="3" destOrd="0" parTransId="{F704E146-069F-4DE8-94F1-0CE29F7D83E7}" sibTransId="{90599A39-F410-4783-9A71-81EB5917CCC4}"/>
    <dgm:cxn modelId="{99D626E6-5722-4048-BA0A-E9341A524B48}" srcId="{DB4DAFDF-DCCD-4365-8745-5FF83C29617F}" destId="{944D2D2E-FC3B-459B-AF70-A1695CA31884}" srcOrd="1" destOrd="0" parTransId="{48B8B689-7372-4F7D-A149-B688692B6E8C}" sibTransId="{D6CA3A6D-43CC-488A-8FE4-580762D80644}"/>
    <dgm:cxn modelId="{327B0DEA-8FE7-4697-857C-F6CB159DDD1A}" srcId="{DB4DAFDF-DCCD-4365-8745-5FF83C29617F}" destId="{55AD3B34-8008-4153-844D-89DD2BE2F80F}" srcOrd="2" destOrd="0" parTransId="{7AFE5098-6C3D-4477-86A2-691A4B8D5581}" sibTransId="{3B290902-AD33-4B7D-8555-AE0076C33911}"/>
    <dgm:cxn modelId="{A0721EEE-342B-4E87-A971-A61D0BF87A35}" srcId="{DB4DAFDF-DCCD-4365-8745-5FF83C29617F}" destId="{00679E53-D10A-4F7B-B3E5-38B2DA87CAEB}" srcOrd="0" destOrd="0" parTransId="{7C917C6D-1501-4813-A240-404684868FB9}" sibTransId="{A3A1DEC2-54AA-4D57-BF54-5C79C07A20F0}"/>
    <dgm:cxn modelId="{D7DE6971-17FB-42DC-B417-CCA9FD78D484}" type="presParOf" srcId="{4FF9F1BC-9966-4012-A729-469457908636}" destId="{9627C247-3F0A-4CC9-B2F3-63C4EA4DE9FC}" srcOrd="0" destOrd="0" presId="urn:microsoft.com/office/officeart/2005/8/layout/vList3"/>
    <dgm:cxn modelId="{4EA2E274-D2F7-44C3-AA7A-653928982A44}" type="presParOf" srcId="{9627C247-3F0A-4CC9-B2F3-63C4EA4DE9FC}" destId="{C908F6D7-BFC4-448B-AA32-ADDE08C9E3B7}" srcOrd="0" destOrd="0" presId="urn:microsoft.com/office/officeart/2005/8/layout/vList3"/>
    <dgm:cxn modelId="{2766F46D-044E-4ADC-BFDF-4D96EADD406B}" type="presParOf" srcId="{9627C247-3F0A-4CC9-B2F3-63C4EA4DE9FC}" destId="{E63A9568-FC4F-4C11-AFC3-EBDFF2280B2F}" srcOrd="1" destOrd="0" presId="urn:microsoft.com/office/officeart/2005/8/layout/vList3"/>
    <dgm:cxn modelId="{19572165-30BF-4A00-97EE-AEAFFDD4452C}" type="presParOf" srcId="{4FF9F1BC-9966-4012-A729-469457908636}" destId="{4A3AD03E-699C-41A0-8934-315DEE6E26C9}" srcOrd="1" destOrd="0" presId="urn:microsoft.com/office/officeart/2005/8/layout/vList3"/>
    <dgm:cxn modelId="{2FA545F8-86F4-4A4E-BE6F-1402455EFA35}" type="presParOf" srcId="{4FF9F1BC-9966-4012-A729-469457908636}" destId="{C4AC6DD1-25AD-48CD-A67A-B2A8DD3E2F37}" srcOrd="2" destOrd="0" presId="urn:microsoft.com/office/officeart/2005/8/layout/vList3"/>
    <dgm:cxn modelId="{9476AC8B-0FC6-4F79-BFB6-D8CDFA80458F}" type="presParOf" srcId="{C4AC6DD1-25AD-48CD-A67A-B2A8DD3E2F37}" destId="{53C48008-D100-4673-9B55-3DC0FD2D3A97}" srcOrd="0" destOrd="0" presId="urn:microsoft.com/office/officeart/2005/8/layout/vList3"/>
    <dgm:cxn modelId="{150E36DB-269F-4EFB-B676-637D87497446}" type="presParOf" srcId="{C4AC6DD1-25AD-48CD-A67A-B2A8DD3E2F37}" destId="{930413D9-009C-4075-8E61-60662F8D7CD1}" srcOrd="1" destOrd="0" presId="urn:microsoft.com/office/officeart/2005/8/layout/vList3"/>
    <dgm:cxn modelId="{80504069-4F77-4D66-B69A-0C39F21BC15A}" type="presParOf" srcId="{4FF9F1BC-9966-4012-A729-469457908636}" destId="{16907E8F-D57E-44AF-A90F-51F5D6EA61BA}" srcOrd="3" destOrd="0" presId="urn:microsoft.com/office/officeart/2005/8/layout/vList3"/>
    <dgm:cxn modelId="{2BF4DA00-06A7-4827-8F28-B9F26211E578}" type="presParOf" srcId="{4FF9F1BC-9966-4012-A729-469457908636}" destId="{8D909FE7-BCCB-49B1-BA5A-03BB5E7F8DAB}" srcOrd="4" destOrd="0" presId="urn:microsoft.com/office/officeart/2005/8/layout/vList3"/>
    <dgm:cxn modelId="{C2C94ADC-1803-47FA-8C03-09C0562BDA59}" type="presParOf" srcId="{8D909FE7-BCCB-49B1-BA5A-03BB5E7F8DAB}" destId="{C57BD9EC-847C-4B5D-8175-0CB046827F56}" srcOrd="0" destOrd="0" presId="urn:microsoft.com/office/officeart/2005/8/layout/vList3"/>
    <dgm:cxn modelId="{B239952D-BA8B-4D03-81C0-5B86202D1ED5}" type="presParOf" srcId="{8D909FE7-BCCB-49B1-BA5A-03BB5E7F8DAB}" destId="{BB92BCF9-0124-4281-8B6C-ACA1EA18A6C3}" srcOrd="1" destOrd="0" presId="urn:microsoft.com/office/officeart/2005/8/layout/vList3"/>
    <dgm:cxn modelId="{11B631EA-223B-4C39-80C3-4E8CC158DF85}" type="presParOf" srcId="{4FF9F1BC-9966-4012-A729-469457908636}" destId="{56A1BC25-2DC9-43D6-9D32-74A916C1734D}" srcOrd="5" destOrd="0" presId="urn:microsoft.com/office/officeart/2005/8/layout/vList3"/>
    <dgm:cxn modelId="{44C6AC8F-9A4E-4CC0-AD65-50CC019A736B}" type="presParOf" srcId="{4FF9F1BC-9966-4012-A729-469457908636}" destId="{0414FA22-B015-44C2-BB94-28697AFA9ABE}" srcOrd="6" destOrd="0" presId="urn:microsoft.com/office/officeart/2005/8/layout/vList3"/>
    <dgm:cxn modelId="{FB42BACE-21E4-443F-9FD5-A575215F0DF5}" type="presParOf" srcId="{0414FA22-B015-44C2-BB94-28697AFA9ABE}" destId="{CF205F19-C2A5-43F4-B33C-E69EE593BA56}" srcOrd="0" destOrd="0" presId="urn:microsoft.com/office/officeart/2005/8/layout/vList3"/>
    <dgm:cxn modelId="{19FC537D-2672-4DE6-B606-BCDF541FCAD4}" type="presParOf" srcId="{0414FA22-B015-44C2-BB94-28697AFA9ABE}" destId="{46486F8A-E396-4AE1-B5EA-4ABBCD8F466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EB2FBD58-CFE8-40C6-971D-CACC0F7767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1DD080-5D0A-468E-B4AF-DE03176D0DA4}">
      <dgm:prSet/>
      <dgm:spPr/>
      <dgm:t>
        <a:bodyPr/>
        <a:lstStyle/>
        <a:p>
          <a:r>
            <a:rPr lang="ru-RU" b="0" i="0" dirty="0"/>
            <a:t>за </a:t>
          </a:r>
          <a:r>
            <a:rPr lang="ru-RU" b="0" i="0" dirty="0" err="1"/>
            <a:t>умовами</a:t>
          </a:r>
          <a:r>
            <a:rPr lang="ru-RU" b="0" i="0" dirty="0"/>
            <a:t> </a:t>
          </a:r>
          <a:r>
            <a:rPr lang="ru-RU" b="0" i="0" dirty="0" err="1"/>
            <a:t>Зборівського</a:t>
          </a:r>
          <a:r>
            <a:rPr lang="ru-RU" b="0" i="0" dirty="0"/>
            <a:t> договору 1649 р., а також </a:t>
          </a:r>
          <a:r>
            <a:rPr lang="ru-RU" b="0" i="0" dirty="0" err="1"/>
            <a:t>землі</a:t>
          </a:r>
          <a:r>
            <a:rPr lang="ru-RU" b="0" i="0" dirty="0"/>
            <a:t>, </a:t>
          </a:r>
          <a:r>
            <a:rPr lang="ru-RU" b="0" i="0" dirty="0" err="1"/>
            <a:t>втрачені</a:t>
          </a:r>
          <a:r>
            <a:rPr lang="ru-RU" b="0" i="0" dirty="0"/>
            <a:t> за </a:t>
          </a:r>
          <a:r>
            <a:rPr lang="ru-RU" b="0" i="0" dirty="0" err="1"/>
            <a:t>умовами</a:t>
          </a:r>
          <a:r>
            <a:rPr lang="ru-RU" b="0" i="0" dirty="0"/>
            <a:t> </a:t>
          </a:r>
          <a:r>
            <a:rPr lang="ru-RU" b="0" i="0" dirty="0" err="1"/>
            <a:t>Білоцерківського</a:t>
          </a:r>
          <a:r>
            <a:rPr lang="ru-RU" b="0" i="0" dirty="0"/>
            <a:t> договору 1651 р.</a:t>
          </a:r>
          <a:endParaRPr lang="uk-UA" dirty="0"/>
        </a:p>
      </dgm:t>
    </dgm:pt>
    <dgm:pt modelId="{CEB187D8-4569-4A6D-87B9-2B05BDEC171E}" type="parTrans" cxnId="{37DB3985-4B8C-404E-B5BD-787DD824718A}">
      <dgm:prSet/>
      <dgm:spPr/>
      <dgm:t>
        <a:bodyPr/>
        <a:lstStyle/>
        <a:p>
          <a:endParaRPr lang="uk-UA"/>
        </a:p>
      </dgm:t>
    </dgm:pt>
    <dgm:pt modelId="{4CAA233C-03FC-43DB-B777-10E50202E986}" type="sibTrans" cxnId="{37DB3985-4B8C-404E-B5BD-787DD824718A}">
      <dgm:prSet/>
      <dgm:spPr/>
      <dgm:t>
        <a:bodyPr/>
        <a:lstStyle/>
        <a:p>
          <a:endParaRPr lang="uk-UA"/>
        </a:p>
      </dgm:t>
    </dgm:pt>
    <dgm:pt modelId="{C16D4008-C34C-4A22-ABE5-915525F0AEFC}">
      <dgm:prSet/>
      <dgm:spPr/>
      <dgm:t>
        <a:bodyPr/>
        <a:lstStyle/>
        <a:p>
          <a:r>
            <a:rPr lang="ru-RU" b="0" i="0" dirty="0"/>
            <a:t>на час </a:t>
          </a:r>
          <a:r>
            <a:rPr lang="ru-RU" b="0" i="0" dirty="0" err="1"/>
            <a:t>укладення</a:t>
          </a:r>
          <a:r>
            <a:rPr lang="ru-RU" b="0" i="0" dirty="0"/>
            <a:t> </a:t>
          </a:r>
          <a:r>
            <a:rPr lang="ru-RU" b="0" i="0" dirty="0" err="1"/>
            <a:t>українсько-російського</a:t>
          </a:r>
          <a:r>
            <a:rPr lang="ru-RU" b="0" i="0" dirty="0"/>
            <a:t> договору 1654 р. та </a:t>
          </a:r>
          <a:r>
            <a:rPr lang="ru-RU" b="0" i="0" dirty="0" err="1"/>
            <a:t>сусідні</a:t>
          </a:r>
          <a:r>
            <a:rPr lang="ru-RU" b="0" i="0" dirty="0"/>
            <a:t> </a:t>
          </a:r>
          <a:r>
            <a:rPr lang="ru-RU" b="0" i="0" dirty="0" err="1"/>
            <a:t>землі</a:t>
          </a:r>
          <a:r>
            <a:rPr lang="ru-RU" b="0" i="0" dirty="0"/>
            <a:t>, </a:t>
          </a:r>
          <a:r>
            <a:rPr lang="ru-RU" b="0" i="0" dirty="0" err="1"/>
            <a:t>контрольовані</a:t>
          </a:r>
          <a:r>
            <a:rPr lang="ru-RU" b="0" i="0" dirty="0"/>
            <a:t> </a:t>
          </a:r>
          <a:r>
            <a:rPr lang="ru-RU" b="0" i="0" dirty="0" err="1"/>
            <a:t>Військом</a:t>
          </a:r>
          <a:r>
            <a:rPr lang="ru-RU" b="0" i="0" dirty="0"/>
            <a:t> </a:t>
          </a:r>
          <a:r>
            <a:rPr lang="ru-RU" b="0" i="0" dirty="0" err="1"/>
            <a:t>Запорозьким</a:t>
          </a:r>
          <a:r>
            <a:rPr lang="ru-RU" b="0" i="0" dirty="0"/>
            <a:t> у 1654–1657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30699A4E-4A61-4880-BE8F-DBCEF1433B35}" type="parTrans" cxnId="{94E60239-0199-4641-9D59-71424126B37D}">
      <dgm:prSet/>
      <dgm:spPr/>
      <dgm:t>
        <a:bodyPr/>
        <a:lstStyle/>
        <a:p>
          <a:endParaRPr lang="uk-UA"/>
        </a:p>
      </dgm:t>
    </dgm:pt>
    <dgm:pt modelId="{83BA5466-3F7C-490E-9DB3-DD3CB86E20B2}" type="sibTrans" cxnId="{94E60239-0199-4641-9D59-71424126B37D}">
      <dgm:prSet/>
      <dgm:spPr/>
      <dgm:t>
        <a:bodyPr/>
        <a:lstStyle/>
        <a:p>
          <a:endParaRPr lang="uk-UA"/>
        </a:p>
      </dgm:t>
    </dgm:pt>
    <dgm:pt modelId="{494AFC28-C831-4977-A0C2-F1A724555231}">
      <dgm:prSet/>
      <dgm:spPr/>
      <dgm:t>
        <a:bodyPr/>
        <a:lstStyle/>
        <a:p>
          <a:r>
            <a:rPr lang="ru-RU" b="0" i="0" dirty="0"/>
            <a:t>на час </a:t>
          </a:r>
          <a:r>
            <a:rPr lang="ru-RU" b="0" i="0" dirty="0" err="1"/>
            <a:t>укладення</a:t>
          </a:r>
          <a:r>
            <a:rPr lang="ru-RU" b="0" i="0" dirty="0"/>
            <a:t> </a:t>
          </a:r>
          <a:r>
            <a:rPr lang="ru-RU" b="0" i="0" dirty="0" err="1"/>
            <a:t>Гадяцького</a:t>
          </a:r>
          <a:r>
            <a:rPr lang="ru-RU" b="0" i="0" dirty="0"/>
            <a:t> договору 1658 р. та </a:t>
          </a:r>
          <a:r>
            <a:rPr lang="ru-RU" b="0" i="0" dirty="0" err="1"/>
            <a:t>землі</a:t>
          </a:r>
          <a:r>
            <a:rPr lang="ru-RU" b="0" i="0" dirty="0"/>
            <a:t>, </a:t>
          </a:r>
          <a:r>
            <a:rPr lang="ru-RU" b="0" i="0" dirty="0" err="1"/>
            <a:t>що</a:t>
          </a:r>
          <a:r>
            <a:rPr lang="ru-RU" b="0" i="0" dirty="0"/>
            <a:t> були </a:t>
          </a:r>
          <a:r>
            <a:rPr lang="ru-RU" b="0" i="0" dirty="0" err="1"/>
            <a:t>включені</a:t>
          </a:r>
          <a:r>
            <a:rPr lang="ru-RU" b="0" i="0" dirty="0"/>
            <a:t> до складу Великого </a:t>
          </a:r>
          <a:r>
            <a:rPr lang="ru-RU" b="0" i="0" dirty="0" err="1"/>
            <a:t>князівства</a:t>
          </a:r>
          <a:r>
            <a:rPr lang="ru-RU" b="0" i="0" dirty="0"/>
            <a:t> Руського за </a:t>
          </a:r>
          <a:r>
            <a:rPr lang="ru-RU" b="0" i="0" dirty="0" err="1"/>
            <a:t>його</a:t>
          </a:r>
          <a:r>
            <a:rPr lang="ru-RU" b="0" i="0" dirty="0"/>
            <a:t> </a:t>
          </a:r>
          <a:r>
            <a:rPr lang="ru-RU" b="0" i="0" dirty="0" err="1"/>
            <a:t>умовами</a:t>
          </a:r>
          <a:r>
            <a:rPr lang="ru-RU" b="0" i="0" dirty="0"/>
            <a:t>.</a:t>
          </a:r>
          <a:endParaRPr lang="uk-UA" dirty="0"/>
        </a:p>
      </dgm:t>
    </dgm:pt>
    <dgm:pt modelId="{C23F27FB-0497-45DB-8CBB-BA6F59F56A51}" type="parTrans" cxnId="{19CFC8CB-E5F5-4E28-A140-382E648BDFDA}">
      <dgm:prSet/>
      <dgm:spPr/>
      <dgm:t>
        <a:bodyPr/>
        <a:lstStyle/>
        <a:p>
          <a:endParaRPr lang="uk-UA"/>
        </a:p>
      </dgm:t>
    </dgm:pt>
    <dgm:pt modelId="{F94D588A-8167-47FF-BCB4-C777248CB20C}" type="sibTrans" cxnId="{19CFC8CB-E5F5-4E28-A140-382E648BDFDA}">
      <dgm:prSet/>
      <dgm:spPr/>
      <dgm:t>
        <a:bodyPr/>
        <a:lstStyle/>
        <a:p>
          <a:endParaRPr lang="uk-UA"/>
        </a:p>
      </dgm:t>
    </dgm:pt>
    <dgm:pt modelId="{05F8A9E5-05B4-41E3-B574-DEFA486C1751}">
      <dgm:prSet/>
      <dgm:spPr/>
      <dgm:t>
        <a:bodyPr/>
        <a:lstStyle/>
        <a:p>
          <a:r>
            <a:rPr lang="ru-RU" b="0" i="0" dirty="0" err="1"/>
            <a:t>об’єднану</a:t>
          </a:r>
          <a:r>
            <a:rPr lang="ru-RU" b="0" i="0" dirty="0"/>
            <a:t> </a:t>
          </a:r>
          <a:r>
            <a:rPr lang="ru-RU" b="0" i="0" dirty="0" err="1"/>
            <a:t>гетьманом</a:t>
          </a:r>
          <a:r>
            <a:rPr lang="ru-RU" b="0" i="0" dirty="0"/>
            <a:t> П. Дорошенком у 1668 р., та </a:t>
          </a:r>
          <a:r>
            <a:rPr lang="ru-RU" b="0" i="0" dirty="0" err="1"/>
            <a:t>землі</a:t>
          </a:r>
          <a:r>
            <a:rPr lang="ru-RU" b="0" i="0" dirty="0"/>
            <a:t>, над </a:t>
          </a:r>
          <a:r>
            <a:rPr lang="ru-RU" b="0" i="0" dirty="0" err="1"/>
            <a:t>якими</a:t>
          </a:r>
          <a:r>
            <a:rPr lang="ru-RU" b="0" i="0" dirty="0"/>
            <a:t> в 1671 р. </a:t>
          </a:r>
          <a:r>
            <a:rPr lang="ru-RU" b="0" i="0" dirty="0" err="1"/>
            <a:t>Річ</a:t>
          </a:r>
          <a:r>
            <a:rPr lang="ru-RU" b="0" i="0" dirty="0"/>
            <a:t> Посполита </a:t>
          </a:r>
          <a:r>
            <a:rPr lang="ru-RU" b="0" i="0" dirty="0" err="1"/>
            <a:t>відновила</a:t>
          </a:r>
          <a:r>
            <a:rPr lang="ru-RU" b="0" i="0" dirty="0"/>
            <a:t> свою </a:t>
          </a:r>
          <a:r>
            <a:rPr lang="ru-RU" b="0" i="0" dirty="0" err="1"/>
            <a:t>владу</a:t>
          </a:r>
          <a:r>
            <a:rPr lang="ru-RU" b="0" i="0" dirty="0"/>
            <a:t>.</a:t>
          </a:r>
          <a:endParaRPr lang="uk-UA" dirty="0"/>
        </a:p>
      </dgm:t>
    </dgm:pt>
    <dgm:pt modelId="{8A68638C-6C4A-45A4-B98C-3C66775765B1}" type="parTrans" cxnId="{215CB03D-1BCB-44A6-AF6C-676F0DB15B99}">
      <dgm:prSet/>
      <dgm:spPr/>
      <dgm:t>
        <a:bodyPr/>
        <a:lstStyle/>
        <a:p>
          <a:endParaRPr lang="uk-UA"/>
        </a:p>
      </dgm:t>
    </dgm:pt>
    <dgm:pt modelId="{106C8A7F-F535-4C61-B41B-E07FD37052D9}" type="sibTrans" cxnId="{215CB03D-1BCB-44A6-AF6C-676F0DB15B99}">
      <dgm:prSet/>
      <dgm:spPr/>
      <dgm:t>
        <a:bodyPr/>
        <a:lstStyle/>
        <a:p>
          <a:endParaRPr lang="uk-UA"/>
        </a:p>
      </dgm:t>
    </dgm:pt>
    <dgm:pt modelId="{D27D5891-2D52-456A-9AC3-B01090EA3155}" type="pres">
      <dgm:prSet presAssocID="{EB2FBD58-CFE8-40C6-971D-CACC0F776780}" presName="linear" presStyleCnt="0">
        <dgm:presLayoutVars>
          <dgm:animLvl val="lvl"/>
          <dgm:resizeHandles val="exact"/>
        </dgm:presLayoutVars>
      </dgm:prSet>
      <dgm:spPr/>
    </dgm:pt>
    <dgm:pt modelId="{F095E0F2-8F53-4909-AE30-F20933759709}" type="pres">
      <dgm:prSet presAssocID="{321DD080-5D0A-468E-B4AF-DE03176D0D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D5C7253-C983-418D-B35A-E4BA133B580B}" type="pres">
      <dgm:prSet presAssocID="{4CAA233C-03FC-43DB-B777-10E50202E986}" presName="spacer" presStyleCnt="0"/>
      <dgm:spPr/>
    </dgm:pt>
    <dgm:pt modelId="{E49A5A33-A357-4F94-AFD4-5C4BFDAF77D0}" type="pres">
      <dgm:prSet presAssocID="{C16D4008-C34C-4A22-ABE5-915525F0AE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DE540C-5B15-4934-BDE6-A9603FD6492B}" type="pres">
      <dgm:prSet presAssocID="{83BA5466-3F7C-490E-9DB3-DD3CB86E20B2}" presName="spacer" presStyleCnt="0"/>
      <dgm:spPr/>
    </dgm:pt>
    <dgm:pt modelId="{2B768C0A-24FA-4C00-B967-9ED758A9B8DA}" type="pres">
      <dgm:prSet presAssocID="{494AFC28-C831-4977-A0C2-F1A7245552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EEFC00B-F98A-4A37-BFC7-920220D48777}" type="pres">
      <dgm:prSet presAssocID="{F94D588A-8167-47FF-BCB4-C777248CB20C}" presName="spacer" presStyleCnt="0"/>
      <dgm:spPr/>
    </dgm:pt>
    <dgm:pt modelId="{90944747-2ACE-4603-BD91-981C77D47AFF}" type="pres">
      <dgm:prSet presAssocID="{05F8A9E5-05B4-41E3-B574-DEFA486C175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6240114-33DC-471E-8B59-48105040F589}" type="presOf" srcId="{321DD080-5D0A-468E-B4AF-DE03176D0DA4}" destId="{F095E0F2-8F53-4909-AE30-F20933759709}" srcOrd="0" destOrd="0" presId="urn:microsoft.com/office/officeart/2005/8/layout/vList2"/>
    <dgm:cxn modelId="{94E60239-0199-4641-9D59-71424126B37D}" srcId="{EB2FBD58-CFE8-40C6-971D-CACC0F776780}" destId="{C16D4008-C34C-4A22-ABE5-915525F0AEFC}" srcOrd="1" destOrd="0" parTransId="{30699A4E-4A61-4880-BE8F-DBCEF1433B35}" sibTransId="{83BA5466-3F7C-490E-9DB3-DD3CB86E20B2}"/>
    <dgm:cxn modelId="{215CB03D-1BCB-44A6-AF6C-676F0DB15B99}" srcId="{EB2FBD58-CFE8-40C6-971D-CACC0F776780}" destId="{05F8A9E5-05B4-41E3-B574-DEFA486C1751}" srcOrd="3" destOrd="0" parTransId="{8A68638C-6C4A-45A4-B98C-3C66775765B1}" sibTransId="{106C8A7F-F535-4C61-B41B-E07FD37052D9}"/>
    <dgm:cxn modelId="{C7649D41-308A-41B1-85A8-39A144C48DC8}" type="presOf" srcId="{05F8A9E5-05B4-41E3-B574-DEFA486C1751}" destId="{90944747-2ACE-4603-BD91-981C77D47AFF}" srcOrd="0" destOrd="0" presId="urn:microsoft.com/office/officeart/2005/8/layout/vList2"/>
    <dgm:cxn modelId="{33FDE657-6657-4355-BE36-D5D5A9B96AB1}" type="presOf" srcId="{494AFC28-C831-4977-A0C2-F1A724555231}" destId="{2B768C0A-24FA-4C00-B967-9ED758A9B8DA}" srcOrd="0" destOrd="0" presId="urn:microsoft.com/office/officeart/2005/8/layout/vList2"/>
    <dgm:cxn modelId="{37DB3985-4B8C-404E-B5BD-787DD824718A}" srcId="{EB2FBD58-CFE8-40C6-971D-CACC0F776780}" destId="{321DD080-5D0A-468E-B4AF-DE03176D0DA4}" srcOrd="0" destOrd="0" parTransId="{CEB187D8-4569-4A6D-87B9-2B05BDEC171E}" sibTransId="{4CAA233C-03FC-43DB-B777-10E50202E986}"/>
    <dgm:cxn modelId="{19CFC8CB-E5F5-4E28-A140-382E648BDFDA}" srcId="{EB2FBD58-CFE8-40C6-971D-CACC0F776780}" destId="{494AFC28-C831-4977-A0C2-F1A724555231}" srcOrd="2" destOrd="0" parTransId="{C23F27FB-0497-45DB-8CBB-BA6F59F56A51}" sibTransId="{F94D588A-8167-47FF-BCB4-C777248CB20C}"/>
    <dgm:cxn modelId="{E8204BD4-9549-4DCE-BB81-5660285BB0DA}" type="presOf" srcId="{EB2FBD58-CFE8-40C6-971D-CACC0F776780}" destId="{D27D5891-2D52-456A-9AC3-B01090EA3155}" srcOrd="0" destOrd="0" presId="urn:microsoft.com/office/officeart/2005/8/layout/vList2"/>
    <dgm:cxn modelId="{6794C2EE-C8A7-4800-9A84-ED225B413172}" type="presOf" srcId="{C16D4008-C34C-4A22-ABE5-915525F0AEFC}" destId="{E49A5A33-A357-4F94-AFD4-5C4BFDAF77D0}" srcOrd="0" destOrd="0" presId="urn:microsoft.com/office/officeart/2005/8/layout/vList2"/>
    <dgm:cxn modelId="{EB232D75-C85F-4C38-8264-63F8DFB1ACDA}" type="presParOf" srcId="{D27D5891-2D52-456A-9AC3-B01090EA3155}" destId="{F095E0F2-8F53-4909-AE30-F20933759709}" srcOrd="0" destOrd="0" presId="urn:microsoft.com/office/officeart/2005/8/layout/vList2"/>
    <dgm:cxn modelId="{BC47D92A-6801-478E-8F35-77B091063F30}" type="presParOf" srcId="{D27D5891-2D52-456A-9AC3-B01090EA3155}" destId="{1D5C7253-C983-418D-B35A-E4BA133B580B}" srcOrd="1" destOrd="0" presId="urn:microsoft.com/office/officeart/2005/8/layout/vList2"/>
    <dgm:cxn modelId="{C7E6A0BE-AE77-4640-B83D-71F79A8DFDB1}" type="presParOf" srcId="{D27D5891-2D52-456A-9AC3-B01090EA3155}" destId="{E49A5A33-A357-4F94-AFD4-5C4BFDAF77D0}" srcOrd="2" destOrd="0" presId="urn:microsoft.com/office/officeart/2005/8/layout/vList2"/>
    <dgm:cxn modelId="{E901A01C-7B4C-44EF-A4CC-A4B928E2EDF5}" type="presParOf" srcId="{D27D5891-2D52-456A-9AC3-B01090EA3155}" destId="{EEDE540C-5B15-4934-BDE6-A9603FD6492B}" srcOrd="3" destOrd="0" presId="urn:microsoft.com/office/officeart/2005/8/layout/vList2"/>
    <dgm:cxn modelId="{1EFD0313-1A5F-4B99-86D5-3C31B26BF3C1}" type="presParOf" srcId="{D27D5891-2D52-456A-9AC3-B01090EA3155}" destId="{2B768C0A-24FA-4C00-B967-9ED758A9B8DA}" srcOrd="4" destOrd="0" presId="urn:microsoft.com/office/officeart/2005/8/layout/vList2"/>
    <dgm:cxn modelId="{7FC38A54-4B03-46FB-B0C9-F3F746E404C2}" type="presParOf" srcId="{D27D5891-2D52-456A-9AC3-B01090EA3155}" destId="{BEEFC00B-F98A-4A37-BFC7-920220D48777}" srcOrd="5" destOrd="0" presId="urn:microsoft.com/office/officeart/2005/8/layout/vList2"/>
    <dgm:cxn modelId="{A0CAFC5D-0D32-4C7C-9E08-75E3DD9097B4}" type="presParOf" srcId="{D27D5891-2D52-456A-9AC3-B01090EA3155}" destId="{90944747-2ACE-4603-BD91-981C77D47AF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94E037AB-56A5-4881-94DB-BAB06A8B09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5DA275-F37D-4234-9172-6FE5BCD71F21}">
      <dgm:prSet/>
      <dgm:spPr/>
      <dgm:t>
        <a:bodyPr/>
        <a:lstStyle/>
        <a:p>
          <a:r>
            <a:rPr lang="ru-RU" b="0" i="0"/>
            <a:t>козацьких воєн кінця XVI ст.</a:t>
          </a:r>
          <a:endParaRPr lang="uk-UA"/>
        </a:p>
      </dgm:t>
    </dgm:pt>
    <dgm:pt modelId="{9FA069B7-01E3-42C8-AAAE-80A83DD3BC46}" type="parTrans" cxnId="{1D16312F-8688-4787-AEFE-4D6FD596124D}">
      <dgm:prSet/>
      <dgm:spPr/>
      <dgm:t>
        <a:bodyPr/>
        <a:lstStyle/>
        <a:p>
          <a:endParaRPr lang="uk-UA"/>
        </a:p>
      </dgm:t>
    </dgm:pt>
    <dgm:pt modelId="{1D2BA800-1545-46FD-B03C-5FA6BF47FAA9}" type="sibTrans" cxnId="{1D16312F-8688-4787-AEFE-4D6FD596124D}">
      <dgm:prSet/>
      <dgm:spPr/>
      <dgm:t>
        <a:bodyPr/>
        <a:lstStyle/>
        <a:p>
          <a:endParaRPr lang="uk-UA"/>
        </a:p>
      </dgm:t>
    </dgm:pt>
    <dgm:pt modelId="{DBC8C8DE-7D0C-42F0-A78D-77FE02604878}">
      <dgm:prSet/>
      <dgm:spPr/>
      <dgm:t>
        <a:bodyPr/>
        <a:lstStyle/>
        <a:p>
          <a:r>
            <a:rPr lang="ru-RU" b="0" i="0"/>
            <a:t>морських походів козаків початку XVII ст.</a:t>
          </a:r>
          <a:endParaRPr lang="uk-UA"/>
        </a:p>
      </dgm:t>
    </dgm:pt>
    <dgm:pt modelId="{BC66CF3F-3BD3-44B9-813E-763BBAC40AA7}" type="parTrans" cxnId="{B7608170-8A04-486C-9C16-BAC78B11D2C1}">
      <dgm:prSet/>
      <dgm:spPr/>
      <dgm:t>
        <a:bodyPr/>
        <a:lstStyle/>
        <a:p>
          <a:endParaRPr lang="uk-UA"/>
        </a:p>
      </dgm:t>
    </dgm:pt>
    <dgm:pt modelId="{7BB4129B-AFD3-4F0F-BF5F-1D6F0880D1B3}" type="sibTrans" cxnId="{B7608170-8A04-486C-9C16-BAC78B11D2C1}">
      <dgm:prSet/>
      <dgm:spPr/>
      <dgm:t>
        <a:bodyPr/>
        <a:lstStyle/>
        <a:p>
          <a:endParaRPr lang="uk-UA"/>
        </a:p>
      </dgm:t>
    </dgm:pt>
    <dgm:pt modelId="{83A5C077-1BD2-4A4F-A750-AA7672A43AFD}">
      <dgm:prSet/>
      <dgm:spPr/>
      <dgm:t>
        <a:bodyPr/>
        <a:lstStyle/>
        <a:p>
          <a:r>
            <a:rPr lang="ru-RU" b="0" i="0" dirty="0" err="1"/>
            <a:t>козацько-селянських</a:t>
          </a:r>
          <a:r>
            <a:rPr lang="ru-RU" b="0" i="0" dirty="0"/>
            <a:t> </a:t>
          </a:r>
          <a:r>
            <a:rPr lang="ru-RU" b="0" i="0" dirty="0" err="1"/>
            <a:t>повстань</a:t>
          </a:r>
          <a:r>
            <a:rPr lang="ru-RU" b="0" i="0" dirty="0"/>
            <a:t> 20 — 30-х </a:t>
          </a:r>
          <a:r>
            <a:rPr lang="ru-RU" b="0" i="0" dirty="0" err="1"/>
            <a:t>рр</a:t>
          </a:r>
          <a:r>
            <a:rPr lang="ru-RU" b="0" i="0" dirty="0"/>
            <a:t>. XVII ст.</a:t>
          </a:r>
          <a:endParaRPr lang="uk-UA" dirty="0"/>
        </a:p>
      </dgm:t>
    </dgm:pt>
    <dgm:pt modelId="{2B5713DE-81FA-4400-B358-9CA907A99072}" type="parTrans" cxnId="{DC84F12C-CA66-46DF-8BCC-15E237DD2D6D}">
      <dgm:prSet/>
      <dgm:spPr/>
      <dgm:t>
        <a:bodyPr/>
        <a:lstStyle/>
        <a:p>
          <a:endParaRPr lang="uk-UA"/>
        </a:p>
      </dgm:t>
    </dgm:pt>
    <dgm:pt modelId="{FC5690BD-E4FC-42E8-A341-3D1DFDBADACB}" type="sibTrans" cxnId="{DC84F12C-CA66-46DF-8BCC-15E237DD2D6D}">
      <dgm:prSet/>
      <dgm:spPr/>
      <dgm:t>
        <a:bodyPr/>
        <a:lstStyle/>
        <a:p>
          <a:endParaRPr lang="uk-UA"/>
        </a:p>
      </dgm:t>
    </dgm:pt>
    <dgm:pt modelId="{0E07F3C6-7013-499C-B123-78639CAEA02F}">
      <dgm:prSet/>
      <dgm:spPr/>
      <dgm:t>
        <a:bodyPr/>
        <a:lstStyle/>
        <a:p>
          <a:r>
            <a:rPr lang="ru-RU" b="0" i="0" dirty="0" err="1"/>
            <a:t>національно-визвольноі</a:t>
          </a:r>
          <a:r>
            <a:rPr lang="ru-RU" b="0" i="0" dirty="0"/>
            <a:t>̈ </a:t>
          </a:r>
          <a:r>
            <a:rPr lang="ru-RU" b="0" i="0" dirty="0" err="1"/>
            <a:t>війни</a:t>
          </a:r>
          <a:r>
            <a:rPr lang="ru-RU" b="0" i="0" dirty="0"/>
            <a:t> </a:t>
          </a:r>
          <a:r>
            <a:rPr lang="ru-RU" b="0" i="0" dirty="0" err="1"/>
            <a:t>українського</a:t>
          </a:r>
          <a:r>
            <a:rPr lang="ru-RU" b="0" i="0" dirty="0"/>
            <a:t> народу </a:t>
          </a:r>
          <a:r>
            <a:rPr lang="ru-RU" b="0" i="0" dirty="0" err="1"/>
            <a:t>середини</a:t>
          </a:r>
          <a:r>
            <a:rPr lang="ru-RU" b="0" i="0" dirty="0"/>
            <a:t> XVII ст.</a:t>
          </a:r>
          <a:endParaRPr lang="uk-UA" dirty="0"/>
        </a:p>
      </dgm:t>
    </dgm:pt>
    <dgm:pt modelId="{D026A8D4-4DC1-4B24-A9BD-BFC9B53D3B34}" type="parTrans" cxnId="{A570DA19-74F5-4320-AC88-7A5FD16602B1}">
      <dgm:prSet/>
      <dgm:spPr/>
      <dgm:t>
        <a:bodyPr/>
        <a:lstStyle/>
        <a:p>
          <a:endParaRPr lang="uk-UA"/>
        </a:p>
      </dgm:t>
    </dgm:pt>
    <dgm:pt modelId="{EE9AC6C0-2E43-4080-A332-2E202F1E2DD2}" type="sibTrans" cxnId="{A570DA19-74F5-4320-AC88-7A5FD16602B1}">
      <dgm:prSet/>
      <dgm:spPr/>
      <dgm:t>
        <a:bodyPr/>
        <a:lstStyle/>
        <a:p>
          <a:endParaRPr lang="uk-UA"/>
        </a:p>
      </dgm:t>
    </dgm:pt>
    <dgm:pt modelId="{F471EA4D-90AC-403C-B007-0BED2DF8E17A}" type="pres">
      <dgm:prSet presAssocID="{94E037AB-56A5-4881-94DB-BAB06A8B09D4}" presName="linear" presStyleCnt="0">
        <dgm:presLayoutVars>
          <dgm:animLvl val="lvl"/>
          <dgm:resizeHandles val="exact"/>
        </dgm:presLayoutVars>
      </dgm:prSet>
      <dgm:spPr/>
    </dgm:pt>
    <dgm:pt modelId="{AE6FD457-315A-43D0-A88A-59DA18AA1762}" type="pres">
      <dgm:prSet presAssocID="{1C5DA275-F37D-4234-9172-6FE5BCD71F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38F4A1-6FC2-46C8-998E-1B757B0652EE}" type="pres">
      <dgm:prSet presAssocID="{1D2BA800-1545-46FD-B03C-5FA6BF47FAA9}" presName="spacer" presStyleCnt="0"/>
      <dgm:spPr/>
    </dgm:pt>
    <dgm:pt modelId="{3DA35010-51C1-46A3-8F23-91B8B50F0304}" type="pres">
      <dgm:prSet presAssocID="{DBC8C8DE-7D0C-42F0-A78D-77FE026048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2CF7B1-CE60-4865-BD0F-F5BB735F494F}" type="pres">
      <dgm:prSet presAssocID="{7BB4129B-AFD3-4F0F-BF5F-1D6F0880D1B3}" presName="spacer" presStyleCnt="0"/>
      <dgm:spPr/>
    </dgm:pt>
    <dgm:pt modelId="{B95C44C9-8511-467F-8178-7D10093C47EC}" type="pres">
      <dgm:prSet presAssocID="{83A5C077-1BD2-4A4F-A750-AA7672A43A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6B875C-9DC3-47D1-8862-FFC745E1CECC}" type="pres">
      <dgm:prSet presAssocID="{FC5690BD-E4FC-42E8-A341-3D1DFDBADACB}" presName="spacer" presStyleCnt="0"/>
      <dgm:spPr/>
    </dgm:pt>
    <dgm:pt modelId="{763053BA-89EE-4ED5-B947-E3FF042EA00F}" type="pres">
      <dgm:prSet presAssocID="{0E07F3C6-7013-499C-B123-78639CAEA02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70DA19-74F5-4320-AC88-7A5FD16602B1}" srcId="{94E037AB-56A5-4881-94DB-BAB06A8B09D4}" destId="{0E07F3C6-7013-499C-B123-78639CAEA02F}" srcOrd="3" destOrd="0" parTransId="{D026A8D4-4DC1-4B24-A9BD-BFC9B53D3B34}" sibTransId="{EE9AC6C0-2E43-4080-A332-2E202F1E2DD2}"/>
    <dgm:cxn modelId="{DC84F12C-CA66-46DF-8BCC-15E237DD2D6D}" srcId="{94E037AB-56A5-4881-94DB-BAB06A8B09D4}" destId="{83A5C077-1BD2-4A4F-A750-AA7672A43AFD}" srcOrd="2" destOrd="0" parTransId="{2B5713DE-81FA-4400-B358-9CA907A99072}" sibTransId="{FC5690BD-E4FC-42E8-A341-3D1DFDBADACB}"/>
    <dgm:cxn modelId="{1D16312F-8688-4787-AEFE-4D6FD596124D}" srcId="{94E037AB-56A5-4881-94DB-BAB06A8B09D4}" destId="{1C5DA275-F37D-4234-9172-6FE5BCD71F21}" srcOrd="0" destOrd="0" parTransId="{9FA069B7-01E3-42C8-AAAE-80A83DD3BC46}" sibTransId="{1D2BA800-1545-46FD-B03C-5FA6BF47FAA9}"/>
    <dgm:cxn modelId="{F6457A49-15B5-42D7-86D7-9FB242F60BFA}" type="presOf" srcId="{94E037AB-56A5-4881-94DB-BAB06A8B09D4}" destId="{F471EA4D-90AC-403C-B007-0BED2DF8E17A}" srcOrd="0" destOrd="0" presId="urn:microsoft.com/office/officeart/2005/8/layout/vList2"/>
    <dgm:cxn modelId="{E73C4C4C-BE02-41A8-B1F1-4A6EB9CB8754}" type="presOf" srcId="{0E07F3C6-7013-499C-B123-78639CAEA02F}" destId="{763053BA-89EE-4ED5-B947-E3FF042EA00F}" srcOrd="0" destOrd="0" presId="urn:microsoft.com/office/officeart/2005/8/layout/vList2"/>
    <dgm:cxn modelId="{B7608170-8A04-486C-9C16-BAC78B11D2C1}" srcId="{94E037AB-56A5-4881-94DB-BAB06A8B09D4}" destId="{DBC8C8DE-7D0C-42F0-A78D-77FE02604878}" srcOrd="1" destOrd="0" parTransId="{BC66CF3F-3BD3-44B9-813E-763BBAC40AA7}" sibTransId="{7BB4129B-AFD3-4F0F-BF5F-1D6F0880D1B3}"/>
    <dgm:cxn modelId="{352D5BCA-685E-448D-8782-E5C693EA334D}" type="presOf" srcId="{1C5DA275-F37D-4234-9172-6FE5BCD71F21}" destId="{AE6FD457-315A-43D0-A88A-59DA18AA1762}" srcOrd="0" destOrd="0" presId="urn:microsoft.com/office/officeart/2005/8/layout/vList2"/>
    <dgm:cxn modelId="{5556B6CF-CE07-44DE-8AB5-92528B0CA7F6}" type="presOf" srcId="{83A5C077-1BD2-4A4F-A750-AA7672A43AFD}" destId="{B95C44C9-8511-467F-8178-7D10093C47EC}" srcOrd="0" destOrd="0" presId="urn:microsoft.com/office/officeart/2005/8/layout/vList2"/>
    <dgm:cxn modelId="{041C07DE-5BB2-4A91-889D-D870449EEBFE}" type="presOf" srcId="{DBC8C8DE-7D0C-42F0-A78D-77FE02604878}" destId="{3DA35010-51C1-46A3-8F23-91B8B50F0304}" srcOrd="0" destOrd="0" presId="urn:microsoft.com/office/officeart/2005/8/layout/vList2"/>
    <dgm:cxn modelId="{B6399566-E690-453E-9B1F-14D2A78B486D}" type="presParOf" srcId="{F471EA4D-90AC-403C-B007-0BED2DF8E17A}" destId="{AE6FD457-315A-43D0-A88A-59DA18AA1762}" srcOrd="0" destOrd="0" presId="urn:microsoft.com/office/officeart/2005/8/layout/vList2"/>
    <dgm:cxn modelId="{74761279-D6DF-4DF3-8725-46D3B64CBEA7}" type="presParOf" srcId="{F471EA4D-90AC-403C-B007-0BED2DF8E17A}" destId="{B838F4A1-6FC2-46C8-998E-1B757B0652EE}" srcOrd="1" destOrd="0" presId="urn:microsoft.com/office/officeart/2005/8/layout/vList2"/>
    <dgm:cxn modelId="{B97D8F77-6324-45C0-8172-D1C38BE2AF8E}" type="presParOf" srcId="{F471EA4D-90AC-403C-B007-0BED2DF8E17A}" destId="{3DA35010-51C1-46A3-8F23-91B8B50F0304}" srcOrd="2" destOrd="0" presId="urn:microsoft.com/office/officeart/2005/8/layout/vList2"/>
    <dgm:cxn modelId="{00AA927F-BFCD-41E9-82A7-FDBD9758AD34}" type="presParOf" srcId="{F471EA4D-90AC-403C-B007-0BED2DF8E17A}" destId="{132CF7B1-CE60-4865-BD0F-F5BB735F494F}" srcOrd="3" destOrd="0" presId="urn:microsoft.com/office/officeart/2005/8/layout/vList2"/>
    <dgm:cxn modelId="{B1735C73-DC71-48E2-99FB-0473F740329F}" type="presParOf" srcId="{F471EA4D-90AC-403C-B007-0BED2DF8E17A}" destId="{B95C44C9-8511-467F-8178-7D10093C47EC}" srcOrd="4" destOrd="0" presId="urn:microsoft.com/office/officeart/2005/8/layout/vList2"/>
    <dgm:cxn modelId="{8638822B-6ED0-415F-B3BB-003B0134B5BA}" type="presParOf" srcId="{F471EA4D-90AC-403C-B007-0BED2DF8E17A}" destId="{FC6B875C-9DC3-47D1-8862-FFC745E1CECC}" srcOrd="5" destOrd="0" presId="urn:microsoft.com/office/officeart/2005/8/layout/vList2"/>
    <dgm:cxn modelId="{B8C05FA0-D12A-4F1B-89C2-FB8C5FB681F5}" type="presParOf" srcId="{F471EA4D-90AC-403C-B007-0BED2DF8E17A}" destId="{763053BA-89EE-4ED5-B947-E3FF042EA0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C2100EC4-5D2E-4F11-8C53-B9BE752DEE8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EE8706-2838-4E0D-ABF2-4597A0189EFC}">
      <dgm:prSet/>
      <dgm:spPr/>
      <dgm:t>
        <a:bodyPr/>
        <a:lstStyle/>
        <a:p>
          <a:r>
            <a:rPr lang="uk-UA" b="0" i="0" dirty="0"/>
            <a:t>Ліквідація кріпацтва та здобуття селянами особистої свободи.</a:t>
          </a:r>
          <a:endParaRPr lang="uk-UA" dirty="0"/>
        </a:p>
      </dgm:t>
    </dgm:pt>
    <dgm:pt modelId="{8875AE36-9814-4E19-8F86-4AF00BD41784}" type="parTrans" cxnId="{E3E2DBB1-B3A0-4A4C-94ED-366ECED993DA}">
      <dgm:prSet/>
      <dgm:spPr/>
      <dgm:t>
        <a:bodyPr/>
        <a:lstStyle/>
        <a:p>
          <a:endParaRPr lang="uk-UA"/>
        </a:p>
      </dgm:t>
    </dgm:pt>
    <dgm:pt modelId="{189C58A7-2694-4EC7-9A48-CA60E1D324EB}" type="sibTrans" cxnId="{E3E2DBB1-B3A0-4A4C-94ED-366ECED993DA}">
      <dgm:prSet/>
      <dgm:spPr/>
      <dgm:t>
        <a:bodyPr/>
        <a:lstStyle/>
        <a:p>
          <a:endParaRPr lang="uk-UA"/>
        </a:p>
      </dgm:t>
    </dgm:pt>
    <dgm:pt modelId="{50053A59-2458-40AB-B4AD-262046D36D72}">
      <dgm:prSet/>
      <dgm:spPr/>
      <dgm:t>
        <a:bodyPr/>
        <a:lstStyle/>
        <a:p>
          <a:r>
            <a:rPr lang="uk-UA" b="0" i="0" dirty="0"/>
            <a:t>Заборона продажу й дарування земельних маєтків і садиб.</a:t>
          </a:r>
          <a:endParaRPr lang="uk-UA" dirty="0"/>
        </a:p>
      </dgm:t>
    </dgm:pt>
    <dgm:pt modelId="{ADD0B672-71C7-4EEE-9ACF-70D98596E010}" type="parTrans" cxnId="{4696AF17-FD4B-4744-A7C8-E675E5ECA880}">
      <dgm:prSet/>
      <dgm:spPr/>
      <dgm:t>
        <a:bodyPr/>
        <a:lstStyle/>
        <a:p>
          <a:endParaRPr lang="uk-UA"/>
        </a:p>
      </dgm:t>
    </dgm:pt>
    <dgm:pt modelId="{49296F55-DF37-4B2B-AE6F-F59EEC0192BE}" type="sibTrans" cxnId="{4696AF17-FD4B-4744-A7C8-E675E5ECA880}">
      <dgm:prSet/>
      <dgm:spPr/>
      <dgm:t>
        <a:bodyPr/>
        <a:lstStyle/>
        <a:p>
          <a:endParaRPr lang="uk-UA"/>
        </a:p>
      </dgm:t>
    </dgm:pt>
    <dgm:pt modelId="{7F80A369-7466-46E9-A21A-E7CFC7EE7DB4}">
      <dgm:prSet/>
      <dgm:spPr/>
      <dgm:t>
        <a:bodyPr/>
        <a:lstStyle/>
        <a:p>
          <a:r>
            <a:rPr lang="uk-UA" b="0" i="0"/>
            <a:t>Поширення фільваркової системи господарювання.</a:t>
          </a:r>
          <a:endParaRPr lang="uk-UA"/>
        </a:p>
      </dgm:t>
    </dgm:pt>
    <dgm:pt modelId="{FD943711-289E-41F7-AC06-46F8CEFF6EEA}" type="parTrans" cxnId="{79418576-3F22-4D62-8145-311AC1B6EBE2}">
      <dgm:prSet/>
      <dgm:spPr/>
      <dgm:t>
        <a:bodyPr/>
        <a:lstStyle/>
        <a:p>
          <a:endParaRPr lang="uk-UA"/>
        </a:p>
      </dgm:t>
    </dgm:pt>
    <dgm:pt modelId="{72866294-5BBF-48C6-8135-278F111CC62B}" type="sibTrans" cxnId="{79418576-3F22-4D62-8145-311AC1B6EBE2}">
      <dgm:prSet/>
      <dgm:spPr/>
      <dgm:t>
        <a:bodyPr/>
        <a:lstStyle/>
        <a:p>
          <a:endParaRPr lang="uk-UA"/>
        </a:p>
      </dgm:t>
    </dgm:pt>
    <dgm:pt modelId="{B258D161-B69E-4967-8348-8841133F3EF0}">
      <dgm:prSet/>
      <dgm:spPr/>
      <dgm:t>
        <a:bodyPr/>
        <a:lstStyle/>
        <a:p>
          <a:r>
            <a:rPr lang="uk-UA" b="0" i="0" dirty="0"/>
            <a:t>Зростання земельних володінь магнатів і шляхти.</a:t>
          </a:r>
          <a:endParaRPr lang="uk-UA" dirty="0"/>
        </a:p>
      </dgm:t>
    </dgm:pt>
    <dgm:pt modelId="{2D8DD0B6-9C16-4A6E-B0C6-86B1578FA372}" type="parTrans" cxnId="{7AE0C2D0-9A57-41CD-B0AE-D2887DFC8A96}">
      <dgm:prSet/>
      <dgm:spPr/>
      <dgm:t>
        <a:bodyPr/>
        <a:lstStyle/>
        <a:p>
          <a:endParaRPr lang="uk-UA"/>
        </a:p>
      </dgm:t>
    </dgm:pt>
    <dgm:pt modelId="{46AAE1EF-99D3-45CE-8FBC-98F493DBA7A5}" type="sibTrans" cxnId="{7AE0C2D0-9A57-41CD-B0AE-D2887DFC8A96}">
      <dgm:prSet/>
      <dgm:spPr/>
      <dgm:t>
        <a:bodyPr/>
        <a:lstStyle/>
        <a:p>
          <a:endParaRPr lang="uk-UA"/>
        </a:p>
      </dgm:t>
    </dgm:pt>
    <dgm:pt modelId="{5E43FBA5-7FF0-436C-AD72-A1126E24713B}" type="pres">
      <dgm:prSet presAssocID="{C2100EC4-5D2E-4F11-8C53-B9BE752DEE84}" presName="linearFlow" presStyleCnt="0">
        <dgm:presLayoutVars>
          <dgm:dir/>
          <dgm:resizeHandles val="exact"/>
        </dgm:presLayoutVars>
      </dgm:prSet>
      <dgm:spPr/>
    </dgm:pt>
    <dgm:pt modelId="{67A30488-AA76-4C77-A15A-B0E036918C1C}" type="pres">
      <dgm:prSet presAssocID="{EDEE8706-2838-4E0D-ABF2-4597A0189EFC}" presName="composite" presStyleCnt="0"/>
      <dgm:spPr/>
    </dgm:pt>
    <dgm:pt modelId="{54E47171-3DE6-4100-86B1-02F18481C35F}" type="pres">
      <dgm:prSet presAssocID="{EDEE8706-2838-4E0D-ABF2-4597A0189EFC}" presName="imgShp" presStyleLbl="fgImgPlace1" presStyleIdx="0" presStyleCnt="4"/>
      <dgm:spPr/>
    </dgm:pt>
    <dgm:pt modelId="{4BE045C1-8761-4A40-B315-75BD85556798}" type="pres">
      <dgm:prSet presAssocID="{EDEE8706-2838-4E0D-ABF2-4597A0189EFC}" presName="txShp" presStyleLbl="node1" presStyleIdx="0" presStyleCnt="4">
        <dgm:presLayoutVars>
          <dgm:bulletEnabled val="1"/>
        </dgm:presLayoutVars>
      </dgm:prSet>
      <dgm:spPr/>
    </dgm:pt>
    <dgm:pt modelId="{46BA15F2-409A-42A3-9B30-5F319C2E805A}" type="pres">
      <dgm:prSet presAssocID="{189C58A7-2694-4EC7-9A48-CA60E1D324EB}" presName="spacing" presStyleCnt="0"/>
      <dgm:spPr/>
    </dgm:pt>
    <dgm:pt modelId="{E8E606CE-4EB1-4C12-9893-52745997A894}" type="pres">
      <dgm:prSet presAssocID="{50053A59-2458-40AB-B4AD-262046D36D72}" presName="composite" presStyleCnt="0"/>
      <dgm:spPr/>
    </dgm:pt>
    <dgm:pt modelId="{D0AA492D-6634-4EF2-B78A-D2E764755851}" type="pres">
      <dgm:prSet presAssocID="{50053A59-2458-40AB-B4AD-262046D36D72}" presName="imgShp" presStyleLbl="fgImgPlace1" presStyleIdx="1" presStyleCnt="4"/>
      <dgm:spPr/>
    </dgm:pt>
    <dgm:pt modelId="{194E3BCE-3EF0-44B1-927D-38D9D84D205F}" type="pres">
      <dgm:prSet presAssocID="{50053A59-2458-40AB-B4AD-262046D36D72}" presName="txShp" presStyleLbl="node1" presStyleIdx="1" presStyleCnt="4">
        <dgm:presLayoutVars>
          <dgm:bulletEnabled val="1"/>
        </dgm:presLayoutVars>
      </dgm:prSet>
      <dgm:spPr/>
    </dgm:pt>
    <dgm:pt modelId="{D111CA6A-DCB1-4204-A578-012B2729495B}" type="pres">
      <dgm:prSet presAssocID="{49296F55-DF37-4B2B-AE6F-F59EEC0192BE}" presName="spacing" presStyleCnt="0"/>
      <dgm:spPr/>
    </dgm:pt>
    <dgm:pt modelId="{60847F8A-16E5-46C2-A470-841B1D6BC09E}" type="pres">
      <dgm:prSet presAssocID="{7F80A369-7466-46E9-A21A-E7CFC7EE7DB4}" presName="composite" presStyleCnt="0"/>
      <dgm:spPr/>
    </dgm:pt>
    <dgm:pt modelId="{68D380FD-B6E1-4345-859D-72A93C6E3372}" type="pres">
      <dgm:prSet presAssocID="{7F80A369-7466-46E9-A21A-E7CFC7EE7DB4}" presName="imgShp" presStyleLbl="fgImgPlace1" presStyleIdx="2" presStyleCnt="4"/>
      <dgm:spPr/>
    </dgm:pt>
    <dgm:pt modelId="{D4FF6222-00ED-4A4D-A841-EDE26F7C1606}" type="pres">
      <dgm:prSet presAssocID="{7F80A369-7466-46E9-A21A-E7CFC7EE7DB4}" presName="txShp" presStyleLbl="node1" presStyleIdx="2" presStyleCnt="4">
        <dgm:presLayoutVars>
          <dgm:bulletEnabled val="1"/>
        </dgm:presLayoutVars>
      </dgm:prSet>
      <dgm:spPr/>
    </dgm:pt>
    <dgm:pt modelId="{1B2A955D-A5EC-4C96-8BFE-B4AFEE04EA9F}" type="pres">
      <dgm:prSet presAssocID="{72866294-5BBF-48C6-8135-278F111CC62B}" presName="spacing" presStyleCnt="0"/>
      <dgm:spPr/>
    </dgm:pt>
    <dgm:pt modelId="{83575D5A-A573-4DA3-B123-69B9636EFE04}" type="pres">
      <dgm:prSet presAssocID="{B258D161-B69E-4967-8348-8841133F3EF0}" presName="composite" presStyleCnt="0"/>
      <dgm:spPr/>
    </dgm:pt>
    <dgm:pt modelId="{A20AD61B-B14B-4E09-BCB6-0DC242442C21}" type="pres">
      <dgm:prSet presAssocID="{B258D161-B69E-4967-8348-8841133F3EF0}" presName="imgShp" presStyleLbl="fgImgPlace1" presStyleIdx="3" presStyleCnt="4"/>
      <dgm:spPr/>
    </dgm:pt>
    <dgm:pt modelId="{4B1A5C10-7F74-4F6C-8AF2-59695F3FD4F8}" type="pres">
      <dgm:prSet presAssocID="{B258D161-B69E-4967-8348-8841133F3EF0}" presName="txShp" presStyleLbl="node1" presStyleIdx="3" presStyleCnt="4">
        <dgm:presLayoutVars>
          <dgm:bulletEnabled val="1"/>
        </dgm:presLayoutVars>
      </dgm:prSet>
      <dgm:spPr/>
    </dgm:pt>
  </dgm:ptLst>
  <dgm:cxnLst>
    <dgm:cxn modelId="{40BB5102-B0DA-4764-804A-8415D93F294C}" type="presOf" srcId="{EDEE8706-2838-4E0D-ABF2-4597A0189EFC}" destId="{4BE045C1-8761-4A40-B315-75BD85556798}" srcOrd="0" destOrd="0" presId="urn:microsoft.com/office/officeart/2005/8/layout/vList3"/>
    <dgm:cxn modelId="{4696AF17-FD4B-4744-A7C8-E675E5ECA880}" srcId="{C2100EC4-5D2E-4F11-8C53-B9BE752DEE84}" destId="{50053A59-2458-40AB-B4AD-262046D36D72}" srcOrd="1" destOrd="0" parTransId="{ADD0B672-71C7-4EEE-9ACF-70D98596E010}" sibTransId="{49296F55-DF37-4B2B-AE6F-F59EEC0192BE}"/>
    <dgm:cxn modelId="{1A6F0835-B9FE-422C-8E8E-50297C9956A3}" type="presOf" srcId="{50053A59-2458-40AB-B4AD-262046D36D72}" destId="{194E3BCE-3EF0-44B1-927D-38D9D84D205F}" srcOrd="0" destOrd="0" presId="urn:microsoft.com/office/officeart/2005/8/layout/vList3"/>
    <dgm:cxn modelId="{79418576-3F22-4D62-8145-311AC1B6EBE2}" srcId="{C2100EC4-5D2E-4F11-8C53-B9BE752DEE84}" destId="{7F80A369-7466-46E9-A21A-E7CFC7EE7DB4}" srcOrd="2" destOrd="0" parTransId="{FD943711-289E-41F7-AC06-46F8CEFF6EEA}" sibTransId="{72866294-5BBF-48C6-8135-278F111CC62B}"/>
    <dgm:cxn modelId="{9996F67E-6D09-44A6-803B-B0ADAF40D5AF}" type="presOf" srcId="{B258D161-B69E-4967-8348-8841133F3EF0}" destId="{4B1A5C10-7F74-4F6C-8AF2-59695F3FD4F8}" srcOrd="0" destOrd="0" presId="urn:microsoft.com/office/officeart/2005/8/layout/vList3"/>
    <dgm:cxn modelId="{D02D25AC-83B8-4B9B-B9A4-4B8BBDFFBA70}" type="presOf" srcId="{C2100EC4-5D2E-4F11-8C53-B9BE752DEE84}" destId="{5E43FBA5-7FF0-436C-AD72-A1126E24713B}" srcOrd="0" destOrd="0" presId="urn:microsoft.com/office/officeart/2005/8/layout/vList3"/>
    <dgm:cxn modelId="{E3E2DBB1-B3A0-4A4C-94ED-366ECED993DA}" srcId="{C2100EC4-5D2E-4F11-8C53-B9BE752DEE84}" destId="{EDEE8706-2838-4E0D-ABF2-4597A0189EFC}" srcOrd="0" destOrd="0" parTransId="{8875AE36-9814-4E19-8F86-4AF00BD41784}" sibTransId="{189C58A7-2694-4EC7-9A48-CA60E1D324EB}"/>
    <dgm:cxn modelId="{D34DDFC0-E1F6-415B-9540-BEFA71CEF46D}" type="presOf" srcId="{7F80A369-7466-46E9-A21A-E7CFC7EE7DB4}" destId="{D4FF6222-00ED-4A4D-A841-EDE26F7C1606}" srcOrd="0" destOrd="0" presId="urn:microsoft.com/office/officeart/2005/8/layout/vList3"/>
    <dgm:cxn modelId="{7AE0C2D0-9A57-41CD-B0AE-D2887DFC8A96}" srcId="{C2100EC4-5D2E-4F11-8C53-B9BE752DEE84}" destId="{B258D161-B69E-4967-8348-8841133F3EF0}" srcOrd="3" destOrd="0" parTransId="{2D8DD0B6-9C16-4A6E-B0C6-86B1578FA372}" sibTransId="{46AAE1EF-99D3-45CE-8FBC-98F493DBA7A5}"/>
    <dgm:cxn modelId="{32BFB296-708F-4FFB-A560-B161285BCB91}" type="presParOf" srcId="{5E43FBA5-7FF0-436C-AD72-A1126E24713B}" destId="{67A30488-AA76-4C77-A15A-B0E036918C1C}" srcOrd="0" destOrd="0" presId="urn:microsoft.com/office/officeart/2005/8/layout/vList3"/>
    <dgm:cxn modelId="{31B7DA47-5FE8-45F1-80D3-8EE355EFDE15}" type="presParOf" srcId="{67A30488-AA76-4C77-A15A-B0E036918C1C}" destId="{54E47171-3DE6-4100-86B1-02F18481C35F}" srcOrd="0" destOrd="0" presId="urn:microsoft.com/office/officeart/2005/8/layout/vList3"/>
    <dgm:cxn modelId="{A437BA0F-308F-467B-BA39-4ABD39DA5193}" type="presParOf" srcId="{67A30488-AA76-4C77-A15A-B0E036918C1C}" destId="{4BE045C1-8761-4A40-B315-75BD85556798}" srcOrd="1" destOrd="0" presId="urn:microsoft.com/office/officeart/2005/8/layout/vList3"/>
    <dgm:cxn modelId="{26B271C1-BD20-4592-B6A0-6F713AE35B0A}" type="presParOf" srcId="{5E43FBA5-7FF0-436C-AD72-A1126E24713B}" destId="{46BA15F2-409A-42A3-9B30-5F319C2E805A}" srcOrd="1" destOrd="0" presId="urn:microsoft.com/office/officeart/2005/8/layout/vList3"/>
    <dgm:cxn modelId="{D24AD2C6-BEE6-4CDE-9487-C319ABF8022E}" type="presParOf" srcId="{5E43FBA5-7FF0-436C-AD72-A1126E24713B}" destId="{E8E606CE-4EB1-4C12-9893-52745997A894}" srcOrd="2" destOrd="0" presId="urn:microsoft.com/office/officeart/2005/8/layout/vList3"/>
    <dgm:cxn modelId="{F2CA7876-091E-4745-9057-65C51E0762CE}" type="presParOf" srcId="{E8E606CE-4EB1-4C12-9893-52745997A894}" destId="{D0AA492D-6634-4EF2-B78A-D2E764755851}" srcOrd="0" destOrd="0" presId="urn:microsoft.com/office/officeart/2005/8/layout/vList3"/>
    <dgm:cxn modelId="{D113CE12-96FA-4F1B-8CC3-CA7BB96A68E4}" type="presParOf" srcId="{E8E606CE-4EB1-4C12-9893-52745997A894}" destId="{194E3BCE-3EF0-44B1-927D-38D9D84D205F}" srcOrd="1" destOrd="0" presId="urn:microsoft.com/office/officeart/2005/8/layout/vList3"/>
    <dgm:cxn modelId="{1A2720DE-BD7E-4B27-875E-ADDEF8541607}" type="presParOf" srcId="{5E43FBA5-7FF0-436C-AD72-A1126E24713B}" destId="{D111CA6A-DCB1-4204-A578-012B2729495B}" srcOrd="3" destOrd="0" presId="urn:microsoft.com/office/officeart/2005/8/layout/vList3"/>
    <dgm:cxn modelId="{4E9D6F6C-AEAC-4E90-9B07-CC92BEA7E31B}" type="presParOf" srcId="{5E43FBA5-7FF0-436C-AD72-A1126E24713B}" destId="{60847F8A-16E5-46C2-A470-841B1D6BC09E}" srcOrd="4" destOrd="0" presId="urn:microsoft.com/office/officeart/2005/8/layout/vList3"/>
    <dgm:cxn modelId="{FCE35734-632D-41C5-8583-8703891272B6}" type="presParOf" srcId="{60847F8A-16E5-46C2-A470-841B1D6BC09E}" destId="{68D380FD-B6E1-4345-859D-72A93C6E3372}" srcOrd="0" destOrd="0" presId="urn:microsoft.com/office/officeart/2005/8/layout/vList3"/>
    <dgm:cxn modelId="{9310BB19-D126-498D-9DB3-4ED23EB2D392}" type="presParOf" srcId="{60847F8A-16E5-46C2-A470-841B1D6BC09E}" destId="{D4FF6222-00ED-4A4D-A841-EDE26F7C1606}" srcOrd="1" destOrd="0" presId="urn:microsoft.com/office/officeart/2005/8/layout/vList3"/>
    <dgm:cxn modelId="{A92E5309-DC0E-4511-8C52-53FCF94473E0}" type="presParOf" srcId="{5E43FBA5-7FF0-436C-AD72-A1126E24713B}" destId="{1B2A955D-A5EC-4C96-8BFE-B4AFEE04EA9F}" srcOrd="5" destOrd="0" presId="urn:microsoft.com/office/officeart/2005/8/layout/vList3"/>
    <dgm:cxn modelId="{6F6F4E0F-2C5D-45F6-9B82-D194571335BA}" type="presParOf" srcId="{5E43FBA5-7FF0-436C-AD72-A1126E24713B}" destId="{83575D5A-A573-4DA3-B123-69B9636EFE04}" srcOrd="6" destOrd="0" presId="urn:microsoft.com/office/officeart/2005/8/layout/vList3"/>
    <dgm:cxn modelId="{82867E8B-69EA-4704-BAFF-93366CAB7B04}" type="presParOf" srcId="{83575D5A-A573-4DA3-B123-69B9636EFE04}" destId="{A20AD61B-B14B-4E09-BCB6-0DC242442C21}" srcOrd="0" destOrd="0" presId="urn:microsoft.com/office/officeart/2005/8/layout/vList3"/>
    <dgm:cxn modelId="{165FA2B9-7D2F-4A70-8CB5-5E5BC4328B9F}" type="presParOf" srcId="{83575D5A-A573-4DA3-B123-69B9636EFE04}" destId="{4B1A5C10-7F74-4F6C-8AF2-59695F3FD4F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A3C29-6963-4D48-A093-2C8B4DD5906A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початку збройного виступу до Зборівського договору.</a:t>
          </a:r>
          <a:endParaRPr lang="uk-UA" sz="1600" kern="1200"/>
        </a:p>
      </dsp:txBody>
      <dsp:txXfrm rot="10800000">
        <a:off x="1237626" y="978"/>
        <a:ext cx="3077859" cy="821315"/>
      </dsp:txXfrm>
    </dsp:sp>
    <dsp:sp modelId="{1EFDF617-6DCD-4680-B292-6475797530C0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42F6D-8E65-44B2-90A2-5C387376DDA0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Зборівського до Білоцерківського договору.</a:t>
          </a:r>
          <a:endParaRPr lang="uk-UA" sz="1600" kern="1200"/>
        </a:p>
      </dsp:txBody>
      <dsp:txXfrm rot="10800000">
        <a:off x="1237626" y="1067462"/>
        <a:ext cx="3077859" cy="821315"/>
      </dsp:txXfrm>
    </dsp:sp>
    <dsp:sp modelId="{E49AB48D-07AC-405C-9F35-06BA9EFF3544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12578-EC2B-46A6-A1CA-B3CE2D5F2A37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Білоцерківського договору до Переяславської ради.</a:t>
          </a:r>
          <a:endParaRPr lang="uk-UA" sz="1600" kern="1200"/>
        </a:p>
      </dsp:txBody>
      <dsp:txXfrm rot="10800000">
        <a:off x="1237626" y="2133946"/>
        <a:ext cx="3077859" cy="821315"/>
      </dsp:txXfrm>
    </dsp:sp>
    <dsp:sp modelId="{F6CFB05B-EF96-4447-B226-1875DC3AED02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738CA-39E7-4B4F-A661-8967A8ECE6B7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Переяславської ради до Віленського перемир’я.</a:t>
          </a:r>
          <a:endParaRPr lang="uk-UA" sz="1600" kern="1200"/>
        </a:p>
      </dsp:txBody>
      <dsp:txXfrm rot="10800000">
        <a:off x="1237626" y="3200430"/>
        <a:ext cx="3077859" cy="821315"/>
      </dsp:txXfrm>
    </dsp:sp>
    <dsp:sp modelId="{ADF60D70-EE0E-4AB8-973B-5423F7D8138C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6BF3E-E2A6-4E26-98C7-5EDD3CE23F30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І. Богун</a:t>
          </a:r>
          <a:endParaRPr lang="uk-UA" sz="2300" kern="1200"/>
        </a:p>
      </dsp:txBody>
      <dsp:txXfrm rot="10800000">
        <a:off x="1237626" y="978"/>
        <a:ext cx="3077859" cy="821315"/>
      </dsp:txXfrm>
    </dsp:sp>
    <dsp:sp modelId="{79B92910-7FB9-4DDB-9C78-E2480805FCEF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34687-3F53-4DF1-A0A9-D1AA4860BE5A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К. Гордієнко</a:t>
          </a:r>
          <a:endParaRPr lang="uk-UA" sz="2300" kern="1200"/>
        </a:p>
      </dsp:txBody>
      <dsp:txXfrm rot="10800000">
        <a:off x="1237626" y="1067462"/>
        <a:ext cx="3077859" cy="821315"/>
      </dsp:txXfrm>
    </dsp:sp>
    <dsp:sp modelId="{F22AC6FD-B1C8-445B-8C3F-CE7133ED054D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7C92F-78A7-4674-86B0-88B1E4B79B88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Т. Хмельницький</a:t>
          </a:r>
          <a:endParaRPr lang="uk-UA" sz="2300" kern="1200"/>
        </a:p>
      </dsp:txBody>
      <dsp:txXfrm rot="10800000">
        <a:off x="1237626" y="2133946"/>
        <a:ext cx="3077859" cy="821315"/>
      </dsp:txXfrm>
    </dsp:sp>
    <dsp:sp modelId="{3DC119A5-0D9F-4F99-BB2C-5132193B5D97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FD20E-7382-4E6C-B684-709E7D8632B2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П. Конашевич-Сагайдачний</a:t>
          </a:r>
          <a:endParaRPr lang="uk-UA" sz="2300" kern="1200"/>
        </a:p>
      </dsp:txBody>
      <dsp:txXfrm rot="10800000">
        <a:off x="1237626" y="3200430"/>
        <a:ext cx="3077859" cy="821315"/>
      </dsp:txXfrm>
    </dsp:sp>
    <dsp:sp modelId="{49A6E188-08F8-4CDE-B69D-8E8B9985B478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F4C47-1A51-4BFB-AB0F-F4ECB3BC92C4}">
      <dsp:nvSpPr>
        <dsp:cNvPr id="0" name=""/>
        <dsp:cNvSpPr/>
      </dsp:nvSpPr>
      <dsp:spPr>
        <a:xfrm>
          <a:off x="0" y="54724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військ Речі Посполитої.</a:t>
          </a:r>
          <a:endParaRPr lang="uk-UA" sz="2800" kern="1200"/>
        </a:p>
      </dsp:txBody>
      <dsp:txXfrm>
        <a:off x="32784" y="580026"/>
        <a:ext cx="4871557" cy="606012"/>
      </dsp:txXfrm>
    </dsp:sp>
    <dsp:sp modelId="{86418949-FF53-4CD4-AABD-453A0479930A}">
      <dsp:nvSpPr>
        <dsp:cNvPr id="0" name=""/>
        <dsp:cNvSpPr/>
      </dsp:nvSpPr>
      <dsp:spPr>
        <a:xfrm>
          <a:off x="0" y="129946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армії Османської імперії.</a:t>
          </a:r>
          <a:endParaRPr lang="uk-UA" sz="2800" kern="1200"/>
        </a:p>
      </dsp:txBody>
      <dsp:txXfrm>
        <a:off x="32784" y="1332246"/>
        <a:ext cx="4871557" cy="606012"/>
      </dsp:txXfrm>
    </dsp:sp>
    <dsp:sp modelId="{3B027D79-3CFF-4260-8F7E-031C1A201700}">
      <dsp:nvSpPr>
        <dsp:cNvPr id="0" name=""/>
        <dsp:cNvSpPr/>
      </dsp:nvSpPr>
      <dsp:spPr>
        <a:xfrm>
          <a:off x="0" y="205168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загонів Кримського ханства.</a:t>
          </a:r>
          <a:endParaRPr lang="uk-UA" sz="2800" kern="1200"/>
        </a:p>
      </dsp:txBody>
      <dsp:txXfrm>
        <a:off x="32784" y="2084466"/>
        <a:ext cx="4871557" cy="606012"/>
      </dsp:txXfrm>
    </dsp:sp>
    <dsp:sp modelId="{776D20CA-9AAC-4B6A-A184-A438A1282DE3}">
      <dsp:nvSpPr>
        <dsp:cNvPr id="0" name=""/>
        <dsp:cNvSpPr/>
      </dsp:nvSpPr>
      <dsp:spPr>
        <a:xfrm>
          <a:off x="0" y="280390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полків Московського царства.</a:t>
          </a:r>
          <a:endParaRPr lang="uk-UA" sz="2800" kern="1200"/>
        </a:p>
      </dsp:txBody>
      <dsp:txXfrm>
        <a:off x="32784" y="2836686"/>
        <a:ext cx="4871557" cy="60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946F2-0AB2-4A87-8CB3-12CEF2A36029}">
      <dsp:nvSpPr>
        <dsp:cNvPr id="0" name=""/>
        <dsp:cNvSpPr/>
      </dsp:nvSpPr>
      <dsp:spPr>
        <a:xfrm>
          <a:off x="0" y="75640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доби «Руїни»</a:t>
          </a:r>
          <a:endParaRPr lang="uk-UA" sz="2400" kern="1200"/>
        </a:p>
      </dsp:txBody>
      <dsp:txXfrm>
        <a:off x="28100" y="784502"/>
        <a:ext cx="4880925" cy="519439"/>
      </dsp:txXfrm>
    </dsp:sp>
    <dsp:sp modelId="{B89AD7AD-0AB7-497F-AFA1-2666D81D39BD}">
      <dsp:nvSpPr>
        <dsp:cNvPr id="0" name=""/>
        <dsp:cNvSpPr/>
      </dsp:nvSpPr>
      <dsp:spPr>
        <a:xfrm>
          <a:off x="0" y="140116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московсько-литовських війн</a:t>
          </a:r>
          <a:endParaRPr lang="uk-UA" sz="2400" kern="1200"/>
        </a:p>
      </dsp:txBody>
      <dsp:txXfrm>
        <a:off x="28100" y="1429262"/>
        <a:ext cx="4880925" cy="519439"/>
      </dsp:txXfrm>
    </dsp:sp>
    <dsp:sp modelId="{DEFC4944-7351-49BC-ABB9-146A4F124B79}">
      <dsp:nvSpPr>
        <dsp:cNvPr id="0" name=""/>
        <dsp:cNvSpPr/>
      </dsp:nvSpPr>
      <dsp:spPr>
        <a:xfrm>
          <a:off x="0" y="204592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Національно-визвольної війни</a:t>
          </a:r>
          <a:endParaRPr lang="uk-UA" sz="2400" kern="1200"/>
        </a:p>
      </dsp:txBody>
      <dsp:txXfrm>
        <a:off x="28100" y="2074022"/>
        <a:ext cx="4880925" cy="519439"/>
      </dsp:txXfrm>
    </dsp:sp>
    <dsp:sp modelId="{C56AE522-F5FA-40F8-AF84-8EA597A684DD}">
      <dsp:nvSpPr>
        <dsp:cNvPr id="0" name=""/>
        <dsp:cNvSpPr/>
      </dsp:nvSpPr>
      <dsp:spPr>
        <a:xfrm>
          <a:off x="0" y="269068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доби «героїчних походів» козацтва</a:t>
          </a:r>
          <a:endParaRPr lang="uk-UA" sz="2400" kern="1200"/>
        </a:p>
      </dsp:txBody>
      <dsp:txXfrm>
        <a:off x="28100" y="2718782"/>
        <a:ext cx="4880925" cy="5194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918F80-9D17-453F-A448-32E3DB0827A6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70C1E4-AFC6-4EBA-897B-07E5ED9DCB09}">
      <dsp:nvSpPr>
        <dsp:cNvPr id="0" name=""/>
        <dsp:cNvSpPr/>
      </dsp:nvSpPr>
      <dsp:spPr>
        <a:xfrm>
          <a:off x="455546" y="309267"/>
          <a:ext cx="442863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Пилявецька</a:t>
          </a:r>
          <a:endParaRPr lang="uk-UA" sz="3200" kern="1200"/>
        </a:p>
      </dsp:txBody>
      <dsp:txXfrm>
        <a:off x="455546" y="309267"/>
        <a:ext cx="4428630" cy="618856"/>
      </dsp:txXfrm>
    </dsp:sp>
    <dsp:sp modelId="{16314D14-8425-483C-AA6C-2546FBBF38C4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AC5AE-73E3-4A82-9020-72023FED859F}">
      <dsp:nvSpPr>
        <dsp:cNvPr id="0" name=""/>
        <dsp:cNvSpPr/>
      </dsp:nvSpPr>
      <dsp:spPr>
        <a:xfrm>
          <a:off x="810351" y="1237712"/>
          <a:ext cx="407382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Зборівська</a:t>
          </a:r>
          <a:endParaRPr lang="uk-UA" sz="3200" kern="1200"/>
        </a:p>
      </dsp:txBody>
      <dsp:txXfrm>
        <a:off x="810351" y="1237712"/>
        <a:ext cx="4073826" cy="618856"/>
      </dsp:txXfrm>
    </dsp:sp>
    <dsp:sp modelId="{0760019E-3E2D-4FFC-B7AE-93820ED471E2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35AE6-6529-4CD0-9DA8-B837643A1121}">
      <dsp:nvSpPr>
        <dsp:cNvPr id="0" name=""/>
        <dsp:cNvSpPr/>
      </dsp:nvSpPr>
      <dsp:spPr>
        <a:xfrm>
          <a:off x="810351" y="2166156"/>
          <a:ext cx="407382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Берестецька</a:t>
          </a:r>
          <a:endParaRPr lang="uk-UA" sz="3200" kern="1200"/>
        </a:p>
      </dsp:txBody>
      <dsp:txXfrm>
        <a:off x="810351" y="2166156"/>
        <a:ext cx="4073826" cy="618856"/>
      </dsp:txXfrm>
    </dsp:sp>
    <dsp:sp modelId="{C9509F45-206D-4A25-B3B7-2588F049C8CA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B8713-1C4B-4C3F-AD5B-A20AEB719A4E}">
      <dsp:nvSpPr>
        <dsp:cNvPr id="0" name=""/>
        <dsp:cNvSpPr/>
      </dsp:nvSpPr>
      <dsp:spPr>
        <a:xfrm>
          <a:off x="455546" y="3094601"/>
          <a:ext cx="442863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Батозька</a:t>
          </a:r>
          <a:endParaRPr lang="uk-UA" sz="3200" kern="1200"/>
        </a:p>
      </dsp:txBody>
      <dsp:txXfrm>
        <a:off x="455546" y="3094601"/>
        <a:ext cx="4428630" cy="618856"/>
      </dsp:txXfrm>
    </dsp:sp>
    <dsp:sp modelId="{C4D51E14-CE72-461A-8ECD-1BB153C10FE8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E4E71-A7F0-4D43-BC5E-BA9462F286FA}">
      <dsp:nvSpPr>
        <dsp:cNvPr id="0" name=""/>
        <dsp:cNvSpPr/>
      </dsp:nvSpPr>
      <dsp:spPr>
        <a:xfrm rot="10800000">
          <a:off x="989293" y="47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обмеження території, підпорядкованої владі гетьмана, Київським воєводством, скорочення козацького реєстру до 20 тис. осіб</a:t>
          </a:r>
          <a:endParaRPr lang="uk-UA" sz="1000" kern="1200"/>
        </a:p>
      </dsp:txBody>
      <dsp:txXfrm rot="10800000">
        <a:off x="1151618" y="472"/>
        <a:ext cx="3120863" cy="649299"/>
      </dsp:txXfrm>
    </dsp:sp>
    <dsp:sp modelId="{351291F2-8A2D-4C0F-B403-9736692024BB}">
      <dsp:nvSpPr>
        <dsp:cNvPr id="0" name=""/>
        <dsp:cNvSpPr/>
      </dsp:nvSpPr>
      <dsp:spPr>
        <a:xfrm>
          <a:off x="664643" y="47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3A7B5-0924-4BB0-8CAE-2D5A5574A1E2}">
      <dsp:nvSpPr>
        <dsp:cNvPr id="0" name=""/>
        <dsp:cNvSpPr/>
      </dsp:nvSpPr>
      <dsp:spPr>
        <a:xfrm rot="10800000">
          <a:off x="989293" y="84359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укладення союзу з Трансільванією, спільні бойові дії козацького та трансільванського військ на території Польщі</a:t>
          </a:r>
          <a:endParaRPr lang="uk-UA" sz="1000" kern="1200"/>
        </a:p>
      </dsp:txBody>
      <dsp:txXfrm rot="10800000">
        <a:off x="1151618" y="843592"/>
        <a:ext cx="3120863" cy="649299"/>
      </dsp:txXfrm>
    </dsp:sp>
    <dsp:sp modelId="{7DD2C001-88E9-4EBF-8686-5F059AA59CE8}">
      <dsp:nvSpPr>
        <dsp:cNvPr id="0" name=""/>
        <dsp:cNvSpPr/>
      </dsp:nvSpPr>
      <dsp:spPr>
        <a:xfrm>
          <a:off x="664643" y="84359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6066E-CFA0-432B-9A31-8860C6CB1438}">
      <dsp:nvSpPr>
        <dsp:cNvPr id="0" name=""/>
        <dsp:cNvSpPr/>
      </dsp:nvSpPr>
      <dsp:spPr>
        <a:xfrm rot="10800000">
          <a:off x="989293" y="168671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визнання польським королем влади гетьмана над Київським, Чернігівським і Брацлавським воєводствами</a:t>
          </a:r>
          <a:endParaRPr lang="uk-UA" sz="1000" kern="1200"/>
        </a:p>
      </dsp:txBody>
      <dsp:txXfrm rot="10800000">
        <a:off x="1151618" y="1686712"/>
        <a:ext cx="3120863" cy="649299"/>
      </dsp:txXfrm>
    </dsp:sp>
    <dsp:sp modelId="{98EA4E54-7D76-4BC9-ABB1-5736B40A36C5}">
      <dsp:nvSpPr>
        <dsp:cNvPr id="0" name=""/>
        <dsp:cNvSpPr/>
      </dsp:nvSpPr>
      <dsp:spPr>
        <a:xfrm>
          <a:off x="664643" y="168671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A93BC-B660-43A0-801D-DBE5940102BA}">
      <dsp:nvSpPr>
        <dsp:cNvPr id="0" name=""/>
        <dsp:cNvSpPr/>
      </dsp:nvSpPr>
      <dsp:spPr>
        <a:xfrm rot="10800000">
          <a:off x="989293" y="252983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звільнення козацькими військами Поділля та Волині, створення сприятливих умов для визволення західноукраїнських земель</a:t>
          </a:r>
          <a:endParaRPr lang="uk-UA" sz="1000" kern="1200"/>
        </a:p>
      </dsp:txBody>
      <dsp:txXfrm rot="10800000">
        <a:off x="1151618" y="2529832"/>
        <a:ext cx="3120863" cy="649299"/>
      </dsp:txXfrm>
    </dsp:sp>
    <dsp:sp modelId="{487F5088-45DE-4FC8-B526-796AF437BF62}">
      <dsp:nvSpPr>
        <dsp:cNvPr id="0" name=""/>
        <dsp:cNvSpPr/>
      </dsp:nvSpPr>
      <dsp:spPr>
        <a:xfrm>
          <a:off x="664643" y="252983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142C8-896A-4336-B839-82109B2AC7EC}">
      <dsp:nvSpPr>
        <dsp:cNvPr id="0" name=""/>
        <dsp:cNvSpPr/>
      </dsp:nvSpPr>
      <dsp:spPr>
        <a:xfrm rot="10800000">
          <a:off x="989293" y="3372953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 dirty="0"/>
            <a:t>відновлення українсько-молдавського союзу, укладення шлюбу Тимоша Хмельницького з </a:t>
          </a:r>
          <a:r>
            <a:rPr lang="uk-UA" sz="1000" b="0" i="0" kern="1200" dirty="0" err="1"/>
            <a:t>Розандою</a:t>
          </a:r>
          <a:r>
            <a:rPr lang="uk-UA" sz="1000" b="0" i="0" kern="1200" dirty="0"/>
            <a:t> Лупу</a:t>
          </a:r>
          <a:endParaRPr lang="uk-UA" sz="1000" kern="1200" dirty="0"/>
        </a:p>
      </dsp:txBody>
      <dsp:txXfrm rot="10800000">
        <a:off x="1151618" y="3372953"/>
        <a:ext cx="3120863" cy="649299"/>
      </dsp:txXfrm>
    </dsp:sp>
    <dsp:sp modelId="{6F25585C-7720-4C91-A6B8-572C41A55A10}">
      <dsp:nvSpPr>
        <dsp:cNvPr id="0" name=""/>
        <dsp:cNvSpPr/>
      </dsp:nvSpPr>
      <dsp:spPr>
        <a:xfrm>
          <a:off x="664643" y="3372953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739C20-F184-4D72-B5FF-B2A1318E008C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0C638F-4C85-47A3-BC3A-F58D25850102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Зборівська</a:t>
          </a:r>
          <a:endParaRPr lang="uk-UA" sz="1800" kern="1200"/>
        </a:p>
      </dsp:txBody>
      <dsp:txXfrm>
        <a:off x="916738" y="458744"/>
        <a:ext cx="1415690" cy="1415690"/>
      </dsp:txXfrm>
    </dsp:sp>
    <dsp:sp modelId="{1879AC1B-0221-4E94-B5C3-EE41E67DF5E5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Берестецька</a:t>
          </a:r>
          <a:endParaRPr lang="uk-UA" sz="1800" kern="1200"/>
        </a:p>
      </dsp:txBody>
      <dsp:txXfrm>
        <a:off x="2606282" y="458744"/>
        <a:ext cx="1415690" cy="1415690"/>
      </dsp:txXfrm>
    </dsp:sp>
    <dsp:sp modelId="{8892BBC9-89B8-40EA-8164-79BA9BEA9ECD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Корсунська</a:t>
          </a:r>
          <a:endParaRPr lang="uk-UA" sz="1800" kern="1200"/>
        </a:p>
      </dsp:txBody>
      <dsp:txXfrm>
        <a:off x="916738" y="2148289"/>
        <a:ext cx="1415690" cy="1415690"/>
      </dsp:txXfrm>
    </dsp:sp>
    <dsp:sp modelId="{776890D3-19D1-4888-9DA8-0B761623B304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Батозька</a:t>
          </a:r>
          <a:endParaRPr lang="uk-UA" sz="1800" kern="1200"/>
        </a:p>
      </dsp:txBody>
      <dsp:txXfrm>
        <a:off x="2606282" y="2148289"/>
        <a:ext cx="1415690" cy="141569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C2B7D-1750-46DA-8503-91539DFB6ADE}">
      <dsp:nvSpPr>
        <dsp:cNvPr id="0" name=""/>
        <dsp:cNvSpPr/>
      </dsp:nvSpPr>
      <dsp:spPr>
        <a:xfrm>
          <a:off x="1851421" y="1253161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7364355-2473-4208-B9E2-3F07AFE95582}">
      <dsp:nvSpPr>
        <dsp:cNvPr id="0" name=""/>
        <dsp:cNvSpPr/>
      </dsp:nvSpPr>
      <dsp:spPr>
        <a:xfrm>
          <a:off x="1752679" y="248103"/>
          <a:ext cx="1431766" cy="8287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1648 р.</a:t>
          </a:r>
          <a:endParaRPr lang="uk-UA" sz="3300" kern="1200"/>
        </a:p>
      </dsp:txBody>
      <dsp:txXfrm>
        <a:off x="1752679" y="248103"/>
        <a:ext cx="1431766" cy="828731"/>
      </dsp:txXfrm>
    </dsp:sp>
    <dsp:sp modelId="{CFF554B5-B7A3-4800-AED9-2F8BEC315EB4}">
      <dsp:nvSpPr>
        <dsp:cNvPr id="0" name=""/>
        <dsp:cNvSpPr/>
      </dsp:nvSpPr>
      <dsp:spPr>
        <a:xfrm>
          <a:off x="2320942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66875B3-E638-43CC-BBE5-57B56F1665E3}">
      <dsp:nvSpPr>
        <dsp:cNvPr id="0" name=""/>
        <dsp:cNvSpPr/>
      </dsp:nvSpPr>
      <dsp:spPr>
        <a:xfrm>
          <a:off x="3653472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1649 р.</a:t>
          </a:r>
          <a:endParaRPr lang="uk-UA" sz="3300" kern="1200"/>
        </a:p>
      </dsp:txBody>
      <dsp:txXfrm>
        <a:off x="3653472" y="1341324"/>
        <a:ext cx="1283652" cy="899262"/>
      </dsp:txXfrm>
    </dsp:sp>
    <dsp:sp modelId="{4BCF0B5F-F6BF-44B3-9BD9-6645C66FDB77}">
      <dsp:nvSpPr>
        <dsp:cNvPr id="0" name=""/>
        <dsp:cNvSpPr/>
      </dsp:nvSpPr>
      <dsp:spPr>
        <a:xfrm>
          <a:off x="2141724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E5396C3-58D8-4039-A0FA-F2A3F81CAC22}">
      <dsp:nvSpPr>
        <dsp:cNvPr id="0" name=""/>
        <dsp:cNvSpPr/>
      </dsp:nvSpPr>
      <dsp:spPr>
        <a:xfrm>
          <a:off x="3455987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1650 р.</a:t>
          </a:r>
          <a:endParaRPr lang="uk-UA" sz="3300" kern="1200"/>
        </a:p>
      </dsp:txBody>
      <dsp:txXfrm>
        <a:off x="3455987" y="2875359"/>
        <a:ext cx="1283652" cy="899262"/>
      </dsp:txXfrm>
    </dsp:sp>
    <dsp:sp modelId="{B00E08AA-5EB7-41EC-93B5-6268CE0CD939}">
      <dsp:nvSpPr>
        <dsp:cNvPr id="0" name=""/>
        <dsp:cNvSpPr/>
      </dsp:nvSpPr>
      <dsp:spPr>
        <a:xfrm>
          <a:off x="1561118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DD68173-A560-4640-BD2E-39380750D8BA}">
      <dsp:nvSpPr>
        <dsp:cNvPr id="0" name=""/>
        <dsp:cNvSpPr/>
      </dsp:nvSpPr>
      <dsp:spPr>
        <a:xfrm>
          <a:off x="197484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1651 р.</a:t>
          </a:r>
          <a:endParaRPr lang="uk-UA" sz="3300" kern="1200"/>
        </a:p>
      </dsp:txBody>
      <dsp:txXfrm>
        <a:off x="197484" y="2875359"/>
        <a:ext cx="1283652" cy="899262"/>
      </dsp:txXfrm>
    </dsp:sp>
    <dsp:sp modelId="{BF0F5FD2-1729-4E39-B72E-6F3191049765}">
      <dsp:nvSpPr>
        <dsp:cNvPr id="0" name=""/>
        <dsp:cNvSpPr/>
      </dsp:nvSpPr>
      <dsp:spPr>
        <a:xfrm>
          <a:off x="1381901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4C8F3D0-F3A8-4F4C-B590-BDDF1C31AE13}">
      <dsp:nvSpPr>
        <dsp:cNvPr id="0" name=""/>
        <dsp:cNvSpPr/>
      </dsp:nvSpPr>
      <dsp:spPr>
        <a:xfrm>
          <a:off x="0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1652 р.</a:t>
          </a:r>
          <a:endParaRPr lang="uk-UA" sz="3300" kern="1200"/>
        </a:p>
      </dsp:txBody>
      <dsp:txXfrm>
        <a:off x="0" y="1341324"/>
        <a:ext cx="1283652" cy="8992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CC964-D6ED-40CF-AC12-098DFAA3EBEB}">
      <dsp:nvSpPr>
        <dsp:cNvPr id="0" name=""/>
        <dsp:cNvSpPr/>
      </dsp:nvSpPr>
      <dsp:spPr>
        <a:xfrm>
          <a:off x="0" y="2434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Берестецька</a:t>
          </a:r>
          <a:endParaRPr lang="uk-UA" sz="3800" kern="1200"/>
        </a:p>
      </dsp:txBody>
      <dsp:txXfrm>
        <a:off x="44492" y="68834"/>
        <a:ext cx="4849728" cy="822446"/>
      </dsp:txXfrm>
    </dsp:sp>
    <dsp:sp modelId="{8FA7FF9D-1347-47EC-9158-4BD7FB97AC0E}">
      <dsp:nvSpPr>
        <dsp:cNvPr id="0" name=""/>
        <dsp:cNvSpPr/>
      </dsp:nvSpPr>
      <dsp:spPr>
        <a:xfrm>
          <a:off x="0" y="104521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Зборівська</a:t>
          </a:r>
          <a:endParaRPr lang="uk-UA" sz="3800" kern="1200"/>
        </a:p>
      </dsp:txBody>
      <dsp:txXfrm>
        <a:off x="44492" y="1089704"/>
        <a:ext cx="4849728" cy="822446"/>
      </dsp:txXfrm>
    </dsp:sp>
    <dsp:sp modelId="{CCF99C9F-01B6-4F84-B16C-9C0910DBA74A}">
      <dsp:nvSpPr>
        <dsp:cNvPr id="0" name=""/>
        <dsp:cNvSpPr/>
      </dsp:nvSpPr>
      <dsp:spPr>
        <a:xfrm>
          <a:off x="0" y="206608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Батозька</a:t>
          </a:r>
          <a:endParaRPr lang="uk-UA" sz="3800" kern="1200"/>
        </a:p>
      </dsp:txBody>
      <dsp:txXfrm>
        <a:off x="44492" y="2110574"/>
        <a:ext cx="4849728" cy="822446"/>
      </dsp:txXfrm>
    </dsp:sp>
    <dsp:sp modelId="{FA840DE8-1107-475A-B089-F9617F5ABC25}">
      <dsp:nvSpPr>
        <dsp:cNvPr id="0" name=""/>
        <dsp:cNvSpPr/>
      </dsp:nvSpPr>
      <dsp:spPr>
        <a:xfrm>
          <a:off x="0" y="308695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Пилявецька</a:t>
          </a:r>
          <a:endParaRPr lang="uk-UA" sz="3800" kern="1200"/>
        </a:p>
      </dsp:txBody>
      <dsp:txXfrm>
        <a:off x="44492" y="3131444"/>
        <a:ext cx="4849728" cy="82244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D72EA-90C7-4066-B045-49EDC549F8A7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6A223-39D1-4946-8246-160C482BD4ED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Жванецька облога</a:t>
          </a:r>
          <a:endParaRPr lang="uk-UA" sz="1500" kern="1200"/>
        </a:p>
      </dsp:txBody>
      <dsp:txXfrm>
        <a:off x="916738" y="458744"/>
        <a:ext cx="1415690" cy="1415690"/>
      </dsp:txXfrm>
    </dsp:sp>
    <dsp:sp modelId="{C4E044C1-1DD2-4BF1-BF0A-309A8F1CAC4F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Зборівська битва</a:t>
          </a:r>
          <a:endParaRPr lang="uk-UA" sz="1500" kern="1200"/>
        </a:p>
      </dsp:txBody>
      <dsp:txXfrm>
        <a:off x="2606282" y="458744"/>
        <a:ext cx="1415690" cy="1415690"/>
      </dsp:txXfrm>
    </dsp:sp>
    <dsp:sp modelId="{9F1745C1-55D4-43F8-81E6-8D805C7A6FA7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Берестецька битва</a:t>
          </a:r>
          <a:endParaRPr lang="uk-UA" sz="1500" kern="1200"/>
        </a:p>
      </dsp:txBody>
      <dsp:txXfrm>
        <a:off x="916738" y="2148289"/>
        <a:ext cx="1415690" cy="1415690"/>
      </dsp:txXfrm>
    </dsp:sp>
    <dsp:sp modelId="{743B3F0B-AE59-4CB5-A786-7ED73FF2F546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Жовтоводська битва</a:t>
          </a:r>
          <a:endParaRPr lang="uk-UA" sz="1500" kern="1200"/>
        </a:p>
      </dsp:txBody>
      <dsp:txXfrm>
        <a:off x="2606282" y="2148289"/>
        <a:ext cx="1415690" cy="141569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7ED6B-43E3-4209-932D-BCC32533C631}">
      <dsp:nvSpPr>
        <dsp:cNvPr id="0" name=""/>
        <dsp:cNvSpPr/>
      </dsp:nvSpPr>
      <dsp:spPr>
        <a:xfrm>
          <a:off x="1851421" y="1253161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594047D-5BCB-43FC-91BC-77110AD055CA}">
      <dsp:nvSpPr>
        <dsp:cNvPr id="0" name=""/>
        <dsp:cNvSpPr/>
      </dsp:nvSpPr>
      <dsp:spPr>
        <a:xfrm>
          <a:off x="1752679" y="248103"/>
          <a:ext cx="1431766" cy="8287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1648 р.</a:t>
          </a:r>
          <a:endParaRPr lang="uk-UA" sz="3300" kern="1200"/>
        </a:p>
      </dsp:txBody>
      <dsp:txXfrm>
        <a:off x="1752679" y="248103"/>
        <a:ext cx="1431766" cy="828731"/>
      </dsp:txXfrm>
    </dsp:sp>
    <dsp:sp modelId="{FB366037-6B17-493B-94B2-FAA30BCC6C5A}">
      <dsp:nvSpPr>
        <dsp:cNvPr id="0" name=""/>
        <dsp:cNvSpPr/>
      </dsp:nvSpPr>
      <dsp:spPr>
        <a:xfrm>
          <a:off x="2320942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7A6A3AA-0853-4F0F-B19A-D6EB46317481}">
      <dsp:nvSpPr>
        <dsp:cNvPr id="0" name=""/>
        <dsp:cNvSpPr/>
      </dsp:nvSpPr>
      <dsp:spPr>
        <a:xfrm>
          <a:off x="3653472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1649 р.</a:t>
          </a:r>
          <a:endParaRPr lang="uk-UA" sz="3300" kern="1200"/>
        </a:p>
      </dsp:txBody>
      <dsp:txXfrm>
        <a:off x="3653472" y="1341324"/>
        <a:ext cx="1283652" cy="899262"/>
      </dsp:txXfrm>
    </dsp:sp>
    <dsp:sp modelId="{19A6BBD0-6315-48FA-8793-C790839C8D30}">
      <dsp:nvSpPr>
        <dsp:cNvPr id="0" name=""/>
        <dsp:cNvSpPr/>
      </dsp:nvSpPr>
      <dsp:spPr>
        <a:xfrm>
          <a:off x="2141724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5916C37-37B3-4F40-93CC-61B647020A10}">
      <dsp:nvSpPr>
        <dsp:cNvPr id="0" name=""/>
        <dsp:cNvSpPr/>
      </dsp:nvSpPr>
      <dsp:spPr>
        <a:xfrm>
          <a:off x="3455987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1651 р.</a:t>
          </a:r>
          <a:endParaRPr lang="uk-UA" sz="3300" kern="1200"/>
        </a:p>
      </dsp:txBody>
      <dsp:txXfrm>
        <a:off x="3455987" y="2875359"/>
        <a:ext cx="1283652" cy="899262"/>
      </dsp:txXfrm>
    </dsp:sp>
    <dsp:sp modelId="{06561152-593C-4C62-883F-9E9C1D63B178}">
      <dsp:nvSpPr>
        <dsp:cNvPr id="0" name=""/>
        <dsp:cNvSpPr/>
      </dsp:nvSpPr>
      <dsp:spPr>
        <a:xfrm>
          <a:off x="1561118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A3E2DD7-ED5A-4213-8F0E-F3D781D5523E}">
      <dsp:nvSpPr>
        <dsp:cNvPr id="0" name=""/>
        <dsp:cNvSpPr/>
      </dsp:nvSpPr>
      <dsp:spPr>
        <a:xfrm>
          <a:off x="197484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1652 р.</a:t>
          </a:r>
          <a:endParaRPr lang="uk-UA" sz="3300" kern="1200"/>
        </a:p>
      </dsp:txBody>
      <dsp:txXfrm>
        <a:off x="197484" y="2875359"/>
        <a:ext cx="1283652" cy="899262"/>
      </dsp:txXfrm>
    </dsp:sp>
    <dsp:sp modelId="{44FFC736-35A9-49CD-A06E-FC4C8B943204}">
      <dsp:nvSpPr>
        <dsp:cNvPr id="0" name=""/>
        <dsp:cNvSpPr/>
      </dsp:nvSpPr>
      <dsp:spPr>
        <a:xfrm>
          <a:off x="1381901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1BFED68-82D9-4FFC-AC83-77C02F937B18}">
      <dsp:nvSpPr>
        <dsp:cNvPr id="0" name=""/>
        <dsp:cNvSpPr/>
      </dsp:nvSpPr>
      <dsp:spPr>
        <a:xfrm>
          <a:off x="0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1653 р.</a:t>
          </a:r>
          <a:endParaRPr lang="uk-UA" sz="3300" kern="1200"/>
        </a:p>
      </dsp:txBody>
      <dsp:txXfrm>
        <a:off x="0" y="1341324"/>
        <a:ext cx="1283652" cy="89926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9FC48-6E23-454A-BDEA-0B91860599FB}">
      <dsp:nvSpPr>
        <dsp:cNvPr id="0" name=""/>
        <dsp:cNvSpPr/>
      </dsp:nvSpPr>
      <dsp:spPr>
        <a:xfrm>
          <a:off x="0" y="8212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утворення Української козацької держави – Війська Запорозького</a:t>
          </a:r>
          <a:endParaRPr lang="uk-UA" sz="2300" kern="1200"/>
        </a:p>
      </dsp:txBody>
      <dsp:txXfrm>
        <a:off x="44664" y="126786"/>
        <a:ext cx="4849384" cy="825612"/>
      </dsp:txXfrm>
    </dsp:sp>
    <dsp:sp modelId="{B97CDC2B-3352-4E6D-A97F-21B361EAD7A6}">
      <dsp:nvSpPr>
        <dsp:cNvPr id="0" name=""/>
        <dsp:cNvSpPr/>
      </dsp:nvSpPr>
      <dsp:spPr>
        <a:xfrm>
          <a:off x="0" y="106330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закріплення розширення кордонів Московської держави</a:t>
          </a:r>
          <a:endParaRPr lang="uk-UA" sz="2300" kern="1200"/>
        </a:p>
      </dsp:txBody>
      <dsp:txXfrm>
        <a:off x="44664" y="1107966"/>
        <a:ext cx="4849384" cy="825612"/>
      </dsp:txXfrm>
    </dsp:sp>
    <dsp:sp modelId="{75E034EA-74AC-4EB5-862C-0B4F6BC3E2D9}">
      <dsp:nvSpPr>
        <dsp:cNvPr id="0" name=""/>
        <dsp:cNvSpPr/>
      </dsp:nvSpPr>
      <dsp:spPr>
        <a:xfrm>
          <a:off x="0" y="204448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перший поділ Речі Посполитої</a:t>
          </a:r>
          <a:endParaRPr lang="uk-UA" sz="2300" kern="1200"/>
        </a:p>
      </dsp:txBody>
      <dsp:txXfrm>
        <a:off x="44664" y="2089146"/>
        <a:ext cx="4849384" cy="825612"/>
      </dsp:txXfrm>
    </dsp:sp>
    <dsp:sp modelId="{63C884FC-037E-4BFC-9A6B-A49668F2D3DF}">
      <dsp:nvSpPr>
        <dsp:cNvPr id="0" name=""/>
        <dsp:cNvSpPr/>
      </dsp:nvSpPr>
      <dsp:spPr>
        <a:xfrm>
          <a:off x="0" y="302566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укладення Білоцерківського мирного договору</a:t>
          </a:r>
          <a:endParaRPr lang="uk-UA" sz="2300" kern="1200"/>
        </a:p>
      </dsp:txBody>
      <dsp:txXfrm>
        <a:off x="44664" y="3070326"/>
        <a:ext cx="4849384" cy="82561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474B9-015F-4086-8111-7E7915E5A108}">
      <dsp:nvSpPr>
        <dsp:cNvPr id="0" name=""/>
        <dsp:cNvSpPr/>
      </dsp:nvSpPr>
      <dsp:spPr>
        <a:xfrm>
          <a:off x="0" y="35941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дозвіл короля на залучення ханом «для допомоги» Війська Запорозького</a:t>
          </a:r>
          <a:endParaRPr lang="uk-UA" sz="1700" kern="1200"/>
        </a:p>
      </dsp:txBody>
      <dsp:txXfrm>
        <a:off x="46424" y="82365"/>
        <a:ext cx="4845864" cy="858142"/>
      </dsp:txXfrm>
    </dsp:sp>
    <dsp:sp modelId="{1D77D6FB-F481-48F8-8A12-1E9C8A90F16C}">
      <dsp:nvSpPr>
        <dsp:cNvPr id="0" name=""/>
        <dsp:cNvSpPr/>
      </dsp:nvSpPr>
      <dsp:spPr>
        <a:xfrm>
          <a:off x="0" y="1035891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отримання шляхтою дозволу повернутися до своїх маєтків, зокрема до розміщених на козацьких територіях</a:t>
          </a:r>
          <a:endParaRPr lang="uk-UA" sz="1700" kern="1200"/>
        </a:p>
      </dsp:txBody>
      <dsp:txXfrm>
        <a:off x="46424" y="1082315"/>
        <a:ext cx="4845864" cy="858142"/>
      </dsp:txXfrm>
    </dsp:sp>
    <dsp:sp modelId="{0667D30E-78A4-44F9-986B-53A7F21BCD14}">
      <dsp:nvSpPr>
        <dsp:cNvPr id="0" name=""/>
        <dsp:cNvSpPr/>
      </dsp:nvSpPr>
      <dsp:spPr>
        <a:xfrm>
          <a:off x="0" y="2035842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виплата Гетьманщиною певної суми коштів до московської скарбниці</a:t>
          </a:r>
          <a:endParaRPr lang="uk-UA" sz="1700" kern="1200"/>
        </a:p>
      </dsp:txBody>
      <dsp:txXfrm>
        <a:off x="46424" y="2082266"/>
        <a:ext cx="4845864" cy="858142"/>
      </dsp:txXfrm>
    </dsp:sp>
    <dsp:sp modelId="{4C14691D-F863-4750-82BC-C5804D2C13D8}">
      <dsp:nvSpPr>
        <dsp:cNvPr id="0" name=""/>
        <dsp:cNvSpPr/>
      </dsp:nvSpPr>
      <dsp:spPr>
        <a:xfrm>
          <a:off x="0" y="3035793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обмеження чисельності козацького реєстрового війська 40 тис. осіб</a:t>
          </a:r>
          <a:endParaRPr lang="uk-UA" sz="1700" kern="1200"/>
        </a:p>
      </dsp:txBody>
      <dsp:txXfrm>
        <a:off x="46424" y="3082217"/>
        <a:ext cx="4845864" cy="85814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ECAA9-D8F3-482B-994B-F8D7BFF89489}">
      <dsp:nvSpPr>
        <dsp:cNvPr id="0" name=""/>
        <dsp:cNvSpPr/>
      </dsp:nvSpPr>
      <dsp:spPr>
        <a:xfrm>
          <a:off x="0" y="362334"/>
          <a:ext cx="4937125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визнання козацькими територіями лише земель Київського воєводства</a:t>
          </a:r>
          <a:endParaRPr lang="uk-UA" sz="1900" kern="1200"/>
        </a:p>
      </dsp:txBody>
      <dsp:txXfrm>
        <a:off x="51885" y="414219"/>
        <a:ext cx="4833355" cy="959101"/>
      </dsp:txXfrm>
    </dsp:sp>
    <dsp:sp modelId="{0AD7AC76-9B95-424B-998F-F80A3691847E}">
      <dsp:nvSpPr>
        <dsp:cNvPr id="0" name=""/>
        <dsp:cNvSpPr/>
      </dsp:nvSpPr>
      <dsp:spPr>
        <a:xfrm>
          <a:off x="0" y="1479926"/>
          <a:ext cx="4937125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отримання Б. Хмельницьким підтвердження гетьманських повноважень і привілею на надання у володіння гетьману м. Чигирина</a:t>
          </a:r>
          <a:endParaRPr lang="uk-UA" sz="1900" kern="1200"/>
        </a:p>
      </dsp:txBody>
      <dsp:txXfrm>
        <a:off x="51885" y="1531811"/>
        <a:ext cx="4833355" cy="959101"/>
      </dsp:txXfrm>
    </dsp:sp>
    <dsp:sp modelId="{8580CB24-BDCB-4A2F-812A-475EE1AF7096}">
      <dsp:nvSpPr>
        <dsp:cNvPr id="0" name=""/>
        <dsp:cNvSpPr/>
      </dsp:nvSpPr>
      <dsp:spPr>
        <a:xfrm>
          <a:off x="0" y="2597518"/>
          <a:ext cx="4937125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позбавлення гетьмана права дипломатичних зносин з іноземними державами</a:t>
          </a:r>
          <a:endParaRPr lang="uk-UA" sz="1900" kern="1200"/>
        </a:p>
      </dsp:txBody>
      <dsp:txXfrm>
        <a:off x="51885" y="2649403"/>
        <a:ext cx="4833355" cy="95910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32568-7F15-4331-BB19-13F8F357AEA0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Жовтоводська, Корсунська</a:t>
          </a:r>
          <a:endParaRPr lang="uk-UA" sz="2300" kern="1200"/>
        </a:p>
      </dsp:txBody>
      <dsp:txXfrm rot="10800000">
        <a:off x="1238024" y="332"/>
        <a:ext cx="3078848" cy="821579"/>
      </dsp:txXfrm>
    </dsp:sp>
    <dsp:sp modelId="{0262AA4C-6E50-40D0-953C-2CEFC9F587E2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80EDF-5167-46FD-9EDE-F1114A8B7D91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Корсунська, Пилявецька</a:t>
          </a:r>
          <a:endParaRPr lang="uk-UA" sz="2300" kern="1200"/>
        </a:p>
      </dsp:txBody>
      <dsp:txXfrm rot="10800000">
        <a:off x="1238024" y="1067159"/>
        <a:ext cx="3078848" cy="821579"/>
      </dsp:txXfrm>
    </dsp:sp>
    <dsp:sp modelId="{84135A1A-BBA1-4788-932B-2558C1770FE1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6EE0D-1409-4F88-A7D4-49BD72C68F11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Пилявецька, Зборівська</a:t>
          </a:r>
          <a:endParaRPr lang="uk-UA" sz="2300" kern="1200"/>
        </a:p>
      </dsp:txBody>
      <dsp:txXfrm rot="10800000">
        <a:off x="1238024" y="2133986"/>
        <a:ext cx="3078848" cy="821579"/>
      </dsp:txXfrm>
    </dsp:sp>
    <dsp:sp modelId="{A834B558-1E36-4425-9F8C-E160C6822AA9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2EBE2-06DA-4F21-B37F-A8865A7ADAA5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Зборівська, Берестецька</a:t>
          </a:r>
          <a:endParaRPr lang="uk-UA" sz="2300" kern="1200"/>
        </a:p>
      </dsp:txBody>
      <dsp:txXfrm rot="10800000">
        <a:off x="1238024" y="3200813"/>
        <a:ext cx="3078848" cy="821579"/>
      </dsp:txXfrm>
    </dsp:sp>
    <dsp:sp modelId="{10C82E17-0B33-44D6-8708-8A2210643A21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528FC-0B38-4456-A523-62339C8A38F7}">
      <dsp:nvSpPr>
        <dsp:cNvPr id="0" name=""/>
        <dsp:cNvSpPr/>
      </dsp:nvSpPr>
      <dsp:spPr>
        <a:xfrm>
          <a:off x="0" y="91547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визначити шлях наступу козацького війська в 1648 р.</a:t>
          </a:r>
          <a:endParaRPr lang="uk-UA" sz="1300" kern="1200"/>
        </a:p>
      </dsp:txBody>
      <dsp:txXfrm>
        <a:off x="25210" y="116757"/>
        <a:ext cx="4886705" cy="466007"/>
      </dsp:txXfrm>
    </dsp:sp>
    <dsp:sp modelId="{8081F3E6-CDFE-464B-BDEE-56FBCD0ABA8F}">
      <dsp:nvSpPr>
        <dsp:cNvPr id="0" name=""/>
        <dsp:cNvSpPr/>
      </dsp:nvSpPr>
      <dsp:spPr>
        <a:xfrm>
          <a:off x="0" y="645414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відслідкувати напрямок походу козаків у 1651 р.</a:t>
          </a:r>
          <a:endParaRPr lang="uk-UA" sz="1300" kern="1200"/>
        </a:p>
      </dsp:txBody>
      <dsp:txXfrm>
        <a:off x="25210" y="670624"/>
        <a:ext cx="4886705" cy="466007"/>
      </dsp:txXfrm>
    </dsp:sp>
    <dsp:sp modelId="{6AFB4D4D-F584-4E1D-95FC-297CAC8AC095}">
      <dsp:nvSpPr>
        <dsp:cNvPr id="0" name=""/>
        <dsp:cNvSpPr/>
      </dsp:nvSpPr>
      <dsp:spPr>
        <a:xfrm>
          <a:off x="0" y="1199281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окреслити територію Української козацької держави за Зборівським миром.</a:t>
          </a:r>
          <a:endParaRPr lang="uk-UA" sz="1300" kern="1200"/>
        </a:p>
      </dsp:txBody>
      <dsp:txXfrm>
        <a:off x="25210" y="1224491"/>
        <a:ext cx="4886705" cy="466007"/>
      </dsp:txXfrm>
    </dsp:sp>
    <dsp:sp modelId="{2335C8ED-9E0B-43B4-A2EF-97D99C79FE7F}">
      <dsp:nvSpPr>
        <dsp:cNvPr id="0" name=""/>
        <dsp:cNvSpPr/>
      </dsp:nvSpPr>
      <dsp:spPr>
        <a:xfrm>
          <a:off x="0" y="1753148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простежити напрямки молдавського походу Б. Хмельницького в 1650 р.</a:t>
          </a:r>
          <a:endParaRPr lang="uk-UA" sz="1300" kern="1200"/>
        </a:p>
      </dsp:txBody>
      <dsp:txXfrm>
        <a:off x="25210" y="1778358"/>
        <a:ext cx="4886705" cy="466007"/>
      </dsp:txXfrm>
    </dsp:sp>
    <dsp:sp modelId="{87C107C0-56D7-4086-8AF6-FAA64EF1BEBF}">
      <dsp:nvSpPr>
        <dsp:cNvPr id="0" name=""/>
        <dsp:cNvSpPr/>
      </dsp:nvSpPr>
      <dsp:spPr>
        <a:xfrm>
          <a:off x="0" y="2307016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показати місце битви, у якій козацьке військо зазнало поразки.</a:t>
          </a:r>
          <a:endParaRPr lang="uk-UA" sz="1300" kern="1200"/>
        </a:p>
      </dsp:txBody>
      <dsp:txXfrm>
        <a:off x="25210" y="2332226"/>
        <a:ext cx="4886705" cy="466007"/>
      </dsp:txXfrm>
    </dsp:sp>
    <dsp:sp modelId="{8BCE960E-2874-476B-9714-C0B8536C5790}">
      <dsp:nvSpPr>
        <dsp:cNvPr id="0" name=""/>
        <dsp:cNvSpPr/>
      </dsp:nvSpPr>
      <dsp:spPr>
        <a:xfrm>
          <a:off x="0" y="2860883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зазначити місце укладення договору, за яким територію Гетьманщини було обмежено Київським воєводством.</a:t>
          </a:r>
          <a:endParaRPr lang="uk-UA" sz="1300" kern="1200"/>
        </a:p>
      </dsp:txBody>
      <dsp:txXfrm>
        <a:off x="25210" y="2886093"/>
        <a:ext cx="4886705" cy="466007"/>
      </dsp:txXfrm>
    </dsp:sp>
    <dsp:sp modelId="{BF32017A-D883-4A4B-9774-9996771B08E8}">
      <dsp:nvSpPr>
        <dsp:cNvPr id="0" name=""/>
        <dsp:cNvSpPr/>
      </dsp:nvSpPr>
      <dsp:spPr>
        <a:xfrm>
          <a:off x="0" y="3414750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указати місце підписання перемир’я між Московською державою та Річчю Посполитою в 1656 р.</a:t>
          </a:r>
          <a:endParaRPr lang="uk-UA" sz="1300" kern="1200"/>
        </a:p>
      </dsp:txBody>
      <dsp:txXfrm>
        <a:off x="25210" y="3439960"/>
        <a:ext cx="4886705" cy="46600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ECAD1-EF4D-4F38-87D2-CB68F9701D33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9C335C-9A74-461F-A915-559C2365B266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1648–1649 рр.</a:t>
          </a:r>
          <a:endParaRPr lang="uk-UA" sz="2800" kern="1200"/>
        </a:p>
      </dsp:txBody>
      <dsp:txXfrm>
        <a:off x="915944" y="458744"/>
        <a:ext cx="1415690" cy="1415690"/>
      </dsp:txXfrm>
    </dsp:sp>
    <dsp:sp modelId="{5B2F8ACC-181F-4780-8550-7321CAFF7362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1650–1651 рр.</a:t>
          </a:r>
          <a:endParaRPr lang="uk-UA" sz="2800" kern="1200"/>
        </a:p>
      </dsp:txBody>
      <dsp:txXfrm>
        <a:off x="2605489" y="458744"/>
        <a:ext cx="1415690" cy="1415690"/>
      </dsp:txXfrm>
    </dsp:sp>
    <dsp:sp modelId="{6031CEC9-35E2-4024-B15E-CCCC21BDA009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1652–1654 рр.</a:t>
          </a:r>
          <a:endParaRPr lang="uk-UA" sz="2800" kern="1200"/>
        </a:p>
      </dsp:txBody>
      <dsp:txXfrm>
        <a:off x="915944" y="2148289"/>
        <a:ext cx="1415690" cy="1415690"/>
      </dsp:txXfrm>
    </dsp:sp>
    <dsp:sp modelId="{4D6B80C5-AA25-415C-975E-3D1086718275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1655–1657 рр.</a:t>
          </a:r>
          <a:endParaRPr lang="uk-UA" sz="2800" kern="1200"/>
        </a:p>
      </dsp:txBody>
      <dsp:txXfrm>
        <a:off x="2605489" y="2148289"/>
        <a:ext cx="1415690" cy="141569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165A6-EBBB-4B66-AE03-812461565D24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8312E-0087-4EC8-AC4A-A7327D40F47A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Жовтоводської</a:t>
          </a:r>
          <a:endParaRPr lang="uk-UA" sz="1500" kern="1200"/>
        </a:p>
      </dsp:txBody>
      <dsp:txXfrm>
        <a:off x="915944" y="458744"/>
        <a:ext cx="1415690" cy="1415690"/>
      </dsp:txXfrm>
    </dsp:sp>
    <dsp:sp modelId="{9496C520-F39F-4C20-A3B9-C2C271292D77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Корсунської</a:t>
          </a:r>
          <a:endParaRPr lang="uk-UA" sz="1500" kern="1200"/>
        </a:p>
      </dsp:txBody>
      <dsp:txXfrm>
        <a:off x="2605489" y="458744"/>
        <a:ext cx="1415690" cy="1415690"/>
      </dsp:txXfrm>
    </dsp:sp>
    <dsp:sp modelId="{A0E144DA-F2D0-4C6E-9BFC-4E9EEE7182FE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Берестецької</a:t>
          </a:r>
          <a:endParaRPr lang="uk-UA" sz="1500" kern="1200"/>
        </a:p>
      </dsp:txBody>
      <dsp:txXfrm>
        <a:off x="915944" y="2148289"/>
        <a:ext cx="1415690" cy="1415690"/>
      </dsp:txXfrm>
    </dsp:sp>
    <dsp:sp modelId="{D7AD7DAE-7FFB-4D12-8DC6-7C6058194BD3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Зборівської</a:t>
          </a:r>
          <a:endParaRPr lang="uk-UA" sz="1500" kern="1200"/>
        </a:p>
      </dsp:txBody>
      <dsp:txXfrm>
        <a:off x="2605489" y="2148289"/>
        <a:ext cx="1415690" cy="141569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5E556-0175-40DA-AFF4-DEBF276CB482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6FEF9B-B2F5-4796-8EFC-9599116E34D3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Берестецька</a:t>
          </a:r>
          <a:endParaRPr lang="uk-UA" sz="1800" kern="1200"/>
        </a:p>
      </dsp:txBody>
      <dsp:txXfrm>
        <a:off x="916738" y="458744"/>
        <a:ext cx="1415690" cy="1415690"/>
      </dsp:txXfrm>
    </dsp:sp>
    <dsp:sp modelId="{F1F81751-C7B6-4FEF-BD49-0245F45E5677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Корсунська</a:t>
          </a:r>
          <a:endParaRPr lang="uk-UA" sz="1800" kern="1200"/>
        </a:p>
      </dsp:txBody>
      <dsp:txXfrm>
        <a:off x="2606282" y="458744"/>
        <a:ext cx="1415690" cy="1415690"/>
      </dsp:txXfrm>
    </dsp:sp>
    <dsp:sp modelId="{34ED6070-AB7C-494C-9783-97518928478D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Батозька</a:t>
          </a:r>
          <a:endParaRPr lang="uk-UA" sz="1800" kern="1200"/>
        </a:p>
      </dsp:txBody>
      <dsp:txXfrm>
        <a:off x="916738" y="2148289"/>
        <a:ext cx="1415690" cy="1415690"/>
      </dsp:txXfrm>
    </dsp:sp>
    <dsp:sp modelId="{A04BC773-000F-48F3-8912-45E51C8FC663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Зборівська</a:t>
          </a:r>
          <a:endParaRPr lang="uk-UA" sz="1800" kern="1200"/>
        </a:p>
      </dsp:txBody>
      <dsp:txXfrm>
        <a:off x="2606282" y="2148289"/>
        <a:ext cx="1415690" cy="141569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D79A0-3E38-423F-A47A-26DE03E8D01C}">
      <dsp:nvSpPr>
        <dsp:cNvPr id="0" name=""/>
        <dsp:cNvSpPr/>
      </dsp:nvSpPr>
      <dsp:spPr>
        <a:xfrm>
          <a:off x="1851421" y="1253161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626F25C-6F18-4587-9097-FD13154F4A75}">
      <dsp:nvSpPr>
        <dsp:cNvPr id="0" name=""/>
        <dsp:cNvSpPr/>
      </dsp:nvSpPr>
      <dsp:spPr>
        <a:xfrm>
          <a:off x="1752679" y="248103"/>
          <a:ext cx="1431766" cy="8287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1648 р.</a:t>
          </a:r>
          <a:endParaRPr lang="uk-UA" sz="3300" kern="1200"/>
        </a:p>
      </dsp:txBody>
      <dsp:txXfrm>
        <a:off x="1752679" y="248103"/>
        <a:ext cx="1431766" cy="828731"/>
      </dsp:txXfrm>
    </dsp:sp>
    <dsp:sp modelId="{CAC7DA7F-895B-4FBD-8964-05968E3545FA}">
      <dsp:nvSpPr>
        <dsp:cNvPr id="0" name=""/>
        <dsp:cNvSpPr/>
      </dsp:nvSpPr>
      <dsp:spPr>
        <a:xfrm>
          <a:off x="2320942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08D0FDC-A1A3-4A9F-BF53-AC9E394E60F9}">
      <dsp:nvSpPr>
        <dsp:cNvPr id="0" name=""/>
        <dsp:cNvSpPr/>
      </dsp:nvSpPr>
      <dsp:spPr>
        <a:xfrm>
          <a:off x="3653472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1649 р.</a:t>
          </a:r>
          <a:endParaRPr lang="uk-UA" sz="3300" kern="1200"/>
        </a:p>
      </dsp:txBody>
      <dsp:txXfrm>
        <a:off x="3653472" y="1341324"/>
        <a:ext cx="1283652" cy="899262"/>
      </dsp:txXfrm>
    </dsp:sp>
    <dsp:sp modelId="{F25AC31E-7C9D-4892-9747-8E6AF9E6ED80}">
      <dsp:nvSpPr>
        <dsp:cNvPr id="0" name=""/>
        <dsp:cNvSpPr/>
      </dsp:nvSpPr>
      <dsp:spPr>
        <a:xfrm>
          <a:off x="2141724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3861D25-38E4-4F37-8C8B-80F3096B8FB2}">
      <dsp:nvSpPr>
        <dsp:cNvPr id="0" name=""/>
        <dsp:cNvSpPr/>
      </dsp:nvSpPr>
      <dsp:spPr>
        <a:xfrm>
          <a:off x="3455987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1650 р.</a:t>
          </a:r>
          <a:endParaRPr lang="uk-UA" sz="3300" kern="1200"/>
        </a:p>
      </dsp:txBody>
      <dsp:txXfrm>
        <a:off x="3455987" y="2875359"/>
        <a:ext cx="1283652" cy="899262"/>
      </dsp:txXfrm>
    </dsp:sp>
    <dsp:sp modelId="{60C83373-E315-461B-B329-73239AFFB42A}">
      <dsp:nvSpPr>
        <dsp:cNvPr id="0" name=""/>
        <dsp:cNvSpPr/>
      </dsp:nvSpPr>
      <dsp:spPr>
        <a:xfrm>
          <a:off x="1561118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9806607-AA7C-40BE-BF80-08344659D500}">
      <dsp:nvSpPr>
        <dsp:cNvPr id="0" name=""/>
        <dsp:cNvSpPr/>
      </dsp:nvSpPr>
      <dsp:spPr>
        <a:xfrm>
          <a:off x="197484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1651 р.</a:t>
          </a:r>
          <a:endParaRPr lang="uk-UA" sz="3300" kern="1200"/>
        </a:p>
      </dsp:txBody>
      <dsp:txXfrm>
        <a:off x="197484" y="2875359"/>
        <a:ext cx="1283652" cy="899262"/>
      </dsp:txXfrm>
    </dsp:sp>
    <dsp:sp modelId="{412D1BEC-13FF-411C-9424-90CFEA72AA35}">
      <dsp:nvSpPr>
        <dsp:cNvPr id="0" name=""/>
        <dsp:cNvSpPr/>
      </dsp:nvSpPr>
      <dsp:spPr>
        <a:xfrm>
          <a:off x="1381901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E13A558-91B7-4489-81CA-016AB5CC5325}">
      <dsp:nvSpPr>
        <dsp:cNvPr id="0" name=""/>
        <dsp:cNvSpPr/>
      </dsp:nvSpPr>
      <dsp:spPr>
        <a:xfrm>
          <a:off x="0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1652 р.</a:t>
          </a:r>
          <a:endParaRPr lang="uk-UA" sz="3300" kern="1200"/>
        </a:p>
      </dsp:txBody>
      <dsp:txXfrm>
        <a:off x="0" y="1341324"/>
        <a:ext cx="1283652" cy="89926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AE070-9498-40AC-B794-2821F0B24595}">
      <dsp:nvSpPr>
        <dsp:cNvPr id="0" name=""/>
        <dsp:cNvSpPr/>
      </dsp:nvSpPr>
      <dsp:spPr>
        <a:xfrm>
          <a:off x="0" y="6651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включення українських земель до складу Московської держави</a:t>
          </a:r>
          <a:endParaRPr lang="uk-UA" sz="2200" kern="1200"/>
        </a:p>
      </dsp:txBody>
      <dsp:txXfrm>
        <a:off x="25759" y="92271"/>
        <a:ext cx="9732245" cy="476152"/>
      </dsp:txXfrm>
    </dsp:sp>
    <dsp:sp modelId="{469C5A86-4FCF-4E7D-AFAF-537C7116D500}">
      <dsp:nvSpPr>
        <dsp:cNvPr id="0" name=""/>
        <dsp:cNvSpPr/>
      </dsp:nvSpPr>
      <dsp:spPr>
        <a:xfrm>
          <a:off x="0" y="65754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забезпечення визнання новоутвореної держави – Гетьманщини</a:t>
          </a:r>
          <a:endParaRPr lang="uk-UA" sz="2200" kern="1200"/>
        </a:p>
      </dsp:txBody>
      <dsp:txXfrm>
        <a:off x="25759" y="683301"/>
        <a:ext cx="9732245" cy="476152"/>
      </dsp:txXfrm>
    </dsp:sp>
    <dsp:sp modelId="{6A95757C-3113-46ED-8318-413B7801AE1F}">
      <dsp:nvSpPr>
        <dsp:cNvPr id="0" name=""/>
        <dsp:cNvSpPr/>
      </dsp:nvSpPr>
      <dsp:spPr>
        <a:xfrm>
          <a:off x="0" y="124857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закріплення здобутків збройної боротьби</a:t>
          </a:r>
          <a:endParaRPr lang="uk-UA" sz="2200" kern="1200"/>
        </a:p>
      </dsp:txBody>
      <dsp:txXfrm>
        <a:off x="25759" y="1274331"/>
        <a:ext cx="9732245" cy="476152"/>
      </dsp:txXfrm>
    </dsp:sp>
    <dsp:sp modelId="{91783F58-DD7C-40B1-8FAC-913577BCFD70}">
      <dsp:nvSpPr>
        <dsp:cNvPr id="0" name=""/>
        <dsp:cNvSpPr/>
      </dsp:nvSpPr>
      <dsp:spPr>
        <a:xfrm>
          <a:off x="0" y="183960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поділ Речі Посполитої на окремі незалежні держави</a:t>
          </a:r>
          <a:endParaRPr lang="uk-UA" sz="2200" kern="1200"/>
        </a:p>
      </dsp:txBody>
      <dsp:txXfrm>
        <a:off x="25759" y="1865361"/>
        <a:ext cx="9732245" cy="476152"/>
      </dsp:txXfrm>
    </dsp:sp>
    <dsp:sp modelId="{8942ADF5-9F24-48E5-964A-3E94923B7505}">
      <dsp:nvSpPr>
        <dsp:cNvPr id="0" name=""/>
        <dsp:cNvSpPr/>
      </dsp:nvSpPr>
      <dsp:spPr>
        <a:xfrm>
          <a:off x="0" y="243063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здобуття королівських регалій</a:t>
          </a:r>
          <a:endParaRPr lang="uk-UA" sz="2200" kern="1200"/>
        </a:p>
      </dsp:txBody>
      <dsp:txXfrm>
        <a:off x="25759" y="2456391"/>
        <a:ext cx="9732245" cy="476152"/>
      </dsp:txXfrm>
    </dsp:sp>
    <dsp:sp modelId="{B9CB55B6-77FC-4AB6-AADB-7D3906C43CF6}">
      <dsp:nvSpPr>
        <dsp:cNvPr id="0" name=""/>
        <dsp:cNvSpPr/>
      </dsp:nvSpPr>
      <dsp:spPr>
        <a:xfrm>
          <a:off x="0" y="302166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пошук союзників у боротьбі з Річчю Посполитою</a:t>
          </a:r>
          <a:endParaRPr lang="uk-UA" sz="2200" kern="1200"/>
        </a:p>
      </dsp:txBody>
      <dsp:txXfrm>
        <a:off x="25759" y="3047421"/>
        <a:ext cx="9732245" cy="476152"/>
      </dsp:txXfrm>
    </dsp:sp>
    <dsp:sp modelId="{A8BB377B-D620-477E-8A08-8E1046672F42}">
      <dsp:nvSpPr>
        <dsp:cNvPr id="0" name=""/>
        <dsp:cNvSpPr/>
      </dsp:nvSpPr>
      <dsp:spPr>
        <a:xfrm>
          <a:off x="0" y="361269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приєднання земель Слобідської України до Гетьманщини</a:t>
          </a:r>
          <a:endParaRPr lang="uk-UA" sz="2200" kern="1200"/>
        </a:p>
      </dsp:txBody>
      <dsp:txXfrm>
        <a:off x="25759" y="3638451"/>
        <a:ext cx="9732245" cy="47615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10F0F-9D1E-4267-AFC0-7EA7744D56AD}">
      <dsp:nvSpPr>
        <dsp:cNvPr id="0" name=""/>
        <dsp:cNvSpPr/>
      </dsp:nvSpPr>
      <dsp:spPr>
        <a:xfrm rot="10800000">
          <a:off x="1853230" y="3750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ускладнення українсько-московських відносин, створення воєнно-політичного союзу Гетьманщини, Трансільванії та Швеції проти Речі Посполитої</a:t>
          </a:r>
          <a:endParaRPr lang="uk-UA" sz="1700" kern="1200"/>
        </a:p>
      </dsp:txBody>
      <dsp:txXfrm rot="10800000">
        <a:off x="2067680" y="3750"/>
        <a:ext cx="6291752" cy="857799"/>
      </dsp:txXfrm>
    </dsp:sp>
    <dsp:sp modelId="{CAF4D435-5A24-4DE2-8371-F9FB7DCA9774}">
      <dsp:nvSpPr>
        <dsp:cNvPr id="0" name=""/>
        <dsp:cNvSpPr/>
      </dsp:nvSpPr>
      <dsp:spPr>
        <a:xfrm>
          <a:off x="1424330" y="3750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62185-B7CA-4E25-BFD6-0253D9ACCA62}">
      <dsp:nvSpPr>
        <dsp:cNvPr id="0" name=""/>
        <dsp:cNvSpPr/>
      </dsp:nvSpPr>
      <dsp:spPr>
        <a:xfrm rot="10800000">
          <a:off x="1853230" y="1117608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укладення договору про взаємодопомогу між Річчю Посполитою та Кримським ханством, вторгнення польського й татарського війська на Поділля</a:t>
          </a:r>
          <a:endParaRPr lang="uk-UA" sz="1700" kern="1200"/>
        </a:p>
      </dsp:txBody>
      <dsp:txXfrm rot="10800000">
        <a:off x="2067680" y="1117608"/>
        <a:ext cx="6291752" cy="857799"/>
      </dsp:txXfrm>
    </dsp:sp>
    <dsp:sp modelId="{248C8552-83BF-4859-924C-81D0CA2934BE}">
      <dsp:nvSpPr>
        <dsp:cNvPr id="0" name=""/>
        <dsp:cNvSpPr/>
      </dsp:nvSpPr>
      <dsp:spPr>
        <a:xfrm>
          <a:off x="1424330" y="1117608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4B529-9199-41E2-BA7F-6001B18FEA7C}">
      <dsp:nvSpPr>
        <dsp:cNvPr id="0" name=""/>
        <dsp:cNvSpPr/>
      </dsp:nvSpPr>
      <dsp:spPr>
        <a:xfrm rot="10800000">
          <a:off x="1853230" y="2231467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розрив Гетьманщиною союзу з Московським царством, ухвалення рішення про перехід під протекторат Османської імперії</a:t>
          </a:r>
          <a:endParaRPr lang="uk-UA" sz="1700" kern="1200"/>
        </a:p>
      </dsp:txBody>
      <dsp:txXfrm rot="10800000">
        <a:off x="2067680" y="2231467"/>
        <a:ext cx="6291752" cy="857799"/>
      </dsp:txXfrm>
    </dsp:sp>
    <dsp:sp modelId="{0CDE8A3D-3F92-4CDE-93A1-73514074D714}">
      <dsp:nvSpPr>
        <dsp:cNvPr id="0" name=""/>
        <dsp:cNvSpPr/>
      </dsp:nvSpPr>
      <dsp:spPr>
        <a:xfrm>
          <a:off x="1424330" y="2231467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76927-6A6D-4760-91EB-6A9D97A54A71}">
      <dsp:nvSpPr>
        <dsp:cNvPr id="0" name=""/>
        <dsp:cNvSpPr/>
      </dsp:nvSpPr>
      <dsp:spPr>
        <a:xfrm rot="10800000">
          <a:off x="1853230" y="3345325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остаточне закріплення територіального поділу Гетьманщини, участь козацьких полків у військових походах проти Кримського ханства</a:t>
          </a:r>
          <a:endParaRPr lang="uk-UA" sz="1700" kern="1200"/>
        </a:p>
      </dsp:txBody>
      <dsp:txXfrm rot="10800000">
        <a:off x="2067680" y="3345325"/>
        <a:ext cx="6291752" cy="857799"/>
      </dsp:txXfrm>
    </dsp:sp>
    <dsp:sp modelId="{1760ABB0-1F32-4876-93E6-1435402D604F}">
      <dsp:nvSpPr>
        <dsp:cNvPr id="0" name=""/>
        <dsp:cNvSpPr/>
      </dsp:nvSpPr>
      <dsp:spPr>
        <a:xfrm>
          <a:off x="1424330" y="3345325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660ED8-66E4-42B3-8CD4-3D74A726F7F8}">
      <dsp:nvSpPr>
        <dsp:cNvPr id="0" name=""/>
        <dsp:cNvSpPr/>
      </dsp:nvSpPr>
      <dsp:spPr>
        <a:xfrm>
          <a:off x="0" y="74389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здійснення Молдавських походів козацького війська.</a:t>
          </a:r>
          <a:endParaRPr lang="uk-UA" sz="2600" kern="1200"/>
        </a:p>
      </dsp:txBody>
      <dsp:txXfrm>
        <a:off x="30442" y="774339"/>
        <a:ext cx="9722879" cy="562726"/>
      </dsp:txXfrm>
    </dsp:sp>
    <dsp:sp modelId="{61FC3D8D-7EFF-4B08-8F4C-83F97B5CA23E}">
      <dsp:nvSpPr>
        <dsp:cNvPr id="0" name=""/>
        <dsp:cNvSpPr/>
      </dsp:nvSpPr>
      <dsp:spPr>
        <a:xfrm>
          <a:off x="0" y="144238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пошуку нових союзників у війні з Річчю Посполитою.</a:t>
          </a:r>
          <a:endParaRPr lang="uk-UA" sz="2600" kern="1200"/>
        </a:p>
      </dsp:txBody>
      <dsp:txXfrm>
        <a:off x="30442" y="1472829"/>
        <a:ext cx="9722879" cy="562726"/>
      </dsp:txXfrm>
    </dsp:sp>
    <dsp:sp modelId="{154B99E7-DAA5-4360-8FF4-7FF787362902}">
      <dsp:nvSpPr>
        <dsp:cNvPr id="0" name=""/>
        <dsp:cNvSpPr/>
      </dsp:nvSpPr>
      <dsp:spPr>
        <a:xfrm>
          <a:off x="0" y="214087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підписання «Березневих статей» з Московською державою.</a:t>
          </a:r>
          <a:endParaRPr lang="uk-UA" sz="2600" kern="1200"/>
        </a:p>
      </dsp:txBody>
      <dsp:txXfrm>
        <a:off x="30442" y="2171319"/>
        <a:ext cx="9722879" cy="562726"/>
      </dsp:txXfrm>
    </dsp:sp>
    <dsp:sp modelId="{5CD73164-790C-40C5-A282-28E6E4D11A8B}">
      <dsp:nvSpPr>
        <dsp:cNvPr id="0" name=""/>
        <dsp:cNvSpPr/>
      </dsp:nvSpPr>
      <dsp:spPr>
        <a:xfrm>
          <a:off x="0" y="283936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об’єднання Слобідської України й Гетьманщини в єдину державу</a:t>
          </a:r>
          <a:endParaRPr lang="uk-UA" sz="2600" kern="1200"/>
        </a:p>
      </dsp:txBody>
      <dsp:txXfrm>
        <a:off x="30442" y="2869809"/>
        <a:ext cx="9722879" cy="56272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5FCD6-F510-42EA-8563-13C604400EEC}">
      <dsp:nvSpPr>
        <dsp:cNvPr id="0" name=""/>
        <dsp:cNvSpPr/>
      </dsp:nvSpPr>
      <dsp:spPr>
        <a:xfrm>
          <a:off x="0" y="11814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вирішення проблеми браку кінноти у власному війську</a:t>
          </a:r>
          <a:endParaRPr lang="uk-UA" sz="1800" kern="1200"/>
        </a:p>
      </dsp:txBody>
      <dsp:txXfrm>
        <a:off x="49154" y="60968"/>
        <a:ext cx="4656254" cy="908623"/>
      </dsp:txXfrm>
    </dsp:sp>
    <dsp:sp modelId="{66F0B54D-969E-4589-A12C-9AD42F7CD47A}">
      <dsp:nvSpPr>
        <dsp:cNvPr id="0" name=""/>
        <dsp:cNvSpPr/>
      </dsp:nvSpPr>
      <dsp:spPr>
        <a:xfrm>
          <a:off x="0" y="1070586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легітимізація влади Б. Хмельницького, започаткування власної династії</a:t>
          </a:r>
          <a:endParaRPr lang="uk-UA" sz="1800" kern="1200"/>
        </a:p>
      </dsp:txBody>
      <dsp:txXfrm>
        <a:off x="49154" y="1119740"/>
        <a:ext cx="4656254" cy="908623"/>
      </dsp:txXfrm>
    </dsp:sp>
    <dsp:sp modelId="{5D0405FD-BE59-4957-B447-CCE38C705325}">
      <dsp:nvSpPr>
        <dsp:cNvPr id="0" name=""/>
        <dsp:cNvSpPr/>
      </dsp:nvSpPr>
      <dsp:spPr>
        <a:xfrm>
          <a:off x="0" y="2129357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пошук нових союзників після укладення Віленського московсько-польського перемир’я</a:t>
          </a:r>
          <a:endParaRPr lang="uk-UA" sz="1800" kern="1200"/>
        </a:p>
      </dsp:txBody>
      <dsp:txXfrm>
        <a:off x="49154" y="2178511"/>
        <a:ext cx="4656254" cy="908623"/>
      </dsp:txXfrm>
    </dsp:sp>
    <dsp:sp modelId="{7A5A8A89-A786-4F09-9007-45BC4716F2D9}">
      <dsp:nvSpPr>
        <dsp:cNvPr id="0" name=""/>
        <dsp:cNvSpPr/>
      </dsp:nvSpPr>
      <dsp:spPr>
        <a:xfrm>
          <a:off x="0" y="3188128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спроба досягнення компромісу з Річчю Посполитою</a:t>
          </a:r>
          <a:endParaRPr lang="uk-UA" sz="1800" kern="1200"/>
        </a:p>
      </dsp:txBody>
      <dsp:txXfrm>
        <a:off x="49154" y="3237282"/>
        <a:ext cx="4656254" cy="908623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05798-BC9C-4E38-88D8-E56EF0015FD5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149A4D-86FF-4AC3-AACD-2EAD2D3BC28F}">
      <dsp:nvSpPr>
        <dsp:cNvPr id="0" name=""/>
        <dsp:cNvSpPr/>
      </dsp:nvSpPr>
      <dsp:spPr>
        <a:xfrm>
          <a:off x="397740" y="262845"/>
          <a:ext cx="4299378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здійснення Молдавських походів</a:t>
          </a:r>
          <a:endParaRPr lang="uk-UA" sz="1100" kern="1200"/>
        </a:p>
      </dsp:txBody>
      <dsp:txXfrm>
        <a:off x="397740" y="262845"/>
        <a:ext cx="4299378" cy="526027"/>
      </dsp:txXfrm>
    </dsp:sp>
    <dsp:sp modelId="{ABC1BCDD-BBF5-43FA-9793-97842988B7FB}">
      <dsp:nvSpPr>
        <dsp:cNvPr id="0" name=""/>
        <dsp:cNvSpPr/>
      </dsp:nvSpPr>
      <dsp:spPr>
        <a:xfrm>
          <a:off x="68973" y="197092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44613-1A63-4D86-8D24-522D335C6DD1}">
      <dsp:nvSpPr>
        <dsp:cNvPr id="0" name=""/>
        <dsp:cNvSpPr/>
      </dsp:nvSpPr>
      <dsp:spPr>
        <a:xfrm>
          <a:off x="774676" y="1051634"/>
          <a:ext cx="3922442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укладення угоди про військовий союз із Трансільванським князівством і Шведським королівством</a:t>
          </a:r>
          <a:endParaRPr lang="uk-UA" sz="1100" kern="1200"/>
        </a:p>
      </dsp:txBody>
      <dsp:txXfrm>
        <a:off x="774676" y="1051634"/>
        <a:ext cx="3922442" cy="526027"/>
      </dsp:txXfrm>
    </dsp:sp>
    <dsp:sp modelId="{8D6F7963-0D91-46D7-98E5-F45F9C3D3594}">
      <dsp:nvSpPr>
        <dsp:cNvPr id="0" name=""/>
        <dsp:cNvSpPr/>
      </dsp:nvSpPr>
      <dsp:spPr>
        <a:xfrm>
          <a:off x="445909" y="985881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924AC-2A21-4103-BBE5-43851AB1E932}">
      <dsp:nvSpPr>
        <dsp:cNvPr id="0" name=""/>
        <dsp:cNvSpPr/>
      </dsp:nvSpPr>
      <dsp:spPr>
        <a:xfrm>
          <a:off x="890365" y="1840423"/>
          <a:ext cx="3806753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укладення воєнно-політичного союзу з Кримським ханством</a:t>
          </a:r>
          <a:endParaRPr lang="uk-UA" sz="1100" kern="1200"/>
        </a:p>
      </dsp:txBody>
      <dsp:txXfrm>
        <a:off x="890365" y="1840423"/>
        <a:ext cx="3806753" cy="526027"/>
      </dsp:txXfrm>
    </dsp:sp>
    <dsp:sp modelId="{4B6EA37E-2DAD-4D81-BE39-469D8D990EDF}">
      <dsp:nvSpPr>
        <dsp:cNvPr id="0" name=""/>
        <dsp:cNvSpPr/>
      </dsp:nvSpPr>
      <dsp:spPr>
        <a:xfrm>
          <a:off x="561598" y="1774670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3B9ED5-2514-409D-90B4-6AC49C5E800B}">
      <dsp:nvSpPr>
        <dsp:cNvPr id="0" name=""/>
        <dsp:cNvSpPr/>
      </dsp:nvSpPr>
      <dsp:spPr>
        <a:xfrm>
          <a:off x="774676" y="2629212"/>
          <a:ext cx="3922442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листування з лорд-протектором Англії, Шотландії та Ірландії О. Кромвелем</a:t>
          </a:r>
          <a:endParaRPr lang="uk-UA" sz="1100" kern="1200"/>
        </a:p>
      </dsp:txBody>
      <dsp:txXfrm>
        <a:off x="774676" y="2629212"/>
        <a:ext cx="3922442" cy="526027"/>
      </dsp:txXfrm>
    </dsp:sp>
    <dsp:sp modelId="{C45B7A9F-9E59-41D6-8F68-FBF04ACE5FC1}">
      <dsp:nvSpPr>
        <dsp:cNvPr id="0" name=""/>
        <dsp:cNvSpPr/>
      </dsp:nvSpPr>
      <dsp:spPr>
        <a:xfrm>
          <a:off x="445909" y="2563459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7CD76-3ECB-45C6-8498-CE92CE89AEAB}">
      <dsp:nvSpPr>
        <dsp:cNvPr id="0" name=""/>
        <dsp:cNvSpPr/>
      </dsp:nvSpPr>
      <dsp:spPr>
        <a:xfrm>
          <a:off x="397740" y="3418001"/>
          <a:ext cx="4299378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підписання Зборівського договору</a:t>
          </a:r>
          <a:endParaRPr lang="uk-UA" sz="1100" kern="1200"/>
        </a:p>
      </dsp:txBody>
      <dsp:txXfrm>
        <a:off x="397740" y="3418001"/>
        <a:ext cx="4299378" cy="526027"/>
      </dsp:txXfrm>
    </dsp:sp>
    <dsp:sp modelId="{34AF2BF5-2CBA-4EE1-B806-6D8F40EE2D43}">
      <dsp:nvSpPr>
        <dsp:cNvPr id="0" name=""/>
        <dsp:cNvSpPr/>
      </dsp:nvSpPr>
      <dsp:spPr>
        <a:xfrm>
          <a:off x="68973" y="3352248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347D7-B09D-4AFC-9E4B-2DD10E5EBD76}">
      <dsp:nvSpPr>
        <dsp:cNvPr id="0" name=""/>
        <dsp:cNvSpPr/>
      </dsp:nvSpPr>
      <dsp:spPr>
        <a:xfrm>
          <a:off x="0" y="15437"/>
          <a:ext cx="4754562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 dirty="0"/>
            <a:t>«</a:t>
          </a:r>
          <a:r>
            <a:rPr lang="ru-RU" sz="2000" b="0" i="1" kern="1200" dirty="0" err="1"/>
            <a:t>Найясніший</a:t>
          </a:r>
          <a:r>
            <a:rPr lang="ru-RU" sz="2000" b="0" i="1" kern="1200" dirty="0"/>
            <a:t> князю </a:t>
          </a:r>
          <a:r>
            <a:rPr lang="ru-RU" sz="2000" b="0" i="1" kern="1200" dirty="0" err="1"/>
            <a:t>Трансільванії</a:t>
          </a:r>
          <a:r>
            <a:rPr lang="ru-RU" sz="2000" b="0" i="1" kern="1200" dirty="0"/>
            <a:t>, наш </a:t>
          </a:r>
          <a:r>
            <a:rPr lang="ru-RU" sz="2000" b="0" i="1" kern="1200" dirty="0" err="1"/>
            <a:t>вельмишановний</a:t>
          </a:r>
          <a:r>
            <a:rPr lang="ru-RU" sz="2000" b="0" i="1" kern="1200" dirty="0"/>
            <a:t> пане й друже. Не без </a:t>
          </a:r>
          <a:r>
            <a:rPr lang="ru-RU" sz="2000" b="0" i="1" kern="1200" dirty="0" err="1"/>
            <a:t>особливої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прихильності</a:t>
          </a:r>
          <a:r>
            <a:rPr lang="ru-RU" sz="2000" b="0" i="1" kern="1200" dirty="0"/>
            <a:t> одержали ми листа </a:t>
          </a:r>
          <a:r>
            <a:rPr lang="ru-RU" sz="2000" b="0" i="1" kern="1200" dirty="0" err="1"/>
            <a:t>вашої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найяснішої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величності</a:t>
          </a:r>
          <a:r>
            <a:rPr lang="ru-RU" sz="2000" b="0" i="1" kern="1200" dirty="0"/>
            <a:t>.., де нас </a:t>
          </a:r>
          <a:r>
            <a:rPr lang="ru-RU" sz="2000" b="0" i="1" kern="1200" dirty="0" err="1"/>
            <a:t>запрошують</a:t>
          </a:r>
          <a:r>
            <a:rPr lang="ru-RU" sz="2000" b="0" i="1" kern="1200" dirty="0"/>
            <a:t> </a:t>
          </a:r>
          <a:r>
            <a:rPr lang="ru-RU" sz="2000" b="0" i="1" kern="1200" dirty="0" err="1"/>
            <a:t>увійти</a:t>
          </a:r>
          <a:r>
            <a:rPr lang="ru-RU" sz="2000" b="0" i="1" kern="1200" dirty="0"/>
            <a:t> в </a:t>
          </a:r>
          <a:r>
            <a:rPr lang="ru-RU" sz="2000" b="0" i="1" kern="1200" dirty="0" err="1"/>
            <a:t>братський</a:t>
          </a:r>
          <a:r>
            <a:rPr lang="ru-RU" sz="2000" b="0" i="1" kern="1200" dirty="0"/>
            <a:t> союз </a:t>
          </a:r>
          <a:r>
            <a:rPr lang="ru-RU" sz="2000" b="0" i="1" kern="1200" dirty="0" err="1"/>
            <a:t>із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найяснішим</a:t>
          </a:r>
          <a:r>
            <a:rPr lang="ru-RU" sz="2000" b="0" i="1" kern="1200" dirty="0"/>
            <a:t> королем </a:t>
          </a:r>
          <a:r>
            <a:rPr lang="ru-RU" sz="2000" b="0" i="1" kern="1200" dirty="0" err="1"/>
            <a:t>Швеції</a:t>
          </a:r>
          <a:r>
            <a:rPr lang="ru-RU" sz="2000" b="0" i="1" kern="1200" dirty="0"/>
            <a:t>…»</a:t>
          </a:r>
          <a:endParaRPr lang="uk-UA" sz="2000" kern="1200" dirty="0"/>
        </a:p>
      </dsp:txBody>
      <dsp:txXfrm>
        <a:off x="100522" y="115959"/>
        <a:ext cx="4553518" cy="1858156"/>
      </dsp:txXfrm>
    </dsp:sp>
    <dsp:sp modelId="{2FA327A6-9886-46C1-AEF1-A9BD805267F0}">
      <dsp:nvSpPr>
        <dsp:cNvPr id="0" name=""/>
        <dsp:cNvSpPr/>
      </dsp:nvSpPr>
      <dsp:spPr>
        <a:xfrm>
          <a:off x="0" y="2132237"/>
          <a:ext cx="4754562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/>
            <a:t>«А на його милість короля… ми не підносили рук, бо коли під Берестечком наше військо не зазнало милосердя його королівської милості, то мусили, як пану своєму, уступити… прагнучи вже дальшого миру…»</a:t>
          </a:r>
          <a:endParaRPr lang="uk-UA" sz="2000" kern="1200"/>
        </a:p>
      </dsp:txBody>
      <dsp:txXfrm>
        <a:off x="100522" y="2232759"/>
        <a:ext cx="4553518" cy="185815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0911C-919A-4AC7-BD5E-4A14EB0A6AF3}">
      <dsp:nvSpPr>
        <dsp:cNvPr id="0" name=""/>
        <dsp:cNvSpPr/>
      </dsp:nvSpPr>
      <dsp:spPr>
        <a:xfrm>
          <a:off x="-2623885" y="-53115"/>
          <a:ext cx="3132063" cy="3132063"/>
        </a:xfrm>
        <a:prstGeom prst="blockArc">
          <a:avLst>
            <a:gd name="adj1" fmla="val 18900000"/>
            <a:gd name="adj2" fmla="val 2700000"/>
            <a:gd name="adj3" fmla="val 69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43C4A4-0425-4D0E-A901-999DF45A0BBD}">
      <dsp:nvSpPr>
        <dsp:cNvPr id="0" name=""/>
        <dsp:cNvSpPr/>
      </dsp:nvSpPr>
      <dsp:spPr>
        <a:xfrm>
          <a:off x="223600" y="496833"/>
          <a:ext cx="1606614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1649 р.</a:t>
          </a:r>
          <a:endParaRPr lang="uk-UA" sz="1500" kern="1200"/>
        </a:p>
      </dsp:txBody>
      <dsp:txXfrm>
        <a:off x="223600" y="496833"/>
        <a:ext cx="1606614" cy="290388"/>
      </dsp:txXfrm>
    </dsp:sp>
    <dsp:sp modelId="{A649461A-F0A5-44F4-B78A-9AF97C7BBEA3}">
      <dsp:nvSpPr>
        <dsp:cNvPr id="0" name=""/>
        <dsp:cNvSpPr/>
      </dsp:nvSpPr>
      <dsp:spPr>
        <a:xfrm>
          <a:off x="42107" y="460535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AAFF0-80C5-407D-9089-CDB91D1C4BF6}">
      <dsp:nvSpPr>
        <dsp:cNvPr id="0" name=""/>
        <dsp:cNvSpPr/>
      </dsp:nvSpPr>
      <dsp:spPr>
        <a:xfrm>
          <a:off x="431685" y="932277"/>
          <a:ext cx="1398530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1651 р.</a:t>
          </a:r>
          <a:endParaRPr lang="uk-UA" sz="1500" kern="1200"/>
        </a:p>
      </dsp:txBody>
      <dsp:txXfrm>
        <a:off x="431685" y="932277"/>
        <a:ext cx="1398530" cy="290388"/>
      </dsp:txXfrm>
    </dsp:sp>
    <dsp:sp modelId="{A7566319-4610-4AAF-B3CA-D4DE4EA4532C}">
      <dsp:nvSpPr>
        <dsp:cNvPr id="0" name=""/>
        <dsp:cNvSpPr/>
      </dsp:nvSpPr>
      <dsp:spPr>
        <a:xfrm>
          <a:off x="250192" y="895979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37EBDB-37F2-434C-A02B-B9B45BACFF0C}">
      <dsp:nvSpPr>
        <dsp:cNvPr id="0" name=""/>
        <dsp:cNvSpPr/>
      </dsp:nvSpPr>
      <dsp:spPr>
        <a:xfrm>
          <a:off x="495550" y="1367722"/>
          <a:ext cx="1334665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1653 р.</a:t>
          </a:r>
          <a:endParaRPr lang="uk-UA" sz="1500" kern="1200"/>
        </a:p>
      </dsp:txBody>
      <dsp:txXfrm>
        <a:off x="495550" y="1367722"/>
        <a:ext cx="1334665" cy="290388"/>
      </dsp:txXfrm>
    </dsp:sp>
    <dsp:sp modelId="{E1948FB1-82EB-4EE8-8E50-85B9665D6174}">
      <dsp:nvSpPr>
        <dsp:cNvPr id="0" name=""/>
        <dsp:cNvSpPr/>
      </dsp:nvSpPr>
      <dsp:spPr>
        <a:xfrm>
          <a:off x="314057" y="1331423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4EFF1A-C295-403B-9B30-D1024A13FFD9}">
      <dsp:nvSpPr>
        <dsp:cNvPr id="0" name=""/>
        <dsp:cNvSpPr/>
      </dsp:nvSpPr>
      <dsp:spPr>
        <a:xfrm>
          <a:off x="431685" y="1803166"/>
          <a:ext cx="1398530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1656 р.</a:t>
          </a:r>
          <a:endParaRPr lang="uk-UA" sz="1500" kern="1200"/>
        </a:p>
      </dsp:txBody>
      <dsp:txXfrm>
        <a:off x="431685" y="1803166"/>
        <a:ext cx="1398530" cy="290388"/>
      </dsp:txXfrm>
    </dsp:sp>
    <dsp:sp modelId="{146C2514-E823-4F25-981D-709C51D5056E}">
      <dsp:nvSpPr>
        <dsp:cNvPr id="0" name=""/>
        <dsp:cNvSpPr/>
      </dsp:nvSpPr>
      <dsp:spPr>
        <a:xfrm>
          <a:off x="250192" y="1766867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20460C-941B-4721-B46A-06035BE0B715}">
      <dsp:nvSpPr>
        <dsp:cNvPr id="0" name=""/>
        <dsp:cNvSpPr/>
      </dsp:nvSpPr>
      <dsp:spPr>
        <a:xfrm>
          <a:off x="223600" y="2238610"/>
          <a:ext cx="1606614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1657 р.</a:t>
          </a:r>
          <a:endParaRPr lang="uk-UA" sz="1500" kern="1200"/>
        </a:p>
      </dsp:txBody>
      <dsp:txXfrm>
        <a:off x="223600" y="2238610"/>
        <a:ext cx="1606614" cy="290388"/>
      </dsp:txXfrm>
    </dsp:sp>
    <dsp:sp modelId="{88FDA174-61CD-4B49-8E89-0BB616C5F428}">
      <dsp:nvSpPr>
        <dsp:cNvPr id="0" name=""/>
        <dsp:cNvSpPr/>
      </dsp:nvSpPr>
      <dsp:spPr>
        <a:xfrm>
          <a:off x="42107" y="2202311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1FD49-A235-48E2-9368-94EE59376E26}">
      <dsp:nvSpPr>
        <dsp:cNvPr id="0" name=""/>
        <dsp:cNvSpPr/>
      </dsp:nvSpPr>
      <dsp:spPr>
        <a:xfrm>
          <a:off x="0" y="87668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i="1" kern="1200" dirty="0"/>
            <a:t>«</a:t>
          </a:r>
          <a:r>
            <a:rPr lang="ru-RU" sz="2000" i="1" kern="1200" dirty="0" err="1"/>
            <a:t>Вимагаємо</a:t>
          </a:r>
          <a:r>
            <a:rPr lang="ru-RU" sz="2000" i="1" kern="1200" dirty="0"/>
            <a:t>, як уже </a:t>
          </a:r>
          <a:r>
            <a:rPr lang="ru-RU" sz="2000" i="1" kern="1200" dirty="0" err="1"/>
            <a:t>вище</a:t>
          </a:r>
          <a:r>
            <a:rPr lang="ru-RU" sz="2000" i="1" kern="1200" dirty="0"/>
            <a:t> </a:t>
          </a:r>
          <a:r>
            <a:rPr lang="ru-RU" sz="2000" i="1" kern="1200" dirty="0" err="1"/>
            <a:t>було</a:t>
          </a:r>
          <a:r>
            <a:rPr lang="ru-RU" sz="2000" i="1" kern="1200" dirty="0"/>
            <a:t> </a:t>
          </a:r>
          <a:r>
            <a:rPr lang="ru-RU" sz="2000" i="1" kern="1200" dirty="0" err="1"/>
            <a:t>згадано</a:t>
          </a:r>
          <a:r>
            <a:rPr lang="ru-RU" sz="2000" i="1" kern="1200" dirty="0"/>
            <a:t>, </a:t>
          </a:r>
          <a:r>
            <a:rPr lang="ru-RU" sz="2000" i="1" kern="1200" dirty="0" err="1"/>
            <a:t>щоби</a:t>
          </a:r>
          <a:r>
            <a:rPr lang="ru-RU" sz="2000" i="1" kern="1200" dirty="0"/>
            <a:t> духовенства </a:t>
          </a:r>
          <a:r>
            <a:rPr lang="ru-RU" sz="2000" i="1" kern="1200" dirty="0" err="1"/>
            <a:t>римської</a:t>
          </a:r>
          <a:r>
            <a:rPr lang="ru-RU" sz="2000" i="1" kern="1200" dirty="0"/>
            <a:t> </a:t>
          </a:r>
          <a:r>
            <a:rPr lang="ru-RU" sz="2000" i="1" kern="1200" dirty="0" err="1"/>
            <a:t>віри</a:t>
          </a:r>
          <a:r>
            <a:rPr lang="ru-RU" sz="2000" i="1" kern="1200" dirty="0"/>
            <a:t> не </a:t>
          </a:r>
          <a:r>
            <a:rPr lang="ru-RU" sz="2000" i="1" kern="1200" dirty="0" err="1"/>
            <a:t>було</a:t>
          </a:r>
          <a:r>
            <a:rPr lang="ru-RU" sz="2000" i="1" kern="1200" dirty="0"/>
            <a:t> в </a:t>
          </a:r>
          <a:r>
            <a:rPr lang="ru-RU" sz="2000" i="1" kern="1200" dirty="0" err="1"/>
            <a:t>Києві</a:t>
          </a:r>
          <a:r>
            <a:rPr lang="ru-RU" sz="2000" i="1" kern="1200" dirty="0"/>
            <a:t>... </a:t>
          </a:r>
          <a:r>
            <a:rPr lang="ru-RU" sz="2000" i="1" kern="1200" dirty="0" err="1"/>
            <a:t>Коронні</a:t>
          </a:r>
          <a:r>
            <a:rPr lang="ru-RU" sz="2000" i="1" kern="1200" dirty="0"/>
            <a:t> </a:t>
          </a:r>
          <a:r>
            <a:rPr lang="ru-RU" sz="2000" i="1" kern="1200" dirty="0" err="1"/>
            <a:t>війська</a:t>
          </a:r>
          <a:r>
            <a:rPr lang="ru-RU" sz="2000" i="1" kern="1200" dirty="0"/>
            <a:t> до </a:t>
          </a:r>
          <a:r>
            <a:rPr lang="ru-RU" sz="2000" i="1" kern="1200" dirty="0" err="1"/>
            <a:t>повного</a:t>
          </a:r>
          <a:r>
            <a:rPr lang="ru-RU" sz="2000" i="1" kern="1200" dirty="0"/>
            <a:t> </a:t>
          </a:r>
          <a:r>
            <a:rPr lang="ru-RU" sz="2000" i="1" kern="1200" dirty="0" err="1"/>
            <a:t>заспокоєння</a:t>
          </a:r>
          <a:r>
            <a:rPr lang="ru-RU" sz="2000" i="1" kern="1200" dirty="0"/>
            <a:t> не </a:t>
          </a:r>
          <a:r>
            <a:rPr lang="ru-RU" sz="2000" i="1" kern="1200" dirty="0" err="1"/>
            <a:t>мають</a:t>
          </a:r>
          <a:r>
            <a:rPr lang="ru-RU" sz="2000" i="1" kern="1200" dirty="0"/>
            <a:t> </a:t>
          </a:r>
          <a:r>
            <a:rPr lang="ru-RU" sz="2000" i="1" kern="1200" dirty="0" err="1"/>
            <a:t>іти</a:t>
          </a:r>
          <a:r>
            <a:rPr lang="ru-RU" sz="2000" i="1" kern="1200" dirty="0"/>
            <a:t> в </a:t>
          </a:r>
          <a:r>
            <a:rPr lang="ru-RU" sz="2000" i="1" kern="1200" dirty="0" err="1"/>
            <a:t>ці</a:t>
          </a:r>
          <a:r>
            <a:rPr lang="ru-RU" sz="2000" i="1" kern="1200" dirty="0"/>
            <a:t> </a:t>
          </a:r>
          <a:r>
            <a:rPr lang="ru-RU" sz="2000" i="1" kern="1200" dirty="0" err="1"/>
            <a:t>краї</a:t>
          </a:r>
          <a:r>
            <a:rPr lang="ru-RU" sz="2000" i="1" kern="1200" dirty="0"/>
            <a:t> на </a:t>
          </a:r>
          <a:r>
            <a:rPr lang="ru-RU" sz="2000" i="1" kern="1200" dirty="0" err="1"/>
            <a:t>постій</a:t>
          </a:r>
          <a:r>
            <a:rPr lang="ru-RU" sz="2000" i="1" kern="1200" dirty="0"/>
            <a:t>, </a:t>
          </a:r>
          <a:r>
            <a:rPr lang="ru-RU" sz="2000" i="1" kern="1200" dirty="0" err="1"/>
            <a:t>щоби</a:t>
          </a:r>
          <a:r>
            <a:rPr lang="ru-RU" sz="2000" i="1" kern="1200" dirty="0"/>
            <a:t> </a:t>
          </a:r>
          <a:r>
            <a:rPr lang="ru-RU" sz="2000" i="1" kern="1200" dirty="0" err="1"/>
            <a:t>це</a:t>
          </a:r>
          <a:r>
            <a:rPr lang="ru-RU" sz="2000" i="1" kern="1200" dirty="0"/>
            <a:t> не порушило </a:t>
          </a:r>
          <a:r>
            <a:rPr lang="ru-RU" sz="2000" i="1" kern="1200" dirty="0" err="1"/>
            <a:t>задумів</a:t>
          </a:r>
          <a:r>
            <a:rPr lang="ru-RU" sz="2000" i="1" kern="1200" dirty="0"/>
            <a:t>, </a:t>
          </a:r>
          <a:r>
            <a:rPr lang="ru-RU" sz="2000" i="1" kern="1200" dirty="0" err="1"/>
            <a:t>спрямованих</a:t>
          </a:r>
          <a:r>
            <a:rPr lang="ru-RU" sz="2000" i="1" kern="1200" dirty="0"/>
            <a:t> до </a:t>
          </a:r>
          <a:r>
            <a:rPr lang="ru-RU" sz="2000" i="1" kern="1200" dirty="0" err="1"/>
            <a:t>встановлення</a:t>
          </a:r>
          <a:r>
            <a:rPr lang="ru-RU" sz="2000" i="1" kern="1200" dirty="0"/>
            <a:t> миру…»</a:t>
          </a:r>
          <a:endParaRPr lang="uk-UA" sz="2000" kern="1200" dirty="0"/>
        </a:p>
      </dsp:txBody>
      <dsp:txXfrm>
        <a:off x="100522" y="188190"/>
        <a:ext cx="4980556" cy="1858156"/>
      </dsp:txXfrm>
    </dsp:sp>
    <dsp:sp modelId="{FE787EE3-8932-400C-B54E-D8D418122075}">
      <dsp:nvSpPr>
        <dsp:cNvPr id="0" name=""/>
        <dsp:cNvSpPr/>
      </dsp:nvSpPr>
      <dsp:spPr>
        <a:xfrm>
          <a:off x="0" y="2204469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i="1" kern="1200"/>
            <a:t>«Вельможний і милостивий молдавський господарю… Ті добрі відносини, що між нами були – і тепер трохи зіпсувалися – треба ще більше зміцнити… Що наш син загинув.., то цього не можна повернути, бо на то воля Господня…»</a:t>
          </a:r>
          <a:endParaRPr lang="uk-UA" sz="2000" kern="1200"/>
        </a:p>
      </dsp:txBody>
      <dsp:txXfrm>
        <a:off x="100522" y="2304991"/>
        <a:ext cx="4980556" cy="185815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55D45-83AA-4F8D-A29C-6F2C97CC832F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AD61EB-6E80-44AA-9767-388373289E76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6 тисяч козаків</a:t>
          </a:r>
          <a:endParaRPr lang="uk-UA" sz="3400" kern="1200"/>
        </a:p>
      </dsp:txBody>
      <dsp:txXfrm>
        <a:off x="475988" y="323424"/>
        <a:ext cx="4221130" cy="647185"/>
      </dsp:txXfrm>
    </dsp:sp>
    <dsp:sp modelId="{8A55A4D2-0D0A-4951-BA77-36F0279ED63A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22F96-5565-4EEE-B927-A1059ECC9254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20 тисяч козаків</a:t>
          </a:r>
          <a:endParaRPr lang="uk-UA" sz="3400" kern="1200"/>
        </a:p>
      </dsp:txBody>
      <dsp:txXfrm>
        <a:off x="847034" y="1294371"/>
        <a:ext cx="3850083" cy="647185"/>
      </dsp:txXfrm>
    </dsp:sp>
    <dsp:sp modelId="{BA80BBFB-E3C1-4843-A7A6-AB5EBB34C29F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442BC-55F4-4B09-9F08-8CCE36B24EAB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40 тисяч козаків</a:t>
          </a:r>
          <a:endParaRPr lang="uk-UA" sz="3400" kern="1200"/>
        </a:p>
      </dsp:txBody>
      <dsp:txXfrm>
        <a:off x="847034" y="2265318"/>
        <a:ext cx="3850083" cy="647185"/>
      </dsp:txXfrm>
    </dsp:sp>
    <dsp:sp modelId="{05B24724-EB1B-4084-B85C-F333C2DB6FC8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10721-B42D-4DC5-B89D-DC5E863EAE94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60 тисяч козаків</a:t>
          </a:r>
          <a:endParaRPr lang="uk-UA" sz="3400" kern="1200" dirty="0"/>
        </a:p>
      </dsp:txBody>
      <dsp:txXfrm>
        <a:off x="475988" y="3236264"/>
        <a:ext cx="4221130" cy="647185"/>
      </dsp:txXfrm>
    </dsp:sp>
    <dsp:sp modelId="{EA406ECB-EB57-45E4-A446-02FD0383C89B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3CB31-E651-45B0-A3FA-3A9DF9E1DD1E}">
      <dsp:nvSpPr>
        <dsp:cNvPr id="0" name=""/>
        <dsp:cNvSpPr/>
      </dsp:nvSpPr>
      <dsp:spPr>
        <a:xfrm rot="10800000">
          <a:off x="966127" y="710"/>
          <a:ext cx="3161783" cy="6789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9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Зборівський договір</a:t>
          </a:r>
          <a:endParaRPr lang="uk-UA" sz="1900" kern="1200"/>
        </a:p>
      </dsp:txBody>
      <dsp:txXfrm rot="10800000">
        <a:off x="1135865" y="710"/>
        <a:ext cx="2992045" cy="678952"/>
      </dsp:txXfrm>
    </dsp:sp>
    <dsp:sp modelId="{EDB4F1F3-788A-47C4-B4A0-1AAFBA3B2C1C}">
      <dsp:nvSpPr>
        <dsp:cNvPr id="0" name=""/>
        <dsp:cNvSpPr/>
      </dsp:nvSpPr>
      <dsp:spPr>
        <a:xfrm>
          <a:off x="626650" y="710"/>
          <a:ext cx="678952" cy="6789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D7F19-EFB0-4AE4-8F61-9288EFFED896}">
      <dsp:nvSpPr>
        <dsp:cNvPr id="0" name=""/>
        <dsp:cNvSpPr/>
      </dsp:nvSpPr>
      <dsp:spPr>
        <a:xfrm rot="10800000">
          <a:off x="966127" y="882335"/>
          <a:ext cx="3161783" cy="6789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9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Гадяцькі пункти</a:t>
          </a:r>
          <a:endParaRPr lang="uk-UA" sz="1900" kern="1200"/>
        </a:p>
      </dsp:txBody>
      <dsp:txXfrm rot="10800000">
        <a:off x="1135865" y="882335"/>
        <a:ext cx="2992045" cy="678952"/>
      </dsp:txXfrm>
    </dsp:sp>
    <dsp:sp modelId="{073E73FA-B7B5-4365-8BF7-CEB9D4C8DA06}">
      <dsp:nvSpPr>
        <dsp:cNvPr id="0" name=""/>
        <dsp:cNvSpPr/>
      </dsp:nvSpPr>
      <dsp:spPr>
        <a:xfrm>
          <a:off x="626650" y="882335"/>
          <a:ext cx="678952" cy="6789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7DDFF-3290-4149-8500-74BD52BDE8F1}">
      <dsp:nvSpPr>
        <dsp:cNvPr id="0" name=""/>
        <dsp:cNvSpPr/>
      </dsp:nvSpPr>
      <dsp:spPr>
        <a:xfrm rot="10800000">
          <a:off x="966127" y="1763961"/>
          <a:ext cx="3161783" cy="6789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9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«Березневі статті»</a:t>
          </a:r>
          <a:endParaRPr lang="uk-UA" sz="1900" kern="1200" dirty="0"/>
        </a:p>
      </dsp:txBody>
      <dsp:txXfrm rot="10800000">
        <a:off x="1135865" y="1763961"/>
        <a:ext cx="2992045" cy="678952"/>
      </dsp:txXfrm>
    </dsp:sp>
    <dsp:sp modelId="{DC34125E-07F8-4386-A45C-E982EA4D63F4}">
      <dsp:nvSpPr>
        <dsp:cNvPr id="0" name=""/>
        <dsp:cNvSpPr/>
      </dsp:nvSpPr>
      <dsp:spPr>
        <a:xfrm>
          <a:off x="626650" y="1763961"/>
          <a:ext cx="678952" cy="6789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FA47D-9C4B-4217-A158-631777511E21}">
      <dsp:nvSpPr>
        <dsp:cNvPr id="0" name=""/>
        <dsp:cNvSpPr/>
      </dsp:nvSpPr>
      <dsp:spPr>
        <a:xfrm rot="10800000">
          <a:off x="966127" y="2645586"/>
          <a:ext cx="3161783" cy="6789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9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Білоцерківський договір</a:t>
          </a:r>
          <a:endParaRPr lang="uk-UA" sz="1900" kern="1200" dirty="0"/>
        </a:p>
      </dsp:txBody>
      <dsp:txXfrm rot="10800000">
        <a:off x="1135865" y="2645586"/>
        <a:ext cx="2992045" cy="678952"/>
      </dsp:txXfrm>
    </dsp:sp>
    <dsp:sp modelId="{0D1F0BB6-B498-477A-97D7-7260BFC50FE9}">
      <dsp:nvSpPr>
        <dsp:cNvPr id="0" name=""/>
        <dsp:cNvSpPr/>
      </dsp:nvSpPr>
      <dsp:spPr>
        <a:xfrm>
          <a:off x="626650" y="2645586"/>
          <a:ext cx="678952" cy="6789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A00DDD-8959-4A2F-8F34-6A11A2B509E4}">
      <dsp:nvSpPr>
        <dsp:cNvPr id="0" name=""/>
        <dsp:cNvSpPr/>
      </dsp:nvSpPr>
      <dsp:spPr>
        <a:xfrm rot="10800000">
          <a:off x="966127" y="3527211"/>
          <a:ext cx="3161783" cy="6789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9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Куруківська угода</a:t>
          </a:r>
          <a:endParaRPr lang="uk-UA" sz="1900" kern="1200" dirty="0"/>
        </a:p>
      </dsp:txBody>
      <dsp:txXfrm rot="10800000">
        <a:off x="1135865" y="3527211"/>
        <a:ext cx="2992045" cy="678952"/>
      </dsp:txXfrm>
    </dsp:sp>
    <dsp:sp modelId="{7FED0E67-78DD-4982-A317-B73BE994E405}">
      <dsp:nvSpPr>
        <dsp:cNvPr id="0" name=""/>
        <dsp:cNvSpPr/>
      </dsp:nvSpPr>
      <dsp:spPr>
        <a:xfrm>
          <a:off x="626650" y="3527211"/>
          <a:ext cx="678952" cy="6789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38AB2-544C-4E0D-9156-E23F2197D124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польсько-український Білоцерківський договір</a:t>
          </a:r>
          <a:endParaRPr lang="uk-UA" sz="1700" kern="1200" dirty="0"/>
        </a:p>
      </dsp:txBody>
      <dsp:txXfrm rot="10800000">
        <a:off x="1225692" y="1772"/>
        <a:ext cx="2947131" cy="858607"/>
      </dsp:txXfrm>
    </dsp:sp>
    <dsp:sp modelId="{29F2A890-4975-4B48-B6B9-12CAFC56A03E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8CA1F-111C-4EAD-B969-6E703325AC72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українсько-московські «Березневі статті»</a:t>
          </a:r>
          <a:endParaRPr lang="uk-UA" sz="1700" kern="1200" dirty="0"/>
        </a:p>
      </dsp:txBody>
      <dsp:txXfrm rot="10800000">
        <a:off x="1225692" y="1116680"/>
        <a:ext cx="2947131" cy="858607"/>
      </dsp:txXfrm>
    </dsp:sp>
    <dsp:sp modelId="{D0DAFFDC-A4ED-4115-8030-228F56707E5D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B8E91-1D6D-479D-952A-9F0B7857DF9F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польсько-український Зборівський договір</a:t>
          </a:r>
          <a:endParaRPr lang="uk-UA" sz="1700" kern="1200" dirty="0"/>
        </a:p>
      </dsp:txBody>
      <dsp:txXfrm rot="10800000">
        <a:off x="1225692" y="2231587"/>
        <a:ext cx="2947131" cy="858607"/>
      </dsp:txXfrm>
    </dsp:sp>
    <dsp:sp modelId="{D48A3678-7F8A-4B49-8E60-7C6F3F47940B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8DD18-662A-4CA3-BB01-A8E2902998FE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польсько-московське Віленське перемир’я</a:t>
          </a:r>
          <a:endParaRPr lang="uk-UA" sz="1700" kern="1200" dirty="0"/>
        </a:p>
      </dsp:txBody>
      <dsp:txXfrm rot="10800000">
        <a:off x="1225692" y="3346495"/>
        <a:ext cx="2947131" cy="858607"/>
      </dsp:txXfrm>
    </dsp:sp>
    <dsp:sp modelId="{1F9BD876-D90B-46D8-BEEB-E1A7881038F5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09857-AC17-4EA5-A862-9D0965E46C2C}">
      <dsp:nvSpPr>
        <dsp:cNvPr id="0" name=""/>
        <dsp:cNvSpPr/>
      </dsp:nvSpPr>
      <dsp:spPr>
        <a:xfrm>
          <a:off x="0" y="6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укладення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Зборівського</a:t>
          </a:r>
          <a:r>
            <a:rPr lang="ru-RU" sz="2500" b="0" i="0" kern="1200" dirty="0"/>
            <a:t> договору (1649 р.)</a:t>
          </a:r>
          <a:endParaRPr lang="uk-UA" sz="2500" kern="1200" dirty="0"/>
        </a:p>
      </dsp:txBody>
      <dsp:txXfrm>
        <a:off x="48547" y="54984"/>
        <a:ext cx="4657468" cy="897406"/>
      </dsp:txXfrm>
    </dsp:sp>
    <dsp:sp modelId="{7C80DF83-2866-4596-A557-21920B4DC37C}">
      <dsp:nvSpPr>
        <dsp:cNvPr id="0" name=""/>
        <dsp:cNvSpPr/>
      </dsp:nvSpPr>
      <dsp:spPr>
        <a:xfrm>
          <a:off x="0" y="1072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укладення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Білоцерківського</a:t>
          </a:r>
          <a:r>
            <a:rPr lang="ru-RU" sz="2500" b="0" i="0" kern="1200" dirty="0"/>
            <a:t> договору (1651 р.)</a:t>
          </a:r>
          <a:endParaRPr lang="uk-UA" sz="2500" kern="1200" dirty="0"/>
        </a:p>
      </dsp:txBody>
      <dsp:txXfrm>
        <a:off x="48547" y="1121484"/>
        <a:ext cx="4657468" cy="897406"/>
      </dsp:txXfrm>
    </dsp:sp>
    <dsp:sp modelId="{9359BBD3-2C91-4C40-AD50-368FE7C577BC}">
      <dsp:nvSpPr>
        <dsp:cNvPr id="0" name=""/>
        <dsp:cNvSpPr/>
      </dsp:nvSpPr>
      <dsp:spPr>
        <a:xfrm>
          <a:off x="0" y="2139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оприлюднення «Березневих статей» (1654 р.)</a:t>
          </a:r>
          <a:endParaRPr lang="uk-UA" sz="2500" kern="1200"/>
        </a:p>
      </dsp:txBody>
      <dsp:txXfrm>
        <a:off x="48547" y="2187984"/>
        <a:ext cx="4657468" cy="897406"/>
      </dsp:txXfrm>
    </dsp:sp>
    <dsp:sp modelId="{8F3B6E99-29EF-4FCE-AE20-65ED10D855F1}">
      <dsp:nvSpPr>
        <dsp:cNvPr id="0" name=""/>
        <dsp:cNvSpPr/>
      </dsp:nvSpPr>
      <dsp:spPr>
        <a:xfrm>
          <a:off x="0" y="3205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укладення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Віленського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перемир’я</a:t>
          </a:r>
          <a:r>
            <a:rPr lang="ru-RU" sz="2500" b="0" i="0" kern="1200" dirty="0"/>
            <a:t> (1656 р.)</a:t>
          </a:r>
          <a:endParaRPr lang="uk-UA" sz="2500" kern="1200" dirty="0"/>
        </a:p>
      </dsp:txBody>
      <dsp:txXfrm>
        <a:off x="48547" y="3254484"/>
        <a:ext cx="4657468" cy="897406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8186F-875C-4930-88AA-C4C647A227EE}">
      <dsp:nvSpPr>
        <dsp:cNvPr id="0" name=""/>
        <dsp:cNvSpPr/>
      </dsp:nvSpPr>
      <dsp:spPr>
        <a:xfrm>
          <a:off x="0" y="6651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включення українських земель до складу Московської держави</a:t>
          </a:r>
          <a:endParaRPr lang="uk-UA" sz="2200" kern="1200"/>
        </a:p>
      </dsp:txBody>
      <dsp:txXfrm>
        <a:off x="25759" y="92271"/>
        <a:ext cx="9732245" cy="476152"/>
      </dsp:txXfrm>
    </dsp:sp>
    <dsp:sp modelId="{D6472E25-22FE-4E40-BCEF-EBC949651760}">
      <dsp:nvSpPr>
        <dsp:cNvPr id="0" name=""/>
        <dsp:cNvSpPr/>
      </dsp:nvSpPr>
      <dsp:spPr>
        <a:xfrm>
          <a:off x="0" y="65754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забезпечення визнання новоствореної держави – Гетьманщини</a:t>
          </a:r>
          <a:endParaRPr lang="uk-UA" sz="2200" kern="1200" dirty="0"/>
        </a:p>
      </dsp:txBody>
      <dsp:txXfrm>
        <a:off x="25759" y="683301"/>
        <a:ext cx="9732245" cy="476152"/>
      </dsp:txXfrm>
    </dsp:sp>
    <dsp:sp modelId="{49DABD87-32CE-4AE7-96E1-C24BB89A1527}">
      <dsp:nvSpPr>
        <dsp:cNvPr id="0" name=""/>
        <dsp:cNvSpPr/>
      </dsp:nvSpPr>
      <dsp:spPr>
        <a:xfrm>
          <a:off x="0" y="124857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закріплення досягнень збройної боротьби</a:t>
          </a:r>
          <a:endParaRPr lang="uk-UA" sz="2200" kern="1200"/>
        </a:p>
      </dsp:txBody>
      <dsp:txXfrm>
        <a:off x="25759" y="1274331"/>
        <a:ext cx="9732245" cy="476152"/>
      </dsp:txXfrm>
    </dsp:sp>
    <dsp:sp modelId="{DC9A2D6A-5D27-4425-BB00-C35D1F86E083}">
      <dsp:nvSpPr>
        <dsp:cNvPr id="0" name=""/>
        <dsp:cNvSpPr/>
      </dsp:nvSpPr>
      <dsp:spPr>
        <a:xfrm>
          <a:off x="0" y="183960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поділ Речі Посполитої на окремі незалежні держави</a:t>
          </a:r>
          <a:endParaRPr lang="uk-UA" sz="2200" kern="1200"/>
        </a:p>
      </dsp:txBody>
      <dsp:txXfrm>
        <a:off x="25759" y="1865361"/>
        <a:ext cx="9732245" cy="476152"/>
      </dsp:txXfrm>
    </dsp:sp>
    <dsp:sp modelId="{D81989B6-E422-4AD3-9F1E-133E3AEB09E2}">
      <dsp:nvSpPr>
        <dsp:cNvPr id="0" name=""/>
        <dsp:cNvSpPr/>
      </dsp:nvSpPr>
      <dsp:spPr>
        <a:xfrm>
          <a:off x="0" y="243063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отримання королівських регалій</a:t>
          </a:r>
          <a:endParaRPr lang="uk-UA" sz="2200" kern="1200"/>
        </a:p>
      </dsp:txBody>
      <dsp:txXfrm>
        <a:off x="25759" y="2456391"/>
        <a:ext cx="9732245" cy="476152"/>
      </dsp:txXfrm>
    </dsp:sp>
    <dsp:sp modelId="{456D4B2C-4273-4A6A-BF6F-609225551F7A}">
      <dsp:nvSpPr>
        <dsp:cNvPr id="0" name=""/>
        <dsp:cNvSpPr/>
      </dsp:nvSpPr>
      <dsp:spPr>
        <a:xfrm>
          <a:off x="0" y="302166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пошук союзників у боротьбі з Річчю Посполитою</a:t>
          </a:r>
          <a:endParaRPr lang="uk-UA" sz="2200" kern="1200"/>
        </a:p>
      </dsp:txBody>
      <dsp:txXfrm>
        <a:off x="25759" y="3047421"/>
        <a:ext cx="9732245" cy="476152"/>
      </dsp:txXfrm>
    </dsp:sp>
    <dsp:sp modelId="{6741669F-D9E2-4083-AF5C-9BD79ED30F80}">
      <dsp:nvSpPr>
        <dsp:cNvPr id="0" name=""/>
        <dsp:cNvSpPr/>
      </dsp:nvSpPr>
      <dsp:spPr>
        <a:xfrm>
          <a:off x="0" y="361269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приєднання земель Слобідської України до Гетьманщини</a:t>
          </a:r>
          <a:endParaRPr lang="uk-UA" sz="2200" kern="1200" dirty="0"/>
        </a:p>
      </dsp:txBody>
      <dsp:txXfrm>
        <a:off x="25759" y="3638451"/>
        <a:ext cx="9732245" cy="476152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E1B236-A4EC-42D2-A6C1-B6F1346B3A37}">
      <dsp:nvSpPr>
        <dsp:cNvPr id="0" name=""/>
        <dsp:cNvSpPr/>
      </dsp:nvSpPr>
      <dsp:spPr>
        <a:xfrm>
          <a:off x="0" y="119837"/>
          <a:ext cx="475456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«Війська реєстрового дозволяємо впровадити на двадцять тисяч, і це військо через гетьмана й старшину має бути зареєстроване у воєводстві Київському, нічого не займаючи із Брацлавського та Чернігівського...»</a:t>
          </a:r>
          <a:endParaRPr lang="uk-UA" sz="1900" kern="1200" dirty="0"/>
        </a:p>
      </dsp:txBody>
      <dsp:txXfrm>
        <a:off x="95496" y="215333"/>
        <a:ext cx="4563570" cy="1765248"/>
      </dsp:txXfrm>
    </dsp:sp>
    <dsp:sp modelId="{99128821-CC33-45DB-BE40-0034CBE13247}">
      <dsp:nvSpPr>
        <dsp:cNvPr id="0" name=""/>
        <dsp:cNvSpPr/>
      </dsp:nvSpPr>
      <dsp:spPr>
        <a:xfrm>
          <a:off x="0" y="2130797"/>
          <a:ext cx="475456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«Лічби війська… дозволяє мати його королівська милість сорок тисяч Війська Запорозького …усі уряди в Київському, Брацлавському, Чернігівському воєводствах… мають віддаватися шляхті віри православної...»</a:t>
          </a:r>
          <a:endParaRPr lang="uk-UA" sz="1900" kern="1200" dirty="0"/>
        </a:p>
      </dsp:txBody>
      <dsp:txXfrm>
        <a:off x="95496" y="2226293"/>
        <a:ext cx="4563570" cy="1765248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F53B3-2839-4016-84EF-73E094162433}">
      <dsp:nvSpPr>
        <dsp:cNvPr id="0" name=""/>
        <dsp:cNvSpPr/>
      </dsp:nvSpPr>
      <dsp:spPr>
        <a:xfrm>
          <a:off x="0" y="90896"/>
          <a:ext cx="210070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Зборівський договір (1649 р.)</a:t>
          </a:r>
          <a:endParaRPr lang="uk-UA" sz="1300" kern="1200" dirty="0"/>
        </a:p>
      </dsp:txBody>
      <dsp:txXfrm>
        <a:off x="25245" y="116141"/>
        <a:ext cx="2050210" cy="466650"/>
      </dsp:txXfrm>
    </dsp:sp>
    <dsp:sp modelId="{C445473F-3C76-4550-A391-BF7BEFC2B53F}">
      <dsp:nvSpPr>
        <dsp:cNvPr id="0" name=""/>
        <dsp:cNvSpPr/>
      </dsp:nvSpPr>
      <dsp:spPr>
        <a:xfrm>
          <a:off x="0" y="645476"/>
          <a:ext cx="210070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Білоцерківський договір (1651 р.)</a:t>
          </a:r>
          <a:endParaRPr lang="uk-UA" sz="1300" kern="1200"/>
        </a:p>
      </dsp:txBody>
      <dsp:txXfrm>
        <a:off x="25245" y="670721"/>
        <a:ext cx="2050210" cy="466650"/>
      </dsp:txXfrm>
    </dsp:sp>
    <dsp:sp modelId="{500F7523-0113-4C42-8FF9-AE1ECD2FD11A}">
      <dsp:nvSpPr>
        <dsp:cNvPr id="0" name=""/>
        <dsp:cNvSpPr/>
      </dsp:nvSpPr>
      <dsp:spPr>
        <a:xfrm>
          <a:off x="0" y="1200057"/>
          <a:ext cx="210070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Гадяцький договір (1658 р.)</a:t>
          </a:r>
          <a:endParaRPr lang="uk-UA" sz="1300" kern="1200" dirty="0"/>
        </a:p>
      </dsp:txBody>
      <dsp:txXfrm>
        <a:off x="25245" y="1225302"/>
        <a:ext cx="2050210" cy="466650"/>
      </dsp:txXfrm>
    </dsp:sp>
    <dsp:sp modelId="{23F4B616-AC57-4488-99C2-46FF1DE90DEC}">
      <dsp:nvSpPr>
        <dsp:cNvPr id="0" name=""/>
        <dsp:cNvSpPr/>
      </dsp:nvSpPr>
      <dsp:spPr>
        <a:xfrm>
          <a:off x="0" y="1754637"/>
          <a:ext cx="210070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Бахчисарайський договір (1681 р.)</a:t>
          </a:r>
          <a:endParaRPr lang="uk-UA" sz="1300" kern="1200"/>
        </a:p>
      </dsp:txBody>
      <dsp:txXfrm>
        <a:off x="25245" y="1779882"/>
        <a:ext cx="2050210" cy="466650"/>
      </dsp:txXfrm>
    </dsp:sp>
    <dsp:sp modelId="{3ECC8B43-9BB7-4D48-843D-A5352C9BD0DD}">
      <dsp:nvSpPr>
        <dsp:cNvPr id="0" name=""/>
        <dsp:cNvSpPr/>
      </dsp:nvSpPr>
      <dsp:spPr>
        <a:xfrm>
          <a:off x="0" y="2309216"/>
          <a:ext cx="210070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«Вічний мир» (1686 р.)</a:t>
          </a:r>
          <a:endParaRPr lang="uk-UA" sz="1300" kern="1200" dirty="0"/>
        </a:p>
      </dsp:txBody>
      <dsp:txXfrm>
        <a:off x="25245" y="2334461"/>
        <a:ext cx="2050210" cy="466650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45DE9-D80E-422B-BDB1-A4FF1AC307C7}">
      <dsp:nvSpPr>
        <dsp:cNvPr id="0" name=""/>
        <dsp:cNvSpPr/>
      </dsp:nvSpPr>
      <dsp:spPr>
        <a:xfrm>
          <a:off x="0" y="192069"/>
          <a:ext cx="5181600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«Україна, тобто землі у воєводствах Чернігівському, Київському і Брацлавському, стає вільною і незалежною країною і знов єднається із Королівством Польським і Великим Князівством Литовським під назвою Великого Князівства Руського…»</a:t>
          </a:r>
          <a:endParaRPr lang="uk-UA" sz="1900" kern="1200" dirty="0"/>
        </a:p>
      </dsp:txBody>
      <dsp:txXfrm>
        <a:off x="95496" y="287565"/>
        <a:ext cx="4990608" cy="1765248"/>
      </dsp:txXfrm>
    </dsp:sp>
    <dsp:sp modelId="{17E6DC25-B753-4D76-8433-97492CAEE5AE}">
      <dsp:nvSpPr>
        <dsp:cNvPr id="0" name=""/>
        <dsp:cNvSpPr/>
      </dsp:nvSpPr>
      <dsp:spPr>
        <a:xfrm>
          <a:off x="0" y="2203029"/>
          <a:ext cx="5181600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«Договорилися ми і постановили.., Київ має залишатися на стороні їхньої царської величності… козаки, що живуть на Січі, і в Кодаку… мають бути… у володінні і в державі… їхньої царської величності…»</a:t>
          </a:r>
          <a:endParaRPr lang="uk-UA" sz="1900" kern="1200" dirty="0"/>
        </a:p>
      </dsp:txBody>
      <dsp:txXfrm>
        <a:off x="95496" y="2298525"/>
        <a:ext cx="4990608" cy="1765248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57C4D-75C3-4CA3-B804-361614088644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E80510-C4FA-49AB-ABD4-8E0F59789533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з Кримським ханством.</a:t>
          </a:r>
          <a:endParaRPr lang="uk-UA" sz="2100" kern="1200" dirty="0"/>
        </a:p>
      </dsp:txBody>
      <dsp:txXfrm>
        <a:off x="475988" y="323424"/>
        <a:ext cx="4221130" cy="647185"/>
      </dsp:txXfrm>
    </dsp:sp>
    <dsp:sp modelId="{419B556C-8AB1-42CB-9BD8-85C7DD81AE39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90EDF-A547-4554-A29E-59CA85627585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 Османською імперією.</a:t>
          </a:r>
          <a:endParaRPr lang="uk-UA" sz="2100" kern="1200"/>
        </a:p>
      </dsp:txBody>
      <dsp:txXfrm>
        <a:off x="847034" y="1294371"/>
        <a:ext cx="3850083" cy="647185"/>
      </dsp:txXfrm>
    </dsp:sp>
    <dsp:sp modelId="{A85D8F7B-3A4E-44BB-8013-6D7A4CD11EA6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BB152-73BB-477C-A024-36559228C5DF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зі Шведським королівством.</a:t>
          </a:r>
          <a:endParaRPr lang="uk-UA" sz="2100" kern="1200" dirty="0"/>
        </a:p>
      </dsp:txBody>
      <dsp:txXfrm>
        <a:off x="847034" y="2265318"/>
        <a:ext cx="3850083" cy="647185"/>
      </dsp:txXfrm>
    </dsp:sp>
    <dsp:sp modelId="{4EAD4AC8-1DB2-4F7F-8854-78B1566D07DC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4FE8E9-200D-4EEA-B66B-546276854BEA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з Молдавським князівством.</a:t>
          </a:r>
          <a:endParaRPr lang="uk-UA" sz="2100" kern="1200" dirty="0"/>
        </a:p>
      </dsp:txBody>
      <dsp:txXfrm>
        <a:off x="475988" y="3236264"/>
        <a:ext cx="4221130" cy="647185"/>
      </dsp:txXfrm>
    </dsp:sp>
    <dsp:sp modelId="{E3A72527-8E58-4DE1-9680-ADBFA81934DB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C4818-FFBE-474B-BFC8-A58D3B4BFC8C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Руїна</a:t>
          </a:r>
          <a:endParaRPr lang="uk-UA" sz="4000" kern="1200"/>
        </a:p>
      </dsp:txBody>
      <dsp:txXfrm>
        <a:off x="46834" y="58671"/>
        <a:ext cx="4660894" cy="865732"/>
      </dsp:txXfrm>
    </dsp:sp>
    <dsp:sp modelId="{AC26A75B-E268-4587-9FD3-7CEA5612594C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Паліївщина</a:t>
          </a:r>
          <a:endParaRPr lang="uk-UA" sz="4000" kern="1200"/>
        </a:p>
      </dsp:txBody>
      <dsp:txXfrm>
        <a:off x="46834" y="1133271"/>
        <a:ext cx="4660894" cy="865732"/>
      </dsp:txXfrm>
    </dsp:sp>
    <dsp:sp modelId="{4A524B7B-3CD5-46FC-B338-20DB242F7FA6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Коліївщина</a:t>
          </a:r>
          <a:endParaRPr lang="uk-UA" sz="4000" kern="1200" dirty="0"/>
        </a:p>
      </dsp:txBody>
      <dsp:txXfrm>
        <a:off x="46834" y="2207871"/>
        <a:ext cx="4660894" cy="865732"/>
      </dsp:txXfrm>
    </dsp:sp>
    <dsp:sp modelId="{8B222C66-DEE7-4622-83FB-3C56767BEDE7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Хмельниччина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A3C29-6963-4D48-A093-2C8B4DD5906A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початку збройного виступу до Зборівського договору.</a:t>
          </a:r>
          <a:endParaRPr lang="uk-UA" sz="1600" kern="1200"/>
        </a:p>
      </dsp:txBody>
      <dsp:txXfrm rot="10800000">
        <a:off x="1237626" y="978"/>
        <a:ext cx="3077859" cy="821315"/>
      </dsp:txXfrm>
    </dsp:sp>
    <dsp:sp modelId="{1EFDF617-6DCD-4680-B292-6475797530C0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42F6D-8E65-44B2-90A2-5C387376DDA0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Від Зборівського до Білоцерківського договору.</a:t>
          </a:r>
          <a:endParaRPr lang="uk-UA" sz="1600" kern="1200" dirty="0"/>
        </a:p>
      </dsp:txBody>
      <dsp:txXfrm rot="10800000">
        <a:off x="1237626" y="1067462"/>
        <a:ext cx="3077859" cy="821315"/>
      </dsp:txXfrm>
    </dsp:sp>
    <dsp:sp modelId="{E49AB48D-07AC-405C-9F35-06BA9EFF3544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12578-EC2B-46A6-A1CA-B3CE2D5F2A37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Від Білоцерківського договору до </a:t>
          </a:r>
          <a:r>
            <a:rPr lang="uk-UA" sz="1600" b="0" i="0" kern="1200" dirty="0" err="1"/>
            <a:t>Переяславськоі</a:t>
          </a:r>
          <a:r>
            <a:rPr lang="uk-UA" sz="1600" b="0" i="0" kern="1200" dirty="0"/>
            <a:t>̈ ради.</a:t>
          </a:r>
          <a:endParaRPr lang="uk-UA" sz="1600" kern="1200" dirty="0"/>
        </a:p>
      </dsp:txBody>
      <dsp:txXfrm rot="10800000">
        <a:off x="1237626" y="2133946"/>
        <a:ext cx="3077859" cy="821315"/>
      </dsp:txXfrm>
    </dsp:sp>
    <dsp:sp modelId="{F6CFB05B-EF96-4447-B226-1875DC3AED02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738CA-39E7-4B4F-A661-8967A8ECE6B7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Від </a:t>
          </a:r>
          <a:r>
            <a:rPr lang="uk-UA" sz="1600" b="0" i="0" kern="1200" dirty="0" err="1"/>
            <a:t>Переяславськоі</a:t>
          </a:r>
          <a:r>
            <a:rPr lang="uk-UA" sz="1600" b="0" i="0" kern="1200" dirty="0"/>
            <a:t>̈ ради до Віленського перемир’я.</a:t>
          </a:r>
          <a:endParaRPr lang="uk-UA" sz="1600" kern="1200" dirty="0"/>
        </a:p>
      </dsp:txBody>
      <dsp:txXfrm rot="10800000">
        <a:off x="1237626" y="3200430"/>
        <a:ext cx="3077859" cy="821315"/>
      </dsp:txXfrm>
    </dsp:sp>
    <dsp:sp modelId="{ADF60D70-EE0E-4AB8-973B-5423F7D8138C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6BF3E-E2A6-4E26-98C7-5EDD3CE23F30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І. Богун</a:t>
          </a:r>
          <a:endParaRPr lang="uk-UA" sz="2300" kern="1200"/>
        </a:p>
      </dsp:txBody>
      <dsp:txXfrm rot="10800000">
        <a:off x="1237626" y="978"/>
        <a:ext cx="3077859" cy="821315"/>
      </dsp:txXfrm>
    </dsp:sp>
    <dsp:sp modelId="{79B92910-7FB9-4DDB-9C78-E2480805FCEF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34687-3F53-4DF1-A0A9-D1AA4860BE5A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К. </a:t>
          </a:r>
          <a:r>
            <a:rPr lang="ru-RU" sz="2300" b="0" i="0" kern="1200" dirty="0" err="1"/>
            <a:t>Гордієнко</a:t>
          </a:r>
          <a:endParaRPr lang="uk-UA" sz="2300" kern="1200" dirty="0"/>
        </a:p>
      </dsp:txBody>
      <dsp:txXfrm rot="10800000">
        <a:off x="1237626" y="1067462"/>
        <a:ext cx="3077859" cy="821315"/>
      </dsp:txXfrm>
    </dsp:sp>
    <dsp:sp modelId="{F22AC6FD-B1C8-445B-8C3F-CE7133ED054D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7C92F-78A7-4674-86B0-88B1E4B79B88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Т. Хмельницький</a:t>
          </a:r>
          <a:endParaRPr lang="uk-UA" sz="2300" kern="1200"/>
        </a:p>
      </dsp:txBody>
      <dsp:txXfrm rot="10800000">
        <a:off x="1237626" y="2133946"/>
        <a:ext cx="3077859" cy="821315"/>
      </dsp:txXfrm>
    </dsp:sp>
    <dsp:sp modelId="{3DC119A5-0D9F-4F99-BB2C-5132193B5D97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FD20E-7382-4E6C-B684-709E7D8632B2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П. Конашевич-</a:t>
          </a:r>
          <a:r>
            <a:rPr lang="ru-RU" sz="2300" b="0" i="0" kern="1200" dirty="0" err="1"/>
            <a:t>Сагайдачний</a:t>
          </a:r>
          <a:endParaRPr lang="uk-UA" sz="2300" kern="1200" dirty="0"/>
        </a:p>
      </dsp:txBody>
      <dsp:txXfrm rot="10800000">
        <a:off x="1237626" y="3200430"/>
        <a:ext cx="3077859" cy="821315"/>
      </dsp:txXfrm>
    </dsp:sp>
    <dsp:sp modelId="{49A6E188-08F8-4CDE-B69D-8E8B9985B478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F4C47-1A51-4BFB-AB0F-F4ECB3BC92C4}">
      <dsp:nvSpPr>
        <dsp:cNvPr id="0" name=""/>
        <dsp:cNvSpPr/>
      </dsp:nvSpPr>
      <dsp:spPr>
        <a:xfrm>
          <a:off x="0" y="54724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військ Речі Посполитої.</a:t>
          </a:r>
          <a:endParaRPr lang="uk-UA" sz="2800" kern="1200"/>
        </a:p>
      </dsp:txBody>
      <dsp:txXfrm>
        <a:off x="32784" y="580026"/>
        <a:ext cx="4871557" cy="606012"/>
      </dsp:txXfrm>
    </dsp:sp>
    <dsp:sp modelId="{86418949-FF53-4CD4-AABD-453A0479930A}">
      <dsp:nvSpPr>
        <dsp:cNvPr id="0" name=""/>
        <dsp:cNvSpPr/>
      </dsp:nvSpPr>
      <dsp:spPr>
        <a:xfrm>
          <a:off x="0" y="129946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армії Османської імперії.</a:t>
          </a:r>
          <a:endParaRPr lang="uk-UA" sz="2800" kern="1200" dirty="0"/>
        </a:p>
      </dsp:txBody>
      <dsp:txXfrm>
        <a:off x="32784" y="1332246"/>
        <a:ext cx="4871557" cy="606012"/>
      </dsp:txXfrm>
    </dsp:sp>
    <dsp:sp modelId="{3B027D79-3CFF-4260-8F7E-031C1A201700}">
      <dsp:nvSpPr>
        <dsp:cNvPr id="0" name=""/>
        <dsp:cNvSpPr/>
      </dsp:nvSpPr>
      <dsp:spPr>
        <a:xfrm>
          <a:off x="0" y="205168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загонів Кримського ханства.</a:t>
          </a:r>
          <a:endParaRPr lang="uk-UA" sz="2800" kern="1200" dirty="0"/>
        </a:p>
      </dsp:txBody>
      <dsp:txXfrm>
        <a:off x="32784" y="2084466"/>
        <a:ext cx="4871557" cy="606012"/>
      </dsp:txXfrm>
    </dsp:sp>
    <dsp:sp modelId="{776D20CA-9AAC-4B6A-A184-A438A1282DE3}">
      <dsp:nvSpPr>
        <dsp:cNvPr id="0" name=""/>
        <dsp:cNvSpPr/>
      </dsp:nvSpPr>
      <dsp:spPr>
        <a:xfrm>
          <a:off x="0" y="280390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полків Московського царства.</a:t>
          </a:r>
          <a:endParaRPr lang="uk-UA" sz="2800" kern="1200" dirty="0"/>
        </a:p>
      </dsp:txBody>
      <dsp:txXfrm>
        <a:off x="32784" y="2836686"/>
        <a:ext cx="4871557" cy="606012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ED901-889D-47C2-9C74-AF8EC594A5B2}">
      <dsp:nvSpPr>
        <dsp:cNvPr id="0" name=""/>
        <dsp:cNvSpPr/>
      </dsp:nvSpPr>
      <dsp:spPr>
        <a:xfrm>
          <a:off x="0" y="27762"/>
          <a:ext cx="493871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«Через рік після перемоги під Берестечком повністю загинуло польське військо... Того ж року господарю Василю довелося влаштовувати весілля своєї дочки </a:t>
          </a:r>
          <a:r>
            <a:rPr lang="uk-UA" sz="1900" b="0" i="0" kern="1200" dirty="0" err="1"/>
            <a:t>Розанди</a:t>
          </a:r>
          <a:r>
            <a:rPr lang="uk-UA" sz="1900" b="0" i="0" kern="1200" dirty="0"/>
            <a:t> з </a:t>
          </a:r>
          <a:r>
            <a:rPr lang="uk-UA" sz="1900" b="0" i="0" kern="1200" dirty="0" err="1"/>
            <a:t>Тимошем</a:t>
          </a:r>
          <a:r>
            <a:rPr lang="uk-UA" sz="1900" b="0" i="0" kern="1200" dirty="0"/>
            <a:t>, сином козацького гетьмана </a:t>
          </a:r>
          <a:r>
            <a:rPr lang="uk-UA" sz="1900" b="0" i="0" kern="1200" dirty="0" err="1"/>
            <a:t>Хмеля</a:t>
          </a:r>
          <a:r>
            <a:rPr lang="uk-UA" sz="1900" b="0" i="0" kern="1200" dirty="0"/>
            <a:t>...»</a:t>
          </a:r>
          <a:endParaRPr lang="uk-UA" sz="1900" kern="1200" dirty="0"/>
        </a:p>
      </dsp:txBody>
      <dsp:txXfrm>
        <a:off x="95496" y="123258"/>
        <a:ext cx="4747720" cy="1765248"/>
      </dsp:txXfrm>
    </dsp:sp>
    <dsp:sp modelId="{F4D47FEB-1578-41DC-A7D4-859F1F794BB6}">
      <dsp:nvSpPr>
        <dsp:cNvPr id="0" name=""/>
        <dsp:cNvSpPr/>
      </dsp:nvSpPr>
      <dsp:spPr>
        <a:xfrm>
          <a:off x="0" y="2038722"/>
          <a:ext cx="493871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«Стали поляки обозом та вишикували своє військо на рівнині коло Корсуня. Того ж ранку вдарив Хмельницький зі своїм і ординським військом на поляків. Ті, недовго втримуючи свій стрій, з великими втратами відступили...»</a:t>
          </a:r>
          <a:endParaRPr lang="uk-UA" sz="1900" kern="1200" dirty="0"/>
        </a:p>
      </dsp:txBody>
      <dsp:txXfrm>
        <a:off x="95496" y="2134218"/>
        <a:ext cx="4747720" cy="1765248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13B3F-8C1B-4EEB-91F7-D7E507518F40}">
      <dsp:nvSpPr>
        <dsp:cNvPr id="0" name=""/>
        <dsp:cNvSpPr/>
      </dsp:nvSpPr>
      <dsp:spPr>
        <a:xfrm>
          <a:off x="0" y="27762"/>
          <a:ext cx="4937125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«То ми, великий государ, підданого нашого Богдана Хмельницького... і все наше Військо Запорозьке пожалували – веліли їм бути під нашою, царського </a:t>
          </a:r>
          <a:r>
            <a:rPr lang="uk-UA" sz="1900" b="0" i="0" kern="1200" dirty="0" err="1"/>
            <a:t>величества</a:t>
          </a:r>
          <a:r>
            <a:rPr lang="uk-UA" sz="1900" b="0" i="0" kern="1200" dirty="0"/>
            <a:t>, високою рукою, згідно з давнішими їх правами і привілеями...»</a:t>
          </a:r>
          <a:endParaRPr lang="uk-UA" sz="1900" kern="1200" dirty="0"/>
        </a:p>
      </dsp:txBody>
      <dsp:txXfrm>
        <a:off x="95496" y="123258"/>
        <a:ext cx="4746133" cy="1765248"/>
      </dsp:txXfrm>
    </dsp:sp>
    <dsp:sp modelId="{0250D458-BB5D-43AC-A0D0-C49A17CD9DF2}">
      <dsp:nvSpPr>
        <dsp:cNvPr id="0" name=""/>
        <dsp:cNvSpPr/>
      </dsp:nvSpPr>
      <dsp:spPr>
        <a:xfrm>
          <a:off x="0" y="2038722"/>
          <a:ext cx="4937125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«Увесь народ, вийшовши з Києва, вся чернь вітала його. Академія вітала його промовами як спасителя народу від рабства польського, як Мойсея, вбачаючи в імені Богдан добрий знак і називаючи його Богом даний...»</a:t>
          </a:r>
          <a:endParaRPr lang="uk-UA" sz="1900" kern="1200" dirty="0"/>
        </a:p>
      </dsp:txBody>
      <dsp:txXfrm>
        <a:off x="95496" y="2134218"/>
        <a:ext cx="4746133" cy="1765248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3756E-5341-49F5-9FB3-9E104B38B1FA}">
      <dsp:nvSpPr>
        <dsp:cNvPr id="0" name=""/>
        <dsp:cNvSpPr/>
      </dsp:nvSpPr>
      <dsp:spPr>
        <a:xfrm>
          <a:off x="0" y="250962"/>
          <a:ext cx="4938712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Різке загострення соціально-політичної боротьби, що вилилася у громадянську війну й спричинила розкол козацької держави на два гетьманства, виділення Запоріжжя в окрему політичну силу.</a:t>
          </a:r>
          <a:endParaRPr lang="uk-UA" sz="2000" kern="1200" dirty="0"/>
        </a:p>
      </dsp:txBody>
      <dsp:txXfrm>
        <a:off x="84530" y="335492"/>
        <a:ext cx="4769652" cy="1562540"/>
      </dsp:txXfrm>
    </dsp:sp>
    <dsp:sp modelId="{241C4D77-C4CC-4301-B737-719C6961C651}">
      <dsp:nvSpPr>
        <dsp:cNvPr id="0" name=""/>
        <dsp:cNvSpPr/>
      </dsp:nvSpPr>
      <dsp:spPr>
        <a:xfrm>
          <a:off x="0" y="2040162"/>
          <a:ext cx="4938712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Погіршення становища новоутвореної Української козацької держави та активні пошуки її урядом союзників для розгрому Речі Посполитої і возз’єднання в межах єдиної держави усіх українських земель.</a:t>
          </a:r>
          <a:endParaRPr lang="uk-UA" sz="2000" kern="1200" dirty="0"/>
        </a:p>
      </dsp:txBody>
      <dsp:txXfrm>
        <a:off x="84530" y="2124692"/>
        <a:ext cx="4769652" cy="1562540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10E1FD-7DBE-47C6-9655-67485E3CDE96}">
      <dsp:nvSpPr>
        <dsp:cNvPr id="0" name=""/>
        <dsp:cNvSpPr/>
      </dsp:nvSpPr>
      <dsp:spPr>
        <a:xfrm>
          <a:off x="0" y="427002"/>
          <a:ext cx="4937125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Намагання польського та московського урядів поділити козацьку державу, що завершилося закріпленням її територіального розколу на міждержавному рівні, боротьба патріотичних сил за возз’єднання козацької держави.</a:t>
          </a:r>
          <a:endParaRPr lang="uk-UA" sz="1800" kern="1200" dirty="0"/>
        </a:p>
      </dsp:txBody>
      <dsp:txXfrm>
        <a:off x="76077" y="503079"/>
        <a:ext cx="4784971" cy="1406285"/>
      </dsp:txXfrm>
    </dsp:sp>
    <dsp:sp modelId="{379032A9-8293-4BF5-AB9D-D61550276101}">
      <dsp:nvSpPr>
        <dsp:cNvPr id="0" name=""/>
        <dsp:cNvSpPr/>
      </dsp:nvSpPr>
      <dsp:spPr>
        <a:xfrm>
          <a:off x="0" y="2037282"/>
          <a:ext cx="4937125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Втручання іноземних держав у внутрішні справи України, ліквідація українських державних інституцій на Правобережжі та його спустошення польськими, кримськими, турецькими, московськими військами.</a:t>
          </a:r>
          <a:endParaRPr lang="uk-UA" sz="1800" kern="1200" dirty="0"/>
        </a:p>
      </dsp:txBody>
      <dsp:txXfrm>
        <a:off x="76077" y="2113359"/>
        <a:ext cx="4784971" cy="1406285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A8C7C-22E1-4014-8D75-C0FB5CFF2D1F}">
      <dsp:nvSpPr>
        <dsp:cNvPr id="0" name=""/>
        <dsp:cNvSpPr/>
      </dsp:nvSpPr>
      <dsp:spPr>
        <a:xfrm>
          <a:off x="0" y="6826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Андрусівського перемир’я, Московською державою, гетьмана П. Дорошенка, Османською імперією</a:t>
          </a:r>
          <a:endParaRPr lang="uk-UA" sz="1700" kern="1200"/>
        </a:p>
      </dsp:txBody>
      <dsp:txXfrm>
        <a:off x="45635" y="113897"/>
        <a:ext cx="4845855" cy="843560"/>
      </dsp:txXfrm>
    </dsp:sp>
    <dsp:sp modelId="{3437ABD7-F93F-460D-B3DC-120028F82973}">
      <dsp:nvSpPr>
        <dsp:cNvPr id="0" name=""/>
        <dsp:cNvSpPr/>
      </dsp:nvSpPr>
      <dsp:spPr>
        <a:xfrm>
          <a:off x="0" y="105205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Гадяцького договору, Гетьманщиною, царя Олексія Михайловича, Кримським ханством</a:t>
          </a:r>
          <a:endParaRPr lang="uk-UA" sz="1700" kern="1200" dirty="0"/>
        </a:p>
      </dsp:txBody>
      <dsp:txXfrm>
        <a:off x="45635" y="1097687"/>
        <a:ext cx="4845855" cy="843560"/>
      </dsp:txXfrm>
    </dsp:sp>
    <dsp:sp modelId="{2E8BC814-F29A-4654-90F2-1ECF72494072}">
      <dsp:nvSpPr>
        <dsp:cNvPr id="0" name=""/>
        <dsp:cNvSpPr/>
      </dsp:nvSpPr>
      <dsp:spPr>
        <a:xfrm>
          <a:off x="0" y="203584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Віленського перемир’я, Московською державою, гетьмана Б. Хмельницького, Швецією</a:t>
          </a:r>
          <a:endParaRPr lang="uk-UA" sz="1700" kern="1200"/>
        </a:p>
      </dsp:txBody>
      <dsp:txXfrm>
        <a:off x="45635" y="2081477"/>
        <a:ext cx="4845855" cy="843560"/>
      </dsp:txXfrm>
    </dsp:sp>
    <dsp:sp modelId="{2B8532A0-034B-4A30-B8BE-A4CBE1A726B5}">
      <dsp:nvSpPr>
        <dsp:cNvPr id="0" name=""/>
        <dsp:cNvSpPr/>
      </dsp:nvSpPr>
      <dsp:spPr>
        <a:xfrm>
          <a:off x="0" y="301963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«Вічного миру», Московською державою, султана Магомета </a:t>
          </a:r>
          <a:r>
            <a:rPr lang="en-US" sz="1700" b="0" i="0" kern="1200" dirty="0"/>
            <a:t>IV, </a:t>
          </a:r>
          <a:r>
            <a:rPr lang="uk-UA" sz="1700" b="0" i="0" kern="1200" dirty="0"/>
            <a:t>Гетьманщиною</a:t>
          </a:r>
          <a:endParaRPr lang="uk-UA" sz="1700" kern="1200" dirty="0"/>
        </a:p>
      </dsp:txBody>
      <dsp:txXfrm>
        <a:off x="45635" y="3065267"/>
        <a:ext cx="4845855" cy="843560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92086-718C-46EB-9D59-4EA6561EDC44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складання козацького реєстру королем Стефаном Баторієм.</a:t>
          </a:r>
          <a:endParaRPr lang="uk-UA" sz="1600" kern="1200" dirty="0"/>
        </a:p>
      </dsp:txBody>
      <dsp:txXfrm rot="10800000">
        <a:off x="1238024" y="332"/>
        <a:ext cx="3078848" cy="821579"/>
      </dsp:txXfrm>
    </dsp:sp>
    <dsp:sp modelId="{B85BC177-37D3-4680-BC0C-A6967E39A21E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75690-60A4-4C1F-A10A-AB5093B1D815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активізації морських походів козаків проти Османської імперії.</a:t>
          </a:r>
          <a:endParaRPr lang="uk-UA" sz="1600" kern="1200"/>
        </a:p>
      </dsp:txBody>
      <dsp:txXfrm rot="10800000">
        <a:off x="1238024" y="1067159"/>
        <a:ext cx="3078848" cy="821579"/>
      </dsp:txXfrm>
    </dsp:sp>
    <dsp:sp modelId="{02549704-49F1-4E49-9F14-E2B6BE7C686D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C8552-AA97-49F9-AF39-0D417D5DB523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розгортання національно-визвольної війни під проводом Б. Хмельницького.</a:t>
          </a:r>
          <a:endParaRPr lang="uk-UA" sz="1600" kern="1200"/>
        </a:p>
      </dsp:txBody>
      <dsp:txXfrm rot="10800000">
        <a:off x="1238024" y="2133986"/>
        <a:ext cx="3078848" cy="821579"/>
      </dsp:txXfrm>
    </dsp:sp>
    <dsp:sp modelId="{0C9B56A1-A9A3-4009-BE71-CB0AAC22A7D9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F26E5-AE3B-453E-9983-487E9EFC20B7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установлення «десятиліття золотого спокою» в Речі Посполитій.</a:t>
          </a:r>
          <a:endParaRPr lang="uk-UA" sz="1600" kern="1200" dirty="0"/>
        </a:p>
      </dsp:txBody>
      <dsp:txXfrm rot="10800000">
        <a:off x="1238024" y="3200813"/>
        <a:ext cx="3078848" cy="821579"/>
      </dsp:txXfrm>
    </dsp:sp>
    <dsp:sp modelId="{0D15EB00-B924-4455-A744-5CDB77EC6F32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17364-D60A-4775-9261-5DDB4B7A3B80}">
      <dsp:nvSpPr>
        <dsp:cNvPr id="0" name=""/>
        <dsp:cNvSpPr/>
      </dsp:nvSpPr>
      <dsp:spPr>
        <a:xfrm>
          <a:off x="0" y="16600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фактична ліквідація особистої залежності селян</a:t>
          </a:r>
          <a:endParaRPr lang="uk-UA" sz="2200" kern="1200"/>
        </a:p>
      </dsp:txBody>
      <dsp:txXfrm>
        <a:off x="42722" y="208724"/>
        <a:ext cx="4853268" cy="789716"/>
      </dsp:txXfrm>
    </dsp:sp>
    <dsp:sp modelId="{1DAD9A6A-69A9-45F9-86E5-BDF7ADB58763}">
      <dsp:nvSpPr>
        <dsp:cNvPr id="0" name=""/>
        <dsp:cNvSpPr/>
      </dsp:nvSpPr>
      <dsp:spPr>
        <a:xfrm>
          <a:off x="0" y="110452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зрівняння</a:t>
          </a:r>
          <a:r>
            <a:rPr lang="ru-RU" sz="2200" b="0" i="0" kern="1200" dirty="0"/>
            <a:t> в правах </a:t>
          </a:r>
          <a:r>
            <a:rPr lang="ru-RU" sz="2200" b="0" i="0" kern="1200" dirty="0" err="1"/>
            <a:t>селянського</a:t>
          </a:r>
          <a:r>
            <a:rPr lang="ru-RU" sz="2200" b="0" i="0" kern="1200" dirty="0"/>
            <a:t> та </a:t>
          </a:r>
          <a:r>
            <a:rPr lang="ru-RU" sz="2200" b="0" i="0" kern="1200" dirty="0" err="1"/>
            <a:t>козацького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станів</a:t>
          </a:r>
          <a:endParaRPr lang="uk-UA" sz="2200" kern="1200" dirty="0"/>
        </a:p>
      </dsp:txBody>
      <dsp:txXfrm>
        <a:off x="42722" y="1147244"/>
        <a:ext cx="4853268" cy="789716"/>
      </dsp:txXfrm>
    </dsp:sp>
    <dsp:sp modelId="{EB4861DA-CA7B-4AAE-B1E7-6DFD54E457EE}">
      <dsp:nvSpPr>
        <dsp:cNvPr id="0" name=""/>
        <dsp:cNvSpPr/>
      </dsp:nvSpPr>
      <dsp:spPr>
        <a:xfrm>
          <a:off x="0" y="204304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поява фільваркового господарства</a:t>
          </a:r>
          <a:endParaRPr lang="uk-UA" sz="2200" kern="1200"/>
        </a:p>
      </dsp:txBody>
      <dsp:txXfrm>
        <a:off x="42722" y="2085764"/>
        <a:ext cx="4853268" cy="789716"/>
      </dsp:txXfrm>
    </dsp:sp>
    <dsp:sp modelId="{8F2FECCB-626E-4F5B-85DE-45CD91003242}">
      <dsp:nvSpPr>
        <dsp:cNvPr id="0" name=""/>
        <dsp:cNvSpPr/>
      </dsp:nvSpPr>
      <dsp:spPr>
        <a:xfrm>
          <a:off x="0" y="298156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запровадження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магдебурзького</a:t>
          </a:r>
          <a:r>
            <a:rPr lang="ru-RU" sz="2200" b="0" i="0" kern="1200" dirty="0"/>
            <a:t> права</a:t>
          </a:r>
          <a:br>
            <a:rPr lang="ru-RU" sz="2200" kern="1200" dirty="0"/>
          </a:br>
          <a:endParaRPr lang="uk-UA" sz="2200" kern="1200" dirty="0"/>
        </a:p>
      </dsp:txBody>
      <dsp:txXfrm>
        <a:off x="42722" y="3024284"/>
        <a:ext cx="4853268" cy="789716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4F339-C932-462A-A532-449AA3DCAC96}">
      <dsp:nvSpPr>
        <dsp:cNvPr id="0" name=""/>
        <dsp:cNvSpPr/>
      </dsp:nvSpPr>
      <dsp:spPr>
        <a:xfrm>
          <a:off x="0" y="212072"/>
          <a:ext cx="2816034" cy="2267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 великий государ наш гетьмана Б. Хмельницького пожалує, свої грамоти царські на ваші вольності велить дати … і щоб Війська Запорозького було 60000 …»</a:t>
          </a:r>
          <a:endParaRPr lang="uk-UA" sz="1700" kern="1200" dirty="0"/>
        </a:p>
      </dsp:txBody>
      <dsp:txXfrm>
        <a:off x="110688" y="322760"/>
        <a:ext cx="2594658" cy="2046084"/>
      </dsp:txXfrm>
    </dsp:sp>
    <dsp:sp modelId="{9167313B-64C2-4146-B9E1-12B6D9338D57}">
      <dsp:nvSpPr>
        <dsp:cNvPr id="0" name=""/>
        <dsp:cNvSpPr/>
      </dsp:nvSpPr>
      <dsp:spPr>
        <a:xfrm>
          <a:off x="0" y="2528492"/>
          <a:ext cx="2816034" cy="2267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 Козаки можуть проживати лише в Київському воєводстві, та й то лише на королівських землях. Ні Брацлавське, ні Чернігівське воєводства козаки не матимуть…»</a:t>
          </a:r>
          <a:endParaRPr lang="uk-UA" sz="1700" kern="1200" dirty="0"/>
        </a:p>
      </dsp:txBody>
      <dsp:txXfrm>
        <a:off x="110688" y="2639180"/>
        <a:ext cx="2594658" cy="2046084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06D8D-F113-4796-BC5A-854F23FD469D}">
      <dsp:nvSpPr>
        <dsp:cNvPr id="0" name=""/>
        <dsp:cNvSpPr/>
      </dsp:nvSpPr>
      <dsp:spPr>
        <a:xfrm>
          <a:off x="0" y="188202"/>
          <a:ext cx="2816034" cy="22507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«Найясніший королю Швеції… ми підняли зброю проти поляків на захист віри і вольності. …ми з’єднані з вашою величністю зв’язком, яким ми зобов’язані обом воєводам Молдавії та князеві Трансільванії…»</a:t>
          </a:r>
          <a:endParaRPr lang="uk-UA" sz="1500" kern="1200" dirty="0"/>
        </a:p>
      </dsp:txBody>
      <dsp:txXfrm>
        <a:off x="109874" y="298076"/>
        <a:ext cx="2596286" cy="2031039"/>
      </dsp:txXfrm>
    </dsp:sp>
    <dsp:sp modelId="{5D9CB283-3227-42D0-B5A9-A292144D2BA3}">
      <dsp:nvSpPr>
        <dsp:cNvPr id="0" name=""/>
        <dsp:cNvSpPr/>
      </dsp:nvSpPr>
      <dsp:spPr>
        <a:xfrm>
          <a:off x="0" y="2482190"/>
          <a:ext cx="2816034" cy="22507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«Його королівська величність буде і далі жалувати посади громадянам шляхетського стану в Київському, Брацлавському та Чернігівському воєводствах. Чигирин має назавжди лишитися при булаві Війська Запорозького…»</a:t>
          </a:r>
          <a:endParaRPr lang="uk-UA" sz="1500" kern="1200" dirty="0"/>
        </a:p>
      </dsp:txBody>
      <dsp:txXfrm>
        <a:off x="109874" y="2592064"/>
        <a:ext cx="2596286" cy="2031039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E4D2F-2FE3-4B16-A752-0F875C43A7CF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140F6-0345-4844-9B5F-394FD759E733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1648 р.</a:t>
          </a:r>
          <a:endParaRPr lang="uk-UA" sz="2800" kern="1200"/>
        </a:p>
      </dsp:txBody>
      <dsp:txXfrm>
        <a:off x="411090" y="271871"/>
        <a:ext cx="4710785" cy="544091"/>
      </dsp:txXfrm>
    </dsp:sp>
    <dsp:sp modelId="{E82EC445-ADEB-4645-9AF6-2F65356498CD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0DD57-5E62-47C2-B9FB-F8361381E64E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1649 р.</a:t>
          </a:r>
          <a:endParaRPr lang="uk-UA" sz="2800" kern="1200"/>
        </a:p>
      </dsp:txBody>
      <dsp:txXfrm>
        <a:off x="800969" y="1087747"/>
        <a:ext cx="4320905" cy="544091"/>
      </dsp:txXfrm>
    </dsp:sp>
    <dsp:sp modelId="{593E935E-D43A-4F6D-AE2F-F3B09D3ECF9E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7020C-243F-4570-B3C0-6D5D36430D60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1651 р.</a:t>
          </a:r>
          <a:endParaRPr lang="uk-UA" sz="2800" kern="1200"/>
        </a:p>
      </dsp:txBody>
      <dsp:txXfrm>
        <a:off x="920631" y="1903623"/>
        <a:ext cx="4201243" cy="544091"/>
      </dsp:txXfrm>
    </dsp:sp>
    <dsp:sp modelId="{C4A44034-CEA3-4E3A-845B-5447D5E20C25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6AE2D-6AC2-4B82-9901-8577DA0F7F0B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1654 р</a:t>
          </a:r>
          <a:endParaRPr lang="uk-UA" sz="2800" kern="1200"/>
        </a:p>
      </dsp:txBody>
      <dsp:txXfrm>
        <a:off x="800969" y="2719499"/>
        <a:ext cx="4320905" cy="544091"/>
      </dsp:txXfrm>
    </dsp:sp>
    <dsp:sp modelId="{6259E67D-AC0D-4B4F-9C9B-15C990D0422D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ACD9A-13D5-4C9B-8053-2CF34989D3B9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1656 р.</a:t>
          </a:r>
          <a:endParaRPr lang="uk-UA" sz="2800" kern="1200" dirty="0"/>
        </a:p>
      </dsp:txBody>
      <dsp:txXfrm>
        <a:off x="411090" y="3535375"/>
        <a:ext cx="4710785" cy="544091"/>
      </dsp:txXfrm>
    </dsp:sp>
    <dsp:sp modelId="{EEB3501F-70C1-445B-9FEC-68B76013EDE2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83E6D1-52A0-4997-9AED-5B303CBE78CF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17BA3-6172-4704-8D8A-A6C58F9B6AE9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Корсунській битві.</a:t>
          </a:r>
          <a:endParaRPr lang="uk-UA" sz="1600" kern="1200"/>
        </a:p>
      </dsp:txBody>
      <dsp:txXfrm>
        <a:off x="753587" y="479744"/>
        <a:ext cx="1480499" cy="1480499"/>
      </dsp:txXfrm>
    </dsp:sp>
    <dsp:sp modelId="{896D6D57-CF76-424E-80F8-2AA91A93D08A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 err="1"/>
            <a:t>Пилявецькій</a:t>
          </a:r>
          <a:r>
            <a:rPr lang="uk-UA" sz="1600" b="0" i="0" kern="1200" dirty="0"/>
            <a:t> битві.</a:t>
          </a:r>
          <a:endParaRPr lang="uk-UA" sz="1600" kern="1200" dirty="0"/>
        </a:p>
      </dsp:txBody>
      <dsp:txXfrm>
        <a:off x="2520475" y="479744"/>
        <a:ext cx="1480499" cy="1480499"/>
      </dsp:txXfrm>
    </dsp:sp>
    <dsp:sp modelId="{DCFDC645-11CB-4DDF-A5B0-D6AF227C7411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Батозькій битві.</a:t>
          </a:r>
          <a:endParaRPr lang="uk-UA" sz="1600" kern="1200"/>
        </a:p>
      </dsp:txBody>
      <dsp:txXfrm>
        <a:off x="753587" y="2246631"/>
        <a:ext cx="1480499" cy="1480499"/>
      </dsp:txXfrm>
    </dsp:sp>
    <dsp:sp modelId="{D490B370-9522-4359-A655-8580A305490C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Жовтоводській битві.</a:t>
          </a:r>
          <a:endParaRPr lang="uk-UA" sz="1600" kern="1200"/>
        </a:p>
      </dsp:txBody>
      <dsp:txXfrm>
        <a:off x="2520475" y="2246631"/>
        <a:ext cx="1480499" cy="1480499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2310-8CEB-488E-BA6E-05056175B8F4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093D6-22A1-493D-B745-313590A7A7FB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1648 р.</a:t>
          </a:r>
          <a:endParaRPr lang="uk-UA" sz="4100" kern="1200"/>
        </a:p>
      </dsp:txBody>
      <dsp:txXfrm>
        <a:off x="753587" y="479744"/>
        <a:ext cx="1480499" cy="1480499"/>
      </dsp:txXfrm>
    </dsp:sp>
    <dsp:sp modelId="{5EB05DC7-30A0-4561-BE83-38F626AB4733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1650 р.</a:t>
          </a:r>
          <a:endParaRPr lang="uk-UA" sz="4100" kern="1200"/>
        </a:p>
      </dsp:txBody>
      <dsp:txXfrm>
        <a:off x="2520475" y="479744"/>
        <a:ext cx="1480499" cy="1480499"/>
      </dsp:txXfrm>
    </dsp:sp>
    <dsp:sp modelId="{CF8904B0-AC49-4CE7-A87C-4F789EEB6B23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1651 р.</a:t>
          </a:r>
          <a:endParaRPr lang="uk-UA" sz="4100" kern="1200"/>
        </a:p>
      </dsp:txBody>
      <dsp:txXfrm>
        <a:off x="753587" y="2246631"/>
        <a:ext cx="1480499" cy="1480499"/>
      </dsp:txXfrm>
    </dsp:sp>
    <dsp:sp modelId="{2F0E3192-E537-4C68-8457-939847AB0567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1653 р.</a:t>
          </a:r>
          <a:endParaRPr lang="uk-UA" sz="4100" kern="1200" dirty="0"/>
        </a:p>
      </dsp:txBody>
      <dsp:txXfrm>
        <a:off x="2520475" y="2246631"/>
        <a:ext cx="1480499" cy="1480499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9A26E-72CD-4666-867C-E77DEF61BAC5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2317DC-44C1-47EE-B4AF-E21F235F4C4A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Жовтоводську</a:t>
          </a:r>
          <a:endParaRPr lang="uk-UA" sz="1600" kern="1200"/>
        </a:p>
      </dsp:txBody>
      <dsp:txXfrm>
        <a:off x="753587" y="479744"/>
        <a:ext cx="1480499" cy="1480499"/>
      </dsp:txXfrm>
    </dsp:sp>
    <dsp:sp modelId="{0420FFE3-E906-4A04-898D-A3F267CA5AAD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Пилявецьку</a:t>
          </a:r>
          <a:endParaRPr lang="uk-UA" sz="1600" kern="1200"/>
        </a:p>
      </dsp:txBody>
      <dsp:txXfrm>
        <a:off x="2520475" y="479744"/>
        <a:ext cx="1480499" cy="1480499"/>
      </dsp:txXfrm>
    </dsp:sp>
    <dsp:sp modelId="{7EAAC036-3B23-43E8-9F7E-9D31959DD98D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Корсунську</a:t>
          </a:r>
          <a:endParaRPr lang="uk-UA" sz="1600" kern="1200"/>
        </a:p>
      </dsp:txBody>
      <dsp:txXfrm>
        <a:off x="753587" y="2246631"/>
        <a:ext cx="1480499" cy="1480499"/>
      </dsp:txXfrm>
    </dsp:sp>
    <dsp:sp modelId="{BFB3415D-C3DB-4322-9030-4A5EADB3FACB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 err="1"/>
            <a:t>Батозьку</a:t>
          </a:r>
          <a:endParaRPr lang="uk-UA" sz="1600" kern="1200" dirty="0"/>
        </a:p>
      </dsp:txBody>
      <dsp:txXfrm>
        <a:off x="2520475" y="2246631"/>
        <a:ext cx="1480499" cy="1480499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84812-04F7-4148-88C7-FD6AC6E0B034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4EACA-9F85-4E16-BC01-9C151360F61A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1648 р.</a:t>
          </a:r>
          <a:endParaRPr lang="uk-UA" sz="4100" kern="1200"/>
        </a:p>
      </dsp:txBody>
      <dsp:txXfrm>
        <a:off x="753587" y="479744"/>
        <a:ext cx="1480499" cy="1480499"/>
      </dsp:txXfrm>
    </dsp:sp>
    <dsp:sp modelId="{B57BA9E6-3F5C-4D6F-B73F-FF2372227419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1652 р.</a:t>
          </a:r>
          <a:endParaRPr lang="uk-UA" sz="4100" kern="1200"/>
        </a:p>
      </dsp:txBody>
      <dsp:txXfrm>
        <a:off x="2520475" y="479744"/>
        <a:ext cx="1480499" cy="1480499"/>
      </dsp:txXfrm>
    </dsp:sp>
    <dsp:sp modelId="{C3A9C133-EC40-425C-A524-449A325719EC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1654 р.</a:t>
          </a:r>
          <a:endParaRPr lang="uk-UA" sz="4100" kern="1200"/>
        </a:p>
      </dsp:txBody>
      <dsp:txXfrm>
        <a:off x="753587" y="2246631"/>
        <a:ext cx="1480499" cy="1480499"/>
      </dsp:txXfrm>
    </dsp:sp>
    <dsp:sp modelId="{1FD72B02-E950-47D2-8DCE-C4E8A10D567C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1657 р.</a:t>
          </a:r>
          <a:endParaRPr lang="uk-UA" sz="4100" kern="1200" dirty="0"/>
        </a:p>
      </dsp:txBody>
      <dsp:txXfrm>
        <a:off x="2520475" y="2246631"/>
        <a:ext cx="1480499" cy="1480499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87FCD-1220-4DE8-BDDD-7644C6ECA11C}">
      <dsp:nvSpPr>
        <dsp:cNvPr id="0" name=""/>
        <dsp:cNvSpPr/>
      </dsp:nvSpPr>
      <dsp:spPr>
        <a:xfrm>
          <a:off x="0" y="74389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князівством Валахія</a:t>
          </a:r>
          <a:endParaRPr lang="uk-UA" sz="2600" kern="1200"/>
        </a:p>
      </dsp:txBody>
      <dsp:txXfrm>
        <a:off x="30442" y="774339"/>
        <a:ext cx="4693678" cy="562726"/>
      </dsp:txXfrm>
    </dsp:sp>
    <dsp:sp modelId="{F36322B7-289C-4797-B175-D82068CA5593}">
      <dsp:nvSpPr>
        <dsp:cNvPr id="0" name=""/>
        <dsp:cNvSpPr/>
      </dsp:nvSpPr>
      <dsp:spPr>
        <a:xfrm>
          <a:off x="0" y="144238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королівством Швеція</a:t>
          </a:r>
          <a:endParaRPr lang="uk-UA" sz="2600" kern="1200"/>
        </a:p>
      </dsp:txBody>
      <dsp:txXfrm>
        <a:off x="30442" y="1472829"/>
        <a:ext cx="4693678" cy="562726"/>
      </dsp:txXfrm>
    </dsp:sp>
    <dsp:sp modelId="{879F8BDC-5AC3-45EA-8964-E6577C69719F}">
      <dsp:nvSpPr>
        <dsp:cNvPr id="0" name=""/>
        <dsp:cNvSpPr/>
      </dsp:nvSpPr>
      <dsp:spPr>
        <a:xfrm>
          <a:off x="0" y="214087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Молдавським князівством</a:t>
          </a:r>
          <a:endParaRPr lang="uk-UA" sz="2600" kern="1200"/>
        </a:p>
      </dsp:txBody>
      <dsp:txXfrm>
        <a:off x="30442" y="2171319"/>
        <a:ext cx="4693678" cy="562726"/>
      </dsp:txXfrm>
    </dsp:sp>
    <dsp:sp modelId="{659989B6-1EF9-49B5-936D-E7F12CD67B47}">
      <dsp:nvSpPr>
        <dsp:cNvPr id="0" name=""/>
        <dsp:cNvSpPr/>
      </dsp:nvSpPr>
      <dsp:spPr>
        <a:xfrm>
          <a:off x="0" y="283936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Трансільванським князівством</a:t>
          </a:r>
          <a:endParaRPr lang="uk-UA" sz="2600" kern="1200" dirty="0"/>
        </a:p>
      </dsp:txBody>
      <dsp:txXfrm>
        <a:off x="30442" y="2869809"/>
        <a:ext cx="4693678" cy="562726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AE070-9498-40AC-B794-2821F0B24595}">
      <dsp:nvSpPr>
        <dsp:cNvPr id="0" name=""/>
        <dsp:cNvSpPr/>
      </dsp:nvSpPr>
      <dsp:spPr>
        <a:xfrm>
          <a:off x="0" y="6651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включення українських земель до складу Московської держави</a:t>
          </a:r>
          <a:endParaRPr lang="uk-UA" sz="2200" kern="1200"/>
        </a:p>
      </dsp:txBody>
      <dsp:txXfrm>
        <a:off x="25759" y="92271"/>
        <a:ext cx="9732245" cy="476152"/>
      </dsp:txXfrm>
    </dsp:sp>
    <dsp:sp modelId="{469C5A86-4FCF-4E7D-AFAF-537C7116D500}">
      <dsp:nvSpPr>
        <dsp:cNvPr id="0" name=""/>
        <dsp:cNvSpPr/>
      </dsp:nvSpPr>
      <dsp:spPr>
        <a:xfrm>
          <a:off x="0" y="65754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забезпечення визнання новоутвореної держави – Гетьманщини</a:t>
          </a:r>
          <a:endParaRPr lang="uk-UA" sz="2200" kern="1200" dirty="0"/>
        </a:p>
      </dsp:txBody>
      <dsp:txXfrm>
        <a:off x="25759" y="683301"/>
        <a:ext cx="9732245" cy="476152"/>
      </dsp:txXfrm>
    </dsp:sp>
    <dsp:sp modelId="{6A95757C-3113-46ED-8318-413B7801AE1F}">
      <dsp:nvSpPr>
        <dsp:cNvPr id="0" name=""/>
        <dsp:cNvSpPr/>
      </dsp:nvSpPr>
      <dsp:spPr>
        <a:xfrm>
          <a:off x="0" y="124857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закріплення здобутків збройної боротьби</a:t>
          </a:r>
          <a:endParaRPr lang="uk-UA" sz="2200" kern="1200"/>
        </a:p>
      </dsp:txBody>
      <dsp:txXfrm>
        <a:off x="25759" y="1274331"/>
        <a:ext cx="9732245" cy="476152"/>
      </dsp:txXfrm>
    </dsp:sp>
    <dsp:sp modelId="{91783F58-DD7C-40B1-8FAC-913577BCFD70}">
      <dsp:nvSpPr>
        <dsp:cNvPr id="0" name=""/>
        <dsp:cNvSpPr/>
      </dsp:nvSpPr>
      <dsp:spPr>
        <a:xfrm>
          <a:off x="0" y="183960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поділ Речі Посполитої на окремі незалежні держави</a:t>
          </a:r>
          <a:endParaRPr lang="uk-UA" sz="2200" kern="1200" dirty="0"/>
        </a:p>
      </dsp:txBody>
      <dsp:txXfrm>
        <a:off x="25759" y="1865361"/>
        <a:ext cx="9732245" cy="476152"/>
      </dsp:txXfrm>
    </dsp:sp>
    <dsp:sp modelId="{8942ADF5-9F24-48E5-964A-3E94923B7505}">
      <dsp:nvSpPr>
        <dsp:cNvPr id="0" name=""/>
        <dsp:cNvSpPr/>
      </dsp:nvSpPr>
      <dsp:spPr>
        <a:xfrm>
          <a:off x="0" y="243063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здобуття королівських регалій</a:t>
          </a:r>
          <a:endParaRPr lang="uk-UA" sz="2200" kern="1200"/>
        </a:p>
      </dsp:txBody>
      <dsp:txXfrm>
        <a:off x="25759" y="2456391"/>
        <a:ext cx="9732245" cy="476152"/>
      </dsp:txXfrm>
    </dsp:sp>
    <dsp:sp modelId="{B9CB55B6-77FC-4AB6-AADB-7D3906C43CF6}">
      <dsp:nvSpPr>
        <dsp:cNvPr id="0" name=""/>
        <dsp:cNvSpPr/>
      </dsp:nvSpPr>
      <dsp:spPr>
        <a:xfrm>
          <a:off x="0" y="302166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пошук союзників у боротьбі з Річчю Посполитою</a:t>
          </a:r>
          <a:endParaRPr lang="uk-UA" sz="2200" kern="1200"/>
        </a:p>
      </dsp:txBody>
      <dsp:txXfrm>
        <a:off x="25759" y="3047421"/>
        <a:ext cx="9732245" cy="476152"/>
      </dsp:txXfrm>
    </dsp:sp>
    <dsp:sp modelId="{A8BB377B-D620-477E-8A08-8E1046672F42}">
      <dsp:nvSpPr>
        <dsp:cNvPr id="0" name=""/>
        <dsp:cNvSpPr/>
      </dsp:nvSpPr>
      <dsp:spPr>
        <a:xfrm>
          <a:off x="0" y="361269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приєднання земель Слобідської України до Гетьманщини</a:t>
          </a:r>
          <a:endParaRPr lang="uk-UA" sz="2200" kern="1200" dirty="0"/>
        </a:p>
      </dsp:txBody>
      <dsp:txXfrm>
        <a:off x="25759" y="3638451"/>
        <a:ext cx="9732245" cy="476152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10F0F-9D1E-4267-AFC0-7EA7744D56AD}">
      <dsp:nvSpPr>
        <dsp:cNvPr id="0" name=""/>
        <dsp:cNvSpPr/>
      </dsp:nvSpPr>
      <dsp:spPr>
        <a:xfrm rot="10800000">
          <a:off x="1853230" y="3750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ускладнення українсько-московських відносин, створення воєнно-політичного союзу Гетьманщини, Трансільванії та Швеції проти Речі Посполитої</a:t>
          </a:r>
          <a:endParaRPr lang="uk-UA" sz="1700" kern="1200"/>
        </a:p>
      </dsp:txBody>
      <dsp:txXfrm rot="10800000">
        <a:off x="2067680" y="3750"/>
        <a:ext cx="6291752" cy="857799"/>
      </dsp:txXfrm>
    </dsp:sp>
    <dsp:sp modelId="{CAF4D435-5A24-4DE2-8371-F9FB7DCA9774}">
      <dsp:nvSpPr>
        <dsp:cNvPr id="0" name=""/>
        <dsp:cNvSpPr/>
      </dsp:nvSpPr>
      <dsp:spPr>
        <a:xfrm>
          <a:off x="1424330" y="3750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62185-B7CA-4E25-BFD6-0253D9ACCA62}">
      <dsp:nvSpPr>
        <dsp:cNvPr id="0" name=""/>
        <dsp:cNvSpPr/>
      </dsp:nvSpPr>
      <dsp:spPr>
        <a:xfrm rot="10800000">
          <a:off x="1853230" y="1117608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укладення договору про взаємодопомогу між Річчю Посполитою та Кримським ханством, вторгнення польського й татарського війська на Поділля</a:t>
          </a:r>
          <a:endParaRPr lang="uk-UA" sz="1700" kern="1200"/>
        </a:p>
      </dsp:txBody>
      <dsp:txXfrm rot="10800000">
        <a:off x="2067680" y="1117608"/>
        <a:ext cx="6291752" cy="857799"/>
      </dsp:txXfrm>
    </dsp:sp>
    <dsp:sp modelId="{248C8552-83BF-4859-924C-81D0CA2934BE}">
      <dsp:nvSpPr>
        <dsp:cNvPr id="0" name=""/>
        <dsp:cNvSpPr/>
      </dsp:nvSpPr>
      <dsp:spPr>
        <a:xfrm>
          <a:off x="1424330" y="1117608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4B529-9199-41E2-BA7F-6001B18FEA7C}">
      <dsp:nvSpPr>
        <dsp:cNvPr id="0" name=""/>
        <dsp:cNvSpPr/>
      </dsp:nvSpPr>
      <dsp:spPr>
        <a:xfrm rot="10800000">
          <a:off x="1853230" y="2231467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розрив Гетьманщиною союзу з Московським царством, ухвалення рішення про перехід під протекторат Османської імперії</a:t>
          </a:r>
          <a:endParaRPr lang="uk-UA" sz="1700" kern="1200" dirty="0"/>
        </a:p>
      </dsp:txBody>
      <dsp:txXfrm rot="10800000">
        <a:off x="2067680" y="2231467"/>
        <a:ext cx="6291752" cy="857799"/>
      </dsp:txXfrm>
    </dsp:sp>
    <dsp:sp modelId="{0CDE8A3D-3F92-4CDE-93A1-73514074D714}">
      <dsp:nvSpPr>
        <dsp:cNvPr id="0" name=""/>
        <dsp:cNvSpPr/>
      </dsp:nvSpPr>
      <dsp:spPr>
        <a:xfrm>
          <a:off x="1424330" y="2231467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76927-6A6D-4760-91EB-6A9D97A54A71}">
      <dsp:nvSpPr>
        <dsp:cNvPr id="0" name=""/>
        <dsp:cNvSpPr/>
      </dsp:nvSpPr>
      <dsp:spPr>
        <a:xfrm rot="10800000">
          <a:off x="1853230" y="3345325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остаточне закріплення територіального поділу Гетьманщини, участь козацьких полків у військових походах проти Кримського ханства</a:t>
          </a:r>
          <a:endParaRPr lang="uk-UA" sz="1700" kern="1200" dirty="0"/>
        </a:p>
      </dsp:txBody>
      <dsp:txXfrm rot="10800000">
        <a:off x="2067680" y="3345325"/>
        <a:ext cx="6291752" cy="857799"/>
      </dsp:txXfrm>
    </dsp:sp>
    <dsp:sp modelId="{1760ABB0-1F32-4876-93E6-1435402D604F}">
      <dsp:nvSpPr>
        <dsp:cNvPr id="0" name=""/>
        <dsp:cNvSpPr/>
      </dsp:nvSpPr>
      <dsp:spPr>
        <a:xfrm>
          <a:off x="1424330" y="3345325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660ED8-66E4-42B3-8CD4-3D74A726F7F8}">
      <dsp:nvSpPr>
        <dsp:cNvPr id="0" name=""/>
        <dsp:cNvSpPr/>
      </dsp:nvSpPr>
      <dsp:spPr>
        <a:xfrm>
          <a:off x="0" y="74389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здійснення Молдавських походів козацького війська.</a:t>
          </a:r>
          <a:endParaRPr lang="uk-UA" sz="2600" kern="1200"/>
        </a:p>
      </dsp:txBody>
      <dsp:txXfrm>
        <a:off x="30442" y="774339"/>
        <a:ext cx="9722879" cy="562726"/>
      </dsp:txXfrm>
    </dsp:sp>
    <dsp:sp modelId="{61FC3D8D-7EFF-4B08-8F4C-83F97B5CA23E}">
      <dsp:nvSpPr>
        <dsp:cNvPr id="0" name=""/>
        <dsp:cNvSpPr/>
      </dsp:nvSpPr>
      <dsp:spPr>
        <a:xfrm>
          <a:off x="0" y="144238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пошуку нових союзників у війні з Річчю Посполитою.</a:t>
          </a:r>
          <a:endParaRPr lang="uk-UA" sz="2600" kern="1200"/>
        </a:p>
      </dsp:txBody>
      <dsp:txXfrm>
        <a:off x="30442" y="1472829"/>
        <a:ext cx="9722879" cy="562726"/>
      </dsp:txXfrm>
    </dsp:sp>
    <dsp:sp modelId="{154B99E7-DAA5-4360-8FF4-7FF787362902}">
      <dsp:nvSpPr>
        <dsp:cNvPr id="0" name=""/>
        <dsp:cNvSpPr/>
      </dsp:nvSpPr>
      <dsp:spPr>
        <a:xfrm>
          <a:off x="0" y="214087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підписання «Березневих статей» з Московською державою.</a:t>
          </a:r>
          <a:endParaRPr lang="uk-UA" sz="2600" kern="1200" dirty="0"/>
        </a:p>
      </dsp:txBody>
      <dsp:txXfrm>
        <a:off x="30442" y="2171319"/>
        <a:ext cx="9722879" cy="562726"/>
      </dsp:txXfrm>
    </dsp:sp>
    <dsp:sp modelId="{5CD73164-790C-40C5-A282-28E6E4D11A8B}">
      <dsp:nvSpPr>
        <dsp:cNvPr id="0" name=""/>
        <dsp:cNvSpPr/>
      </dsp:nvSpPr>
      <dsp:spPr>
        <a:xfrm>
          <a:off x="0" y="283936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об’єднання Слобідської України й Гетьманщини в єдину державу</a:t>
          </a:r>
          <a:endParaRPr lang="uk-UA" sz="2600" kern="1200" dirty="0"/>
        </a:p>
      </dsp:txBody>
      <dsp:txXfrm>
        <a:off x="30442" y="2869809"/>
        <a:ext cx="9722879" cy="562726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5FCD6-F510-42EA-8563-13C604400EEC}">
      <dsp:nvSpPr>
        <dsp:cNvPr id="0" name=""/>
        <dsp:cNvSpPr/>
      </dsp:nvSpPr>
      <dsp:spPr>
        <a:xfrm>
          <a:off x="0" y="11814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вирішення проблеми браку кінноти у власному війську</a:t>
          </a:r>
          <a:endParaRPr lang="uk-UA" sz="1800" kern="1200" dirty="0"/>
        </a:p>
      </dsp:txBody>
      <dsp:txXfrm>
        <a:off x="49154" y="60968"/>
        <a:ext cx="4656254" cy="908623"/>
      </dsp:txXfrm>
    </dsp:sp>
    <dsp:sp modelId="{66F0B54D-969E-4589-A12C-9AD42F7CD47A}">
      <dsp:nvSpPr>
        <dsp:cNvPr id="0" name=""/>
        <dsp:cNvSpPr/>
      </dsp:nvSpPr>
      <dsp:spPr>
        <a:xfrm>
          <a:off x="0" y="1070586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легітимізація влади Б. Хмельницького, започаткування власної династії</a:t>
          </a:r>
          <a:endParaRPr lang="uk-UA" sz="1800" kern="1200"/>
        </a:p>
      </dsp:txBody>
      <dsp:txXfrm>
        <a:off x="49154" y="1119740"/>
        <a:ext cx="4656254" cy="908623"/>
      </dsp:txXfrm>
    </dsp:sp>
    <dsp:sp modelId="{5D0405FD-BE59-4957-B447-CCE38C705325}">
      <dsp:nvSpPr>
        <dsp:cNvPr id="0" name=""/>
        <dsp:cNvSpPr/>
      </dsp:nvSpPr>
      <dsp:spPr>
        <a:xfrm>
          <a:off x="0" y="2129357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пошук нових союзників після укладення Віленського </a:t>
          </a:r>
          <a:r>
            <a:rPr lang="uk-UA" sz="1800" b="0" i="0" kern="1200" dirty="0" err="1"/>
            <a:t>московсько</a:t>
          </a:r>
          <a:r>
            <a:rPr lang="uk-UA" sz="1800" b="0" i="0" kern="1200" dirty="0"/>
            <a:t>-польського перемир’я</a:t>
          </a:r>
          <a:endParaRPr lang="uk-UA" sz="1800" kern="1200" dirty="0"/>
        </a:p>
      </dsp:txBody>
      <dsp:txXfrm>
        <a:off x="49154" y="2178511"/>
        <a:ext cx="4656254" cy="908623"/>
      </dsp:txXfrm>
    </dsp:sp>
    <dsp:sp modelId="{7A5A8A89-A786-4F09-9007-45BC4716F2D9}">
      <dsp:nvSpPr>
        <dsp:cNvPr id="0" name=""/>
        <dsp:cNvSpPr/>
      </dsp:nvSpPr>
      <dsp:spPr>
        <a:xfrm>
          <a:off x="0" y="3188128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спроба досягнення компромісу з Річчю Посполитою</a:t>
          </a:r>
          <a:endParaRPr lang="uk-UA" sz="1800" kern="1200" dirty="0"/>
        </a:p>
      </dsp:txBody>
      <dsp:txXfrm>
        <a:off x="49154" y="3237282"/>
        <a:ext cx="4656254" cy="908623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05798-BC9C-4E38-88D8-E56EF0015FD5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149A4D-86FF-4AC3-AACD-2EAD2D3BC28F}">
      <dsp:nvSpPr>
        <dsp:cNvPr id="0" name=""/>
        <dsp:cNvSpPr/>
      </dsp:nvSpPr>
      <dsp:spPr>
        <a:xfrm>
          <a:off x="397740" y="262845"/>
          <a:ext cx="4299378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здійснення Молдавських походів</a:t>
          </a:r>
          <a:endParaRPr lang="uk-UA" sz="1100" kern="1200"/>
        </a:p>
      </dsp:txBody>
      <dsp:txXfrm>
        <a:off x="397740" y="262845"/>
        <a:ext cx="4299378" cy="526027"/>
      </dsp:txXfrm>
    </dsp:sp>
    <dsp:sp modelId="{ABC1BCDD-BBF5-43FA-9793-97842988B7FB}">
      <dsp:nvSpPr>
        <dsp:cNvPr id="0" name=""/>
        <dsp:cNvSpPr/>
      </dsp:nvSpPr>
      <dsp:spPr>
        <a:xfrm>
          <a:off x="68973" y="197092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44613-1A63-4D86-8D24-522D335C6DD1}">
      <dsp:nvSpPr>
        <dsp:cNvPr id="0" name=""/>
        <dsp:cNvSpPr/>
      </dsp:nvSpPr>
      <dsp:spPr>
        <a:xfrm>
          <a:off x="774676" y="1051634"/>
          <a:ext cx="3922442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dirty="0"/>
            <a:t>укладення угоди про військовий союз із Трансільванським князівством і Шведським королівством</a:t>
          </a:r>
          <a:endParaRPr lang="uk-UA" sz="1100" kern="1200" dirty="0"/>
        </a:p>
      </dsp:txBody>
      <dsp:txXfrm>
        <a:off x="774676" y="1051634"/>
        <a:ext cx="3922442" cy="526027"/>
      </dsp:txXfrm>
    </dsp:sp>
    <dsp:sp modelId="{8D6F7963-0D91-46D7-98E5-F45F9C3D3594}">
      <dsp:nvSpPr>
        <dsp:cNvPr id="0" name=""/>
        <dsp:cNvSpPr/>
      </dsp:nvSpPr>
      <dsp:spPr>
        <a:xfrm>
          <a:off x="445909" y="985881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924AC-2A21-4103-BBE5-43851AB1E932}">
      <dsp:nvSpPr>
        <dsp:cNvPr id="0" name=""/>
        <dsp:cNvSpPr/>
      </dsp:nvSpPr>
      <dsp:spPr>
        <a:xfrm>
          <a:off x="890365" y="1840423"/>
          <a:ext cx="3806753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dirty="0"/>
            <a:t>укладення воєнно-політичного союзу з Кримським ханством</a:t>
          </a:r>
          <a:endParaRPr lang="uk-UA" sz="1100" kern="1200" dirty="0"/>
        </a:p>
      </dsp:txBody>
      <dsp:txXfrm>
        <a:off x="890365" y="1840423"/>
        <a:ext cx="3806753" cy="526027"/>
      </dsp:txXfrm>
    </dsp:sp>
    <dsp:sp modelId="{4B6EA37E-2DAD-4D81-BE39-469D8D990EDF}">
      <dsp:nvSpPr>
        <dsp:cNvPr id="0" name=""/>
        <dsp:cNvSpPr/>
      </dsp:nvSpPr>
      <dsp:spPr>
        <a:xfrm>
          <a:off x="561598" y="1774670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3B9ED5-2514-409D-90B4-6AC49C5E800B}">
      <dsp:nvSpPr>
        <dsp:cNvPr id="0" name=""/>
        <dsp:cNvSpPr/>
      </dsp:nvSpPr>
      <dsp:spPr>
        <a:xfrm>
          <a:off x="774676" y="2629212"/>
          <a:ext cx="3922442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листування з лорд-протектором Англії, Шотландії та Ірландії О. Кромвелем</a:t>
          </a:r>
          <a:endParaRPr lang="uk-UA" sz="1100" kern="1200"/>
        </a:p>
      </dsp:txBody>
      <dsp:txXfrm>
        <a:off x="774676" y="2629212"/>
        <a:ext cx="3922442" cy="526027"/>
      </dsp:txXfrm>
    </dsp:sp>
    <dsp:sp modelId="{C45B7A9F-9E59-41D6-8F68-FBF04ACE5FC1}">
      <dsp:nvSpPr>
        <dsp:cNvPr id="0" name=""/>
        <dsp:cNvSpPr/>
      </dsp:nvSpPr>
      <dsp:spPr>
        <a:xfrm>
          <a:off x="445909" y="2563459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7CD76-3ECB-45C6-8498-CE92CE89AEAB}">
      <dsp:nvSpPr>
        <dsp:cNvPr id="0" name=""/>
        <dsp:cNvSpPr/>
      </dsp:nvSpPr>
      <dsp:spPr>
        <a:xfrm>
          <a:off x="397740" y="3418001"/>
          <a:ext cx="4299378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dirty="0"/>
            <a:t>підписання Зборівського договору</a:t>
          </a:r>
          <a:endParaRPr lang="uk-UA" sz="1100" kern="1200" dirty="0"/>
        </a:p>
      </dsp:txBody>
      <dsp:txXfrm>
        <a:off x="397740" y="3418001"/>
        <a:ext cx="4299378" cy="526027"/>
      </dsp:txXfrm>
    </dsp:sp>
    <dsp:sp modelId="{34AF2BF5-2CBA-4EE1-B806-6D8F40EE2D43}">
      <dsp:nvSpPr>
        <dsp:cNvPr id="0" name=""/>
        <dsp:cNvSpPr/>
      </dsp:nvSpPr>
      <dsp:spPr>
        <a:xfrm>
          <a:off x="68973" y="3352248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347D7-B09D-4AFC-9E4B-2DD10E5EBD76}">
      <dsp:nvSpPr>
        <dsp:cNvPr id="0" name=""/>
        <dsp:cNvSpPr/>
      </dsp:nvSpPr>
      <dsp:spPr>
        <a:xfrm>
          <a:off x="0" y="15437"/>
          <a:ext cx="4754562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 dirty="0"/>
            <a:t>«</a:t>
          </a:r>
          <a:r>
            <a:rPr lang="ru-RU" sz="2000" b="0" i="1" kern="1200" dirty="0" err="1"/>
            <a:t>Найясніший</a:t>
          </a:r>
          <a:r>
            <a:rPr lang="ru-RU" sz="2000" b="0" i="1" kern="1200" dirty="0"/>
            <a:t> князю </a:t>
          </a:r>
          <a:r>
            <a:rPr lang="ru-RU" sz="2000" b="0" i="1" kern="1200" dirty="0" err="1"/>
            <a:t>Трансільванії</a:t>
          </a:r>
          <a:r>
            <a:rPr lang="ru-RU" sz="2000" b="0" i="1" kern="1200" dirty="0"/>
            <a:t>, наш </a:t>
          </a:r>
          <a:r>
            <a:rPr lang="ru-RU" sz="2000" b="0" i="1" kern="1200" dirty="0" err="1"/>
            <a:t>вельмишановний</a:t>
          </a:r>
          <a:r>
            <a:rPr lang="ru-RU" sz="2000" b="0" i="1" kern="1200" dirty="0"/>
            <a:t> пане й друже. Не без </a:t>
          </a:r>
          <a:r>
            <a:rPr lang="ru-RU" sz="2000" b="0" i="1" kern="1200" dirty="0" err="1"/>
            <a:t>особливої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прихильності</a:t>
          </a:r>
          <a:r>
            <a:rPr lang="ru-RU" sz="2000" b="0" i="1" kern="1200" dirty="0"/>
            <a:t> одержали ми листа </a:t>
          </a:r>
          <a:r>
            <a:rPr lang="ru-RU" sz="2000" b="0" i="1" kern="1200" dirty="0" err="1"/>
            <a:t>вашої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найяснішої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величності</a:t>
          </a:r>
          <a:r>
            <a:rPr lang="ru-RU" sz="2000" b="0" i="1" kern="1200" dirty="0"/>
            <a:t>.., де нас </a:t>
          </a:r>
          <a:r>
            <a:rPr lang="ru-RU" sz="2000" b="0" i="1" kern="1200" dirty="0" err="1"/>
            <a:t>запрошують</a:t>
          </a:r>
          <a:r>
            <a:rPr lang="ru-RU" sz="2000" b="0" i="1" kern="1200" dirty="0"/>
            <a:t> </a:t>
          </a:r>
          <a:r>
            <a:rPr lang="ru-RU" sz="2000" b="0" i="1" kern="1200" dirty="0" err="1"/>
            <a:t>увійти</a:t>
          </a:r>
          <a:r>
            <a:rPr lang="ru-RU" sz="2000" b="0" i="1" kern="1200" dirty="0"/>
            <a:t> в </a:t>
          </a:r>
          <a:r>
            <a:rPr lang="ru-RU" sz="2000" b="0" i="1" kern="1200" dirty="0" err="1"/>
            <a:t>братський</a:t>
          </a:r>
          <a:r>
            <a:rPr lang="ru-RU" sz="2000" b="0" i="1" kern="1200" dirty="0"/>
            <a:t> союз </a:t>
          </a:r>
          <a:r>
            <a:rPr lang="ru-RU" sz="2000" b="0" i="1" kern="1200" dirty="0" err="1"/>
            <a:t>із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найяснішим</a:t>
          </a:r>
          <a:r>
            <a:rPr lang="ru-RU" sz="2000" b="0" i="1" kern="1200" dirty="0"/>
            <a:t> королем </a:t>
          </a:r>
          <a:r>
            <a:rPr lang="ru-RU" sz="2000" b="0" i="1" kern="1200" dirty="0" err="1"/>
            <a:t>Швеції</a:t>
          </a:r>
          <a:r>
            <a:rPr lang="ru-RU" sz="2000" b="0" i="1" kern="1200" dirty="0"/>
            <a:t>…»</a:t>
          </a:r>
          <a:endParaRPr lang="uk-UA" sz="2000" kern="1200" dirty="0"/>
        </a:p>
      </dsp:txBody>
      <dsp:txXfrm>
        <a:off x="100522" y="115959"/>
        <a:ext cx="4553518" cy="1858156"/>
      </dsp:txXfrm>
    </dsp:sp>
    <dsp:sp modelId="{2FA327A6-9886-46C1-AEF1-A9BD805267F0}">
      <dsp:nvSpPr>
        <dsp:cNvPr id="0" name=""/>
        <dsp:cNvSpPr/>
      </dsp:nvSpPr>
      <dsp:spPr>
        <a:xfrm>
          <a:off x="0" y="2132237"/>
          <a:ext cx="4754562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 dirty="0"/>
            <a:t>«А на </a:t>
          </a:r>
          <a:r>
            <a:rPr lang="ru-RU" sz="2000" b="0" i="1" kern="1200" dirty="0" err="1"/>
            <a:t>його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милість</a:t>
          </a:r>
          <a:r>
            <a:rPr lang="ru-RU" sz="2000" b="0" i="1" kern="1200" dirty="0"/>
            <a:t> короля… ми не </a:t>
          </a:r>
          <a:r>
            <a:rPr lang="ru-RU" sz="2000" b="0" i="1" kern="1200" dirty="0" err="1"/>
            <a:t>підносили</a:t>
          </a:r>
          <a:r>
            <a:rPr lang="ru-RU" sz="2000" b="0" i="1" kern="1200" dirty="0"/>
            <a:t> рук, </a:t>
          </a:r>
          <a:r>
            <a:rPr lang="ru-RU" sz="2000" b="0" i="1" kern="1200" dirty="0" err="1"/>
            <a:t>бо</a:t>
          </a:r>
          <a:r>
            <a:rPr lang="ru-RU" sz="2000" b="0" i="1" kern="1200" dirty="0"/>
            <a:t> коли </a:t>
          </a:r>
          <a:r>
            <a:rPr lang="ru-RU" sz="2000" b="0" i="1" kern="1200" dirty="0" err="1"/>
            <a:t>під</a:t>
          </a:r>
          <a:r>
            <a:rPr lang="ru-RU" sz="2000" b="0" i="1" kern="1200" dirty="0"/>
            <a:t> Берестечком наше </a:t>
          </a:r>
          <a:r>
            <a:rPr lang="ru-RU" sz="2000" b="0" i="1" kern="1200" dirty="0" err="1"/>
            <a:t>військо</a:t>
          </a:r>
          <a:r>
            <a:rPr lang="ru-RU" sz="2000" b="0" i="1" kern="1200" dirty="0"/>
            <a:t> не </a:t>
          </a:r>
          <a:r>
            <a:rPr lang="ru-RU" sz="2000" b="0" i="1" kern="1200" dirty="0" err="1"/>
            <a:t>зазнало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милосердя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його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королівської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милості</a:t>
          </a:r>
          <a:r>
            <a:rPr lang="ru-RU" sz="2000" b="0" i="1" kern="1200" dirty="0"/>
            <a:t>, то </a:t>
          </a:r>
          <a:r>
            <a:rPr lang="ru-RU" sz="2000" b="0" i="1" kern="1200" dirty="0" err="1"/>
            <a:t>мусили</a:t>
          </a:r>
          <a:r>
            <a:rPr lang="ru-RU" sz="2000" b="0" i="1" kern="1200" dirty="0"/>
            <a:t>, як пану </a:t>
          </a:r>
          <a:r>
            <a:rPr lang="ru-RU" sz="2000" b="0" i="1" kern="1200" dirty="0" err="1"/>
            <a:t>своєму</a:t>
          </a:r>
          <a:r>
            <a:rPr lang="ru-RU" sz="2000" b="0" i="1" kern="1200" dirty="0"/>
            <a:t>, </a:t>
          </a:r>
          <a:r>
            <a:rPr lang="ru-RU" sz="2000" b="0" i="1" kern="1200" dirty="0" err="1"/>
            <a:t>уступити</a:t>
          </a:r>
          <a:r>
            <a:rPr lang="ru-RU" sz="2000" b="0" i="1" kern="1200" dirty="0"/>
            <a:t>… </a:t>
          </a:r>
          <a:r>
            <a:rPr lang="ru-RU" sz="2000" b="0" i="1" kern="1200" dirty="0" err="1"/>
            <a:t>прагнучи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вже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дальшого</a:t>
          </a:r>
          <a:r>
            <a:rPr lang="ru-RU" sz="2000" b="0" i="1" kern="1200" dirty="0"/>
            <a:t> миру…»</a:t>
          </a:r>
          <a:endParaRPr lang="uk-UA" sz="2000" kern="1200" dirty="0"/>
        </a:p>
      </dsp:txBody>
      <dsp:txXfrm>
        <a:off x="100522" y="2232759"/>
        <a:ext cx="4553518" cy="1858156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0911C-919A-4AC7-BD5E-4A14EB0A6AF3}">
      <dsp:nvSpPr>
        <dsp:cNvPr id="0" name=""/>
        <dsp:cNvSpPr/>
      </dsp:nvSpPr>
      <dsp:spPr>
        <a:xfrm>
          <a:off x="-2623885" y="-53115"/>
          <a:ext cx="3132063" cy="3132063"/>
        </a:xfrm>
        <a:prstGeom prst="blockArc">
          <a:avLst>
            <a:gd name="adj1" fmla="val 18900000"/>
            <a:gd name="adj2" fmla="val 2700000"/>
            <a:gd name="adj3" fmla="val 69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43C4A4-0425-4D0E-A901-999DF45A0BBD}">
      <dsp:nvSpPr>
        <dsp:cNvPr id="0" name=""/>
        <dsp:cNvSpPr/>
      </dsp:nvSpPr>
      <dsp:spPr>
        <a:xfrm>
          <a:off x="223600" y="496833"/>
          <a:ext cx="1606614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1649 р.</a:t>
          </a:r>
          <a:endParaRPr lang="uk-UA" sz="1500" kern="1200"/>
        </a:p>
      </dsp:txBody>
      <dsp:txXfrm>
        <a:off x="223600" y="496833"/>
        <a:ext cx="1606614" cy="290388"/>
      </dsp:txXfrm>
    </dsp:sp>
    <dsp:sp modelId="{A649461A-F0A5-44F4-B78A-9AF97C7BBEA3}">
      <dsp:nvSpPr>
        <dsp:cNvPr id="0" name=""/>
        <dsp:cNvSpPr/>
      </dsp:nvSpPr>
      <dsp:spPr>
        <a:xfrm>
          <a:off x="42107" y="460535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AAFF0-80C5-407D-9089-CDB91D1C4BF6}">
      <dsp:nvSpPr>
        <dsp:cNvPr id="0" name=""/>
        <dsp:cNvSpPr/>
      </dsp:nvSpPr>
      <dsp:spPr>
        <a:xfrm>
          <a:off x="431685" y="932277"/>
          <a:ext cx="1398530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1651 р.</a:t>
          </a:r>
          <a:endParaRPr lang="uk-UA" sz="1500" kern="1200"/>
        </a:p>
      </dsp:txBody>
      <dsp:txXfrm>
        <a:off x="431685" y="932277"/>
        <a:ext cx="1398530" cy="290388"/>
      </dsp:txXfrm>
    </dsp:sp>
    <dsp:sp modelId="{A7566319-4610-4AAF-B3CA-D4DE4EA4532C}">
      <dsp:nvSpPr>
        <dsp:cNvPr id="0" name=""/>
        <dsp:cNvSpPr/>
      </dsp:nvSpPr>
      <dsp:spPr>
        <a:xfrm>
          <a:off x="250192" y="895979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37EBDB-37F2-434C-A02B-B9B45BACFF0C}">
      <dsp:nvSpPr>
        <dsp:cNvPr id="0" name=""/>
        <dsp:cNvSpPr/>
      </dsp:nvSpPr>
      <dsp:spPr>
        <a:xfrm>
          <a:off x="495550" y="1367722"/>
          <a:ext cx="1334665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1653 р.</a:t>
          </a:r>
          <a:endParaRPr lang="uk-UA" sz="1500" kern="1200" dirty="0"/>
        </a:p>
      </dsp:txBody>
      <dsp:txXfrm>
        <a:off x="495550" y="1367722"/>
        <a:ext cx="1334665" cy="290388"/>
      </dsp:txXfrm>
    </dsp:sp>
    <dsp:sp modelId="{E1948FB1-82EB-4EE8-8E50-85B9665D6174}">
      <dsp:nvSpPr>
        <dsp:cNvPr id="0" name=""/>
        <dsp:cNvSpPr/>
      </dsp:nvSpPr>
      <dsp:spPr>
        <a:xfrm>
          <a:off x="314057" y="1331423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4EFF1A-C295-403B-9B30-D1024A13FFD9}">
      <dsp:nvSpPr>
        <dsp:cNvPr id="0" name=""/>
        <dsp:cNvSpPr/>
      </dsp:nvSpPr>
      <dsp:spPr>
        <a:xfrm>
          <a:off x="431685" y="1803166"/>
          <a:ext cx="1398530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1656 р.</a:t>
          </a:r>
          <a:endParaRPr lang="uk-UA" sz="1500" kern="1200"/>
        </a:p>
      </dsp:txBody>
      <dsp:txXfrm>
        <a:off x="431685" y="1803166"/>
        <a:ext cx="1398530" cy="290388"/>
      </dsp:txXfrm>
    </dsp:sp>
    <dsp:sp modelId="{146C2514-E823-4F25-981D-709C51D5056E}">
      <dsp:nvSpPr>
        <dsp:cNvPr id="0" name=""/>
        <dsp:cNvSpPr/>
      </dsp:nvSpPr>
      <dsp:spPr>
        <a:xfrm>
          <a:off x="250192" y="1766867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20460C-941B-4721-B46A-06035BE0B715}">
      <dsp:nvSpPr>
        <dsp:cNvPr id="0" name=""/>
        <dsp:cNvSpPr/>
      </dsp:nvSpPr>
      <dsp:spPr>
        <a:xfrm>
          <a:off x="223600" y="2238610"/>
          <a:ext cx="1606614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1657 р.</a:t>
          </a:r>
          <a:endParaRPr lang="uk-UA" sz="1500" kern="1200" dirty="0"/>
        </a:p>
      </dsp:txBody>
      <dsp:txXfrm>
        <a:off x="223600" y="2238610"/>
        <a:ext cx="1606614" cy="290388"/>
      </dsp:txXfrm>
    </dsp:sp>
    <dsp:sp modelId="{88FDA174-61CD-4B49-8E89-0BB616C5F428}">
      <dsp:nvSpPr>
        <dsp:cNvPr id="0" name=""/>
        <dsp:cNvSpPr/>
      </dsp:nvSpPr>
      <dsp:spPr>
        <a:xfrm>
          <a:off x="42107" y="2202311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1FD49-A235-48E2-9368-94EE59376E26}">
      <dsp:nvSpPr>
        <dsp:cNvPr id="0" name=""/>
        <dsp:cNvSpPr/>
      </dsp:nvSpPr>
      <dsp:spPr>
        <a:xfrm>
          <a:off x="0" y="87668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i="1" kern="1200" dirty="0"/>
            <a:t>«</a:t>
          </a:r>
          <a:r>
            <a:rPr lang="ru-RU" sz="2000" i="1" kern="1200" dirty="0" err="1"/>
            <a:t>Вимагаємо</a:t>
          </a:r>
          <a:r>
            <a:rPr lang="ru-RU" sz="2000" i="1" kern="1200" dirty="0"/>
            <a:t>, як уже </a:t>
          </a:r>
          <a:r>
            <a:rPr lang="ru-RU" sz="2000" i="1" kern="1200" dirty="0" err="1"/>
            <a:t>вище</a:t>
          </a:r>
          <a:r>
            <a:rPr lang="ru-RU" sz="2000" i="1" kern="1200" dirty="0"/>
            <a:t> </a:t>
          </a:r>
          <a:r>
            <a:rPr lang="ru-RU" sz="2000" i="1" kern="1200" dirty="0" err="1"/>
            <a:t>було</a:t>
          </a:r>
          <a:r>
            <a:rPr lang="ru-RU" sz="2000" i="1" kern="1200" dirty="0"/>
            <a:t> </a:t>
          </a:r>
          <a:r>
            <a:rPr lang="ru-RU" sz="2000" i="1" kern="1200" dirty="0" err="1"/>
            <a:t>згадано</a:t>
          </a:r>
          <a:r>
            <a:rPr lang="ru-RU" sz="2000" i="1" kern="1200" dirty="0"/>
            <a:t>, </a:t>
          </a:r>
          <a:r>
            <a:rPr lang="ru-RU" sz="2000" i="1" kern="1200" dirty="0" err="1"/>
            <a:t>щоби</a:t>
          </a:r>
          <a:r>
            <a:rPr lang="ru-RU" sz="2000" i="1" kern="1200" dirty="0"/>
            <a:t> духовенства </a:t>
          </a:r>
          <a:r>
            <a:rPr lang="ru-RU" sz="2000" i="1" kern="1200" dirty="0" err="1"/>
            <a:t>римської</a:t>
          </a:r>
          <a:r>
            <a:rPr lang="ru-RU" sz="2000" i="1" kern="1200" dirty="0"/>
            <a:t> </a:t>
          </a:r>
          <a:r>
            <a:rPr lang="ru-RU" sz="2000" i="1" kern="1200" dirty="0" err="1"/>
            <a:t>віри</a:t>
          </a:r>
          <a:r>
            <a:rPr lang="ru-RU" sz="2000" i="1" kern="1200" dirty="0"/>
            <a:t> не </a:t>
          </a:r>
          <a:r>
            <a:rPr lang="ru-RU" sz="2000" i="1" kern="1200" dirty="0" err="1"/>
            <a:t>було</a:t>
          </a:r>
          <a:r>
            <a:rPr lang="ru-RU" sz="2000" i="1" kern="1200" dirty="0"/>
            <a:t> в </a:t>
          </a:r>
          <a:r>
            <a:rPr lang="ru-RU" sz="2000" i="1" kern="1200" dirty="0" err="1"/>
            <a:t>Києві</a:t>
          </a:r>
          <a:r>
            <a:rPr lang="ru-RU" sz="2000" i="1" kern="1200" dirty="0"/>
            <a:t>... </a:t>
          </a:r>
          <a:r>
            <a:rPr lang="ru-RU" sz="2000" i="1" kern="1200" dirty="0" err="1"/>
            <a:t>Коронні</a:t>
          </a:r>
          <a:r>
            <a:rPr lang="ru-RU" sz="2000" i="1" kern="1200" dirty="0"/>
            <a:t> </a:t>
          </a:r>
          <a:r>
            <a:rPr lang="ru-RU" sz="2000" i="1" kern="1200" dirty="0" err="1"/>
            <a:t>війська</a:t>
          </a:r>
          <a:r>
            <a:rPr lang="ru-RU" sz="2000" i="1" kern="1200" dirty="0"/>
            <a:t> до </a:t>
          </a:r>
          <a:r>
            <a:rPr lang="ru-RU" sz="2000" i="1" kern="1200" dirty="0" err="1"/>
            <a:t>повного</a:t>
          </a:r>
          <a:r>
            <a:rPr lang="ru-RU" sz="2000" i="1" kern="1200" dirty="0"/>
            <a:t> </a:t>
          </a:r>
          <a:r>
            <a:rPr lang="ru-RU" sz="2000" i="1" kern="1200" dirty="0" err="1"/>
            <a:t>заспокоєння</a:t>
          </a:r>
          <a:r>
            <a:rPr lang="ru-RU" sz="2000" i="1" kern="1200" dirty="0"/>
            <a:t> не </a:t>
          </a:r>
          <a:r>
            <a:rPr lang="ru-RU" sz="2000" i="1" kern="1200" dirty="0" err="1"/>
            <a:t>мають</a:t>
          </a:r>
          <a:r>
            <a:rPr lang="ru-RU" sz="2000" i="1" kern="1200" dirty="0"/>
            <a:t> </a:t>
          </a:r>
          <a:r>
            <a:rPr lang="ru-RU" sz="2000" i="1" kern="1200" dirty="0" err="1"/>
            <a:t>іти</a:t>
          </a:r>
          <a:r>
            <a:rPr lang="ru-RU" sz="2000" i="1" kern="1200" dirty="0"/>
            <a:t> в </a:t>
          </a:r>
          <a:r>
            <a:rPr lang="ru-RU" sz="2000" i="1" kern="1200" dirty="0" err="1"/>
            <a:t>ці</a:t>
          </a:r>
          <a:r>
            <a:rPr lang="ru-RU" sz="2000" i="1" kern="1200" dirty="0"/>
            <a:t> </a:t>
          </a:r>
          <a:r>
            <a:rPr lang="ru-RU" sz="2000" i="1" kern="1200" dirty="0" err="1"/>
            <a:t>краї</a:t>
          </a:r>
          <a:r>
            <a:rPr lang="ru-RU" sz="2000" i="1" kern="1200" dirty="0"/>
            <a:t> на </a:t>
          </a:r>
          <a:r>
            <a:rPr lang="ru-RU" sz="2000" i="1" kern="1200" dirty="0" err="1"/>
            <a:t>постій</a:t>
          </a:r>
          <a:r>
            <a:rPr lang="ru-RU" sz="2000" i="1" kern="1200" dirty="0"/>
            <a:t>, </a:t>
          </a:r>
          <a:r>
            <a:rPr lang="ru-RU" sz="2000" i="1" kern="1200" dirty="0" err="1"/>
            <a:t>щоби</a:t>
          </a:r>
          <a:r>
            <a:rPr lang="ru-RU" sz="2000" i="1" kern="1200" dirty="0"/>
            <a:t> </a:t>
          </a:r>
          <a:r>
            <a:rPr lang="ru-RU" sz="2000" i="1" kern="1200" dirty="0" err="1"/>
            <a:t>це</a:t>
          </a:r>
          <a:r>
            <a:rPr lang="ru-RU" sz="2000" i="1" kern="1200" dirty="0"/>
            <a:t> не порушило </a:t>
          </a:r>
          <a:r>
            <a:rPr lang="ru-RU" sz="2000" i="1" kern="1200" dirty="0" err="1"/>
            <a:t>задумів</a:t>
          </a:r>
          <a:r>
            <a:rPr lang="ru-RU" sz="2000" i="1" kern="1200" dirty="0"/>
            <a:t>, </a:t>
          </a:r>
          <a:r>
            <a:rPr lang="ru-RU" sz="2000" i="1" kern="1200" dirty="0" err="1"/>
            <a:t>спрямованих</a:t>
          </a:r>
          <a:r>
            <a:rPr lang="ru-RU" sz="2000" i="1" kern="1200" dirty="0"/>
            <a:t> до </a:t>
          </a:r>
          <a:r>
            <a:rPr lang="ru-RU" sz="2000" i="1" kern="1200" dirty="0" err="1"/>
            <a:t>встановлення</a:t>
          </a:r>
          <a:r>
            <a:rPr lang="ru-RU" sz="2000" i="1" kern="1200" dirty="0"/>
            <a:t> миру…»</a:t>
          </a:r>
          <a:endParaRPr lang="uk-UA" sz="2000" kern="1200" dirty="0"/>
        </a:p>
      </dsp:txBody>
      <dsp:txXfrm>
        <a:off x="100522" y="188190"/>
        <a:ext cx="4980556" cy="1858156"/>
      </dsp:txXfrm>
    </dsp:sp>
    <dsp:sp modelId="{FE787EE3-8932-400C-B54E-D8D418122075}">
      <dsp:nvSpPr>
        <dsp:cNvPr id="0" name=""/>
        <dsp:cNvSpPr/>
      </dsp:nvSpPr>
      <dsp:spPr>
        <a:xfrm>
          <a:off x="0" y="2204469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i="1" kern="1200" dirty="0"/>
            <a:t>«</a:t>
          </a:r>
          <a:r>
            <a:rPr lang="ru-RU" sz="2000" i="1" kern="1200" dirty="0" err="1"/>
            <a:t>Вельможний</a:t>
          </a:r>
          <a:r>
            <a:rPr lang="ru-RU" sz="2000" i="1" kern="1200" dirty="0"/>
            <a:t> і </a:t>
          </a:r>
          <a:r>
            <a:rPr lang="ru-RU" sz="2000" i="1" kern="1200" dirty="0" err="1"/>
            <a:t>милостивий</a:t>
          </a:r>
          <a:r>
            <a:rPr lang="ru-RU" sz="2000" i="1" kern="1200" dirty="0"/>
            <a:t> </a:t>
          </a:r>
          <a:r>
            <a:rPr lang="ru-RU" sz="2000" i="1" kern="1200" dirty="0" err="1"/>
            <a:t>молдавський</a:t>
          </a:r>
          <a:r>
            <a:rPr lang="ru-RU" sz="2000" i="1" kern="1200" dirty="0"/>
            <a:t> господарю… </a:t>
          </a:r>
          <a:r>
            <a:rPr lang="ru-RU" sz="2000" i="1" kern="1200" dirty="0" err="1"/>
            <a:t>Ті</a:t>
          </a:r>
          <a:r>
            <a:rPr lang="ru-RU" sz="2000" i="1" kern="1200" dirty="0"/>
            <a:t> </a:t>
          </a:r>
          <a:r>
            <a:rPr lang="ru-RU" sz="2000" i="1" kern="1200" dirty="0" err="1"/>
            <a:t>добрі</a:t>
          </a:r>
          <a:r>
            <a:rPr lang="ru-RU" sz="2000" i="1" kern="1200" dirty="0"/>
            <a:t> </a:t>
          </a:r>
          <a:r>
            <a:rPr lang="ru-RU" sz="2000" i="1" kern="1200" dirty="0" err="1"/>
            <a:t>відносини</a:t>
          </a:r>
          <a:r>
            <a:rPr lang="ru-RU" sz="2000" i="1" kern="1200" dirty="0"/>
            <a:t>, </a:t>
          </a:r>
          <a:r>
            <a:rPr lang="ru-RU" sz="2000" i="1" kern="1200" dirty="0" err="1"/>
            <a:t>що</a:t>
          </a:r>
          <a:r>
            <a:rPr lang="ru-RU" sz="2000" i="1" kern="1200" dirty="0"/>
            <a:t> </a:t>
          </a:r>
          <a:r>
            <a:rPr lang="ru-RU" sz="2000" i="1" kern="1200" dirty="0" err="1"/>
            <a:t>між</a:t>
          </a:r>
          <a:r>
            <a:rPr lang="ru-RU" sz="2000" i="1" kern="1200" dirty="0"/>
            <a:t> нами були – і </a:t>
          </a:r>
          <a:r>
            <a:rPr lang="ru-RU" sz="2000" i="1" kern="1200" dirty="0" err="1"/>
            <a:t>тепер</a:t>
          </a:r>
          <a:r>
            <a:rPr lang="ru-RU" sz="2000" i="1" kern="1200" dirty="0"/>
            <a:t> трохи </a:t>
          </a:r>
          <a:r>
            <a:rPr lang="ru-RU" sz="2000" i="1" kern="1200" dirty="0" err="1"/>
            <a:t>зіпсувалися</a:t>
          </a:r>
          <a:r>
            <a:rPr lang="ru-RU" sz="2000" i="1" kern="1200" dirty="0"/>
            <a:t> – треба </a:t>
          </a:r>
          <a:r>
            <a:rPr lang="ru-RU" sz="2000" i="1" kern="1200" dirty="0" err="1"/>
            <a:t>ще</a:t>
          </a:r>
          <a:r>
            <a:rPr lang="ru-RU" sz="2000" i="1" kern="1200" dirty="0"/>
            <a:t> </a:t>
          </a:r>
          <a:r>
            <a:rPr lang="ru-RU" sz="2000" i="1" kern="1200" dirty="0" err="1"/>
            <a:t>більше</a:t>
          </a:r>
          <a:r>
            <a:rPr lang="ru-RU" sz="2000" i="1" kern="1200" dirty="0"/>
            <a:t> </a:t>
          </a:r>
          <a:r>
            <a:rPr lang="ru-RU" sz="2000" i="1" kern="1200" dirty="0" err="1"/>
            <a:t>зміцнити</a:t>
          </a:r>
          <a:r>
            <a:rPr lang="ru-RU" sz="2000" i="1" kern="1200" dirty="0"/>
            <a:t>… </a:t>
          </a:r>
          <a:r>
            <a:rPr lang="ru-RU" sz="2000" i="1" kern="1200" dirty="0" err="1"/>
            <a:t>Що</a:t>
          </a:r>
          <a:r>
            <a:rPr lang="ru-RU" sz="2000" i="1" kern="1200" dirty="0"/>
            <a:t> наш </a:t>
          </a:r>
          <a:r>
            <a:rPr lang="ru-RU" sz="2000" i="1" kern="1200" dirty="0" err="1"/>
            <a:t>син</a:t>
          </a:r>
          <a:r>
            <a:rPr lang="ru-RU" sz="2000" i="1" kern="1200" dirty="0"/>
            <a:t> </a:t>
          </a:r>
          <a:r>
            <a:rPr lang="ru-RU" sz="2000" i="1" kern="1200" dirty="0" err="1"/>
            <a:t>загинув</a:t>
          </a:r>
          <a:r>
            <a:rPr lang="ru-RU" sz="2000" i="1" kern="1200" dirty="0"/>
            <a:t>.., то </a:t>
          </a:r>
          <a:r>
            <a:rPr lang="ru-RU" sz="2000" i="1" kern="1200" dirty="0" err="1"/>
            <a:t>цього</a:t>
          </a:r>
          <a:r>
            <a:rPr lang="ru-RU" sz="2000" i="1" kern="1200" dirty="0"/>
            <a:t> не </a:t>
          </a:r>
          <a:r>
            <a:rPr lang="ru-RU" sz="2000" i="1" kern="1200" dirty="0" err="1"/>
            <a:t>можна</a:t>
          </a:r>
          <a:r>
            <a:rPr lang="ru-RU" sz="2000" i="1" kern="1200" dirty="0"/>
            <a:t> </a:t>
          </a:r>
          <a:r>
            <a:rPr lang="ru-RU" sz="2000" i="1" kern="1200" dirty="0" err="1"/>
            <a:t>повернути</a:t>
          </a:r>
          <a:r>
            <a:rPr lang="ru-RU" sz="2000" i="1" kern="1200" dirty="0"/>
            <a:t>, </a:t>
          </a:r>
          <a:r>
            <a:rPr lang="ru-RU" sz="2000" i="1" kern="1200" dirty="0" err="1"/>
            <a:t>бо</a:t>
          </a:r>
          <a:r>
            <a:rPr lang="ru-RU" sz="2000" i="1" kern="1200" dirty="0"/>
            <a:t> на то воля Господня…»</a:t>
          </a:r>
          <a:endParaRPr lang="uk-UA" sz="2000" kern="1200" dirty="0"/>
        </a:p>
      </dsp:txBody>
      <dsp:txXfrm>
        <a:off x="100522" y="2304991"/>
        <a:ext cx="4980556" cy="1858156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D32BC1-1563-43B5-8F00-5792271FEF75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E24232-A969-446C-8564-A26BBD2700A2}">
      <dsp:nvSpPr>
        <dsp:cNvPr id="0" name=""/>
        <dsp:cNvSpPr/>
      </dsp:nvSpPr>
      <dsp:spPr>
        <a:xfrm>
          <a:off x="455546" y="309267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перехід Війська Запорозького під зверхність московського царя.</a:t>
          </a:r>
          <a:endParaRPr lang="uk-UA" sz="2200" kern="1200"/>
        </a:p>
      </dsp:txBody>
      <dsp:txXfrm>
        <a:off x="455546" y="309267"/>
        <a:ext cx="9548318" cy="618856"/>
      </dsp:txXfrm>
    </dsp:sp>
    <dsp:sp modelId="{CA856E69-32EA-429A-9143-0142DB16CE91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46A08-AA31-4FD9-8CF0-06D966E000B1}">
      <dsp:nvSpPr>
        <dsp:cNvPr id="0" name=""/>
        <dsp:cNvSpPr/>
      </dsp:nvSpPr>
      <dsp:spPr>
        <a:xfrm>
          <a:off x="810351" y="1237712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погодження з умовами </a:t>
          </a:r>
          <a:r>
            <a:rPr lang="uk-UA" sz="2200" b="0" i="0" kern="1200" dirty="0" err="1"/>
            <a:t>московсько</a:t>
          </a:r>
          <a:r>
            <a:rPr lang="uk-UA" sz="2200" b="0" i="0" kern="1200" dirty="0"/>
            <a:t>-польського Віленського перемир'я.</a:t>
          </a:r>
          <a:endParaRPr lang="uk-UA" sz="2200" kern="1200" dirty="0"/>
        </a:p>
      </dsp:txBody>
      <dsp:txXfrm>
        <a:off x="810351" y="1237712"/>
        <a:ext cx="9193514" cy="618856"/>
      </dsp:txXfrm>
    </dsp:sp>
    <dsp:sp modelId="{96C0E2B8-CA27-407E-A2DD-348A9A521C13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7C070-A065-4DF0-B889-B9DC572C8F2F}">
      <dsp:nvSpPr>
        <dsp:cNvPr id="0" name=""/>
        <dsp:cNvSpPr/>
      </dsp:nvSpPr>
      <dsp:spPr>
        <a:xfrm>
          <a:off x="810351" y="2166156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утворення українсько-швецької антипольської коаліції.</a:t>
          </a:r>
          <a:endParaRPr lang="uk-UA" sz="2200" kern="1200" dirty="0"/>
        </a:p>
      </dsp:txBody>
      <dsp:txXfrm>
        <a:off x="810351" y="2166156"/>
        <a:ext cx="9193514" cy="618856"/>
      </dsp:txXfrm>
    </dsp:sp>
    <dsp:sp modelId="{DB7EA671-8F76-4FBD-ACEC-C3FB0964E1CC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733AA-8B52-4D46-8FDC-881CA342A82D}">
      <dsp:nvSpPr>
        <dsp:cNvPr id="0" name=""/>
        <dsp:cNvSpPr/>
      </dsp:nvSpPr>
      <dsp:spPr>
        <a:xfrm>
          <a:off x="455546" y="3094601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припинення бойових дій проти Речі Посполитої.</a:t>
          </a:r>
          <a:endParaRPr lang="uk-UA" sz="2200" kern="1200" dirty="0"/>
        </a:p>
      </dsp:txBody>
      <dsp:txXfrm>
        <a:off x="455546" y="3094601"/>
        <a:ext cx="9548318" cy="618856"/>
      </dsp:txXfrm>
    </dsp:sp>
    <dsp:sp modelId="{07F3D969-E5FA-4FAD-836A-6FFDCDCB7268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E6EC3-A46C-4FC8-9799-F06952C61F5A}">
      <dsp:nvSpPr>
        <dsp:cNvPr id="0" name=""/>
        <dsp:cNvSpPr/>
      </dsp:nvSpPr>
      <dsp:spPr>
        <a:xfrm>
          <a:off x="0" y="442662"/>
          <a:ext cx="4937125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Білоцерківському договорі</a:t>
          </a:r>
          <a:endParaRPr lang="uk-UA" sz="3000" kern="1200"/>
        </a:p>
      </dsp:txBody>
      <dsp:txXfrm>
        <a:off x="35125" y="477787"/>
        <a:ext cx="4866875" cy="649299"/>
      </dsp:txXfrm>
    </dsp:sp>
    <dsp:sp modelId="{14806941-071B-41CC-974D-4A153E6505FB}">
      <dsp:nvSpPr>
        <dsp:cNvPr id="0" name=""/>
        <dsp:cNvSpPr/>
      </dsp:nvSpPr>
      <dsp:spPr>
        <a:xfrm>
          <a:off x="0" y="1248612"/>
          <a:ext cx="4937125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Гадяцьких пунктах</a:t>
          </a:r>
          <a:endParaRPr lang="uk-UA" sz="3000" kern="1200"/>
        </a:p>
      </dsp:txBody>
      <dsp:txXfrm>
        <a:off x="35125" y="1283737"/>
        <a:ext cx="4866875" cy="649299"/>
      </dsp:txXfrm>
    </dsp:sp>
    <dsp:sp modelId="{ED9FDAF7-9BE6-425D-B5CD-F0CEB98598D7}">
      <dsp:nvSpPr>
        <dsp:cNvPr id="0" name=""/>
        <dsp:cNvSpPr/>
      </dsp:nvSpPr>
      <dsp:spPr>
        <a:xfrm>
          <a:off x="0" y="2054562"/>
          <a:ext cx="4937125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«</a:t>
          </a:r>
          <a:r>
            <a:rPr lang="ru-RU" sz="3000" b="0" i="0" kern="1200" dirty="0" err="1"/>
            <a:t>Березневих</a:t>
          </a:r>
          <a:r>
            <a:rPr lang="ru-RU" sz="3000" b="0" i="0" kern="1200" dirty="0"/>
            <a:t> </a:t>
          </a:r>
          <a:r>
            <a:rPr lang="ru-RU" sz="3000" b="0" i="0" kern="1200" dirty="0" err="1"/>
            <a:t>статтях</a:t>
          </a:r>
          <a:r>
            <a:rPr lang="ru-RU" sz="3000" b="0" i="0" kern="1200" dirty="0"/>
            <a:t>»</a:t>
          </a:r>
          <a:endParaRPr lang="uk-UA" sz="3000" kern="1200" dirty="0"/>
        </a:p>
      </dsp:txBody>
      <dsp:txXfrm>
        <a:off x="35125" y="2089687"/>
        <a:ext cx="4866875" cy="649299"/>
      </dsp:txXfrm>
    </dsp:sp>
    <dsp:sp modelId="{816F2648-605F-4088-8F72-427C519AF504}">
      <dsp:nvSpPr>
        <dsp:cNvPr id="0" name=""/>
        <dsp:cNvSpPr/>
      </dsp:nvSpPr>
      <dsp:spPr>
        <a:xfrm>
          <a:off x="0" y="2860512"/>
          <a:ext cx="4937125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 err="1"/>
            <a:t>Зборівському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договорі</a:t>
          </a:r>
          <a:endParaRPr lang="uk-UA" sz="3000" kern="1200" dirty="0"/>
        </a:p>
      </dsp:txBody>
      <dsp:txXfrm>
        <a:off x="35125" y="2895637"/>
        <a:ext cx="4866875" cy="649299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8BE55-8B65-4A34-8C4F-3F76C358D76A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F1102A-B1BA-4C4B-9162-024A8E2AC59A}">
      <dsp:nvSpPr>
        <dsp:cNvPr id="0" name=""/>
        <dsp:cNvSpPr/>
      </dsp:nvSpPr>
      <dsp:spPr>
        <a:xfrm>
          <a:off x="455546" y="309267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початок діяльності Першої Малоросійської колегії</a:t>
          </a:r>
          <a:endParaRPr lang="uk-UA" sz="1800" kern="1200"/>
        </a:p>
      </dsp:txBody>
      <dsp:txXfrm>
        <a:off x="455546" y="309267"/>
        <a:ext cx="4427043" cy="618856"/>
      </dsp:txXfrm>
    </dsp:sp>
    <dsp:sp modelId="{9B8B93F6-3682-4393-A4B4-81678DF6FDFA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F63A2-8813-4AC3-BDC7-119846F74A28}">
      <dsp:nvSpPr>
        <dsp:cNvPr id="0" name=""/>
        <dsp:cNvSpPr/>
      </dsp:nvSpPr>
      <dsp:spPr>
        <a:xfrm>
          <a:off x="810351" y="1237712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оприлюднення указу про закріпачення селян на Лівобережжі</a:t>
          </a:r>
          <a:endParaRPr lang="uk-UA" sz="1800" kern="1200" dirty="0"/>
        </a:p>
      </dsp:txBody>
      <dsp:txXfrm>
        <a:off x="810351" y="1237712"/>
        <a:ext cx="4072239" cy="618856"/>
      </dsp:txXfrm>
    </dsp:sp>
    <dsp:sp modelId="{29C20103-EBBA-4A5C-ABF2-7C0DA6CCDE8F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43D22-4EF6-4B44-9098-0A427AB83BA1}">
      <dsp:nvSpPr>
        <dsp:cNvPr id="0" name=""/>
        <dsp:cNvSpPr/>
      </dsp:nvSpPr>
      <dsp:spPr>
        <a:xfrm>
          <a:off x="810351" y="2166156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остаточна ліквідація гетьманства</a:t>
          </a:r>
          <a:endParaRPr lang="uk-UA" sz="1800" kern="1200" dirty="0"/>
        </a:p>
      </dsp:txBody>
      <dsp:txXfrm>
        <a:off x="810351" y="2166156"/>
        <a:ext cx="4072239" cy="618856"/>
      </dsp:txXfrm>
    </dsp:sp>
    <dsp:sp modelId="{EBE1E81F-1DE3-4493-8A54-980DC88A3AEF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0C658-0DEA-41FE-AA8D-E7BD3DCE85A7}">
      <dsp:nvSpPr>
        <dsp:cNvPr id="0" name=""/>
        <dsp:cNvSpPr/>
      </dsp:nvSpPr>
      <dsp:spPr>
        <a:xfrm>
          <a:off x="455546" y="3094601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укладення українсько-московського договору</a:t>
          </a:r>
          <a:endParaRPr lang="uk-UA" sz="1800" kern="1200" dirty="0"/>
        </a:p>
      </dsp:txBody>
      <dsp:txXfrm>
        <a:off x="455546" y="3094601"/>
        <a:ext cx="4427043" cy="618856"/>
      </dsp:txXfrm>
    </dsp:sp>
    <dsp:sp modelId="{834CAF4E-3C6C-4BB7-9244-4946D5675A43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D9E91-4B82-483C-8A7E-E33650972E60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303CD4-47D7-4607-BB26-F9B7B70D73F2}">
      <dsp:nvSpPr>
        <dsp:cNvPr id="0" name=""/>
        <dsp:cNvSpPr/>
      </dsp:nvSpPr>
      <dsp:spPr>
        <a:xfrm>
          <a:off x="455546" y="309267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рішення Переяславської ради.</a:t>
          </a:r>
          <a:endParaRPr lang="uk-UA" sz="1800" kern="1200"/>
        </a:p>
      </dsp:txBody>
      <dsp:txXfrm>
        <a:off x="455546" y="309267"/>
        <a:ext cx="4427043" cy="618856"/>
      </dsp:txXfrm>
    </dsp:sp>
    <dsp:sp modelId="{69BB6863-B867-4DF7-937D-73EF6AAD5925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40137-4330-47BC-B315-E1692F94FFF2}">
      <dsp:nvSpPr>
        <dsp:cNvPr id="0" name=""/>
        <dsp:cNvSpPr/>
      </dsp:nvSpPr>
      <dsp:spPr>
        <a:xfrm>
          <a:off x="810351" y="1237712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підписання Гадяцьких пунктів.</a:t>
          </a:r>
          <a:endParaRPr lang="uk-UA" sz="1800" kern="1200"/>
        </a:p>
      </dsp:txBody>
      <dsp:txXfrm>
        <a:off x="810351" y="1237712"/>
        <a:ext cx="4072239" cy="618856"/>
      </dsp:txXfrm>
    </dsp:sp>
    <dsp:sp modelId="{138E174F-7527-4378-9575-04691ACD813A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BF49E-150B-4C94-B97F-AB49D2155E2A}">
      <dsp:nvSpPr>
        <dsp:cNvPr id="0" name=""/>
        <dsp:cNvSpPr/>
      </dsp:nvSpPr>
      <dsp:spPr>
        <a:xfrm>
          <a:off x="810351" y="2166156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поразку козацького війська в битві під Берестечком.</a:t>
          </a:r>
          <a:endParaRPr lang="uk-UA" sz="1800" kern="1200" dirty="0"/>
        </a:p>
      </dsp:txBody>
      <dsp:txXfrm>
        <a:off x="810351" y="2166156"/>
        <a:ext cx="4072239" cy="618856"/>
      </dsp:txXfrm>
    </dsp:sp>
    <dsp:sp modelId="{DA5880C5-0948-4A4F-9BA3-E7FAA0051650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4FB31-80A3-44CD-A920-4D54AADEF693}">
      <dsp:nvSpPr>
        <dsp:cNvPr id="0" name=""/>
        <dsp:cNvSpPr/>
      </dsp:nvSpPr>
      <dsp:spPr>
        <a:xfrm>
          <a:off x="455546" y="3094601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укладення династичного союзу з Молдавським князівством</a:t>
          </a:r>
          <a:endParaRPr lang="uk-UA" sz="1800" kern="1200" dirty="0"/>
        </a:p>
      </dsp:txBody>
      <dsp:txXfrm>
        <a:off x="455546" y="3094601"/>
        <a:ext cx="4427043" cy="618856"/>
      </dsp:txXfrm>
    </dsp:sp>
    <dsp:sp modelId="{A0D9EDF7-EA11-4FC0-8876-C0AFE37A6463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94711-E9B0-4A53-BFA9-90E3BA6225EA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F0F8E-7EB5-4E96-934E-3A8042941E34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«Березневих статей».</a:t>
          </a:r>
          <a:endParaRPr lang="uk-UA" sz="1700" kern="1200"/>
        </a:p>
      </dsp:txBody>
      <dsp:txXfrm>
        <a:off x="915944" y="458744"/>
        <a:ext cx="1415690" cy="1415690"/>
      </dsp:txXfrm>
    </dsp:sp>
    <dsp:sp modelId="{8116F8C7-2D0C-469C-B403-2FF3CF9DF049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Гадяцьких пунктів.</a:t>
          </a:r>
          <a:endParaRPr lang="uk-UA" sz="1700" kern="1200"/>
        </a:p>
      </dsp:txBody>
      <dsp:txXfrm>
        <a:off x="2605489" y="458744"/>
        <a:ext cx="1415690" cy="1415690"/>
      </dsp:txXfrm>
    </dsp:sp>
    <dsp:sp modelId="{C039997F-DC19-4E53-8DCC-ED5C1EC4E150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Зборівського</a:t>
          </a:r>
          <a:r>
            <a:rPr lang="ru-RU" sz="1700" b="0" i="0" kern="1200" dirty="0"/>
            <a:t> договору.</a:t>
          </a:r>
          <a:endParaRPr lang="uk-UA" sz="1700" kern="1200" dirty="0"/>
        </a:p>
      </dsp:txBody>
      <dsp:txXfrm>
        <a:off x="915944" y="2148289"/>
        <a:ext cx="1415690" cy="1415690"/>
      </dsp:txXfrm>
    </dsp:sp>
    <dsp:sp modelId="{A5D7F670-5567-4AD2-BAA6-2220DF23AD47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Віленського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перемир’я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2605489" y="2148289"/>
        <a:ext cx="1415690" cy="1415690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D0CB9-CD5E-42C4-893E-98CAC57852C8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C6F5F-FCFC-4512-94B6-18C636475C1C}">
      <dsp:nvSpPr>
        <dsp:cNvPr id="0" name=""/>
        <dsp:cNvSpPr/>
      </dsp:nvSpPr>
      <dsp:spPr>
        <a:xfrm>
          <a:off x="455546" y="309267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Трансільванського князівства</a:t>
          </a:r>
          <a:endParaRPr lang="uk-UA" sz="2300" kern="1200"/>
        </a:p>
      </dsp:txBody>
      <dsp:txXfrm>
        <a:off x="455546" y="309267"/>
        <a:ext cx="4427043" cy="618856"/>
      </dsp:txXfrm>
    </dsp:sp>
    <dsp:sp modelId="{39EEB2C0-96A9-4FD4-9D5C-41036CD541CB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66517E-CA02-4C36-A0BF-E1DD50B41E24}">
      <dsp:nvSpPr>
        <dsp:cNvPr id="0" name=""/>
        <dsp:cNvSpPr/>
      </dsp:nvSpPr>
      <dsp:spPr>
        <a:xfrm>
          <a:off x="810351" y="1237712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Шведського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королівства</a:t>
          </a:r>
          <a:endParaRPr lang="uk-UA" sz="2300" kern="1200" dirty="0"/>
        </a:p>
      </dsp:txBody>
      <dsp:txXfrm>
        <a:off x="810351" y="1237712"/>
        <a:ext cx="4072239" cy="618856"/>
      </dsp:txXfrm>
    </dsp:sp>
    <dsp:sp modelId="{B0DEB32D-39DE-4B1A-B0C7-68160AE85E1F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95F41-ED56-4742-9A3A-329FF1BE2C50}">
      <dsp:nvSpPr>
        <dsp:cNvPr id="0" name=""/>
        <dsp:cNvSpPr/>
      </dsp:nvSpPr>
      <dsp:spPr>
        <a:xfrm>
          <a:off x="810351" y="2166156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Московського</a:t>
          </a:r>
          <a:r>
            <a:rPr lang="ru-RU" sz="2300" b="0" i="0" kern="1200" dirty="0"/>
            <a:t> царства</a:t>
          </a:r>
          <a:endParaRPr lang="uk-UA" sz="2300" kern="1200" dirty="0"/>
        </a:p>
      </dsp:txBody>
      <dsp:txXfrm>
        <a:off x="810351" y="2166156"/>
        <a:ext cx="4072239" cy="618856"/>
      </dsp:txXfrm>
    </dsp:sp>
    <dsp:sp modelId="{2EBBFFCE-B290-4024-9CE2-E898E9A34CEA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8EFD66-FD7B-43ED-A210-C72BAACD098A}">
      <dsp:nvSpPr>
        <dsp:cNvPr id="0" name=""/>
        <dsp:cNvSpPr/>
      </dsp:nvSpPr>
      <dsp:spPr>
        <a:xfrm>
          <a:off x="455546" y="3094601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Кримського</a:t>
          </a:r>
          <a:r>
            <a:rPr lang="ru-RU" sz="2300" b="0" i="0" kern="1200" dirty="0"/>
            <a:t> ханства</a:t>
          </a:r>
          <a:endParaRPr lang="uk-UA" sz="2300" kern="1200" dirty="0"/>
        </a:p>
      </dsp:txBody>
      <dsp:txXfrm>
        <a:off x="455546" y="3094601"/>
        <a:ext cx="4427043" cy="618856"/>
      </dsp:txXfrm>
    </dsp:sp>
    <dsp:sp modelId="{8A3D37A8-1E6E-423B-9361-5A4183029DBB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977DC-F35B-4AA3-8C3F-0F4071AEA293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248E8F-91E0-454E-861A-61194D8C87F6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1651 р.</a:t>
          </a:r>
          <a:endParaRPr lang="uk-UA" sz="3900" kern="1200"/>
        </a:p>
      </dsp:txBody>
      <dsp:txXfrm>
        <a:off x="916738" y="458744"/>
        <a:ext cx="1415690" cy="1415690"/>
      </dsp:txXfrm>
    </dsp:sp>
    <dsp:sp modelId="{172635FD-0982-4C0A-AB03-B72EC5A938C0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1653 р.</a:t>
          </a:r>
          <a:endParaRPr lang="uk-UA" sz="3900" kern="1200"/>
        </a:p>
      </dsp:txBody>
      <dsp:txXfrm>
        <a:off x="2606282" y="458744"/>
        <a:ext cx="1415690" cy="1415690"/>
      </dsp:txXfrm>
    </dsp:sp>
    <dsp:sp modelId="{8A6E7D88-0E9B-4BC5-A22A-BD2CF62220E5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1654 р.</a:t>
          </a:r>
          <a:endParaRPr lang="uk-UA" sz="3900" kern="1200" dirty="0"/>
        </a:p>
      </dsp:txBody>
      <dsp:txXfrm>
        <a:off x="916738" y="2148289"/>
        <a:ext cx="1415690" cy="1415690"/>
      </dsp:txXfrm>
    </dsp:sp>
    <dsp:sp modelId="{4E4ED954-249E-4E28-9F66-FC12C3B7B549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1656 р.</a:t>
          </a:r>
          <a:endParaRPr lang="uk-UA" sz="3900" kern="1200" dirty="0"/>
        </a:p>
      </dsp:txBody>
      <dsp:txXfrm>
        <a:off x="2606282" y="2148289"/>
        <a:ext cx="1415690" cy="1415690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BA71A-A673-4F33-9520-F63736D61834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19A0EE-39F9-450B-B9CA-B508466166BA}">
      <dsp:nvSpPr>
        <dsp:cNvPr id="0" name=""/>
        <dsp:cNvSpPr/>
      </dsp:nvSpPr>
      <dsp:spPr>
        <a:xfrm>
          <a:off x="455546" y="309267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Османської імперії.</a:t>
          </a:r>
          <a:endParaRPr lang="uk-UA" sz="1800" kern="1200"/>
        </a:p>
      </dsp:txBody>
      <dsp:txXfrm>
        <a:off x="455546" y="309267"/>
        <a:ext cx="9548318" cy="618856"/>
      </dsp:txXfrm>
    </dsp:sp>
    <dsp:sp modelId="{2FE94818-217B-4E6B-916C-24089E48B252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1D8BC-4FCB-4178-ABD1-F7F96BECA685}">
      <dsp:nvSpPr>
        <dsp:cNvPr id="0" name=""/>
        <dsp:cNvSpPr/>
      </dsp:nvSpPr>
      <dsp:spPr>
        <a:xfrm>
          <a:off x="810351" y="1237712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Молдавського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князівства</a:t>
          </a:r>
          <a:r>
            <a:rPr lang="ru-RU" sz="1800" b="0" i="0" kern="1200" dirty="0"/>
            <a:t>.</a:t>
          </a:r>
          <a:endParaRPr lang="uk-UA" sz="1800" kern="1200" dirty="0"/>
        </a:p>
      </dsp:txBody>
      <dsp:txXfrm>
        <a:off x="810351" y="1237712"/>
        <a:ext cx="9193514" cy="618856"/>
      </dsp:txXfrm>
    </dsp:sp>
    <dsp:sp modelId="{3D08AFF9-DAAC-4F62-8F60-7F1F22DDD1B0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ED413-E102-49E7-AD44-B2FDB0B5CD07}">
      <dsp:nvSpPr>
        <dsp:cNvPr id="0" name=""/>
        <dsp:cNvSpPr/>
      </dsp:nvSpPr>
      <dsp:spPr>
        <a:xfrm>
          <a:off x="810351" y="2166156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Шведського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королівства</a:t>
          </a:r>
          <a:r>
            <a:rPr lang="ru-RU" sz="1800" b="0" i="0" kern="1200" dirty="0"/>
            <a:t>.</a:t>
          </a:r>
          <a:endParaRPr lang="uk-UA" sz="1800" kern="1200" dirty="0"/>
        </a:p>
      </dsp:txBody>
      <dsp:txXfrm>
        <a:off x="810351" y="2166156"/>
        <a:ext cx="9193514" cy="618856"/>
      </dsp:txXfrm>
    </dsp:sp>
    <dsp:sp modelId="{166D2C85-37BC-4E74-98A0-84DFA86EB781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242D40-A3E1-4A24-8A83-4BDB67603D2A}">
      <dsp:nvSpPr>
        <dsp:cNvPr id="0" name=""/>
        <dsp:cNvSpPr/>
      </dsp:nvSpPr>
      <dsp:spPr>
        <a:xfrm>
          <a:off x="455546" y="3094601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Речі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Посполитої</a:t>
          </a:r>
          <a:r>
            <a:rPr lang="ru-RU" sz="1800" b="0" i="0" kern="1200" dirty="0"/>
            <a:t>.</a:t>
          </a:r>
          <a:br>
            <a:rPr lang="ru-RU" sz="1800" kern="1200" dirty="0"/>
          </a:br>
          <a:endParaRPr lang="uk-UA" sz="1800" kern="1200" dirty="0"/>
        </a:p>
      </dsp:txBody>
      <dsp:txXfrm>
        <a:off x="455546" y="3094601"/>
        <a:ext cx="9548318" cy="618856"/>
      </dsp:txXfrm>
    </dsp:sp>
    <dsp:sp modelId="{4B7D941A-CCD2-49DB-A188-06683B7BBA09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8C9A2-2BD9-41B6-8180-F5534764BDB9}">
      <dsp:nvSpPr>
        <dsp:cNvPr id="0" name=""/>
        <dsp:cNvSpPr/>
      </dsp:nvSpPr>
      <dsp:spPr>
        <a:xfrm>
          <a:off x="0" y="35941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«Сповнені великої радості, вітаємо твою достойність королівську милість зі світлою перемогою над татарами й козаками Хмельницького під Берестечком...»</a:t>
          </a:r>
          <a:endParaRPr lang="uk-UA" sz="1700" i="0" kern="1200"/>
        </a:p>
      </dsp:txBody>
      <dsp:txXfrm>
        <a:off x="46424" y="82365"/>
        <a:ext cx="9965551" cy="858142"/>
      </dsp:txXfrm>
    </dsp:sp>
    <dsp:sp modelId="{2E59C864-D86E-4520-977C-0AE7BDAFE081}">
      <dsp:nvSpPr>
        <dsp:cNvPr id="0" name=""/>
        <dsp:cNvSpPr/>
      </dsp:nvSpPr>
      <dsp:spPr>
        <a:xfrm>
          <a:off x="0" y="1035891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«Бачу зле, бо віддав Хмельницький усіх нас у неволю московському цареві… Сам із військом козацьким присягнув і місто Київ силою під каранням мечем до того привів, що присягли всі…»</a:t>
          </a:r>
          <a:endParaRPr lang="uk-UA" sz="1700" i="0" kern="1200" dirty="0"/>
        </a:p>
      </dsp:txBody>
      <dsp:txXfrm>
        <a:off x="46424" y="1082315"/>
        <a:ext cx="9965551" cy="858142"/>
      </dsp:txXfrm>
    </dsp:sp>
    <dsp:sp modelId="{116F45A9-0CEF-41FB-BA25-0C877E614465}">
      <dsp:nvSpPr>
        <dsp:cNvPr id="0" name=""/>
        <dsp:cNvSpPr/>
      </dsp:nvSpPr>
      <dsp:spPr>
        <a:xfrm>
          <a:off x="0" y="2035842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«Тих польських ратних людей біля Жовтих Вод самовільні козаки, з’єднавшись із татарами, всіх побили, а інших у полон </a:t>
          </a:r>
          <a:r>
            <a:rPr lang="uk-UA" sz="1700" b="0" i="0" kern="1200" dirty="0" err="1"/>
            <a:t>побрали</a:t>
          </a:r>
          <a:r>
            <a:rPr lang="uk-UA" sz="1700" b="0" i="0" kern="1200" dirty="0"/>
            <a:t> живими разом із сином коронного гетьмана Потоцького...»</a:t>
          </a:r>
          <a:endParaRPr lang="uk-UA" sz="1700" i="0" kern="1200" dirty="0"/>
        </a:p>
      </dsp:txBody>
      <dsp:txXfrm>
        <a:off x="46424" y="2082266"/>
        <a:ext cx="9965551" cy="858142"/>
      </dsp:txXfrm>
    </dsp:sp>
    <dsp:sp modelId="{1C07B582-C230-41A9-B032-FE9B5E58ED17}">
      <dsp:nvSpPr>
        <dsp:cNvPr id="0" name=""/>
        <dsp:cNvSpPr/>
      </dsp:nvSpPr>
      <dsp:spPr>
        <a:xfrm>
          <a:off x="0" y="3035793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«Наш підданий гетьман Богдан Хмельницький, майже поєднавши свої війська з угорцем Ракочієм, послав до Польської держави наказного гетьмана Антіна Ждановича, і Богуна, й інших начальників для спустошення...»</a:t>
          </a:r>
          <a:endParaRPr lang="uk-UA" sz="1700" i="0" kern="1200" dirty="0"/>
        </a:p>
      </dsp:txBody>
      <dsp:txXfrm>
        <a:off x="46424" y="3082217"/>
        <a:ext cx="9965551" cy="858142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ED901-889D-47C2-9C74-AF8EC594A5B2}">
      <dsp:nvSpPr>
        <dsp:cNvPr id="0" name=""/>
        <dsp:cNvSpPr/>
      </dsp:nvSpPr>
      <dsp:spPr>
        <a:xfrm>
          <a:off x="0" y="27762"/>
          <a:ext cx="493871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«Через рік після перемоги під Берестечком повністю загинуло польське військо... Того ж року господарю Василю довелося влаштовувати весілля своєї дочки </a:t>
          </a:r>
          <a:r>
            <a:rPr lang="uk-UA" sz="1900" b="0" i="0" kern="1200" dirty="0" err="1"/>
            <a:t>Розанди</a:t>
          </a:r>
          <a:r>
            <a:rPr lang="uk-UA" sz="1900" b="0" i="0" kern="1200" dirty="0"/>
            <a:t> з </a:t>
          </a:r>
          <a:r>
            <a:rPr lang="uk-UA" sz="1900" b="0" i="0" kern="1200" dirty="0" err="1"/>
            <a:t>Тимошем</a:t>
          </a:r>
          <a:r>
            <a:rPr lang="uk-UA" sz="1900" b="0" i="0" kern="1200" dirty="0"/>
            <a:t>, сином козацького гетьмана </a:t>
          </a:r>
          <a:r>
            <a:rPr lang="uk-UA" sz="1900" b="0" i="0" kern="1200" dirty="0" err="1"/>
            <a:t>Хмеля</a:t>
          </a:r>
          <a:r>
            <a:rPr lang="uk-UA" sz="1900" b="0" i="0" kern="1200" dirty="0"/>
            <a:t>...»</a:t>
          </a:r>
          <a:endParaRPr lang="uk-UA" sz="1900" kern="1200" dirty="0"/>
        </a:p>
      </dsp:txBody>
      <dsp:txXfrm>
        <a:off x="95496" y="123258"/>
        <a:ext cx="4747720" cy="1765248"/>
      </dsp:txXfrm>
    </dsp:sp>
    <dsp:sp modelId="{F4D47FEB-1578-41DC-A7D4-859F1F794BB6}">
      <dsp:nvSpPr>
        <dsp:cNvPr id="0" name=""/>
        <dsp:cNvSpPr/>
      </dsp:nvSpPr>
      <dsp:spPr>
        <a:xfrm>
          <a:off x="0" y="2038722"/>
          <a:ext cx="493871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«Стали поляки обозом та вишикували своє військо на рівнині коло Корсуня. Того ж ранку вдарив Хмельницький зі своїм і ординським військом на поляків. Ті, недовго втримуючи свій стрій, з великими втратами відступили...»</a:t>
          </a:r>
          <a:endParaRPr lang="uk-UA" sz="1900" kern="1200" dirty="0"/>
        </a:p>
      </dsp:txBody>
      <dsp:txXfrm>
        <a:off x="95496" y="2134218"/>
        <a:ext cx="4747720" cy="1765248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13B3F-8C1B-4EEB-91F7-D7E507518F40}">
      <dsp:nvSpPr>
        <dsp:cNvPr id="0" name=""/>
        <dsp:cNvSpPr/>
      </dsp:nvSpPr>
      <dsp:spPr>
        <a:xfrm>
          <a:off x="0" y="27762"/>
          <a:ext cx="4937125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«То ми, великий государ, підданого нашого Богдана Хмельницького... і все наше Військо Запорозьке пожалували – веліли їм бути під нашою, царського </a:t>
          </a:r>
          <a:r>
            <a:rPr lang="uk-UA" sz="1900" b="0" i="0" kern="1200" dirty="0" err="1"/>
            <a:t>величества</a:t>
          </a:r>
          <a:r>
            <a:rPr lang="uk-UA" sz="1900" b="0" i="0" kern="1200" dirty="0"/>
            <a:t>, високою рукою, згідно з давнішими їх правами і привілеями...»</a:t>
          </a:r>
          <a:endParaRPr lang="uk-UA" sz="1900" kern="1200" dirty="0"/>
        </a:p>
      </dsp:txBody>
      <dsp:txXfrm>
        <a:off x="95496" y="123258"/>
        <a:ext cx="4746133" cy="1765248"/>
      </dsp:txXfrm>
    </dsp:sp>
    <dsp:sp modelId="{0250D458-BB5D-43AC-A0D0-C49A17CD9DF2}">
      <dsp:nvSpPr>
        <dsp:cNvPr id="0" name=""/>
        <dsp:cNvSpPr/>
      </dsp:nvSpPr>
      <dsp:spPr>
        <a:xfrm>
          <a:off x="0" y="2038722"/>
          <a:ext cx="4937125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«Увесь народ, вийшовши з Києва, вся чернь вітала його. Академія вітала його промовами як спасителя народу від рабства польського, як Мойсея, вбачаючи в імені Богдан добрий знак і називаючи його Богом даний...»</a:t>
          </a:r>
          <a:endParaRPr lang="uk-UA" sz="1900" kern="1200" dirty="0"/>
        </a:p>
      </dsp:txBody>
      <dsp:txXfrm>
        <a:off x="95496" y="2134218"/>
        <a:ext cx="4746133" cy="1765248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3756E-5341-49F5-9FB3-9E104B38B1FA}">
      <dsp:nvSpPr>
        <dsp:cNvPr id="0" name=""/>
        <dsp:cNvSpPr/>
      </dsp:nvSpPr>
      <dsp:spPr>
        <a:xfrm>
          <a:off x="0" y="250962"/>
          <a:ext cx="4938712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Різке загострення соціально-політичної боротьби, що вилилася у громадянську війну й спричинила розкол козацької держави на два гетьманства, виділення Запоріжжя в окрему політичну силу.</a:t>
          </a:r>
          <a:endParaRPr lang="uk-UA" sz="2000" kern="1200" dirty="0"/>
        </a:p>
      </dsp:txBody>
      <dsp:txXfrm>
        <a:off x="84530" y="335492"/>
        <a:ext cx="4769652" cy="1562540"/>
      </dsp:txXfrm>
    </dsp:sp>
    <dsp:sp modelId="{241C4D77-C4CC-4301-B737-719C6961C651}">
      <dsp:nvSpPr>
        <dsp:cNvPr id="0" name=""/>
        <dsp:cNvSpPr/>
      </dsp:nvSpPr>
      <dsp:spPr>
        <a:xfrm>
          <a:off x="0" y="2040162"/>
          <a:ext cx="4938712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Погіршення становища новоутвореної Української козацької держави та активні пошуки її урядом союзників для розгрому Речі Посполитої і возз’єднання в межах єдиної держави усіх українських земель.</a:t>
          </a:r>
          <a:endParaRPr lang="uk-UA" sz="2000" kern="1200" dirty="0"/>
        </a:p>
      </dsp:txBody>
      <dsp:txXfrm>
        <a:off x="84530" y="2124692"/>
        <a:ext cx="4769652" cy="1562540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10E1FD-7DBE-47C6-9655-67485E3CDE96}">
      <dsp:nvSpPr>
        <dsp:cNvPr id="0" name=""/>
        <dsp:cNvSpPr/>
      </dsp:nvSpPr>
      <dsp:spPr>
        <a:xfrm>
          <a:off x="0" y="427002"/>
          <a:ext cx="4937125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Намагання польського та московського урядів поділити козацьку державу, що завершилося закріпленням її територіального розколу на міждержавному рівні, боротьба патріотичних сил за возз’єднання козацької держави.</a:t>
          </a:r>
          <a:endParaRPr lang="uk-UA" sz="1800" kern="1200" dirty="0"/>
        </a:p>
      </dsp:txBody>
      <dsp:txXfrm>
        <a:off x="76077" y="503079"/>
        <a:ext cx="4784971" cy="1406285"/>
      </dsp:txXfrm>
    </dsp:sp>
    <dsp:sp modelId="{379032A9-8293-4BF5-AB9D-D61550276101}">
      <dsp:nvSpPr>
        <dsp:cNvPr id="0" name=""/>
        <dsp:cNvSpPr/>
      </dsp:nvSpPr>
      <dsp:spPr>
        <a:xfrm>
          <a:off x="0" y="2037282"/>
          <a:ext cx="4937125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Втручання іноземних держав у внутрішні справи України, ліквідація українських державних інституцій на Правобережжі та його спустошення польськими, кримськими, турецькими, московськими військами.</a:t>
          </a:r>
          <a:endParaRPr lang="uk-UA" sz="1800" kern="1200" dirty="0"/>
        </a:p>
      </dsp:txBody>
      <dsp:txXfrm>
        <a:off x="76077" y="2113359"/>
        <a:ext cx="4784971" cy="1406285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A8C7C-22E1-4014-8D75-C0FB5CFF2D1F}">
      <dsp:nvSpPr>
        <dsp:cNvPr id="0" name=""/>
        <dsp:cNvSpPr/>
      </dsp:nvSpPr>
      <dsp:spPr>
        <a:xfrm>
          <a:off x="0" y="6826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Андрусівського перемир’я, Московською державою, гетьмана П. Дорошенка, Османською імперією</a:t>
          </a:r>
          <a:endParaRPr lang="uk-UA" sz="1700" kern="1200"/>
        </a:p>
      </dsp:txBody>
      <dsp:txXfrm>
        <a:off x="45635" y="113897"/>
        <a:ext cx="4845855" cy="843560"/>
      </dsp:txXfrm>
    </dsp:sp>
    <dsp:sp modelId="{3437ABD7-F93F-460D-B3DC-120028F82973}">
      <dsp:nvSpPr>
        <dsp:cNvPr id="0" name=""/>
        <dsp:cNvSpPr/>
      </dsp:nvSpPr>
      <dsp:spPr>
        <a:xfrm>
          <a:off x="0" y="105205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Гадяцького договору, Гетьманщиною, царя Олексія Михайловича, Кримським ханством</a:t>
          </a:r>
          <a:endParaRPr lang="uk-UA" sz="1700" kern="1200" dirty="0"/>
        </a:p>
      </dsp:txBody>
      <dsp:txXfrm>
        <a:off x="45635" y="1097687"/>
        <a:ext cx="4845855" cy="843560"/>
      </dsp:txXfrm>
    </dsp:sp>
    <dsp:sp modelId="{2E8BC814-F29A-4654-90F2-1ECF72494072}">
      <dsp:nvSpPr>
        <dsp:cNvPr id="0" name=""/>
        <dsp:cNvSpPr/>
      </dsp:nvSpPr>
      <dsp:spPr>
        <a:xfrm>
          <a:off x="0" y="203584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Віленського перемир’я, Московською державою, гетьмана Б. Хмельницького, Швецією</a:t>
          </a:r>
          <a:endParaRPr lang="uk-UA" sz="1700" kern="1200" dirty="0"/>
        </a:p>
      </dsp:txBody>
      <dsp:txXfrm>
        <a:off x="45635" y="2081477"/>
        <a:ext cx="4845855" cy="843560"/>
      </dsp:txXfrm>
    </dsp:sp>
    <dsp:sp modelId="{2B8532A0-034B-4A30-B8BE-A4CBE1A726B5}">
      <dsp:nvSpPr>
        <dsp:cNvPr id="0" name=""/>
        <dsp:cNvSpPr/>
      </dsp:nvSpPr>
      <dsp:spPr>
        <a:xfrm>
          <a:off x="0" y="301963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«Вічного миру», Московською державою, султана Магомета </a:t>
          </a:r>
          <a:r>
            <a:rPr lang="en-US" sz="1700" b="0" i="0" kern="1200" dirty="0"/>
            <a:t>IV, </a:t>
          </a:r>
          <a:r>
            <a:rPr lang="uk-UA" sz="1700" b="0" i="0" kern="1200" dirty="0"/>
            <a:t>Гетьманщиною</a:t>
          </a:r>
          <a:endParaRPr lang="uk-UA" sz="1700" kern="1200" dirty="0"/>
        </a:p>
      </dsp:txBody>
      <dsp:txXfrm>
        <a:off x="45635" y="3065267"/>
        <a:ext cx="4845855" cy="843560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92086-718C-46EB-9D59-4EA6561EDC44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складання козацького реєстру королем Стефаном Баторієм.</a:t>
          </a:r>
          <a:endParaRPr lang="uk-UA" sz="1600" kern="1200" dirty="0"/>
        </a:p>
      </dsp:txBody>
      <dsp:txXfrm rot="10800000">
        <a:off x="1238024" y="332"/>
        <a:ext cx="3078848" cy="821579"/>
      </dsp:txXfrm>
    </dsp:sp>
    <dsp:sp modelId="{B85BC177-37D3-4680-BC0C-A6967E39A21E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75690-60A4-4C1F-A10A-AB5093B1D815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активізації морських походів козаків проти Османської імперії.</a:t>
          </a:r>
          <a:endParaRPr lang="uk-UA" sz="1600" kern="1200" dirty="0"/>
        </a:p>
      </dsp:txBody>
      <dsp:txXfrm rot="10800000">
        <a:off x="1238024" y="1067159"/>
        <a:ext cx="3078848" cy="821579"/>
      </dsp:txXfrm>
    </dsp:sp>
    <dsp:sp modelId="{02549704-49F1-4E49-9F14-E2B6BE7C686D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C8552-AA97-49F9-AF39-0D417D5DB523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розгортання національно-визвольної війни під проводом Б. Хмельницького.</a:t>
          </a:r>
          <a:endParaRPr lang="uk-UA" sz="1600" kern="1200" dirty="0"/>
        </a:p>
      </dsp:txBody>
      <dsp:txXfrm rot="10800000">
        <a:off x="1238024" y="2133986"/>
        <a:ext cx="3078848" cy="821579"/>
      </dsp:txXfrm>
    </dsp:sp>
    <dsp:sp modelId="{0C9B56A1-A9A3-4009-BE71-CB0AAC22A7D9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F26E5-AE3B-453E-9983-487E9EFC20B7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установлення «десятиліття золотого спокою» в Речі Посполитій.</a:t>
          </a:r>
          <a:endParaRPr lang="uk-UA" sz="1600" kern="1200" dirty="0"/>
        </a:p>
      </dsp:txBody>
      <dsp:txXfrm rot="10800000">
        <a:off x="1238024" y="3200813"/>
        <a:ext cx="3078848" cy="821579"/>
      </dsp:txXfrm>
    </dsp:sp>
    <dsp:sp modelId="{0D15EB00-B924-4455-A744-5CDB77EC6F32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17364-D60A-4775-9261-5DDB4B7A3B80}">
      <dsp:nvSpPr>
        <dsp:cNvPr id="0" name=""/>
        <dsp:cNvSpPr/>
      </dsp:nvSpPr>
      <dsp:spPr>
        <a:xfrm>
          <a:off x="0" y="16600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фактична ліквідація особистої залежності селян</a:t>
          </a:r>
          <a:endParaRPr lang="uk-UA" sz="2200" kern="1200"/>
        </a:p>
      </dsp:txBody>
      <dsp:txXfrm>
        <a:off x="42722" y="208724"/>
        <a:ext cx="4853268" cy="789716"/>
      </dsp:txXfrm>
    </dsp:sp>
    <dsp:sp modelId="{1DAD9A6A-69A9-45F9-86E5-BDF7ADB58763}">
      <dsp:nvSpPr>
        <dsp:cNvPr id="0" name=""/>
        <dsp:cNvSpPr/>
      </dsp:nvSpPr>
      <dsp:spPr>
        <a:xfrm>
          <a:off x="0" y="110452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зрівняння</a:t>
          </a:r>
          <a:r>
            <a:rPr lang="ru-RU" sz="2200" b="0" i="0" kern="1200" dirty="0"/>
            <a:t> в правах </a:t>
          </a:r>
          <a:r>
            <a:rPr lang="ru-RU" sz="2200" b="0" i="0" kern="1200" dirty="0" err="1"/>
            <a:t>селянського</a:t>
          </a:r>
          <a:r>
            <a:rPr lang="ru-RU" sz="2200" b="0" i="0" kern="1200" dirty="0"/>
            <a:t> та </a:t>
          </a:r>
          <a:r>
            <a:rPr lang="ru-RU" sz="2200" b="0" i="0" kern="1200" dirty="0" err="1"/>
            <a:t>козацького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станів</a:t>
          </a:r>
          <a:endParaRPr lang="uk-UA" sz="2200" kern="1200" dirty="0"/>
        </a:p>
      </dsp:txBody>
      <dsp:txXfrm>
        <a:off x="42722" y="1147244"/>
        <a:ext cx="4853268" cy="789716"/>
      </dsp:txXfrm>
    </dsp:sp>
    <dsp:sp modelId="{EB4861DA-CA7B-4AAE-B1E7-6DFD54E457EE}">
      <dsp:nvSpPr>
        <dsp:cNvPr id="0" name=""/>
        <dsp:cNvSpPr/>
      </dsp:nvSpPr>
      <dsp:spPr>
        <a:xfrm>
          <a:off x="0" y="204304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поява фільваркового господарства</a:t>
          </a:r>
          <a:endParaRPr lang="uk-UA" sz="2200" kern="1200"/>
        </a:p>
      </dsp:txBody>
      <dsp:txXfrm>
        <a:off x="42722" y="2085764"/>
        <a:ext cx="4853268" cy="789716"/>
      </dsp:txXfrm>
    </dsp:sp>
    <dsp:sp modelId="{8F2FECCB-626E-4F5B-85DE-45CD91003242}">
      <dsp:nvSpPr>
        <dsp:cNvPr id="0" name=""/>
        <dsp:cNvSpPr/>
      </dsp:nvSpPr>
      <dsp:spPr>
        <a:xfrm>
          <a:off x="0" y="298156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запровадження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магдебурзького</a:t>
          </a:r>
          <a:r>
            <a:rPr lang="ru-RU" sz="2200" b="0" i="0" kern="1200" dirty="0"/>
            <a:t> права</a:t>
          </a:r>
          <a:br>
            <a:rPr lang="ru-RU" sz="2200" kern="1200" dirty="0"/>
          </a:br>
          <a:endParaRPr lang="uk-UA" sz="2200" kern="1200" dirty="0"/>
        </a:p>
      </dsp:txBody>
      <dsp:txXfrm>
        <a:off x="42722" y="3024284"/>
        <a:ext cx="4853268" cy="789716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4F339-C932-462A-A532-449AA3DCAC96}">
      <dsp:nvSpPr>
        <dsp:cNvPr id="0" name=""/>
        <dsp:cNvSpPr/>
      </dsp:nvSpPr>
      <dsp:spPr>
        <a:xfrm>
          <a:off x="0" y="212072"/>
          <a:ext cx="2816034" cy="2267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 великий государ наш гетьмана Б. Хмельницького пожалує, свої грамоти царські на ваші вольності велить дати … і щоб Війська Запорозького було 60000 …»</a:t>
          </a:r>
          <a:endParaRPr lang="uk-UA" sz="1700" kern="1200" dirty="0"/>
        </a:p>
      </dsp:txBody>
      <dsp:txXfrm>
        <a:off x="110688" y="322760"/>
        <a:ext cx="2594658" cy="2046084"/>
      </dsp:txXfrm>
    </dsp:sp>
    <dsp:sp modelId="{9167313B-64C2-4146-B9E1-12B6D9338D57}">
      <dsp:nvSpPr>
        <dsp:cNvPr id="0" name=""/>
        <dsp:cNvSpPr/>
      </dsp:nvSpPr>
      <dsp:spPr>
        <a:xfrm>
          <a:off x="0" y="2528492"/>
          <a:ext cx="2816034" cy="2267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 Козаки можуть проживати лише в Київському воєводстві, та й то лише на королівських землях. Ні Брацлавське, ні Чернігівське воєводства козаки не матимуть…»</a:t>
          </a:r>
          <a:endParaRPr lang="uk-UA" sz="1700" kern="1200" dirty="0"/>
        </a:p>
      </dsp:txBody>
      <dsp:txXfrm>
        <a:off x="110688" y="2639180"/>
        <a:ext cx="2594658" cy="2046084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06D8D-F113-4796-BC5A-854F23FD469D}">
      <dsp:nvSpPr>
        <dsp:cNvPr id="0" name=""/>
        <dsp:cNvSpPr/>
      </dsp:nvSpPr>
      <dsp:spPr>
        <a:xfrm>
          <a:off x="0" y="188202"/>
          <a:ext cx="2816034" cy="22507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«Найясніший королю Швеції… ми підняли зброю проти поляків на захист віри і вольності. …ми з’єднані з вашою величністю зв’язком, яким ми зобов’язані обом воєводам Молдавії та князеві Трансільванії…»</a:t>
          </a:r>
          <a:endParaRPr lang="uk-UA" sz="1500" kern="1200" dirty="0"/>
        </a:p>
      </dsp:txBody>
      <dsp:txXfrm>
        <a:off x="109874" y="298076"/>
        <a:ext cx="2596286" cy="2031039"/>
      </dsp:txXfrm>
    </dsp:sp>
    <dsp:sp modelId="{5D9CB283-3227-42D0-B5A9-A292144D2BA3}">
      <dsp:nvSpPr>
        <dsp:cNvPr id="0" name=""/>
        <dsp:cNvSpPr/>
      </dsp:nvSpPr>
      <dsp:spPr>
        <a:xfrm>
          <a:off x="0" y="2482190"/>
          <a:ext cx="2816034" cy="22507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«Його королівська величність буде і далі жалувати посади громадянам шляхетського стану в Київському, Брацлавському та Чернігівському воєводствах. Чигирин має назавжди лишитися при булаві Війська Запорозького…»</a:t>
          </a:r>
          <a:endParaRPr lang="uk-UA" sz="1500" kern="1200" dirty="0"/>
        </a:p>
      </dsp:txBody>
      <dsp:txXfrm>
        <a:off x="109874" y="2592064"/>
        <a:ext cx="2596286" cy="2031039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E4D2F-2FE3-4B16-A752-0F875C43A7CF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140F6-0345-4844-9B5F-394FD759E733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1648 р.</a:t>
          </a:r>
          <a:endParaRPr lang="uk-UA" sz="2800" kern="1200"/>
        </a:p>
      </dsp:txBody>
      <dsp:txXfrm>
        <a:off x="411090" y="271871"/>
        <a:ext cx="4710785" cy="544091"/>
      </dsp:txXfrm>
    </dsp:sp>
    <dsp:sp modelId="{E82EC445-ADEB-4645-9AF6-2F65356498CD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0DD57-5E62-47C2-B9FB-F8361381E64E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1649 р.</a:t>
          </a:r>
          <a:endParaRPr lang="uk-UA" sz="2800" kern="1200"/>
        </a:p>
      </dsp:txBody>
      <dsp:txXfrm>
        <a:off x="800969" y="1087747"/>
        <a:ext cx="4320905" cy="544091"/>
      </dsp:txXfrm>
    </dsp:sp>
    <dsp:sp modelId="{593E935E-D43A-4F6D-AE2F-F3B09D3ECF9E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7020C-243F-4570-B3C0-6D5D36430D60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1651 р.</a:t>
          </a:r>
          <a:endParaRPr lang="uk-UA" sz="2800" kern="1200"/>
        </a:p>
      </dsp:txBody>
      <dsp:txXfrm>
        <a:off x="920631" y="1903623"/>
        <a:ext cx="4201243" cy="544091"/>
      </dsp:txXfrm>
    </dsp:sp>
    <dsp:sp modelId="{C4A44034-CEA3-4E3A-845B-5447D5E20C25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6AE2D-6AC2-4B82-9901-8577DA0F7F0B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1654 р</a:t>
          </a:r>
          <a:endParaRPr lang="uk-UA" sz="2800" kern="1200" dirty="0"/>
        </a:p>
      </dsp:txBody>
      <dsp:txXfrm>
        <a:off x="800969" y="2719499"/>
        <a:ext cx="4320905" cy="544091"/>
      </dsp:txXfrm>
    </dsp:sp>
    <dsp:sp modelId="{6259E67D-AC0D-4B4F-9C9B-15C990D0422D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ACD9A-13D5-4C9B-8053-2CF34989D3B9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1656 р.</a:t>
          </a:r>
          <a:endParaRPr lang="uk-UA" sz="2800" kern="1200" dirty="0"/>
        </a:p>
      </dsp:txBody>
      <dsp:txXfrm>
        <a:off x="411090" y="3535375"/>
        <a:ext cx="4710785" cy="544091"/>
      </dsp:txXfrm>
    </dsp:sp>
    <dsp:sp modelId="{EEB3501F-70C1-445B-9FEC-68B76013EDE2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47120-32F2-4233-868D-ED690AC51F19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94B21-48FE-40B9-94C9-C23525E8F912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Берестейська</a:t>
          </a:r>
          <a:endParaRPr lang="uk-UA" sz="1700" kern="1200" dirty="0"/>
        </a:p>
      </dsp:txBody>
      <dsp:txXfrm>
        <a:off x="915944" y="458744"/>
        <a:ext cx="1415690" cy="1415690"/>
      </dsp:txXfrm>
    </dsp:sp>
    <dsp:sp modelId="{D0B73850-0966-4EDF-B2C3-F2E28FF8D9F1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Пилявецька</a:t>
          </a:r>
          <a:endParaRPr lang="uk-UA" sz="1700" kern="1200"/>
        </a:p>
      </dsp:txBody>
      <dsp:txXfrm>
        <a:off x="2605489" y="458744"/>
        <a:ext cx="1415690" cy="1415690"/>
      </dsp:txXfrm>
    </dsp:sp>
    <dsp:sp modelId="{A3C3251E-28CB-4C3F-86A8-74FCE4BB9707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 err="1"/>
            <a:t>Батозька</a:t>
          </a:r>
          <a:endParaRPr lang="uk-UA" sz="1700" kern="1200" dirty="0"/>
        </a:p>
      </dsp:txBody>
      <dsp:txXfrm>
        <a:off x="915944" y="2148289"/>
        <a:ext cx="1415690" cy="1415690"/>
      </dsp:txXfrm>
    </dsp:sp>
    <dsp:sp modelId="{9BEBF687-004C-495E-813F-2062CE77A8A7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Конотопська</a:t>
          </a:r>
          <a:endParaRPr lang="uk-UA" sz="1700" kern="1200" dirty="0"/>
        </a:p>
      </dsp:txBody>
      <dsp:txXfrm>
        <a:off x="2605489" y="2148289"/>
        <a:ext cx="1415690" cy="1415690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8A18DD-0E20-4F5D-AFF9-29BA05637646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0A9F0-D6A8-4C0E-9861-F7EC588AA1F6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Білоцерківського</a:t>
          </a:r>
          <a:endParaRPr lang="uk-UA" sz="1300" kern="1200"/>
        </a:p>
      </dsp:txBody>
      <dsp:txXfrm>
        <a:off x="915944" y="458744"/>
        <a:ext cx="1415690" cy="1415690"/>
      </dsp:txXfrm>
    </dsp:sp>
    <dsp:sp modelId="{917076C2-B80A-44C3-BC5A-3AB0D08F96B4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Андрусівського</a:t>
          </a:r>
          <a:endParaRPr lang="uk-UA" sz="1300" kern="1200"/>
        </a:p>
      </dsp:txBody>
      <dsp:txXfrm>
        <a:off x="2605489" y="458744"/>
        <a:ext cx="1415690" cy="1415690"/>
      </dsp:txXfrm>
    </dsp:sp>
    <dsp:sp modelId="{EC85FF4A-F474-477F-98E8-51905381D386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Зборівського</a:t>
          </a:r>
          <a:endParaRPr lang="uk-UA" sz="1300" kern="1200" dirty="0"/>
        </a:p>
      </dsp:txBody>
      <dsp:txXfrm>
        <a:off x="915944" y="2148289"/>
        <a:ext cx="1415690" cy="1415690"/>
      </dsp:txXfrm>
    </dsp:sp>
    <dsp:sp modelId="{A9B0FD51-C76A-471D-B080-10D4C75D90ED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Гадяцького</a:t>
          </a:r>
          <a:endParaRPr lang="uk-UA" sz="1300" kern="1200" dirty="0"/>
        </a:p>
      </dsp:txBody>
      <dsp:txXfrm>
        <a:off x="2605489" y="2148289"/>
        <a:ext cx="1415690" cy="1415690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A9568-FC4F-4C11-AFC3-EBDFF2280B2F}">
      <dsp:nvSpPr>
        <dsp:cNvPr id="0" name=""/>
        <dsp:cNvSpPr/>
      </dsp:nvSpPr>
      <dsp:spPr>
        <a:xfrm rot="10800000">
          <a:off x="1853230" y="3750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походами козацького війська проти Молдавії.</a:t>
          </a:r>
          <a:endParaRPr lang="uk-UA" sz="2400" kern="1200" dirty="0"/>
        </a:p>
      </dsp:txBody>
      <dsp:txXfrm rot="10800000">
        <a:off x="2067680" y="3750"/>
        <a:ext cx="6291752" cy="857799"/>
      </dsp:txXfrm>
    </dsp:sp>
    <dsp:sp modelId="{C908F6D7-BFC4-448B-AA32-ADDE08C9E3B7}">
      <dsp:nvSpPr>
        <dsp:cNvPr id="0" name=""/>
        <dsp:cNvSpPr/>
      </dsp:nvSpPr>
      <dsp:spPr>
        <a:xfrm>
          <a:off x="1424330" y="3750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413D9-009C-4075-8E61-60662F8D7CD1}">
      <dsp:nvSpPr>
        <dsp:cNvPr id="0" name=""/>
        <dsp:cNvSpPr/>
      </dsp:nvSpPr>
      <dsp:spPr>
        <a:xfrm rot="10800000">
          <a:off x="1853230" y="1117608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підписанням союзницьких угод із Трансільванією та Швецією.</a:t>
          </a:r>
          <a:endParaRPr lang="uk-UA" sz="2400" kern="1200" dirty="0"/>
        </a:p>
      </dsp:txBody>
      <dsp:txXfrm rot="10800000">
        <a:off x="2067680" y="1117608"/>
        <a:ext cx="6291752" cy="857799"/>
      </dsp:txXfrm>
    </dsp:sp>
    <dsp:sp modelId="{53C48008-D100-4673-9B55-3DC0FD2D3A97}">
      <dsp:nvSpPr>
        <dsp:cNvPr id="0" name=""/>
        <dsp:cNvSpPr/>
      </dsp:nvSpPr>
      <dsp:spPr>
        <a:xfrm>
          <a:off x="1424330" y="1117608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2BCF9-0124-4281-8B6C-ACA1EA18A6C3}">
      <dsp:nvSpPr>
        <dsp:cNvPr id="0" name=""/>
        <dsp:cNvSpPr/>
      </dsp:nvSpPr>
      <dsp:spPr>
        <a:xfrm rot="10800000">
          <a:off x="1853230" y="2231467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переобранням гетьмана на Генеральних військових радах.</a:t>
          </a:r>
          <a:endParaRPr lang="uk-UA" sz="2400" kern="1200"/>
        </a:p>
      </dsp:txBody>
      <dsp:txXfrm rot="10800000">
        <a:off x="2067680" y="2231467"/>
        <a:ext cx="6291752" cy="857799"/>
      </dsp:txXfrm>
    </dsp:sp>
    <dsp:sp modelId="{C57BD9EC-847C-4B5D-8175-0CB046827F56}">
      <dsp:nvSpPr>
        <dsp:cNvPr id="0" name=""/>
        <dsp:cNvSpPr/>
      </dsp:nvSpPr>
      <dsp:spPr>
        <a:xfrm>
          <a:off x="1424330" y="2231467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486F8A-E396-4AE1-B5EA-4ABBCD8F4663}">
      <dsp:nvSpPr>
        <dsp:cNvPr id="0" name=""/>
        <dsp:cNvSpPr/>
      </dsp:nvSpPr>
      <dsp:spPr>
        <a:xfrm rot="10800000">
          <a:off x="1853230" y="3345325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укладенням українсько-польських мирних угод.</a:t>
          </a:r>
          <a:endParaRPr lang="uk-UA" sz="2400" kern="1200" dirty="0"/>
        </a:p>
      </dsp:txBody>
      <dsp:txXfrm rot="10800000">
        <a:off x="2067680" y="3345325"/>
        <a:ext cx="6291752" cy="857799"/>
      </dsp:txXfrm>
    </dsp:sp>
    <dsp:sp modelId="{CF205F19-C2A5-43F4-B33C-E69EE593BA56}">
      <dsp:nvSpPr>
        <dsp:cNvPr id="0" name=""/>
        <dsp:cNvSpPr/>
      </dsp:nvSpPr>
      <dsp:spPr>
        <a:xfrm>
          <a:off x="1424330" y="3345325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5E0F2-8F53-4909-AE30-F20933759709}">
      <dsp:nvSpPr>
        <dsp:cNvPr id="0" name=""/>
        <dsp:cNvSpPr/>
      </dsp:nvSpPr>
      <dsp:spPr>
        <a:xfrm>
          <a:off x="0" y="6826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за </a:t>
          </a:r>
          <a:r>
            <a:rPr lang="ru-RU" sz="1700" b="0" i="0" kern="1200" dirty="0" err="1"/>
            <a:t>умовами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Зборівського</a:t>
          </a:r>
          <a:r>
            <a:rPr lang="ru-RU" sz="1700" b="0" i="0" kern="1200" dirty="0"/>
            <a:t> договору 1649 р., а також </a:t>
          </a:r>
          <a:r>
            <a:rPr lang="ru-RU" sz="1700" b="0" i="0" kern="1200" dirty="0" err="1"/>
            <a:t>землі</a:t>
          </a:r>
          <a:r>
            <a:rPr lang="ru-RU" sz="1700" b="0" i="0" kern="1200" dirty="0"/>
            <a:t>, </a:t>
          </a:r>
          <a:r>
            <a:rPr lang="ru-RU" sz="1700" b="0" i="0" kern="1200" dirty="0" err="1"/>
            <a:t>втрачені</a:t>
          </a:r>
          <a:r>
            <a:rPr lang="ru-RU" sz="1700" b="0" i="0" kern="1200" dirty="0"/>
            <a:t> за </a:t>
          </a:r>
          <a:r>
            <a:rPr lang="ru-RU" sz="1700" b="0" i="0" kern="1200" dirty="0" err="1"/>
            <a:t>умовами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Білоцерківського</a:t>
          </a:r>
          <a:r>
            <a:rPr lang="ru-RU" sz="1700" b="0" i="0" kern="1200" dirty="0"/>
            <a:t> договору 1651 р.</a:t>
          </a:r>
          <a:endParaRPr lang="uk-UA" sz="1700" kern="1200" dirty="0"/>
        </a:p>
      </dsp:txBody>
      <dsp:txXfrm>
        <a:off x="45635" y="113897"/>
        <a:ext cx="4845855" cy="843560"/>
      </dsp:txXfrm>
    </dsp:sp>
    <dsp:sp modelId="{E49A5A33-A357-4F94-AFD4-5C4BFDAF77D0}">
      <dsp:nvSpPr>
        <dsp:cNvPr id="0" name=""/>
        <dsp:cNvSpPr/>
      </dsp:nvSpPr>
      <dsp:spPr>
        <a:xfrm>
          <a:off x="0" y="105205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на час </a:t>
          </a:r>
          <a:r>
            <a:rPr lang="ru-RU" sz="1700" b="0" i="0" kern="1200" dirty="0" err="1"/>
            <a:t>укладення</a:t>
          </a:r>
          <a:r>
            <a:rPr lang="ru-RU" sz="1700" b="0" i="0" kern="1200" dirty="0"/>
            <a:t> </a:t>
          </a:r>
          <a:r>
            <a:rPr lang="ru-RU" sz="1700" b="0" i="0" kern="1200" dirty="0" err="1"/>
            <a:t>українсько-російського</a:t>
          </a:r>
          <a:r>
            <a:rPr lang="ru-RU" sz="1700" b="0" i="0" kern="1200" dirty="0"/>
            <a:t> договору 1654 р. та </a:t>
          </a:r>
          <a:r>
            <a:rPr lang="ru-RU" sz="1700" b="0" i="0" kern="1200" dirty="0" err="1"/>
            <a:t>сусідні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землі</a:t>
          </a:r>
          <a:r>
            <a:rPr lang="ru-RU" sz="1700" b="0" i="0" kern="1200" dirty="0"/>
            <a:t>, </a:t>
          </a:r>
          <a:r>
            <a:rPr lang="ru-RU" sz="1700" b="0" i="0" kern="1200" dirty="0" err="1"/>
            <a:t>контрольовані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Військом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Запорозьким</a:t>
          </a:r>
          <a:r>
            <a:rPr lang="ru-RU" sz="1700" b="0" i="0" kern="1200" dirty="0"/>
            <a:t> у 1654–1657 </a:t>
          </a:r>
          <a:r>
            <a:rPr lang="ru-RU" sz="1700" b="0" i="0" kern="1200" dirty="0" err="1"/>
            <a:t>рр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45635" y="1097687"/>
        <a:ext cx="4845855" cy="843560"/>
      </dsp:txXfrm>
    </dsp:sp>
    <dsp:sp modelId="{2B768C0A-24FA-4C00-B967-9ED758A9B8DA}">
      <dsp:nvSpPr>
        <dsp:cNvPr id="0" name=""/>
        <dsp:cNvSpPr/>
      </dsp:nvSpPr>
      <dsp:spPr>
        <a:xfrm>
          <a:off x="0" y="203584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на час </a:t>
          </a:r>
          <a:r>
            <a:rPr lang="ru-RU" sz="1700" b="0" i="0" kern="1200" dirty="0" err="1"/>
            <a:t>укладення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Гадяцького</a:t>
          </a:r>
          <a:r>
            <a:rPr lang="ru-RU" sz="1700" b="0" i="0" kern="1200" dirty="0"/>
            <a:t> договору 1658 р. та </a:t>
          </a:r>
          <a:r>
            <a:rPr lang="ru-RU" sz="1700" b="0" i="0" kern="1200" dirty="0" err="1"/>
            <a:t>землі</a:t>
          </a:r>
          <a:r>
            <a:rPr lang="ru-RU" sz="1700" b="0" i="0" kern="1200" dirty="0"/>
            <a:t>, </a:t>
          </a:r>
          <a:r>
            <a:rPr lang="ru-RU" sz="1700" b="0" i="0" kern="1200" dirty="0" err="1"/>
            <a:t>що</a:t>
          </a:r>
          <a:r>
            <a:rPr lang="ru-RU" sz="1700" b="0" i="0" kern="1200" dirty="0"/>
            <a:t> були </a:t>
          </a:r>
          <a:r>
            <a:rPr lang="ru-RU" sz="1700" b="0" i="0" kern="1200" dirty="0" err="1"/>
            <a:t>включені</a:t>
          </a:r>
          <a:r>
            <a:rPr lang="ru-RU" sz="1700" b="0" i="0" kern="1200" dirty="0"/>
            <a:t> до складу Великого </a:t>
          </a:r>
          <a:r>
            <a:rPr lang="ru-RU" sz="1700" b="0" i="0" kern="1200" dirty="0" err="1"/>
            <a:t>князівства</a:t>
          </a:r>
          <a:r>
            <a:rPr lang="ru-RU" sz="1700" b="0" i="0" kern="1200" dirty="0"/>
            <a:t> Руського за </a:t>
          </a:r>
          <a:r>
            <a:rPr lang="ru-RU" sz="1700" b="0" i="0" kern="1200" dirty="0" err="1"/>
            <a:t>його</a:t>
          </a:r>
          <a:r>
            <a:rPr lang="ru-RU" sz="1700" b="0" i="0" kern="1200" dirty="0"/>
            <a:t> </a:t>
          </a:r>
          <a:r>
            <a:rPr lang="ru-RU" sz="1700" b="0" i="0" kern="1200" dirty="0" err="1"/>
            <a:t>умовами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45635" y="2081477"/>
        <a:ext cx="4845855" cy="843560"/>
      </dsp:txXfrm>
    </dsp:sp>
    <dsp:sp modelId="{90944747-2ACE-4603-BD91-981C77D47AFF}">
      <dsp:nvSpPr>
        <dsp:cNvPr id="0" name=""/>
        <dsp:cNvSpPr/>
      </dsp:nvSpPr>
      <dsp:spPr>
        <a:xfrm>
          <a:off x="0" y="301963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об’єднану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гетьманом</a:t>
          </a:r>
          <a:r>
            <a:rPr lang="ru-RU" sz="1700" b="0" i="0" kern="1200" dirty="0"/>
            <a:t> П. Дорошенком у 1668 р., та </a:t>
          </a:r>
          <a:r>
            <a:rPr lang="ru-RU" sz="1700" b="0" i="0" kern="1200" dirty="0" err="1"/>
            <a:t>землі</a:t>
          </a:r>
          <a:r>
            <a:rPr lang="ru-RU" sz="1700" b="0" i="0" kern="1200" dirty="0"/>
            <a:t>, над </a:t>
          </a:r>
          <a:r>
            <a:rPr lang="ru-RU" sz="1700" b="0" i="0" kern="1200" dirty="0" err="1"/>
            <a:t>якими</a:t>
          </a:r>
          <a:r>
            <a:rPr lang="ru-RU" sz="1700" b="0" i="0" kern="1200" dirty="0"/>
            <a:t> в 1671 р. </a:t>
          </a:r>
          <a:r>
            <a:rPr lang="ru-RU" sz="1700" b="0" i="0" kern="1200" dirty="0" err="1"/>
            <a:t>Річ</a:t>
          </a:r>
          <a:r>
            <a:rPr lang="ru-RU" sz="1700" b="0" i="0" kern="1200" dirty="0"/>
            <a:t> Посполита </a:t>
          </a:r>
          <a:r>
            <a:rPr lang="ru-RU" sz="1700" b="0" i="0" kern="1200" dirty="0" err="1"/>
            <a:t>відновила</a:t>
          </a:r>
          <a:r>
            <a:rPr lang="ru-RU" sz="1700" b="0" i="0" kern="1200" dirty="0"/>
            <a:t> свою </a:t>
          </a:r>
          <a:r>
            <a:rPr lang="ru-RU" sz="1700" b="0" i="0" kern="1200" dirty="0" err="1"/>
            <a:t>владу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45635" y="3065267"/>
        <a:ext cx="4845855" cy="843560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FD457-315A-43D0-A88A-59DA18AA1762}">
      <dsp:nvSpPr>
        <dsp:cNvPr id="0" name=""/>
        <dsp:cNvSpPr/>
      </dsp:nvSpPr>
      <dsp:spPr>
        <a:xfrm>
          <a:off x="0" y="704112"/>
          <a:ext cx="10058399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козацьких воєн кінця XVI ст.</a:t>
          </a:r>
          <a:endParaRPr lang="uk-UA" sz="2500" kern="1200"/>
        </a:p>
      </dsp:txBody>
      <dsp:txXfrm>
        <a:off x="29271" y="733383"/>
        <a:ext cx="9999857" cy="541083"/>
      </dsp:txXfrm>
    </dsp:sp>
    <dsp:sp modelId="{3DA35010-51C1-46A3-8F23-91B8B50F0304}">
      <dsp:nvSpPr>
        <dsp:cNvPr id="0" name=""/>
        <dsp:cNvSpPr/>
      </dsp:nvSpPr>
      <dsp:spPr>
        <a:xfrm>
          <a:off x="0" y="1375737"/>
          <a:ext cx="10058399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морських походів козаків початку XVII ст.</a:t>
          </a:r>
          <a:endParaRPr lang="uk-UA" sz="2500" kern="1200"/>
        </a:p>
      </dsp:txBody>
      <dsp:txXfrm>
        <a:off x="29271" y="1405008"/>
        <a:ext cx="9999857" cy="541083"/>
      </dsp:txXfrm>
    </dsp:sp>
    <dsp:sp modelId="{B95C44C9-8511-467F-8178-7D10093C47EC}">
      <dsp:nvSpPr>
        <dsp:cNvPr id="0" name=""/>
        <dsp:cNvSpPr/>
      </dsp:nvSpPr>
      <dsp:spPr>
        <a:xfrm>
          <a:off x="0" y="2047362"/>
          <a:ext cx="10058399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козацько-селянських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повстань</a:t>
          </a:r>
          <a:r>
            <a:rPr lang="ru-RU" sz="2500" b="0" i="0" kern="1200" dirty="0"/>
            <a:t> 20 — 30-х </a:t>
          </a:r>
          <a:r>
            <a:rPr lang="ru-RU" sz="2500" b="0" i="0" kern="1200" dirty="0" err="1"/>
            <a:t>рр</a:t>
          </a:r>
          <a:r>
            <a:rPr lang="ru-RU" sz="2500" b="0" i="0" kern="1200" dirty="0"/>
            <a:t>. XVII ст.</a:t>
          </a:r>
          <a:endParaRPr lang="uk-UA" sz="2500" kern="1200" dirty="0"/>
        </a:p>
      </dsp:txBody>
      <dsp:txXfrm>
        <a:off x="29271" y="2076633"/>
        <a:ext cx="9999857" cy="541083"/>
      </dsp:txXfrm>
    </dsp:sp>
    <dsp:sp modelId="{763053BA-89EE-4ED5-B947-E3FF042EA00F}">
      <dsp:nvSpPr>
        <dsp:cNvPr id="0" name=""/>
        <dsp:cNvSpPr/>
      </dsp:nvSpPr>
      <dsp:spPr>
        <a:xfrm>
          <a:off x="0" y="2718987"/>
          <a:ext cx="10058399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національно-визвольноі</a:t>
          </a:r>
          <a:r>
            <a:rPr lang="ru-RU" sz="2500" b="0" i="0" kern="1200" dirty="0"/>
            <a:t>̈ </a:t>
          </a:r>
          <a:r>
            <a:rPr lang="ru-RU" sz="2500" b="0" i="0" kern="1200" dirty="0" err="1"/>
            <a:t>війни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українського</a:t>
          </a:r>
          <a:r>
            <a:rPr lang="ru-RU" sz="2500" b="0" i="0" kern="1200" dirty="0"/>
            <a:t> народу </a:t>
          </a:r>
          <a:r>
            <a:rPr lang="ru-RU" sz="2500" b="0" i="0" kern="1200" dirty="0" err="1"/>
            <a:t>середини</a:t>
          </a:r>
          <a:r>
            <a:rPr lang="ru-RU" sz="2500" b="0" i="0" kern="1200" dirty="0"/>
            <a:t> XVII ст.</a:t>
          </a:r>
          <a:endParaRPr lang="uk-UA" sz="2500" kern="1200" dirty="0"/>
        </a:p>
      </dsp:txBody>
      <dsp:txXfrm>
        <a:off x="29271" y="2748258"/>
        <a:ext cx="9999857" cy="541083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045C1-8761-4A40-B315-75BD85556798}">
      <dsp:nvSpPr>
        <dsp:cNvPr id="0" name=""/>
        <dsp:cNvSpPr/>
      </dsp:nvSpPr>
      <dsp:spPr>
        <a:xfrm rot="10800000">
          <a:off x="1890032" y="1803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Ліквідація кріпацтва та здобуття селянами особистої свободи.</a:t>
          </a:r>
          <a:endParaRPr lang="uk-UA" sz="2300" kern="1200" dirty="0"/>
        </a:p>
      </dsp:txBody>
      <dsp:txXfrm rot="10800000">
        <a:off x="2095282" y="1803"/>
        <a:ext cx="6483586" cy="821002"/>
      </dsp:txXfrm>
    </dsp:sp>
    <dsp:sp modelId="{54E47171-3DE6-4100-86B1-02F18481C35F}">
      <dsp:nvSpPr>
        <dsp:cNvPr id="0" name=""/>
        <dsp:cNvSpPr/>
      </dsp:nvSpPr>
      <dsp:spPr>
        <a:xfrm>
          <a:off x="1479531" y="1803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E3BCE-3EF0-44B1-927D-38D9D84D205F}">
      <dsp:nvSpPr>
        <dsp:cNvPr id="0" name=""/>
        <dsp:cNvSpPr/>
      </dsp:nvSpPr>
      <dsp:spPr>
        <a:xfrm rot="10800000">
          <a:off x="1890032" y="1067842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Заборона продажу й дарування земельних маєтків і садиб.</a:t>
          </a:r>
          <a:endParaRPr lang="uk-UA" sz="2300" kern="1200" dirty="0"/>
        </a:p>
      </dsp:txBody>
      <dsp:txXfrm rot="10800000">
        <a:off x="2095282" y="1067842"/>
        <a:ext cx="6483586" cy="821002"/>
      </dsp:txXfrm>
    </dsp:sp>
    <dsp:sp modelId="{D0AA492D-6634-4EF2-B78A-D2E764755851}">
      <dsp:nvSpPr>
        <dsp:cNvPr id="0" name=""/>
        <dsp:cNvSpPr/>
      </dsp:nvSpPr>
      <dsp:spPr>
        <a:xfrm>
          <a:off x="1479531" y="1067842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F6222-00ED-4A4D-A841-EDE26F7C1606}">
      <dsp:nvSpPr>
        <dsp:cNvPr id="0" name=""/>
        <dsp:cNvSpPr/>
      </dsp:nvSpPr>
      <dsp:spPr>
        <a:xfrm rot="10800000">
          <a:off x="1890032" y="2133880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Поширення фільваркової системи господарювання.</a:t>
          </a:r>
          <a:endParaRPr lang="uk-UA" sz="2300" kern="1200"/>
        </a:p>
      </dsp:txBody>
      <dsp:txXfrm rot="10800000">
        <a:off x="2095282" y="2133880"/>
        <a:ext cx="6483586" cy="821002"/>
      </dsp:txXfrm>
    </dsp:sp>
    <dsp:sp modelId="{68D380FD-B6E1-4345-859D-72A93C6E3372}">
      <dsp:nvSpPr>
        <dsp:cNvPr id="0" name=""/>
        <dsp:cNvSpPr/>
      </dsp:nvSpPr>
      <dsp:spPr>
        <a:xfrm>
          <a:off x="1479531" y="2133880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A5C10-7F74-4F6C-8AF2-59695F3FD4F8}">
      <dsp:nvSpPr>
        <dsp:cNvPr id="0" name=""/>
        <dsp:cNvSpPr/>
      </dsp:nvSpPr>
      <dsp:spPr>
        <a:xfrm rot="10800000">
          <a:off x="1890032" y="3199919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Зростання земельних володінь магнатів і шляхти.</a:t>
          </a:r>
          <a:endParaRPr lang="uk-UA" sz="2300" kern="1200" dirty="0"/>
        </a:p>
      </dsp:txBody>
      <dsp:txXfrm rot="10800000">
        <a:off x="2095282" y="3199919"/>
        <a:ext cx="6483586" cy="821002"/>
      </dsp:txXfrm>
    </dsp:sp>
    <dsp:sp modelId="{A20AD61B-B14B-4E09-BCB6-0DC242442C21}">
      <dsp:nvSpPr>
        <dsp:cNvPr id="0" name=""/>
        <dsp:cNvSpPr/>
      </dsp:nvSpPr>
      <dsp:spPr>
        <a:xfrm>
          <a:off x="1479531" y="3199919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A4F64-8B95-434E-A7D2-EC4A75A449C3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AFE4C-4F7D-44B2-BEB2-BB4770407E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527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AFE4C-4F7D-44B2-BEB2-BB4770407ECE}" type="slidenum">
              <a:rPr lang="uk-UA" smtClean="0"/>
              <a:t>47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8376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A689D-85F9-E49C-FC6A-83FDE728C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9ADE1CB-8EFB-66DA-0E7C-E5AE3D40F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8B5806F-29EF-AA4A-E367-B11ABC79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67D965F-F30C-D9D2-C0A0-E056A3D4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845417F-0476-E35C-4F28-680ABA84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992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2F6E2-AD75-C937-E0E8-8E7900B61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C6B5154-913C-2389-7C13-89ABF35AB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006545C-755F-0ADA-EC64-433EC79C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95BDD82-5254-CC97-18E1-0040CDE0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BDA2AF2-E3A1-767D-0CBF-8909C427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616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438A0-7017-8041-37BF-B5EDADF8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B0ABF8C-059D-126A-49B2-92E1694A6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8AA425D-5605-4BC5-2ABA-347E4B48A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6570970-402F-F985-AABC-C7C259CF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C6759DC-C2EC-0202-3498-FDFA5864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5726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DD57-350A-6F23-9BB3-AA7DFE1B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D95F3D-231C-1818-A32E-657763D1E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FA34EF9-1F2E-EC26-FD0A-537C1F39F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8862B4B-1EA5-0682-22B4-97172F08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D1F5AA3-DE0C-58FE-CAF7-4E297121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6740DAB-5CCD-6975-8DA0-85FFB3AF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545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F723E-2B4B-DF61-C56F-ADCEF9CA8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3FBDA20-2AA4-0EA9-F963-C777C80D3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C80948C-0DD8-43A5-0EAD-04F746D8C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BFAFBDB-034B-0C26-CD95-694E471B8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6CE642E-03BB-49BB-C298-F26B53D00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103FBB8-CF14-8EE1-8111-B946DE05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58852B0-EC02-2127-D69F-B4A91011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6ADCAD0-968B-E5C8-0532-CCE8F555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3947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FED3E-7220-4031-70CA-4561AAE2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CCFBC1F-9FA7-7085-97E3-473AE0A69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04499EA-D97B-D0ED-A5CC-AED30B16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8D8FD60-B2DA-47E0-741A-97A48087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9239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73CC3F5-640C-1B78-6768-398438FA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263958C-F897-DCAA-8DA0-16570C32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714FF56-ADBC-6D87-E482-C61E776D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9372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A41F1-A9A5-5B97-5B45-220A6E31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EE61159-DB54-8EA4-BAE7-48CDA97A9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A1D09C8-C340-3762-36FF-356109C98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54210D1-BBEC-880D-4E88-6E05E2B03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EE349D5-DFC4-975B-06AC-869DB56E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F87D394-CEB2-73D1-9AC1-3E605C50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8505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E4566-E986-4950-B036-796BBD6C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3B3FB3F-4BAA-137E-3B11-14FE9B4AC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E48569C-8071-666B-2D78-16055C1F7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5543BF3-1111-DC63-3912-D3135928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74775F4-AD86-59C2-3730-F7B27C87F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162E564-AEF3-8F54-EDA1-B3005C4F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23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5A0658-C1BE-E502-DABC-7DE47693B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F7BCF4F-31B8-ADE4-800B-B6B51F8CE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0A0FC71-AF16-01E6-EAF2-671F5226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236C869-E378-75D9-26C3-DD5F6A67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0BAF05F-8878-C7FD-762A-88418759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59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753B78A-84D7-5154-801C-AD1D1A95C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BA91938-5947-3243-A5C2-DD2C42856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2EA4630-2E97-6131-8582-A2BE731F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E0B800B-F107-F893-CF39-3FE7F311C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C9565BD-6A02-A266-496A-4BDB507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8082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42650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79870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3023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03869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30580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8409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3246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7738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1739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4224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15785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1B4B0866-6F98-C6C1-8309-20D3FD1E8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B8CFEFD-AE2F-0EC7-B992-0B7D15D9E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4E42043-B7C9-FBAB-D3C1-FF588474A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06F28-E781-4B2A-82C9-994627E35F00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AAC911D-EB3A-9FDE-1466-165E32851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76D19E7-3CCE-230B-ED2D-091DD0436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13D54-B817-4ECE-A40F-09501797069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4711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39B0B2BF-F8D3-4CA3-B8D5-B556A9B8FBA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0558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5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13" Type="http://schemas.openxmlformats.org/officeDocument/2006/relationships/diagramLayout" Target="../diagrams/layout28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12" Type="http://schemas.openxmlformats.org/officeDocument/2006/relationships/diagramData" Target="../diagrams/data28.xml"/><Relationship Id="rId2" Type="http://schemas.openxmlformats.org/officeDocument/2006/relationships/diagramData" Target="../diagrams/data26.xml"/><Relationship Id="rId16" Type="http://schemas.microsoft.com/office/2007/relationships/diagramDrawing" Target="../diagrams/drawing28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5" Type="http://schemas.openxmlformats.org/officeDocument/2006/relationships/diagramColors" Target="../diagrams/colors28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Relationship Id="rId14" Type="http://schemas.openxmlformats.org/officeDocument/2006/relationships/diagramQuickStyle" Target="../diagrams/quickStyle2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3" Type="http://schemas.openxmlformats.org/officeDocument/2006/relationships/diagramLayout" Target="../diagrams/layout29.xml"/><Relationship Id="rId7" Type="http://schemas.openxmlformats.org/officeDocument/2006/relationships/diagramData" Target="../diagrams/data30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9.xml"/><Relationship Id="rId11" Type="http://schemas.microsoft.com/office/2007/relationships/diagramDrawing" Target="../diagrams/drawing30.xml"/><Relationship Id="rId5" Type="http://schemas.openxmlformats.org/officeDocument/2006/relationships/diagramColors" Target="../diagrams/colors29.xml"/><Relationship Id="rId10" Type="http://schemas.openxmlformats.org/officeDocument/2006/relationships/diagramColors" Target="../diagrams/colors30.xml"/><Relationship Id="rId4" Type="http://schemas.openxmlformats.org/officeDocument/2006/relationships/diagramQuickStyle" Target="../diagrams/quickStyle29.xml"/><Relationship Id="rId9" Type="http://schemas.openxmlformats.org/officeDocument/2006/relationships/diagramQuickStyle" Target="../diagrams/quickStyle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13" Type="http://schemas.openxmlformats.org/officeDocument/2006/relationships/diagramLayout" Target="../diagrams/layout36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5.xml"/><Relationship Id="rId12" Type="http://schemas.openxmlformats.org/officeDocument/2006/relationships/diagramData" Target="../diagrams/data36.xml"/><Relationship Id="rId2" Type="http://schemas.openxmlformats.org/officeDocument/2006/relationships/diagramData" Target="../diagrams/data34.xml"/><Relationship Id="rId16" Type="http://schemas.microsoft.com/office/2007/relationships/diagramDrawing" Target="../diagrams/drawing3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5" Type="http://schemas.openxmlformats.org/officeDocument/2006/relationships/diagramColors" Target="../diagrams/colors36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Relationship Id="rId14" Type="http://schemas.openxmlformats.org/officeDocument/2006/relationships/diagramQuickStyle" Target="../diagrams/quickStyle3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0.xml"/><Relationship Id="rId7" Type="http://schemas.microsoft.com/office/2007/relationships/diagramDrawing" Target="../diagrams/drawing40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40.xml"/><Relationship Id="rId5" Type="http://schemas.openxmlformats.org/officeDocument/2006/relationships/diagramQuickStyle" Target="../diagrams/quickStyle40.xml"/><Relationship Id="rId4" Type="http://schemas.openxmlformats.org/officeDocument/2006/relationships/diagramLayout" Target="../diagrams/layout4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3.xml"/><Relationship Id="rId3" Type="http://schemas.openxmlformats.org/officeDocument/2006/relationships/diagramLayout" Target="../diagrams/layout42.xml"/><Relationship Id="rId7" Type="http://schemas.openxmlformats.org/officeDocument/2006/relationships/diagramData" Target="../diagrams/data43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2.xml"/><Relationship Id="rId11" Type="http://schemas.microsoft.com/office/2007/relationships/diagramDrawing" Target="../diagrams/drawing43.xml"/><Relationship Id="rId5" Type="http://schemas.openxmlformats.org/officeDocument/2006/relationships/diagramColors" Target="../diagrams/colors42.xml"/><Relationship Id="rId10" Type="http://schemas.openxmlformats.org/officeDocument/2006/relationships/diagramColors" Target="../diagrams/colors43.xml"/><Relationship Id="rId4" Type="http://schemas.openxmlformats.org/officeDocument/2006/relationships/diagramQuickStyle" Target="../diagrams/quickStyle42.xml"/><Relationship Id="rId9" Type="http://schemas.openxmlformats.org/officeDocument/2006/relationships/diagramQuickStyle" Target="../diagrams/quickStyle4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5.xml"/><Relationship Id="rId3" Type="http://schemas.openxmlformats.org/officeDocument/2006/relationships/diagramLayout" Target="../diagrams/layout44.xml"/><Relationship Id="rId7" Type="http://schemas.openxmlformats.org/officeDocument/2006/relationships/diagramData" Target="../diagrams/data45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4.xml"/><Relationship Id="rId11" Type="http://schemas.microsoft.com/office/2007/relationships/diagramDrawing" Target="../diagrams/drawing45.xml"/><Relationship Id="rId5" Type="http://schemas.openxmlformats.org/officeDocument/2006/relationships/diagramColors" Target="../diagrams/colors44.xml"/><Relationship Id="rId10" Type="http://schemas.openxmlformats.org/officeDocument/2006/relationships/diagramColors" Target="../diagrams/colors45.xml"/><Relationship Id="rId4" Type="http://schemas.openxmlformats.org/officeDocument/2006/relationships/diagramQuickStyle" Target="../diagrams/quickStyle44.xml"/><Relationship Id="rId9" Type="http://schemas.openxmlformats.org/officeDocument/2006/relationships/diagramQuickStyle" Target="../diagrams/quickStyle4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0.xml"/><Relationship Id="rId13" Type="http://schemas.openxmlformats.org/officeDocument/2006/relationships/diagramLayout" Target="../diagrams/layout51.xml"/><Relationship Id="rId3" Type="http://schemas.openxmlformats.org/officeDocument/2006/relationships/diagramLayout" Target="../diagrams/layout49.xml"/><Relationship Id="rId7" Type="http://schemas.openxmlformats.org/officeDocument/2006/relationships/diagramData" Target="../diagrams/data50.xml"/><Relationship Id="rId12" Type="http://schemas.openxmlformats.org/officeDocument/2006/relationships/diagramData" Target="../diagrams/data51.xml"/><Relationship Id="rId2" Type="http://schemas.openxmlformats.org/officeDocument/2006/relationships/diagramData" Target="../diagrams/data49.xml"/><Relationship Id="rId16" Type="http://schemas.microsoft.com/office/2007/relationships/diagramDrawing" Target="../diagrams/drawing5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9.xml"/><Relationship Id="rId11" Type="http://schemas.microsoft.com/office/2007/relationships/diagramDrawing" Target="../diagrams/drawing50.xml"/><Relationship Id="rId5" Type="http://schemas.openxmlformats.org/officeDocument/2006/relationships/diagramColors" Target="../diagrams/colors49.xml"/><Relationship Id="rId15" Type="http://schemas.openxmlformats.org/officeDocument/2006/relationships/diagramColors" Target="../diagrams/colors51.xml"/><Relationship Id="rId10" Type="http://schemas.openxmlformats.org/officeDocument/2006/relationships/diagramColors" Target="../diagrams/colors50.xml"/><Relationship Id="rId4" Type="http://schemas.openxmlformats.org/officeDocument/2006/relationships/diagramQuickStyle" Target="../diagrams/quickStyle49.xml"/><Relationship Id="rId9" Type="http://schemas.openxmlformats.org/officeDocument/2006/relationships/diagramQuickStyle" Target="../diagrams/quickStyle50.xml"/><Relationship Id="rId14" Type="http://schemas.openxmlformats.org/officeDocument/2006/relationships/diagramQuickStyle" Target="../diagrams/quickStyle5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1.xml"/><Relationship Id="rId3" Type="http://schemas.openxmlformats.org/officeDocument/2006/relationships/diagramData" Target="../diagrams/data60.xml"/><Relationship Id="rId7" Type="http://schemas.microsoft.com/office/2007/relationships/diagramDrawing" Target="../diagrams/drawing60.xml"/><Relationship Id="rId12" Type="http://schemas.microsoft.com/office/2007/relationships/diagramDrawing" Target="../diagrams/drawing6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60.xml"/><Relationship Id="rId11" Type="http://schemas.openxmlformats.org/officeDocument/2006/relationships/diagramColors" Target="../diagrams/colors61.xml"/><Relationship Id="rId5" Type="http://schemas.openxmlformats.org/officeDocument/2006/relationships/diagramQuickStyle" Target="../diagrams/quickStyle60.xml"/><Relationship Id="rId10" Type="http://schemas.openxmlformats.org/officeDocument/2006/relationships/diagramQuickStyle" Target="../diagrams/quickStyle61.xml"/><Relationship Id="rId4" Type="http://schemas.openxmlformats.org/officeDocument/2006/relationships/diagramLayout" Target="../diagrams/layout60.xml"/><Relationship Id="rId9" Type="http://schemas.openxmlformats.org/officeDocument/2006/relationships/diagramLayout" Target="../diagrams/layout6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3.xml"/><Relationship Id="rId13" Type="http://schemas.openxmlformats.org/officeDocument/2006/relationships/diagramLayout" Target="../diagrams/layout64.xml"/><Relationship Id="rId3" Type="http://schemas.openxmlformats.org/officeDocument/2006/relationships/diagramLayout" Target="../diagrams/layout62.xml"/><Relationship Id="rId7" Type="http://schemas.openxmlformats.org/officeDocument/2006/relationships/diagramData" Target="../diagrams/data63.xml"/><Relationship Id="rId12" Type="http://schemas.openxmlformats.org/officeDocument/2006/relationships/diagramData" Target="../diagrams/data64.xml"/><Relationship Id="rId2" Type="http://schemas.openxmlformats.org/officeDocument/2006/relationships/diagramData" Target="../diagrams/data62.xml"/><Relationship Id="rId16" Type="http://schemas.microsoft.com/office/2007/relationships/diagramDrawing" Target="../diagrams/drawing6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2.xml"/><Relationship Id="rId11" Type="http://schemas.microsoft.com/office/2007/relationships/diagramDrawing" Target="../diagrams/drawing63.xml"/><Relationship Id="rId5" Type="http://schemas.openxmlformats.org/officeDocument/2006/relationships/diagramColors" Target="../diagrams/colors62.xml"/><Relationship Id="rId15" Type="http://schemas.openxmlformats.org/officeDocument/2006/relationships/diagramColors" Target="../diagrams/colors64.xml"/><Relationship Id="rId10" Type="http://schemas.openxmlformats.org/officeDocument/2006/relationships/diagramColors" Target="../diagrams/colors63.xml"/><Relationship Id="rId4" Type="http://schemas.openxmlformats.org/officeDocument/2006/relationships/diagramQuickStyle" Target="../diagrams/quickStyle62.xml"/><Relationship Id="rId9" Type="http://schemas.openxmlformats.org/officeDocument/2006/relationships/diagramQuickStyle" Target="../diagrams/quickStyle63.xml"/><Relationship Id="rId14" Type="http://schemas.openxmlformats.org/officeDocument/2006/relationships/diagramQuickStyle" Target="../diagrams/quickStyle6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5.xml"/><Relationship Id="rId3" Type="http://schemas.openxmlformats.org/officeDocument/2006/relationships/diagramLayout" Target="../diagrams/layout74.xml"/><Relationship Id="rId7" Type="http://schemas.openxmlformats.org/officeDocument/2006/relationships/diagramData" Target="../diagrams/data75.xml"/><Relationship Id="rId2" Type="http://schemas.openxmlformats.org/officeDocument/2006/relationships/diagramData" Target="../diagrams/data7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4.xml"/><Relationship Id="rId11" Type="http://schemas.microsoft.com/office/2007/relationships/diagramDrawing" Target="../diagrams/drawing75.xml"/><Relationship Id="rId5" Type="http://schemas.openxmlformats.org/officeDocument/2006/relationships/diagramColors" Target="../diagrams/colors74.xml"/><Relationship Id="rId10" Type="http://schemas.openxmlformats.org/officeDocument/2006/relationships/diagramColors" Target="../diagrams/colors75.xml"/><Relationship Id="rId4" Type="http://schemas.openxmlformats.org/officeDocument/2006/relationships/diagramQuickStyle" Target="../diagrams/quickStyle74.xml"/><Relationship Id="rId9" Type="http://schemas.openxmlformats.org/officeDocument/2006/relationships/diagramQuickStyle" Target="../diagrams/quickStyle75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7.xml"/><Relationship Id="rId3" Type="http://schemas.openxmlformats.org/officeDocument/2006/relationships/diagramLayout" Target="../diagrams/layout76.xml"/><Relationship Id="rId7" Type="http://schemas.openxmlformats.org/officeDocument/2006/relationships/diagramData" Target="../diagrams/data77.xml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6.xml"/><Relationship Id="rId11" Type="http://schemas.microsoft.com/office/2007/relationships/diagramDrawing" Target="../diagrams/drawing77.xml"/><Relationship Id="rId5" Type="http://schemas.openxmlformats.org/officeDocument/2006/relationships/diagramColors" Target="../diagrams/colors76.xml"/><Relationship Id="rId10" Type="http://schemas.openxmlformats.org/officeDocument/2006/relationships/diagramColors" Target="../diagrams/colors77.xml"/><Relationship Id="rId4" Type="http://schemas.openxmlformats.org/officeDocument/2006/relationships/diagramQuickStyle" Target="../diagrams/quickStyle76.xml"/><Relationship Id="rId9" Type="http://schemas.openxmlformats.org/officeDocument/2006/relationships/diagramQuickStyle" Target="../diagrams/quickStyle7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8.xml"/><Relationship Id="rId2" Type="http://schemas.openxmlformats.org/officeDocument/2006/relationships/diagramData" Target="../diagrams/data78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8.xml"/><Relationship Id="rId5" Type="http://schemas.openxmlformats.org/officeDocument/2006/relationships/diagramColors" Target="../diagrams/colors78.xml"/><Relationship Id="rId4" Type="http://schemas.openxmlformats.org/officeDocument/2006/relationships/diagramQuickStyle" Target="../diagrams/quickStyle7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0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80.xml"/><Relationship Id="rId5" Type="http://schemas.openxmlformats.org/officeDocument/2006/relationships/diagramColors" Target="../diagrams/colors80.xml"/><Relationship Id="rId4" Type="http://schemas.openxmlformats.org/officeDocument/2006/relationships/diagramQuickStyle" Target="../diagrams/quickStyle80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2.xml"/><Relationship Id="rId13" Type="http://schemas.openxmlformats.org/officeDocument/2006/relationships/diagramLayout" Target="../diagrams/layout83.xml"/><Relationship Id="rId3" Type="http://schemas.openxmlformats.org/officeDocument/2006/relationships/diagramLayout" Target="../diagrams/layout81.xml"/><Relationship Id="rId7" Type="http://schemas.openxmlformats.org/officeDocument/2006/relationships/diagramData" Target="../diagrams/data82.xml"/><Relationship Id="rId12" Type="http://schemas.openxmlformats.org/officeDocument/2006/relationships/diagramData" Target="../diagrams/data83.xml"/><Relationship Id="rId2" Type="http://schemas.openxmlformats.org/officeDocument/2006/relationships/diagramData" Target="../diagrams/data81.xml"/><Relationship Id="rId16" Type="http://schemas.microsoft.com/office/2007/relationships/diagramDrawing" Target="../diagrams/drawing8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81.xml"/><Relationship Id="rId11" Type="http://schemas.microsoft.com/office/2007/relationships/diagramDrawing" Target="../diagrams/drawing82.xml"/><Relationship Id="rId5" Type="http://schemas.openxmlformats.org/officeDocument/2006/relationships/diagramColors" Target="../diagrams/colors81.xml"/><Relationship Id="rId15" Type="http://schemas.openxmlformats.org/officeDocument/2006/relationships/diagramColors" Target="../diagrams/colors83.xml"/><Relationship Id="rId10" Type="http://schemas.openxmlformats.org/officeDocument/2006/relationships/diagramColors" Target="../diagrams/colors82.xml"/><Relationship Id="rId4" Type="http://schemas.openxmlformats.org/officeDocument/2006/relationships/diagramQuickStyle" Target="../diagrams/quickStyle81.xml"/><Relationship Id="rId9" Type="http://schemas.openxmlformats.org/officeDocument/2006/relationships/diagramQuickStyle" Target="../diagrams/quickStyle82.xml"/><Relationship Id="rId14" Type="http://schemas.openxmlformats.org/officeDocument/2006/relationships/diagramQuickStyle" Target="../diagrams/quickStyle8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4.xml"/><Relationship Id="rId2" Type="http://schemas.openxmlformats.org/officeDocument/2006/relationships/diagramData" Target="../diagrams/data8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84.xml"/><Relationship Id="rId5" Type="http://schemas.openxmlformats.org/officeDocument/2006/relationships/diagramColors" Target="../diagrams/colors84.xml"/><Relationship Id="rId4" Type="http://schemas.openxmlformats.org/officeDocument/2006/relationships/diagramQuickStyle" Target="../diagrams/quickStyle8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5.xml"/><Relationship Id="rId7" Type="http://schemas.microsoft.com/office/2007/relationships/diagramDrawing" Target="../diagrams/drawing8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85.xml"/><Relationship Id="rId5" Type="http://schemas.openxmlformats.org/officeDocument/2006/relationships/diagramQuickStyle" Target="../diagrams/quickStyle85.xml"/><Relationship Id="rId4" Type="http://schemas.openxmlformats.org/officeDocument/2006/relationships/diagramLayout" Target="../diagrams/layout8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6.xml"/><Relationship Id="rId2" Type="http://schemas.openxmlformats.org/officeDocument/2006/relationships/diagramData" Target="../diagrams/data8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6.xml"/><Relationship Id="rId5" Type="http://schemas.openxmlformats.org/officeDocument/2006/relationships/diagramColors" Target="../diagrams/colors86.xml"/><Relationship Id="rId4" Type="http://schemas.openxmlformats.org/officeDocument/2006/relationships/diagramQuickStyle" Target="../diagrams/quickStyle8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7.xml"/><Relationship Id="rId7" Type="http://schemas.microsoft.com/office/2007/relationships/diagramDrawing" Target="../diagrams/drawing87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87.xml"/><Relationship Id="rId5" Type="http://schemas.openxmlformats.org/officeDocument/2006/relationships/diagramQuickStyle" Target="../diagrams/quickStyle87.xml"/><Relationship Id="rId4" Type="http://schemas.openxmlformats.org/officeDocument/2006/relationships/diagramLayout" Target="../diagrams/layout8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8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8.xml"/><Relationship Id="rId5" Type="http://schemas.openxmlformats.org/officeDocument/2006/relationships/diagramColors" Target="../diagrams/colors88.xml"/><Relationship Id="rId4" Type="http://schemas.openxmlformats.org/officeDocument/2006/relationships/diagramQuickStyle" Target="../diagrams/quickStyle8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9.xml"/><Relationship Id="rId2" Type="http://schemas.openxmlformats.org/officeDocument/2006/relationships/diagramData" Target="../diagrams/data8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9.xml"/><Relationship Id="rId5" Type="http://schemas.openxmlformats.org/officeDocument/2006/relationships/diagramColors" Target="../diagrams/colors89.xml"/><Relationship Id="rId4" Type="http://schemas.openxmlformats.org/officeDocument/2006/relationships/diagramQuickStyle" Target="../diagrams/quickStyle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D189F-78A4-1321-F473-9D268F0ADC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Закінчення Національно-визвольної війни 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FF1CA54-97B2-9745-E1F7-0E2A83B4EE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0C418A-35FE-5934-15BC-6B7C586A1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5" b="97625" l="4943" r="94525">
                        <a14:foregroundMark x1="8669" y1="18875" x2="16426" y2="24875"/>
                        <a14:foregroundMark x1="16426" y1="24875" x2="16350" y2="24375"/>
                        <a14:foregroundMark x1="5247" y1="54375" x2="13992" y2="61250"/>
                        <a14:foregroundMark x1="20000" y1="88375" x2="18023" y2="95625"/>
                        <a14:foregroundMark x1="18023" y1="95625" x2="17110" y2="97125"/>
                        <a14:foregroundMark x1="25779" y1="92625" x2="29658" y2="97625"/>
                        <a14:foregroundMark x1="37947" y1="12375" x2="40380" y2="95125"/>
                        <a14:foregroundMark x1="40837" y1="10625" x2="49658" y2="9250"/>
                        <a14:foregroundMark x1="49658" y1="9250" x2="57795" y2="11250"/>
                        <a14:foregroundMark x1="57490" y1="21625" x2="55361" y2="21875"/>
                        <a14:foregroundMark x1="77534" y1="16151" x2="74677" y2="17375"/>
                        <a14:foregroundMark x1="94525" y1="8875" x2="86900" y2="12140"/>
                        <a14:foregroundMark x1="79463" y1="29535" x2="82205" y2="36500"/>
                        <a14:foregroundMark x1="74677" y1="17375" x2="77037" y2="23372"/>
                        <a14:foregroundMark x1="82205" y1="36500" x2="87681" y2="42250"/>
                        <a14:foregroundMark x1="87681" y1="42250" x2="91787" y2="62500"/>
                        <a14:foregroundMark x1="91787" y1="62500" x2="90798" y2="77625"/>
                        <a14:foregroundMark x1="90798" y1="77625" x2="85551" y2="80625"/>
                        <a14:backgroundMark x1="85247" y1="82000" x2="85247" y2="83750"/>
                        <a14:backgroundMark x1="51407" y1="47875" x2="51331" y2="49750"/>
                        <a14:backgroundMark x1="29278" y1="34375" x2="29658" y2="35375"/>
                        <a14:backgroundMark x1="77338" y1="24875" x2="78403" y2="26875"/>
                        <a14:backgroundMark x1="78175" y1="27250" x2="79087" y2="28375"/>
                        <a14:backgroundMark x1="79163" y1="28875" x2="79620" y2="29250"/>
                        <a14:backgroundMark x1="77414" y1="24750" x2="76882" y2="22125"/>
                        <a14:backgroundMark x1="76654" y1="21875" x2="77338" y2="22875"/>
                        <a14:backgroundMark x1="77262" y1="23625" x2="76274" y2="21500"/>
                        <a14:backgroundMark x1="77034" y1="23375" x2="78859" y2="28125"/>
                        <a14:backgroundMark x1="79087" y1="28625" x2="79544" y2="28875"/>
                        <a14:backgroundMark x1="77414" y1="16500" x2="86388" y2="13625"/>
                      </a14:backgroundRemoval>
                    </a14:imgEffect>
                  </a14:imgLayer>
                </a14:imgProps>
              </a:ext>
            </a:extLst>
          </a:blip>
          <a:srcRect b="58846"/>
          <a:stretch/>
        </p:blipFill>
        <p:spPr>
          <a:xfrm>
            <a:off x="1524000" y="0"/>
            <a:ext cx="8291227" cy="20758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8710F2-DAC9-DBFD-EB0F-3F5AB75B5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5" b="97625" l="4943" r="94525">
                        <a14:foregroundMark x1="8669" y1="18875" x2="16426" y2="24875"/>
                        <a14:foregroundMark x1="16426" y1="24875" x2="16350" y2="24375"/>
                        <a14:foregroundMark x1="5247" y1="54375" x2="13992" y2="61250"/>
                        <a14:foregroundMark x1="20000" y1="88375" x2="18023" y2="95625"/>
                        <a14:foregroundMark x1="18023" y1="95625" x2="17110" y2="97125"/>
                        <a14:foregroundMark x1="25779" y1="92625" x2="29658" y2="97625"/>
                        <a14:foregroundMark x1="37947" y1="12375" x2="40380" y2="95125"/>
                        <a14:foregroundMark x1="40837" y1="10625" x2="49658" y2="9250"/>
                        <a14:foregroundMark x1="49658" y1="9250" x2="57795" y2="11250"/>
                        <a14:foregroundMark x1="57490" y1="21625" x2="55361" y2="21875"/>
                        <a14:foregroundMark x1="77534" y1="16151" x2="74677" y2="17375"/>
                        <a14:foregroundMark x1="94525" y1="8875" x2="86900" y2="12140"/>
                        <a14:foregroundMark x1="79463" y1="29535" x2="82205" y2="36500"/>
                        <a14:foregroundMark x1="74677" y1="17375" x2="77037" y2="23372"/>
                        <a14:foregroundMark x1="82205" y1="36500" x2="87681" y2="42250"/>
                        <a14:foregroundMark x1="87681" y1="42250" x2="91787" y2="62500"/>
                        <a14:foregroundMark x1="91787" y1="62500" x2="90798" y2="77625"/>
                        <a14:foregroundMark x1="90798" y1="77625" x2="85551" y2="80625"/>
                        <a14:backgroundMark x1="85247" y1="82000" x2="85247" y2="83750"/>
                        <a14:backgroundMark x1="51407" y1="47875" x2="51331" y2="49750"/>
                        <a14:backgroundMark x1="29278" y1="34375" x2="29658" y2="35375"/>
                        <a14:backgroundMark x1="77338" y1="24875" x2="78403" y2="26875"/>
                        <a14:backgroundMark x1="78175" y1="27250" x2="79087" y2="28375"/>
                        <a14:backgroundMark x1="79163" y1="28875" x2="79620" y2="29250"/>
                        <a14:backgroundMark x1="77414" y1="24750" x2="76882" y2="22125"/>
                        <a14:backgroundMark x1="76654" y1="21875" x2="77338" y2="22875"/>
                        <a14:backgroundMark x1="77262" y1="23625" x2="76274" y2="21500"/>
                        <a14:backgroundMark x1="77034" y1="23375" x2="78859" y2="28125"/>
                        <a14:backgroundMark x1="79087" y1="28625" x2="79544" y2="28875"/>
                        <a14:backgroundMark x1="77414" y1="16500" x2="86388" y2="13625"/>
                      </a14:backgroundRemoval>
                    </a14:imgEffect>
                  </a14:imgLayer>
                </a14:imgProps>
              </a:ext>
            </a:extLst>
          </a:blip>
          <a:srcRect t="76945"/>
          <a:stretch/>
        </p:blipFill>
        <p:spPr>
          <a:xfrm>
            <a:off x="1524000" y="3881195"/>
            <a:ext cx="8291227" cy="116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82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E4BFA-3AC0-AD2B-242A-B71A9EAF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̆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̈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війни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українського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7A5221B-34B0-C66B-45DD-3D1FF890AA0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351318"/>
            <a:ext cx="4938712" cy="301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65A622-4272-A3BD-EE5B-33C71D8BB28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683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684A4-9E83-4673-1DFE-C7FBC8A6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Хто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козацьких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ватажків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є прототипом головного героя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картини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0AE4615-917A-2C43-0987-E03F1FC4EBB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44F7AB-3FA2-7D93-FD49-643D79ADA66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7031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4798E-9A6D-F961-22E3-8749D99B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картині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відбувалися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час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бойових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19BC4-D6EC-1F1C-E879-BF1C388E29E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A8B968A-59E1-0BD9-4486-48A7D41BDB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4604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879F8-F76F-5FE2-08CB-E269D206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Ілюстрацією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слугувати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картина?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C3687D6-8FD1-03C6-E18B-96C96861ADE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955BFD-E4E5-B024-CD1A-02F0E6D3700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6135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7E61C-C2B6-A683-BFCF-481E915A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назвами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їхніми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наслідками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A3C1D9A-A033-982B-E131-22ABEED6796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1FB23A5-9ECF-BB5B-C6A5-5B2DE02EBB3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5604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7D4F8D-E3EE-F827-F0AF-DD4EAF6C7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битвою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роком, коли вона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C9747A7-1EEC-B693-F4DD-7A74ABDD547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20A154E-E741-78C3-D5EF-EB9A8F588C9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61119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E68F4-7D45-7135-3ADA-B7C16F62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Яка битва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1652 р.?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9F552D7-C17A-60D5-3C72-88727F903A9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2C932A3-98C7-F7FC-3AA3-88EB2F2DAA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76042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4360C-310F-3714-DB7F-9EB24083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Узгодьте</a:t>
            </a:r>
            <a:r>
              <a:rPr lang="ru-RU" sz="3200" dirty="0"/>
              <a:t> </a:t>
            </a:r>
            <a:r>
              <a:rPr lang="ru-RU" sz="3200" dirty="0" err="1"/>
              <a:t>подію</a:t>
            </a:r>
            <a:r>
              <a:rPr lang="ru-RU" sz="3200" dirty="0"/>
              <a:t> </a:t>
            </a:r>
            <a:r>
              <a:rPr lang="ru-RU" sz="3200" dirty="0" err="1"/>
              <a:t>Національно-визвольної</a:t>
            </a:r>
            <a:r>
              <a:rPr lang="ru-RU" sz="3200" dirty="0"/>
              <a:t> </a:t>
            </a:r>
            <a:r>
              <a:rPr lang="ru-RU" sz="3200" dirty="0" err="1"/>
              <a:t>війни</a:t>
            </a:r>
            <a:r>
              <a:rPr lang="ru-RU" sz="3200" dirty="0"/>
              <a:t> </a:t>
            </a:r>
            <a:r>
              <a:rPr lang="ru-RU" sz="3200" dirty="0" err="1"/>
              <a:t>українського</a:t>
            </a:r>
            <a:r>
              <a:rPr lang="ru-RU" sz="3200" dirty="0"/>
              <a:t> народу </a:t>
            </a:r>
            <a:r>
              <a:rPr lang="ru-RU" sz="3200" dirty="0" err="1"/>
              <a:t>середини</a:t>
            </a:r>
            <a:r>
              <a:rPr lang="ru-RU" sz="3200" dirty="0"/>
              <a:t> XVII ст. з роком, коли вона </a:t>
            </a:r>
            <a:r>
              <a:rPr lang="ru-RU" sz="3200" dirty="0" err="1"/>
              <a:t>відбувалася</a:t>
            </a:r>
            <a:r>
              <a:rPr lang="ru-RU" sz="3200" dirty="0"/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D373240-EC3A-447E-CAF3-C32B9A49890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023539-3A87-7306-8786-53BFD4F552F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1570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DDA14-E1CB-3FC1-CF1C-45622018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підсумком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D5D9EC5-1D80-B62C-62D2-407EAD45D08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338" name="Picture 2">
            <a:extLst>
              <a:ext uri="{FF2B5EF4-FFF2-40B4-BE49-F238E27FC236}">
                <a16:creationId xmlns:a16="http://schemas.microsoft.com/office/drawing/2014/main" id="{185A4216-BEF3-1CE6-EF55-7894943511A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1876" y="1876149"/>
            <a:ext cx="4829849" cy="396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488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FC05A-0369-671A-90F0-C4E44654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Визначте</a:t>
            </a:r>
            <a:r>
              <a:rPr lang="ru-RU" dirty="0"/>
              <a:t> </a:t>
            </a:r>
            <a:r>
              <a:rPr lang="ru-RU" dirty="0" err="1"/>
              <a:t>умови</a:t>
            </a:r>
            <a:r>
              <a:rPr lang="ru-RU" dirty="0"/>
              <a:t> </a:t>
            </a:r>
            <a:r>
              <a:rPr lang="ru-RU" dirty="0" err="1"/>
              <a:t>Білоцерківського</a:t>
            </a:r>
            <a:r>
              <a:rPr lang="ru-RU" dirty="0"/>
              <a:t> договору 1651 р.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21E6536-7D2F-E9BC-5DE6-49BD49FE18B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3BF496F-AD60-6740-5D6F-F59AD43B2EF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42311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D35B5-5664-97B2-94ED-99498DE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битви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впродовж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1649 — 1651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4408E0-6358-9AC8-92F0-4A3D1994251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3573C25-0691-875D-D5D3-9FAEE1CD56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12457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B8169-9076-79DE-EE4E-3E43CE6D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Проаналізуйте зображену картосхему.</a:t>
            </a:r>
            <a:endParaRPr lang="uk-U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813EFD9-0DE1-4348-799C-1376B1C5C6C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865" y="1846263"/>
            <a:ext cx="4894908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D3B4E9-A52A-16FE-4C96-D58B7F95046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3278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85F95-16FB-5EB7-BCD8-2817D278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років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проілюстровано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6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5A4B3D2-C9D3-0381-8DDE-63B3563FC27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028473"/>
            <a:ext cx="4938712" cy="365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654AF88-CF27-DB46-1E32-410CF5A914E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59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39FAC-C7B3-AD17-C96C-A17A1ABD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 портрет історичної постаті, діяльність якої описує сучасник подій: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88AAE91-330F-294F-D326-19863168FC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«Військо наше розгромлено вщент… зрадник засновує нове князівство… Чернь, рада тому, що [він] оберігає її, відчиняє міста, уводить туди його як тріумфатора-переможця… Київ оголосив він своєю столицею… Орда стоїть проти нас… Воєводства Київське, Брацлавське, Чернігівське вважає своїми, погрожує Волині та Поділлю…»</a:t>
            </a:r>
            <a:endParaRPr lang="uk-UA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C93B20C-F2AF-4095-E810-DCFAD1566D4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24" y="1690688"/>
            <a:ext cx="1807176" cy="239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2E558870-C7B1-5915-8A2E-EA2ACE41A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482" y="4129804"/>
            <a:ext cx="1835526" cy="256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D7E5DFCB-10A6-E1B8-B898-2B37B0E33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712" y="1664872"/>
            <a:ext cx="1807176" cy="242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DC75E316-C29A-E3CF-573D-A9B07EB19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853" y="4129804"/>
            <a:ext cx="1905674" cy="256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710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9E635D-5286-2898-31BF-6FB6A6C6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час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битви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відбувалися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1C48938-DDD1-10C9-6752-5DC1BA57AB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ось зібрав Богун своїх полковників на раду. Думали вони, як би вирватися з осади... На раді полковники вирішили навести через річку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Плешиву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міст, переправити ним на той бік побільше війська, відігнати Лянцкоронського і дати змогу усьому козацтву вийти з облоги...»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FBD68BB-DC0D-A6AD-8C1E-9E1ED138C7C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2486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E72F5-BE4C-3835-F701-D1699A52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битвою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роком, коли вона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DDBCA7A-B3A5-99A4-3269-5B302E5FDC4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5C2B003-1272-862D-8C0C-97947FFEC6D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91576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C8421-0E21-EE3A-6FB8-BDB8BF12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напрями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роки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CAACF69A-7E7D-6FDD-25F3-43C4CA8695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2878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DC3C5-56B0-6721-48D2-FF18142B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Віленського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перемир’я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(1656 р.)?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A7410F21-B653-96D7-B354-39F723163D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3934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B366D-B87E-1518-2B8F-E388F9AC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Віленського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перемир’я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спонукало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C11EF195-A4C0-AB5E-C639-C396E21749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5968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DB6C108-E875-8A64-4904-997397006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зовнішньополітичне завдання гетьмана Б. Хмельницького та захід для його виконання.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9B1DEA9-FA75-673B-834A-A2F58AE2E9E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9B69E2D2-FC55-33F9-2D0B-27DC8AF9A8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63658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FD350-1A4C-6A6C-1734-212A0CBD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листа Богдана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написання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A05B8438-D40C-782F-EADA-E2D48CA5BE9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7633" y="196564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350B231-DDC1-93E1-65A0-F2AF3D60C22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0045930" y="1529541"/>
          <a:ext cx="1857895" cy="3025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993B5D04-83E6-C224-1B83-75CDCC4872A8}"/>
              </a:ext>
            </a:extLst>
          </p:cNvPr>
          <p:cNvGraphicFramePr/>
          <p:nvPr/>
        </p:nvGraphicFramePr>
        <p:xfrm>
          <a:off x="4930001" y="189341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687008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7520F9F-CF2F-65A3-FA2E-52390BBD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 відповідність між чисельністю козацького реєстру й назвою договору, у якому її зафіксовано.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EAB195F-98D7-D7C5-E99F-65851149F1A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85EA4195-B5B1-2BC4-E0B0-F6004B9A3EF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08212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B6C51-9BE7-9108-1CC5-863ED353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міждержавних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угод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BBB5752-730B-FB40-9C09-76FD32BFD8E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82CDFEC-218D-D870-1436-356A022668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96946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41504-F963-E1D0-F717-30559FBFF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спричинило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про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83605C3-C2DC-DC4B-D330-386CEBCE53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«Наш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підданий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Богдан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майже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поєднавши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угорцем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Ракочієм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послав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Польської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наказного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Антіна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Ждановича, і Богуна,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начальників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для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спустошення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FA3E8ED-DA31-38AA-E8D3-B693DD0E5DA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4894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0532B-0BCD-EB73-2083-DAD5A215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напрями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Богдана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роки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D958CD64-78A2-7CC8-1F55-1AE652D2161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6459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0F179A3-1B3C-4435-8E85-162DD722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назвою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E00FC69D-1931-CB7A-409B-74DAC68723E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44209" y="1792936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Місце для вмісту 9">
            <a:extLst>
              <a:ext uri="{FF2B5EF4-FFF2-40B4-BE49-F238E27FC236}">
                <a16:creationId xmlns:a16="http://schemas.microsoft.com/office/drawing/2014/main" id="{3376940D-F4FD-A98D-9ADA-3AEFEB4F5DE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952033" y="2437746"/>
          <a:ext cx="2100700" cy="2917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AB9EE57A-5903-B2AC-D711-50F4F093A2AE}"/>
              </a:ext>
            </a:extLst>
          </p:cNvPr>
          <p:cNvGraphicFramePr/>
          <p:nvPr/>
        </p:nvGraphicFramePr>
        <p:xfrm>
          <a:off x="7105996" y="1648473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42523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838F7-1CDE-5792-785D-71A9E190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портретах,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об’єднує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воєнних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договорів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535BD8-0DAA-C0E4-C606-3A666016DF2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507" y="2728719"/>
            <a:ext cx="4115374" cy="277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268B569-9155-87CB-96C8-B076B8B9B8F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2335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5EFCF-CFE4-F8C0-9B18-1D61621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XVII–XVIII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7B1843-FB5D-D1EF-0900-4E4B7DFA16A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3AA941C-2C9A-8033-197D-820910B7A4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7690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E4BFA-3AC0-AD2B-242A-B71A9EAF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̆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̈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війни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українського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7A5221B-34B0-C66B-45DD-3D1FF890AA0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351318"/>
            <a:ext cx="4938712" cy="301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65A622-4272-A3BD-EE5B-33C71D8BB28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5015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684A4-9E83-4673-1DFE-C7FBC8A6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Хто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козацьких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ватажків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є прототипом головного героя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картини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0AE4615-917A-2C43-0987-E03F1FC4EBB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44F7AB-3FA2-7D93-FD49-643D79ADA66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5383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4798E-9A6D-F961-22E3-8749D99B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картині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відбувалися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час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бойових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19BC4-D6EC-1F1C-E879-BF1C388E29E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A8B968A-59E1-0BD9-4486-48A7D41BDB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135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0F1E73-02C5-BCF4-AD06-D350096A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нижче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7CF0902-AA6E-E5D8-2F6A-1971FF4B664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0386AED-50DA-6E2B-EA8D-2C317403A80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82599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8DCB3-64B3-833E-64C1-C0881F7C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2" y="263633"/>
            <a:ext cx="10534205" cy="1450757"/>
          </a:xfrm>
        </p:spPr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полягала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особливість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впродовж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червня 1652 р. —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серпня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1657 р.?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2ABD15-0005-25C4-2001-90BA58FCB83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B5C464B-22DA-BB93-523A-B450B3C886D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716578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B60FC-7976-413F-A7F7-92A24260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варіант</a:t>
            </a:r>
            <a:r>
              <a:rPr lang="ru-RU" dirty="0"/>
              <a:t> </a:t>
            </a:r>
            <a:r>
              <a:rPr lang="ru-RU" dirty="0" err="1"/>
              <a:t>заповнення</a:t>
            </a:r>
            <a:r>
              <a:rPr lang="ru-RU" dirty="0"/>
              <a:t> </a:t>
            </a:r>
            <a:r>
              <a:rPr lang="ru-RU" dirty="0" err="1"/>
              <a:t>пропусків</a:t>
            </a:r>
            <a:r>
              <a:rPr lang="ru-RU" dirty="0"/>
              <a:t> у </a:t>
            </a:r>
            <a:r>
              <a:rPr lang="ru-RU" dirty="0" err="1"/>
              <a:t>поданому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твердженні</a:t>
            </a:r>
            <a:r>
              <a:rPr lang="ru-RU" dirty="0"/>
              <a:t> є </a:t>
            </a:r>
            <a:r>
              <a:rPr lang="ru-RU" dirty="0" err="1"/>
              <a:t>правильним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2AC9F5-31A9-27D2-F806-1F87163086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«У </a:t>
            </a:r>
            <a:r>
              <a:rPr lang="ru-RU" dirty="0" err="1"/>
              <a:t>жовтні</a:t>
            </a:r>
            <a:r>
              <a:rPr lang="ru-RU" dirty="0"/>
              <a:t> 1656 р. переговори </a:t>
            </a:r>
            <a:r>
              <a:rPr lang="ru-RU" dirty="0" err="1"/>
              <a:t>завершилися</a:t>
            </a:r>
            <a:r>
              <a:rPr lang="ru-RU" dirty="0"/>
              <a:t> </a:t>
            </a:r>
            <a:r>
              <a:rPr lang="ru-RU" dirty="0" err="1"/>
              <a:t>підписанням</a:t>
            </a:r>
            <a:r>
              <a:rPr lang="ru-RU" dirty="0"/>
              <a:t> __________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Річчю</a:t>
            </a:r>
            <a:r>
              <a:rPr lang="ru-RU" dirty="0"/>
              <a:t> Посполитою та __________.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викликало</a:t>
            </a:r>
            <a:r>
              <a:rPr lang="ru-RU" dirty="0"/>
              <a:t> </a:t>
            </a:r>
            <a:r>
              <a:rPr lang="ru-RU" dirty="0" err="1"/>
              <a:t>обурення</a:t>
            </a:r>
            <a:r>
              <a:rPr lang="ru-RU" dirty="0"/>
              <a:t> __________. І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вступає</a:t>
            </a:r>
            <a:r>
              <a:rPr lang="ru-RU" dirty="0"/>
              <a:t> у </a:t>
            </a:r>
            <a:r>
              <a:rPr lang="ru-RU" dirty="0" err="1"/>
              <a:t>воєнний</a:t>
            </a:r>
            <a:r>
              <a:rPr lang="ru-RU" dirty="0"/>
              <a:t> союз з </a:t>
            </a:r>
            <a:r>
              <a:rPr lang="ru-RU" dirty="0" err="1"/>
              <a:t>Трансільванією</a:t>
            </a:r>
            <a:r>
              <a:rPr lang="ru-RU" dirty="0"/>
              <a:t> та __________».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A6677C9-A382-3F81-7C2B-F56297E45DE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0324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BACB1-FC87-E31D-3BCD-77FB732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50086"/>
            <a:ext cx="10364451" cy="1596177"/>
          </a:xfrm>
        </p:spPr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Масове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покозачення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населення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земель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відбулося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DD7370-13FA-CF26-F1E1-D69297C4DB3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FAD1773-7AD0-02F0-F3A4-FDA21B0DE6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1656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5E6EE-669A-8D5A-82D3-48195125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50086"/>
            <a:ext cx="10364451" cy="1596177"/>
          </a:xfrm>
        </p:spPr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Визначте соціально-економічну зміну, пов'язану зі становленням Української козацької держави в роки Національно-визвольної війни середини Х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V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ІІ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75B243-891A-4D38-ECA6-10B440C701F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3C0FB03-8740-1354-BA50-42F5D6595E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209135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92F66-84E4-FEF2-9B85-8DA8C8504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88090"/>
            <a:ext cx="10364451" cy="1596177"/>
          </a:xfrm>
        </p:spPr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документами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роком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E39EB07-7829-551B-2CCA-FF2ADFC3C5F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66928" y="1512501"/>
          <a:ext cx="2816034" cy="5008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2BC286E6-3D60-7382-BFD0-0986EA63A4B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627597" y="1599345"/>
          <a:ext cx="2816034" cy="4921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F63A52AF-9D41-948F-618C-0395FA06EA29}"/>
              </a:ext>
            </a:extLst>
          </p:cNvPr>
          <p:cNvGraphicFramePr/>
          <p:nvPr/>
        </p:nvGraphicFramePr>
        <p:xfrm>
          <a:off x="6617525" y="1884267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002796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FA2059-F73C-F4C6-CDBB-6FBFFFCB1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366472"/>
            <a:ext cx="9784080" cy="1508760"/>
          </a:xfrm>
        </p:spPr>
        <p:txBody>
          <a:bodyPr>
            <a:noAutofit/>
          </a:bodyPr>
          <a:lstStyle/>
          <a:p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династичного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союзу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Запорозьким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Молдавським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князівством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можливим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завдяки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перемозі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козацького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</a:t>
            </a:r>
            <a:b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687488-B90B-1B8B-2F7D-1FCE3523F57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54D2CD2-F9BE-0940-0B21-61B6C2076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14412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94618-35E6-B500-21D3-761E041A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Яким роком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датовано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лист,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наведено: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60CB2E7-6FB4-57FD-34B5-CC09BFE622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effectLst/>
                <a:latin typeface="Century Gothic" panose="020B0502020202020204" pitchFamily="34" charset="0"/>
              </a:rPr>
              <a:t>«Вельможний і милостивий молдавський господарю… Ті добрі відносини, що між нами були, і тепер трохи зіпсовано, треба ще більше зміцнити… Що наш син загинув.., то цього не можна повернути… Як і раніше, віритимемо один одному… Богдан Хмельницький, гетьман Війська Запорозького…»?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18292B2-9166-2B1B-9AD1-BEE6E50E8F9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7223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98388-E1A8-0D37-2CEB-A6C1CF34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 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переможну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татар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959189E-217D-AF0C-6D4D-73E59E8733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effectLst/>
                <a:latin typeface="Century Gothic" panose="020B0502020202020204" pitchFamily="34" charset="0"/>
              </a:rPr>
              <a:t>«Через рік після [битви] під Берестечком повністю загинуло польське військо від козаків і татар. Ні гетьман, ні старшина, ні жодна душа пішого війська польського не врятувалася. Того ж року господарю Василю довелося влаштувати весілля своєї дочки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Розанди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 з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Тимошем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, сином козацького гетьмана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Хмеля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FE2267B-D0FA-9AB4-375F-89CE7C0C933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63545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8F6BA-B03F-2FFC-4588-78F0AF902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про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6295537-ADCA-2E9A-6388-0BCF1BEAA6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«Через рік після [битви] під Берестечком повністю загинуло польське військо від козаків і татар. Ні гетьман, ні старшина, ні жодна душа пішого війська польського не врятувалася. Того ж року господарю Василю довелося влаштувати весілля своєї дочки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Розанди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Тимошем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сином козацького гетьмана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Хмеля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D832680-6B62-5184-194B-8080D3C346A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5070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5DFC8-FF61-3A17-C09A-916F6E93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державою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династичний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9D30A90-5F1C-89B2-38AF-9A09FBAF5E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«Через рік після [битви] під Берестечком повністю загинуло польське військо від козаків і татар. Ні гетьман, ні старшина, ні жодна душа пішого війська польського не врятувалася. Того ж року господарю Василю довелося влаштувати весілля своєї дочки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Розанди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Тимошем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сином козацького гетьмана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Хмеля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EA5DA8-F40B-D704-8987-7C02FC30BAD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80692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C8421-0E21-EE3A-6FB8-BDB8BF12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напрями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роки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CAACF69A-7E7D-6FDD-25F3-43C4CA8695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84349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DC3C5-56B0-6721-48D2-FF18142B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Віленського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перемир’я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(1656 р.)?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A7410F21-B653-96D7-B354-39F723163D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95002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B366D-B87E-1518-2B8F-E388F9AC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Віленського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перемир’я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спонукало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C11EF195-A4C0-AB5E-C639-C396E21749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36478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DB6C108-E875-8A64-4904-997397006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зовнішньополітичне завдання гетьмана Б. Хмельницького та захід для його виконання.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9B1DEA9-FA75-673B-834A-A2F58AE2E9E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9B69E2D2-FC55-33F9-2D0B-27DC8AF9A8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9789879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FD350-1A4C-6A6C-1734-212A0CBD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листа Богдана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написання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A05B8438-D40C-782F-EADA-E2D48CA5BE9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7633" y="196564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350B231-DDC1-93E1-65A0-F2AF3D60C22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0045930" y="1529541"/>
          <a:ext cx="1857895" cy="3025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993B5D04-83E6-C224-1B83-75CDCC4872A8}"/>
              </a:ext>
            </a:extLst>
          </p:cNvPr>
          <p:cNvGraphicFramePr/>
          <p:nvPr/>
        </p:nvGraphicFramePr>
        <p:xfrm>
          <a:off x="4930001" y="189341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216108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352F1-D02D-BC50-E8E4-A52BCFDE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Скликана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Переяславі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(1654 р.)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Хмельницьким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рада мала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вирішити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питання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</a:t>
            </a:r>
            <a:endParaRPr lang="uk-UA" sz="32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844A385B-C752-B89B-4AA5-D20860938A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30897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7B62C-F0BB-7109-25AD-E10291C4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договорі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містилися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положення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A2A0E5-1D14-4288-506E-7B250AC4E1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Послів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добрими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справами [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гетьману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]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приймати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.., а в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справах приходили -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писати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до Государя..; з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Турецьким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султаном і з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Польським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королем без указу Государя не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вступати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відносини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...»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8BBE509-2A33-9CBF-2969-7EC50120319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40834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492E8-FE87-13FF-6E9B-3CF837D1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передумовою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A8DEBE6-F076-A020-3DF5-023D3D8F64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0" dirty="0"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У чорнобильців, і тож дуже небагатьох, ґвалтом взяли присягу; тамтешні міщани нерадо прийнявши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московитів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, роз’їхалися по різних містах і містечках, не присягали і присягати не хочуть. Вони заявили, що швидше помруть, ніж будуть присягати московському цареві і твердо стоять на цьому...»?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5EAAED2-F0F0-C280-928B-2A06C68DAD6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14785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90273-C355-C503-25BD-C5638C4C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схарактеризовано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реакцію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населення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8CF4A72-29CF-14A6-8A6D-FB67A8CA26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Кияни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теж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були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противні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й не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хотіли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… присяги… Митрополит не дозволив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присягати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й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отець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архімандрит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і все духовенство…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Гадяцький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Брацлавський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полки не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хотіли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зноситися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з Богданом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Хмельницьким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»,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 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2DC321C-E70B-6C3A-69EA-1C340F293C6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81684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25943-B632-2045-F6EC-66351818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Такими словами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аргументував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полковник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Іван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Богун свою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позицію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щодо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недоцільності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укладання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DA5ED90-7BD8-3FAE-9DBC-9AE3B3AE25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У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Московщині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панує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найогидніше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рабство. Там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немає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й бути не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може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нічого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власного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все є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власністю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царя.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Московські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бояри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титулують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себе “рабами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царськими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”. Увесь народ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московський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є рабом. У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Московії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продають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людей на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базарі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як у нас худобу.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Приєднатися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до такого народу –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це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гірше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як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скочити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живим у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вогонь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FE4A93-B4B8-CDE3-794A-572411EA4AE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31612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91440-52F4-AE96-F0C9-6AE769D4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дорікав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5498B36-D57D-2BE5-C6E2-E0DDEDBFD4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«…Я </a:t>
            </a:r>
            <a:r>
              <a:rPr lang="ru-RU" dirty="0" err="1"/>
              <a:t>прийняв</a:t>
            </a:r>
            <a:r>
              <a:rPr lang="ru-RU" dirty="0"/>
              <a:t> </a:t>
            </a:r>
            <a:r>
              <a:rPr lang="ru-RU" dirty="0" err="1"/>
              <a:t>підданство</a:t>
            </a:r>
            <a:r>
              <a:rPr lang="ru-RU" dirty="0"/>
              <a:t> не для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робити</a:t>
            </a:r>
            <a:r>
              <a:rPr lang="ru-RU" dirty="0"/>
              <a:t> 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скажеш</a:t>
            </a:r>
            <a:r>
              <a:rPr lang="ru-RU" dirty="0"/>
              <a:t>… Я з </a:t>
            </a:r>
            <a:r>
              <a:rPr lang="ru-RU" dirty="0" err="1"/>
              <a:t>польським</a:t>
            </a:r>
            <a:r>
              <a:rPr lang="ru-RU" dirty="0"/>
              <a:t> королем перед </a:t>
            </a:r>
            <a:r>
              <a:rPr lang="ru-RU" dirty="0" err="1"/>
              <a:t>тим</a:t>
            </a:r>
            <a:r>
              <a:rPr lang="ru-RU" dirty="0"/>
              <a:t> </a:t>
            </a:r>
            <a:r>
              <a:rPr lang="ru-RU" dirty="0" err="1"/>
              <a:t>бився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вернути</a:t>
            </a:r>
            <a:r>
              <a:rPr lang="ru-RU" dirty="0"/>
              <a:t> свободу </a:t>
            </a:r>
            <a:r>
              <a:rPr lang="ru-RU" dirty="0" err="1"/>
              <a:t>собі</a:t>
            </a:r>
            <a:r>
              <a:rPr lang="ru-RU" dirty="0"/>
              <a:t> й козакам…»?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AF798F-AF83-2B24-57EE-89B86E91CBE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81815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4597B-43F1-95EA-614C-B2C564FB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року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вперше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розміщено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гарнізон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чолі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воєводою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42A12C-EA59-FD97-BA31-7E915D2CAB2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C5EFF85-FDE8-8CF1-C35C-2A82B2D195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99498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30A06-2B76-26A2-5DEB-4556CB41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Союзницькі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відносини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склалися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Запорозьким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Московським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царством,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відкривали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перспективу довести до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переможного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кінця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endParaRPr lang="uk-UA" sz="24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05D3B9A-45B9-C85F-0695-B56DD7AE38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30686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6846F-7EDF-1E2C-D0D2-76AD8FEA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</a:t>
            </a:r>
            <a:endParaRPr lang="uk-UA" sz="32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11DA9455-071B-9BC2-74AD-7656304CE8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12238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0F1E73-02C5-BCF4-AD06-D350096A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нижче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7CF0902-AA6E-E5D8-2F6A-1971FF4B664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0386AED-50DA-6E2B-EA8D-2C317403A80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64879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8DCB3-64B3-833E-64C1-C0881F7C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2" y="263633"/>
            <a:ext cx="10534205" cy="1450757"/>
          </a:xfrm>
        </p:spPr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полягала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особливість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впродовж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червня 1652 р. —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серпня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1657 р.?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2ABD15-0005-25C4-2001-90BA58FCB83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B5C464B-22DA-BB93-523A-B450B3C886D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611492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B60FC-7976-413F-A7F7-92A24260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варіант</a:t>
            </a:r>
            <a:r>
              <a:rPr lang="ru-RU" dirty="0"/>
              <a:t> </a:t>
            </a:r>
            <a:r>
              <a:rPr lang="ru-RU" dirty="0" err="1"/>
              <a:t>заповнення</a:t>
            </a:r>
            <a:r>
              <a:rPr lang="ru-RU" dirty="0"/>
              <a:t> </a:t>
            </a:r>
            <a:r>
              <a:rPr lang="ru-RU" dirty="0" err="1"/>
              <a:t>пропусків</a:t>
            </a:r>
            <a:r>
              <a:rPr lang="ru-RU" dirty="0"/>
              <a:t> у </a:t>
            </a:r>
            <a:r>
              <a:rPr lang="ru-RU" dirty="0" err="1"/>
              <a:t>поданому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твердженні</a:t>
            </a:r>
            <a:r>
              <a:rPr lang="ru-RU" dirty="0"/>
              <a:t> є </a:t>
            </a:r>
            <a:r>
              <a:rPr lang="ru-RU" dirty="0" err="1"/>
              <a:t>правильним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2AC9F5-31A9-27D2-F806-1F87163086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«У </a:t>
            </a:r>
            <a:r>
              <a:rPr lang="ru-RU" dirty="0" err="1"/>
              <a:t>жовтні</a:t>
            </a:r>
            <a:r>
              <a:rPr lang="ru-RU" dirty="0"/>
              <a:t> 1656 р. переговори </a:t>
            </a:r>
            <a:r>
              <a:rPr lang="ru-RU" dirty="0" err="1"/>
              <a:t>завершилися</a:t>
            </a:r>
            <a:r>
              <a:rPr lang="ru-RU" dirty="0"/>
              <a:t> </a:t>
            </a:r>
            <a:r>
              <a:rPr lang="ru-RU" dirty="0" err="1"/>
              <a:t>підписанням</a:t>
            </a:r>
            <a:r>
              <a:rPr lang="ru-RU" dirty="0"/>
              <a:t> __________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Річчю</a:t>
            </a:r>
            <a:r>
              <a:rPr lang="ru-RU" dirty="0"/>
              <a:t> Посполитою та __________.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викликало</a:t>
            </a:r>
            <a:r>
              <a:rPr lang="ru-RU" dirty="0"/>
              <a:t> </a:t>
            </a:r>
            <a:r>
              <a:rPr lang="ru-RU" dirty="0" err="1"/>
              <a:t>обурення</a:t>
            </a:r>
            <a:r>
              <a:rPr lang="ru-RU" dirty="0"/>
              <a:t> __________. І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вступає</a:t>
            </a:r>
            <a:r>
              <a:rPr lang="ru-RU" dirty="0"/>
              <a:t> у </a:t>
            </a:r>
            <a:r>
              <a:rPr lang="ru-RU" dirty="0" err="1"/>
              <a:t>воєнний</a:t>
            </a:r>
            <a:r>
              <a:rPr lang="ru-RU" dirty="0"/>
              <a:t> союз з </a:t>
            </a:r>
            <a:r>
              <a:rPr lang="ru-RU" dirty="0" err="1"/>
              <a:t>Трансільванією</a:t>
            </a:r>
            <a:r>
              <a:rPr lang="ru-RU" dirty="0"/>
              <a:t> та __________».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A6677C9-A382-3F81-7C2B-F56297E45DE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00068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BACB1-FC87-E31D-3BCD-77FB732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50086"/>
            <a:ext cx="10364451" cy="1596177"/>
          </a:xfrm>
        </p:spPr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Масове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покозачення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населення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земель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відбулося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DD7370-13FA-CF26-F1E1-D69297C4DB3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FAD1773-7AD0-02F0-F3A4-FDA21B0DE6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60271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5E6EE-669A-8D5A-82D3-48195125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50086"/>
            <a:ext cx="10364451" cy="1596177"/>
          </a:xfrm>
        </p:spPr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Визначте соціально-економічну зміну, пов'язану зі становленням Української козацької держави в роки Національно-визвольної війни середини Х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V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ІІ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75B243-891A-4D38-ECA6-10B440C701F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3C0FB03-8740-1354-BA50-42F5D6595E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392601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92F66-84E4-FEF2-9B85-8DA8C8504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88090"/>
            <a:ext cx="10364451" cy="1596177"/>
          </a:xfrm>
        </p:spPr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документами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роком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E39EB07-7829-551B-2CCA-FF2ADFC3C5F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66928" y="1512501"/>
          <a:ext cx="2816034" cy="5008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2BC286E6-3D60-7382-BFD0-0986EA63A4B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627597" y="1599345"/>
          <a:ext cx="2816034" cy="4921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F63A52AF-9D41-948F-618C-0395FA06EA29}"/>
              </a:ext>
            </a:extLst>
          </p:cNvPr>
          <p:cNvGraphicFramePr/>
          <p:nvPr/>
        </p:nvGraphicFramePr>
        <p:xfrm>
          <a:off x="6617525" y="1884267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8287268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D57EB-B04A-D9C5-3173-C091B403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39" y="436655"/>
            <a:ext cx="11828809" cy="1325563"/>
          </a:xfrm>
        </p:spPr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Білоцерківського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(1651 р.)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endParaRPr lang="uk-UA" sz="3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FD3A97F-91FF-81EF-D6B4-7E3FE92CEF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58" r="49150"/>
          <a:stretch/>
        </p:blipFill>
        <p:spPr bwMode="auto">
          <a:xfrm>
            <a:off x="9143766" y="2012161"/>
            <a:ext cx="3001870" cy="283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E3BE133-15B0-1609-8BAE-FCE80392F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89" b="50258"/>
          <a:stretch/>
        </p:blipFill>
        <p:spPr bwMode="auto">
          <a:xfrm>
            <a:off x="0" y="2371378"/>
            <a:ext cx="3001870" cy="289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D03048F-2A1A-2EB3-0AFA-E20735595D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90" b="50258"/>
          <a:stretch/>
        </p:blipFill>
        <p:spPr bwMode="auto">
          <a:xfrm>
            <a:off x="3047922" y="3820706"/>
            <a:ext cx="3001870" cy="289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5FED346-5F42-893F-D94F-EA543B096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0" t="50258"/>
          <a:stretch/>
        </p:blipFill>
        <p:spPr bwMode="auto">
          <a:xfrm>
            <a:off x="6095844" y="2924886"/>
            <a:ext cx="3001870" cy="283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3104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73FE0-53E7-9CA0-D0D9-F6852404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цифрами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втрачені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умовами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Білоцерківського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1651 р.?</a:t>
            </a:r>
            <a:endParaRPr lang="uk-UA" sz="32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15B613D-7F26-299C-2D85-6F4E1F6E1F5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9605" y="2076202"/>
            <a:ext cx="3953427" cy="3562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811FEB32-6B6B-0830-A489-0D47738149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1, 2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1, 4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2, 3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3, 4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981311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AF68B-63F6-E027-7157-B01108ABC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Білоцерківського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(1651 р.)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endParaRPr lang="uk-UA" sz="32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D113D98-5A6F-D2FA-C14C-320AA73E5B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" y="3567200"/>
            <a:ext cx="2959935" cy="310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A2911293-BBB7-5683-F23D-89D250F7163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938" y="2197676"/>
            <a:ext cx="2952937" cy="309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D68409EB-AB1B-26F1-4BEE-73F881365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37122"/>
            <a:ext cx="2959935" cy="309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33D672C6-052A-FFA8-7C35-E7964AA20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060" y="2183681"/>
            <a:ext cx="2952937" cy="310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5290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8F82A-901A-1F29-6CAE-A86D1900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Яка битва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ХVII ст. мала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наслідок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описаний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4A9898-539B-2E8F-9C71-B4C3CDC1C3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effectLst/>
                <a:latin typeface="Century Gothic" panose="020B0502020202020204" pitchFamily="34" charset="0"/>
              </a:rPr>
              <a:t>«І тільки трапилася нагода, що Хмельницький прислав послання з пропозицією про мир, як ляхи відразу ж прислали своїх посланців і підписали його. Ось статті цієї угоди. Військо козацьке має складатися лише з двадцяти тисяч...»</a:t>
            </a:r>
            <a:r>
              <a:rPr lang="uk-UA" b="0" i="0" dirty="0"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3D92EF2-7817-7467-132A-DE46AF598EB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45422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3E722-D7F3-A196-44F6-448139A2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)?</a:t>
            </a:r>
            <a:endParaRPr lang="uk-UA" sz="32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B443405-A0E9-406E-4064-4AB973FAAAA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232455"/>
            <a:ext cx="4938712" cy="325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C4FB74-C3D6-99AD-01F0-1695B074CC2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89619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E7856-89A3-2ED2-F7FF-4C9DEA980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1649 та 1651 роки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4BF8517-F24B-4C88-5408-A6695A4281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15126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4D65C-1891-592B-16AF-7E16EF83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0BE27F-63D3-FB84-2E6A-BBA35A880FC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0326" y="1846263"/>
            <a:ext cx="3931986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DA73C75-1B27-A0B7-8812-DC2AAADB755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50800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45026-89AF-A4DF-DDA4-67A09083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Ліквідація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магнатського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землеволодіння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панщини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масове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покозачення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селянства,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формування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новоі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̈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еліти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суспільства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на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основі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козацькоі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̈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старшини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відбулися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в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результаті</a:t>
            </a:r>
            <a:endParaRPr lang="uk-UA" sz="28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2820A6DE-D58E-A9D6-886E-17DBF70DBE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70318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D5A92-9947-28CF-7FE0-74FFA2F5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соціально-економічному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житті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ході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3C5AE35-2716-3AF0-B2DA-F11DBAB77E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15316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троката">
  <a:themeElements>
    <a:clrScheme name="Строката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Строката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трокат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3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4602</Words>
  <Application>Microsoft Office PowerPoint</Application>
  <PresentationFormat>Широкий екран</PresentationFormat>
  <Paragraphs>435</Paragraphs>
  <Slides>72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слайдів</vt:lpstr>
      </vt:variant>
      <vt:variant>
        <vt:i4>72</vt:i4>
      </vt:variant>
    </vt:vector>
  </HeadingPairs>
  <TitlesOfParts>
    <vt:vector size="80" baseType="lpstr">
      <vt:lpstr>Arial</vt:lpstr>
      <vt:lpstr>Calibri</vt:lpstr>
      <vt:lpstr>Calibri Light</vt:lpstr>
      <vt:lpstr>Century Gothic</vt:lpstr>
      <vt:lpstr>Corbel</vt:lpstr>
      <vt:lpstr>Wingdings</vt:lpstr>
      <vt:lpstr>Тема Office</vt:lpstr>
      <vt:lpstr>Строката</vt:lpstr>
      <vt:lpstr>Закінчення Національно-визвольної війни </vt:lpstr>
      <vt:lpstr>Перебіг подій якого періоду Національно-визвольної війни українського народу середини ХVІІ ст. відображено на карті?</vt:lpstr>
      <vt:lpstr>Хто з козацьких ватажків є прототипом головного героя картини?</vt:lpstr>
      <vt:lpstr>Події, відображені на картині, відбувалися під час бойових дій козаків проти</vt:lpstr>
      <vt:lpstr>Ілюстрацією якого періоду історії України може слугувати зображена картина?</vt:lpstr>
      <vt:lpstr>Установіть відповідність між назвами битв Національно-визвольної війни українського народу під проводом Б. Хмельницького та їхніми наслідками.</vt:lpstr>
      <vt:lpstr>Установіть відповідність між битвою часів Національно-визвольної війни під проводом Б. Хмельницького та роком, коли вона відбулася.</vt:lpstr>
      <vt:lpstr>Яка битва Національно-визвольної війни українського народу середини XVII ст. відбулася в 1652 р.?</vt:lpstr>
      <vt:lpstr>Узгодьте подію Національно-визвольної війни українського народу середини XVII ст. з роком, коли вона відбувалася.</vt:lpstr>
      <vt:lpstr>Що стало підсумком подій, відображених на картосхемі?</vt:lpstr>
      <vt:lpstr>Визначте умови Білоцерківського договору 1651 р.</vt:lpstr>
      <vt:lpstr>Які битви Національно-визвольної війни середини XVII ст. відбулися впродовж 1649 — 1651 рр.?</vt:lpstr>
      <vt:lpstr>Проаналізуйте зображену картосхему.</vt:lpstr>
      <vt:lpstr>Події яких років Національно-визвольної війни українського народу середини ХVІІ ст. проілюстровано на картосхемі?</vt:lpstr>
      <vt:lpstr>Укажіть портрет історичної постаті, діяльність якої описує сучасник подій:</vt:lpstr>
      <vt:lpstr>Під час якої битви Національно-визвольної війни українського народу середини XVII ст. відбувалися події, описані в уривку з історичного джерела:</vt:lpstr>
      <vt:lpstr>Установіть відповідність між битвою часів Національно-визвольної війни українського народу під проводом Б. Хмельницького та роком, коли вона відбулася</vt:lpstr>
      <vt:lpstr>Укажіть напрями зовнішньої політики гетьмана Б. Хмельницького в роки Національно-визвольної війни середини ХVІІ ст.</vt:lpstr>
      <vt:lpstr>Що стало наслідком укладення Віленського перемир’я (1656 р.)?</vt:lpstr>
      <vt:lpstr>Укладення Віленського перемир’я спонукало гетьмана Б. Хмельницького до</vt:lpstr>
      <vt:lpstr>Увідповідніть зовнішньополітичне завдання гетьмана Б. Хмельницького та захід для його виконання.</vt:lpstr>
      <vt:lpstr>Увідповідніть уривок з листа Богдана Хмельницького та рік його написання.</vt:lpstr>
      <vt:lpstr>Установіть відповідність між чисельністю козацького реєстру й назвою договору, у якому її зафіксовано.</vt:lpstr>
      <vt:lpstr>Установіть послідовність укладення міждержавних угод періоду Національно-визвольної війни українського народу під проводом Б. Хмельницького.</vt:lpstr>
      <vt:lpstr>Що спричинило події, про які йдеться в уривку з історичного джерела?</vt:lpstr>
      <vt:lpstr>Укажіть напрями зовнішньої політики гетьмана Богдана Хмельницького в роки Національно-визвольної війни середини ХVІІ ст.</vt:lpstr>
      <vt:lpstr>Увідповідніть уривок документа з його назвою.</vt:lpstr>
      <vt:lpstr>Гетьманів, зображених на портретах, об’єднує укладення воєнних договорів</vt:lpstr>
      <vt:lpstr>Установіть послідовність подій XVII–XVIII ст.</vt:lpstr>
      <vt:lpstr>Перебіг подій якого періоду Національно-визвольної війни українського народу середини ХVІІ ст. відображено на карті?</vt:lpstr>
      <vt:lpstr>Хто з козацьких ватажків є прототипом головного героя картини?</vt:lpstr>
      <vt:lpstr>Події, відображені на картині, відбувалися під час бойових дій козаків проти</vt:lpstr>
      <vt:lpstr>Установіть послідовність описаних нижче подій національно-визвольної війни українського народу проти Речі Посполитої середини XVII ст.</vt:lpstr>
      <vt:lpstr>У чому полягала особливість перебігу національно-визвольної боротьби українського народу впродовж червня 1652 р. — серпня 1657 р.?</vt:lpstr>
      <vt:lpstr>Який варіант заповнення пропусків у поданому нижче твердженні є правильним?</vt:lpstr>
      <vt:lpstr>Масове покозачення населення українських земель відбулося в результаті</vt:lpstr>
      <vt:lpstr>Визначте соціально-економічну зміну, пов'язану зі становленням Української козацької держави в роки Національно-визвольної війни середини ХVІІ ст.</vt:lpstr>
      <vt:lpstr>Установіть відповідність між документами часів Національно-визвольної війни під проводом Б. Хмельницького та роком його ухвалення.</vt:lpstr>
      <vt:lpstr>Укладення династичного союзу між Військом Запорозьким і Молдавським князівством стало можливим завдяки перемозі козацького війська в </vt:lpstr>
      <vt:lpstr>Яким роком датовано лист, уривок з якого наведено:</vt:lpstr>
      <vt:lpstr>Про яку переможну битву козаків і татар ідеться в уривку історичного джерела?</vt:lpstr>
      <vt:lpstr>У якому році відбулися події, про які йдеться в уривку документа?</vt:lpstr>
      <vt:lpstr>З якою державою укладено династичний союз?</vt:lpstr>
      <vt:lpstr>Укажіть напрями зовнішньої політики гетьмана Б. Хмельницького в роки Національно-визвольної війни середини ХVІІ ст.</vt:lpstr>
      <vt:lpstr>Що стало наслідком укладення Віленського перемир’я (1656 р.)?</vt:lpstr>
      <vt:lpstr>Укладення Віленського перемир’я спонукало гетьмана Б. Хмельницького до</vt:lpstr>
      <vt:lpstr>Увідповідніть зовнішньополітичне завдання гетьмана Б. Хмельницького та захід для його виконання.</vt:lpstr>
      <vt:lpstr>Увідповідніть уривок з листа Богдана Хмельницького та рік його написання.</vt:lpstr>
      <vt:lpstr>Скликана в Переяславі (1654 р.) гетьманом Б. Хмельницьким Генеральна військова рада мала вирішити питання про</vt:lpstr>
      <vt:lpstr>У якому договорі Війська Запорозького містилися такі положення:</vt:lpstr>
      <vt:lpstr>Що було передумовою подій, описаних в уривку з історичного документа:</vt:lpstr>
      <vt:lpstr>В уривку з джерела схарактеризовано реакцію населення на</vt:lpstr>
      <vt:lpstr>Такими словами аргументував полковник Іван Богун свою позицію щодо недоцільності укладання</vt:lpstr>
      <vt:lpstr>Послу якої держави Б. Хмельницький дорікав:</vt:lpstr>
      <vt:lpstr>Якого року в Києві вперше розміщено гарнізон московських військ на чолі з воєводою?</vt:lpstr>
      <vt:lpstr>Союзницькі відносини, що склалися між Військом Запорозьким і Московським царством, відкривали перед гетьманом Б. Хмельницьким перспективу довести до переможного кінця війну проти</vt:lpstr>
      <vt:lpstr>Установіть послідовність описаних подій Національно-визвольної війни українського народу середини XVII ст.</vt:lpstr>
      <vt:lpstr>Установіть послідовність описаних нижче подій національно-визвольної війни українського народу проти Речі Посполитої середини XVII ст.</vt:lpstr>
      <vt:lpstr>У чому полягала особливість перебігу національно-визвольної боротьби українського народу впродовж червня 1652 р. — серпня 1657 р.?</vt:lpstr>
      <vt:lpstr>Який варіант заповнення пропусків у поданому нижче твердженні є правильним?</vt:lpstr>
      <vt:lpstr>Масове покозачення населення українських земель відбулося в результаті</vt:lpstr>
      <vt:lpstr>Визначте соціально-економічну зміну, пов'язану зі становленням Української козацької держави в роки Національно-визвольної війни середини ХVІІ ст.</vt:lpstr>
      <vt:lpstr>Установіть відповідність між документами часів Національно-визвольної війни під проводом Б. Хмельницького та роком його ухвалення.</vt:lpstr>
      <vt:lpstr>Територію Війська Запорозького (Гетьманщини) відповідно до умов Білоцерківського договору (1651 р.) позначено на картосхемі</vt:lpstr>
      <vt:lpstr>Якими цифрами на карті позначено території, втрачені Гетьманщиною за умовами Білоцерківського договору 1651 р.?</vt:lpstr>
      <vt:lpstr>Територію Війська Запорозького (Гетьманщини) відповідно до умов Білоцерківського договору (1651 р.) позначено на карті</vt:lpstr>
      <vt:lpstr>Яка битва Національно-визвольної війни українського народу середини ХVII ст. мала наслідок, описаний в уривку джерела</vt:lpstr>
      <vt:lpstr>Відповідно до умов якого договору на карті позначено територію Війська Запорозького (Гетьманщини)?</vt:lpstr>
      <vt:lpstr>1649 та 1651 роки в історії Національно-визвольної війни українського народу під проводом Б. Хмельницького пов’язані з</vt:lpstr>
      <vt:lpstr>На карті позначено територію Гетьманщини</vt:lpstr>
      <vt:lpstr>Ліквідація магнатського землеволодіння, панщини, масове покозачення селянства, формування нової еліти суспільства на основі козацької старшини відбулися в результаті</vt:lpstr>
      <vt:lpstr>Які зміни відбулися в соціально-економічному житті українського народу в ході Національно-визвольної війни середини ХVІІ ст.?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2</cp:revision>
  <dcterms:created xsi:type="dcterms:W3CDTF">2024-11-10T09:13:21Z</dcterms:created>
  <dcterms:modified xsi:type="dcterms:W3CDTF">2024-11-10T11:32:28Z</dcterms:modified>
</cp:coreProperties>
</file>