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ppt/diagrams/data101.xml" ContentType="application/vnd.openxmlformats-officedocument.drawingml.diagramData+xml"/>
  <Override PartName="/ppt/diagrams/layout101.xml" ContentType="application/vnd.openxmlformats-officedocument.drawingml.diagramLayout+xml"/>
  <Override PartName="/ppt/diagrams/quickStyle101.xml" ContentType="application/vnd.openxmlformats-officedocument.drawingml.diagramStyle+xml"/>
  <Override PartName="/ppt/diagrams/colors101.xml" ContentType="application/vnd.openxmlformats-officedocument.drawingml.diagramColors+xml"/>
  <Override PartName="/ppt/diagrams/drawing101.xml" ContentType="application/vnd.ms-office.drawingml.diagramDrawing+xml"/>
  <Override PartName="/ppt/diagrams/data102.xml" ContentType="application/vnd.openxmlformats-officedocument.drawingml.diagramData+xml"/>
  <Override PartName="/ppt/diagrams/layout102.xml" ContentType="application/vnd.openxmlformats-officedocument.drawingml.diagramLayout+xml"/>
  <Override PartName="/ppt/diagrams/quickStyle102.xml" ContentType="application/vnd.openxmlformats-officedocument.drawingml.diagramStyle+xml"/>
  <Override PartName="/ppt/diagrams/colors102.xml" ContentType="application/vnd.openxmlformats-officedocument.drawingml.diagramColors+xml"/>
  <Override PartName="/ppt/diagrams/drawing102.xml" ContentType="application/vnd.ms-office.drawingml.diagramDrawing+xml"/>
  <Override PartName="/ppt/diagrams/data103.xml" ContentType="application/vnd.openxmlformats-officedocument.drawingml.diagramData+xml"/>
  <Override PartName="/ppt/diagrams/layout103.xml" ContentType="application/vnd.openxmlformats-officedocument.drawingml.diagramLayout+xml"/>
  <Override PartName="/ppt/diagrams/quickStyle103.xml" ContentType="application/vnd.openxmlformats-officedocument.drawingml.diagramStyle+xml"/>
  <Override PartName="/ppt/diagrams/colors103.xml" ContentType="application/vnd.openxmlformats-officedocument.drawingml.diagramColors+xml"/>
  <Override PartName="/ppt/diagrams/drawing103.xml" ContentType="application/vnd.ms-office.drawingml.diagramDrawing+xml"/>
  <Override PartName="/ppt/diagrams/data104.xml" ContentType="application/vnd.openxmlformats-officedocument.drawingml.diagramData+xml"/>
  <Override PartName="/ppt/diagrams/layout104.xml" ContentType="application/vnd.openxmlformats-officedocument.drawingml.diagramLayout+xml"/>
  <Override PartName="/ppt/diagrams/quickStyle104.xml" ContentType="application/vnd.openxmlformats-officedocument.drawingml.diagramStyle+xml"/>
  <Override PartName="/ppt/diagrams/colors104.xml" ContentType="application/vnd.openxmlformats-officedocument.drawingml.diagramColors+xml"/>
  <Override PartName="/ppt/diagrams/drawing104.xml" ContentType="application/vnd.ms-office.drawingml.diagramDrawing+xml"/>
  <Override PartName="/ppt/diagrams/data105.xml" ContentType="application/vnd.openxmlformats-officedocument.drawingml.diagramData+xml"/>
  <Override PartName="/ppt/diagrams/layout105.xml" ContentType="application/vnd.openxmlformats-officedocument.drawingml.diagramLayout+xml"/>
  <Override PartName="/ppt/diagrams/quickStyle105.xml" ContentType="application/vnd.openxmlformats-officedocument.drawingml.diagramStyle+xml"/>
  <Override PartName="/ppt/diagrams/colors105.xml" ContentType="application/vnd.openxmlformats-officedocument.drawingml.diagramColors+xml"/>
  <Override PartName="/ppt/diagrams/drawing105.xml" ContentType="application/vnd.ms-office.drawingml.diagramDrawing+xml"/>
  <Override PartName="/ppt/diagrams/data106.xml" ContentType="application/vnd.openxmlformats-officedocument.drawingml.diagramData+xml"/>
  <Override PartName="/ppt/diagrams/layout106.xml" ContentType="application/vnd.openxmlformats-officedocument.drawingml.diagramLayout+xml"/>
  <Override PartName="/ppt/diagrams/quickStyle106.xml" ContentType="application/vnd.openxmlformats-officedocument.drawingml.diagramStyle+xml"/>
  <Override PartName="/ppt/diagrams/colors106.xml" ContentType="application/vnd.openxmlformats-officedocument.drawingml.diagramColors+xml"/>
  <Override PartName="/ppt/diagrams/drawing106.xml" ContentType="application/vnd.ms-office.drawingml.diagramDrawing+xml"/>
  <Override PartName="/ppt/diagrams/data107.xml" ContentType="application/vnd.openxmlformats-officedocument.drawingml.diagramData+xml"/>
  <Override PartName="/ppt/diagrams/layout107.xml" ContentType="application/vnd.openxmlformats-officedocument.drawingml.diagramLayout+xml"/>
  <Override PartName="/ppt/diagrams/quickStyle107.xml" ContentType="application/vnd.openxmlformats-officedocument.drawingml.diagramStyle+xml"/>
  <Override PartName="/ppt/diagrams/colors107.xml" ContentType="application/vnd.openxmlformats-officedocument.drawingml.diagramColors+xml"/>
  <Override PartName="/ppt/diagrams/drawing107.xml" ContentType="application/vnd.ms-office.drawingml.diagramDrawing+xml"/>
  <Override PartName="/ppt/diagrams/data108.xml" ContentType="application/vnd.openxmlformats-officedocument.drawingml.diagramData+xml"/>
  <Override PartName="/ppt/diagrams/layout108.xml" ContentType="application/vnd.openxmlformats-officedocument.drawingml.diagramLayout+xml"/>
  <Override PartName="/ppt/diagrams/quickStyle108.xml" ContentType="application/vnd.openxmlformats-officedocument.drawingml.diagramStyle+xml"/>
  <Override PartName="/ppt/diagrams/colors108.xml" ContentType="application/vnd.openxmlformats-officedocument.drawingml.diagramColors+xml"/>
  <Override PartName="/ppt/diagrams/drawing108.xml" ContentType="application/vnd.ms-office.drawingml.diagramDrawing+xml"/>
  <Override PartName="/ppt/diagrams/data109.xml" ContentType="application/vnd.openxmlformats-officedocument.drawingml.diagramData+xml"/>
  <Override PartName="/ppt/diagrams/layout109.xml" ContentType="application/vnd.openxmlformats-officedocument.drawingml.diagramLayout+xml"/>
  <Override PartName="/ppt/diagrams/quickStyle109.xml" ContentType="application/vnd.openxmlformats-officedocument.drawingml.diagramStyle+xml"/>
  <Override PartName="/ppt/diagrams/colors109.xml" ContentType="application/vnd.openxmlformats-officedocument.drawingml.diagramColors+xml"/>
  <Override PartName="/ppt/diagrams/drawing109.xml" ContentType="application/vnd.ms-office.drawingml.diagramDrawing+xml"/>
  <Override PartName="/ppt/diagrams/data110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  <Override PartName="/ppt/diagrams/drawing110.xml" ContentType="application/vnd.ms-office.drawingml.diagramDrawing+xml"/>
  <Override PartName="/ppt/diagrams/data111.xml" ContentType="application/vnd.openxmlformats-officedocument.drawingml.diagramData+xml"/>
  <Override PartName="/ppt/diagrams/layout111.xml" ContentType="application/vnd.openxmlformats-officedocument.drawingml.diagramLayout+xml"/>
  <Override PartName="/ppt/diagrams/quickStyle111.xml" ContentType="application/vnd.openxmlformats-officedocument.drawingml.diagramStyle+xml"/>
  <Override PartName="/ppt/diagrams/colors111.xml" ContentType="application/vnd.openxmlformats-officedocument.drawingml.diagramColors+xml"/>
  <Override PartName="/ppt/diagrams/drawing111.xml" ContentType="application/vnd.ms-office.drawingml.diagramDrawing+xml"/>
  <Override PartName="/ppt/diagrams/data112.xml" ContentType="application/vnd.openxmlformats-officedocument.drawingml.diagramData+xml"/>
  <Override PartName="/ppt/diagrams/layout112.xml" ContentType="application/vnd.openxmlformats-officedocument.drawingml.diagramLayout+xml"/>
  <Override PartName="/ppt/diagrams/quickStyle112.xml" ContentType="application/vnd.openxmlformats-officedocument.drawingml.diagramStyle+xml"/>
  <Override PartName="/ppt/diagrams/colors112.xml" ContentType="application/vnd.openxmlformats-officedocument.drawingml.diagramColors+xml"/>
  <Override PartName="/ppt/diagrams/drawing112.xml" ContentType="application/vnd.ms-office.drawingml.diagramDrawing+xml"/>
  <Override PartName="/ppt/diagrams/data113.xml" ContentType="application/vnd.openxmlformats-officedocument.drawingml.diagramData+xml"/>
  <Override PartName="/ppt/diagrams/layout113.xml" ContentType="application/vnd.openxmlformats-officedocument.drawingml.diagramLayout+xml"/>
  <Override PartName="/ppt/diagrams/quickStyle113.xml" ContentType="application/vnd.openxmlformats-officedocument.drawingml.diagramStyle+xml"/>
  <Override PartName="/ppt/diagrams/colors113.xml" ContentType="application/vnd.openxmlformats-officedocument.drawingml.diagramColors+xml"/>
  <Override PartName="/ppt/diagrams/drawing113.xml" ContentType="application/vnd.ms-office.drawingml.diagramDrawing+xml"/>
  <Override PartName="/ppt/diagrams/data114.xml" ContentType="application/vnd.openxmlformats-officedocument.drawingml.diagramData+xml"/>
  <Override PartName="/ppt/diagrams/layout114.xml" ContentType="application/vnd.openxmlformats-officedocument.drawingml.diagramLayout+xml"/>
  <Override PartName="/ppt/diagrams/quickStyle114.xml" ContentType="application/vnd.openxmlformats-officedocument.drawingml.diagramStyle+xml"/>
  <Override PartName="/ppt/diagrams/colors114.xml" ContentType="application/vnd.openxmlformats-officedocument.drawingml.diagramColors+xml"/>
  <Override PartName="/ppt/diagrams/drawing114.xml" ContentType="application/vnd.ms-office.drawingml.diagramDrawing+xml"/>
  <Override PartName="/ppt/diagrams/data115.xml" ContentType="application/vnd.openxmlformats-officedocument.drawingml.diagramData+xml"/>
  <Override PartName="/ppt/diagrams/layout115.xml" ContentType="application/vnd.openxmlformats-officedocument.drawingml.diagramLayout+xml"/>
  <Override PartName="/ppt/diagrams/quickStyle115.xml" ContentType="application/vnd.openxmlformats-officedocument.drawingml.diagramStyle+xml"/>
  <Override PartName="/ppt/diagrams/colors115.xml" ContentType="application/vnd.openxmlformats-officedocument.drawingml.diagramColors+xml"/>
  <Override PartName="/ppt/diagrams/drawing115.xml" ContentType="application/vnd.ms-office.drawingml.diagramDrawing+xml"/>
  <Override PartName="/ppt/diagrams/data116.xml" ContentType="application/vnd.openxmlformats-officedocument.drawingml.diagramData+xml"/>
  <Override PartName="/ppt/diagrams/layout116.xml" ContentType="application/vnd.openxmlformats-officedocument.drawingml.diagramLayout+xml"/>
  <Override PartName="/ppt/diagrams/quickStyle116.xml" ContentType="application/vnd.openxmlformats-officedocument.drawingml.diagramStyle+xml"/>
  <Override PartName="/ppt/diagrams/colors116.xml" ContentType="application/vnd.openxmlformats-officedocument.drawingml.diagramColors+xml"/>
  <Override PartName="/ppt/diagrams/drawing116.xml" ContentType="application/vnd.ms-office.drawingml.diagramDrawing+xml"/>
  <Override PartName="/ppt/diagrams/data117.xml" ContentType="application/vnd.openxmlformats-officedocument.drawingml.diagramData+xml"/>
  <Override PartName="/ppt/diagrams/layout117.xml" ContentType="application/vnd.openxmlformats-officedocument.drawingml.diagramLayout+xml"/>
  <Override PartName="/ppt/diagrams/quickStyle117.xml" ContentType="application/vnd.openxmlformats-officedocument.drawingml.diagramStyle+xml"/>
  <Override PartName="/ppt/diagrams/colors117.xml" ContentType="application/vnd.openxmlformats-officedocument.drawingml.diagramColors+xml"/>
  <Override PartName="/ppt/diagrams/drawing1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349" r:id="rId3"/>
    <p:sldId id="286" r:id="rId4"/>
    <p:sldId id="298" r:id="rId5"/>
    <p:sldId id="280" r:id="rId6"/>
    <p:sldId id="305" r:id="rId7"/>
    <p:sldId id="276" r:id="rId8"/>
    <p:sldId id="289" r:id="rId9"/>
    <p:sldId id="303" r:id="rId10"/>
    <p:sldId id="322" r:id="rId11"/>
    <p:sldId id="278" r:id="rId12"/>
    <p:sldId id="270" r:id="rId13"/>
    <p:sldId id="309" r:id="rId14"/>
    <p:sldId id="329" r:id="rId15"/>
    <p:sldId id="262" r:id="rId16"/>
    <p:sldId id="259" r:id="rId17"/>
    <p:sldId id="308" r:id="rId18"/>
    <p:sldId id="328" r:id="rId19"/>
    <p:sldId id="261" r:id="rId20"/>
    <p:sldId id="274" r:id="rId21"/>
    <p:sldId id="304" r:id="rId22"/>
    <p:sldId id="296" r:id="rId23"/>
    <p:sldId id="327" r:id="rId24"/>
    <p:sldId id="260" r:id="rId25"/>
    <p:sldId id="306" r:id="rId26"/>
    <p:sldId id="301" r:id="rId27"/>
    <p:sldId id="272" r:id="rId28"/>
    <p:sldId id="321" r:id="rId29"/>
    <p:sldId id="350" r:id="rId30"/>
    <p:sldId id="267" r:id="rId31"/>
    <p:sldId id="330" r:id="rId32"/>
    <p:sldId id="316" r:id="rId33"/>
    <p:sldId id="331" r:id="rId34"/>
    <p:sldId id="285" r:id="rId35"/>
    <p:sldId id="271" r:id="rId36"/>
    <p:sldId id="258" r:id="rId37"/>
    <p:sldId id="325" r:id="rId38"/>
    <p:sldId id="279" r:id="rId39"/>
    <p:sldId id="291" r:id="rId40"/>
    <p:sldId id="273" r:id="rId41"/>
    <p:sldId id="290" r:id="rId42"/>
    <p:sldId id="299" r:id="rId43"/>
    <p:sldId id="320" r:id="rId44"/>
    <p:sldId id="332" r:id="rId45"/>
    <p:sldId id="333" r:id="rId46"/>
    <p:sldId id="334" r:id="rId47"/>
    <p:sldId id="335" r:id="rId48"/>
    <p:sldId id="263" r:id="rId49"/>
    <p:sldId id="311" r:id="rId50"/>
    <p:sldId id="294" r:id="rId51"/>
    <p:sldId id="295" r:id="rId52"/>
    <p:sldId id="264" r:id="rId53"/>
    <p:sldId id="275" r:id="rId54"/>
    <p:sldId id="319" r:id="rId55"/>
    <p:sldId id="268" r:id="rId56"/>
    <p:sldId id="293" r:id="rId57"/>
    <p:sldId id="269" r:id="rId58"/>
    <p:sldId id="336" r:id="rId59"/>
    <p:sldId id="337" r:id="rId60"/>
    <p:sldId id="338" r:id="rId61"/>
    <p:sldId id="339" r:id="rId62"/>
    <p:sldId id="326" r:id="rId63"/>
    <p:sldId id="324" r:id="rId64"/>
    <p:sldId id="281" r:id="rId65"/>
    <p:sldId id="315" r:id="rId66"/>
    <p:sldId id="312" r:id="rId67"/>
    <p:sldId id="323" r:id="rId68"/>
    <p:sldId id="310" r:id="rId69"/>
    <p:sldId id="288" r:id="rId70"/>
    <p:sldId id="257" r:id="rId71"/>
    <p:sldId id="297" r:id="rId72"/>
    <p:sldId id="307" r:id="rId73"/>
    <p:sldId id="340" r:id="rId74"/>
    <p:sldId id="341" r:id="rId75"/>
    <p:sldId id="342" r:id="rId76"/>
    <p:sldId id="343" r:id="rId77"/>
    <p:sldId id="302" r:id="rId78"/>
    <p:sldId id="313" r:id="rId79"/>
    <p:sldId id="265" r:id="rId80"/>
    <p:sldId id="314" r:id="rId81"/>
    <p:sldId id="292" r:id="rId82"/>
    <p:sldId id="266" r:id="rId83"/>
    <p:sldId id="277" r:id="rId84"/>
    <p:sldId id="344" r:id="rId85"/>
    <p:sldId id="345" r:id="rId86"/>
    <p:sldId id="346" r:id="rId87"/>
    <p:sldId id="317" r:id="rId88"/>
    <p:sldId id="318" r:id="rId89"/>
    <p:sldId id="282" r:id="rId90"/>
    <p:sldId id="347" r:id="rId91"/>
    <p:sldId id="287" r:id="rId92"/>
    <p:sldId id="348" r:id="rId9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BBE7F022-ADFC-4BCD-B8B3-7192275B1043}">
          <p14:sldIdLst>
            <p14:sldId id="256"/>
            <p14:sldId id="349"/>
            <p14:sldId id="286"/>
            <p14:sldId id="298"/>
            <p14:sldId id="280"/>
            <p14:sldId id="305"/>
            <p14:sldId id="276"/>
            <p14:sldId id="289"/>
            <p14:sldId id="303"/>
            <p14:sldId id="322"/>
            <p14:sldId id="278"/>
            <p14:sldId id="270"/>
            <p14:sldId id="309"/>
            <p14:sldId id="329"/>
            <p14:sldId id="262"/>
            <p14:sldId id="259"/>
            <p14:sldId id="308"/>
            <p14:sldId id="328"/>
            <p14:sldId id="261"/>
            <p14:sldId id="274"/>
            <p14:sldId id="304"/>
            <p14:sldId id="296"/>
            <p14:sldId id="327"/>
            <p14:sldId id="260"/>
            <p14:sldId id="306"/>
            <p14:sldId id="301"/>
            <p14:sldId id="272"/>
            <p14:sldId id="321"/>
            <p14:sldId id="350"/>
          </p14:sldIdLst>
        </p14:section>
        <p14:section name="Суспільство" id="{1337F906-A30E-45BD-860C-A272A883E01A}">
          <p14:sldIdLst>
            <p14:sldId id="267"/>
            <p14:sldId id="330"/>
            <p14:sldId id="316"/>
            <p14:sldId id="331"/>
            <p14:sldId id="285"/>
            <p14:sldId id="271"/>
            <p14:sldId id="258"/>
            <p14:sldId id="325"/>
            <p14:sldId id="279"/>
            <p14:sldId id="291"/>
            <p14:sldId id="273"/>
            <p14:sldId id="290"/>
            <p14:sldId id="299"/>
            <p14:sldId id="320"/>
          </p14:sldIdLst>
        </p14:section>
        <p14:section name="Частина Б" id="{8E8F1E9C-F791-4181-ABD3-1A4DC4BCBF18}">
          <p14:sldIdLst>
            <p14:sldId id="332"/>
            <p14:sldId id="333"/>
            <p14:sldId id="334"/>
            <p14:sldId id="335"/>
            <p14:sldId id="263"/>
            <p14:sldId id="311"/>
            <p14:sldId id="294"/>
            <p14:sldId id="295"/>
            <p14:sldId id="264"/>
            <p14:sldId id="275"/>
            <p14:sldId id="319"/>
            <p14:sldId id="268"/>
            <p14:sldId id="293"/>
            <p14:sldId id="269"/>
          </p14:sldIdLst>
        </p14:section>
        <p14:section name="Частина В" id="{5C4F083F-131C-4BAF-8DB8-C34D4EEDDA0F}">
          <p14:sldIdLst>
            <p14:sldId id="336"/>
            <p14:sldId id="337"/>
            <p14:sldId id="338"/>
            <p14:sldId id="339"/>
            <p14:sldId id="326"/>
            <p14:sldId id="324"/>
            <p14:sldId id="281"/>
            <p14:sldId id="315"/>
            <p14:sldId id="312"/>
            <p14:sldId id="323"/>
            <p14:sldId id="310"/>
            <p14:sldId id="288"/>
            <p14:sldId id="257"/>
            <p14:sldId id="297"/>
            <p14:sldId id="307"/>
          </p14:sldIdLst>
        </p14:section>
        <p14:section name="Частина Г" id="{807CE83B-0DDF-4D6D-A708-DB808C8564AA}">
          <p14:sldIdLst>
            <p14:sldId id="340"/>
            <p14:sldId id="341"/>
            <p14:sldId id="342"/>
            <p14:sldId id="343"/>
            <p14:sldId id="302"/>
            <p14:sldId id="313"/>
            <p14:sldId id="265"/>
            <p14:sldId id="314"/>
          </p14:sldIdLst>
        </p14:section>
        <p14:section name="Частина Д" id="{76A1F70B-D2F9-49CD-9B12-ED031096AD3A}">
          <p14:sldIdLst/>
        </p14:section>
        <p14:section name="Частина Є" id="{EFC59BDE-D25B-4DB8-AE50-3884664B5257}">
          <p14:sldIdLst/>
        </p14:section>
        <p14:section name="Частина Ж" id="{61976836-2115-41F3-AAE9-687FC64011C5}">
          <p14:sldIdLst>
            <p14:sldId id="292"/>
            <p14:sldId id="266"/>
            <p14:sldId id="277"/>
            <p14:sldId id="344"/>
            <p14:sldId id="345"/>
            <p14:sldId id="346"/>
            <p14:sldId id="317"/>
            <p14:sldId id="318"/>
            <p14:sldId id="282"/>
            <p14:sldId id="347"/>
            <p14:sldId id="287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34" autoAdjust="0"/>
    <p:restoredTop sz="94660"/>
  </p:normalViewPr>
  <p:slideViewPr>
    <p:cSldViewPr snapToGrid="0">
      <p:cViewPr varScale="1">
        <p:scale>
          <a:sx n="53" d="100"/>
          <a:sy n="53" d="100"/>
        </p:scale>
        <p:origin x="108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82EBA0-3DA5-4055-B6B7-A14DF866D6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C81EFD-9823-47F2-B729-54B6C4E211AD}">
      <dgm:prSet/>
      <dgm:spPr/>
      <dgm:t>
        <a:bodyPr/>
        <a:lstStyle/>
        <a:p>
          <a:r>
            <a:rPr lang="uk-UA" b="0" i="0" dirty="0"/>
            <a:t>створення перших осередків центральної князівської влади на місцях – «погостів»</a:t>
          </a:r>
          <a:endParaRPr lang="uk-UA" dirty="0"/>
        </a:p>
      </dgm:t>
    </dgm:pt>
    <dgm:pt modelId="{F88E6436-366C-4E67-82F1-AEB23CB85F30}" type="parTrans" cxnId="{E48D74D5-1E3B-4200-972E-12112D6F06F9}">
      <dgm:prSet/>
      <dgm:spPr/>
      <dgm:t>
        <a:bodyPr/>
        <a:lstStyle/>
        <a:p>
          <a:endParaRPr lang="uk-UA"/>
        </a:p>
      </dgm:t>
    </dgm:pt>
    <dgm:pt modelId="{CC4297D9-8051-4C68-BD2B-AD51B3D8E065}" type="sibTrans" cxnId="{E48D74D5-1E3B-4200-972E-12112D6F06F9}">
      <dgm:prSet/>
      <dgm:spPr/>
      <dgm:t>
        <a:bodyPr/>
        <a:lstStyle/>
        <a:p>
          <a:endParaRPr lang="uk-UA"/>
        </a:p>
      </dgm:t>
    </dgm:pt>
    <dgm:pt modelId="{97C41E2B-12F4-4DA6-8D9D-D8DFCE66FA25}">
      <dgm:prSet/>
      <dgm:spPr/>
      <dgm:t>
        <a:bodyPr/>
        <a:lstStyle/>
        <a:p>
          <a:r>
            <a:rPr lang="uk-UA" b="0" i="0"/>
            <a:t>запровадження християнства як державної релігії</a:t>
          </a:r>
          <a:endParaRPr lang="uk-UA"/>
        </a:p>
      </dgm:t>
    </dgm:pt>
    <dgm:pt modelId="{FA73E6A3-EC05-475A-9B3B-1E94FB0CAF32}" type="parTrans" cxnId="{FE9E016C-2D35-4873-AAEA-FF00F0EE9486}">
      <dgm:prSet/>
      <dgm:spPr/>
      <dgm:t>
        <a:bodyPr/>
        <a:lstStyle/>
        <a:p>
          <a:endParaRPr lang="uk-UA"/>
        </a:p>
      </dgm:t>
    </dgm:pt>
    <dgm:pt modelId="{0EA742A7-C353-4246-9CC5-446A39348F7D}" type="sibTrans" cxnId="{FE9E016C-2D35-4873-AAEA-FF00F0EE9486}">
      <dgm:prSet/>
      <dgm:spPr/>
      <dgm:t>
        <a:bodyPr/>
        <a:lstStyle/>
        <a:p>
          <a:endParaRPr lang="uk-UA"/>
        </a:p>
      </dgm:t>
    </dgm:pt>
    <dgm:pt modelId="{A90D908D-22FE-494B-8F80-FD55970C3B3F}">
      <dgm:prSet/>
      <dgm:spPr/>
      <dgm:t>
        <a:bodyPr/>
        <a:lstStyle/>
        <a:p>
          <a:r>
            <a:rPr lang="uk-UA" b="0" i="0"/>
            <a:t>укладення першої писаної збірки руських законів</a:t>
          </a:r>
          <a:endParaRPr lang="uk-UA"/>
        </a:p>
      </dgm:t>
    </dgm:pt>
    <dgm:pt modelId="{B1B31AC0-87F4-4F4F-AE5E-BFB57E7EBA3E}" type="parTrans" cxnId="{C4821677-C3A8-4393-86C0-1EEBD5CACF8C}">
      <dgm:prSet/>
      <dgm:spPr/>
      <dgm:t>
        <a:bodyPr/>
        <a:lstStyle/>
        <a:p>
          <a:endParaRPr lang="uk-UA"/>
        </a:p>
      </dgm:t>
    </dgm:pt>
    <dgm:pt modelId="{6FA5AA73-50CC-4CA0-8D9C-5AA0E4721E6D}" type="sibTrans" cxnId="{C4821677-C3A8-4393-86C0-1EEBD5CACF8C}">
      <dgm:prSet/>
      <dgm:spPr/>
      <dgm:t>
        <a:bodyPr/>
        <a:lstStyle/>
        <a:p>
          <a:endParaRPr lang="uk-UA"/>
        </a:p>
      </dgm:t>
    </dgm:pt>
    <dgm:pt modelId="{5D3E0FAE-BFCE-4C23-8A17-4C1DE5AAB709}">
      <dgm:prSet/>
      <dgm:spPr/>
      <dgm:t>
        <a:bodyPr/>
        <a:lstStyle/>
        <a:p>
          <a:r>
            <a:rPr lang="uk-UA" b="0" i="0" dirty="0"/>
            <a:t>організація з’їзду князів у Любечі</a:t>
          </a:r>
          <a:endParaRPr lang="uk-UA" dirty="0"/>
        </a:p>
      </dgm:t>
    </dgm:pt>
    <dgm:pt modelId="{0660DABD-415A-4FD0-947E-3DBF08B8FB54}" type="parTrans" cxnId="{BDA002C5-B2F6-4A4B-BDC9-9A103C0716F2}">
      <dgm:prSet/>
      <dgm:spPr/>
      <dgm:t>
        <a:bodyPr/>
        <a:lstStyle/>
        <a:p>
          <a:endParaRPr lang="uk-UA"/>
        </a:p>
      </dgm:t>
    </dgm:pt>
    <dgm:pt modelId="{D6531A60-4442-4A30-963E-F788272EF02B}" type="sibTrans" cxnId="{BDA002C5-B2F6-4A4B-BDC9-9A103C0716F2}">
      <dgm:prSet/>
      <dgm:spPr/>
      <dgm:t>
        <a:bodyPr/>
        <a:lstStyle/>
        <a:p>
          <a:endParaRPr lang="uk-UA"/>
        </a:p>
      </dgm:t>
    </dgm:pt>
    <dgm:pt modelId="{AF4C5763-308E-4C7A-B658-F5B176D022AC}" type="pres">
      <dgm:prSet presAssocID="{2C82EBA0-3DA5-4055-B6B7-A14DF866D65B}" presName="linear" presStyleCnt="0">
        <dgm:presLayoutVars>
          <dgm:animLvl val="lvl"/>
          <dgm:resizeHandles val="exact"/>
        </dgm:presLayoutVars>
      </dgm:prSet>
      <dgm:spPr/>
    </dgm:pt>
    <dgm:pt modelId="{974895C1-1ABF-413C-A79F-534FF854FF01}" type="pres">
      <dgm:prSet presAssocID="{3FC81EFD-9823-47F2-B729-54B6C4E211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B74DB7A-5DEB-40B5-9A40-AEB6A2BE841C}" type="pres">
      <dgm:prSet presAssocID="{CC4297D9-8051-4C68-BD2B-AD51B3D8E065}" presName="spacer" presStyleCnt="0"/>
      <dgm:spPr/>
    </dgm:pt>
    <dgm:pt modelId="{9D308A8F-5BA5-4174-AF36-5593FBE67DED}" type="pres">
      <dgm:prSet presAssocID="{97C41E2B-12F4-4DA6-8D9D-D8DFCE66FA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9012E8B-344B-4E52-B0C9-E8E75A1F958B}" type="pres">
      <dgm:prSet presAssocID="{0EA742A7-C353-4246-9CC5-446A39348F7D}" presName="spacer" presStyleCnt="0"/>
      <dgm:spPr/>
    </dgm:pt>
    <dgm:pt modelId="{6F7B3FE9-FC41-4131-9768-0643474A128A}" type="pres">
      <dgm:prSet presAssocID="{A90D908D-22FE-494B-8F80-FD55970C3B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97CA528-EEF7-4F83-911F-649DD670D5E9}" type="pres">
      <dgm:prSet presAssocID="{6FA5AA73-50CC-4CA0-8D9C-5AA0E4721E6D}" presName="spacer" presStyleCnt="0"/>
      <dgm:spPr/>
    </dgm:pt>
    <dgm:pt modelId="{FAEAC2B8-5089-4D0F-9E9F-9EE5A8F36AF0}" type="pres">
      <dgm:prSet presAssocID="{5D3E0FAE-BFCE-4C23-8A17-4C1DE5AAB7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0738505-09BE-4A01-B2EE-DE9AB72EE923}" type="presOf" srcId="{97C41E2B-12F4-4DA6-8D9D-D8DFCE66FA25}" destId="{9D308A8F-5BA5-4174-AF36-5593FBE67DED}" srcOrd="0" destOrd="0" presId="urn:microsoft.com/office/officeart/2005/8/layout/vList2"/>
    <dgm:cxn modelId="{F7B2D80F-724D-4B82-BE64-75DF74ADFF76}" type="presOf" srcId="{5D3E0FAE-BFCE-4C23-8A17-4C1DE5AAB709}" destId="{FAEAC2B8-5089-4D0F-9E9F-9EE5A8F36AF0}" srcOrd="0" destOrd="0" presId="urn:microsoft.com/office/officeart/2005/8/layout/vList2"/>
    <dgm:cxn modelId="{810B056B-4F84-43FB-9DAE-D29591306E03}" type="presOf" srcId="{3FC81EFD-9823-47F2-B729-54B6C4E211AD}" destId="{974895C1-1ABF-413C-A79F-534FF854FF01}" srcOrd="0" destOrd="0" presId="urn:microsoft.com/office/officeart/2005/8/layout/vList2"/>
    <dgm:cxn modelId="{FE9E016C-2D35-4873-AAEA-FF00F0EE9486}" srcId="{2C82EBA0-3DA5-4055-B6B7-A14DF866D65B}" destId="{97C41E2B-12F4-4DA6-8D9D-D8DFCE66FA25}" srcOrd="1" destOrd="0" parTransId="{FA73E6A3-EC05-475A-9B3B-1E94FB0CAF32}" sibTransId="{0EA742A7-C353-4246-9CC5-446A39348F7D}"/>
    <dgm:cxn modelId="{C4821677-C3A8-4393-86C0-1EEBD5CACF8C}" srcId="{2C82EBA0-3DA5-4055-B6B7-A14DF866D65B}" destId="{A90D908D-22FE-494B-8F80-FD55970C3B3F}" srcOrd="2" destOrd="0" parTransId="{B1B31AC0-87F4-4F4F-AE5E-BFB57E7EBA3E}" sibTransId="{6FA5AA73-50CC-4CA0-8D9C-5AA0E4721E6D}"/>
    <dgm:cxn modelId="{A425A782-1408-4859-8325-DE54536C80B7}" type="presOf" srcId="{2C82EBA0-3DA5-4055-B6B7-A14DF866D65B}" destId="{AF4C5763-308E-4C7A-B658-F5B176D022AC}" srcOrd="0" destOrd="0" presId="urn:microsoft.com/office/officeart/2005/8/layout/vList2"/>
    <dgm:cxn modelId="{3FE5CF99-8B9E-490E-8BEB-956B9B072A95}" type="presOf" srcId="{A90D908D-22FE-494B-8F80-FD55970C3B3F}" destId="{6F7B3FE9-FC41-4131-9768-0643474A128A}" srcOrd="0" destOrd="0" presId="urn:microsoft.com/office/officeart/2005/8/layout/vList2"/>
    <dgm:cxn modelId="{BDA002C5-B2F6-4A4B-BDC9-9A103C0716F2}" srcId="{2C82EBA0-3DA5-4055-B6B7-A14DF866D65B}" destId="{5D3E0FAE-BFCE-4C23-8A17-4C1DE5AAB709}" srcOrd="3" destOrd="0" parTransId="{0660DABD-415A-4FD0-947E-3DBF08B8FB54}" sibTransId="{D6531A60-4442-4A30-963E-F788272EF02B}"/>
    <dgm:cxn modelId="{E48D74D5-1E3B-4200-972E-12112D6F06F9}" srcId="{2C82EBA0-3DA5-4055-B6B7-A14DF866D65B}" destId="{3FC81EFD-9823-47F2-B729-54B6C4E211AD}" srcOrd="0" destOrd="0" parTransId="{F88E6436-366C-4E67-82F1-AEB23CB85F30}" sibTransId="{CC4297D9-8051-4C68-BD2B-AD51B3D8E065}"/>
    <dgm:cxn modelId="{E10CBD46-EAC2-46BB-8B4C-82DFAC6048AB}" type="presParOf" srcId="{AF4C5763-308E-4C7A-B658-F5B176D022AC}" destId="{974895C1-1ABF-413C-A79F-534FF854FF01}" srcOrd="0" destOrd="0" presId="urn:microsoft.com/office/officeart/2005/8/layout/vList2"/>
    <dgm:cxn modelId="{21DEF1FF-15A5-48F6-BB99-646A79D99A90}" type="presParOf" srcId="{AF4C5763-308E-4C7A-B658-F5B176D022AC}" destId="{9B74DB7A-5DEB-40B5-9A40-AEB6A2BE841C}" srcOrd="1" destOrd="0" presId="urn:microsoft.com/office/officeart/2005/8/layout/vList2"/>
    <dgm:cxn modelId="{2F79421F-9298-4F6D-8B8E-AB2CFC37818A}" type="presParOf" srcId="{AF4C5763-308E-4C7A-B658-F5B176D022AC}" destId="{9D308A8F-5BA5-4174-AF36-5593FBE67DED}" srcOrd="2" destOrd="0" presId="urn:microsoft.com/office/officeart/2005/8/layout/vList2"/>
    <dgm:cxn modelId="{6003F182-C834-4B39-A2D8-556D5025BB75}" type="presParOf" srcId="{AF4C5763-308E-4C7A-B658-F5B176D022AC}" destId="{E9012E8B-344B-4E52-B0C9-E8E75A1F958B}" srcOrd="3" destOrd="0" presId="urn:microsoft.com/office/officeart/2005/8/layout/vList2"/>
    <dgm:cxn modelId="{53A3475C-DCCB-4C42-B411-E56BFB0E3B47}" type="presParOf" srcId="{AF4C5763-308E-4C7A-B658-F5B176D022AC}" destId="{6F7B3FE9-FC41-4131-9768-0643474A128A}" srcOrd="4" destOrd="0" presId="urn:microsoft.com/office/officeart/2005/8/layout/vList2"/>
    <dgm:cxn modelId="{D772FA23-CB78-4E0C-A0B1-365484B9EA51}" type="presParOf" srcId="{AF4C5763-308E-4C7A-B658-F5B176D022AC}" destId="{197CA528-EEF7-4F83-911F-649DD670D5E9}" srcOrd="5" destOrd="0" presId="urn:microsoft.com/office/officeart/2005/8/layout/vList2"/>
    <dgm:cxn modelId="{5BEF95E0-DE26-4703-8B70-58CD982F1543}" type="presParOf" srcId="{AF4C5763-308E-4C7A-B658-F5B176D022AC}" destId="{FAEAC2B8-5089-4D0F-9E9F-9EE5A8F36AF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C466C8-21E1-48D3-8EA4-E9FDC7D62AE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4A8E48-BAC2-466F-8A4E-A5CFE721B7D7}">
      <dgm:prSet/>
      <dgm:spPr/>
      <dgm:t>
        <a:bodyPr/>
        <a:lstStyle/>
        <a:p>
          <a:r>
            <a:rPr lang="ru-RU" b="0" i="0" dirty="0"/>
            <a:t>князь Данило </a:t>
          </a:r>
          <a:r>
            <a:rPr lang="ru-RU" b="0" i="0" dirty="0" err="1"/>
            <a:t>Галицький</a:t>
          </a:r>
          <a:endParaRPr lang="uk-UA" dirty="0"/>
        </a:p>
      </dgm:t>
    </dgm:pt>
    <dgm:pt modelId="{EF1B1C71-1539-49A4-BE8E-F16F3AF3DE50}" type="parTrans" cxnId="{29DDF43A-F6CA-4CA1-811D-10E054D97D2B}">
      <dgm:prSet/>
      <dgm:spPr/>
      <dgm:t>
        <a:bodyPr/>
        <a:lstStyle/>
        <a:p>
          <a:endParaRPr lang="uk-UA"/>
        </a:p>
      </dgm:t>
    </dgm:pt>
    <dgm:pt modelId="{5EC1EB1A-3043-499A-AB7D-2685B9A1C6F1}" type="sibTrans" cxnId="{29DDF43A-F6CA-4CA1-811D-10E054D97D2B}">
      <dgm:prSet/>
      <dgm:spPr/>
      <dgm:t>
        <a:bodyPr/>
        <a:lstStyle/>
        <a:p>
          <a:endParaRPr lang="uk-UA"/>
        </a:p>
      </dgm:t>
    </dgm:pt>
    <dgm:pt modelId="{A4F67475-BFB1-4102-A388-EB8CA8247C76}">
      <dgm:prSet/>
      <dgm:spPr/>
      <dgm:t>
        <a:bodyPr/>
        <a:lstStyle/>
        <a:p>
          <a:r>
            <a:rPr lang="ru-RU" b="0" i="0" dirty="0"/>
            <a:t>князь </a:t>
          </a:r>
          <a:r>
            <a:rPr lang="ru-RU" b="0" i="0" dirty="0" err="1"/>
            <a:t>Володимир</a:t>
          </a:r>
          <a:r>
            <a:rPr lang="ru-RU" b="0" i="0" dirty="0"/>
            <a:t> Мономах</a:t>
          </a:r>
          <a:endParaRPr lang="uk-UA" dirty="0"/>
        </a:p>
      </dgm:t>
    </dgm:pt>
    <dgm:pt modelId="{D1BE1942-6F04-479B-8137-070C961C527F}" type="parTrans" cxnId="{E15F9AE5-0E97-4895-ADFA-95A95A5B55AE}">
      <dgm:prSet/>
      <dgm:spPr/>
      <dgm:t>
        <a:bodyPr/>
        <a:lstStyle/>
        <a:p>
          <a:endParaRPr lang="uk-UA"/>
        </a:p>
      </dgm:t>
    </dgm:pt>
    <dgm:pt modelId="{1BB9DBE0-034C-4132-B378-12EF48FF487D}" type="sibTrans" cxnId="{E15F9AE5-0E97-4895-ADFA-95A95A5B55AE}">
      <dgm:prSet/>
      <dgm:spPr/>
      <dgm:t>
        <a:bodyPr/>
        <a:lstStyle/>
        <a:p>
          <a:endParaRPr lang="uk-UA"/>
        </a:p>
      </dgm:t>
    </dgm:pt>
    <dgm:pt modelId="{46D67DC1-41CE-424B-931F-BC54EB5076DF}">
      <dgm:prSet/>
      <dgm:spPr/>
      <dgm:t>
        <a:bodyPr/>
        <a:lstStyle/>
        <a:p>
          <a:r>
            <a:rPr lang="ru-RU" b="0" i="0"/>
            <a:t>княгиня Ольга</a:t>
          </a:r>
          <a:endParaRPr lang="uk-UA"/>
        </a:p>
      </dgm:t>
    </dgm:pt>
    <dgm:pt modelId="{1BD217B1-63F6-4951-86DB-CD487CD22903}" type="parTrans" cxnId="{BE982D80-418F-4E8C-9913-2AD9D268A90F}">
      <dgm:prSet/>
      <dgm:spPr/>
      <dgm:t>
        <a:bodyPr/>
        <a:lstStyle/>
        <a:p>
          <a:endParaRPr lang="uk-UA"/>
        </a:p>
      </dgm:t>
    </dgm:pt>
    <dgm:pt modelId="{0BB51DB3-C2AE-4D3B-A2E0-13C6A47575B3}" type="sibTrans" cxnId="{BE982D80-418F-4E8C-9913-2AD9D268A90F}">
      <dgm:prSet/>
      <dgm:spPr/>
      <dgm:t>
        <a:bodyPr/>
        <a:lstStyle/>
        <a:p>
          <a:endParaRPr lang="uk-UA"/>
        </a:p>
      </dgm:t>
    </dgm:pt>
    <dgm:pt modelId="{B2EF8981-2B1E-4B03-958F-B805B8698B1E}">
      <dgm:prSet/>
      <dgm:spPr/>
      <dgm:t>
        <a:bodyPr/>
        <a:lstStyle/>
        <a:p>
          <a:r>
            <a:rPr lang="ru-RU" b="0" i="0"/>
            <a:t>князь Ярослав Мудрий</a:t>
          </a:r>
          <a:endParaRPr lang="uk-UA"/>
        </a:p>
      </dgm:t>
    </dgm:pt>
    <dgm:pt modelId="{335723BA-5E33-4B0B-8B95-943A877045BA}" type="parTrans" cxnId="{7DFBBFA6-D2C6-4D65-A8C7-990BE143FBA9}">
      <dgm:prSet/>
      <dgm:spPr/>
      <dgm:t>
        <a:bodyPr/>
        <a:lstStyle/>
        <a:p>
          <a:endParaRPr lang="uk-UA"/>
        </a:p>
      </dgm:t>
    </dgm:pt>
    <dgm:pt modelId="{93E568A8-5E5F-4D49-84A3-8A2AF8DC2809}" type="sibTrans" cxnId="{7DFBBFA6-D2C6-4D65-A8C7-990BE143FBA9}">
      <dgm:prSet/>
      <dgm:spPr/>
      <dgm:t>
        <a:bodyPr/>
        <a:lstStyle/>
        <a:p>
          <a:endParaRPr lang="uk-UA"/>
        </a:p>
      </dgm:t>
    </dgm:pt>
    <dgm:pt modelId="{6CF95E5F-44E5-417C-BBFF-914F44AD76F3}">
      <dgm:prSet/>
      <dgm:spPr/>
      <dgm:t>
        <a:bodyPr/>
        <a:lstStyle/>
        <a:p>
          <a:r>
            <a:rPr lang="ru-RU" b="0" i="0" dirty="0"/>
            <a:t>князь </a:t>
          </a:r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B9A8B4E8-64DD-4324-B002-9A129BC126EC}" type="parTrans" cxnId="{462C6815-7DFA-47B9-A384-AE42B3E87E33}">
      <dgm:prSet/>
      <dgm:spPr/>
      <dgm:t>
        <a:bodyPr/>
        <a:lstStyle/>
        <a:p>
          <a:endParaRPr lang="uk-UA"/>
        </a:p>
      </dgm:t>
    </dgm:pt>
    <dgm:pt modelId="{D6B75494-0B73-44B1-AC1D-D6CFBD11DB63}" type="sibTrans" cxnId="{462C6815-7DFA-47B9-A384-AE42B3E87E33}">
      <dgm:prSet/>
      <dgm:spPr/>
      <dgm:t>
        <a:bodyPr/>
        <a:lstStyle/>
        <a:p>
          <a:endParaRPr lang="uk-UA"/>
        </a:p>
      </dgm:t>
    </dgm:pt>
    <dgm:pt modelId="{07F8EFA2-DDE3-4B88-AF92-D84D7DFD0DB8}" type="pres">
      <dgm:prSet presAssocID="{F6C466C8-21E1-48D3-8EA4-E9FDC7D62AE8}" presName="Name0" presStyleCnt="0">
        <dgm:presLayoutVars>
          <dgm:chMax val="7"/>
          <dgm:chPref val="7"/>
          <dgm:dir/>
        </dgm:presLayoutVars>
      </dgm:prSet>
      <dgm:spPr/>
    </dgm:pt>
    <dgm:pt modelId="{44E6BFA8-B53C-4DE8-B561-3A48C6D4CF74}" type="pres">
      <dgm:prSet presAssocID="{F6C466C8-21E1-48D3-8EA4-E9FDC7D62AE8}" presName="Name1" presStyleCnt="0"/>
      <dgm:spPr/>
    </dgm:pt>
    <dgm:pt modelId="{2B223626-7420-4197-A0DB-86B0E7F0C589}" type="pres">
      <dgm:prSet presAssocID="{F6C466C8-21E1-48D3-8EA4-E9FDC7D62AE8}" presName="cycle" presStyleCnt="0"/>
      <dgm:spPr/>
    </dgm:pt>
    <dgm:pt modelId="{D06171F5-438B-4B16-9944-82B960C7BAD9}" type="pres">
      <dgm:prSet presAssocID="{F6C466C8-21E1-48D3-8EA4-E9FDC7D62AE8}" presName="srcNode" presStyleLbl="node1" presStyleIdx="0" presStyleCnt="5"/>
      <dgm:spPr/>
    </dgm:pt>
    <dgm:pt modelId="{1FCF4DDE-9571-4EE4-8A90-0EE536055594}" type="pres">
      <dgm:prSet presAssocID="{F6C466C8-21E1-48D3-8EA4-E9FDC7D62AE8}" presName="conn" presStyleLbl="parChTrans1D2" presStyleIdx="0" presStyleCnt="1"/>
      <dgm:spPr/>
    </dgm:pt>
    <dgm:pt modelId="{D81C776E-B300-4FF5-B114-4568722A9DBB}" type="pres">
      <dgm:prSet presAssocID="{F6C466C8-21E1-48D3-8EA4-E9FDC7D62AE8}" presName="extraNode" presStyleLbl="node1" presStyleIdx="0" presStyleCnt="5"/>
      <dgm:spPr/>
    </dgm:pt>
    <dgm:pt modelId="{4BA33A9A-FF6D-484F-82DF-F0F5ACAB581E}" type="pres">
      <dgm:prSet presAssocID="{F6C466C8-21E1-48D3-8EA4-E9FDC7D62AE8}" presName="dstNode" presStyleLbl="node1" presStyleIdx="0" presStyleCnt="5"/>
      <dgm:spPr/>
    </dgm:pt>
    <dgm:pt modelId="{77F66286-9FFE-4736-9B05-FCDAA6EF7228}" type="pres">
      <dgm:prSet presAssocID="{904A8E48-BAC2-466F-8A4E-A5CFE721B7D7}" presName="text_1" presStyleLbl="node1" presStyleIdx="0" presStyleCnt="5">
        <dgm:presLayoutVars>
          <dgm:bulletEnabled val="1"/>
        </dgm:presLayoutVars>
      </dgm:prSet>
      <dgm:spPr/>
    </dgm:pt>
    <dgm:pt modelId="{7925CE59-4256-47E5-9EF8-609C775BF9CD}" type="pres">
      <dgm:prSet presAssocID="{904A8E48-BAC2-466F-8A4E-A5CFE721B7D7}" presName="accent_1" presStyleCnt="0"/>
      <dgm:spPr/>
    </dgm:pt>
    <dgm:pt modelId="{861513D2-B4C8-404C-991B-25C9DA9DF3E2}" type="pres">
      <dgm:prSet presAssocID="{904A8E48-BAC2-466F-8A4E-A5CFE721B7D7}" presName="accentRepeatNode" presStyleLbl="solidFgAcc1" presStyleIdx="0" presStyleCnt="5"/>
      <dgm:spPr/>
    </dgm:pt>
    <dgm:pt modelId="{84064C83-D46B-4B07-B69F-A51795469B47}" type="pres">
      <dgm:prSet presAssocID="{A4F67475-BFB1-4102-A388-EB8CA8247C76}" presName="text_2" presStyleLbl="node1" presStyleIdx="1" presStyleCnt="5">
        <dgm:presLayoutVars>
          <dgm:bulletEnabled val="1"/>
        </dgm:presLayoutVars>
      </dgm:prSet>
      <dgm:spPr/>
    </dgm:pt>
    <dgm:pt modelId="{A8699DF4-4ABE-4D47-87EF-174D7D959646}" type="pres">
      <dgm:prSet presAssocID="{A4F67475-BFB1-4102-A388-EB8CA8247C76}" presName="accent_2" presStyleCnt="0"/>
      <dgm:spPr/>
    </dgm:pt>
    <dgm:pt modelId="{C8E318FB-DE2B-4752-9DE1-7AC21DF36914}" type="pres">
      <dgm:prSet presAssocID="{A4F67475-BFB1-4102-A388-EB8CA8247C76}" presName="accentRepeatNode" presStyleLbl="solidFgAcc1" presStyleIdx="1" presStyleCnt="5"/>
      <dgm:spPr/>
    </dgm:pt>
    <dgm:pt modelId="{44147B93-7F88-4E83-842F-1C7B8F50017C}" type="pres">
      <dgm:prSet presAssocID="{46D67DC1-41CE-424B-931F-BC54EB5076DF}" presName="text_3" presStyleLbl="node1" presStyleIdx="2" presStyleCnt="5">
        <dgm:presLayoutVars>
          <dgm:bulletEnabled val="1"/>
        </dgm:presLayoutVars>
      </dgm:prSet>
      <dgm:spPr/>
    </dgm:pt>
    <dgm:pt modelId="{ECFED5FF-5E19-4CF4-94EF-25E0B667A0A2}" type="pres">
      <dgm:prSet presAssocID="{46D67DC1-41CE-424B-931F-BC54EB5076DF}" presName="accent_3" presStyleCnt="0"/>
      <dgm:spPr/>
    </dgm:pt>
    <dgm:pt modelId="{032E93E1-7F2B-4F51-A3BB-DF3285FC562F}" type="pres">
      <dgm:prSet presAssocID="{46D67DC1-41CE-424B-931F-BC54EB5076DF}" presName="accentRepeatNode" presStyleLbl="solidFgAcc1" presStyleIdx="2" presStyleCnt="5"/>
      <dgm:spPr/>
    </dgm:pt>
    <dgm:pt modelId="{17A9D191-7553-4C04-964F-622B54C6C665}" type="pres">
      <dgm:prSet presAssocID="{B2EF8981-2B1E-4B03-958F-B805B8698B1E}" presName="text_4" presStyleLbl="node1" presStyleIdx="3" presStyleCnt="5">
        <dgm:presLayoutVars>
          <dgm:bulletEnabled val="1"/>
        </dgm:presLayoutVars>
      </dgm:prSet>
      <dgm:spPr/>
    </dgm:pt>
    <dgm:pt modelId="{95A0C1E9-2AE2-4D94-9CB9-062FFE4F7DD3}" type="pres">
      <dgm:prSet presAssocID="{B2EF8981-2B1E-4B03-958F-B805B8698B1E}" presName="accent_4" presStyleCnt="0"/>
      <dgm:spPr/>
    </dgm:pt>
    <dgm:pt modelId="{1CF3A98C-8CE9-4DD6-B716-B942B522D48A}" type="pres">
      <dgm:prSet presAssocID="{B2EF8981-2B1E-4B03-958F-B805B8698B1E}" presName="accentRepeatNode" presStyleLbl="solidFgAcc1" presStyleIdx="3" presStyleCnt="5"/>
      <dgm:spPr/>
    </dgm:pt>
    <dgm:pt modelId="{3EA4D643-90DF-4F39-A3B0-64DADF23F8F2}" type="pres">
      <dgm:prSet presAssocID="{6CF95E5F-44E5-417C-BBFF-914F44AD76F3}" presName="text_5" presStyleLbl="node1" presStyleIdx="4" presStyleCnt="5">
        <dgm:presLayoutVars>
          <dgm:bulletEnabled val="1"/>
        </dgm:presLayoutVars>
      </dgm:prSet>
      <dgm:spPr/>
    </dgm:pt>
    <dgm:pt modelId="{E8EB65EB-1313-4608-B9F7-5458E17656AC}" type="pres">
      <dgm:prSet presAssocID="{6CF95E5F-44E5-417C-BBFF-914F44AD76F3}" presName="accent_5" presStyleCnt="0"/>
      <dgm:spPr/>
    </dgm:pt>
    <dgm:pt modelId="{32DB5023-26C0-4F46-97AE-FB6D6E41B1E8}" type="pres">
      <dgm:prSet presAssocID="{6CF95E5F-44E5-417C-BBFF-914F44AD76F3}" presName="accentRepeatNode" presStyleLbl="solidFgAcc1" presStyleIdx="4" presStyleCnt="5"/>
      <dgm:spPr/>
    </dgm:pt>
  </dgm:ptLst>
  <dgm:cxnLst>
    <dgm:cxn modelId="{FC79AB03-43B5-4F83-9E3F-7202FEE069F3}" type="presOf" srcId="{46D67DC1-41CE-424B-931F-BC54EB5076DF}" destId="{44147B93-7F88-4E83-842F-1C7B8F50017C}" srcOrd="0" destOrd="0" presId="urn:microsoft.com/office/officeart/2008/layout/VerticalCurvedList"/>
    <dgm:cxn modelId="{462C6815-7DFA-47B9-A384-AE42B3E87E33}" srcId="{F6C466C8-21E1-48D3-8EA4-E9FDC7D62AE8}" destId="{6CF95E5F-44E5-417C-BBFF-914F44AD76F3}" srcOrd="4" destOrd="0" parTransId="{B9A8B4E8-64DD-4324-B002-9A129BC126EC}" sibTransId="{D6B75494-0B73-44B1-AC1D-D6CFBD11DB63}"/>
    <dgm:cxn modelId="{29DDF43A-F6CA-4CA1-811D-10E054D97D2B}" srcId="{F6C466C8-21E1-48D3-8EA4-E9FDC7D62AE8}" destId="{904A8E48-BAC2-466F-8A4E-A5CFE721B7D7}" srcOrd="0" destOrd="0" parTransId="{EF1B1C71-1539-49A4-BE8E-F16F3AF3DE50}" sibTransId="{5EC1EB1A-3043-499A-AB7D-2685B9A1C6F1}"/>
    <dgm:cxn modelId="{F25EB13E-5020-4574-A8D9-4D39ED44697D}" type="presOf" srcId="{904A8E48-BAC2-466F-8A4E-A5CFE721B7D7}" destId="{77F66286-9FFE-4736-9B05-FCDAA6EF7228}" srcOrd="0" destOrd="0" presId="urn:microsoft.com/office/officeart/2008/layout/VerticalCurvedList"/>
    <dgm:cxn modelId="{1D68C168-57B2-42D0-8820-20D116A15221}" type="presOf" srcId="{B2EF8981-2B1E-4B03-958F-B805B8698B1E}" destId="{17A9D191-7553-4C04-964F-622B54C6C665}" srcOrd="0" destOrd="0" presId="urn:microsoft.com/office/officeart/2008/layout/VerticalCurvedList"/>
    <dgm:cxn modelId="{BE982D80-418F-4E8C-9913-2AD9D268A90F}" srcId="{F6C466C8-21E1-48D3-8EA4-E9FDC7D62AE8}" destId="{46D67DC1-41CE-424B-931F-BC54EB5076DF}" srcOrd="2" destOrd="0" parTransId="{1BD217B1-63F6-4951-86DB-CD487CD22903}" sibTransId="{0BB51DB3-C2AE-4D3B-A2E0-13C6A47575B3}"/>
    <dgm:cxn modelId="{88340184-547D-40F6-9FF2-4EDDCD7268C0}" type="presOf" srcId="{6CF95E5F-44E5-417C-BBFF-914F44AD76F3}" destId="{3EA4D643-90DF-4F39-A3B0-64DADF23F8F2}" srcOrd="0" destOrd="0" presId="urn:microsoft.com/office/officeart/2008/layout/VerticalCurvedList"/>
    <dgm:cxn modelId="{8A9D1884-5CA5-4E7C-88CB-F59B403F07C7}" type="presOf" srcId="{F6C466C8-21E1-48D3-8EA4-E9FDC7D62AE8}" destId="{07F8EFA2-DDE3-4B88-AF92-D84D7DFD0DB8}" srcOrd="0" destOrd="0" presId="urn:microsoft.com/office/officeart/2008/layout/VerticalCurvedList"/>
    <dgm:cxn modelId="{820E7489-E9AD-4006-890A-6D1D90BBA9FB}" type="presOf" srcId="{5EC1EB1A-3043-499A-AB7D-2685B9A1C6F1}" destId="{1FCF4DDE-9571-4EE4-8A90-0EE536055594}" srcOrd="0" destOrd="0" presId="urn:microsoft.com/office/officeart/2008/layout/VerticalCurvedList"/>
    <dgm:cxn modelId="{7DFBBFA6-D2C6-4D65-A8C7-990BE143FBA9}" srcId="{F6C466C8-21E1-48D3-8EA4-E9FDC7D62AE8}" destId="{B2EF8981-2B1E-4B03-958F-B805B8698B1E}" srcOrd="3" destOrd="0" parTransId="{335723BA-5E33-4B0B-8B95-943A877045BA}" sibTransId="{93E568A8-5E5F-4D49-84A3-8A2AF8DC2809}"/>
    <dgm:cxn modelId="{DDBF6AD4-9829-41B3-A20D-13A5B9B45279}" type="presOf" srcId="{A4F67475-BFB1-4102-A388-EB8CA8247C76}" destId="{84064C83-D46B-4B07-B69F-A51795469B47}" srcOrd="0" destOrd="0" presId="urn:microsoft.com/office/officeart/2008/layout/VerticalCurvedList"/>
    <dgm:cxn modelId="{E15F9AE5-0E97-4895-ADFA-95A95A5B55AE}" srcId="{F6C466C8-21E1-48D3-8EA4-E9FDC7D62AE8}" destId="{A4F67475-BFB1-4102-A388-EB8CA8247C76}" srcOrd="1" destOrd="0" parTransId="{D1BE1942-6F04-479B-8137-070C961C527F}" sibTransId="{1BB9DBE0-034C-4132-B378-12EF48FF487D}"/>
    <dgm:cxn modelId="{49735094-30DD-4035-ABB4-C7E4225A13E8}" type="presParOf" srcId="{07F8EFA2-DDE3-4B88-AF92-D84D7DFD0DB8}" destId="{44E6BFA8-B53C-4DE8-B561-3A48C6D4CF74}" srcOrd="0" destOrd="0" presId="urn:microsoft.com/office/officeart/2008/layout/VerticalCurvedList"/>
    <dgm:cxn modelId="{7C47ABCD-5F39-4A14-9D1E-ED0359E292D0}" type="presParOf" srcId="{44E6BFA8-B53C-4DE8-B561-3A48C6D4CF74}" destId="{2B223626-7420-4197-A0DB-86B0E7F0C589}" srcOrd="0" destOrd="0" presId="urn:microsoft.com/office/officeart/2008/layout/VerticalCurvedList"/>
    <dgm:cxn modelId="{3A735C4A-C5BB-498D-ADB8-4B61E14C2BC0}" type="presParOf" srcId="{2B223626-7420-4197-A0DB-86B0E7F0C589}" destId="{D06171F5-438B-4B16-9944-82B960C7BAD9}" srcOrd="0" destOrd="0" presId="urn:microsoft.com/office/officeart/2008/layout/VerticalCurvedList"/>
    <dgm:cxn modelId="{59F592D7-B52C-4189-BC30-7F0338C087E5}" type="presParOf" srcId="{2B223626-7420-4197-A0DB-86B0E7F0C589}" destId="{1FCF4DDE-9571-4EE4-8A90-0EE536055594}" srcOrd="1" destOrd="0" presId="urn:microsoft.com/office/officeart/2008/layout/VerticalCurvedList"/>
    <dgm:cxn modelId="{E77AB751-9AC2-44A6-B84B-C3B09FDDE7B9}" type="presParOf" srcId="{2B223626-7420-4197-A0DB-86B0E7F0C589}" destId="{D81C776E-B300-4FF5-B114-4568722A9DBB}" srcOrd="2" destOrd="0" presId="urn:microsoft.com/office/officeart/2008/layout/VerticalCurvedList"/>
    <dgm:cxn modelId="{4CEAB2C6-F404-480D-A78C-DC260852E88E}" type="presParOf" srcId="{2B223626-7420-4197-A0DB-86B0E7F0C589}" destId="{4BA33A9A-FF6D-484F-82DF-F0F5ACAB581E}" srcOrd="3" destOrd="0" presId="urn:microsoft.com/office/officeart/2008/layout/VerticalCurvedList"/>
    <dgm:cxn modelId="{1F89891E-514B-4CD9-B68D-D2F9713AB139}" type="presParOf" srcId="{44E6BFA8-B53C-4DE8-B561-3A48C6D4CF74}" destId="{77F66286-9FFE-4736-9B05-FCDAA6EF7228}" srcOrd="1" destOrd="0" presId="urn:microsoft.com/office/officeart/2008/layout/VerticalCurvedList"/>
    <dgm:cxn modelId="{8D3CAA21-4AB2-4315-8B6F-F9039D02BA18}" type="presParOf" srcId="{44E6BFA8-B53C-4DE8-B561-3A48C6D4CF74}" destId="{7925CE59-4256-47E5-9EF8-609C775BF9CD}" srcOrd="2" destOrd="0" presId="urn:microsoft.com/office/officeart/2008/layout/VerticalCurvedList"/>
    <dgm:cxn modelId="{52746E31-277E-4702-973C-FAE388E44D6B}" type="presParOf" srcId="{7925CE59-4256-47E5-9EF8-609C775BF9CD}" destId="{861513D2-B4C8-404C-991B-25C9DA9DF3E2}" srcOrd="0" destOrd="0" presId="urn:microsoft.com/office/officeart/2008/layout/VerticalCurvedList"/>
    <dgm:cxn modelId="{26743A14-374F-4F61-8B04-921382234FB5}" type="presParOf" srcId="{44E6BFA8-B53C-4DE8-B561-3A48C6D4CF74}" destId="{84064C83-D46B-4B07-B69F-A51795469B47}" srcOrd="3" destOrd="0" presId="urn:microsoft.com/office/officeart/2008/layout/VerticalCurvedList"/>
    <dgm:cxn modelId="{FBDFC057-2EC1-4470-9867-989AC547422B}" type="presParOf" srcId="{44E6BFA8-B53C-4DE8-B561-3A48C6D4CF74}" destId="{A8699DF4-4ABE-4D47-87EF-174D7D959646}" srcOrd="4" destOrd="0" presId="urn:microsoft.com/office/officeart/2008/layout/VerticalCurvedList"/>
    <dgm:cxn modelId="{42D70D73-C499-47AC-8640-76073F3725CA}" type="presParOf" srcId="{A8699DF4-4ABE-4D47-87EF-174D7D959646}" destId="{C8E318FB-DE2B-4752-9DE1-7AC21DF36914}" srcOrd="0" destOrd="0" presId="urn:microsoft.com/office/officeart/2008/layout/VerticalCurvedList"/>
    <dgm:cxn modelId="{695B25D0-3F88-4FC9-95CF-2C9F169D1882}" type="presParOf" srcId="{44E6BFA8-B53C-4DE8-B561-3A48C6D4CF74}" destId="{44147B93-7F88-4E83-842F-1C7B8F50017C}" srcOrd="5" destOrd="0" presId="urn:microsoft.com/office/officeart/2008/layout/VerticalCurvedList"/>
    <dgm:cxn modelId="{65DDED22-7B24-485A-A068-A0B8C849269F}" type="presParOf" srcId="{44E6BFA8-B53C-4DE8-B561-3A48C6D4CF74}" destId="{ECFED5FF-5E19-4CF4-94EF-25E0B667A0A2}" srcOrd="6" destOrd="0" presId="urn:microsoft.com/office/officeart/2008/layout/VerticalCurvedList"/>
    <dgm:cxn modelId="{5BA95850-4044-4479-A0B1-23D9E80F9EE3}" type="presParOf" srcId="{ECFED5FF-5E19-4CF4-94EF-25E0B667A0A2}" destId="{032E93E1-7F2B-4F51-A3BB-DF3285FC562F}" srcOrd="0" destOrd="0" presId="urn:microsoft.com/office/officeart/2008/layout/VerticalCurvedList"/>
    <dgm:cxn modelId="{A86622E2-6F93-45B3-AAC6-0C715122A948}" type="presParOf" srcId="{44E6BFA8-B53C-4DE8-B561-3A48C6D4CF74}" destId="{17A9D191-7553-4C04-964F-622B54C6C665}" srcOrd="7" destOrd="0" presId="urn:microsoft.com/office/officeart/2008/layout/VerticalCurvedList"/>
    <dgm:cxn modelId="{74E7D8B8-7A60-4511-BA5D-A7ADF68CCD01}" type="presParOf" srcId="{44E6BFA8-B53C-4DE8-B561-3A48C6D4CF74}" destId="{95A0C1E9-2AE2-4D94-9CB9-062FFE4F7DD3}" srcOrd="8" destOrd="0" presId="urn:microsoft.com/office/officeart/2008/layout/VerticalCurvedList"/>
    <dgm:cxn modelId="{F3AA2F7E-3CD4-4EA1-A454-7CE8A1A2895C}" type="presParOf" srcId="{95A0C1E9-2AE2-4D94-9CB9-062FFE4F7DD3}" destId="{1CF3A98C-8CE9-4DD6-B716-B942B522D48A}" srcOrd="0" destOrd="0" presId="urn:microsoft.com/office/officeart/2008/layout/VerticalCurvedList"/>
    <dgm:cxn modelId="{78DFD7A4-3FDB-4563-AC93-C32623CF9D45}" type="presParOf" srcId="{44E6BFA8-B53C-4DE8-B561-3A48C6D4CF74}" destId="{3EA4D643-90DF-4F39-A3B0-64DADF23F8F2}" srcOrd="9" destOrd="0" presId="urn:microsoft.com/office/officeart/2008/layout/VerticalCurvedList"/>
    <dgm:cxn modelId="{906A5EE9-DE55-435C-85D4-EBAEE6283081}" type="presParOf" srcId="{44E6BFA8-B53C-4DE8-B561-3A48C6D4CF74}" destId="{E8EB65EB-1313-4608-B9F7-5458E17656AC}" srcOrd="10" destOrd="0" presId="urn:microsoft.com/office/officeart/2008/layout/VerticalCurvedList"/>
    <dgm:cxn modelId="{1F500881-75AC-4662-A91D-A42B2D8E6469}" type="presParOf" srcId="{E8EB65EB-1313-4608-B9F7-5458E17656AC}" destId="{32DB5023-26C0-4F46-97AE-FB6D6E41B1E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82EBA0-3DA5-4055-B6B7-A14DF866D6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C81EFD-9823-47F2-B729-54B6C4E211AD}">
      <dgm:prSet/>
      <dgm:spPr/>
      <dgm:t>
        <a:bodyPr/>
        <a:lstStyle/>
        <a:p>
          <a:r>
            <a:rPr lang="uk-UA" b="0" i="0" dirty="0"/>
            <a:t>створення перших осередків центральної князівської влади на місцях – «погостів»</a:t>
          </a:r>
          <a:endParaRPr lang="uk-UA" dirty="0"/>
        </a:p>
      </dgm:t>
    </dgm:pt>
    <dgm:pt modelId="{F88E6436-366C-4E67-82F1-AEB23CB85F30}" type="parTrans" cxnId="{E48D74D5-1E3B-4200-972E-12112D6F06F9}">
      <dgm:prSet/>
      <dgm:spPr/>
      <dgm:t>
        <a:bodyPr/>
        <a:lstStyle/>
        <a:p>
          <a:endParaRPr lang="uk-UA"/>
        </a:p>
      </dgm:t>
    </dgm:pt>
    <dgm:pt modelId="{CC4297D9-8051-4C68-BD2B-AD51B3D8E065}" type="sibTrans" cxnId="{E48D74D5-1E3B-4200-972E-12112D6F06F9}">
      <dgm:prSet/>
      <dgm:spPr/>
      <dgm:t>
        <a:bodyPr/>
        <a:lstStyle/>
        <a:p>
          <a:endParaRPr lang="uk-UA"/>
        </a:p>
      </dgm:t>
    </dgm:pt>
    <dgm:pt modelId="{97C41E2B-12F4-4DA6-8D9D-D8DFCE66FA25}">
      <dgm:prSet/>
      <dgm:spPr/>
      <dgm:t>
        <a:bodyPr/>
        <a:lstStyle/>
        <a:p>
          <a:r>
            <a:rPr lang="uk-UA" b="0" i="0"/>
            <a:t>запровадження християнства як державної релігії</a:t>
          </a:r>
          <a:endParaRPr lang="uk-UA"/>
        </a:p>
      </dgm:t>
    </dgm:pt>
    <dgm:pt modelId="{FA73E6A3-EC05-475A-9B3B-1E94FB0CAF32}" type="parTrans" cxnId="{FE9E016C-2D35-4873-AAEA-FF00F0EE9486}">
      <dgm:prSet/>
      <dgm:spPr/>
      <dgm:t>
        <a:bodyPr/>
        <a:lstStyle/>
        <a:p>
          <a:endParaRPr lang="uk-UA"/>
        </a:p>
      </dgm:t>
    </dgm:pt>
    <dgm:pt modelId="{0EA742A7-C353-4246-9CC5-446A39348F7D}" type="sibTrans" cxnId="{FE9E016C-2D35-4873-AAEA-FF00F0EE9486}">
      <dgm:prSet/>
      <dgm:spPr/>
      <dgm:t>
        <a:bodyPr/>
        <a:lstStyle/>
        <a:p>
          <a:endParaRPr lang="uk-UA"/>
        </a:p>
      </dgm:t>
    </dgm:pt>
    <dgm:pt modelId="{A90D908D-22FE-494B-8F80-FD55970C3B3F}">
      <dgm:prSet/>
      <dgm:spPr/>
      <dgm:t>
        <a:bodyPr/>
        <a:lstStyle/>
        <a:p>
          <a:r>
            <a:rPr lang="uk-UA" b="0" i="0"/>
            <a:t>укладення першої писаної збірки руських законів</a:t>
          </a:r>
          <a:endParaRPr lang="uk-UA"/>
        </a:p>
      </dgm:t>
    </dgm:pt>
    <dgm:pt modelId="{B1B31AC0-87F4-4F4F-AE5E-BFB57E7EBA3E}" type="parTrans" cxnId="{C4821677-C3A8-4393-86C0-1EEBD5CACF8C}">
      <dgm:prSet/>
      <dgm:spPr/>
      <dgm:t>
        <a:bodyPr/>
        <a:lstStyle/>
        <a:p>
          <a:endParaRPr lang="uk-UA"/>
        </a:p>
      </dgm:t>
    </dgm:pt>
    <dgm:pt modelId="{6FA5AA73-50CC-4CA0-8D9C-5AA0E4721E6D}" type="sibTrans" cxnId="{C4821677-C3A8-4393-86C0-1EEBD5CACF8C}">
      <dgm:prSet/>
      <dgm:spPr/>
      <dgm:t>
        <a:bodyPr/>
        <a:lstStyle/>
        <a:p>
          <a:endParaRPr lang="uk-UA"/>
        </a:p>
      </dgm:t>
    </dgm:pt>
    <dgm:pt modelId="{5D3E0FAE-BFCE-4C23-8A17-4C1DE5AAB709}">
      <dgm:prSet/>
      <dgm:spPr/>
      <dgm:t>
        <a:bodyPr/>
        <a:lstStyle/>
        <a:p>
          <a:r>
            <a:rPr lang="uk-UA" b="0" i="0" dirty="0"/>
            <a:t>організація з’їзду князів у Любечі</a:t>
          </a:r>
          <a:endParaRPr lang="uk-UA" dirty="0"/>
        </a:p>
      </dgm:t>
    </dgm:pt>
    <dgm:pt modelId="{0660DABD-415A-4FD0-947E-3DBF08B8FB54}" type="parTrans" cxnId="{BDA002C5-B2F6-4A4B-BDC9-9A103C0716F2}">
      <dgm:prSet/>
      <dgm:spPr/>
      <dgm:t>
        <a:bodyPr/>
        <a:lstStyle/>
        <a:p>
          <a:endParaRPr lang="uk-UA"/>
        </a:p>
      </dgm:t>
    </dgm:pt>
    <dgm:pt modelId="{D6531A60-4442-4A30-963E-F788272EF02B}" type="sibTrans" cxnId="{BDA002C5-B2F6-4A4B-BDC9-9A103C0716F2}">
      <dgm:prSet/>
      <dgm:spPr/>
      <dgm:t>
        <a:bodyPr/>
        <a:lstStyle/>
        <a:p>
          <a:endParaRPr lang="uk-UA"/>
        </a:p>
      </dgm:t>
    </dgm:pt>
    <dgm:pt modelId="{AF4C5763-308E-4C7A-B658-F5B176D022AC}" type="pres">
      <dgm:prSet presAssocID="{2C82EBA0-3DA5-4055-B6B7-A14DF866D65B}" presName="linear" presStyleCnt="0">
        <dgm:presLayoutVars>
          <dgm:animLvl val="lvl"/>
          <dgm:resizeHandles val="exact"/>
        </dgm:presLayoutVars>
      </dgm:prSet>
      <dgm:spPr/>
    </dgm:pt>
    <dgm:pt modelId="{974895C1-1ABF-413C-A79F-534FF854FF01}" type="pres">
      <dgm:prSet presAssocID="{3FC81EFD-9823-47F2-B729-54B6C4E211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B74DB7A-5DEB-40B5-9A40-AEB6A2BE841C}" type="pres">
      <dgm:prSet presAssocID="{CC4297D9-8051-4C68-BD2B-AD51B3D8E065}" presName="spacer" presStyleCnt="0"/>
      <dgm:spPr/>
    </dgm:pt>
    <dgm:pt modelId="{9D308A8F-5BA5-4174-AF36-5593FBE67DED}" type="pres">
      <dgm:prSet presAssocID="{97C41E2B-12F4-4DA6-8D9D-D8DFCE66FA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9012E8B-344B-4E52-B0C9-E8E75A1F958B}" type="pres">
      <dgm:prSet presAssocID="{0EA742A7-C353-4246-9CC5-446A39348F7D}" presName="spacer" presStyleCnt="0"/>
      <dgm:spPr/>
    </dgm:pt>
    <dgm:pt modelId="{6F7B3FE9-FC41-4131-9768-0643474A128A}" type="pres">
      <dgm:prSet presAssocID="{A90D908D-22FE-494B-8F80-FD55970C3B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97CA528-EEF7-4F83-911F-649DD670D5E9}" type="pres">
      <dgm:prSet presAssocID="{6FA5AA73-50CC-4CA0-8D9C-5AA0E4721E6D}" presName="spacer" presStyleCnt="0"/>
      <dgm:spPr/>
    </dgm:pt>
    <dgm:pt modelId="{FAEAC2B8-5089-4D0F-9E9F-9EE5A8F36AF0}" type="pres">
      <dgm:prSet presAssocID="{5D3E0FAE-BFCE-4C23-8A17-4C1DE5AAB7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0738505-09BE-4A01-B2EE-DE9AB72EE923}" type="presOf" srcId="{97C41E2B-12F4-4DA6-8D9D-D8DFCE66FA25}" destId="{9D308A8F-5BA5-4174-AF36-5593FBE67DED}" srcOrd="0" destOrd="0" presId="urn:microsoft.com/office/officeart/2005/8/layout/vList2"/>
    <dgm:cxn modelId="{F7B2D80F-724D-4B82-BE64-75DF74ADFF76}" type="presOf" srcId="{5D3E0FAE-BFCE-4C23-8A17-4C1DE5AAB709}" destId="{FAEAC2B8-5089-4D0F-9E9F-9EE5A8F36AF0}" srcOrd="0" destOrd="0" presId="urn:microsoft.com/office/officeart/2005/8/layout/vList2"/>
    <dgm:cxn modelId="{810B056B-4F84-43FB-9DAE-D29591306E03}" type="presOf" srcId="{3FC81EFD-9823-47F2-B729-54B6C4E211AD}" destId="{974895C1-1ABF-413C-A79F-534FF854FF01}" srcOrd="0" destOrd="0" presId="urn:microsoft.com/office/officeart/2005/8/layout/vList2"/>
    <dgm:cxn modelId="{FE9E016C-2D35-4873-AAEA-FF00F0EE9486}" srcId="{2C82EBA0-3DA5-4055-B6B7-A14DF866D65B}" destId="{97C41E2B-12F4-4DA6-8D9D-D8DFCE66FA25}" srcOrd="1" destOrd="0" parTransId="{FA73E6A3-EC05-475A-9B3B-1E94FB0CAF32}" sibTransId="{0EA742A7-C353-4246-9CC5-446A39348F7D}"/>
    <dgm:cxn modelId="{C4821677-C3A8-4393-86C0-1EEBD5CACF8C}" srcId="{2C82EBA0-3DA5-4055-B6B7-A14DF866D65B}" destId="{A90D908D-22FE-494B-8F80-FD55970C3B3F}" srcOrd="2" destOrd="0" parTransId="{B1B31AC0-87F4-4F4F-AE5E-BFB57E7EBA3E}" sibTransId="{6FA5AA73-50CC-4CA0-8D9C-5AA0E4721E6D}"/>
    <dgm:cxn modelId="{A425A782-1408-4859-8325-DE54536C80B7}" type="presOf" srcId="{2C82EBA0-3DA5-4055-B6B7-A14DF866D65B}" destId="{AF4C5763-308E-4C7A-B658-F5B176D022AC}" srcOrd="0" destOrd="0" presId="urn:microsoft.com/office/officeart/2005/8/layout/vList2"/>
    <dgm:cxn modelId="{3FE5CF99-8B9E-490E-8BEB-956B9B072A95}" type="presOf" srcId="{A90D908D-22FE-494B-8F80-FD55970C3B3F}" destId="{6F7B3FE9-FC41-4131-9768-0643474A128A}" srcOrd="0" destOrd="0" presId="urn:microsoft.com/office/officeart/2005/8/layout/vList2"/>
    <dgm:cxn modelId="{BDA002C5-B2F6-4A4B-BDC9-9A103C0716F2}" srcId="{2C82EBA0-3DA5-4055-B6B7-A14DF866D65B}" destId="{5D3E0FAE-BFCE-4C23-8A17-4C1DE5AAB709}" srcOrd="3" destOrd="0" parTransId="{0660DABD-415A-4FD0-947E-3DBF08B8FB54}" sibTransId="{D6531A60-4442-4A30-963E-F788272EF02B}"/>
    <dgm:cxn modelId="{E48D74D5-1E3B-4200-972E-12112D6F06F9}" srcId="{2C82EBA0-3DA5-4055-B6B7-A14DF866D65B}" destId="{3FC81EFD-9823-47F2-B729-54B6C4E211AD}" srcOrd="0" destOrd="0" parTransId="{F88E6436-366C-4E67-82F1-AEB23CB85F30}" sibTransId="{CC4297D9-8051-4C68-BD2B-AD51B3D8E065}"/>
    <dgm:cxn modelId="{E10CBD46-EAC2-46BB-8B4C-82DFAC6048AB}" type="presParOf" srcId="{AF4C5763-308E-4C7A-B658-F5B176D022AC}" destId="{974895C1-1ABF-413C-A79F-534FF854FF01}" srcOrd="0" destOrd="0" presId="urn:microsoft.com/office/officeart/2005/8/layout/vList2"/>
    <dgm:cxn modelId="{21DEF1FF-15A5-48F6-BB99-646A79D99A90}" type="presParOf" srcId="{AF4C5763-308E-4C7A-B658-F5B176D022AC}" destId="{9B74DB7A-5DEB-40B5-9A40-AEB6A2BE841C}" srcOrd="1" destOrd="0" presId="urn:microsoft.com/office/officeart/2005/8/layout/vList2"/>
    <dgm:cxn modelId="{2F79421F-9298-4F6D-8B8E-AB2CFC37818A}" type="presParOf" srcId="{AF4C5763-308E-4C7A-B658-F5B176D022AC}" destId="{9D308A8F-5BA5-4174-AF36-5593FBE67DED}" srcOrd="2" destOrd="0" presId="urn:microsoft.com/office/officeart/2005/8/layout/vList2"/>
    <dgm:cxn modelId="{6003F182-C834-4B39-A2D8-556D5025BB75}" type="presParOf" srcId="{AF4C5763-308E-4C7A-B658-F5B176D022AC}" destId="{E9012E8B-344B-4E52-B0C9-E8E75A1F958B}" srcOrd="3" destOrd="0" presId="urn:microsoft.com/office/officeart/2005/8/layout/vList2"/>
    <dgm:cxn modelId="{53A3475C-DCCB-4C42-B411-E56BFB0E3B47}" type="presParOf" srcId="{AF4C5763-308E-4C7A-B658-F5B176D022AC}" destId="{6F7B3FE9-FC41-4131-9768-0643474A128A}" srcOrd="4" destOrd="0" presId="urn:microsoft.com/office/officeart/2005/8/layout/vList2"/>
    <dgm:cxn modelId="{D772FA23-CB78-4E0C-A0B1-365484B9EA51}" type="presParOf" srcId="{AF4C5763-308E-4C7A-B658-F5B176D022AC}" destId="{197CA528-EEF7-4F83-911F-649DD670D5E9}" srcOrd="5" destOrd="0" presId="urn:microsoft.com/office/officeart/2005/8/layout/vList2"/>
    <dgm:cxn modelId="{5BEF95E0-DE26-4703-8B70-58CD982F1543}" type="presParOf" srcId="{AF4C5763-308E-4C7A-B658-F5B176D022AC}" destId="{FAEAC2B8-5089-4D0F-9E9F-9EE5A8F36AF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C466C8-21E1-48D3-8EA4-E9FDC7D62AE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4A8E48-BAC2-466F-8A4E-A5CFE721B7D7}">
      <dgm:prSet/>
      <dgm:spPr/>
      <dgm:t>
        <a:bodyPr/>
        <a:lstStyle/>
        <a:p>
          <a:r>
            <a:rPr lang="ru-RU" b="0" i="0" dirty="0"/>
            <a:t>князь Данило </a:t>
          </a:r>
          <a:r>
            <a:rPr lang="ru-RU" b="0" i="0" dirty="0" err="1"/>
            <a:t>Галицький</a:t>
          </a:r>
          <a:endParaRPr lang="uk-UA" dirty="0"/>
        </a:p>
      </dgm:t>
    </dgm:pt>
    <dgm:pt modelId="{EF1B1C71-1539-49A4-BE8E-F16F3AF3DE50}" type="parTrans" cxnId="{29DDF43A-F6CA-4CA1-811D-10E054D97D2B}">
      <dgm:prSet/>
      <dgm:spPr/>
      <dgm:t>
        <a:bodyPr/>
        <a:lstStyle/>
        <a:p>
          <a:endParaRPr lang="uk-UA"/>
        </a:p>
      </dgm:t>
    </dgm:pt>
    <dgm:pt modelId="{5EC1EB1A-3043-499A-AB7D-2685B9A1C6F1}" type="sibTrans" cxnId="{29DDF43A-F6CA-4CA1-811D-10E054D97D2B}">
      <dgm:prSet/>
      <dgm:spPr/>
      <dgm:t>
        <a:bodyPr/>
        <a:lstStyle/>
        <a:p>
          <a:endParaRPr lang="uk-UA"/>
        </a:p>
      </dgm:t>
    </dgm:pt>
    <dgm:pt modelId="{A4F67475-BFB1-4102-A388-EB8CA8247C76}">
      <dgm:prSet/>
      <dgm:spPr/>
      <dgm:t>
        <a:bodyPr/>
        <a:lstStyle/>
        <a:p>
          <a:r>
            <a:rPr lang="ru-RU" b="0" i="0" dirty="0"/>
            <a:t>князь </a:t>
          </a:r>
          <a:r>
            <a:rPr lang="ru-RU" b="0" i="0" dirty="0" err="1"/>
            <a:t>Володимир</a:t>
          </a:r>
          <a:r>
            <a:rPr lang="ru-RU" b="0" i="0" dirty="0"/>
            <a:t> Мономах</a:t>
          </a:r>
          <a:endParaRPr lang="uk-UA" dirty="0"/>
        </a:p>
      </dgm:t>
    </dgm:pt>
    <dgm:pt modelId="{D1BE1942-6F04-479B-8137-070C961C527F}" type="parTrans" cxnId="{E15F9AE5-0E97-4895-ADFA-95A95A5B55AE}">
      <dgm:prSet/>
      <dgm:spPr/>
      <dgm:t>
        <a:bodyPr/>
        <a:lstStyle/>
        <a:p>
          <a:endParaRPr lang="uk-UA"/>
        </a:p>
      </dgm:t>
    </dgm:pt>
    <dgm:pt modelId="{1BB9DBE0-034C-4132-B378-12EF48FF487D}" type="sibTrans" cxnId="{E15F9AE5-0E97-4895-ADFA-95A95A5B55AE}">
      <dgm:prSet/>
      <dgm:spPr/>
      <dgm:t>
        <a:bodyPr/>
        <a:lstStyle/>
        <a:p>
          <a:endParaRPr lang="uk-UA"/>
        </a:p>
      </dgm:t>
    </dgm:pt>
    <dgm:pt modelId="{46D67DC1-41CE-424B-931F-BC54EB5076DF}">
      <dgm:prSet/>
      <dgm:spPr/>
      <dgm:t>
        <a:bodyPr/>
        <a:lstStyle/>
        <a:p>
          <a:r>
            <a:rPr lang="ru-RU" b="0" i="0"/>
            <a:t>княгиня Ольга</a:t>
          </a:r>
          <a:endParaRPr lang="uk-UA"/>
        </a:p>
      </dgm:t>
    </dgm:pt>
    <dgm:pt modelId="{1BD217B1-63F6-4951-86DB-CD487CD22903}" type="parTrans" cxnId="{BE982D80-418F-4E8C-9913-2AD9D268A90F}">
      <dgm:prSet/>
      <dgm:spPr/>
      <dgm:t>
        <a:bodyPr/>
        <a:lstStyle/>
        <a:p>
          <a:endParaRPr lang="uk-UA"/>
        </a:p>
      </dgm:t>
    </dgm:pt>
    <dgm:pt modelId="{0BB51DB3-C2AE-4D3B-A2E0-13C6A47575B3}" type="sibTrans" cxnId="{BE982D80-418F-4E8C-9913-2AD9D268A90F}">
      <dgm:prSet/>
      <dgm:spPr/>
      <dgm:t>
        <a:bodyPr/>
        <a:lstStyle/>
        <a:p>
          <a:endParaRPr lang="uk-UA"/>
        </a:p>
      </dgm:t>
    </dgm:pt>
    <dgm:pt modelId="{B2EF8981-2B1E-4B03-958F-B805B8698B1E}">
      <dgm:prSet/>
      <dgm:spPr/>
      <dgm:t>
        <a:bodyPr/>
        <a:lstStyle/>
        <a:p>
          <a:r>
            <a:rPr lang="ru-RU" b="0" i="0"/>
            <a:t>князь Ярослав Мудрий</a:t>
          </a:r>
          <a:endParaRPr lang="uk-UA"/>
        </a:p>
      </dgm:t>
    </dgm:pt>
    <dgm:pt modelId="{335723BA-5E33-4B0B-8B95-943A877045BA}" type="parTrans" cxnId="{7DFBBFA6-D2C6-4D65-A8C7-990BE143FBA9}">
      <dgm:prSet/>
      <dgm:spPr/>
      <dgm:t>
        <a:bodyPr/>
        <a:lstStyle/>
        <a:p>
          <a:endParaRPr lang="uk-UA"/>
        </a:p>
      </dgm:t>
    </dgm:pt>
    <dgm:pt modelId="{93E568A8-5E5F-4D49-84A3-8A2AF8DC2809}" type="sibTrans" cxnId="{7DFBBFA6-D2C6-4D65-A8C7-990BE143FBA9}">
      <dgm:prSet/>
      <dgm:spPr/>
      <dgm:t>
        <a:bodyPr/>
        <a:lstStyle/>
        <a:p>
          <a:endParaRPr lang="uk-UA"/>
        </a:p>
      </dgm:t>
    </dgm:pt>
    <dgm:pt modelId="{6CF95E5F-44E5-417C-BBFF-914F44AD76F3}">
      <dgm:prSet/>
      <dgm:spPr/>
      <dgm:t>
        <a:bodyPr/>
        <a:lstStyle/>
        <a:p>
          <a:r>
            <a:rPr lang="ru-RU" b="0" i="0" dirty="0"/>
            <a:t>князь </a:t>
          </a:r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B9A8B4E8-64DD-4324-B002-9A129BC126EC}" type="parTrans" cxnId="{462C6815-7DFA-47B9-A384-AE42B3E87E33}">
      <dgm:prSet/>
      <dgm:spPr/>
      <dgm:t>
        <a:bodyPr/>
        <a:lstStyle/>
        <a:p>
          <a:endParaRPr lang="uk-UA"/>
        </a:p>
      </dgm:t>
    </dgm:pt>
    <dgm:pt modelId="{D6B75494-0B73-44B1-AC1D-D6CFBD11DB63}" type="sibTrans" cxnId="{462C6815-7DFA-47B9-A384-AE42B3E87E33}">
      <dgm:prSet/>
      <dgm:spPr/>
      <dgm:t>
        <a:bodyPr/>
        <a:lstStyle/>
        <a:p>
          <a:endParaRPr lang="uk-UA"/>
        </a:p>
      </dgm:t>
    </dgm:pt>
    <dgm:pt modelId="{07F8EFA2-DDE3-4B88-AF92-D84D7DFD0DB8}" type="pres">
      <dgm:prSet presAssocID="{F6C466C8-21E1-48D3-8EA4-E9FDC7D62AE8}" presName="Name0" presStyleCnt="0">
        <dgm:presLayoutVars>
          <dgm:chMax val="7"/>
          <dgm:chPref val="7"/>
          <dgm:dir/>
        </dgm:presLayoutVars>
      </dgm:prSet>
      <dgm:spPr/>
    </dgm:pt>
    <dgm:pt modelId="{44E6BFA8-B53C-4DE8-B561-3A48C6D4CF74}" type="pres">
      <dgm:prSet presAssocID="{F6C466C8-21E1-48D3-8EA4-E9FDC7D62AE8}" presName="Name1" presStyleCnt="0"/>
      <dgm:spPr/>
    </dgm:pt>
    <dgm:pt modelId="{2B223626-7420-4197-A0DB-86B0E7F0C589}" type="pres">
      <dgm:prSet presAssocID="{F6C466C8-21E1-48D3-8EA4-E9FDC7D62AE8}" presName="cycle" presStyleCnt="0"/>
      <dgm:spPr/>
    </dgm:pt>
    <dgm:pt modelId="{D06171F5-438B-4B16-9944-82B960C7BAD9}" type="pres">
      <dgm:prSet presAssocID="{F6C466C8-21E1-48D3-8EA4-E9FDC7D62AE8}" presName="srcNode" presStyleLbl="node1" presStyleIdx="0" presStyleCnt="5"/>
      <dgm:spPr/>
    </dgm:pt>
    <dgm:pt modelId="{1FCF4DDE-9571-4EE4-8A90-0EE536055594}" type="pres">
      <dgm:prSet presAssocID="{F6C466C8-21E1-48D3-8EA4-E9FDC7D62AE8}" presName="conn" presStyleLbl="parChTrans1D2" presStyleIdx="0" presStyleCnt="1"/>
      <dgm:spPr/>
    </dgm:pt>
    <dgm:pt modelId="{D81C776E-B300-4FF5-B114-4568722A9DBB}" type="pres">
      <dgm:prSet presAssocID="{F6C466C8-21E1-48D3-8EA4-E9FDC7D62AE8}" presName="extraNode" presStyleLbl="node1" presStyleIdx="0" presStyleCnt="5"/>
      <dgm:spPr/>
    </dgm:pt>
    <dgm:pt modelId="{4BA33A9A-FF6D-484F-82DF-F0F5ACAB581E}" type="pres">
      <dgm:prSet presAssocID="{F6C466C8-21E1-48D3-8EA4-E9FDC7D62AE8}" presName="dstNode" presStyleLbl="node1" presStyleIdx="0" presStyleCnt="5"/>
      <dgm:spPr/>
    </dgm:pt>
    <dgm:pt modelId="{77F66286-9FFE-4736-9B05-FCDAA6EF7228}" type="pres">
      <dgm:prSet presAssocID="{904A8E48-BAC2-466F-8A4E-A5CFE721B7D7}" presName="text_1" presStyleLbl="node1" presStyleIdx="0" presStyleCnt="5">
        <dgm:presLayoutVars>
          <dgm:bulletEnabled val="1"/>
        </dgm:presLayoutVars>
      </dgm:prSet>
      <dgm:spPr/>
    </dgm:pt>
    <dgm:pt modelId="{7925CE59-4256-47E5-9EF8-609C775BF9CD}" type="pres">
      <dgm:prSet presAssocID="{904A8E48-BAC2-466F-8A4E-A5CFE721B7D7}" presName="accent_1" presStyleCnt="0"/>
      <dgm:spPr/>
    </dgm:pt>
    <dgm:pt modelId="{861513D2-B4C8-404C-991B-25C9DA9DF3E2}" type="pres">
      <dgm:prSet presAssocID="{904A8E48-BAC2-466F-8A4E-A5CFE721B7D7}" presName="accentRepeatNode" presStyleLbl="solidFgAcc1" presStyleIdx="0" presStyleCnt="5"/>
      <dgm:spPr/>
    </dgm:pt>
    <dgm:pt modelId="{84064C83-D46B-4B07-B69F-A51795469B47}" type="pres">
      <dgm:prSet presAssocID="{A4F67475-BFB1-4102-A388-EB8CA8247C76}" presName="text_2" presStyleLbl="node1" presStyleIdx="1" presStyleCnt="5">
        <dgm:presLayoutVars>
          <dgm:bulletEnabled val="1"/>
        </dgm:presLayoutVars>
      </dgm:prSet>
      <dgm:spPr/>
    </dgm:pt>
    <dgm:pt modelId="{A8699DF4-4ABE-4D47-87EF-174D7D959646}" type="pres">
      <dgm:prSet presAssocID="{A4F67475-BFB1-4102-A388-EB8CA8247C76}" presName="accent_2" presStyleCnt="0"/>
      <dgm:spPr/>
    </dgm:pt>
    <dgm:pt modelId="{C8E318FB-DE2B-4752-9DE1-7AC21DF36914}" type="pres">
      <dgm:prSet presAssocID="{A4F67475-BFB1-4102-A388-EB8CA8247C76}" presName="accentRepeatNode" presStyleLbl="solidFgAcc1" presStyleIdx="1" presStyleCnt="5"/>
      <dgm:spPr/>
    </dgm:pt>
    <dgm:pt modelId="{44147B93-7F88-4E83-842F-1C7B8F50017C}" type="pres">
      <dgm:prSet presAssocID="{46D67DC1-41CE-424B-931F-BC54EB5076DF}" presName="text_3" presStyleLbl="node1" presStyleIdx="2" presStyleCnt="5">
        <dgm:presLayoutVars>
          <dgm:bulletEnabled val="1"/>
        </dgm:presLayoutVars>
      </dgm:prSet>
      <dgm:spPr/>
    </dgm:pt>
    <dgm:pt modelId="{ECFED5FF-5E19-4CF4-94EF-25E0B667A0A2}" type="pres">
      <dgm:prSet presAssocID="{46D67DC1-41CE-424B-931F-BC54EB5076DF}" presName="accent_3" presStyleCnt="0"/>
      <dgm:spPr/>
    </dgm:pt>
    <dgm:pt modelId="{032E93E1-7F2B-4F51-A3BB-DF3285FC562F}" type="pres">
      <dgm:prSet presAssocID="{46D67DC1-41CE-424B-931F-BC54EB5076DF}" presName="accentRepeatNode" presStyleLbl="solidFgAcc1" presStyleIdx="2" presStyleCnt="5"/>
      <dgm:spPr/>
    </dgm:pt>
    <dgm:pt modelId="{17A9D191-7553-4C04-964F-622B54C6C665}" type="pres">
      <dgm:prSet presAssocID="{B2EF8981-2B1E-4B03-958F-B805B8698B1E}" presName="text_4" presStyleLbl="node1" presStyleIdx="3" presStyleCnt="5">
        <dgm:presLayoutVars>
          <dgm:bulletEnabled val="1"/>
        </dgm:presLayoutVars>
      </dgm:prSet>
      <dgm:spPr/>
    </dgm:pt>
    <dgm:pt modelId="{95A0C1E9-2AE2-4D94-9CB9-062FFE4F7DD3}" type="pres">
      <dgm:prSet presAssocID="{B2EF8981-2B1E-4B03-958F-B805B8698B1E}" presName="accent_4" presStyleCnt="0"/>
      <dgm:spPr/>
    </dgm:pt>
    <dgm:pt modelId="{1CF3A98C-8CE9-4DD6-B716-B942B522D48A}" type="pres">
      <dgm:prSet presAssocID="{B2EF8981-2B1E-4B03-958F-B805B8698B1E}" presName="accentRepeatNode" presStyleLbl="solidFgAcc1" presStyleIdx="3" presStyleCnt="5"/>
      <dgm:spPr/>
    </dgm:pt>
    <dgm:pt modelId="{3EA4D643-90DF-4F39-A3B0-64DADF23F8F2}" type="pres">
      <dgm:prSet presAssocID="{6CF95E5F-44E5-417C-BBFF-914F44AD76F3}" presName="text_5" presStyleLbl="node1" presStyleIdx="4" presStyleCnt="5">
        <dgm:presLayoutVars>
          <dgm:bulletEnabled val="1"/>
        </dgm:presLayoutVars>
      </dgm:prSet>
      <dgm:spPr/>
    </dgm:pt>
    <dgm:pt modelId="{E8EB65EB-1313-4608-B9F7-5458E17656AC}" type="pres">
      <dgm:prSet presAssocID="{6CF95E5F-44E5-417C-BBFF-914F44AD76F3}" presName="accent_5" presStyleCnt="0"/>
      <dgm:spPr/>
    </dgm:pt>
    <dgm:pt modelId="{32DB5023-26C0-4F46-97AE-FB6D6E41B1E8}" type="pres">
      <dgm:prSet presAssocID="{6CF95E5F-44E5-417C-BBFF-914F44AD76F3}" presName="accentRepeatNode" presStyleLbl="solidFgAcc1" presStyleIdx="4" presStyleCnt="5"/>
      <dgm:spPr/>
    </dgm:pt>
  </dgm:ptLst>
  <dgm:cxnLst>
    <dgm:cxn modelId="{FC79AB03-43B5-4F83-9E3F-7202FEE069F3}" type="presOf" srcId="{46D67DC1-41CE-424B-931F-BC54EB5076DF}" destId="{44147B93-7F88-4E83-842F-1C7B8F50017C}" srcOrd="0" destOrd="0" presId="urn:microsoft.com/office/officeart/2008/layout/VerticalCurvedList"/>
    <dgm:cxn modelId="{462C6815-7DFA-47B9-A384-AE42B3E87E33}" srcId="{F6C466C8-21E1-48D3-8EA4-E9FDC7D62AE8}" destId="{6CF95E5F-44E5-417C-BBFF-914F44AD76F3}" srcOrd="4" destOrd="0" parTransId="{B9A8B4E8-64DD-4324-B002-9A129BC126EC}" sibTransId="{D6B75494-0B73-44B1-AC1D-D6CFBD11DB63}"/>
    <dgm:cxn modelId="{29DDF43A-F6CA-4CA1-811D-10E054D97D2B}" srcId="{F6C466C8-21E1-48D3-8EA4-E9FDC7D62AE8}" destId="{904A8E48-BAC2-466F-8A4E-A5CFE721B7D7}" srcOrd="0" destOrd="0" parTransId="{EF1B1C71-1539-49A4-BE8E-F16F3AF3DE50}" sibTransId="{5EC1EB1A-3043-499A-AB7D-2685B9A1C6F1}"/>
    <dgm:cxn modelId="{F25EB13E-5020-4574-A8D9-4D39ED44697D}" type="presOf" srcId="{904A8E48-BAC2-466F-8A4E-A5CFE721B7D7}" destId="{77F66286-9FFE-4736-9B05-FCDAA6EF7228}" srcOrd="0" destOrd="0" presId="urn:microsoft.com/office/officeart/2008/layout/VerticalCurvedList"/>
    <dgm:cxn modelId="{1D68C168-57B2-42D0-8820-20D116A15221}" type="presOf" srcId="{B2EF8981-2B1E-4B03-958F-B805B8698B1E}" destId="{17A9D191-7553-4C04-964F-622B54C6C665}" srcOrd="0" destOrd="0" presId="urn:microsoft.com/office/officeart/2008/layout/VerticalCurvedList"/>
    <dgm:cxn modelId="{BE982D80-418F-4E8C-9913-2AD9D268A90F}" srcId="{F6C466C8-21E1-48D3-8EA4-E9FDC7D62AE8}" destId="{46D67DC1-41CE-424B-931F-BC54EB5076DF}" srcOrd="2" destOrd="0" parTransId="{1BD217B1-63F6-4951-86DB-CD487CD22903}" sibTransId="{0BB51DB3-C2AE-4D3B-A2E0-13C6A47575B3}"/>
    <dgm:cxn modelId="{88340184-547D-40F6-9FF2-4EDDCD7268C0}" type="presOf" srcId="{6CF95E5F-44E5-417C-BBFF-914F44AD76F3}" destId="{3EA4D643-90DF-4F39-A3B0-64DADF23F8F2}" srcOrd="0" destOrd="0" presId="urn:microsoft.com/office/officeart/2008/layout/VerticalCurvedList"/>
    <dgm:cxn modelId="{8A9D1884-5CA5-4E7C-88CB-F59B403F07C7}" type="presOf" srcId="{F6C466C8-21E1-48D3-8EA4-E9FDC7D62AE8}" destId="{07F8EFA2-DDE3-4B88-AF92-D84D7DFD0DB8}" srcOrd="0" destOrd="0" presId="urn:microsoft.com/office/officeart/2008/layout/VerticalCurvedList"/>
    <dgm:cxn modelId="{820E7489-E9AD-4006-890A-6D1D90BBA9FB}" type="presOf" srcId="{5EC1EB1A-3043-499A-AB7D-2685B9A1C6F1}" destId="{1FCF4DDE-9571-4EE4-8A90-0EE536055594}" srcOrd="0" destOrd="0" presId="urn:microsoft.com/office/officeart/2008/layout/VerticalCurvedList"/>
    <dgm:cxn modelId="{7DFBBFA6-D2C6-4D65-A8C7-990BE143FBA9}" srcId="{F6C466C8-21E1-48D3-8EA4-E9FDC7D62AE8}" destId="{B2EF8981-2B1E-4B03-958F-B805B8698B1E}" srcOrd="3" destOrd="0" parTransId="{335723BA-5E33-4B0B-8B95-943A877045BA}" sibTransId="{93E568A8-5E5F-4D49-84A3-8A2AF8DC2809}"/>
    <dgm:cxn modelId="{DDBF6AD4-9829-41B3-A20D-13A5B9B45279}" type="presOf" srcId="{A4F67475-BFB1-4102-A388-EB8CA8247C76}" destId="{84064C83-D46B-4B07-B69F-A51795469B47}" srcOrd="0" destOrd="0" presId="urn:microsoft.com/office/officeart/2008/layout/VerticalCurvedList"/>
    <dgm:cxn modelId="{E15F9AE5-0E97-4895-ADFA-95A95A5B55AE}" srcId="{F6C466C8-21E1-48D3-8EA4-E9FDC7D62AE8}" destId="{A4F67475-BFB1-4102-A388-EB8CA8247C76}" srcOrd="1" destOrd="0" parTransId="{D1BE1942-6F04-479B-8137-070C961C527F}" sibTransId="{1BB9DBE0-034C-4132-B378-12EF48FF487D}"/>
    <dgm:cxn modelId="{49735094-30DD-4035-ABB4-C7E4225A13E8}" type="presParOf" srcId="{07F8EFA2-DDE3-4B88-AF92-D84D7DFD0DB8}" destId="{44E6BFA8-B53C-4DE8-B561-3A48C6D4CF74}" srcOrd="0" destOrd="0" presId="urn:microsoft.com/office/officeart/2008/layout/VerticalCurvedList"/>
    <dgm:cxn modelId="{7C47ABCD-5F39-4A14-9D1E-ED0359E292D0}" type="presParOf" srcId="{44E6BFA8-B53C-4DE8-B561-3A48C6D4CF74}" destId="{2B223626-7420-4197-A0DB-86B0E7F0C589}" srcOrd="0" destOrd="0" presId="urn:microsoft.com/office/officeart/2008/layout/VerticalCurvedList"/>
    <dgm:cxn modelId="{3A735C4A-C5BB-498D-ADB8-4B61E14C2BC0}" type="presParOf" srcId="{2B223626-7420-4197-A0DB-86B0E7F0C589}" destId="{D06171F5-438B-4B16-9944-82B960C7BAD9}" srcOrd="0" destOrd="0" presId="urn:microsoft.com/office/officeart/2008/layout/VerticalCurvedList"/>
    <dgm:cxn modelId="{59F592D7-B52C-4189-BC30-7F0338C087E5}" type="presParOf" srcId="{2B223626-7420-4197-A0DB-86B0E7F0C589}" destId="{1FCF4DDE-9571-4EE4-8A90-0EE536055594}" srcOrd="1" destOrd="0" presId="urn:microsoft.com/office/officeart/2008/layout/VerticalCurvedList"/>
    <dgm:cxn modelId="{E77AB751-9AC2-44A6-B84B-C3B09FDDE7B9}" type="presParOf" srcId="{2B223626-7420-4197-A0DB-86B0E7F0C589}" destId="{D81C776E-B300-4FF5-B114-4568722A9DBB}" srcOrd="2" destOrd="0" presId="urn:microsoft.com/office/officeart/2008/layout/VerticalCurvedList"/>
    <dgm:cxn modelId="{4CEAB2C6-F404-480D-A78C-DC260852E88E}" type="presParOf" srcId="{2B223626-7420-4197-A0DB-86B0E7F0C589}" destId="{4BA33A9A-FF6D-484F-82DF-F0F5ACAB581E}" srcOrd="3" destOrd="0" presId="urn:microsoft.com/office/officeart/2008/layout/VerticalCurvedList"/>
    <dgm:cxn modelId="{1F89891E-514B-4CD9-B68D-D2F9713AB139}" type="presParOf" srcId="{44E6BFA8-B53C-4DE8-B561-3A48C6D4CF74}" destId="{77F66286-9FFE-4736-9B05-FCDAA6EF7228}" srcOrd="1" destOrd="0" presId="urn:microsoft.com/office/officeart/2008/layout/VerticalCurvedList"/>
    <dgm:cxn modelId="{8D3CAA21-4AB2-4315-8B6F-F9039D02BA18}" type="presParOf" srcId="{44E6BFA8-B53C-4DE8-B561-3A48C6D4CF74}" destId="{7925CE59-4256-47E5-9EF8-609C775BF9CD}" srcOrd="2" destOrd="0" presId="urn:microsoft.com/office/officeart/2008/layout/VerticalCurvedList"/>
    <dgm:cxn modelId="{52746E31-277E-4702-973C-FAE388E44D6B}" type="presParOf" srcId="{7925CE59-4256-47E5-9EF8-609C775BF9CD}" destId="{861513D2-B4C8-404C-991B-25C9DA9DF3E2}" srcOrd="0" destOrd="0" presId="urn:microsoft.com/office/officeart/2008/layout/VerticalCurvedList"/>
    <dgm:cxn modelId="{26743A14-374F-4F61-8B04-921382234FB5}" type="presParOf" srcId="{44E6BFA8-B53C-4DE8-B561-3A48C6D4CF74}" destId="{84064C83-D46B-4B07-B69F-A51795469B47}" srcOrd="3" destOrd="0" presId="urn:microsoft.com/office/officeart/2008/layout/VerticalCurvedList"/>
    <dgm:cxn modelId="{FBDFC057-2EC1-4470-9867-989AC547422B}" type="presParOf" srcId="{44E6BFA8-B53C-4DE8-B561-3A48C6D4CF74}" destId="{A8699DF4-4ABE-4D47-87EF-174D7D959646}" srcOrd="4" destOrd="0" presId="urn:microsoft.com/office/officeart/2008/layout/VerticalCurvedList"/>
    <dgm:cxn modelId="{42D70D73-C499-47AC-8640-76073F3725CA}" type="presParOf" srcId="{A8699DF4-4ABE-4D47-87EF-174D7D959646}" destId="{C8E318FB-DE2B-4752-9DE1-7AC21DF36914}" srcOrd="0" destOrd="0" presId="urn:microsoft.com/office/officeart/2008/layout/VerticalCurvedList"/>
    <dgm:cxn modelId="{695B25D0-3F88-4FC9-95CF-2C9F169D1882}" type="presParOf" srcId="{44E6BFA8-B53C-4DE8-B561-3A48C6D4CF74}" destId="{44147B93-7F88-4E83-842F-1C7B8F50017C}" srcOrd="5" destOrd="0" presId="urn:microsoft.com/office/officeart/2008/layout/VerticalCurvedList"/>
    <dgm:cxn modelId="{65DDED22-7B24-485A-A068-A0B8C849269F}" type="presParOf" srcId="{44E6BFA8-B53C-4DE8-B561-3A48C6D4CF74}" destId="{ECFED5FF-5E19-4CF4-94EF-25E0B667A0A2}" srcOrd="6" destOrd="0" presId="urn:microsoft.com/office/officeart/2008/layout/VerticalCurvedList"/>
    <dgm:cxn modelId="{5BA95850-4044-4479-A0B1-23D9E80F9EE3}" type="presParOf" srcId="{ECFED5FF-5E19-4CF4-94EF-25E0B667A0A2}" destId="{032E93E1-7F2B-4F51-A3BB-DF3285FC562F}" srcOrd="0" destOrd="0" presId="urn:microsoft.com/office/officeart/2008/layout/VerticalCurvedList"/>
    <dgm:cxn modelId="{A86622E2-6F93-45B3-AAC6-0C715122A948}" type="presParOf" srcId="{44E6BFA8-B53C-4DE8-B561-3A48C6D4CF74}" destId="{17A9D191-7553-4C04-964F-622B54C6C665}" srcOrd="7" destOrd="0" presId="urn:microsoft.com/office/officeart/2008/layout/VerticalCurvedList"/>
    <dgm:cxn modelId="{74E7D8B8-7A60-4511-BA5D-A7ADF68CCD01}" type="presParOf" srcId="{44E6BFA8-B53C-4DE8-B561-3A48C6D4CF74}" destId="{95A0C1E9-2AE2-4D94-9CB9-062FFE4F7DD3}" srcOrd="8" destOrd="0" presId="urn:microsoft.com/office/officeart/2008/layout/VerticalCurvedList"/>
    <dgm:cxn modelId="{F3AA2F7E-3CD4-4EA1-A454-7CE8A1A2895C}" type="presParOf" srcId="{95A0C1E9-2AE2-4D94-9CB9-062FFE4F7DD3}" destId="{1CF3A98C-8CE9-4DD6-B716-B942B522D48A}" srcOrd="0" destOrd="0" presId="urn:microsoft.com/office/officeart/2008/layout/VerticalCurvedList"/>
    <dgm:cxn modelId="{78DFD7A4-3FDB-4563-AC93-C32623CF9D45}" type="presParOf" srcId="{44E6BFA8-B53C-4DE8-B561-3A48C6D4CF74}" destId="{3EA4D643-90DF-4F39-A3B0-64DADF23F8F2}" srcOrd="9" destOrd="0" presId="urn:microsoft.com/office/officeart/2008/layout/VerticalCurvedList"/>
    <dgm:cxn modelId="{906A5EE9-DE55-435C-85D4-EBAEE6283081}" type="presParOf" srcId="{44E6BFA8-B53C-4DE8-B561-3A48C6D4CF74}" destId="{E8EB65EB-1313-4608-B9F7-5458E17656AC}" srcOrd="10" destOrd="0" presId="urn:microsoft.com/office/officeart/2008/layout/VerticalCurvedList"/>
    <dgm:cxn modelId="{1F500881-75AC-4662-A91D-A42B2D8E6469}" type="presParOf" srcId="{E8EB65EB-1313-4608-B9F7-5458E17656AC}" destId="{32DB5023-26C0-4F46-97AE-FB6D6E41B1E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2B912E-FC8B-4807-B924-FD84C23B4B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BE4E05-2998-4000-8DA2-D583DCC1DECA}">
      <dgm:prSet/>
      <dgm:spPr/>
      <dgm:t>
        <a:bodyPr/>
        <a:lstStyle/>
        <a:p>
          <a:r>
            <a:rPr lang="uk-UA" b="0" i="0" dirty="0"/>
            <a:t>керував героїчною обороною Києва від військ хана Батия</a:t>
          </a:r>
          <a:endParaRPr lang="uk-UA" dirty="0"/>
        </a:p>
      </dgm:t>
    </dgm:pt>
    <dgm:pt modelId="{7737283F-0F14-45BC-9AEE-061AE3322F98}" type="parTrans" cxnId="{AA484C4C-70B9-43DB-AA25-AAD7D2539C73}">
      <dgm:prSet/>
      <dgm:spPr/>
      <dgm:t>
        <a:bodyPr/>
        <a:lstStyle/>
        <a:p>
          <a:endParaRPr lang="uk-UA"/>
        </a:p>
      </dgm:t>
    </dgm:pt>
    <dgm:pt modelId="{D92F21C8-0D7F-46DC-BB1C-FAA9F1948707}" type="sibTrans" cxnId="{AA484C4C-70B9-43DB-AA25-AAD7D2539C73}">
      <dgm:prSet/>
      <dgm:spPr/>
      <dgm:t>
        <a:bodyPr/>
        <a:lstStyle/>
        <a:p>
          <a:endParaRPr lang="uk-UA"/>
        </a:p>
      </dgm:t>
    </dgm:pt>
    <dgm:pt modelId="{37414DA0-B4E0-4033-B745-7FEE7F608621}">
      <dgm:prSet/>
      <dgm:spPr/>
      <dgm:t>
        <a:bodyPr/>
        <a:lstStyle/>
        <a:p>
          <a:r>
            <a:rPr lang="uk-UA" b="0" i="0" dirty="0"/>
            <a:t>проводив активну зовнішню політику</a:t>
          </a:r>
          <a:endParaRPr lang="uk-UA" dirty="0"/>
        </a:p>
      </dgm:t>
    </dgm:pt>
    <dgm:pt modelId="{0EB660A4-60FE-4E81-9378-593238052C3E}" type="parTrans" cxnId="{904AF03E-C2DA-4FB2-B790-24EA9AB080C4}">
      <dgm:prSet/>
      <dgm:spPr/>
      <dgm:t>
        <a:bodyPr/>
        <a:lstStyle/>
        <a:p>
          <a:endParaRPr lang="uk-UA"/>
        </a:p>
      </dgm:t>
    </dgm:pt>
    <dgm:pt modelId="{F3564D08-F9B0-4EDC-A673-DA8BDB8E975B}" type="sibTrans" cxnId="{904AF03E-C2DA-4FB2-B790-24EA9AB080C4}">
      <dgm:prSet/>
      <dgm:spPr/>
      <dgm:t>
        <a:bodyPr/>
        <a:lstStyle/>
        <a:p>
          <a:endParaRPr lang="uk-UA"/>
        </a:p>
      </dgm:t>
    </dgm:pt>
    <dgm:pt modelId="{13568814-C274-4441-A715-3C25222C9D4F}">
      <dgm:prSet/>
      <dgm:spPr/>
      <dgm:t>
        <a:bodyPr/>
        <a:lstStyle/>
        <a:p>
          <a:r>
            <a:rPr lang="uk-UA" b="0" i="0"/>
            <a:t>звільнив галицько-волинські землі від монгольського ярма</a:t>
          </a:r>
          <a:endParaRPr lang="uk-UA"/>
        </a:p>
      </dgm:t>
    </dgm:pt>
    <dgm:pt modelId="{471D9E86-D4C4-4639-98C1-12B6E483BED4}" type="parTrans" cxnId="{5AB1D183-CFF7-47B0-920F-4B9657DFA21F}">
      <dgm:prSet/>
      <dgm:spPr/>
      <dgm:t>
        <a:bodyPr/>
        <a:lstStyle/>
        <a:p>
          <a:endParaRPr lang="uk-UA"/>
        </a:p>
      </dgm:t>
    </dgm:pt>
    <dgm:pt modelId="{B0F44049-581C-433F-B59B-0AA9A444A0B9}" type="sibTrans" cxnId="{5AB1D183-CFF7-47B0-920F-4B9657DFA21F}">
      <dgm:prSet/>
      <dgm:spPr/>
      <dgm:t>
        <a:bodyPr/>
        <a:lstStyle/>
        <a:p>
          <a:endParaRPr lang="uk-UA"/>
        </a:p>
      </dgm:t>
    </dgm:pt>
    <dgm:pt modelId="{CF9566A1-F342-4BC0-9F10-6FEF06AD399C}">
      <dgm:prSet/>
      <dgm:spPr/>
      <dgm:t>
        <a:bodyPr/>
        <a:lstStyle/>
        <a:p>
          <a:r>
            <a:rPr lang="uk-UA" b="0" i="0" dirty="0"/>
            <a:t>об’єднав галицькі та волинські землі в єдину державу</a:t>
          </a:r>
          <a:endParaRPr lang="uk-UA" dirty="0"/>
        </a:p>
      </dgm:t>
    </dgm:pt>
    <dgm:pt modelId="{C13A6DB4-2CCB-4C8B-976F-2C5EB97DFFED}" type="parTrans" cxnId="{A825D8D6-9B4A-4BC5-A68F-9EAC0FAC8C75}">
      <dgm:prSet/>
      <dgm:spPr/>
      <dgm:t>
        <a:bodyPr/>
        <a:lstStyle/>
        <a:p>
          <a:endParaRPr lang="uk-UA"/>
        </a:p>
      </dgm:t>
    </dgm:pt>
    <dgm:pt modelId="{653D88D1-CB36-4CDD-BDE8-ECF25AA74366}" type="sibTrans" cxnId="{A825D8D6-9B4A-4BC5-A68F-9EAC0FAC8C75}">
      <dgm:prSet/>
      <dgm:spPr/>
      <dgm:t>
        <a:bodyPr/>
        <a:lstStyle/>
        <a:p>
          <a:endParaRPr lang="uk-UA"/>
        </a:p>
      </dgm:t>
    </dgm:pt>
    <dgm:pt modelId="{4D5836FD-07A3-40C7-B3C0-C2A16EF66FF3}" type="pres">
      <dgm:prSet presAssocID="{482B912E-FC8B-4807-B924-FD84C23B4BEF}" presName="linear" presStyleCnt="0">
        <dgm:presLayoutVars>
          <dgm:animLvl val="lvl"/>
          <dgm:resizeHandles val="exact"/>
        </dgm:presLayoutVars>
      </dgm:prSet>
      <dgm:spPr/>
    </dgm:pt>
    <dgm:pt modelId="{73F2BE3A-30EF-4E22-8FAB-F6809A7EEB29}" type="pres">
      <dgm:prSet presAssocID="{82BE4E05-2998-4000-8DA2-D583DCC1DE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54C4F4E-3326-4528-8F1E-D64A2B73CA41}" type="pres">
      <dgm:prSet presAssocID="{D92F21C8-0D7F-46DC-BB1C-FAA9F1948707}" presName="spacer" presStyleCnt="0"/>
      <dgm:spPr/>
    </dgm:pt>
    <dgm:pt modelId="{CD9A15CE-07E2-4072-A54E-DF61DAABB406}" type="pres">
      <dgm:prSet presAssocID="{37414DA0-B4E0-4033-B745-7FEE7F6086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EC3F7EC-C91F-493B-A086-9225D116A934}" type="pres">
      <dgm:prSet presAssocID="{F3564D08-F9B0-4EDC-A673-DA8BDB8E975B}" presName="spacer" presStyleCnt="0"/>
      <dgm:spPr/>
    </dgm:pt>
    <dgm:pt modelId="{B7239311-43C8-4CDD-B9B0-A15AAB115690}" type="pres">
      <dgm:prSet presAssocID="{13568814-C274-4441-A715-3C25222C9D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7A98A8-EF13-4556-BB13-7F85D2017BEF}" type="pres">
      <dgm:prSet presAssocID="{B0F44049-581C-433F-B59B-0AA9A444A0B9}" presName="spacer" presStyleCnt="0"/>
      <dgm:spPr/>
    </dgm:pt>
    <dgm:pt modelId="{C92F7AC4-287A-44B3-85EF-A48802FAC61E}" type="pres">
      <dgm:prSet presAssocID="{CF9566A1-F342-4BC0-9F10-6FEF06AD39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439AB3B-97D8-4FC2-A88E-2E4BA88AA4DC}" type="presOf" srcId="{13568814-C274-4441-A715-3C25222C9D4F}" destId="{B7239311-43C8-4CDD-B9B0-A15AAB115690}" srcOrd="0" destOrd="0" presId="urn:microsoft.com/office/officeart/2005/8/layout/vList2"/>
    <dgm:cxn modelId="{904AF03E-C2DA-4FB2-B790-24EA9AB080C4}" srcId="{482B912E-FC8B-4807-B924-FD84C23B4BEF}" destId="{37414DA0-B4E0-4033-B745-7FEE7F608621}" srcOrd="1" destOrd="0" parTransId="{0EB660A4-60FE-4E81-9378-593238052C3E}" sibTransId="{F3564D08-F9B0-4EDC-A673-DA8BDB8E975B}"/>
    <dgm:cxn modelId="{428ED85F-3071-4920-8477-025D666A5064}" type="presOf" srcId="{482B912E-FC8B-4807-B924-FD84C23B4BEF}" destId="{4D5836FD-07A3-40C7-B3C0-C2A16EF66FF3}" srcOrd="0" destOrd="0" presId="urn:microsoft.com/office/officeart/2005/8/layout/vList2"/>
    <dgm:cxn modelId="{1358176A-D689-41F5-A89C-0F9723453657}" type="presOf" srcId="{CF9566A1-F342-4BC0-9F10-6FEF06AD399C}" destId="{C92F7AC4-287A-44B3-85EF-A48802FAC61E}" srcOrd="0" destOrd="0" presId="urn:microsoft.com/office/officeart/2005/8/layout/vList2"/>
    <dgm:cxn modelId="{AA484C4C-70B9-43DB-AA25-AAD7D2539C73}" srcId="{482B912E-FC8B-4807-B924-FD84C23B4BEF}" destId="{82BE4E05-2998-4000-8DA2-D583DCC1DECA}" srcOrd="0" destOrd="0" parTransId="{7737283F-0F14-45BC-9AEE-061AE3322F98}" sibTransId="{D92F21C8-0D7F-46DC-BB1C-FAA9F1948707}"/>
    <dgm:cxn modelId="{5AB1D183-CFF7-47B0-920F-4B9657DFA21F}" srcId="{482B912E-FC8B-4807-B924-FD84C23B4BEF}" destId="{13568814-C274-4441-A715-3C25222C9D4F}" srcOrd="2" destOrd="0" parTransId="{471D9E86-D4C4-4639-98C1-12B6E483BED4}" sibTransId="{B0F44049-581C-433F-B59B-0AA9A444A0B9}"/>
    <dgm:cxn modelId="{AFF0808A-FF4F-493B-85D5-2F0A0734D041}" type="presOf" srcId="{82BE4E05-2998-4000-8DA2-D583DCC1DECA}" destId="{73F2BE3A-30EF-4E22-8FAB-F6809A7EEB29}" srcOrd="0" destOrd="0" presId="urn:microsoft.com/office/officeart/2005/8/layout/vList2"/>
    <dgm:cxn modelId="{7767C28C-FDFC-49CE-8D7E-4AC78E59296A}" type="presOf" srcId="{37414DA0-B4E0-4033-B745-7FEE7F608621}" destId="{CD9A15CE-07E2-4072-A54E-DF61DAABB406}" srcOrd="0" destOrd="0" presId="urn:microsoft.com/office/officeart/2005/8/layout/vList2"/>
    <dgm:cxn modelId="{A825D8D6-9B4A-4BC5-A68F-9EAC0FAC8C75}" srcId="{482B912E-FC8B-4807-B924-FD84C23B4BEF}" destId="{CF9566A1-F342-4BC0-9F10-6FEF06AD399C}" srcOrd="3" destOrd="0" parTransId="{C13A6DB4-2CCB-4C8B-976F-2C5EB97DFFED}" sibTransId="{653D88D1-CB36-4CDD-BDE8-ECF25AA74366}"/>
    <dgm:cxn modelId="{3D7FBBDC-C6C7-4BE7-A9E3-4D5D2AD01D8E}" type="presParOf" srcId="{4D5836FD-07A3-40C7-B3C0-C2A16EF66FF3}" destId="{73F2BE3A-30EF-4E22-8FAB-F6809A7EEB29}" srcOrd="0" destOrd="0" presId="urn:microsoft.com/office/officeart/2005/8/layout/vList2"/>
    <dgm:cxn modelId="{902F4D17-9E7E-448F-A109-E40CF87E8802}" type="presParOf" srcId="{4D5836FD-07A3-40C7-B3C0-C2A16EF66FF3}" destId="{E54C4F4E-3326-4528-8F1E-D64A2B73CA41}" srcOrd="1" destOrd="0" presId="urn:microsoft.com/office/officeart/2005/8/layout/vList2"/>
    <dgm:cxn modelId="{C3E620C3-281E-4973-AD40-B48C18BCFF68}" type="presParOf" srcId="{4D5836FD-07A3-40C7-B3C0-C2A16EF66FF3}" destId="{CD9A15CE-07E2-4072-A54E-DF61DAABB406}" srcOrd="2" destOrd="0" presId="urn:microsoft.com/office/officeart/2005/8/layout/vList2"/>
    <dgm:cxn modelId="{7FCF5180-E6EA-427B-BDC3-FA8000A223B4}" type="presParOf" srcId="{4D5836FD-07A3-40C7-B3C0-C2A16EF66FF3}" destId="{7EC3F7EC-C91F-493B-A086-9225D116A934}" srcOrd="3" destOrd="0" presId="urn:microsoft.com/office/officeart/2005/8/layout/vList2"/>
    <dgm:cxn modelId="{25A99159-E0A1-4B35-A2D3-81AD736BAF9C}" type="presParOf" srcId="{4D5836FD-07A3-40C7-B3C0-C2A16EF66FF3}" destId="{B7239311-43C8-4CDD-B9B0-A15AAB115690}" srcOrd="4" destOrd="0" presId="urn:microsoft.com/office/officeart/2005/8/layout/vList2"/>
    <dgm:cxn modelId="{21F3D648-4655-48E0-AC25-E8B1C34D547B}" type="presParOf" srcId="{4D5836FD-07A3-40C7-B3C0-C2A16EF66FF3}" destId="{F37A98A8-EF13-4556-BB13-7F85D2017BEF}" srcOrd="5" destOrd="0" presId="urn:microsoft.com/office/officeart/2005/8/layout/vList2"/>
    <dgm:cxn modelId="{E385D0F9-E7F4-470F-96A9-D5A40C6DA015}" type="presParOf" srcId="{4D5836FD-07A3-40C7-B3C0-C2A16EF66FF3}" destId="{C92F7AC4-287A-44B3-85EF-A48802FAC61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1DA8CCC-A2F7-4484-9F18-CA00195295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9F84D08-B709-419F-9401-EC385DF5FCD8}">
      <dgm:prSet/>
      <dgm:spPr/>
      <dgm:t>
        <a:bodyPr/>
        <a:lstStyle/>
        <a:p>
          <a:r>
            <a:rPr lang="uk-UA"/>
            <a:t>поклав край зазіханням німецьких рицарів-хрестоносців на західноукраїнські землі</a:t>
          </a:r>
        </a:p>
      </dgm:t>
    </dgm:pt>
    <dgm:pt modelId="{64BE70B6-F702-4B2F-9204-DF9C8FB1FAA5}" type="parTrans" cxnId="{5704B340-EF1C-4544-8DEC-4B993F3F43A3}">
      <dgm:prSet/>
      <dgm:spPr/>
      <dgm:t>
        <a:bodyPr/>
        <a:lstStyle/>
        <a:p>
          <a:endParaRPr lang="uk-UA"/>
        </a:p>
      </dgm:t>
    </dgm:pt>
    <dgm:pt modelId="{6B12BE6D-E6E8-494A-9A0E-02B75A6039E7}" type="sibTrans" cxnId="{5704B340-EF1C-4544-8DEC-4B993F3F43A3}">
      <dgm:prSet/>
      <dgm:spPr/>
      <dgm:t>
        <a:bodyPr/>
        <a:lstStyle/>
        <a:p>
          <a:endParaRPr lang="uk-UA"/>
        </a:p>
      </dgm:t>
    </dgm:pt>
    <dgm:pt modelId="{1C8E7BC4-D690-4B69-B810-703FE35AF158}">
      <dgm:prSet/>
      <dgm:spPr/>
      <dgm:t>
        <a:bodyPr/>
        <a:lstStyle/>
        <a:p>
          <a:r>
            <a:rPr lang="uk-UA" dirty="0"/>
            <a:t>був фактичним володарем Київського та Переяславського князівств</a:t>
          </a:r>
        </a:p>
      </dgm:t>
    </dgm:pt>
    <dgm:pt modelId="{0AC84BE7-4DB3-4FF9-B9E0-BD3546BDD038}" type="parTrans" cxnId="{3FE76F7F-54E5-48B1-A052-041C291E8D12}">
      <dgm:prSet/>
      <dgm:spPr/>
      <dgm:t>
        <a:bodyPr/>
        <a:lstStyle/>
        <a:p>
          <a:endParaRPr lang="uk-UA"/>
        </a:p>
      </dgm:t>
    </dgm:pt>
    <dgm:pt modelId="{13340D41-059B-4AD6-8E50-B39B95C54B34}" type="sibTrans" cxnId="{3FE76F7F-54E5-48B1-A052-041C291E8D12}">
      <dgm:prSet/>
      <dgm:spPr/>
      <dgm:t>
        <a:bodyPr/>
        <a:lstStyle/>
        <a:p>
          <a:endParaRPr lang="uk-UA"/>
        </a:p>
      </dgm:t>
    </dgm:pt>
    <dgm:pt modelId="{695771D8-5B1B-4BAB-8211-A1A82480C805}">
      <dgm:prSet/>
      <dgm:spPr/>
      <dgm:t>
        <a:bodyPr/>
        <a:lstStyle/>
        <a:p>
          <a:r>
            <a:rPr lang="uk-UA" dirty="0"/>
            <a:t>переніс столицю Галицько-Волинської держави до міста </a:t>
          </a:r>
          <a:r>
            <a:rPr lang="uk-UA" dirty="0" err="1"/>
            <a:t>Холм</a:t>
          </a:r>
          <a:endParaRPr lang="uk-UA" dirty="0"/>
        </a:p>
      </dgm:t>
    </dgm:pt>
    <dgm:pt modelId="{9CD6BCB1-87DF-4C7E-8B9A-15CC8985D32C}" type="parTrans" cxnId="{CE2FD986-B469-487F-8452-F6626F9B09D6}">
      <dgm:prSet/>
      <dgm:spPr/>
      <dgm:t>
        <a:bodyPr/>
        <a:lstStyle/>
        <a:p>
          <a:endParaRPr lang="uk-UA"/>
        </a:p>
      </dgm:t>
    </dgm:pt>
    <dgm:pt modelId="{BF5E5410-740E-4B34-89AF-2F9AD38739DB}" type="sibTrans" cxnId="{CE2FD986-B469-487F-8452-F6626F9B09D6}">
      <dgm:prSet/>
      <dgm:spPr/>
      <dgm:t>
        <a:bodyPr/>
        <a:lstStyle/>
        <a:p>
          <a:endParaRPr lang="uk-UA"/>
        </a:p>
      </dgm:t>
    </dgm:pt>
    <dgm:pt modelId="{9B984AE3-914E-4CB2-8976-376896A55283}" type="pres">
      <dgm:prSet presAssocID="{81DA8CCC-A2F7-4484-9F18-CA00195295AE}" presName="linear" presStyleCnt="0">
        <dgm:presLayoutVars>
          <dgm:animLvl val="lvl"/>
          <dgm:resizeHandles val="exact"/>
        </dgm:presLayoutVars>
      </dgm:prSet>
      <dgm:spPr/>
    </dgm:pt>
    <dgm:pt modelId="{7DE8D0CB-3D0E-43E4-9B02-5818E69BA613}" type="pres">
      <dgm:prSet presAssocID="{29F84D08-B709-419F-9401-EC385DF5FC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9E36DD-92E9-41DE-9D48-44AB66FF7F7F}" type="pres">
      <dgm:prSet presAssocID="{6B12BE6D-E6E8-494A-9A0E-02B75A6039E7}" presName="spacer" presStyleCnt="0"/>
      <dgm:spPr/>
    </dgm:pt>
    <dgm:pt modelId="{81E1363C-E716-4945-AF33-78E1D28AD046}" type="pres">
      <dgm:prSet presAssocID="{1C8E7BC4-D690-4B69-B810-703FE35AF1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FDA513-4D29-481A-938F-AAAD855A3CBA}" type="pres">
      <dgm:prSet presAssocID="{13340D41-059B-4AD6-8E50-B39B95C54B34}" presName="spacer" presStyleCnt="0"/>
      <dgm:spPr/>
    </dgm:pt>
    <dgm:pt modelId="{EEF6D90C-59A0-48A6-907C-B1EA1B07DAD8}" type="pres">
      <dgm:prSet presAssocID="{695771D8-5B1B-4BAB-8211-A1A82480C80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F222417-C498-4DCB-BA35-9BD2BFDE6424}" type="presOf" srcId="{29F84D08-B709-419F-9401-EC385DF5FCD8}" destId="{7DE8D0CB-3D0E-43E4-9B02-5818E69BA613}" srcOrd="0" destOrd="0" presId="urn:microsoft.com/office/officeart/2005/8/layout/vList2"/>
    <dgm:cxn modelId="{C8C91E3D-9A62-46F7-8343-867FB19D96DF}" type="presOf" srcId="{81DA8CCC-A2F7-4484-9F18-CA00195295AE}" destId="{9B984AE3-914E-4CB2-8976-376896A55283}" srcOrd="0" destOrd="0" presId="urn:microsoft.com/office/officeart/2005/8/layout/vList2"/>
    <dgm:cxn modelId="{5704B340-EF1C-4544-8DEC-4B993F3F43A3}" srcId="{81DA8CCC-A2F7-4484-9F18-CA00195295AE}" destId="{29F84D08-B709-419F-9401-EC385DF5FCD8}" srcOrd="0" destOrd="0" parTransId="{64BE70B6-F702-4B2F-9204-DF9C8FB1FAA5}" sibTransId="{6B12BE6D-E6E8-494A-9A0E-02B75A6039E7}"/>
    <dgm:cxn modelId="{3FE76F7F-54E5-48B1-A052-041C291E8D12}" srcId="{81DA8CCC-A2F7-4484-9F18-CA00195295AE}" destId="{1C8E7BC4-D690-4B69-B810-703FE35AF158}" srcOrd="1" destOrd="0" parTransId="{0AC84BE7-4DB3-4FF9-B9E0-BD3546BDD038}" sibTransId="{13340D41-059B-4AD6-8E50-B39B95C54B34}"/>
    <dgm:cxn modelId="{10DB9885-0E61-4F7B-8B75-BDB4CF23C679}" type="presOf" srcId="{1C8E7BC4-D690-4B69-B810-703FE35AF158}" destId="{81E1363C-E716-4945-AF33-78E1D28AD046}" srcOrd="0" destOrd="0" presId="urn:microsoft.com/office/officeart/2005/8/layout/vList2"/>
    <dgm:cxn modelId="{CE2FD986-B469-487F-8452-F6626F9B09D6}" srcId="{81DA8CCC-A2F7-4484-9F18-CA00195295AE}" destId="{695771D8-5B1B-4BAB-8211-A1A82480C805}" srcOrd="2" destOrd="0" parTransId="{9CD6BCB1-87DF-4C7E-8B9A-15CC8985D32C}" sibTransId="{BF5E5410-740E-4B34-89AF-2F9AD38739DB}"/>
    <dgm:cxn modelId="{E4240E96-9041-4E0F-BEC1-2515843C3766}" type="presOf" srcId="{695771D8-5B1B-4BAB-8211-A1A82480C805}" destId="{EEF6D90C-59A0-48A6-907C-B1EA1B07DAD8}" srcOrd="0" destOrd="0" presId="urn:microsoft.com/office/officeart/2005/8/layout/vList2"/>
    <dgm:cxn modelId="{FC8A8123-4F9C-47FD-A7FB-B900C297078A}" type="presParOf" srcId="{9B984AE3-914E-4CB2-8976-376896A55283}" destId="{7DE8D0CB-3D0E-43E4-9B02-5818E69BA613}" srcOrd="0" destOrd="0" presId="urn:microsoft.com/office/officeart/2005/8/layout/vList2"/>
    <dgm:cxn modelId="{77CEF1A6-484A-4EC0-BBD8-3E11BECA87E8}" type="presParOf" srcId="{9B984AE3-914E-4CB2-8976-376896A55283}" destId="{D39E36DD-92E9-41DE-9D48-44AB66FF7F7F}" srcOrd="1" destOrd="0" presId="urn:microsoft.com/office/officeart/2005/8/layout/vList2"/>
    <dgm:cxn modelId="{7E4C7654-6F09-403D-966C-77489B6768AE}" type="presParOf" srcId="{9B984AE3-914E-4CB2-8976-376896A55283}" destId="{81E1363C-E716-4945-AF33-78E1D28AD046}" srcOrd="2" destOrd="0" presId="urn:microsoft.com/office/officeart/2005/8/layout/vList2"/>
    <dgm:cxn modelId="{205D81D4-47AB-4FA3-8171-CBCFD0559A74}" type="presParOf" srcId="{9B984AE3-914E-4CB2-8976-376896A55283}" destId="{1DFDA513-4D29-481A-938F-AAAD855A3CBA}" srcOrd="3" destOrd="0" presId="urn:microsoft.com/office/officeart/2005/8/layout/vList2"/>
    <dgm:cxn modelId="{0017E4FF-2B24-4648-B370-C5265248890B}" type="presParOf" srcId="{9B984AE3-914E-4CB2-8976-376896A55283}" destId="{EEF6D90C-59A0-48A6-907C-B1EA1B07DAD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B5E1A3-3F15-467C-9EF3-9A0507422960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DBE0BE7-ABF0-4D97-95F0-8C7FD7DBFF01}">
      <dgm:prSet/>
      <dgm:spPr/>
      <dgm:t>
        <a:bodyPr/>
        <a:lstStyle/>
        <a:p>
          <a:r>
            <a:rPr lang="ru-RU" b="0" i="0"/>
            <a:t>Х ст.</a:t>
          </a:r>
          <a:endParaRPr lang="uk-UA"/>
        </a:p>
      </dgm:t>
    </dgm:pt>
    <dgm:pt modelId="{5ECA63A5-2743-410C-9FF7-4311FE2857EA}" type="parTrans" cxnId="{2DA9C2C5-5AE2-4A24-8BE4-B951AEA20BFF}">
      <dgm:prSet/>
      <dgm:spPr/>
      <dgm:t>
        <a:bodyPr/>
        <a:lstStyle/>
        <a:p>
          <a:endParaRPr lang="uk-UA"/>
        </a:p>
      </dgm:t>
    </dgm:pt>
    <dgm:pt modelId="{1E8FBF88-7BFD-496D-A3B9-10912DEE13D9}" type="sibTrans" cxnId="{2DA9C2C5-5AE2-4A24-8BE4-B951AEA20BFF}">
      <dgm:prSet/>
      <dgm:spPr/>
      <dgm:t>
        <a:bodyPr/>
        <a:lstStyle/>
        <a:p>
          <a:endParaRPr lang="uk-UA"/>
        </a:p>
      </dgm:t>
    </dgm:pt>
    <dgm:pt modelId="{310982D4-CA4E-4E9D-B673-92B70F6151D1}">
      <dgm:prSet/>
      <dgm:spPr/>
      <dgm:t>
        <a:bodyPr/>
        <a:lstStyle/>
        <a:p>
          <a:r>
            <a:rPr lang="ru-RU" b="0" i="0" dirty="0"/>
            <a:t>ХІ ст.</a:t>
          </a:r>
          <a:endParaRPr lang="uk-UA" dirty="0"/>
        </a:p>
      </dgm:t>
    </dgm:pt>
    <dgm:pt modelId="{21463EB1-95DE-483F-91E0-B857A7BEF6F0}" type="parTrans" cxnId="{71524531-EEE7-4C9E-890D-C9CC8301B70F}">
      <dgm:prSet/>
      <dgm:spPr/>
      <dgm:t>
        <a:bodyPr/>
        <a:lstStyle/>
        <a:p>
          <a:endParaRPr lang="uk-UA"/>
        </a:p>
      </dgm:t>
    </dgm:pt>
    <dgm:pt modelId="{90348987-C222-40FB-A7F4-473A08CCD00C}" type="sibTrans" cxnId="{71524531-EEE7-4C9E-890D-C9CC8301B70F}">
      <dgm:prSet/>
      <dgm:spPr/>
      <dgm:t>
        <a:bodyPr/>
        <a:lstStyle/>
        <a:p>
          <a:endParaRPr lang="uk-UA"/>
        </a:p>
      </dgm:t>
    </dgm:pt>
    <dgm:pt modelId="{0F1A9B75-DBBF-4DC4-862B-99A2CAE751BD}">
      <dgm:prSet/>
      <dgm:spPr/>
      <dgm:t>
        <a:bodyPr/>
        <a:lstStyle/>
        <a:p>
          <a:r>
            <a:rPr lang="ru-RU" b="0" i="0" dirty="0"/>
            <a:t>ХІІ ст.</a:t>
          </a:r>
          <a:endParaRPr lang="uk-UA" dirty="0"/>
        </a:p>
      </dgm:t>
    </dgm:pt>
    <dgm:pt modelId="{5BBFD255-BEA9-4B29-BFCF-56A0B8A374C6}" type="parTrans" cxnId="{2723FAE8-E3B6-4338-8C1F-30BA0A892F9F}">
      <dgm:prSet/>
      <dgm:spPr/>
      <dgm:t>
        <a:bodyPr/>
        <a:lstStyle/>
        <a:p>
          <a:endParaRPr lang="uk-UA"/>
        </a:p>
      </dgm:t>
    </dgm:pt>
    <dgm:pt modelId="{710CAD2A-2C86-4D43-8E99-9EDCE3C19A3E}" type="sibTrans" cxnId="{2723FAE8-E3B6-4338-8C1F-30BA0A892F9F}">
      <dgm:prSet/>
      <dgm:spPr/>
      <dgm:t>
        <a:bodyPr/>
        <a:lstStyle/>
        <a:p>
          <a:endParaRPr lang="uk-UA"/>
        </a:p>
      </dgm:t>
    </dgm:pt>
    <dgm:pt modelId="{37A88F40-0BC8-4535-AA53-28C17ACF412A}">
      <dgm:prSet/>
      <dgm:spPr/>
      <dgm:t>
        <a:bodyPr/>
        <a:lstStyle/>
        <a:p>
          <a:r>
            <a:rPr lang="ru-RU" b="0" i="0" dirty="0"/>
            <a:t>ХІІІ ст.</a:t>
          </a:r>
          <a:endParaRPr lang="uk-UA" dirty="0"/>
        </a:p>
      </dgm:t>
    </dgm:pt>
    <dgm:pt modelId="{28CBA267-7918-4EE9-BB9A-B485E40293C2}" type="parTrans" cxnId="{7A874611-40CF-4DE5-837F-9FF7E1EE7A62}">
      <dgm:prSet/>
      <dgm:spPr/>
      <dgm:t>
        <a:bodyPr/>
        <a:lstStyle/>
        <a:p>
          <a:endParaRPr lang="uk-UA"/>
        </a:p>
      </dgm:t>
    </dgm:pt>
    <dgm:pt modelId="{09F25C0D-3B3E-42BE-BBAA-B3E314A1E90F}" type="sibTrans" cxnId="{7A874611-40CF-4DE5-837F-9FF7E1EE7A62}">
      <dgm:prSet/>
      <dgm:spPr/>
      <dgm:t>
        <a:bodyPr/>
        <a:lstStyle/>
        <a:p>
          <a:endParaRPr lang="uk-UA"/>
        </a:p>
      </dgm:t>
    </dgm:pt>
    <dgm:pt modelId="{25BDC4F0-D630-487C-8176-04378C468F4E}" type="pres">
      <dgm:prSet presAssocID="{F0B5E1A3-3F15-467C-9EF3-9A0507422960}" presName="composite" presStyleCnt="0">
        <dgm:presLayoutVars>
          <dgm:chMax val="5"/>
          <dgm:dir/>
          <dgm:resizeHandles val="exact"/>
        </dgm:presLayoutVars>
      </dgm:prSet>
      <dgm:spPr/>
    </dgm:pt>
    <dgm:pt modelId="{5C32051C-4A9A-4560-BCCE-1AE86249FEBB}" type="pres">
      <dgm:prSet presAssocID="{CDBE0BE7-ABF0-4D97-95F0-8C7FD7DBFF01}" presName="circle1" presStyleLbl="lnNode1" presStyleIdx="0" presStyleCnt="4"/>
      <dgm:spPr/>
    </dgm:pt>
    <dgm:pt modelId="{114DCFA1-86AF-4B08-8486-4851EE845847}" type="pres">
      <dgm:prSet presAssocID="{CDBE0BE7-ABF0-4D97-95F0-8C7FD7DBFF01}" presName="text1" presStyleLbl="revTx" presStyleIdx="0" presStyleCnt="4">
        <dgm:presLayoutVars>
          <dgm:bulletEnabled val="1"/>
        </dgm:presLayoutVars>
      </dgm:prSet>
      <dgm:spPr/>
    </dgm:pt>
    <dgm:pt modelId="{698DC4DA-48B6-4868-9D20-9FEC19135A61}" type="pres">
      <dgm:prSet presAssocID="{CDBE0BE7-ABF0-4D97-95F0-8C7FD7DBFF01}" presName="line1" presStyleLbl="callout" presStyleIdx="0" presStyleCnt="8"/>
      <dgm:spPr/>
    </dgm:pt>
    <dgm:pt modelId="{7911675D-224C-45E5-999D-240344B135F2}" type="pres">
      <dgm:prSet presAssocID="{CDBE0BE7-ABF0-4D97-95F0-8C7FD7DBFF01}" presName="d1" presStyleLbl="callout" presStyleIdx="1" presStyleCnt="8"/>
      <dgm:spPr/>
    </dgm:pt>
    <dgm:pt modelId="{968D4337-5C72-4ADF-A295-C570E7BD2257}" type="pres">
      <dgm:prSet presAssocID="{310982D4-CA4E-4E9D-B673-92B70F6151D1}" presName="circle2" presStyleLbl="lnNode1" presStyleIdx="1" presStyleCnt="4"/>
      <dgm:spPr/>
    </dgm:pt>
    <dgm:pt modelId="{3F45ED0A-F5F7-4EAA-8DF8-7E06FFF1FD9D}" type="pres">
      <dgm:prSet presAssocID="{310982D4-CA4E-4E9D-B673-92B70F6151D1}" presName="text2" presStyleLbl="revTx" presStyleIdx="1" presStyleCnt="4">
        <dgm:presLayoutVars>
          <dgm:bulletEnabled val="1"/>
        </dgm:presLayoutVars>
      </dgm:prSet>
      <dgm:spPr/>
    </dgm:pt>
    <dgm:pt modelId="{7770B675-15D2-4BE8-96F2-7E125E745D6F}" type="pres">
      <dgm:prSet presAssocID="{310982D4-CA4E-4E9D-B673-92B70F6151D1}" presName="line2" presStyleLbl="callout" presStyleIdx="2" presStyleCnt="8"/>
      <dgm:spPr/>
    </dgm:pt>
    <dgm:pt modelId="{5745792B-7387-49AE-A2AA-BC79C10E98E0}" type="pres">
      <dgm:prSet presAssocID="{310982D4-CA4E-4E9D-B673-92B70F6151D1}" presName="d2" presStyleLbl="callout" presStyleIdx="3" presStyleCnt="8"/>
      <dgm:spPr/>
    </dgm:pt>
    <dgm:pt modelId="{EC0A5AFC-316C-483D-AC11-F18B20DF1661}" type="pres">
      <dgm:prSet presAssocID="{0F1A9B75-DBBF-4DC4-862B-99A2CAE751BD}" presName="circle3" presStyleLbl="lnNode1" presStyleIdx="2" presStyleCnt="4"/>
      <dgm:spPr/>
    </dgm:pt>
    <dgm:pt modelId="{4E69B80D-2443-4383-9581-D97EE53FF62F}" type="pres">
      <dgm:prSet presAssocID="{0F1A9B75-DBBF-4DC4-862B-99A2CAE751BD}" presName="text3" presStyleLbl="revTx" presStyleIdx="2" presStyleCnt="4">
        <dgm:presLayoutVars>
          <dgm:bulletEnabled val="1"/>
        </dgm:presLayoutVars>
      </dgm:prSet>
      <dgm:spPr/>
    </dgm:pt>
    <dgm:pt modelId="{3F9CD2D1-1076-41AE-8CCD-6AA331DC386F}" type="pres">
      <dgm:prSet presAssocID="{0F1A9B75-DBBF-4DC4-862B-99A2CAE751BD}" presName="line3" presStyleLbl="callout" presStyleIdx="4" presStyleCnt="8"/>
      <dgm:spPr/>
    </dgm:pt>
    <dgm:pt modelId="{027DA56B-4303-4D3C-9511-85165044E773}" type="pres">
      <dgm:prSet presAssocID="{0F1A9B75-DBBF-4DC4-862B-99A2CAE751BD}" presName="d3" presStyleLbl="callout" presStyleIdx="5" presStyleCnt="8"/>
      <dgm:spPr/>
    </dgm:pt>
    <dgm:pt modelId="{12754A6D-9FEA-43DF-94E7-5BD28ABDABDF}" type="pres">
      <dgm:prSet presAssocID="{37A88F40-0BC8-4535-AA53-28C17ACF412A}" presName="circle4" presStyleLbl="lnNode1" presStyleIdx="3" presStyleCnt="4"/>
      <dgm:spPr/>
    </dgm:pt>
    <dgm:pt modelId="{B7C118DE-2264-484A-92CE-C03458A4D51D}" type="pres">
      <dgm:prSet presAssocID="{37A88F40-0BC8-4535-AA53-28C17ACF412A}" presName="text4" presStyleLbl="revTx" presStyleIdx="3" presStyleCnt="4">
        <dgm:presLayoutVars>
          <dgm:bulletEnabled val="1"/>
        </dgm:presLayoutVars>
      </dgm:prSet>
      <dgm:spPr/>
    </dgm:pt>
    <dgm:pt modelId="{0CFE5131-F2C8-4606-A17E-1AC23D7BAF25}" type="pres">
      <dgm:prSet presAssocID="{37A88F40-0BC8-4535-AA53-28C17ACF412A}" presName="line4" presStyleLbl="callout" presStyleIdx="6" presStyleCnt="8"/>
      <dgm:spPr/>
    </dgm:pt>
    <dgm:pt modelId="{94E8F2F4-3695-4C34-A453-34F740E650E2}" type="pres">
      <dgm:prSet presAssocID="{37A88F40-0BC8-4535-AA53-28C17ACF412A}" presName="d4" presStyleLbl="callout" presStyleIdx="7" presStyleCnt="8"/>
      <dgm:spPr/>
    </dgm:pt>
  </dgm:ptLst>
  <dgm:cxnLst>
    <dgm:cxn modelId="{7A874611-40CF-4DE5-837F-9FF7E1EE7A62}" srcId="{F0B5E1A3-3F15-467C-9EF3-9A0507422960}" destId="{37A88F40-0BC8-4535-AA53-28C17ACF412A}" srcOrd="3" destOrd="0" parTransId="{28CBA267-7918-4EE9-BB9A-B485E40293C2}" sibTransId="{09F25C0D-3B3E-42BE-BBAA-B3E314A1E90F}"/>
    <dgm:cxn modelId="{71524531-EEE7-4C9E-890D-C9CC8301B70F}" srcId="{F0B5E1A3-3F15-467C-9EF3-9A0507422960}" destId="{310982D4-CA4E-4E9D-B673-92B70F6151D1}" srcOrd="1" destOrd="0" parTransId="{21463EB1-95DE-483F-91E0-B857A7BEF6F0}" sibTransId="{90348987-C222-40FB-A7F4-473A08CCD00C}"/>
    <dgm:cxn modelId="{29FFBF71-7066-4DDA-9B5E-BF2AADC4D051}" type="presOf" srcId="{F0B5E1A3-3F15-467C-9EF3-9A0507422960}" destId="{25BDC4F0-D630-487C-8176-04378C468F4E}" srcOrd="0" destOrd="0" presId="urn:microsoft.com/office/officeart/2005/8/layout/target1"/>
    <dgm:cxn modelId="{B84D527A-715E-4F36-925B-22080F016646}" type="presOf" srcId="{37A88F40-0BC8-4535-AA53-28C17ACF412A}" destId="{B7C118DE-2264-484A-92CE-C03458A4D51D}" srcOrd="0" destOrd="0" presId="urn:microsoft.com/office/officeart/2005/8/layout/target1"/>
    <dgm:cxn modelId="{2DA9C2C5-5AE2-4A24-8BE4-B951AEA20BFF}" srcId="{F0B5E1A3-3F15-467C-9EF3-9A0507422960}" destId="{CDBE0BE7-ABF0-4D97-95F0-8C7FD7DBFF01}" srcOrd="0" destOrd="0" parTransId="{5ECA63A5-2743-410C-9FF7-4311FE2857EA}" sibTransId="{1E8FBF88-7BFD-496D-A3B9-10912DEE13D9}"/>
    <dgm:cxn modelId="{747E0ED4-C548-4FE5-BE7B-6CAAD61F499C}" type="presOf" srcId="{310982D4-CA4E-4E9D-B673-92B70F6151D1}" destId="{3F45ED0A-F5F7-4EAA-8DF8-7E06FFF1FD9D}" srcOrd="0" destOrd="0" presId="urn:microsoft.com/office/officeart/2005/8/layout/target1"/>
    <dgm:cxn modelId="{BF1445D5-5470-4CB0-849C-3191CAB82AC0}" type="presOf" srcId="{CDBE0BE7-ABF0-4D97-95F0-8C7FD7DBFF01}" destId="{114DCFA1-86AF-4B08-8486-4851EE845847}" srcOrd="0" destOrd="0" presId="urn:microsoft.com/office/officeart/2005/8/layout/target1"/>
    <dgm:cxn modelId="{196129D6-1954-4450-994C-772210A15892}" type="presOf" srcId="{0F1A9B75-DBBF-4DC4-862B-99A2CAE751BD}" destId="{4E69B80D-2443-4383-9581-D97EE53FF62F}" srcOrd="0" destOrd="0" presId="urn:microsoft.com/office/officeart/2005/8/layout/target1"/>
    <dgm:cxn modelId="{2723FAE8-E3B6-4338-8C1F-30BA0A892F9F}" srcId="{F0B5E1A3-3F15-467C-9EF3-9A0507422960}" destId="{0F1A9B75-DBBF-4DC4-862B-99A2CAE751BD}" srcOrd="2" destOrd="0" parTransId="{5BBFD255-BEA9-4B29-BFCF-56A0B8A374C6}" sibTransId="{710CAD2A-2C86-4D43-8E99-9EDCE3C19A3E}"/>
    <dgm:cxn modelId="{B05703F5-C2DA-417A-858A-81E367AEDE92}" type="presParOf" srcId="{25BDC4F0-D630-487C-8176-04378C468F4E}" destId="{5C32051C-4A9A-4560-BCCE-1AE86249FEBB}" srcOrd="0" destOrd="0" presId="urn:microsoft.com/office/officeart/2005/8/layout/target1"/>
    <dgm:cxn modelId="{3C31567B-0FC9-46B4-93F7-B6C905A677A0}" type="presParOf" srcId="{25BDC4F0-D630-487C-8176-04378C468F4E}" destId="{114DCFA1-86AF-4B08-8486-4851EE845847}" srcOrd="1" destOrd="0" presId="urn:microsoft.com/office/officeart/2005/8/layout/target1"/>
    <dgm:cxn modelId="{9A56F00A-70CD-4103-A041-A2A79647859C}" type="presParOf" srcId="{25BDC4F0-D630-487C-8176-04378C468F4E}" destId="{698DC4DA-48B6-4868-9D20-9FEC19135A61}" srcOrd="2" destOrd="0" presId="urn:microsoft.com/office/officeart/2005/8/layout/target1"/>
    <dgm:cxn modelId="{77CCF8EF-A7CE-4A68-AE41-FA4840EEFFBD}" type="presParOf" srcId="{25BDC4F0-D630-487C-8176-04378C468F4E}" destId="{7911675D-224C-45E5-999D-240344B135F2}" srcOrd="3" destOrd="0" presId="urn:microsoft.com/office/officeart/2005/8/layout/target1"/>
    <dgm:cxn modelId="{A5B79D6F-2F9A-4C13-8BE5-3E9AA32ACA94}" type="presParOf" srcId="{25BDC4F0-D630-487C-8176-04378C468F4E}" destId="{968D4337-5C72-4ADF-A295-C570E7BD2257}" srcOrd="4" destOrd="0" presId="urn:microsoft.com/office/officeart/2005/8/layout/target1"/>
    <dgm:cxn modelId="{0A02BC2A-6535-497A-AF16-1F3305462A70}" type="presParOf" srcId="{25BDC4F0-D630-487C-8176-04378C468F4E}" destId="{3F45ED0A-F5F7-4EAA-8DF8-7E06FFF1FD9D}" srcOrd="5" destOrd="0" presId="urn:microsoft.com/office/officeart/2005/8/layout/target1"/>
    <dgm:cxn modelId="{1E9FE911-432D-42B8-A9D7-7313B1082E3F}" type="presParOf" srcId="{25BDC4F0-D630-487C-8176-04378C468F4E}" destId="{7770B675-15D2-4BE8-96F2-7E125E745D6F}" srcOrd="6" destOrd="0" presId="urn:microsoft.com/office/officeart/2005/8/layout/target1"/>
    <dgm:cxn modelId="{9D60B642-7CF9-4E7B-84C4-1C274958D069}" type="presParOf" srcId="{25BDC4F0-D630-487C-8176-04378C468F4E}" destId="{5745792B-7387-49AE-A2AA-BC79C10E98E0}" srcOrd="7" destOrd="0" presId="urn:microsoft.com/office/officeart/2005/8/layout/target1"/>
    <dgm:cxn modelId="{914E57A0-BE70-4C17-AC4B-C38EA4575288}" type="presParOf" srcId="{25BDC4F0-D630-487C-8176-04378C468F4E}" destId="{EC0A5AFC-316C-483D-AC11-F18B20DF1661}" srcOrd="8" destOrd="0" presId="urn:microsoft.com/office/officeart/2005/8/layout/target1"/>
    <dgm:cxn modelId="{702D1F9F-7671-4A5B-9220-1CF492C501BE}" type="presParOf" srcId="{25BDC4F0-D630-487C-8176-04378C468F4E}" destId="{4E69B80D-2443-4383-9581-D97EE53FF62F}" srcOrd="9" destOrd="0" presId="urn:microsoft.com/office/officeart/2005/8/layout/target1"/>
    <dgm:cxn modelId="{E37EACA1-FF87-49CF-8F02-F1E4597F8C7C}" type="presParOf" srcId="{25BDC4F0-D630-487C-8176-04378C468F4E}" destId="{3F9CD2D1-1076-41AE-8CCD-6AA331DC386F}" srcOrd="10" destOrd="0" presId="urn:microsoft.com/office/officeart/2005/8/layout/target1"/>
    <dgm:cxn modelId="{C5A07FA3-FE24-4322-BB9B-9B5D5105A5B7}" type="presParOf" srcId="{25BDC4F0-D630-487C-8176-04378C468F4E}" destId="{027DA56B-4303-4D3C-9511-85165044E773}" srcOrd="11" destOrd="0" presId="urn:microsoft.com/office/officeart/2005/8/layout/target1"/>
    <dgm:cxn modelId="{E2A03F90-7BA2-46B8-8FC6-DE3EE93EED2A}" type="presParOf" srcId="{25BDC4F0-D630-487C-8176-04378C468F4E}" destId="{12754A6D-9FEA-43DF-94E7-5BD28ABDABDF}" srcOrd="12" destOrd="0" presId="urn:microsoft.com/office/officeart/2005/8/layout/target1"/>
    <dgm:cxn modelId="{5BE62C31-E28A-4D72-B0EF-810C4C4510C3}" type="presParOf" srcId="{25BDC4F0-D630-487C-8176-04378C468F4E}" destId="{B7C118DE-2264-484A-92CE-C03458A4D51D}" srcOrd="13" destOrd="0" presId="urn:microsoft.com/office/officeart/2005/8/layout/target1"/>
    <dgm:cxn modelId="{BDC542BC-BB2E-4D8B-98A3-F576A3F036F2}" type="presParOf" srcId="{25BDC4F0-D630-487C-8176-04378C468F4E}" destId="{0CFE5131-F2C8-4606-A17E-1AC23D7BAF25}" srcOrd="14" destOrd="0" presId="urn:microsoft.com/office/officeart/2005/8/layout/target1"/>
    <dgm:cxn modelId="{01F26E47-6473-4646-85DE-9FCA18805CD2}" type="presParOf" srcId="{25BDC4F0-D630-487C-8176-04378C468F4E}" destId="{94E8F2F4-3695-4C34-A453-34F740E650E2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2BD82F6-5CCF-4172-8CBF-05DCBAF1EF3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008821-11BD-4817-B443-4D848CD5CC9C}">
      <dgm:prSet/>
      <dgm:spPr/>
      <dgm:t>
        <a:bodyPr/>
        <a:lstStyle/>
        <a:p>
          <a:r>
            <a:rPr lang="uk-UA" b="0" i="0"/>
            <a:t>міжусобної боротьби руських князів.</a:t>
          </a:r>
          <a:endParaRPr lang="uk-UA"/>
        </a:p>
      </dgm:t>
    </dgm:pt>
    <dgm:pt modelId="{C103BA0A-B1D3-4365-A03B-C6A8F0E4419E}" type="parTrans" cxnId="{4B46D1B8-9DD9-483D-9288-12D12D44F6B1}">
      <dgm:prSet/>
      <dgm:spPr/>
      <dgm:t>
        <a:bodyPr/>
        <a:lstStyle/>
        <a:p>
          <a:endParaRPr lang="uk-UA"/>
        </a:p>
      </dgm:t>
    </dgm:pt>
    <dgm:pt modelId="{50C0AF26-D778-4FF1-857D-E3815512126D}" type="sibTrans" cxnId="{4B46D1B8-9DD9-483D-9288-12D12D44F6B1}">
      <dgm:prSet/>
      <dgm:spPr/>
      <dgm:t>
        <a:bodyPr/>
        <a:lstStyle/>
        <a:p>
          <a:endParaRPr lang="uk-UA"/>
        </a:p>
      </dgm:t>
    </dgm:pt>
    <dgm:pt modelId="{5FCAB923-FBAB-4DCD-A4AC-02FE8486931E}">
      <dgm:prSet/>
      <dgm:spPr/>
      <dgm:t>
        <a:bodyPr/>
        <a:lstStyle/>
        <a:p>
          <a:r>
            <a:rPr lang="uk-UA" b="0" i="0" dirty="0"/>
            <a:t>об’єднання сил князів у боротьбі проти монголів.</a:t>
          </a:r>
          <a:endParaRPr lang="uk-UA" dirty="0"/>
        </a:p>
      </dgm:t>
    </dgm:pt>
    <dgm:pt modelId="{546F8CD2-22EF-4B08-A674-E782B6C6BBA7}" type="parTrans" cxnId="{0EE322FF-62F1-41FE-96C0-FA62970C199F}">
      <dgm:prSet/>
      <dgm:spPr/>
      <dgm:t>
        <a:bodyPr/>
        <a:lstStyle/>
        <a:p>
          <a:endParaRPr lang="uk-UA"/>
        </a:p>
      </dgm:t>
    </dgm:pt>
    <dgm:pt modelId="{E2D39720-1ACD-47A0-8BE6-9D8B7DAB7A5A}" type="sibTrans" cxnId="{0EE322FF-62F1-41FE-96C0-FA62970C199F}">
      <dgm:prSet/>
      <dgm:spPr/>
      <dgm:t>
        <a:bodyPr/>
        <a:lstStyle/>
        <a:p>
          <a:endParaRPr lang="uk-UA"/>
        </a:p>
      </dgm:t>
    </dgm:pt>
    <dgm:pt modelId="{DB23641D-62F7-4625-A252-1C1CD5096428}">
      <dgm:prSet/>
      <dgm:spPr/>
      <dgm:t>
        <a:bodyPr/>
        <a:lstStyle/>
        <a:p>
          <a:r>
            <a:rPr lang="uk-UA" b="0" i="0"/>
            <a:t>виконання одного з рішень Любецького з’їзду князів.</a:t>
          </a:r>
          <a:endParaRPr lang="uk-UA"/>
        </a:p>
      </dgm:t>
    </dgm:pt>
    <dgm:pt modelId="{15C9A438-CBB5-40EF-9390-8D96E8DDC0A4}" type="parTrans" cxnId="{418FCA89-43CB-4C88-B11A-70CCC6F507A0}">
      <dgm:prSet/>
      <dgm:spPr/>
      <dgm:t>
        <a:bodyPr/>
        <a:lstStyle/>
        <a:p>
          <a:endParaRPr lang="uk-UA"/>
        </a:p>
      </dgm:t>
    </dgm:pt>
    <dgm:pt modelId="{434BEC26-1CB4-4F2C-9A6D-F5BE558DB6B1}" type="sibTrans" cxnId="{418FCA89-43CB-4C88-B11A-70CCC6F507A0}">
      <dgm:prSet/>
      <dgm:spPr/>
      <dgm:t>
        <a:bodyPr/>
        <a:lstStyle/>
        <a:p>
          <a:endParaRPr lang="uk-UA"/>
        </a:p>
      </dgm:t>
    </dgm:pt>
    <dgm:pt modelId="{301968CF-37BB-4368-9897-0EE31BD624BD}">
      <dgm:prSet/>
      <dgm:spPr/>
      <dgm:t>
        <a:bodyPr/>
        <a:lstStyle/>
        <a:p>
          <a:r>
            <a:rPr lang="uk-UA" b="0" i="0" dirty="0"/>
            <a:t>боротьби Польщі та Угорщини за розширення своїх володінь.</a:t>
          </a:r>
          <a:endParaRPr lang="uk-UA" dirty="0"/>
        </a:p>
      </dgm:t>
    </dgm:pt>
    <dgm:pt modelId="{7B2B6BA0-DB01-48AA-A353-A325C5652203}" type="parTrans" cxnId="{F21D7190-54EA-40CB-BAB8-7A517E094135}">
      <dgm:prSet/>
      <dgm:spPr/>
      <dgm:t>
        <a:bodyPr/>
        <a:lstStyle/>
        <a:p>
          <a:endParaRPr lang="uk-UA"/>
        </a:p>
      </dgm:t>
    </dgm:pt>
    <dgm:pt modelId="{2A23BE64-ABAF-4004-B2A1-C3534E3320AB}" type="sibTrans" cxnId="{F21D7190-54EA-40CB-BAB8-7A517E094135}">
      <dgm:prSet/>
      <dgm:spPr/>
      <dgm:t>
        <a:bodyPr/>
        <a:lstStyle/>
        <a:p>
          <a:endParaRPr lang="uk-UA"/>
        </a:p>
      </dgm:t>
    </dgm:pt>
    <dgm:pt modelId="{141EE82A-A06F-4B38-8071-D4C5C2127CFE}" type="pres">
      <dgm:prSet presAssocID="{B2BD82F6-5CCF-4172-8CBF-05DCBAF1EF38}" presName="linear" presStyleCnt="0">
        <dgm:presLayoutVars>
          <dgm:animLvl val="lvl"/>
          <dgm:resizeHandles val="exact"/>
        </dgm:presLayoutVars>
      </dgm:prSet>
      <dgm:spPr/>
    </dgm:pt>
    <dgm:pt modelId="{733285B7-7C8E-4C67-BD33-51A9063D9363}" type="pres">
      <dgm:prSet presAssocID="{1A008821-11BD-4817-B443-4D848CD5CC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F42C86-2764-41C4-8F3B-8259FC820CF3}" type="pres">
      <dgm:prSet presAssocID="{50C0AF26-D778-4FF1-857D-E3815512126D}" presName="spacer" presStyleCnt="0"/>
      <dgm:spPr/>
    </dgm:pt>
    <dgm:pt modelId="{93F593AB-2A6D-47A2-AF61-AC551FD79FFC}" type="pres">
      <dgm:prSet presAssocID="{5FCAB923-FBAB-4DCD-A4AC-02FE848693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14BDF9-F127-4F78-84B3-45FA63AD534F}" type="pres">
      <dgm:prSet presAssocID="{E2D39720-1ACD-47A0-8BE6-9D8B7DAB7A5A}" presName="spacer" presStyleCnt="0"/>
      <dgm:spPr/>
    </dgm:pt>
    <dgm:pt modelId="{B15121F6-FF9F-4830-8CEB-26576E626832}" type="pres">
      <dgm:prSet presAssocID="{DB23641D-62F7-4625-A252-1C1CD50964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AE3580-7C87-4128-B9CA-2A6C561DC3A3}" type="pres">
      <dgm:prSet presAssocID="{434BEC26-1CB4-4F2C-9A6D-F5BE558DB6B1}" presName="spacer" presStyleCnt="0"/>
      <dgm:spPr/>
    </dgm:pt>
    <dgm:pt modelId="{EC1C7B9C-EF4A-464D-8BC7-4C1DAA65A4B0}" type="pres">
      <dgm:prSet presAssocID="{301968CF-37BB-4368-9897-0EE31BD624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5746212-3F6C-4B98-AB86-A46326593E32}" type="presOf" srcId="{B2BD82F6-5CCF-4172-8CBF-05DCBAF1EF38}" destId="{141EE82A-A06F-4B38-8071-D4C5C2127CFE}" srcOrd="0" destOrd="0" presId="urn:microsoft.com/office/officeart/2005/8/layout/vList2"/>
    <dgm:cxn modelId="{CD604E6E-6DCD-4E16-9918-5973EA068DF6}" type="presOf" srcId="{DB23641D-62F7-4625-A252-1C1CD5096428}" destId="{B15121F6-FF9F-4830-8CEB-26576E626832}" srcOrd="0" destOrd="0" presId="urn:microsoft.com/office/officeart/2005/8/layout/vList2"/>
    <dgm:cxn modelId="{418FCA89-43CB-4C88-B11A-70CCC6F507A0}" srcId="{B2BD82F6-5CCF-4172-8CBF-05DCBAF1EF38}" destId="{DB23641D-62F7-4625-A252-1C1CD5096428}" srcOrd="2" destOrd="0" parTransId="{15C9A438-CBB5-40EF-9390-8D96E8DDC0A4}" sibTransId="{434BEC26-1CB4-4F2C-9A6D-F5BE558DB6B1}"/>
    <dgm:cxn modelId="{F21D7190-54EA-40CB-BAB8-7A517E094135}" srcId="{B2BD82F6-5CCF-4172-8CBF-05DCBAF1EF38}" destId="{301968CF-37BB-4368-9897-0EE31BD624BD}" srcOrd="3" destOrd="0" parTransId="{7B2B6BA0-DB01-48AA-A353-A325C5652203}" sibTransId="{2A23BE64-ABAF-4004-B2A1-C3534E3320AB}"/>
    <dgm:cxn modelId="{827CE2AA-5105-4A11-A46D-2DB66ABBE2D0}" type="presOf" srcId="{5FCAB923-FBAB-4DCD-A4AC-02FE8486931E}" destId="{93F593AB-2A6D-47A2-AF61-AC551FD79FFC}" srcOrd="0" destOrd="0" presId="urn:microsoft.com/office/officeart/2005/8/layout/vList2"/>
    <dgm:cxn modelId="{4B46D1B8-9DD9-483D-9288-12D12D44F6B1}" srcId="{B2BD82F6-5CCF-4172-8CBF-05DCBAF1EF38}" destId="{1A008821-11BD-4817-B443-4D848CD5CC9C}" srcOrd="0" destOrd="0" parTransId="{C103BA0A-B1D3-4365-A03B-C6A8F0E4419E}" sibTransId="{50C0AF26-D778-4FF1-857D-E3815512126D}"/>
    <dgm:cxn modelId="{EE4BA4BA-C478-4CE3-873E-370030D363BB}" type="presOf" srcId="{1A008821-11BD-4817-B443-4D848CD5CC9C}" destId="{733285B7-7C8E-4C67-BD33-51A9063D9363}" srcOrd="0" destOrd="0" presId="urn:microsoft.com/office/officeart/2005/8/layout/vList2"/>
    <dgm:cxn modelId="{B7276FD6-DE1B-47C1-A306-BAFC0E105102}" type="presOf" srcId="{301968CF-37BB-4368-9897-0EE31BD624BD}" destId="{EC1C7B9C-EF4A-464D-8BC7-4C1DAA65A4B0}" srcOrd="0" destOrd="0" presId="urn:microsoft.com/office/officeart/2005/8/layout/vList2"/>
    <dgm:cxn modelId="{0EE322FF-62F1-41FE-96C0-FA62970C199F}" srcId="{B2BD82F6-5CCF-4172-8CBF-05DCBAF1EF38}" destId="{5FCAB923-FBAB-4DCD-A4AC-02FE8486931E}" srcOrd="1" destOrd="0" parTransId="{546F8CD2-22EF-4B08-A674-E782B6C6BBA7}" sibTransId="{E2D39720-1ACD-47A0-8BE6-9D8B7DAB7A5A}"/>
    <dgm:cxn modelId="{DE55534D-8FF2-48C8-807A-39CE0D2AA9C1}" type="presParOf" srcId="{141EE82A-A06F-4B38-8071-D4C5C2127CFE}" destId="{733285B7-7C8E-4C67-BD33-51A9063D9363}" srcOrd="0" destOrd="0" presId="urn:microsoft.com/office/officeart/2005/8/layout/vList2"/>
    <dgm:cxn modelId="{5EDE009E-840E-4FD9-96F6-CD2C4D26CB9C}" type="presParOf" srcId="{141EE82A-A06F-4B38-8071-D4C5C2127CFE}" destId="{D5F42C86-2764-41C4-8F3B-8259FC820CF3}" srcOrd="1" destOrd="0" presId="urn:microsoft.com/office/officeart/2005/8/layout/vList2"/>
    <dgm:cxn modelId="{10DC1AEF-5D1A-4DAA-BA67-ACBBB7CEE2EC}" type="presParOf" srcId="{141EE82A-A06F-4B38-8071-D4C5C2127CFE}" destId="{93F593AB-2A6D-47A2-AF61-AC551FD79FFC}" srcOrd="2" destOrd="0" presId="urn:microsoft.com/office/officeart/2005/8/layout/vList2"/>
    <dgm:cxn modelId="{A0CFAAC2-7EEA-45B0-87C4-E62DA6743C25}" type="presParOf" srcId="{141EE82A-A06F-4B38-8071-D4C5C2127CFE}" destId="{B514BDF9-F127-4F78-84B3-45FA63AD534F}" srcOrd="3" destOrd="0" presId="urn:microsoft.com/office/officeart/2005/8/layout/vList2"/>
    <dgm:cxn modelId="{AB70438E-965C-46AB-AD6C-16069AEFB8C3}" type="presParOf" srcId="{141EE82A-A06F-4B38-8071-D4C5C2127CFE}" destId="{B15121F6-FF9F-4830-8CEB-26576E626832}" srcOrd="4" destOrd="0" presId="urn:microsoft.com/office/officeart/2005/8/layout/vList2"/>
    <dgm:cxn modelId="{6EDA062F-A00E-4CF9-8589-6D16353CD09B}" type="presParOf" srcId="{141EE82A-A06F-4B38-8071-D4C5C2127CFE}" destId="{5DAE3580-7C87-4128-B9CA-2A6C561DC3A3}" srcOrd="5" destOrd="0" presId="urn:microsoft.com/office/officeart/2005/8/layout/vList2"/>
    <dgm:cxn modelId="{56C82F32-0B31-43D4-9D51-58E40A6321A4}" type="presParOf" srcId="{141EE82A-A06F-4B38-8071-D4C5C2127CFE}" destId="{EC1C7B9C-EF4A-464D-8BC7-4C1DAA65A4B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92F93A9-871E-4828-977E-429865BADE79}" type="doc">
      <dgm:prSet loTypeId="urn:microsoft.com/office/officeart/2005/8/layout/matrix3" loCatId="matrix" qsTypeId="urn:microsoft.com/office/officeart/2005/8/quickstyle/3d9" qsCatId="3D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C6C919-3234-4B59-B5FD-06B916269F64}">
      <dgm:prSet/>
      <dgm:spPr/>
      <dgm:t>
        <a:bodyPr/>
        <a:lstStyle/>
        <a:p>
          <a:r>
            <a:rPr lang="ru-RU" b="0" i="0"/>
            <a:t>1187 р.</a:t>
          </a:r>
          <a:endParaRPr lang="uk-UA"/>
        </a:p>
      </dgm:t>
    </dgm:pt>
    <dgm:pt modelId="{33948A6E-4A3C-48E1-9315-21FEE53CDE4E}" type="parTrans" cxnId="{1CC828C6-2480-407E-9ECF-168EAA6A03DD}">
      <dgm:prSet/>
      <dgm:spPr/>
      <dgm:t>
        <a:bodyPr/>
        <a:lstStyle/>
        <a:p>
          <a:endParaRPr lang="uk-UA"/>
        </a:p>
      </dgm:t>
    </dgm:pt>
    <dgm:pt modelId="{286380EE-CDA5-4435-A8C1-DB8BD57BD7DF}" type="sibTrans" cxnId="{1CC828C6-2480-407E-9ECF-168EAA6A03DD}">
      <dgm:prSet/>
      <dgm:spPr/>
      <dgm:t>
        <a:bodyPr/>
        <a:lstStyle/>
        <a:p>
          <a:endParaRPr lang="uk-UA"/>
        </a:p>
      </dgm:t>
    </dgm:pt>
    <dgm:pt modelId="{D4A6C0F1-4A1F-44D6-821C-A7F996728715}">
      <dgm:prSet/>
      <dgm:spPr/>
      <dgm:t>
        <a:bodyPr/>
        <a:lstStyle/>
        <a:p>
          <a:r>
            <a:rPr lang="ru-RU" b="0" i="0"/>
            <a:t>1199 р.</a:t>
          </a:r>
          <a:endParaRPr lang="uk-UA"/>
        </a:p>
      </dgm:t>
    </dgm:pt>
    <dgm:pt modelId="{153F9AE9-4816-4941-BE44-63BDEB8AB08E}" type="parTrans" cxnId="{1ADF1B23-5873-4E82-82EF-2B3FD5024047}">
      <dgm:prSet/>
      <dgm:spPr/>
      <dgm:t>
        <a:bodyPr/>
        <a:lstStyle/>
        <a:p>
          <a:endParaRPr lang="uk-UA"/>
        </a:p>
      </dgm:t>
    </dgm:pt>
    <dgm:pt modelId="{576AB02B-AEDF-46D3-931F-62E0246BC094}" type="sibTrans" cxnId="{1ADF1B23-5873-4E82-82EF-2B3FD5024047}">
      <dgm:prSet/>
      <dgm:spPr/>
      <dgm:t>
        <a:bodyPr/>
        <a:lstStyle/>
        <a:p>
          <a:endParaRPr lang="uk-UA"/>
        </a:p>
      </dgm:t>
    </dgm:pt>
    <dgm:pt modelId="{DE1C3F19-1325-41BD-B430-BAD9A9B60F3E}">
      <dgm:prSet/>
      <dgm:spPr/>
      <dgm:t>
        <a:bodyPr/>
        <a:lstStyle/>
        <a:p>
          <a:r>
            <a:rPr lang="ru-RU" b="0" i="0" dirty="0"/>
            <a:t>1223 р.</a:t>
          </a:r>
          <a:endParaRPr lang="uk-UA" dirty="0"/>
        </a:p>
      </dgm:t>
    </dgm:pt>
    <dgm:pt modelId="{4386D0ED-063E-4D0D-B1BF-80B6928E4B26}" type="parTrans" cxnId="{6641907B-A146-4ACD-9FD2-E90F6BEA9187}">
      <dgm:prSet/>
      <dgm:spPr/>
      <dgm:t>
        <a:bodyPr/>
        <a:lstStyle/>
        <a:p>
          <a:endParaRPr lang="uk-UA"/>
        </a:p>
      </dgm:t>
    </dgm:pt>
    <dgm:pt modelId="{5ABF78C9-243E-4BC3-B492-0DC2B7431AAA}" type="sibTrans" cxnId="{6641907B-A146-4ACD-9FD2-E90F6BEA9187}">
      <dgm:prSet/>
      <dgm:spPr/>
      <dgm:t>
        <a:bodyPr/>
        <a:lstStyle/>
        <a:p>
          <a:endParaRPr lang="uk-UA"/>
        </a:p>
      </dgm:t>
    </dgm:pt>
    <dgm:pt modelId="{D4C705D4-8BC4-4D76-BE91-7F306981E476}">
      <dgm:prSet/>
      <dgm:spPr/>
      <dgm:t>
        <a:bodyPr/>
        <a:lstStyle/>
        <a:p>
          <a:r>
            <a:rPr lang="ru-RU" b="0" i="0" dirty="0"/>
            <a:t>1240 р.</a:t>
          </a:r>
          <a:endParaRPr lang="uk-UA" dirty="0"/>
        </a:p>
      </dgm:t>
    </dgm:pt>
    <dgm:pt modelId="{7096E854-E3E1-4D62-8821-54A14150478A}" type="parTrans" cxnId="{C645B40A-9781-477C-AA79-C200B5DD1FA2}">
      <dgm:prSet/>
      <dgm:spPr/>
      <dgm:t>
        <a:bodyPr/>
        <a:lstStyle/>
        <a:p>
          <a:endParaRPr lang="uk-UA"/>
        </a:p>
      </dgm:t>
    </dgm:pt>
    <dgm:pt modelId="{32B6C9DA-9FAF-4249-8339-C337D377FF2A}" type="sibTrans" cxnId="{C645B40A-9781-477C-AA79-C200B5DD1FA2}">
      <dgm:prSet/>
      <dgm:spPr/>
      <dgm:t>
        <a:bodyPr/>
        <a:lstStyle/>
        <a:p>
          <a:endParaRPr lang="uk-UA"/>
        </a:p>
      </dgm:t>
    </dgm:pt>
    <dgm:pt modelId="{122709E7-D40E-4EF6-B7AC-21C855A6D194}" type="pres">
      <dgm:prSet presAssocID="{992F93A9-871E-4828-977E-429865BADE79}" presName="matrix" presStyleCnt="0">
        <dgm:presLayoutVars>
          <dgm:chMax val="1"/>
          <dgm:dir/>
          <dgm:resizeHandles val="exact"/>
        </dgm:presLayoutVars>
      </dgm:prSet>
      <dgm:spPr/>
    </dgm:pt>
    <dgm:pt modelId="{C484E727-13DF-4F06-AEFF-D53E6954B99E}" type="pres">
      <dgm:prSet presAssocID="{992F93A9-871E-4828-977E-429865BADE79}" presName="diamond" presStyleLbl="bgShp" presStyleIdx="0" presStyleCnt="1"/>
      <dgm:spPr/>
    </dgm:pt>
    <dgm:pt modelId="{092AB40F-FAEC-412C-81E7-A0FA774D6B9F}" type="pres">
      <dgm:prSet presAssocID="{992F93A9-871E-4828-977E-429865BADE7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2A27C96-CFC4-4D45-B14D-7435616E8E85}" type="pres">
      <dgm:prSet presAssocID="{992F93A9-871E-4828-977E-429865BADE7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646E2DE-DD56-415E-9006-A031387593F5}" type="pres">
      <dgm:prSet presAssocID="{992F93A9-871E-4828-977E-429865BADE7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3E0216E-93F6-4997-9131-1BB026F0349B}" type="pres">
      <dgm:prSet presAssocID="{992F93A9-871E-4828-977E-429865BADE7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645B40A-9781-477C-AA79-C200B5DD1FA2}" srcId="{992F93A9-871E-4828-977E-429865BADE79}" destId="{D4C705D4-8BC4-4D76-BE91-7F306981E476}" srcOrd="3" destOrd="0" parTransId="{7096E854-E3E1-4D62-8821-54A14150478A}" sibTransId="{32B6C9DA-9FAF-4249-8339-C337D377FF2A}"/>
    <dgm:cxn modelId="{1ADF1B23-5873-4E82-82EF-2B3FD5024047}" srcId="{992F93A9-871E-4828-977E-429865BADE79}" destId="{D4A6C0F1-4A1F-44D6-821C-A7F996728715}" srcOrd="1" destOrd="0" parTransId="{153F9AE9-4816-4941-BE44-63BDEB8AB08E}" sibTransId="{576AB02B-AEDF-46D3-931F-62E0246BC094}"/>
    <dgm:cxn modelId="{7124A529-5051-4BB9-81A1-02A19BBC8C2B}" type="presOf" srcId="{DE1C3F19-1325-41BD-B430-BAD9A9B60F3E}" destId="{C646E2DE-DD56-415E-9006-A031387593F5}" srcOrd="0" destOrd="0" presId="urn:microsoft.com/office/officeart/2005/8/layout/matrix3"/>
    <dgm:cxn modelId="{F920EF61-F60C-4D58-A4F3-CCB681B05A41}" type="presOf" srcId="{D4A6C0F1-4A1F-44D6-821C-A7F996728715}" destId="{72A27C96-CFC4-4D45-B14D-7435616E8E85}" srcOrd="0" destOrd="0" presId="urn:microsoft.com/office/officeart/2005/8/layout/matrix3"/>
    <dgm:cxn modelId="{32CA195A-B820-474B-914C-F231AD1E6FC0}" type="presOf" srcId="{D4C705D4-8BC4-4D76-BE91-7F306981E476}" destId="{E3E0216E-93F6-4997-9131-1BB026F0349B}" srcOrd="0" destOrd="0" presId="urn:microsoft.com/office/officeart/2005/8/layout/matrix3"/>
    <dgm:cxn modelId="{6641907B-A146-4ACD-9FD2-E90F6BEA9187}" srcId="{992F93A9-871E-4828-977E-429865BADE79}" destId="{DE1C3F19-1325-41BD-B430-BAD9A9B60F3E}" srcOrd="2" destOrd="0" parTransId="{4386D0ED-063E-4D0D-B1BF-80B6928E4B26}" sibTransId="{5ABF78C9-243E-4BC3-B492-0DC2B7431AAA}"/>
    <dgm:cxn modelId="{3415C183-C135-4991-A58C-DB9492609F3A}" type="presOf" srcId="{32C6C919-3234-4B59-B5FD-06B916269F64}" destId="{092AB40F-FAEC-412C-81E7-A0FA774D6B9F}" srcOrd="0" destOrd="0" presId="urn:microsoft.com/office/officeart/2005/8/layout/matrix3"/>
    <dgm:cxn modelId="{1CC828C6-2480-407E-9ECF-168EAA6A03DD}" srcId="{992F93A9-871E-4828-977E-429865BADE79}" destId="{32C6C919-3234-4B59-B5FD-06B916269F64}" srcOrd="0" destOrd="0" parTransId="{33948A6E-4A3C-48E1-9315-21FEE53CDE4E}" sibTransId="{286380EE-CDA5-4435-A8C1-DB8BD57BD7DF}"/>
    <dgm:cxn modelId="{80D5B0D6-7930-4B88-B1E0-EF1FA6A004FC}" type="presOf" srcId="{992F93A9-871E-4828-977E-429865BADE79}" destId="{122709E7-D40E-4EF6-B7AC-21C855A6D194}" srcOrd="0" destOrd="0" presId="urn:microsoft.com/office/officeart/2005/8/layout/matrix3"/>
    <dgm:cxn modelId="{9BA85677-15F3-4FC2-934E-6851E62DFAAB}" type="presParOf" srcId="{122709E7-D40E-4EF6-B7AC-21C855A6D194}" destId="{C484E727-13DF-4F06-AEFF-D53E6954B99E}" srcOrd="0" destOrd="0" presId="urn:microsoft.com/office/officeart/2005/8/layout/matrix3"/>
    <dgm:cxn modelId="{21A53DA7-30D9-40B4-836F-1ADF7BE24BE6}" type="presParOf" srcId="{122709E7-D40E-4EF6-B7AC-21C855A6D194}" destId="{092AB40F-FAEC-412C-81E7-A0FA774D6B9F}" srcOrd="1" destOrd="0" presId="urn:microsoft.com/office/officeart/2005/8/layout/matrix3"/>
    <dgm:cxn modelId="{69BD4605-1E5F-4642-9EAB-96547607EB7E}" type="presParOf" srcId="{122709E7-D40E-4EF6-B7AC-21C855A6D194}" destId="{72A27C96-CFC4-4D45-B14D-7435616E8E85}" srcOrd="2" destOrd="0" presId="urn:microsoft.com/office/officeart/2005/8/layout/matrix3"/>
    <dgm:cxn modelId="{7201D88A-81FA-4EE8-9019-236509D871C1}" type="presParOf" srcId="{122709E7-D40E-4EF6-B7AC-21C855A6D194}" destId="{C646E2DE-DD56-415E-9006-A031387593F5}" srcOrd="3" destOrd="0" presId="urn:microsoft.com/office/officeart/2005/8/layout/matrix3"/>
    <dgm:cxn modelId="{83A48795-E5F7-4DAB-B40B-1082F1132471}" type="presParOf" srcId="{122709E7-D40E-4EF6-B7AC-21C855A6D194}" destId="{E3E0216E-93F6-4997-9131-1BB026F0349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C45D6CA-7D67-4808-9E6B-4FEA4CA158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4FC978B-B20C-4A33-A5FB-119513C09EAD}">
      <dgm:prSet/>
      <dgm:spPr/>
      <dgm:t>
        <a:bodyPr/>
        <a:lstStyle/>
        <a:p>
          <a:r>
            <a:rPr lang="uk-UA" b="0" i="0"/>
            <a:t>приборкання боярської опозиції</a:t>
          </a:r>
          <a:endParaRPr lang="uk-UA"/>
        </a:p>
      </dgm:t>
    </dgm:pt>
    <dgm:pt modelId="{794A91EF-8E23-44FC-ADC5-D77D70F2F23B}" type="parTrans" cxnId="{A8407FDA-197C-4FB1-8E0A-79772571AD6E}">
      <dgm:prSet/>
      <dgm:spPr/>
      <dgm:t>
        <a:bodyPr/>
        <a:lstStyle/>
        <a:p>
          <a:endParaRPr lang="uk-UA"/>
        </a:p>
      </dgm:t>
    </dgm:pt>
    <dgm:pt modelId="{B0EE7AA5-C475-4CFC-B36B-C7D5858C505C}" type="sibTrans" cxnId="{A8407FDA-197C-4FB1-8E0A-79772571AD6E}">
      <dgm:prSet/>
      <dgm:spPr/>
      <dgm:t>
        <a:bodyPr/>
        <a:lstStyle/>
        <a:p>
          <a:endParaRPr lang="uk-UA"/>
        </a:p>
      </dgm:t>
    </dgm:pt>
    <dgm:pt modelId="{7721CFEF-03C3-426E-9572-556E48D86EC0}">
      <dgm:prSet/>
      <dgm:spPr/>
      <dgm:t>
        <a:bodyPr/>
        <a:lstStyle/>
        <a:p>
          <a:r>
            <a:rPr lang="uk-UA" b="0" i="0"/>
            <a:t>розбудова Галицької митрополії</a:t>
          </a:r>
          <a:endParaRPr lang="uk-UA"/>
        </a:p>
      </dgm:t>
    </dgm:pt>
    <dgm:pt modelId="{1220F519-3CF6-47A7-A88B-7CA004D60950}" type="parTrans" cxnId="{5191B24E-06E0-4390-B99A-3D9EC3B36036}">
      <dgm:prSet/>
      <dgm:spPr/>
      <dgm:t>
        <a:bodyPr/>
        <a:lstStyle/>
        <a:p>
          <a:endParaRPr lang="uk-UA"/>
        </a:p>
      </dgm:t>
    </dgm:pt>
    <dgm:pt modelId="{342B7844-207A-4127-8D17-303004E82AF0}" type="sibTrans" cxnId="{5191B24E-06E0-4390-B99A-3D9EC3B36036}">
      <dgm:prSet/>
      <dgm:spPr/>
      <dgm:t>
        <a:bodyPr/>
        <a:lstStyle/>
        <a:p>
          <a:endParaRPr lang="uk-UA"/>
        </a:p>
      </dgm:t>
    </dgm:pt>
    <dgm:pt modelId="{766A120A-BBE9-485F-96B7-30A8AD76AFA0}">
      <dgm:prSet/>
      <dgm:spPr/>
      <dgm:t>
        <a:bodyPr/>
        <a:lstStyle/>
        <a:p>
          <a:r>
            <a:rPr lang="uk-UA" b="0" i="0"/>
            <a:t>боротьба з Тевтонським орденом</a:t>
          </a:r>
          <a:endParaRPr lang="uk-UA"/>
        </a:p>
      </dgm:t>
    </dgm:pt>
    <dgm:pt modelId="{291E9CEF-1909-4C3A-8F44-95C50A636BCC}" type="parTrans" cxnId="{B2DFA089-CE78-455B-947D-61F5A58C4CA0}">
      <dgm:prSet/>
      <dgm:spPr/>
      <dgm:t>
        <a:bodyPr/>
        <a:lstStyle/>
        <a:p>
          <a:endParaRPr lang="uk-UA"/>
        </a:p>
      </dgm:t>
    </dgm:pt>
    <dgm:pt modelId="{CE271595-4C38-4C1B-B5EB-8E756766882D}" type="sibTrans" cxnId="{B2DFA089-CE78-455B-947D-61F5A58C4CA0}">
      <dgm:prSet/>
      <dgm:spPr/>
      <dgm:t>
        <a:bodyPr/>
        <a:lstStyle/>
        <a:p>
          <a:endParaRPr lang="uk-UA"/>
        </a:p>
      </dgm:t>
    </dgm:pt>
    <dgm:pt modelId="{515F7A60-2D59-4A8F-B88A-F04B3D05DAB0}">
      <dgm:prSet/>
      <dgm:spPr/>
      <dgm:t>
        <a:bodyPr/>
        <a:lstStyle/>
        <a:p>
          <a:r>
            <a:rPr lang="uk-UA" b="0" i="0" dirty="0"/>
            <a:t>створення </a:t>
          </a:r>
          <a:r>
            <a:rPr lang="uk-UA" b="0" i="0" dirty="0" err="1"/>
            <a:t>антимонгольської</a:t>
          </a:r>
          <a:r>
            <a:rPr lang="uk-UA" b="0" i="0" dirty="0"/>
            <a:t> коаліції</a:t>
          </a:r>
          <a:endParaRPr lang="uk-UA" dirty="0"/>
        </a:p>
      </dgm:t>
    </dgm:pt>
    <dgm:pt modelId="{3EF4A218-7793-4214-A82D-FD9184E92BA7}" type="parTrans" cxnId="{3BA3A4CA-5942-49B2-BB08-83439272ECD7}">
      <dgm:prSet/>
      <dgm:spPr/>
      <dgm:t>
        <a:bodyPr/>
        <a:lstStyle/>
        <a:p>
          <a:endParaRPr lang="uk-UA"/>
        </a:p>
      </dgm:t>
    </dgm:pt>
    <dgm:pt modelId="{EEBA07D7-5321-4BAF-9CB8-A0EE0061212B}" type="sibTrans" cxnId="{3BA3A4CA-5942-49B2-BB08-83439272ECD7}">
      <dgm:prSet/>
      <dgm:spPr/>
      <dgm:t>
        <a:bodyPr/>
        <a:lstStyle/>
        <a:p>
          <a:endParaRPr lang="uk-UA"/>
        </a:p>
      </dgm:t>
    </dgm:pt>
    <dgm:pt modelId="{502158DB-C738-444A-B7E5-1FBDB8EEAF64}" type="pres">
      <dgm:prSet presAssocID="{9C45D6CA-7D67-4808-9E6B-4FEA4CA1585C}" presName="linear" presStyleCnt="0">
        <dgm:presLayoutVars>
          <dgm:animLvl val="lvl"/>
          <dgm:resizeHandles val="exact"/>
        </dgm:presLayoutVars>
      </dgm:prSet>
      <dgm:spPr/>
    </dgm:pt>
    <dgm:pt modelId="{E3CCAF24-050A-414F-A120-67B2515BA95F}" type="pres">
      <dgm:prSet presAssocID="{F4FC978B-B20C-4A33-A5FB-119513C09E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39FCC41-36FB-4EF6-B5F2-00E4D4B31E79}" type="pres">
      <dgm:prSet presAssocID="{B0EE7AA5-C475-4CFC-B36B-C7D5858C505C}" presName="spacer" presStyleCnt="0"/>
      <dgm:spPr/>
    </dgm:pt>
    <dgm:pt modelId="{20C09DC0-0E14-42BF-AF79-693551282FDB}" type="pres">
      <dgm:prSet presAssocID="{7721CFEF-03C3-426E-9572-556E48D86EC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530C81-DD2D-418F-AEEB-581CA54C50E9}" type="pres">
      <dgm:prSet presAssocID="{342B7844-207A-4127-8D17-303004E82AF0}" presName="spacer" presStyleCnt="0"/>
      <dgm:spPr/>
    </dgm:pt>
    <dgm:pt modelId="{B7E8E512-2AC9-4D3F-8563-35A977517ABB}" type="pres">
      <dgm:prSet presAssocID="{766A120A-BBE9-485F-96B7-30A8AD76AF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9DAF4C-2908-4E57-950A-34879B2E84B9}" type="pres">
      <dgm:prSet presAssocID="{CE271595-4C38-4C1B-B5EB-8E756766882D}" presName="spacer" presStyleCnt="0"/>
      <dgm:spPr/>
    </dgm:pt>
    <dgm:pt modelId="{1C712B16-D02A-40DC-A91A-6B9024630BF0}" type="pres">
      <dgm:prSet presAssocID="{515F7A60-2D59-4A8F-B88A-F04B3D05DA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E7BB14-8BC5-4BDD-B05F-1A697DFBA1D9}" type="presOf" srcId="{766A120A-BBE9-485F-96B7-30A8AD76AFA0}" destId="{B7E8E512-2AC9-4D3F-8563-35A977517ABB}" srcOrd="0" destOrd="0" presId="urn:microsoft.com/office/officeart/2005/8/layout/vList2"/>
    <dgm:cxn modelId="{1566F429-0303-4D3A-908F-27A296C6DA27}" type="presOf" srcId="{9C45D6CA-7D67-4808-9E6B-4FEA4CA1585C}" destId="{502158DB-C738-444A-B7E5-1FBDB8EEAF64}" srcOrd="0" destOrd="0" presId="urn:microsoft.com/office/officeart/2005/8/layout/vList2"/>
    <dgm:cxn modelId="{DDFB194C-8D5A-4FB1-9A6A-A037C25BE0D6}" type="presOf" srcId="{515F7A60-2D59-4A8F-B88A-F04B3D05DAB0}" destId="{1C712B16-D02A-40DC-A91A-6B9024630BF0}" srcOrd="0" destOrd="0" presId="urn:microsoft.com/office/officeart/2005/8/layout/vList2"/>
    <dgm:cxn modelId="{5191B24E-06E0-4390-B99A-3D9EC3B36036}" srcId="{9C45D6CA-7D67-4808-9E6B-4FEA4CA1585C}" destId="{7721CFEF-03C3-426E-9572-556E48D86EC0}" srcOrd="1" destOrd="0" parTransId="{1220F519-3CF6-47A7-A88B-7CA004D60950}" sibTransId="{342B7844-207A-4127-8D17-303004E82AF0}"/>
    <dgm:cxn modelId="{B2DFA089-CE78-455B-947D-61F5A58C4CA0}" srcId="{9C45D6CA-7D67-4808-9E6B-4FEA4CA1585C}" destId="{766A120A-BBE9-485F-96B7-30A8AD76AFA0}" srcOrd="2" destOrd="0" parTransId="{291E9CEF-1909-4C3A-8F44-95C50A636BCC}" sibTransId="{CE271595-4C38-4C1B-B5EB-8E756766882D}"/>
    <dgm:cxn modelId="{2CE3BC94-155E-454D-8C1E-63D1C87A84BD}" type="presOf" srcId="{7721CFEF-03C3-426E-9572-556E48D86EC0}" destId="{20C09DC0-0E14-42BF-AF79-693551282FDB}" srcOrd="0" destOrd="0" presId="urn:microsoft.com/office/officeart/2005/8/layout/vList2"/>
    <dgm:cxn modelId="{48F6EAC6-3824-4953-9B95-6497DEFD7B1E}" type="presOf" srcId="{F4FC978B-B20C-4A33-A5FB-119513C09EAD}" destId="{E3CCAF24-050A-414F-A120-67B2515BA95F}" srcOrd="0" destOrd="0" presId="urn:microsoft.com/office/officeart/2005/8/layout/vList2"/>
    <dgm:cxn modelId="{3BA3A4CA-5942-49B2-BB08-83439272ECD7}" srcId="{9C45D6CA-7D67-4808-9E6B-4FEA4CA1585C}" destId="{515F7A60-2D59-4A8F-B88A-F04B3D05DAB0}" srcOrd="3" destOrd="0" parTransId="{3EF4A218-7793-4214-A82D-FD9184E92BA7}" sibTransId="{EEBA07D7-5321-4BAF-9CB8-A0EE0061212B}"/>
    <dgm:cxn modelId="{A8407FDA-197C-4FB1-8E0A-79772571AD6E}" srcId="{9C45D6CA-7D67-4808-9E6B-4FEA4CA1585C}" destId="{F4FC978B-B20C-4A33-A5FB-119513C09EAD}" srcOrd="0" destOrd="0" parTransId="{794A91EF-8E23-44FC-ADC5-D77D70F2F23B}" sibTransId="{B0EE7AA5-C475-4CFC-B36B-C7D5858C505C}"/>
    <dgm:cxn modelId="{C7C6277D-728C-4C99-946F-B21ED00F4D02}" type="presParOf" srcId="{502158DB-C738-444A-B7E5-1FBDB8EEAF64}" destId="{E3CCAF24-050A-414F-A120-67B2515BA95F}" srcOrd="0" destOrd="0" presId="urn:microsoft.com/office/officeart/2005/8/layout/vList2"/>
    <dgm:cxn modelId="{D1C100A9-DFE2-4BED-996E-94341E48FC45}" type="presParOf" srcId="{502158DB-C738-444A-B7E5-1FBDB8EEAF64}" destId="{C39FCC41-36FB-4EF6-B5F2-00E4D4B31E79}" srcOrd="1" destOrd="0" presId="urn:microsoft.com/office/officeart/2005/8/layout/vList2"/>
    <dgm:cxn modelId="{8093A178-1420-43EF-A079-8F0FEDB94A5A}" type="presParOf" srcId="{502158DB-C738-444A-B7E5-1FBDB8EEAF64}" destId="{20C09DC0-0E14-42BF-AF79-693551282FDB}" srcOrd="2" destOrd="0" presId="urn:microsoft.com/office/officeart/2005/8/layout/vList2"/>
    <dgm:cxn modelId="{3066E331-DDB5-465B-BCA4-CF6843566B40}" type="presParOf" srcId="{502158DB-C738-444A-B7E5-1FBDB8EEAF64}" destId="{05530C81-DD2D-418F-AEEB-581CA54C50E9}" srcOrd="3" destOrd="0" presId="urn:microsoft.com/office/officeart/2005/8/layout/vList2"/>
    <dgm:cxn modelId="{D6C505E0-FCB3-4D9A-BA09-F1AAF3C50F92}" type="presParOf" srcId="{502158DB-C738-444A-B7E5-1FBDB8EEAF64}" destId="{B7E8E512-2AC9-4D3F-8563-35A977517ABB}" srcOrd="4" destOrd="0" presId="urn:microsoft.com/office/officeart/2005/8/layout/vList2"/>
    <dgm:cxn modelId="{2D249FE0-A35E-4E8A-9405-3C868EAC8D2C}" type="presParOf" srcId="{502158DB-C738-444A-B7E5-1FBDB8EEAF64}" destId="{ED9DAF4C-2908-4E57-950A-34879B2E84B9}" srcOrd="5" destOrd="0" presId="urn:microsoft.com/office/officeart/2005/8/layout/vList2"/>
    <dgm:cxn modelId="{734327E0-1CB4-4EDD-BCFC-B641F27DD279}" type="presParOf" srcId="{502158DB-C738-444A-B7E5-1FBDB8EEAF64}" destId="{1C712B16-D02A-40DC-A91A-6B9024630BF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B6602A2-880F-49E4-842E-C39FFB30CA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511464-6B13-4F6B-95C9-BF5B227195A9}">
      <dgm:prSet/>
      <dgm:spPr/>
      <dgm:t>
        <a:bodyPr/>
        <a:lstStyle/>
        <a:p>
          <a:r>
            <a:rPr lang="ru-RU" b="0" i="0" dirty="0" err="1"/>
            <a:t>зміна</a:t>
          </a:r>
          <a:r>
            <a:rPr lang="ru-RU" b="0" i="0" dirty="0"/>
            <a:t> </a:t>
          </a:r>
          <a:r>
            <a:rPr lang="ru-RU" b="0" i="0" dirty="0" err="1"/>
            <a:t>системи</a:t>
          </a:r>
          <a:r>
            <a:rPr lang="ru-RU" b="0" i="0" dirty="0"/>
            <a:t> </a:t>
          </a:r>
          <a:r>
            <a:rPr lang="ru-RU" b="0" i="0" dirty="0" err="1"/>
            <a:t>престолонаслідування</a:t>
          </a:r>
          <a:endParaRPr lang="uk-UA" dirty="0"/>
        </a:p>
      </dgm:t>
    </dgm:pt>
    <dgm:pt modelId="{CAF37F8B-2324-43D1-9E2D-26C28443995B}" type="parTrans" cxnId="{6D92E7AE-9D05-40B1-B3BF-256F03B90041}">
      <dgm:prSet/>
      <dgm:spPr/>
      <dgm:t>
        <a:bodyPr/>
        <a:lstStyle/>
        <a:p>
          <a:endParaRPr lang="uk-UA"/>
        </a:p>
      </dgm:t>
    </dgm:pt>
    <dgm:pt modelId="{D6EE6AFE-E9F2-46D1-A0B6-D53C645199F9}" type="sibTrans" cxnId="{6D92E7AE-9D05-40B1-B3BF-256F03B90041}">
      <dgm:prSet/>
      <dgm:spPr/>
      <dgm:t>
        <a:bodyPr/>
        <a:lstStyle/>
        <a:p>
          <a:endParaRPr lang="uk-UA"/>
        </a:p>
      </dgm:t>
    </dgm:pt>
    <dgm:pt modelId="{B573D207-FE8D-43C5-B8B9-4B2B030171B2}">
      <dgm:prSet/>
      <dgm:spPr/>
      <dgm:t>
        <a:bodyPr/>
        <a:lstStyle/>
        <a:p>
          <a:r>
            <a:rPr lang="ru-RU" b="0" i="0" dirty="0" err="1"/>
            <a:t>установлення</a:t>
          </a:r>
          <a:r>
            <a:rPr lang="ru-RU" b="0" i="0" dirty="0"/>
            <a:t> </a:t>
          </a:r>
          <a:r>
            <a:rPr lang="ru-RU" b="0" i="0" dirty="0" err="1"/>
            <a:t>монгольського</a:t>
          </a:r>
          <a:r>
            <a:rPr lang="ru-RU" b="0" i="0" dirty="0"/>
            <a:t> </a:t>
          </a:r>
          <a:r>
            <a:rPr lang="ru-RU" b="0" i="0" dirty="0" err="1"/>
            <a:t>панування</a:t>
          </a:r>
          <a:endParaRPr lang="uk-UA" dirty="0"/>
        </a:p>
      </dgm:t>
    </dgm:pt>
    <dgm:pt modelId="{BC8EABFD-388F-4F06-A448-CDB98EA1A219}" type="parTrans" cxnId="{72FC1F8C-E536-4C8E-A4F2-4AD3954B1789}">
      <dgm:prSet/>
      <dgm:spPr/>
      <dgm:t>
        <a:bodyPr/>
        <a:lstStyle/>
        <a:p>
          <a:endParaRPr lang="uk-UA"/>
        </a:p>
      </dgm:t>
    </dgm:pt>
    <dgm:pt modelId="{9AA61CB0-47A8-485F-8725-10E3AC60D63E}" type="sibTrans" cxnId="{72FC1F8C-E536-4C8E-A4F2-4AD3954B1789}">
      <dgm:prSet/>
      <dgm:spPr/>
      <dgm:t>
        <a:bodyPr/>
        <a:lstStyle/>
        <a:p>
          <a:endParaRPr lang="uk-UA"/>
        </a:p>
      </dgm:t>
    </dgm:pt>
    <dgm:pt modelId="{0E076178-AFC0-45FB-9C6A-43EB714A3E76}">
      <dgm:prSet/>
      <dgm:spPr/>
      <dgm:t>
        <a:bodyPr/>
        <a:lstStyle/>
        <a:p>
          <a:r>
            <a:rPr lang="ru-RU" b="0" i="0"/>
            <a:t>утрата контролю над Червенськими містами</a:t>
          </a:r>
          <a:endParaRPr lang="uk-UA"/>
        </a:p>
      </dgm:t>
    </dgm:pt>
    <dgm:pt modelId="{77331757-0C51-4E0C-8353-C0598F01AA67}" type="parTrans" cxnId="{A706084A-96A6-4594-97E0-EE01A2BF75A4}">
      <dgm:prSet/>
      <dgm:spPr/>
      <dgm:t>
        <a:bodyPr/>
        <a:lstStyle/>
        <a:p>
          <a:endParaRPr lang="uk-UA"/>
        </a:p>
      </dgm:t>
    </dgm:pt>
    <dgm:pt modelId="{AF64D6CD-0EEB-42BC-91BB-FEB3B94CD57C}" type="sibTrans" cxnId="{A706084A-96A6-4594-97E0-EE01A2BF75A4}">
      <dgm:prSet/>
      <dgm:spPr/>
      <dgm:t>
        <a:bodyPr/>
        <a:lstStyle/>
        <a:p>
          <a:endParaRPr lang="uk-UA"/>
        </a:p>
      </dgm:t>
    </dgm:pt>
    <dgm:pt modelId="{41B34DE9-1DDD-48E6-93B8-0D8A2104208D}">
      <dgm:prSet/>
      <dgm:spPr/>
      <dgm:t>
        <a:bodyPr/>
        <a:lstStyle/>
        <a:p>
          <a:r>
            <a:rPr lang="ru-RU" b="0" i="0" dirty="0" err="1"/>
            <a:t>тимчасова</a:t>
          </a:r>
          <a:r>
            <a:rPr lang="ru-RU" b="0" i="0" dirty="0"/>
            <a:t> </a:t>
          </a:r>
          <a:r>
            <a:rPr lang="ru-RU" b="0" i="0" dirty="0" err="1"/>
            <a:t>втрата</a:t>
          </a:r>
          <a:r>
            <a:rPr lang="ru-RU" b="0" i="0" dirty="0"/>
            <a:t> </a:t>
          </a:r>
          <a:r>
            <a:rPr lang="ru-RU" b="0" i="0" dirty="0" err="1"/>
            <a:t>державної</a:t>
          </a:r>
          <a:r>
            <a:rPr lang="ru-RU" b="0" i="0" dirty="0"/>
            <a:t> </a:t>
          </a:r>
          <a:r>
            <a:rPr lang="ru-RU" b="0" i="0" dirty="0" err="1"/>
            <a:t>єдності</a:t>
          </a:r>
          <a:r>
            <a:rPr lang="ru-RU" b="0" i="0" dirty="0"/>
            <a:t> земель</a:t>
          </a:r>
          <a:endParaRPr lang="uk-UA" dirty="0"/>
        </a:p>
      </dgm:t>
    </dgm:pt>
    <dgm:pt modelId="{2E082873-8F05-43BB-B9FA-9F4B2407E29C}" type="parTrans" cxnId="{14D272F2-4831-47B5-93EB-6312D445BCB2}">
      <dgm:prSet/>
      <dgm:spPr/>
      <dgm:t>
        <a:bodyPr/>
        <a:lstStyle/>
        <a:p>
          <a:endParaRPr lang="uk-UA"/>
        </a:p>
      </dgm:t>
    </dgm:pt>
    <dgm:pt modelId="{C5838972-A502-402A-8677-54B4420DF2F5}" type="sibTrans" cxnId="{14D272F2-4831-47B5-93EB-6312D445BCB2}">
      <dgm:prSet/>
      <dgm:spPr/>
      <dgm:t>
        <a:bodyPr/>
        <a:lstStyle/>
        <a:p>
          <a:endParaRPr lang="uk-UA"/>
        </a:p>
      </dgm:t>
    </dgm:pt>
    <dgm:pt modelId="{4856443D-AA17-4559-B607-983E215B82B7}" type="pres">
      <dgm:prSet presAssocID="{7B6602A2-880F-49E4-842E-C39FFB30CA92}" presName="linear" presStyleCnt="0">
        <dgm:presLayoutVars>
          <dgm:animLvl val="lvl"/>
          <dgm:resizeHandles val="exact"/>
        </dgm:presLayoutVars>
      </dgm:prSet>
      <dgm:spPr/>
    </dgm:pt>
    <dgm:pt modelId="{CB3366FD-5809-47D4-A6CB-14E8E16D721D}" type="pres">
      <dgm:prSet presAssocID="{7B511464-6B13-4F6B-95C9-BF5B227195A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C580CA-777A-4E4F-9ADB-12F389C84E46}" type="pres">
      <dgm:prSet presAssocID="{D6EE6AFE-E9F2-46D1-A0B6-D53C645199F9}" presName="spacer" presStyleCnt="0"/>
      <dgm:spPr/>
    </dgm:pt>
    <dgm:pt modelId="{34CD687B-031F-4571-B3CC-1883D2EC3E8F}" type="pres">
      <dgm:prSet presAssocID="{B573D207-FE8D-43C5-B8B9-4B2B030171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29EA7A-A717-4882-905E-D583DBA554A6}" type="pres">
      <dgm:prSet presAssocID="{9AA61CB0-47A8-485F-8725-10E3AC60D63E}" presName="spacer" presStyleCnt="0"/>
      <dgm:spPr/>
    </dgm:pt>
    <dgm:pt modelId="{547A3913-A88A-4EF4-AD92-881BA3E0206F}" type="pres">
      <dgm:prSet presAssocID="{0E076178-AFC0-45FB-9C6A-43EB714A3E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97B5A69-0AAE-4F8F-B27A-B3EB02B86DB1}" type="pres">
      <dgm:prSet presAssocID="{AF64D6CD-0EEB-42BC-91BB-FEB3B94CD57C}" presName="spacer" presStyleCnt="0"/>
      <dgm:spPr/>
    </dgm:pt>
    <dgm:pt modelId="{AF9A3876-7785-42AA-90B4-D79FF1416F8B}" type="pres">
      <dgm:prSet presAssocID="{41B34DE9-1DDD-48E6-93B8-0D8A2104208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978935-1C02-420A-82C8-3D729D3D2018}" type="presOf" srcId="{7B6602A2-880F-49E4-842E-C39FFB30CA92}" destId="{4856443D-AA17-4559-B607-983E215B82B7}" srcOrd="0" destOrd="0" presId="urn:microsoft.com/office/officeart/2005/8/layout/vList2"/>
    <dgm:cxn modelId="{DE8BC136-90EE-4E3C-A896-A86A0E485FFE}" type="presOf" srcId="{41B34DE9-1DDD-48E6-93B8-0D8A2104208D}" destId="{AF9A3876-7785-42AA-90B4-D79FF1416F8B}" srcOrd="0" destOrd="0" presId="urn:microsoft.com/office/officeart/2005/8/layout/vList2"/>
    <dgm:cxn modelId="{2476D83E-E4BC-41DD-8AF0-10C95FEFC337}" type="presOf" srcId="{7B511464-6B13-4F6B-95C9-BF5B227195A9}" destId="{CB3366FD-5809-47D4-A6CB-14E8E16D721D}" srcOrd="0" destOrd="0" presId="urn:microsoft.com/office/officeart/2005/8/layout/vList2"/>
    <dgm:cxn modelId="{A706084A-96A6-4594-97E0-EE01A2BF75A4}" srcId="{7B6602A2-880F-49E4-842E-C39FFB30CA92}" destId="{0E076178-AFC0-45FB-9C6A-43EB714A3E76}" srcOrd="2" destOrd="0" parTransId="{77331757-0C51-4E0C-8353-C0598F01AA67}" sibTransId="{AF64D6CD-0EEB-42BC-91BB-FEB3B94CD57C}"/>
    <dgm:cxn modelId="{72FC1F8C-E536-4C8E-A4F2-4AD3954B1789}" srcId="{7B6602A2-880F-49E4-842E-C39FFB30CA92}" destId="{B573D207-FE8D-43C5-B8B9-4B2B030171B2}" srcOrd="1" destOrd="0" parTransId="{BC8EABFD-388F-4F06-A448-CDB98EA1A219}" sibTransId="{9AA61CB0-47A8-485F-8725-10E3AC60D63E}"/>
    <dgm:cxn modelId="{6D92E7AE-9D05-40B1-B3BF-256F03B90041}" srcId="{7B6602A2-880F-49E4-842E-C39FFB30CA92}" destId="{7B511464-6B13-4F6B-95C9-BF5B227195A9}" srcOrd="0" destOrd="0" parTransId="{CAF37F8B-2324-43D1-9E2D-26C28443995B}" sibTransId="{D6EE6AFE-E9F2-46D1-A0B6-D53C645199F9}"/>
    <dgm:cxn modelId="{DF46C7E1-65CF-4364-AEDD-D3ACFA4B87D1}" type="presOf" srcId="{B573D207-FE8D-43C5-B8B9-4B2B030171B2}" destId="{34CD687B-031F-4571-B3CC-1883D2EC3E8F}" srcOrd="0" destOrd="0" presId="urn:microsoft.com/office/officeart/2005/8/layout/vList2"/>
    <dgm:cxn modelId="{14D272F2-4831-47B5-93EB-6312D445BCB2}" srcId="{7B6602A2-880F-49E4-842E-C39FFB30CA92}" destId="{41B34DE9-1DDD-48E6-93B8-0D8A2104208D}" srcOrd="3" destOrd="0" parTransId="{2E082873-8F05-43BB-B9FA-9F4B2407E29C}" sibTransId="{C5838972-A502-402A-8677-54B4420DF2F5}"/>
    <dgm:cxn modelId="{4C5AB6FB-D44B-41AA-B9BA-9551B86C82EC}" type="presOf" srcId="{0E076178-AFC0-45FB-9C6A-43EB714A3E76}" destId="{547A3913-A88A-4EF4-AD92-881BA3E0206F}" srcOrd="0" destOrd="0" presId="urn:microsoft.com/office/officeart/2005/8/layout/vList2"/>
    <dgm:cxn modelId="{68BAA719-58F8-49C0-BCD3-935DBBEF44CB}" type="presParOf" srcId="{4856443D-AA17-4559-B607-983E215B82B7}" destId="{CB3366FD-5809-47D4-A6CB-14E8E16D721D}" srcOrd="0" destOrd="0" presId="urn:microsoft.com/office/officeart/2005/8/layout/vList2"/>
    <dgm:cxn modelId="{3611CDA7-229D-449E-B285-54194B2628C1}" type="presParOf" srcId="{4856443D-AA17-4559-B607-983E215B82B7}" destId="{0DC580CA-777A-4E4F-9ADB-12F389C84E46}" srcOrd="1" destOrd="0" presId="urn:microsoft.com/office/officeart/2005/8/layout/vList2"/>
    <dgm:cxn modelId="{4A613C52-C5F7-462A-B187-E3DABE5BC297}" type="presParOf" srcId="{4856443D-AA17-4559-B607-983E215B82B7}" destId="{34CD687B-031F-4571-B3CC-1883D2EC3E8F}" srcOrd="2" destOrd="0" presId="urn:microsoft.com/office/officeart/2005/8/layout/vList2"/>
    <dgm:cxn modelId="{686C862B-AD6E-44BB-A5EC-5E2AC1CF49CC}" type="presParOf" srcId="{4856443D-AA17-4559-B607-983E215B82B7}" destId="{5329EA7A-A717-4882-905E-D583DBA554A6}" srcOrd="3" destOrd="0" presId="urn:microsoft.com/office/officeart/2005/8/layout/vList2"/>
    <dgm:cxn modelId="{EC47D545-8D9C-43AF-84FD-9B0494D10A50}" type="presParOf" srcId="{4856443D-AA17-4559-B607-983E215B82B7}" destId="{547A3913-A88A-4EF4-AD92-881BA3E0206F}" srcOrd="4" destOrd="0" presId="urn:microsoft.com/office/officeart/2005/8/layout/vList2"/>
    <dgm:cxn modelId="{A162C531-1484-48A5-A4E0-5D2DC6FDF2EE}" type="presParOf" srcId="{4856443D-AA17-4559-B607-983E215B82B7}" destId="{D97B5A69-0AAE-4F8F-B27A-B3EB02B86DB1}" srcOrd="5" destOrd="0" presId="urn:microsoft.com/office/officeart/2005/8/layout/vList2"/>
    <dgm:cxn modelId="{B479278B-D635-4CF7-8BFA-D21957E35D39}" type="presParOf" srcId="{4856443D-AA17-4559-B607-983E215B82B7}" destId="{AF9A3876-7785-42AA-90B4-D79FF1416F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C1F03E2-193B-42B6-AAC9-1A287BF814F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738280-87DE-4424-BEA4-1B727BAF18DD}">
      <dgm:prSet/>
      <dgm:spPr/>
      <dgm:t>
        <a:bodyPr/>
        <a:lstStyle/>
        <a:p>
          <a:r>
            <a:rPr lang="ru-RU" b="0" i="0"/>
            <a:t>Київського</a:t>
          </a:r>
          <a:endParaRPr lang="uk-UA"/>
        </a:p>
      </dgm:t>
    </dgm:pt>
    <dgm:pt modelId="{591BD3F3-B99A-4423-B4D4-6E1A8522EACB}" type="parTrans" cxnId="{695E728E-FDD3-424F-9CC8-17329707A418}">
      <dgm:prSet/>
      <dgm:spPr/>
      <dgm:t>
        <a:bodyPr/>
        <a:lstStyle/>
        <a:p>
          <a:endParaRPr lang="uk-UA"/>
        </a:p>
      </dgm:t>
    </dgm:pt>
    <dgm:pt modelId="{AB39D1CD-0D0B-478A-A3A6-BCD2326F1243}" type="sibTrans" cxnId="{695E728E-FDD3-424F-9CC8-17329707A418}">
      <dgm:prSet/>
      <dgm:spPr/>
      <dgm:t>
        <a:bodyPr/>
        <a:lstStyle/>
        <a:p>
          <a:endParaRPr lang="uk-UA"/>
        </a:p>
      </dgm:t>
    </dgm:pt>
    <dgm:pt modelId="{7D9CD629-77B9-489B-8778-69DB8D55552B}">
      <dgm:prSet/>
      <dgm:spPr/>
      <dgm:t>
        <a:bodyPr/>
        <a:lstStyle/>
        <a:p>
          <a:r>
            <a:rPr lang="ru-RU" b="0" i="0" dirty="0" err="1"/>
            <a:t>Чернігівського</a:t>
          </a:r>
          <a:endParaRPr lang="uk-UA" dirty="0"/>
        </a:p>
      </dgm:t>
    </dgm:pt>
    <dgm:pt modelId="{A94ADF2C-013C-471F-990C-D432085E051F}" type="parTrans" cxnId="{D930A60D-9A93-4126-A6B8-066694397E70}">
      <dgm:prSet/>
      <dgm:spPr/>
      <dgm:t>
        <a:bodyPr/>
        <a:lstStyle/>
        <a:p>
          <a:endParaRPr lang="uk-UA"/>
        </a:p>
      </dgm:t>
    </dgm:pt>
    <dgm:pt modelId="{8626B8A9-9AF6-4B3F-A0AF-6B1FF9C66919}" type="sibTrans" cxnId="{D930A60D-9A93-4126-A6B8-066694397E70}">
      <dgm:prSet/>
      <dgm:spPr/>
      <dgm:t>
        <a:bodyPr/>
        <a:lstStyle/>
        <a:p>
          <a:endParaRPr lang="uk-UA"/>
        </a:p>
      </dgm:t>
    </dgm:pt>
    <dgm:pt modelId="{B8F4D08B-5D7A-4BB4-AF80-0D56393B6D52}">
      <dgm:prSet/>
      <dgm:spPr/>
      <dgm:t>
        <a:bodyPr/>
        <a:lstStyle/>
        <a:p>
          <a:r>
            <a:rPr lang="ru-RU" b="0" i="0" dirty="0" err="1"/>
            <a:t>Переяславського</a:t>
          </a:r>
          <a:endParaRPr lang="uk-UA" dirty="0"/>
        </a:p>
      </dgm:t>
    </dgm:pt>
    <dgm:pt modelId="{16149593-4E24-4FBB-AE0F-D61FAEBBED60}" type="parTrans" cxnId="{8F4C387E-B0F9-4431-A2DE-F54BC0880D6B}">
      <dgm:prSet/>
      <dgm:spPr/>
      <dgm:t>
        <a:bodyPr/>
        <a:lstStyle/>
        <a:p>
          <a:endParaRPr lang="uk-UA"/>
        </a:p>
      </dgm:t>
    </dgm:pt>
    <dgm:pt modelId="{897C49FD-608C-4B56-AB4A-9B1D12ED90C0}" type="sibTrans" cxnId="{8F4C387E-B0F9-4431-A2DE-F54BC0880D6B}">
      <dgm:prSet/>
      <dgm:spPr/>
      <dgm:t>
        <a:bodyPr/>
        <a:lstStyle/>
        <a:p>
          <a:endParaRPr lang="uk-UA"/>
        </a:p>
      </dgm:t>
    </dgm:pt>
    <dgm:pt modelId="{7A52F868-759E-47E4-AD51-466409686A36}">
      <dgm:prSet/>
      <dgm:spPr/>
      <dgm:t>
        <a:bodyPr/>
        <a:lstStyle/>
        <a:p>
          <a:r>
            <a:rPr lang="ru-RU" b="0" i="0"/>
            <a:t>Новгород-Сіверського</a:t>
          </a:r>
          <a:endParaRPr lang="uk-UA"/>
        </a:p>
      </dgm:t>
    </dgm:pt>
    <dgm:pt modelId="{A4F56E76-3739-4CCB-84BD-F2511F00E158}" type="parTrans" cxnId="{4E7BEC44-BD5D-4022-A397-AEAAFA7F93E4}">
      <dgm:prSet/>
      <dgm:spPr/>
      <dgm:t>
        <a:bodyPr/>
        <a:lstStyle/>
        <a:p>
          <a:endParaRPr lang="uk-UA"/>
        </a:p>
      </dgm:t>
    </dgm:pt>
    <dgm:pt modelId="{1E9F7CC3-14FC-4F5D-B90F-FDEBC0387730}" type="sibTrans" cxnId="{4E7BEC44-BD5D-4022-A397-AEAAFA7F93E4}">
      <dgm:prSet/>
      <dgm:spPr/>
      <dgm:t>
        <a:bodyPr/>
        <a:lstStyle/>
        <a:p>
          <a:endParaRPr lang="uk-UA"/>
        </a:p>
      </dgm:t>
    </dgm:pt>
    <dgm:pt modelId="{A58FF2BF-375C-463E-A7B3-C991343F3014}">
      <dgm:prSet/>
      <dgm:spPr/>
      <dgm:t>
        <a:bodyPr/>
        <a:lstStyle/>
        <a:p>
          <a:r>
            <a:rPr lang="ru-RU" b="0" i="0"/>
            <a:t>Волинського</a:t>
          </a:r>
          <a:endParaRPr lang="uk-UA"/>
        </a:p>
      </dgm:t>
    </dgm:pt>
    <dgm:pt modelId="{743E2631-7BFD-46ED-9169-7F6DD769FB34}" type="parTrans" cxnId="{B3A01BF9-D85C-41F1-906A-4C767B03BA22}">
      <dgm:prSet/>
      <dgm:spPr/>
      <dgm:t>
        <a:bodyPr/>
        <a:lstStyle/>
        <a:p>
          <a:endParaRPr lang="uk-UA"/>
        </a:p>
      </dgm:t>
    </dgm:pt>
    <dgm:pt modelId="{C182EB7D-7D14-4691-8A73-488A8ED97297}" type="sibTrans" cxnId="{B3A01BF9-D85C-41F1-906A-4C767B03BA22}">
      <dgm:prSet/>
      <dgm:spPr/>
      <dgm:t>
        <a:bodyPr/>
        <a:lstStyle/>
        <a:p>
          <a:endParaRPr lang="uk-UA"/>
        </a:p>
      </dgm:t>
    </dgm:pt>
    <dgm:pt modelId="{CC2E76A7-B489-4352-AB65-469968DB609B}">
      <dgm:prSet/>
      <dgm:spPr/>
      <dgm:t>
        <a:bodyPr/>
        <a:lstStyle/>
        <a:p>
          <a:r>
            <a:rPr lang="ru-RU" b="0" i="0" dirty="0" err="1"/>
            <a:t>Галицького</a:t>
          </a:r>
          <a:endParaRPr lang="uk-UA" dirty="0"/>
        </a:p>
      </dgm:t>
    </dgm:pt>
    <dgm:pt modelId="{E8714416-ECAB-4B63-9939-22FC42412922}" type="parTrans" cxnId="{17C54ECE-2B95-4BB5-AF20-9D32043CE86C}">
      <dgm:prSet/>
      <dgm:spPr/>
      <dgm:t>
        <a:bodyPr/>
        <a:lstStyle/>
        <a:p>
          <a:endParaRPr lang="uk-UA"/>
        </a:p>
      </dgm:t>
    </dgm:pt>
    <dgm:pt modelId="{5D8FCCC6-8ED3-4EA8-BB3E-90773AED8A06}" type="sibTrans" cxnId="{17C54ECE-2B95-4BB5-AF20-9D32043CE86C}">
      <dgm:prSet/>
      <dgm:spPr/>
      <dgm:t>
        <a:bodyPr/>
        <a:lstStyle/>
        <a:p>
          <a:endParaRPr lang="uk-UA"/>
        </a:p>
      </dgm:t>
    </dgm:pt>
    <dgm:pt modelId="{2B4DD4B6-FDAB-4DE7-AE32-B5D9805E892B}" type="pres">
      <dgm:prSet presAssocID="{4C1F03E2-193B-42B6-AAC9-1A287BF814F8}" presName="vert0" presStyleCnt="0">
        <dgm:presLayoutVars>
          <dgm:dir/>
          <dgm:animOne val="branch"/>
          <dgm:animLvl val="lvl"/>
        </dgm:presLayoutVars>
      </dgm:prSet>
      <dgm:spPr/>
    </dgm:pt>
    <dgm:pt modelId="{94800FA3-EBD6-43CD-B8B8-053F1F8A4A9B}" type="pres">
      <dgm:prSet presAssocID="{A5738280-87DE-4424-BEA4-1B727BAF18DD}" presName="thickLine" presStyleLbl="alignNode1" presStyleIdx="0" presStyleCnt="6"/>
      <dgm:spPr/>
    </dgm:pt>
    <dgm:pt modelId="{43D82C9F-9B4F-4897-933F-CD7598CFEBB4}" type="pres">
      <dgm:prSet presAssocID="{A5738280-87DE-4424-BEA4-1B727BAF18DD}" presName="horz1" presStyleCnt="0"/>
      <dgm:spPr/>
    </dgm:pt>
    <dgm:pt modelId="{A4867366-319A-4689-BB22-86643B260D14}" type="pres">
      <dgm:prSet presAssocID="{A5738280-87DE-4424-BEA4-1B727BAF18DD}" presName="tx1" presStyleLbl="revTx" presStyleIdx="0" presStyleCnt="6"/>
      <dgm:spPr/>
    </dgm:pt>
    <dgm:pt modelId="{5EC1EDF5-2FC5-40B9-841B-F46D70ED7C7F}" type="pres">
      <dgm:prSet presAssocID="{A5738280-87DE-4424-BEA4-1B727BAF18DD}" presName="vert1" presStyleCnt="0"/>
      <dgm:spPr/>
    </dgm:pt>
    <dgm:pt modelId="{4CD36064-01C3-4A52-B470-A73FEE2850C8}" type="pres">
      <dgm:prSet presAssocID="{7D9CD629-77B9-489B-8778-69DB8D55552B}" presName="thickLine" presStyleLbl="alignNode1" presStyleIdx="1" presStyleCnt="6"/>
      <dgm:spPr/>
    </dgm:pt>
    <dgm:pt modelId="{91BAE37A-AFBC-4C4C-A70F-E9DEC1252DA4}" type="pres">
      <dgm:prSet presAssocID="{7D9CD629-77B9-489B-8778-69DB8D55552B}" presName="horz1" presStyleCnt="0"/>
      <dgm:spPr/>
    </dgm:pt>
    <dgm:pt modelId="{85A8644F-7091-431B-93D2-D00316C640CC}" type="pres">
      <dgm:prSet presAssocID="{7D9CD629-77B9-489B-8778-69DB8D55552B}" presName="tx1" presStyleLbl="revTx" presStyleIdx="1" presStyleCnt="6"/>
      <dgm:spPr/>
    </dgm:pt>
    <dgm:pt modelId="{9B1D2008-D0A2-4D22-987D-4DBC2FEB3E18}" type="pres">
      <dgm:prSet presAssocID="{7D9CD629-77B9-489B-8778-69DB8D55552B}" presName="vert1" presStyleCnt="0"/>
      <dgm:spPr/>
    </dgm:pt>
    <dgm:pt modelId="{2FBB02AB-6BB9-4565-ABB4-C5FA62BC38AF}" type="pres">
      <dgm:prSet presAssocID="{B8F4D08B-5D7A-4BB4-AF80-0D56393B6D52}" presName="thickLine" presStyleLbl="alignNode1" presStyleIdx="2" presStyleCnt="6"/>
      <dgm:spPr/>
    </dgm:pt>
    <dgm:pt modelId="{739B2161-59DF-4DDC-94D4-0B2BA576CA2E}" type="pres">
      <dgm:prSet presAssocID="{B8F4D08B-5D7A-4BB4-AF80-0D56393B6D52}" presName="horz1" presStyleCnt="0"/>
      <dgm:spPr/>
    </dgm:pt>
    <dgm:pt modelId="{65D6FCDC-84A8-483E-8FEE-B3A81242C363}" type="pres">
      <dgm:prSet presAssocID="{B8F4D08B-5D7A-4BB4-AF80-0D56393B6D52}" presName="tx1" presStyleLbl="revTx" presStyleIdx="2" presStyleCnt="6"/>
      <dgm:spPr/>
    </dgm:pt>
    <dgm:pt modelId="{D6BEDF8B-035E-44F9-9DB8-2B15E8C7E5E8}" type="pres">
      <dgm:prSet presAssocID="{B8F4D08B-5D7A-4BB4-AF80-0D56393B6D52}" presName="vert1" presStyleCnt="0"/>
      <dgm:spPr/>
    </dgm:pt>
    <dgm:pt modelId="{369A0FB5-1313-48F2-AA54-B1B687DEA187}" type="pres">
      <dgm:prSet presAssocID="{7A52F868-759E-47E4-AD51-466409686A36}" presName="thickLine" presStyleLbl="alignNode1" presStyleIdx="3" presStyleCnt="6"/>
      <dgm:spPr/>
    </dgm:pt>
    <dgm:pt modelId="{9E57C463-C466-4E80-B47F-91217E4C51C6}" type="pres">
      <dgm:prSet presAssocID="{7A52F868-759E-47E4-AD51-466409686A36}" presName="horz1" presStyleCnt="0"/>
      <dgm:spPr/>
    </dgm:pt>
    <dgm:pt modelId="{5C07A559-FEED-406E-958A-91053EB79340}" type="pres">
      <dgm:prSet presAssocID="{7A52F868-759E-47E4-AD51-466409686A36}" presName="tx1" presStyleLbl="revTx" presStyleIdx="3" presStyleCnt="6"/>
      <dgm:spPr/>
    </dgm:pt>
    <dgm:pt modelId="{5AC7211B-3C0F-4DC8-8534-327906C048AC}" type="pres">
      <dgm:prSet presAssocID="{7A52F868-759E-47E4-AD51-466409686A36}" presName="vert1" presStyleCnt="0"/>
      <dgm:spPr/>
    </dgm:pt>
    <dgm:pt modelId="{6B0298AC-E69E-4927-BA16-67480B7B920A}" type="pres">
      <dgm:prSet presAssocID="{A58FF2BF-375C-463E-A7B3-C991343F3014}" presName="thickLine" presStyleLbl="alignNode1" presStyleIdx="4" presStyleCnt="6"/>
      <dgm:spPr/>
    </dgm:pt>
    <dgm:pt modelId="{5D3F2B65-AD51-448E-82AA-F55B4077DAE8}" type="pres">
      <dgm:prSet presAssocID="{A58FF2BF-375C-463E-A7B3-C991343F3014}" presName="horz1" presStyleCnt="0"/>
      <dgm:spPr/>
    </dgm:pt>
    <dgm:pt modelId="{3E4C0E5C-FDD2-47BC-8295-A4D2EEB9526B}" type="pres">
      <dgm:prSet presAssocID="{A58FF2BF-375C-463E-A7B3-C991343F3014}" presName="tx1" presStyleLbl="revTx" presStyleIdx="4" presStyleCnt="6"/>
      <dgm:spPr/>
    </dgm:pt>
    <dgm:pt modelId="{188827D6-286B-454F-9899-1B8B2A318621}" type="pres">
      <dgm:prSet presAssocID="{A58FF2BF-375C-463E-A7B3-C991343F3014}" presName="vert1" presStyleCnt="0"/>
      <dgm:spPr/>
    </dgm:pt>
    <dgm:pt modelId="{F0CF722B-5A82-43D4-A3EF-C22402851495}" type="pres">
      <dgm:prSet presAssocID="{CC2E76A7-B489-4352-AB65-469968DB609B}" presName="thickLine" presStyleLbl="alignNode1" presStyleIdx="5" presStyleCnt="6"/>
      <dgm:spPr/>
    </dgm:pt>
    <dgm:pt modelId="{D6372521-C09F-441A-8FCC-99115E871925}" type="pres">
      <dgm:prSet presAssocID="{CC2E76A7-B489-4352-AB65-469968DB609B}" presName="horz1" presStyleCnt="0"/>
      <dgm:spPr/>
    </dgm:pt>
    <dgm:pt modelId="{91C0323E-E16B-4EBF-9E6B-B4ECE65211F0}" type="pres">
      <dgm:prSet presAssocID="{CC2E76A7-B489-4352-AB65-469968DB609B}" presName="tx1" presStyleLbl="revTx" presStyleIdx="5" presStyleCnt="6"/>
      <dgm:spPr/>
    </dgm:pt>
    <dgm:pt modelId="{BBC2923F-2E19-49EF-902B-7084CD4B6A37}" type="pres">
      <dgm:prSet presAssocID="{CC2E76A7-B489-4352-AB65-469968DB609B}" presName="vert1" presStyleCnt="0"/>
      <dgm:spPr/>
    </dgm:pt>
  </dgm:ptLst>
  <dgm:cxnLst>
    <dgm:cxn modelId="{D930A60D-9A93-4126-A6B8-066694397E70}" srcId="{4C1F03E2-193B-42B6-AAC9-1A287BF814F8}" destId="{7D9CD629-77B9-489B-8778-69DB8D55552B}" srcOrd="1" destOrd="0" parTransId="{A94ADF2C-013C-471F-990C-D432085E051F}" sibTransId="{8626B8A9-9AF6-4B3F-A0AF-6B1FF9C66919}"/>
    <dgm:cxn modelId="{4E7BEC44-BD5D-4022-A397-AEAAFA7F93E4}" srcId="{4C1F03E2-193B-42B6-AAC9-1A287BF814F8}" destId="{7A52F868-759E-47E4-AD51-466409686A36}" srcOrd="3" destOrd="0" parTransId="{A4F56E76-3739-4CCB-84BD-F2511F00E158}" sibTransId="{1E9F7CC3-14FC-4F5D-B90F-FDEBC0387730}"/>
    <dgm:cxn modelId="{11942B6B-2D9D-414E-AF5B-B04E48B64CF5}" type="presOf" srcId="{B8F4D08B-5D7A-4BB4-AF80-0D56393B6D52}" destId="{65D6FCDC-84A8-483E-8FEE-B3A81242C363}" srcOrd="0" destOrd="0" presId="urn:microsoft.com/office/officeart/2008/layout/LinedList"/>
    <dgm:cxn modelId="{B164D955-2E97-4B5D-AD24-54BFFD1DF9A1}" type="presOf" srcId="{4C1F03E2-193B-42B6-AAC9-1A287BF814F8}" destId="{2B4DD4B6-FDAB-4DE7-AE32-B5D9805E892B}" srcOrd="0" destOrd="0" presId="urn:microsoft.com/office/officeart/2008/layout/LinedList"/>
    <dgm:cxn modelId="{9B840A7D-32CD-4691-8964-095522A60DB2}" type="presOf" srcId="{7A52F868-759E-47E4-AD51-466409686A36}" destId="{5C07A559-FEED-406E-958A-91053EB79340}" srcOrd="0" destOrd="0" presId="urn:microsoft.com/office/officeart/2008/layout/LinedList"/>
    <dgm:cxn modelId="{8F4C387E-B0F9-4431-A2DE-F54BC0880D6B}" srcId="{4C1F03E2-193B-42B6-AAC9-1A287BF814F8}" destId="{B8F4D08B-5D7A-4BB4-AF80-0D56393B6D52}" srcOrd="2" destOrd="0" parTransId="{16149593-4E24-4FBB-AE0F-D61FAEBBED60}" sibTransId="{897C49FD-608C-4B56-AB4A-9B1D12ED90C0}"/>
    <dgm:cxn modelId="{695E728E-FDD3-424F-9CC8-17329707A418}" srcId="{4C1F03E2-193B-42B6-AAC9-1A287BF814F8}" destId="{A5738280-87DE-4424-BEA4-1B727BAF18DD}" srcOrd="0" destOrd="0" parTransId="{591BD3F3-B99A-4423-B4D4-6E1A8522EACB}" sibTransId="{AB39D1CD-0D0B-478A-A3A6-BCD2326F1243}"/>
    <dgm:cxn modelId="{17C54ECE-2B95-4BB5-AF20-9D32043CE86C}" srcId="{4C1F03E2-193B-42B6-AAC9-1A287BF814F8}" destId="{CC2E76A7-B489-4352-AB65-469968DB609B}" srcOrd="5" destOrd="0" parTransId="{E8714416-ECAB-4B63-9939-22FC42412922}" sibTransId="{5D8FCCC6-8ED3-4EA8-BB3E-90773AED8A06}"/>
    <dgm:cxn modelId="{D06791D7-AA72-4364-9CC0-EC80B374D5B5}" type="presOf" srcId="{A5738280-87DE-4424-BEA4-1B727BAF18DD}" destId="{A4867366-319A-4689-BB22-86643B260D14}" srcOrd="0" destOrd="0" presId="urn:microsoft.com/office/officeart/2008/layout/LinedList"/>
    <dgm:cxn modelId="{3EB49AD7-9C9C-4E53-B6E8-F4FB68A16377}" type="presOf" srcId="{CC2E76A7-B489-4352-AB65-469968DB609B}" destId="{91C0323E-E16B-4EBF-9E6B-B4ECE65211F0}" srcOrd="0" destOrd="0" presId="urn:microsoft.com/office/officeart/2008/layout/LinedList"/>
    <dgm:cxn modelId="{0B81AFE5-ADE2-4BCA-8B55-DF10E4C3958E}" type="presOf" srcId="{7D9CD629-77B9-489B-8778-69DB8D55552B}" destId="{85A8644F-7091-431B-93D2-D00316C640CC}" srcOrd="0" destOrd="0" presId="urn:microsoft.com/office/officeart/2008/layout/LinedList"/>
    <dgm:cxn modelId="{D68431EC-18BD-42C5-9D35-F947D78EC63A}" type="presOf" srcId="{A58FF2BF-375C-463E-A7B3-C991343F3014}" destId="{3E4C0E5C-FDD2-47BC-8295-A4D2EEB9526B}" srcOrd="0" destOrd="0" presId="urn:microsoft.com/office/officeart/2008/layout/LinedList"/>
    <dgm:cxn modelId="{B3A01BF9-D85C-41F1-906A-4C767B03BA22}" srcId="{4C1F03E2-193B-42B6-AAC9-1A287BF814F8}" destId="{A58FF2BF-375C-463E-A7B3-C991343F3014}" srcOrd="4" destOrd="0" parTransId="{743E2631-7BFD-46ED-9169-7F6DD769FB34}" sibTransId="{C182EB7D-7D14-4691-8A73-488A8ED97297}"/>
    <dgm:cxn modelId="{5653E536-BAAD-48AA-A683-61BC8A9C41B0}" type="presParOf" srcId="{2B4DD4B6-FDAB-4DE7-AE32-B5D9805E892B}" destId="{94800FA3-EBD6-43CD-B8B8-053F1F8A4A9B}" srcOrd="0" destOrd="0" presId="urn:microsoft.com/office/officeart/2008/layout/LinedList"/>
    <dgm:cxn modelId="{40D94742-DB01-4374-9A1F-6AE260531FE8}" type="presParOf" srcId="{2B4DD4B6-FDAB-4DE7-AE32-B5D9805E892B}" destId="{43D82C9F-9B4F-4897-933F-CD7598CFEBB4}" srcOrd="1" destOrd="0" presId="urn:microsoft.com/office/officeart/2008/layout/LinedList"/>
    <dgm:cxn modelId="{026D9B51-7D22-4898-9E1A-7013B756F7D0}" type="presParOf" srcId="{43D82C9F-9B4F-4897-933F-CD7598CFEBB4}" destId="{A4867366-319A-4689-BB22-86643B260D14}" srcOrd="0" destOrd="0" presId="urn:microsoft.com/office/officeart/2008/layout/LinedList"/>
    <dgm:cxn modelId="{F6C4D769-9A39-4B2D-A4C1-B4490DCEF34D}" type="presParOf" srcId="{43D82C9F-9B4F-4897-933F-CD7598CFEBB4}" destId="{5EC1EDF5-2FC5-40B9-841B-F46D70ED7C7F}" srcOrd="1" destOrd="0" presId="urn:microsoft.com/office/officeart/2008/layout/LinedList"/>
    <dgm:cxn modelId="{17E2560B-E12F-44FE-9D17-629C11C40CCA}" type="presParOf" srcId="{2B4DD4B6-FDAB-4DE7-AE32-B5D9805E892B}" destId="{4CD36064-01C3-4A52-B470-A73FEE2850C8}" srcOrd="2" destOrd="0" presId="urn:microsoft.com/office/officeart/2008/layout/LinedList"/>
    <dgm:cxn modelId="{7765DC4C-B6F2-461A-B2EC-646ABAE7188F}" type="presParOf" srcId="{2B4DD4B6-FDAB-4DE7-AE32-B5D9805E892B}" destId="{91BAE37A-AFBC-4C4C-A70F-E9DEC1252DA4}" srcOrd="3" destOrd="0" presId="urn:microsoft.com/office/officeart/2008/layout/LinedList"/>
    <dgm:cxn modelId="{73AA04FC-D706-42B4-BEB3-5A4E41BC24C9}" type="presParOf" srcId="{91BAE37A-AFBC-4C4C-A70F-E9DEC1252DA4}" destId="{85A8644F-7091-431B-93D2-D00316C640CC}" srcOrd="0" destOrd="0" presId="urn:microsoft.com/office/officeart/2008/layout/LinedList"/>
    <dgm:cxn modelId="{F8A9E961-4114-4894-B597-C92578FEE224}" type="presParOf" srcId="{91BAE37A-AFBC-4C4C-A70F-E9DEC1252DA4}" destId="{9B1D2008-D0A2-4D22-987D-4DBC2FEB3E18}" srcOrd="1" destOrd="0" presId="urn:microsoft.com/office/officeart/2008/layout/LinedList"/>
    <dgm:cxn modelId="{DCA06AA2-78DC-4AB4-8A69-D41281E7087D}" type="presParOf" srcId="{2B4DD4B6-FDAB-4DE7-AE32-B5D9805E892B}" destId="{2FBB02AB-6BB9-4565-ABB4-C5FA62BC38AF}" srcOrd="4" destOrd="0" presId="urn:microsoft.com/office/officeart/2008/layout/LinedList"/>
    <dgm:cxn modelId="{CFE5EE85-A411-44DB-BC85-966D716A6CBF}" type="presParOf" srcId="{2B4DD4B6-FDAB-4DE7-AE32-B5D9805E892B}" destId="{739B2161-59DF-4DDC-94D4-0B2BA576CA2E}" srcOrd="5" destOrd="0" presId="urn:microsoft.com/office/officeart/2008/layout/LinedList"/>
    <dgm:cxn modelId="{D12D276D-E893-40CC-8CAE-558A0865DC9B}" type="presParOf" srcId="{739B2161-59DF-4DDC-94D4-0B2BA576CA2E}" destId="{65D6FCDC-84A8-483E-8FEE-B3A81242C363}" srcOrd="0" destOrd="0" presId="urn:microsoft.com/office/officeart/2008/layout/LinedList"/>
    <dgm:cxn modelId="{2000E2D4-E7E0-4E89-BB23-7A0E0776F444}" type="presParOf" srcId="{739B2161-59DF-4DDC-94D4-0B2BA576CA2E}" destId="{D6BEDF8B-035E-44F9-9DB8-2B15E8C7E5E8}" srcOrd="1" destOrd="0" presId="urn:microsoft.com/office/officeart/2008/layout/LinedList"/>
    <dgm:cxn modelId="{B7A41BBC-A94B-4DBC-9CEF-13A10C6BBBED}" type="presParOf" srcId="{2B4DD4B6-FDAB-4DE7-AE32-B5D9805E892B}" destId="{369A0FB5-1313-48F2-AA54-B1B687DEA187}" srcOrd="6" destOrd="0" presId="urn:microsoft.com/office/officeart/2008/layout/LinedList"/>
    <dgm:cxn modelId="{BB6980E7-D144-4CB5-983E-5A64652A44C1}" type="presParOf" srcId="{2B4DD4B6-FDAB-4DE7-AE32-B5D9805E892B}" destId="{9E57C463-C466-4E80-B47F-91217E4C51C6}" srcOrd="7" destOrd="0" presId="urn:microsoft.com/office/officeart/2008/layout/LinedList"/>
    <dgm:cxn modelId="{80858895-2A56-4F11-8528-AC103797A6C5}" type="presParOf" srcId="{9E57C463-C466-4E80-B47F-91217E4C51C6}" destId="{5C07A559-FEED-406E-958A-91053EB79340}" srcOrd="0" destOrd="0" presId="urn:microsoft.com/office/officeart/2008/layout/LinedList"/>
    <dgm:cxn modelId="{A8E513F6-3B7E-45EE-969B-BD1F97D71C81}" type="presParOf" srcId="{9E57C463-C466-4E80-B47F-91217E4C51C6}" destId="{5AC7211B-3C0F-4DC8-8534-327906C048AC}" srcOrd="1" destOrd="0" presId="urn:microsoft.com/office/officeart/2008/layout/LinedList"/>
    <dgm:cxn modelId="{D83416F7-4715-445D-9DD6-80EED877E6EF}" type="presParOf" srcId="{2B4DD4B6-FDAB-4DE7-AE32-B5D9805E892B}" destId="{6B0298AC-E69E-4927-BA16-67480B7B920A}" srcOrd="8" destOrd="0" presId="urn:microsoft.com/office/officeart/2008/layout/LinedList"/>
    <dgm:cxn modelId="{3A74763A-6775-4812-8608-A8021B4CD372}" type="presParOf" srcId="{2B4DD4B6-FDAB-4DE7-AE32-B5D9805E892B}" destId="{5D3F2B65-AD51-448E-82AA-F55B4077DAE8}" srcOrd="9" destOrd="0" presId="urn:microsoft.com/office/officeart/2008/layout/LinedList"/>
    <dgm:cxn modelId="{0DF2116C-A4E8-4D2C-B42F-855E23C28285}" type="presParOf" srcId="{5D3F2B65-AD51-448E-82AA-F55B4077DAE8}" destId="{3E4C0E5C-FDD2-47BC-8295-A4D2EEB9526B}" srcOrd="0" destOrd="0" presId="urn:microsoft.com/office/officeart/2008/layout/LinedList"/>
    <dgm:cxn modelId="{F9D55D23-97B8-4FC2-9231-7FAED63D07C6}" type="presParOf" srcId="{5D3F2B65-AD51-448E-82AA-F55B4077DAE8}" destId="{188827D6-286B-454F-9899-1B8B2A318621}" srcOrd="1" destOrd="0" presId="urn:microsoft.com/office/officeart/2008/layout/LinedList"/>
    <dgm:cxn modelId="{050595C0-14F9-4F36-BD0A-E60B1C229A22}" type="presParOf" srcId="{2B4DD4B6-FDAB-4DE7-AE32-B5D9805E892B}" destId="{F0CF722B-5A82-43D4-A3EF-C22402851495}" srcOrd="10" destOrd="0" presId="urn:microsoft.com/office/officeart/2008/layout/LinedList"/>
    <dgm:cxn modelId="{A86526FE-38E2-4783-A818-DA7BA7302C86}" type="presParOf" srcId="{2B4DD4B6-FDAB-4DE7-AE32-B5D9805E892B}" destId="{D6372521-C09F-441A-8FCC-99115E871925}" srcOrd="11" destOrd="0" presId="urn:microsoft.com/office/officeart/2008/layout/LinedList"/>
    <dgm:cxn modelId="{E2E5F827-5687-4D42-955F-02CEC806E4EE}" type="presParOf" srcId="{D6372521-C09F-441A-8FCC-99115E871925}" destId="{91C0323E-E16B-4EBF-9E6B-B4ECE65211F0}" srcOrd="0" destOrd="0" presId="urn:microsoft.com/office/officeart/2008/layout/LinedList"/>
    <dgm:cxn modelId="{4D39657C-067C-4F7C-96A1-230EF5C84BAB}" type="presParOf" srcId="{D6372521-C09F-441A-8FCC-99115E871925}" destId="{BBC2923F-2E19-49EF-902B-7084CD4B6A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E976C4D-3603-48D2-9BAC-355A703A18C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8F4018-691F-4623-96E7-B8CFB7B4F722}">
      <dgm:prSet/>
      <dgm:spPr/>
      <dgm:t>
        <a:bodyPr/>
        <a:lstStyle/>
        <a:p>
          <a:r>
            <a:rPr lang="ru-RU" b="0" i="0"/>
            <a:t>Ярослава Осмомисла.</a:t>
          </a:r>
          <a:endParaRPr lang="uk-UA"/>
        </a:p>
      </dgm:t>
    </dgm:pt>
    <dgm:pt modelId="{9DC0DCD7-2321-4CAF-85AE-E0C8A42963AB}" type="parTrans" cxnId="{198691C4-FD35-42EA-9B01-DE4D321A643A}">
      <dgm:prSet/>
      <dgm:spPr/>
      <dgm:t>
        <a:bodyPr/>
        <a:lstStyle/>
        <a:p>
          <a:endParaRPr lang="uk-UA"/>
        </a:p>
      </dgm:t>
    </dgm:pt>
    <dgm:pt modelId="{60B24A05-9867-479B-890A-DDC73FCEB8FA}" type="sibTrans" cxnId="{198691C4-FD35-42EA-9B01-DE4D321A643A}">
      <dgm:prSet/>
      <dgm:spPr/>
      <dgm:t>
        <a:bodyPr/>
        <a:lstStyle/>
        <a:p>
          <a:endParaRPr lang="uk-UA"/>
        </a:p>
      </dgm:t>
    </dgm:pt>
    <dgm:pt modelId="{A88A6308-992E-4E68-BD8B-E7244FFD1677}">
      <dgm:prSet/>
      <dgm:spPr/>
      <dgm:t>
        <a:bodyPr/>
        <a:lstStyle/>
        <a:p>
          <a:r>
            <a:rPr lang="ru-RU" b="0" i="0"/>
            <a:t>Романа Мстиславовича.</a:t>
          </a:r>
          <a:endParaRPr lang="uk-UA"/>
        </a:p>
      </dgm:t>
    </dgm:pt>
    <dgm:pt modelId="{991A1183-B049-41CA-A5E3-71C8199EFE01}" type="parTrans" cxnId="{5A1B240F-AB05-446C-AA67-0326DD0423B0}">
      <dgm:prSet/>
      <dgm:spPr/>
      <dgm:t>
        <a:bodyPr/>
        <a:lstStyle/>
        <a:p>
          <a:endParaRPr lang="uk-UA"/>
        </a:p>
      </dgm:t>
    </dgm:pt>
    <dgm:pt modelId="{A41FCDB6-6D83-47D6-956A-B9541F8A3552}" type="sibTrans" cxnId="{5A1B240F-AB05-446C-AA67-0326DD0423B0}">
      <dgm:prSet/>
      <dgm:spPr/>
      <dgm:t>
        <a:bodyPr/>
        <a:lstStyle/>
        <a:p>
          <a:endParaRPr lang="uk-UA"/>
        </a:p>
      </dgm:t>
    </dgm:pt>
    <dgm:pt modelId="{CB12F2A7-9B1A-4464-A6F4-6FCC6D1B2DF1}">
      <dgm:prSet/>
      <dgm:spPr/>
      <dgm:t>
        <a:bodyPr/>
        <a:lstStyle/>
        <a:p>
          <a:r>
            <a:rPr lang="ru-RU" b="0" i="0" dirty="0"/>
            <a:t>Лева Даниловича.</a:t>
          </a:r>
          <a:endParaRPr lang="uk-UA" dirty="0"/>
        </a:p>
      </dgm:t>
    </dgm:pt>
    <dgm:pt modelId="{1D4E9FBC-4520-4B7F-83D1-9A75EC2FA526}" type="parTrans" cxnId="{DE84FF89-6E63-4FD5-BAD0-10466D77C96B}">
      <dgm:prSet/>
      <dgm:spPr/>
      <dgm:t>
        <a:bodyPr/>
        <a:lstStyle/>
        <a:p>
          <a:endParaRPr lang="uk-UA"/>
        </a:p>
      </dgm:t>
    </dgm:pt>
    <dgm:pt modelId="{4FB07527-0950-4BBC-A318-53279AD69244}" type="sibTrans" cxnId="{DE84FF89-6E63-4FD5-BAD0-10466D77C96B}">
      <dgm:prSet/>
      <dgm:spPr/>
      <dgm:t>
        <a:bodyPr/>
        <a:lstStyle/>
        <a:p>
          <a:endParaRPr lang="uk-UA"/>
        </a:p>
      </dgm:t>
    </dgm:pt>
    <dgm:pt modelId="{63F0E90F-DED9-4625-80E6-2A829789A83D}">
      <dgm:prSet/>
      <dgm:spPr/>
      <dgm:t>
        <a:bodyPr/>
        <a:lstStyle/>
        <a:p>
          <a:r>
            <a:rPr lang="ru-RU" b="0" i="0" dirty="0" err="1"/>
            <a:t>Юрія</a:t>
          </a:r>
          <a:r>
            <a:rPr lang="ru-RU" b="0" i="0" dirty="0"/>
            <a:t> ІІ Болеслава.</a:t>
          </a:r>
          <a:endParaRPr lang="uk-UA" dirty="0"/>
        </a:p>
      </dgm:t>
    </dgm:pt>
    <dgm:pt modelId="{D6E661BA-F568-40AB-BCE8-1D709F1EB43B}" type="parTrans" cxnId="{52884DC0-5594-496B-8171-35C0BB8A8E62}">
      <dgm:prSet/>
      <dgm:spPr/>
      <dgm:t>
        <a:bodyPr/>
        <a:lstStyle/>
        <a:p>
          <a:endParaRPr lang="uk-UA"/>
        </a:p>
      </dgm:t>
    </dgm:pt>
    <dgm:pt modelId="{D74DD237-BCCE-43DA-9B44-4BEF3FAE2AC6}" type="sibTrans" cxnId="{52884DC0-5594-496B-8171-35C0BB8A8E62}">
      <dgm:prSet/>
      <dgm:spPr/>
      <dgm:t>
        <a:bodyPr/>
        <a:lstStyle/>
        <a:p>
          <a:endParaRPr lang="uk-UA"/>
        </a:p>
      </dgm:t>
    </dgm:pt>
    <dgm:pt modelId="{E49462BA-2D2C-4AA0-92A1-C4304EF7B4FF}" type="pres">
      <dgm:prSet presAssocID="{7E976C4D-3603-48D2-9BAC-355A703A18C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500ECE49-7B2C-4385-B871-22F86E990431}" type="pres">
      <dgm:prSet presAssocID="{D88F4018-691F-4623-96E7-B8CFB7B4F722}" presName="circle1" presStyleLbl="node1" presStyleIdx="0" presStyleCnt="4"/>
      <dgm:spPr/>
    </dgm:pt>
    <dgm:pt modelId="{2525B54F-4BD6-4D65-BA7B-E7540C77B31A}" type="pres">
      <dgm:prSet presAssocID="{D88F4018-691F-4623-96E7-B8CFB7B4F722}" presName="space" presStyleCnt="0"/>
      <dgm:spPr/>
    </dgm:pt>
    <dgm:pt modelId="{F39A2827-9E70-4B08-A510-167A05B31775}" type="pres">
      <dgm:prSet presAssocID="{D88F4018-691F-4623-96E7-B8CFB7B4F722}" presName="rect1" presStyleLbl="alignAcc1" presStyleIdx="0" presStyleCnt="4"/>
      <dgm:spPr/>
    </dgm:pt>
    <dgm:pt modelId="{31384461-10A2-4A9D-8B9B-3F293A006B36}" type="pres">
      <dgm:prSet presAssocID="{A88A6308-992E-4E68-BD8B-E7244FFD1677}" presName="vertSpace2" presStyleLbl="node1" presStyleIdx="0" presStyleCnt="4"/>
      <dgm:spPr/>
    </dgm:pt>
    <dgm:pt modelId="{51D6750A-EB40-41BE-AEFD-BFF3762F31F6}" type="pres">
      <dgm:prSet presAssocID="{A88A6308-992E-4E68-BD8B-E7244FFD1677}" presName="circle2" presStyleLbl="node1" presStyleIdx="1" presStyleCnt="4"/>
      <dgm:spPr/>
    </dgm:pt>
    <dgm:pt modelId="{D025F12F-BA42-4430-ACE4-AD25735C4C97}" type="pres">
      <dgm:prSet presAssocID="{A88A6308-992E-4E68-BD8B-E7244FFD1677}" presName="rect2" presStyleLbl="alignAcc1" presStyleIdx="1" presStyleCnt="4"/>
      <dgm:spPr/>
    </dgm:pt>
    <dgm:pt modelId="{D7E7C342-E75D-4E14-B52C-91FB15E55152}" type="pres">
      <dgm:prSet presAssocID="{CB12F2A7-9B1A-4464-A6F4-6FCC6D1B2DF1}" presName="vertSpace3" presStyleLbl="node1" presStyleIdx="1" presStyleCnt="4"/>
      <dgm:spPr/>
    </dgm:pt>
    <dgm:pt modelId="{DC836186-CEBC-4B2D-A18C-99ED25D9316D}" type="pres">
      <dgm:prSet presAssocID="{CB12F2A7-9B1A-4464-A6F4-6FCC6D1B2DF1}" presName="circle3" presStyleLbl="node1" presStyleIdx="2" presStyleCnt="4"/>
      <dgm:spPr/>
    </dgm:pt>
    <dgm:pt modelId="{BEBB37C4-79C2-42B6-810A-5BDEC617BE19}" type="pres">
      <dgm:prSet presAssocID="{CB12F2A7-9B1A-4464-A6F4-6FCC6D1B2DF1}" presName="rect3" presStyleLbl="alignAcc1" presStyleIdx="2" presStyleCnt="4"/>
      <dgm:spPr/>
    </dgm:pt>
    <dgm:pt modelId="{2F9F6CE3-F973-46F1-B421-B350169E34E5}" type="pres">
      <dgm:prSet presAssocID="{63F0E90F-DED9-4625-80E6-2A829789A83D}" presName="vertSpace4" presStyleLbl="node1" presStyleIdx="2" presStyleCnt="4"/>
      <dgm:spPr/>
    </dgm:pt>
    <dgm:pt modelId="{B3B374FF-8F8E-4290-9914-C7FC56CFB37B}" type="pres">
      <dgm:prSet presAssocID="{63F0E90F-DED9-4625-80E6-2A829789A83D}" presName="circle4" presStyleLbl="node1" presStyleIdx="3" presStyleCnt="4"/>
      <dgm:spPr/>
    </dgm:pt>
    <dgm:pt modelId="{87AA5F81-C800-43E7-BDC8-45FA6B5DBE8D}" type="pres">
      <dgm:prSet presAssocID="{63F0E90F-DED9-4625-80E6-2A829789A83D}" presName="rect4" presStyleLbl="alignAcc1" presStyleIdx="3" presStyleCnt="4"/>
      <dgm:spPr/>
    </dgm:pt>
    <dgm:pt modelId="{0C035D32-8E96-45ED-9016-0395BCD700C4}" type="pres">
      <dgm:prSet presAssocID="{D88F4018-691F-4623-96E7-B8CFB7B4F722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6E866203-BBCD-4875-8401-3BD0309413F3}" type="pres">
      <dgm:prSet presAssocID="{A88A6308-992E-4E68-BD8B-E7244FFD1677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C5746777-4078-45B2-819B-B8D34A4C183C}" type="pres">
      <dgm:prSet presAssocID="{CB12F2A7-9B1A-4464-A6F4-6FCC6D1B2DF1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DCB54319-EC33-4044-A59B-BD476CCBF62B}" type="pres">
      <dgm:prSet presAssocID="{63F0E90F-DED9-4625-80E6-2A829789A83D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5A1B240F-AB05-446C-AA67-0326DD0423B0}" srcId="{7E976C4D-3603-48D2-9BAC-355A703A18C1}" destId="{A88A6308-992E-4E68-BD8B-E7244FFD1677}" srcOrd="1" destOrd="0" parTransId="{991A1183-B049-41CA-A5E3-71C8199EFE01}" sibTransId="{A41FCDB6-6D83-47D6-956A-B9541F8A3552}"/>
    <dgm:cxn modelId="{75545427-54F5-4FF1-B7D0-C7264B7D058F}" type="presOf" srcId="{D88F4018-691F-4623-96E7-B8CFB7B4F722}" destId="{F39A2827-9E70-4B08-A510-167A05B31775}" srcOrd="0" destOrd="0" presId="urn:microsoft.com/office/officeart/2005/8/layout/target3"/>
    <dgm:cxn modelId="{1B01C740-DACC-4174-902E-FAC39256167D}" type="presOf" srcId="{D88F4018-691F-4623-96E7-B8CFB7B4F722}" destId="{0C035D32-8E96-45ED-9016-0395BCD700C4}" srcOrd="1" destOrd="0" presId="urn:microsoft.com/office/officeart/2005/8/layout/target3"/>
    <dgm:cxn modelId="{C4BCD681-362A-4C74-B764-BDE9BD513BDE}" type="presOf" srcId="{CB12F2A7-9B1A-4464-A6F4-6FCC6D1B2DF1}" destId="{C5746777-4078-45B2-819B-B8D34A4C183C}" srcOrd="1" destOrd="0" presId="urn:microsoft.com/office/officeart/2005/8/layout/target3"/>
    <dgm:cxn modelId="{27872688-83C2-4467-9BDA-D3255ACCED2F}" type="presOf" srcId="{63F0E90F-DED9-4625-80E6-2A829789A83D}" destId="{DCB54319-EC33-4044-A59B-BD476CCBF62B}" srcOrd="1" destOrd="0" presId="urn:microsoft.com/office/officeart/2005/8/layout/target3"/>
    <dgm:cxn modelId="{DE84FF89-6E63-4FD5-BAD0-10466D77C96B}" srcId="{7E976C4D-3603-48D2-9BAC-355A703A18C1}" destId="{CB12F2A7-9B1A-4464-A6F4-6FCC6D1B2DF1}" srcOrd="2" destOrd="0" parTransId="{1D4E9FBC-4520-4B7F-83D1-9A75EC2FA526}" sibTransId="{4FB07527-0950-4BBC-A318-53279AD69244}"/>
    <dgm:cxn modelId="{972592AA-4D23-46E5-8EF5-4EEFE3BAD710}" type="presOf" srcId="{63F0E90F-DED9-4625-80E6-2A829789A83D}" destId="{87AA5F81-C800-43E7-BDC8-45FA6B5DBE8D}" srcOrd="0" destOrd="0" presId="urn:microsoft.com/office/officeart/2005/8/layout/target3"/>
    <dgm:cxn modelId="{A257CABF-9AE3-4926-8709-40AF70376F76}" type="presOf" srcId="{A88A6308-992E-4E68-BD8B-E7244FFD1677}" destId="{6E866203-BBCD-4875-8401-3BD0309413F3}" srcOrd="1" destOrd="0" presId="urn:microsoft.com/office/officeart/2005/8/layout/target3"/>
    <dgm:cxn modelId="{52884DC0-5594-496B-8171-35C0BB8A8E62}" srcId="{7E976C4D-3603-48D2-9BAC-355A703A18C1}" destId="{63F0E90F-DED9-4625-80E6-2A829789A83D}" srcOrd="3" destOrd="0" parTransId="{D6E661BA-F568-40AB-BCE8-1D709F1EB43B}" sibTransId="{D74DD237-BCCE-43DA-9B44-4BEF3FAE2AC6}"/>
    <dgm:cxn modelId="{198691C4-FD35-42EA-9B01-DE4D321A643A}" srcId="{7E976C4D-3603-48D2-9BAC-355A703A18C1}" destId="{D88F4018-691F-4623-96E7-B8CFB7B4F722}" srcOrd="0" destOrd="0" parTransId="{9DC0DCD7-2321-4CAF-85AE-E0C8A42963AB}" sibTransId="{60B24A05-9867-479B-890A-DDC73FCEB8FA}"/>
    <dgm:cxn modelId="{EDA4C4CD-B0DE-457C-AC3F-10D27939ECC9}" type="presOf" srcId="{A88A6308-992E-4E68-BD8B-E7244FFD1677}" destId="{D025F12F-BA42-4430-ACE4-AD25735C4C97}" srcOrd="0" destOrd="0" presId="urn:microsoft.com/office/officeart/2005/8/layout/target3"/>
    <dgm:cxn modelId="{D714A3D0-49DC-47DB-A5F3-B07B9C29F51B}" type="presOf" srcId="{7E976C4D-3603-48D2-9BAC-355A703A18C1}" destId="{E49462BA-2D2C-4AA0-92A1-C4304EF7B4FF}" srcOrd="0" destOrd="0" presId="urn:microsoft.com/office/officeart/2005/8/layout/target3"/>
    <dgm:cxn modelId="{FDE95FFD-E520-46F8-BC6C-9202E4D69BA2}" type="presOf" srcId="{CB12F2A7-9B1A-4464-A6F4-6FCC6D1B2DF1}" destId="{BEBB37C4-79C2-42B6-810A-5BDEC617BE19}" srcOrd="0" destOrd="0" presId="urn:microsoft.com/office/officeart/2005/8/layout/target3"/>
    <dgm:cxn modelId="{ECF8A201-471E-4906-BDCF-5F4F277B3DDD}" type="presParOf" srcId="{E49462BA-2D2C-4AA0-92A1-C4304EF7B4FF}" destId="{500ECE49-7B2C-4385-B871-22F86E990431}" srcOrd="0" destOrd="0" presId="urn:microsoft.com/office/officeart/2005/8/layout/target3"/>
    <dgm:cxn modelId="{FA84B5E5-915C-4828-A697-B48A871A22FE}" type="presParOf" srcId="{E49462BA-2D2C-4AA0-92A1-C4304EF7B4FF}" destId="{2525B54F-4BD6-4D65-BA7B-E7540C77B31A}" srcOrd="1" destOrd="0" presId="urn:microsoft.com/office/officeart/2005/8/layout/target3"/>
    <dgm:cxn modelId="{EC796169-1223-4D39-8806-6177C9457993}" type="presParOf" srcId="{E49462BA-2D2C-4AA0-92A1-C4304EF7B4FF}" destId="{F39A2827-9E70-4B08-A510-167A05B31775}" srcOrd="2" destOrd="0" presId="urn:microsoft.com/office/officeart/2005/8/layout/target3"/>
    <dgm:cxn modelId="{B4E6F3B9-CFBD-417E-B4C1-6142F7308042}" type="presParOf" srcId="{E49462BA-2D2C-4AA0-92A1-C4304EF7B4FF}" destId="{31384461-10A2-4A9D-8B9B-3F293A006B36}" srcOrd="3" destOrd="0" presId="urn:microsoft.com/office/officeart/2005/8/layout/target3"/>
    <dgm:cxn modelId="{59B3D2C6-8541-4206-A0B6-976003606691}" type="presParOf" srcId="{E49462BA-2D2C-4AA0-92A1-C4304EF7B4FF}" destId="{51D6750A-EB40-41BE-AEFD-BFF3762F31F6}" srcOrd="4" destOrd="0" presId="urn:microsoft.com/office/officeart/2005/8/layout/target3"/>
    <dgm:cxn modelId="{24D23586-0BDD-4618-AD45-80CD61E19713}" type="presParOf" srcId="{E49462BA-2D2C-4AA0-92A1-C4304EF7B4FF}" destId="{D025F12F-BA42-4430-ACE4-AD25735C4C97}" srcOrd="5" destOrd="0" presId="urn:microsoft.com/office/officeart/2005/8/layout/target3"/>
    <dgm:cxn modelId="{060880EE-9522-4285-AE66-6F6EFA7A69EA}" type="presParOf" srcId="{E49462BA-2D2C-4AA0-92A1-C4304EF7B4FF}" destId="{D7E7C342-E75D-4E14-B52C-91FB15E55152}" srcOrd="6" destOrd="0" presId="urn:microsoft.com/office/officeart/2005/8/layout/target3"/>
    <dgm:cxn modelId="{56E909C0-4231-461B-ADE7-CFF9DE9B08DD}" type="presParOf" srcId="{E49462BA-2D2C-4AA0-92A1-C4304EF7B4FF}" destId="{DC836186-CEBC-4B2D-A18C-99ED25D9316D}" srcOrd="7" destOrd="0" presId="urn:microsoft.com/office/officeart/2005/8/layout/target3"/>
    <dgm:cxn modelId="{2610660F-86FC-4A4E-BEB4-3F5485371DA5}" type="presParOf" srcId="{E49462BA-2D2C-4AA0-92A1-C4304EF7B4FF}" destId="{BEBB37C4-79C2-42B6-810A-5BDEC617BE19}" srcOrd="8" destOrd="0" presId="urn:microsoft.com/office/officeart/2005/8/layout/target3"/>
    <dgm:cxn modelId="{5B0119A0-E245-4401-AB80-08F70EFF9DCD}" type="presParOf" srcId="{E49462BA-2D2C-4AA0-92A1-C4304EF7B4FF}" destId="{2F9F6CE3-F973-46F1-B421-B350169E34E5}" srcOrd="9" destOrd="0" presId="urn:microsoft.com/office/officeart/2005/8/layout/target3"/>
    <dgm:cxn modelId="{846CBA3B-14F8-4C68-875E-CAC8BC84C737}" type="presParOf" srcId="{E49462BA-2D2C-4AA0-92A1-C4304EF7B4FF}" destId="{B3B374FF-8F8E-4290-9914-C7FC56CFB37B}" srcOrd="10" destOrd="0" presId="urn:microsoft.com/office/officeart/2005/8/layout/target3"/>
    <dgm:cxn modelId="{516674FE-BE92-4889-A3C0-7FCBE580F602}" type="presParOf" srcId="{E49462BA-2D2C-4AA0-92A1-C4304EF7B4FF}" destId="{87AA5F81-C800-43E7-BDC8-45FA6B5DBE8D}" srcOrd="11" destOrd="0" presId="urn:microsoft.com/office/officeart/2005/8/layout/target3"/>
    <dgm:cxn modelId="{196DC7A1-56EF-4A1C-A018-E49CF7FEDB83}" type="presParOf" srcId="{E49462BA-2D2C-4AA0-92A1-C4304EF7B4FF}" destId="{0C035D32-8E96-45ED-9016-0395BCD700C4}" srcOrd="12" destOrd="0" presId="urn:microsoft.com/office/officeart/2005/8/layout/target3"/>
    <dgm:cxn modelId="{7117DB0F-AB42-4FD9-AEF0-F12903A46D91}" type="presParOf" srcId="{E49462BA-2D2C-4AA0-92A1-C4304EF7B4FF}" destId="{6E866203-BBCD-4875-8401-3BD0309413F3}" srcOrd="13" destOrd="0" presId="urn:microsoft.com/office/officeart/2005/8/layout/target3"/>
    <dgm:cxn modelId="{3D55BE37-919C-4FFC-B847-29D1AB112112}" type="presParOf" srcId="{E49462BA-2D2C-4AA0-92A1-C4304EF7B4FF}" destId="{C5746777-4078-45B2-819B-B8D34A4C183C}" srcOrd="14" destOrd="0" presId="urn:microsoft.com/office/officeart/2005/8/layout/target3"/>
    <dgm:cxn modelId="{3AADF339-D8E7-4499-816C-798983818473}" type="presParOf" srcId="{E49462BA-2D2C-4AA0-92A1-C4304EF7B4FF}" destId="{DCB54319-EC33-4044-A59B-BD476CCBF62B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1159165-4C5D-451C-8C98-182E51CC1C1A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7024D50-790E-47EB-9717-B4A0F9BAD9B8}">
      <dgm:prSet/>
      <dgm:spPr/>
      <dgm:t>
        <a:bodyPr/>
        <a:lstStyle/>
        <a:p>
          <a:r>
            <a:rPr lang="uk-UA" b="0" i="0"/>
            <a:t>Володимирко</a:t>
          </a:r>
          <a:endParaRPr lang="uk-UA"/>
        </a:p>
      </dgm:t>
    </dgm:pt>
    <dgm:pt modelId="{9B770B4A-5D40-4A69-91C0-F75FE4491E75}" type="parTrans" cxnId="{6265D128-0925-4A8E-A46D-F7AEC3D447F9}">
      <dgm:prSet/>
      <dgm:spPr/>
      <dgm:t>
        <a:bodyPr/>
        <a:lstStyle/>
        <a:p>
          <a:endParaRPr lang="uk-UA"/>
        </a:p>
      </dgm:t>
    </dgm:pt>
    <dgm:pt modelId="{6A07D366-C286-419A-B5EB-0C8FDBDC23D1}" type="sibTrans" cxnId="{6265D128-0925-4A8E-A46D-F7AEC3D447F9}">
      <dgm:prSet/>
      <dgm:spPr/>
      <dgm:t>
        <a:bodyPr/>
        <a:lstStyle/>
        <a:p>
          <a:endParaRPr lang="uk-UA"/>
        </a:p>
      </dgm:t>
    </dgm:pt>
    <dgm:pt modelId="{F71850CA-B34B-402B-B721-BD525D08489A}">
      <dgm:prSet/>
      <dgm:spPr/>
      <dgm:t>
        <a:bodyPr/>
        <a:lstStyle/>
        <a:p>
          <a:r>
            <a:rPr lang="uk-UA" b="0" i="0"/>
            <a:t>Ярослав</a:t>
          </a:r>
          <a:endParaRPr lang="uk-UA"/>
        </a:p>
      </dgm:t>
    </dgm:pt>
    <dgm:pt modelId="{0B702DA3-8738-4574-BD83-A9720741AB3A}" type="parTrans" cxnId="{6A665EFD-19B5-4C65-ACF4-F0378B164C08}">
      <dgm:prSet/>
      <dgm:spPr/>
      <dgm:t>
        <a:bodyPr/>
        <a:lstStyle/>
        <a:p>
          <a:endParaRPr lang="uk-UA"/>
        </a:p>
      </dgm:t>
    </dgm:pt>
    <dgm:pt modelId="{F42264EC-70BB-4D98-91DA-3A604FE23938}" type="sibTrans" cxnId="{6A665EFD-19B5-4C65-ACF4-F0378B164C08}">
      <dgm:prSet/>
      <dgm:spPr/>
      <dgm:t>
        <a:bodyPr/>
        <a:lstStyle/>
        <a:p>
          <a:endParaRPr lang="uk-UA"/>
        </a:p>
      </dgm:t>
    </dgm:pt>
    <dgm:pt modelId="{A4C10B33-2E9F-4570-900E-721FA259234A}">
      <dgm:prSet/>
      <dgm:spPr/>
      <dgm:t>
        <a:bodyPr/>
        <a:lstStyle/>
        <a:p>
          <a:r>
            <a:rPr lang="uk-UA" b="0" i="0" dirty="0"/>
            <a:t>Данило</a:t>
          </a:r>
          <a:endParaRPr lang="uk-UA" dirty="0"/>
        </a:p>
      </dgm:t>
    </dgm:pt>
    <dgm:pt modelId="{997E8559-DAFC-474F-A0DF-A2D6A3B5A019}" type="parTrans" cxnId="{B91820C4-7947-4A46-9878-FECB2BF7B340}">
      <dgm:prSet/>
      <dgm:spPr/>
      <dgm:t>
        <a:bodyPr/>
        <a:lstStyle/>
        <a:p>
          <a:endParaRPr lang="uk-UA"/>
        </a:p>
      </dgm:t>
    </dgm:pt>
    <dgm:pt modelId="{DD33D284-8BE2-41C0-B25D-1D84834910EE}" type="sibTrans" cxnId="{B91820C4-7947-4A46-9878-FECB2BF7B340}">
      <dgm:prSet/>
      <dgm:spPr/>
      <dgm:t>
        <a:bodyPr/>
        <a:lstStyle/>
        <a:p>
          <a:endParaRPr lang="uk-UA"/>
        </a:p>
      </dgm:t>
    </dgm:pt>
    <dgm:pt modelId="{59712483-5B89-4FD6-BB29-22221F03C9E8}">
      <dgm:prSet/>
      <dgm:spPr/>
      <dgm:t>
        <a:bodyPr/>
        <a:lstStyle/>
        <a:p>
          <a:r>
            <a:rPr lang="uk-UA" b="0" i="0" dirty="0"/>
            <a:t>Юрій</a:t>
          </a:r>
          <a:endParaRPr lang="uk-UA" dirty="0"/>
        </a:p>
      </dgm:t>
    </dgm:pt>
    <dgm:pt modelId="{A207DB14-C1DF-4523-B8F7-4B6F38223B1E}" type="parTrans" cxnId="{F6F2F9B4-166E-4719-A723-1307BBE7CB21}">
      <dgm:prSet/>
      <dgm:spPr/>
      <dgm:t>
        <a:bodyPr/>
        <a:lstStyle/>
        <a:p>
          <a:endParaRPr lang="uk-UA"/>
        </a:p>
      </dgm:t>
    </dgm:pt>
    <dgm:pt modelId="{6CB8378A-7608-429B-A601-656D5C62B631}" type="sibTrans" cxnId="{F6F2F9B4-166E-4719-A723-1307BBE7CB21}">
      <dgm:prSet/>
      <dgm:spPr/>
      <dgm:t>
        <a:bodyPr/>
        <a:lstStyle/>
        <a:p>
          <a:endParaRPr lang="uk-UA"/>
        </a:p>
      </dgm:t>
    </dgm:pt>
    <dgm:pt modelId="{02EB6C87-9AF6-4EAF-A66C-CBB5A2A71479}" type="pres">
      <dgm:prSet presAssocID="{41159165-4C5D-451C-8C98-182E51CC1C1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2E16368-155C-44CD-B948-B1B632F5019D}" type="pres">
      <dgm:prSet presAssocID="{A7024D50-790E-47EB-9717-B4A0F9BAD9B8}" presName="circle1" presStyleLbl="node1" presStyleIdx="0" presStyleCnt="4"/>
      <dgm:spPr/>
    </dgm:pt>
    <dgm:pt modelId="{332D068D-4FDD-4C69-A56A-623FF3596EF1}" type="pres">
      <dgm:prSet presAssocID="{A7024D50-790E-47EB-9717-B4A0F9BAD9B8}" presName="space" presStyleCnt="0"/>
      <dgm:spPr/>
    </dgm:pt>
    <dgm:pt modelId="{33AB2F89-B1C0-426B-A2C0-A05C83C4547F}" type="pres">
      <dgm:prSet presAssocID="{A7024D50-790E-47EB-9717-B4A0F9BAD9B8}" presName="rect1" presStyleLbl="alignAcc1" presStyleIdx="0" presStyleCnt="4"/>
      <dgm:spPr/>
    </dgm:pt>
    <dgm:pt modelId="{34C2176B-683F-46B8-A793-C4DACD034319}" type="pres">
      <dgm:prSet presAssocID="{F71850CA-B34B-402B-B721-BD525D08489A}" presName="vertSpace2" presStyleLbl="node1" presStyleIdx="0" presStyleCnt="4"/>
      <dgm:spPr/>
    </dgm:pt>
    <dgm:pt modelId="{986206B6-96D8-4299-9365-D5EC043D24BA}" type="pres">
      <dgm:prSet presAssocID="{F71850CA-B34B-402B-B721-BD525D08489A}" presName="circle2" presStyleLbl="node1" presStyleIdx="1" presStyleCnt="4"/>
      <dgm:spPr/>
    </dgm:pt>
    <dgm:pt modelId="{A5C0E9EF-4A7C-4406-8D8E-E69C18B30EA3}" type="pres">
      <dgm:prSet presAssocID="{F71850CA-B34B-402B-B721-BD525D08489A}" presName="rect2" presStyleLbl="alignAcc1" presStyleIdx="1" presStyleCnt="4"/>
      <dgm:spPr/>
    </dgm:pt>
    <dgm:pt modelId="{BB6B63CC-4FD0-4C92-B4BA-93A9192559CB}" type="pres">
      <dgm:prSet presAssocID="{A4C10B33-2E9F-4570-900E-721FA259234A}" presName="vertSpace3" presStyleLbl="node1" presStyleIdx="1" presStyleCnt="4"/>
      <dgm:spPr/>
    </dgm:pt>
    <dgm:pt modelId="{A26108EE-5FCA-41C6-917A-E425E27C843D}" type="pres">
      <dgm:prSet presAssocID="{A4C10B33-2E9F-4570-900E-721FA259234A}" presName="circle3" presStyleLbl="node1" presStyleIdx="2" presStyleCnt="4"/>
      <dgm:spPr/>
    </dgm:pt>
    <dgm:pt modelId="{FAFEAF3C-2630-46D6-80D5-6DEE8A9569F4}" type="pres">
      <dgm:prSet presAssocID="{A4C10B33-2E9F-4570-900E-721FA259234A}" presName="rect3" presStyleLbl="alignAcc1" presStyleIdx="2" presStyleCnt="4"/>
      <dgm:spPr/>
    </dgm:pt>
    <dgm:pt modelId="{54A34C59-45B0-4CFA-992B-B38921776656}" type="pres">
      <dgm:prSet presAssocID="{59712483-5B89-4FD6-BB29-22221F03C9E8}" presName="vertSpace4" presStyleLbl="node1" presStyleIdx="2" presStyleCnt="4"/>
      <dgm:spPr/>
    </dgm:pt>
    <dgm:pt modelId="{2C8E4205-F0C0-447A-A92C-644030BD052C}" type="pres">
      <dgm:prSet presAssocID="{59712483-5B89-4FD6-BB29-22221F03C9E8}" presName="circle4" presStyleLbl="node1" presStyleIdx="3" presStyleCnt="4"/>
      <dgm:spPr/>
    </dgm:pt>
    <dgm:pt modelId="{2DC3ACBD-2D1C-4AFD-92E7-1F95649E7BB0}" type="pres">
      <dgm:prSet presAssocID="{59712483-5B89-4FD6-BB29-22221F03C9E8}" presName="rect4" presStyleLbl="alignAcc1" presStyleIdx="3" presStyleCnt="4"/>
      <dgm:spPr/>
    </dgm:pt>
    <dgm:pt modelId="{8AD633B1-D7EA-4DDD-AB78-549F5EE1359E}" type="pres">
      <dgm:prSet presAssocID="{A7024D50-790E-47EB-9717-B4A0F9BAD9B8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7ACD52C3-C1EF-414C-99D6-4BDD6E044D39}" type="pres">
      <dgm:prSet presAssocID="{F71850CA-B34B-402B-B721-BD525D08489A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CDF6374B-0AB4-4692-9692-A5E99280ADF8}" type="pres">
      <dgm:prSet presAssocID="{A4C10B33-2E9F-4570-900E-721FA259234A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A6D6740C-343A-46A8-A6B2-138A39C6CB3C}" type="pres">
      <dgm:prSet presAssocID="{59712483-5B89-4FD6-BB29-22221F03C9E8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82A1C210-128E-431B-B018-9F1DCF5AA993}" type="presOf" srcId="{59712483-5B89-4FD6-BB29-22221F03C9E8}" destId="{A6D6740C-343A-46A8-A6B2-138A39C6CB3C}" srcOrd="1" destOrd="0" presId="urn:microsoft.com/office/officeart/2005/8/layout/target3"/>
    <dgm:cxn modelId="{6265D128-0925-4A8E-A46D-F7AEC3D447F9}" srcId="{41159165-4C5D-451C-8C98-182E51CC1C1A}" destId="{A7024D50-790E-47EB-9717-B4A0F9BAD9B8}" srcOrd="0" destOrd="0" parTransId="{9B770B4A-5D40-4A69-91C0-F75FE4491E75}" sibTransId="{6A07D366-C286-419A-B5EB-0C8FDBDC23D1}"/>
    <dgm:cxn modelId="{8791E92B-3416-442C-9DF5-2E0CB0834B23}" type="presOf" srcId="{A7024D50-790E-47EB-9717-B4A0F9BAD9B8}" destId="{8AD633B1-D7EA-4DDD-AB78-549F5EE1359E}" srcOrd="1" destOrd="0" presId="urn:microsoft.com/office/officeart/2005/8/layout/target3"/>
    <dgm:cxn modelId="{510E8731-A1C9-4B86-A643-4D2B867E18D7}" type="presOf" srcId="{41159165-4C5D-451C-8C98-182E51CC1C1A}" destId="{02EB6C87-9AF6-4EAF-A66C-CBB5A2A71479}" srcOrd="0" destOrd="0" presId="urn:microsoft.com/office/officeart/2005/8/layout/target3"/>
    <dgm:cxn modelId="{1FC33848-B8FC-4C22-9381-1BB41B16DEE0}" type="presOf" srcId="{A4C10B33-2E9F-4570-900E-721FA259234A}" destId="{FAFEAF3C-2630-46D6-80D5-6DEE8A9569F4}" srcOrd="0" destOrd="0" presId="urn:microsoft.com/office/officeart/2005/8/layout/target3"/>
    <dgm:cxn modelId="{D679D96A-CF9C-4D39-B5F0-D76D66BC6E48}" type="presOf" srcId="{A4C10B33-2E9F-4570-900E-721FA259234A}" destId="{CDF6374B-0AB4-4692-9692-A5E99280ADF8}" srcOrd="1" destOrd="0" presId="urn:microsoft.com/office/officeart/2005/8/layout/target3"/>
    <dgm:cxn modelId="{58C82794-74C8-4C48-9BB0-98AE464ADC41}" type="presOf" srcId="{F71850CA-B34B-402B-B721-BD525D08489A}" destId="{7ACD52C3-C1EF-414C-99D6-4BDD6E044D39}" srcOrd="1" destOrd="0" presId="urn:microsoft.com/office/officeart/2005/8/layout/target3"/>
    <dgm:cxn modelId="{DF6F1BAF-D79A-40E8-BC07-0F479A5691C5}" type="presOf" srcId="{A7024D50-790E-47EB-9717-B4A0F9BAD9B8}" destId="{33AB2F89-B1C0-426B-A2C0-A05C83C4547F}" srcOrd="0" destOrd="0" presId="urn:microsoft.com/office/officeart/2005/8/layout/target3"/>
    <dgm:cxn modelId="{F6F2F9B4-166E-4719-A723-1307BBE7CB21}" srcId="{41159165-4C5D-451C-8C98-182E51CC1C1A}" destId="{59712483-5B89-4FD6-BB29-22221F03C9E8}" srcOrd="3" destOrd="0" parTransId="{A207DB14-C1DF-4523-B8F7-4B6F38223B1E}" sibTransId="{6CB8378A-7608-429B-A601-656D5C62B631}"/>
    <dgm:cxn modelId="{528CCBBF-5211-42F0-8879-EFDC6EC6B26B}" type="presOf" srcId="{F71850CA-B34B-402B-B721-BD525D08489A}" destId="{A5C0E9EF-4A7C-4406-8D8E-E69C18B30EA3}" srcOrd="0" destOrd="0" presId="urn:microsoft.com/office/officeart/2005/8/layout/target3"/>
    <dgm:cxn modelId="{B91820C4-7947-4A46-9878-FECB2BF7B340}" srcId="{41159165-4C5D-451C-8C98-182E51CC1C1A}" destId="{A4C10B33-2E9F-4570-900E-721FA259234A}" srcOrd="2" destOrd="0" parTransId="{997E8559-DAFC-474F-A0DF-A2D6A3B5A019}" sibTransId="{DD33D284-8BE2-41C0-B25D-1D84834910EE}"/>
    <dgm:cxn modelId="{6A665EFD-19B5-4C65-ACF4-F0378B164C08}" srcId="{41159165-4C5D-451C-8C98-182E51CC1C1A}" destId="{F71850CA-B34B-402B-B721-BD525D08489A}" srcOrd="1" destOrd="0" parTransId="{0B702DA3-8738-4574-BD83-A9720741AB3A}" sibTransId="{F42264EC-70BB-4D98-91DA-3A604FE23938}"/>
    <dgm:cxn modelId="{E780F5FF-C9E5-4669-8CA5-6241275A77B3}" type="presOf" srcId="{59712483-5B89-4FD6-BB29-22221F03C9E8}" destId="{2DC3ACBD-2D1C-4AFD-92E7-1F95649E7BB0}" srcOrd="0" destOrd="0" presId="urn:microsoft.com/office/officeart/2005/8/layout/target3"/>
    <dgm:cxn modelId="{229E9369-7D8A-4C1F-A5CC-FF99378F182F}" type="presParOf" srcId="{02EB6C87-9AF6-4EAF-A66C-CBB5A2A71479}" destId="{02E16368-155C-44CD-B948-B1B632F5019D}" srcOrd="0" destOrd="0" presId="urn:microsoft.com/office/officeart/2005/8/layout/target3"/>
    <dgm:cxn modelId="{24130E32-B097-411E-988A-F2E5AF473A82}" type="presParOf" srcId="{02EB6C87-9AF6-4EAF-A66C-CBB5A2A71479}" destId="{332D068D-4FDD-4C69-A56A-623FF3596EF1}" srcOrd="1" destOrd="0" presId="urn:microsoft.com/office/officeart/2005/8/layout/target3"/>
    <dgm:cxn modelId="{3997A63D-580A-4839-8D37-04468CB70C0F}" type="presParOf" srcId="{02EB6C87-9AF6-4EAF-A66C-CBB5A2A71479}" destId="{33AB2F89-B1C0-426B-A2C0-A05C83C4547F}" srcOrd="2" destOrd="0" presId="urn:microsoft.com/office/officeart/2005/8/layout/target3"/>
    <dgm:cxn modelId="{981BB9A5-FE11-419F-B7AC-634F45F71CD4}" type="presParOf" srcId="{02EB6C87-9AF6-4EAF-A66C-CBB5A2A71479}" destId="{34C2176B-683F-46B8-A793-C4DACD034319}" srcOrd="3" destOrd="0" presId="urn:microsoft.com/office/officeart/2005/8/layout/target3"/>
    <dgm:cxn modelId="{098F6CE1-E76A-45DA-BFF6-6F0BBA2232D1}" type="presParOf" srcId="{02EB6C87-9AF6-4EAF-A66C-CBB5A2A71479}" destId="{986206B6-96D8-4299-9365-D5EC043D24BA}" srcOrd="4" destOrd="0" presId="urn:microsoft.com/office/officeart/2005/8/layout/target3"/>
    <dgm:cxn modelId="{1734C2A8-A998-43E5-A3E3-91C0B65B0109}" type="presParOf" srcId="{02EB6C87-9AF6-4EAF-A66C-CBB5A2A71479}" destId="{A5C0E9EF-4A7C-4406-8D8E-E69C18B30EA3}" srcOrd="5" destOrd="0" presId="urn:microsoft.com/office/officeart/2005/8/layout/target3"/>
    <dgm:cxn modelId="{75FE19F7-4873-443B-BEA4-A6AC22C24BA9}" type="presParOf" srcId="{02EB6C87-9AF6-4EAF-A66C-CBB5A2A71479}" destId="{BB6B63CC-4FD0-4C92-B4BA-93A9192559CB}" srcOrd="6" destOrd="0" presId="urn:microsoft.com/office/officeart/2005/8/layout/target3"/>
    <dgm:cxn modelId="{E2F909DB-2A76-4F2A-B570-6833D08A1DFF}" type="presParOf" srcId="{02EB6C87-9AF6-4EAF-A66C-CBB5A2A71479}" destId="{A26108EE-5FCA-41C6-917A-E425E27C843D}" srcOrd="7" destOrd="0" presId="urn:microsoft.com/office/officeart/2005/8/layout/target3"/>
    <dgm:cxn modelId="{77010D4D-A030-4097-A1A9-10C2B1041717}" type="presParOf" srcId="{02EB6C87-9AF6-4EAF-A66C-CBB5A2A71479}" destId="{FAFEAF3C-2630-46D6-80D5-6DEE8A9569F4}" srcOrd="8" destOrd="0" presId="urn:microsoft.com/office/officeart/2005/8/layout/target3"/>
    <dgm:cxn modelId="{2FE7DECD-8678-4D74-92B2-19378C02E21D}" type="presParOf" srcId="{02EB6C87-9AF6-4EAF-A66C-CBB5A2A71479}" destId="{54A34C59-45B0-4CFA-992B-B38921776656}" srcOrd="9" destOrd="0" presId="urn:microsoft.com/office/officeart/2005/8/layout/target3"/>
    <dgm:cxn modelId="{3B5F6B2E-954A-4B38-A381-72FB455871EC}" type="presParOf" srcId="{02EB6C87-9AF6-4EAF-A66C-CBB5A2A71479}" destId="{2C8E4205-F0C0-447A-A92C-644030BD052C}" srcOrd="10" destOrd="0" presId="urn:microsoft.com/office/officeart/2005/8/layout/target3"/>
    <dgm:cxn modelId="{86C51EDB-28EA-491C-A0FE-E5802FF811B3}" type="presParOf" srcId="{02EB6C87-9AF6-4EAF-A66C-CBB5A2A71479}" destId="{2DC3ACBD-2D1C-4AFD-92E7-1F95649E7BB0}" srcOrd="11" destOrd="0" presId="urn:microsoft.com/office/officeart/2005/8/layout/target3"/>
    <dgm:cxn modelId="{6FD648FC-5D31-49C5-A3F1-E0F2B2401260}" type="presParOf" srcId="{02EB6C87-9AF6-4EAF-A66C-CBB5A2A71479}" destId="{8AD633B1-D7EA-4DDD-AB78-549F5EE1359E}" srcOrd="12" destOrd="0" presId="urn:microsoft.com/office/officeart/2005/8/layout/target3"/>
    <dgm:cxn modelId="{486F0D82-CD3C-46FC-90D3-A8288ECF75CD}" type="presParOf" srcId="{02EB6C87-9AF6-4EAF-A66C-CBB5A2A71479}" destId="{7ACD52C3-C1EF-414C-99D6-4BDD6E044D39}" srcOrd="13" destOrd="0" presId="urn:microsoft.com/office/officeart/2005/8/layout/target3"/>
    <dgm:cxn modelId="{A42F5435-8B68-4426-AB67-6D40BE83C9F2}" type="presParOf" srcId="{02EB6C87-9AF6-4EAF-A66C-CBB5A2A71479}" destId="{CDF6374B-0AB4-4692-9692-A5E99280ADF8}" srcOrd="14" destOrd="0" presId="urn:microsoft.com/office/officeart/2005/8/layout/target3"/>
    <dgm:cxn modelId="{BE298C26-B603-4993-B053-353F8DA4DDDE}" type="presParOf" srcId="{02EB6C87-9AF6-4EAF-A66C-CBB5A2A71479}" destId="{A6D6740C-343A-46A8-A6B2-138A39C6CB3C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EB2565B-2BFB-4219-A9B8-88490F253FE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3691F80-E639-4902-80FF-310C8107F549}">
      <dgm:prSet/>
      <dgm:spPr/>
      <dgm:t>
        <a:bodyPr/>
        <a:lstStyle/>
        <a:p>
          <a:r>
            <a:rPr lang="ru-RU" b="0" i="0" dirty="0"/>
            <a:t>1238 р.</a:t>
          </a:r>
          <a:endParaRPr lang="uk-UA" dirty="0"/>
        </a:p>
      </dgm:t>
    </dgm:pt>
    <dgm:pt modelId="{14748A01-C994-49CB-BAAB-3EE5C4418BF5}" type="parTrans" cxnId="{28F698FC-1C44-4E93-9D2E-BBE9D44D6088}">
      <dgm:prSet/>
      <dgm:spPr/>
      <dgm:t>
        <a:bodyPr/>
        <a:lstStyle/>
        <a:p>
          <a:endParaRPr lang="uk-UA"/>
        </a:p>
      </dgm:t>
    </dgm:pt>
    <dgm:pt modelId="{46FC2D96-EFC9-4F80-8E3C-0452FEB31C36}" type="sibTrans" cxnId="{28F698FC-1C44-4E93-9D2E-BBE9D44D6088}">
      <dgm:prSet/>
      <dgm:spPr/>
      <dgm:t>
        <a:bodyPr/>
        <a:lstStyle/>
        <a:p>
          <a:endParaRPr lang="uk-UA"/>
        </a:p>
      </dgm:t>
    </dgm:pt>
    <dgm:pt modelId="{8A644890-BF32-4F57-8498-114401F3C6A6}">
      <dgm:prSet/>
      <dgm:spPr/>
      <dgm:t>
        <a:bodyPr/>
        <a:lstStyle/>
        <a:p>
          <a:r>
            <a:rPr lang="ru-RU" b="0" i="0"/>
            <a:t>1240 р.</a:t>
          </a:r>
          <a:endParaRPr lang="uk-UA"/>
        </a:p>
      </dgm:t>
    </dgm:pt>
    <dgm:pt modelId="{958AD030-F8F9-4CEC-9327-57BDCEC92578}" type="parTrans" cxnId="{12DD7355-0DA1-428C-B0B9-6320EBF42BEA}">
      <dgm:prSet/>
      <dgm:spPr/>
      <dgm:t>
        <a:bodyPr/>
        <a:lstStyle/>
        <a:p>
          <a:endParaRPr lang="uk-UA"/>
        </a:p>
      </dgm:t>
    </dgm:pt>
    <dgm:pt modelId="{81E4BF3D-367D-4251-AFD6-AF979A3AD488}" type="sibTrans" cxnId="{12DD7355-0DA1-428C-B0B9-6320EBF42BEA}">
      <dgm:prSet/>
      <dgm:spPr/>
      <dgm:t>
        <a:bodyPr/>
        <a:lstStyle/>
        <a:p>
          <a:endParaRPr lang="uk-UA"/>
        </a:p>
      </dgm:t>
    </dgm:pt>
    <dgm:pt modelId="{89FC0E61-34F5-47EF-BCF1-FD76458A8924}">
      <dgm:prSet/>
      <dgm:spPr/>
      <dgm:t>
        <a:bodyPr/>
        <a:lstStyle/>
        <a:p>
          <a:r>
            <a:rPr lang="ru-RU" b="0" i="0"/>
            <a:t>1245 р.</a:t>
          </a:r>
          <a:endParaRPr lang="uk-UA"/>
        </a:p>
      </dgm:t>
    </dgm:pt>
    <dgm:pt modelId="{C29600C0-510B-4C3A-A1FA-1E07739C5DDE}" type="parTrans" cxnId="{62910A7A-266F-430C-B138-D7D122B6567D}">
      <dgm:prSet/>
      <dgm:spPr/>
      <dgm:t>
        <a:bodyPr/>
        <a:lstStyle/>
        <a:p>
          <a:endParaRPr lang="uk-UA"/>
        </a:p>
      </dgm:t>
    </dgm:pt>
    <dgm:pt modelId="{BB2A3F53-EF00-48C7-A5CC-C1BC8F481821}" type="sibTrans" cxnId="{62910A7A-266F-430C-B138-D7D122B6567D}">
      <dgm:prSet/>
      <dgm:spPr/>
      <dgm:t>
        <a:bodyPr/>
        <a:lstStyle/>
        <a:p>
          <a:endParaRPr lang="uk-UA"/>
        </a:p>
      </dgm:t>
    </dgm:pt>
    <dgm:pt modelId="{165866BD-B734-4C98-AB6E-0C28359030E6}">
      <dgm:prSet/>
      <dgm:spPr/>
      <dgm:t>
        <a:bodyPr/>
        <a:lstStyle/>
        <a:p>
          <a:r>
            <a:rPr lang="ru-RU" b="0" i="0" dirty="0"/>
            <a:t>1253 р</a:t>
          </a:r>
          <a:endParaRPr lang="uk-UA" dirty="0"/>
        </a:p>
      </dgm:t>
    </dgm:pt>
    <dgm:pt modelId="{0A0E34EF-23D6-4FB4-97DC-30396DC2A801}" type="parTrans" cxnId="{7B87B849-A5D8-420B-9972-57A908D36551}">
      <dgm:prSet/>
      <dgm:spPr/>
      <dgm:t>
        <a:bodyPr/>
        <a:lstStyle/>
        <a:p>
          <a:endParaRPr lang="uk-UA"/>
        </a:p>
      </dgm:t>
    </dgm:pt>
    <dgm:pt modelId="{D10C9BDA-A49B-471E-9499-B8ACFDD037DF}" type="sibTrans" cxnId="{7B87B849-A5D8-420B-9972-57A908D36551}">
      <dgm:prSet/>
      <dgm:spPr/>
      <dgm:t>
        <a:bodyPr/>
        <a:lstStyle/>
        <a:p>
          <a:endParaRPr lang="uk-UA"/>
        </a:p>
      </dgm:t>
    </dgm:pt>
    <dgm:pt modelId="{6F5BA6E9-D568-431E-9A64-444540C104D7}" type="pres">
      <dgm:prSet presAssocID="{5EB2565B-2BFB-4219-A9B8-88490F253FE5}" presName="matrix" presStyleCnt="0">
        <dgm:presLayoutVars>
          <dgm:chMax val="1"/>
          <dgm:dir/>
          <dgm:resizeHandles val="exact"/>
        </dgm:presLayoutVars>
      </dgm:prSet>
      <dgm:spPr/>
    </dgm:pt>
    <dgm:pt modelId="{C87BEB6E-25D5-4689-8020-60CCBD6002AF}" type="pres">
      <dgm:prSet presAssocID="{5EB2565B-2BFB-4219-A9B8-88490F253FE5}" presName="diamond" presStyleLbl="bgShp" presStyleIdx="0" presStyleCnt="1"/>
      <dgm:spPr/>
    </dgm:pt>
    <dgm:pt modelId="{72BD6315-EF8B-4180-A92B-89659EC9582C}" type="pres">
      <dgm:prSet presAssocID="{5EB2565B-2BFB-4219-A9B8-88490F253FE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7D59FE3-8D33-4565-B04F-16A27826161E}" type="pres">
      <dgm:prSet presAssocID="{5EB2565B-2BFB-4219-A9B8-88490F253FE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3CDEF44-C0D9-4AE8-8870-8936DC162A33}" type="pres">
      <dgm:prSet presAssocID="{5EB2565B-2BFB-4219-A9B8-88490F253FE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2F02B9F-554C-4C9A-8B9E-EE99000545B7}" type="pres">
      <dgm:prSet presAssocID="{5EB2565B-2BFB-4219-A9B8-88490F253FE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26FE19-0D89-4909-B5F0-3053C7CD71DF}" type="presOf" srcId="{5EB2565B-2BFB-4219-A9B8-88490F253FE5}" destId="{6F5BA6E9-D568-431E-9A64-444540C104D7}" srcOrd="0" destOrd="0" presId="urn:microsoft.com/office/officeart/2005/8/layout/matrix3"/>
    <dgm:cxn modelId="{7B87B849-A5D8-420B-9972-57A908D36551}" srcId="{5EB2565B-2BFB-4219-A9B8-88490F253FE5}" destId="{165866BD-B734-4C98-AB6E-0C28359030E6}" srcOrd="3" destOrd="0" parTransId="{0A0E34EF-23D6-4FB4-97DC-30396DC2A801}" sibTransId="{D10C9BDA-A49B-471E-9499-B8ACFDD037DF}"/>
    <dgm:cxn modelId="{D0245B4F-B109-4ACF-8E57-E8453B88277C}" type="presOf" srcId="{89FC0E61-34F5-47EF-BCF1-FD76458A8924}" destId="{63CDEF44-C0D9-4AE8-8870-8936DC162A33}" srcOrd="0" destOrd="0" presId="urn:microsoft.com/office/officeart/2005/8/layout/matrix3"/>
    <dgm:cxn modelId="{12DD7355-0DA1-428C-B0B9-6320EBF42BEA}" srcId="{5EB2565B-2BFB-4219-A9B8-88490F253FE5}" destId="{8A644890-BF32-4F57-8498-114401F3C6A6}" srcOrd="1" destOrd="0" parTransId="{958AD030-F8F9-4CEC-9327-57BDCEC92578}" sibTransId="{81E4BF3D-367D-4251-AFD6-AF979A3AD488}"/>
    <dgm:cxn modelId="{62910A7A-266F-430C-B138-D7D122B6567D}" srcId="{5EB2565B-2BFB-4219-A9B8-88490F253FE5}" destId="{89FC0E61-34F5-47EF-BCF1-FD76458A8924}" srcOrd="2" destOrd="0" parTransId="{C29600C0-510B-4C3A-A1FA-1E07739C5DDE}" sibTransId="{BB2A3F53-EF00-48C7-A5CC-C1BC8F481821}"/>
    <dgm:cxn modelId="{DC8C4C9F-B8BE-415B-9649-643E8311DDBF}" type="presOf" srcId="{8A644890-BF32-4F57-8498-114401F3C6A6}" destId="{67D59FE3-8D33-4565-B04F-16A27826161E}" srcOrd="0" destOrd="0" presId="urn:microsoft.com/office/officeart/2005/8/layout/matrix3"/>
    <dgm:cxn modelId="{751AA7BE-C6F7-4186-AFC4-6AAA681D69B2}" type="presOf" srcId="{165866BD-B734-4C98-AB6E-0C28359030E6}" destId="{E2F02B9F-554C-4C9A-8B9E-EE99000545B7}" srcOrd="0" destOrd="0" presId="urn:microsoft.com/office/officeart/2005/8/layout/matrix3"/>
    <dgm:cxn modelId="{E31D50F0-8A80-4AAB-9C08-E97708B2FDB6}" type="presOf" srcId="{53691F80-E639-4902-80FF-310C8107F549}" destId="{72BD6315-EF8B-4180-A92B-89659EC9582C}" srcOrd="0" destOrd="0" presId="urn:microsoft.com/office/officeart/2005/8/layout/matrix3"/>
    <dgm:cxn modelId="{28F698FC-1C44-4E93-9D2E-BBE9D44D6088}" srcId="{5EB2565B-2BFB-4219-A9B8-88490F253FE5}" destId="{53691F80-E639-4902-80FF-310C8107F549}" srcOrd="0" destOrd="0" parTransId="{14748A01-C994-49CB-BAAB-3EE5C4418BF5}" sibTransId="{46FC2D96-EFC9-4F80-8E3C-0452FEB31C36}"/>
    <dgm:cxn modelId="{F0B0DD10-D982-49A4-AA70-BEC3F6BAF554}" type="presParOf" srcId="{6F5BA6E9-D568-431E-9A64-444540C104D7}" destId="{C87BEB6E-25D5-4689-8020-60CCBD6002AF}" srcOrd="0" destOrd="0" presId="urn:microsoft.com/office/officeart/2005/8/layout/matrix3"/>
    <dgm:cxn modelId="{807F9774-4B60-41F7-AEFD-780F2B84F233}" type="presParOf" srcId="{6F5BA6E9-D568-431E-9A64-444540C104D7}" destId="{72BD6315-EF8B-4180-A92B-89659EC9582C}" srcOrd="1" destOrd="0" presId="urn:microsoft.com/office/officeart/2005/8/layout/matrix3"/>
    <dgm:cxn modelId="{88053882-88EA-4F33-B450-F0FB9E8068A4}" type="presParOf" srcId="{6F5BA6E9-D568-431E-9A64-444540C104D7}" destId="{67D59FE3-8D33-4565-B04F-16A27826161E}" srcOrd="2" destOrd="0" presId="urn:microsoft.com/office/officeart/2005/8/layout/matrix3"/>
    <dgm:cxn modelId="{97E50DBC-DC4F-45C3-B8B9-FA3B9067BEBB}" type="presParOf" srcId="{6F5BA6E9-D568-431E-9A64-444540C104D7}" destId="{63CDEF44-C0D9-4AE8-8870-8936DC162A33}" srcOrd="3" destOrd="0" presId="urn:microsoft.com/office/officeart/2005/8/layout/matrix3"/>
    <dgm:cxn modelId="{8B22C307-4CD5-4316-9A49-6F5B61932EA9}" type="presParOf" srcId="{6F5BA6E9-D568-431E-9A64-444540C104D7}" destId="{E2F02B9F-554C-4C9A-8B9E-EE99000545B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4F45E89-0374-4FB5-893B-F65915A5BC2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EECE4C-4673-4EE0-ADC8-DE78FA4FF978}">
      <dgm:prSet/>
      <dgm:spPr/>
      <dgm:t>
        <a:bodyPr/>
        <a:lstStyle/>
        <a:p>
          <a:r>
            <a:rPr lang="ru-RU" b="0" i="0" dirty="0"/>
            <a:t>1019-1054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9A9739E7-DF3F-48CC-A0E5-EE134F191B8C}" type="parTrans" cxnId="{9C45C38A-F646-4196-AD32-08EC88374F5D}">
      <dgm:prSet/>
      <dgm:spPr/>
      <dgm:t>
        <a:bodyPr/>
        <a:lstStyle/>
        <a:p>
          <a:endParaRPr lang="uk-UA"/>
        </a:p>
      </dgm:t>
    </dgm:pt>
    <dgm:pt modelId="{4C609742-742F-4E0B-8FB9-7BED65BEC567}" type="sibTrans" cxnId="{9C45C38A-F646-4196-AD32-08EC88374F5D}">
      <dgm:prSet/>
      <dgm:spPr/>
      <dgm:t>
        <a:bodyPr/>
        <a:lstStyle/>
        <a:p>
          <a:endParaRPr lang="uk-UA"/>
        </a:p>
      </dgm:t>
    </dgm:pt>
    <dgm:pt modelId="{5C9962A9-8320-4D80-8BE6-1341D55E35D0}">
      <dgm:prSet/>
      <dgm:spPr/>
      <dgm:t>
        <a:bodyPr/>
        <a:lstStyle/>
        <a:p>
          <a:r>
            <a:rPr lang="ru-RU" b="0" i="0" dirty="0"/>
            <a:t>1199-1205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958386E0-5EC4-4B8F-9080-CF8F6B438BDA}" type="parTrans" cxnId="{F9F6CA9A-08D0-4FD3-9369-FEF9DF946D1B}">
      <dgm:prSet/>
      <dgm:spPr/>
      <dgm:t>
        <a:bodyPr/>
        <a:lstStyle/>
        <a:p>
          <a:endParaRPr lang="uk-UA"/>
        </a:p>
      </dgm:t>
    </dgm:pt>
    <dgm:pt modelId="{5C82F6BC-9668-44C6-B26F-266EB98C0646}" type="sibTrans" cxnId="{F9F6CA9A-08D0-4FD3-9369-FEF9DF946D1B}">
      <dgm:prSet/>
      <dgm:spPr/>
      <dgm:t>
        <a:bodyPr/>
        <a:lstStyle/>
        <a:p>
          <a:endParaRPr lang="uk-UA"/>
        </a:p>
      </dgm:t>
    </dgm:pt>
    <dgm:pt modelId="{F223F45B-EA62-455D-9F12-826CE2EDD1DD}">
      <dgm:prSet/>
      <dgm:spPr/>
      <dgm:t>
        <a:bodyPr/>
        <a:lstStyle/>
        <a:p>
          <a:r>
            <a:rPr lang="ru-RU" b="0" i="0"/>
            <a:t>1113-1125 рр.</a:t>
          </a:r>
          <a:endParaRPr lang="uk-UA"/>
        </a:p>
      </dgm:t>
    </dgm:pt>
    <dgm:pt modelId="{C60A4089-1BB4-4E52-A625-041B3F1B23E9}" type="parTrans" cxnId="{BD5A19B3-1DEB-4DD1-9D20-159A83920F4F}">
      <dgm:prSet/>
      <dgm:spPr/>
      <dgm:t>
        <a:bodyPr/>
        <a:lstStyle/>
        <a:p>
          <a:endParaRPr lang="uk-UA"/>
        </a:p>
      </dgm:t>
    </dgm:pt>
    <dgm:pt modelId="{F41A9B53-0170-4EE1-B7AC-F90DF93F4344}" type="sibTrans" cxnId="{BD5A19B3-1DEB-4DD1-9D20-159A83920F4F}">
      <dgm:prSet/>
      <dgm:spPr/>
      <dgm:t>
        <a:bodyPr/>
        <a:lstStyle/>
        <a:p>
          <a:endParaRPr lang="uk-UA"/>
        </a:p>
      </dgm:t>
    </dgm:pt>
    <dgm:pt modelId="{E2FAF7D3-ACD2-4998-ABF5-FAED42CEC860}">
      <dgm:prSet/>
      <dgm:spPr/>
      <dgm:t>
        <a:bodyPr/>
        <a:lstStyle/>
        <a:p>
          <a:r>
            <a:rPr lang="ru-RU" b="0" i="0" dirty="0"/>
            <a:t>1238-1264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12686D23-17D0-4F78-8E6A-DBB580088FC0}" type="parTrans" cxnId="{113B6019-FAB2-461D-8E61-A8FDE7CFB325}">
      <dgm:prSet/>
      <dgm:spPr/>
      <dgm:t>
        <a:bodyPr/>
        <a:lstStyle/>
        <a:p>
          <a:endParaRPr lang="uk-UA"/>
        </a:p>
      </dgm:t>
    </dgm:pt>
    <dgm:pt modelId="{C18711C7-3EE9-4FF8-88CD-74D6577A3194}" type="sibTrans" cxnId="{113B6019-FAB2-461D-8E61-A8FDE7CFB325}">
      <dgm:prSet/>
      <dgm:spPr/>
      <dgm:t>
        <a:bodyPr/>
        <a:lstStyle/>
        <a:p>
          <a:endParaRPr lang="uk-UA"/>
        </a:p>
      </dgm:t>
    </dgm:pt>
    <dgm:pt modelId="{B3355234-B236-46E5-93B1-D966A90152BB}" type="pres">
      <dgm:prSet presAssocID="{74F45E89-0374-4FB5-893B-F65915A5BC27}" presName="linear" presStyleCnt="0">
        <dgm:presLayoutVars>
          <dgm:animLvl val="lvl"/>
          <dgm:resizeHandles val="exact"/>
        </dgm:presLayoutVars>
      </dgm:prSet>
      <dgm:spPr/>
    </dgm:pt>
    <dgm:pt modelId="{5CCCB000-AF1A-4073-9832-897A995B1C08}" type="pres">
      <dgm:prSet presAssocID="{62EECE4C-4673-4EE0-ADC8-DE78FA4FF9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E658A7F-6D6A-4F51-AD36-B8FB508930CC}" type="pres">
      <dgm:prSet presAssocID="{4C609742-742F-4E0B-8FB9-7BED65BEC567}" presName="spacer" presStyleCnt="0"/>
      <dgm:spPr/>
    </dgm:pt>
    <dgm:pt modelId="{011744C3-A4CD-4CA2-AC72-8150697074E9}" type="pres">
      <dgm:prSet presAssocID="{5C9962A9-8320-4D80-8BE6-1341D55E35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96EBAD1-C113-4AF5-86CE-F7D5979845D4}" type="pres">
      <dgm:prSet presAssocID="{5C82F6BC-9668-44C6-B26F-266EB98C0646}" presName="spacer" presStyleCnt="0"/>
      <dgm:spPr/>
    </dgm:pt>
    <dgm:pt modelId="{FFF8DA83-4A00-4914-9E7F-0E8200B54D48}" type="pres">
      <dgm:prSet presAssocID="{F223F45B-EA62-455D-9F12-826CE2EDD1D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9EE34B-EF78-4C7F-8873-99D43C482E3E}" type="pres">
      <dgm:prSet presAssocID="{F41A9B53-0170-4EE1-B7AC-F90DF93F4344}" presName="spacer" presStyleCnt="0"/>
      <dgm:spPr/>
    </dgm:pt>
    <dgm:pt modelId="{0CCB0F9B-30DE-4529-BE67-E55511E08ED3}" type="pres">
      <dgm:prSet presAssocID="{E2FAF7D3-ACD2-4998-ABF5-FAED42CEC86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13B6019-FAB2-461D-8E61-A8FDE7CFB325}" srcId="{74F45E89-0374-4FB5-893B-F65915A5BC27}" destId="{E2FAF7D3-ACD2-4998-ABF5-FAED42CEC860}" srcOrd="3" destOrd="0" parTransId="{12686D23-17D0-4F78-8E6A-DBB580088FC0}" sibTransId="{C18711C7-3EE9-4FF8-88CD-74D6577A3194}"/>
    <dgm:cxn modelId="{9C45C38A-F646-4196-AD32-08EC88374F5D}" srcId="{74F45E89-0374-4FB5-893B-F65915A5BC27}" destId="{62EECE4C-4673-4EE0-ADC8-DE78FA4FF978}" srcOrd="0" destOrd="0" parTransId="{9A9739E7-DF3F-48CC-A0E5-EE134F191B8C}" sibTransId="{4C609742-742F-4E0B-8FB9-7BED65BEC567}"/>
    <dgm:cxn modelId="{C240FF8C-3A71-4080-8F6B-F59F0C8379B2}" type="presOf" srcId="{E2FAF7D3-ACD2-4998-ABF5-FAED42CEC860}" destId="{0CCB0F9B-30DE-4529-BE67-E55511E08ED3}" srcOrd="0" destOrd="0" presId="urn:microsoft.com/office/officeart/2005/8/layout/vList2"/>
    <dgm:cxn modelId="{F9F6CA9A-08D0-4FD3-9369-FEF9DF946D1B}" srcId="{74F45E89-0374-4FB5-893B-F65915A5BC27}" destId="{5C9962A9-8320-4D80-8BE6-1341D55E35D0}" srcOrd="1" destOrd="0" parTransId="{958386E0-5EC4-4B8F-9080-CF8F6B438BDA}" sibTransId="{5C82F6BC-9668-44C6-B26F-266EB98C0646}"/>
    <dgm:cxn modelId="{E29E16AD-863A-414F-A7F4-D1618E2BDA4D}" type="presOf" srcId="{74F45E89-0374-4FB5-893B-F65915A5BC27}" destId="{B3355234-B236-46E5-93B1-D966A90152BB}" srcOrd="0" destOrd="0" presId="urn:microsoft.com/office/officeart/2005/8/layout/vList2"/>
    <dgm:cxn modelId="{E38436B2-21F7-4C8B-8E2F-203F617AB2EF}" type="presOf" srcId="{F223F45B-EA62-455D-9F12-826CE2EDD1DD}" destId="{FFF8DA83-4A00-4914-9E7F-0E8200B54D48}" srcOrd="0" destOrd="0" presId="urn:microsoft.com/office/officeart/2005/8/layout/vList2"/>
    <dgm:cxn modelId="{BD5A19B3-1DEB-4DD1-9D20-159A83920F4F}" srcId="{74F45E89-0374-4FB5-893B-F65915A5BC27}" destId="{F223F45B-EA62-455D-9F12-826CE2EDD1DD}" srcOrd="2" destOrd="0" parTransId="{C60A4089-1BB4-4E52-A625-041B3F1B23E9}" sibTransId="{F41A9B53-0170-4EE1-B7AC-F90DF93F4344}"/>
    <dgm:cxn modelId="{948D76E6-F261-4F72-96F0-9B0ECE39054E}" type="presOf" srcId="{62EECE4C-4673-4EE0-ADC8-DE78FA4FF978}" destId="{5CCCB000-AF1A-4073-9832-897A995B1C08}" srcOrd="0" destOrd="0" presId="urn:microsoft.com/office/officeart/2005/8/layout/vList2"/>
    <dgm:cxn modelId="{7BEAF3EE-E3F3-4FF3-B885-D5A81700F52B}" type="presOf" srcId="{5C9962A9-8320-4D80-8BE6-1341D55E35D0}" destId="{011744C3-A4CD-4CA2-AC72-8150697074E9}" srcOrd="0" destOrd="0" presId="urn:microsoft.com/office/officeart/2005/8/layout/vList2"/>
    <dgm:cxn modelId="{4B1696DB-C299-421C-8746-57C5727A72A4}" type="presParOf" srcId="{B3355234-B236-46E5-93B1-D966A90152BB}" destId="{5CCCB000-AF1A-4073-9832-897A995B1C08}" srcOrd="0" destOrd="0" presId="urn:microsoft.com/office/officeart/2005/8/layout/vList2"/>
    <dgm:cxn modelId="{E36EAB70-A62D-4E69-8BD6-3ED8D25B63A5}" type="presParOf" srcId="{B3355234-B236-46E5-93B1-D966A90152BB}" destId="{3E658A7F-6D6A-4F51-AD36-B8FB508930CC}" srcOrd="1" destOrd="0" presId="urn:microsoft.com/office/officeart/2005/8/layout/vList2"/>
    <dgm:cxn modelId="{DA6006DF-5721-4EC3-94AB-14CF830B1DA3}" type="presParOf" srcId="{B3355234-B236-46E5-93B1-D966A90152BB}" destId="{011744C3-A4CD-4CA2-AC72-8150697074E9}" srcOrd="2" destOrd="0" presId="urn:microsoft.com/office/officeart/2005/8/layout/vList2"/>
    <dgm:cxn modelId="{7BE9CEEA-8298-442C-B454-FDC26ECC2427}" type="presParOf" srcId="{B3355234-B236-46E5-93B1-D966A90152BB}" destId="{596EBAD1-C113-4AF5-86CE-F7D5979845D4}" srcOrd="3" destOrd="0" presId="urn:microsoft.com/office/officeart/2005/8/layout/vList2"/>
    <dgm:cxn modelId="{7D42B260-655E-4F36-A89C-523E7A738F7B}" type="presParOf" srcId="{B3355234-B236-46E5-93B1-D966A90152BB}" destId="{FFF8DA83-4A00-4914-9E7F-0E8200B54D48}" srcOrd="4" destOrd="0" presId="urn:microsoft.com/office/officeart/2005/8/layout/vList2"/>
    <dgm:cxn modelId="{BE059863-3F94-4DC2-9DF8-6890E9E9DE8F}" type="presParOf" srcId="{B3355234-B236-46E5-93B1-D966A90152BB}" destId="{579EE34B-EF78-4C7F-8873-99D43C482E3E}" srcOrd="5" destOrd="0" presId="urn:microsoft.com/office/officeart/2005/8/layout/vList2"/>
    <dgm:cxn modelId="{75BC27C7-04A2-47F1-94D9-65C1DD905712}" type="presParOf" srcId="{B3355234-B236-46E5-93B1-D966A90152BB}" destId="{0CCB0F9B-30DE-4529-BE67-E55511E08ED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9F5D845-E73A-45EB-A1EF-DB0A6B40CF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EF3164-2DBE-4915-A519-A57DB3684843}">
      <dgm:prSet/>
      <dgm:spPr/>
      <dgm:t>
        <a:bodyPr/>
        <a:lstStyle/>
        <a:p>
          <a:r>
            <a:rPr lang="ru-RU" b="0" i="0" dirty="0" err="1"/>
            <a:t>іноземних</a:t>
          </a:r>
          <a:r>
            <a:rPr lang="ru-RU" b="0" i="0" dirty="0"/>
            <a:t> </a:t>
          </a:r>
          <a:r>
            <a:rPr lang="ru-RU" b="0" i="0" dirty="0" err="1"/>
            <a:t>колоністів</a:t>
          </a:r>
          <a:endParaRPr lang="uk-UA" dirty="0"/>
        </a:p>
      </dgm:t>
    </dgm:pt>
    <dgm:pt modelId="{90118114-E688-46A8-96B3-57972E89077E}" type="parTrans" cxnId="{462F5D08-F1FD-4DAF-A4AB-FAFCA15FC7AE}">
      <dgm:prSet/>
      <dgm:spPr/>
      <dgm:t>
        <a:bodyPr/>
        <a:lstStyle/>
        <a:p>
          <a:endParaRPr lang="uk-UA"/>
        </a:p>
      </dgm:t>
    </dgm:pt>
    <dgm:pt modelId="{07DE9F21-1EE4-4A46-A7BC-F8FDAE9F3955}" type="sibTrans" cxnId="{462F5D08-F1FD-4DAF-A4AB-FAFCA15FC7AE}">
      <dgm:prSet/>
      <dgm:spPr/>
      <dgm:t>
        <a:bodyPr/>
        <a:lstStyle/>
        <a:p>
          <a:endParaRPr lang="uk-UA"/>
        </a:p>
      </dgm:t>
    </dgm:pt>
    <dgm:pt modelId="{E5366650-254E-47FA-8DBB-1E19DEB27D6A}">
      <dgm:prSet/>
      <dgm:spPr/>
      <dgm:t>
        <a:bodyPr/>
        <a:lstStyle/>
        <a:p>
          <a:r>
            <a:rPr lang="ru-RU" b="0" i="0"/>
            <a:t>міщан</a:t>
          </a:r>
          <a:endParaRPr lang="uk-UA"/>
        </a:p>
      </dgm:t>
    </dgm:pt>
    <dgm:pt modelId="{32787200-C1E0-4089-9A70-280E2C8115E8}" type="parTrans" cxnId="{CAE87100-A37D-4E09-ABD2-649142F1BF52}">
      <dgm:prSet/>
      <dgm:spPr/>
      <dgm:t>
        <a:bodyPr/>
        <a:lstStyle/>
        <a:p>
          <a:endParaRPr lang="uk-UA"/>
        </a:p>
      </dgm:t>
    </dgm:pt>
    <dgm:pt modelId="{415E8B2E-75DB-40D2-B3A7-A6CD7F1B418F}" type="sibTrans" cxnId="{CAE87100-A37D-4E09-ABD2-649142F1BF52}">
      <dgm:prSet/>
      <dgm:spPr/>
      <dgm:t>
        <a:bodyPr/>
        <a:lstStyle/>
        <a:p>
          <a:endParaRPr lang="uk-UA"/>
        </a:p>
      </dgm:t>
    </dgm:pt>
    <dgm:pt modelId="{676C8A61-415F-4F8C-9CF5-59247B2A9778}">
      <dgm:prSet/>
      <dgm:spPr/>
      <dgm:t>
        <a:bodyPr/>
        <a:lstStyle/>
        <a:p>
          <a:r>
            <a:rPr lang="ru-RU" b="0" i="0" dirty="0"/>
            <a:t>селян</a:t>
          </a:r>
          <a:endParaRPr lang="uk-UA" dirty="0"/>
        </a:p>
      </dgm:t>
    </dgm:pt>
    <dgm:pt modelId="{4AFA9C57-4103-4C13-87A4-708B7AED7A7F}" type="parTrans" cxnId="{9BEF84B0-62E9-4089-8877-1FED4AEF1CD3}">
      <dgm:prSet/>
      <dgm:spPr/>
      <dgm:t>
        <a:bodyPr/>
        <a:lstStyle/>
        <a:p>
          <a:endParaRPr lang="uk-UA"/>
        </a:p>
      </dgm:t>
    </dgm:pt>
    <dgm:pt modelId="{497DDF28-DE03-43C1-9E76-B18226DE2ED6}" type="sibTrans" cxnId="{9BEF84B0-62E9-4089-8877-1FED4AEF1CD3}">
      <dgm:prSet/>
      <dgm:spPr/>
      <dgm:t>
        <a:bodyPr/>
        <a:lstStyle/>
        <a:p>
          <a:endParaRPr lang="uk-UA"/>
        </a:p>
      </dgm:t>
    </dgm:pt>
    <dgm:pt modelId="{2228C290-5AF6-471A-84CC-9764E59E4695}">
      <dgm:prSet/>
      <dgm:spPr/>
      <dgm:t>
        <a:bodyPr/>
        <a:lstStyle/>
        <a:p>
          <a:r>
            <a:rPr lang="ru-RU" b="0" i="0" dirty="0" err="1"/>
            <a:t>удільних</a:t>
          </a:r>
          <a:r>
            <a:rPr lang="ru-RU" b="0" i="0" dirty="0"/>
            <a:t> </a:t>
          </a:r>
          <a:r>
            <a:rPr lang="ru-RU" b="0" i="0" dirty="0" err="1"/>
            <a:t>князів</a:t>
          </a:r>
          <a:endParaRPr lang="uk-UA" dirty="0"/>
        </a:p>
      </dgm:t>
    </dgm:pt>
    <dgm:pt modelId="{EE86159E-F591-4D66-A8B7-D1557C16E510}" type="parTrans" cxnId="{91C986F0-CC89-4D61-BFED-F0836772CB73}">
      <dgm:prSet/>
      <dgm:spPr/>
      <dgm:t>
        <a:bodyPr/>
        <a:lstStyle/>
        <a:p>
          <a:endParaRPr lang="uk-UA"/>
        </a:p>
      </dgm:t>
    </dgm:pt>
    <dgm:pt modelId="{763C09D8-A1B8-4F4E-A93C-B74D11DDAAC1}" type="sibTrans" cxnId="{91C986F0-CC89-4D61-BFED-F0836772CB73}">
      <dgm:prSet/>
      <dgm:spPr/>
      <dgm:t>
        <a:bodyPr/>
        <a:lstStyle/>
        <a:p>
          <a:endParaRPr lang="uk-UA"/>
        </a:p>
      </dgm:t>
    </dgm:pt>
    <dgm:pt modelId="{EFD44632-E424-4AAE-B70F-268905CB0D6C}" type="pres">
      <dgm:prSet presAssocID="{D9F5D845-E73A-45EB-A1EF-DB0A6B40CFC4}" presName="linear" presStyleCnt="0">
        <dgm:presLayoutVars>
          <dgm:animLvl val="lvl"/>
          <dgm:resizeHandles val="exact"/>
        </dgm:presLayoutVars>
      </dgm:prSet>
      <dgm:spPr/>
    </dgm:pt>
    <dgm:pt modelId="{8FAB8122-EF85-4C9A-9D41-25395922D433}" type="pres">
      <dgm:prSet presAssocID="{05EF3164-2DBE-4915-A519-A57DB36848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29274E-BCC6-41FD-91EA-0A93BB3C96FD}" type="pres">
      <dgm:prSet presAssocID="{07DE9F21-1EE4-4A46-A7BC-F8FDAE9F3955}" presName="spacer" presStyleCnt="0"/>
      <dgm:spPr/>
    </dgm:pt>
    <dgm:pt modelId="{EA1754AF-4528-435E-9C09-74A1F0D1B0CA}" type="pres">
      <dgm:prSet presAssocID="{E5366650-254E-47FA-8DBB-1E19DEB27D6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7433338-E769-46B4-975D-29780C44D585}" type="pres">
      <dgm:prSet presAssocID="{415E8B2E-75DB-40D2-B3A7-A6CD7F1B418F}" presName="spacer" presStyleCnt="0"/>
      <dgm:spPr/>
    </dgm:pt>
    <dgm:pt modelId="{F8AE7897-5098-4AAA-B667-0AD97E83319B}" type="pres">
      <dgm:prSet presAssocID="{676C8A61-415F-4F8C-9CF5-59247B2A97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4494FB2-9FB9-4B8F-8135-1762F881DDE2}" type="pres">
      <dgm:prSet presAssocID="{497DDF28-DE03-43C1-9E76-B18226DE2ED6}" presName="spacer" presStyleCnt="0"/>
      <dgm:spPr/>
    </dgm:pt>
    <dgm:pt modelId="{0EE722AA-5082-4BA8-9EE7-734787ABF724}" type="pres">
      <dgm:prSet presAssocID="{2228C290-5AF6-471A-84CC-9764E59E469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E87100-A37D-4E09-ABD2-649142F1BF52}" srcId="{D9F5D845-E73A-45EB-A1EF-DB0A6B40CFC4}" destId="{E5366650-254E-47FA-8DBB-1E19DEB27D6A}" srcOrd="1" destOrd="0" parTransId="{32787200-C1E0-4089-9A70-280E2C8115E8}" sibTransId="{415E8B2E-75DB-40D2-B3A7-A6CD7F1B418F}"/>
    <dgm:cxn modelId="{462F5D08-F1FD-4DAF-A4AB-FAFCA15FC7AE}" srcId="{D9F5D845-E73A-45EB-A1EF-DB0A6B40CFC4}" destId="{05EF3164-2DBE-4915-A519-A57DB3684843}" srcOrd="0" destOrd="0" parTransId="{90118114-E688-46A8-96B3-57972E89077E}" sibTransId="{07DE9F21-1EE4-4A46-A7BC-F8FDAE9F3955}"/>
    <dgm:cxn modelId="{65170357-7B8D-4795-BB92-D46067BD692D}" type="presOf" srcId="{05EF3164-2DBE-4915-A519-A57DB3684843}" destId="{8FAB8122-EF85-4C9A-9D41-25395922D433}" srcOrd="0" destOrd="0" presId="urn:microsoft.com/office/officeart/2005/8/layout/vList2"/>
    <dgm:cxn modelId="{3A336687-8C08-40AC-92D9-268F75184B6F}" type="presOf" srcId="{D9F5D845-E73A-45EB-A1EF-DB0A6B40CFC4}" destId="{EFD44632-E424-4AAE-B70F-268905CB0D6C}" srcOrd="0" destOrd="0" presId="urn:microsoft.com/office/officeart/2005/8/layout/vList2"/>
    <dgm:cxn modelId="{A4B81993-C5DA-4C12-A872-F76D3A06965D}" type="presOf" srcId="{2228C290-5AF6-471A-84CC-9764E59E4695}" destId="{0EE722AA-5082-4BA8-9EE7-734787ABF724}" srcOrd="0" destOrd="0" presId="urn:microsoft.com/office/officeart/2005/8/layout/vList2"/>
    <dgm:cxn modelId="{9BEF84B0-62E9-4089-8877-1FED4AEF1CD3}" srcId="{D9F5D845-E73A-45EB-A1EF-DB0A6B40CFC4}" destId="{676C8A61-415F-4F8C-9CF5-59247B2A9778}" srcOrd="2" destOrd="0" parTransId="{4AFA9C57-4103-4C13-87A4-708B7AED7A7F}" sibTransId="{497DDF28-DE03-43C1-9E76-B18226DE2ED6}"/>
    <dgm:cxn modelId="{B1E674BF-FE37-4DDD-B285-7E1E795227B6}" type="presOf" srcId="{676C8A61-415F-4F8C-9CF5-59247B2A9778}" destId="{F8AE7897-5098-4AAA-B667-0AD97E83319B}" srcOrd="0" destOrd="0" presId="urn:microsoft.com/office/officeart/2005/8/layout/vList2"/>
    <dgm:cxn modelId="{4BABD0D6-E358-42A9-9E4A-079A30B080F6}" type="presOf" srcId="{E5366650-254E-47FA-8DBB-1E19DEB27D6A}" destId="{EA1754AF-4528-435E-9C09-74A1F0D1B0CA}" srcOrd="0" destOrd="0" presId="urn:microsoft.com/office/officeart/2005/8/layout/vList2"/>
    <dgm:cxn modelId="{91C986F0-CC89-4D61-BFED-F0836772CB73}" srcId="{D9F5D845-E73A-45EB-A1EF-DB0A6B40CFC4}" destId="{2228C290-5AF6-471A-84CC-9764E59E4695}" srcOrd="3" destOrd="0" parTransId="{EE86159E-F591-4D66-A8B7-D1557C16E510}" sibTransId="{763C09D8-A1B8-4F4E-A93C-B74D11DDAAC1}"/>
    <dgm:cxn modelId="{53A8CAA6-F644-408F-9C46-F45E49C28B15}" type="presParOf" srcId="{EFD44632-E424-4AAE-B70F-268905CB0D6C}" destId="{8FAB8122-EF85-4C9A-9D41-25395922D433}" srcOrd="0" destOrd="0" presId="urn:microsoft.com/office/officeart/2005/8/layout/vList2"/>
    <dgm:cxn modelId="{33413B1A-F9F3-42BD-8F05-3081046D5DA1}" type="presParOf" srcId="{EFD44632-E424-4AAE-B70F-268905CB0D6C}" destId="{7929274E-BCC6-41FD-91EA-0A93BB3C96FD}" srcOrd="1" destOrd="0" presId="urn:microsoft.com/office/officeart/2005/8/layout/vList2"/>
    <dgm:cxn modelId="{8CB02B5B-E7D0-4FE8-AC93-B440485378D1}" type="presParOf" srcId="{EFD44632-E424-4AAE-B70F-268905CB0D6C}" destId="{EA1754AF-4528-435E-9C09-74A1F0D1B0CA}" srcOrd="2" destOrd="0" presId="urn:microsoft.com/office/officeart/2005/8/layout/vList2"/>
    <dgm:cxn modelId="{18C92895-EC42-4893-B21A-F9AE89B0B071}" type="presParOf" srcId="{EFD44632-E424-4AAE-B70F-268905CB0D6C}" destId="{97433338-E769-46B4-975D-29780C44D585}" srcOrd="3" destOrd="0" presId="urn:microsoft.com/office/officeart/2005/8/layout/vList2"/>
    <dgm:cxn modelId="{D3806A7D-67F7-4E7C-99E6-8BDB724B7414}" type="presParOf" srcId="{EFD44632-E424-4AAE-B70F-268905CB0D6C}" destId="{F8AE7897-5098-4AAA-B667-0AD97E83319B}" srcOrd="4" destOrd="0" presId="urn:microsoft.com/office/officeart/2005/8/layout/vList2"/>
    <dgm:cxn modelId="{D0297C11-F5A3-4680-AA05-31C4E5DD4CE3}" type="presParOf" srcId="{EFD44632-E424-4AAE-B70F-268905CB0D6C}" destId="{24494FB2-9FB9-4B8F-8135-1762F881DDE2}" srcOrd="5" destOrd="0" presId="urn:microsoft.com/office/officeart/2005/8/layout/vList2"/>
    <dgm:cxn modelId="{E0926511-0135-4156-A8F0-8835A0BD46F1}" type="presParOf" srcId="{EFD44632-E424-4AAE-B70F-268905CB0D6C}" destId="{0EE722AA-5082-4BA8-9EE7-734787ABF7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3864D57-A898-4BF2-8115-BE54EB1376F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16211E3-E5C3-4CA7-B65B-6E386F107A73}">
      <dgm:prSet/>
      <dgm:spPr/>
      <dgm:t>
        <a:bodyPr/>
        <a:lstStyle/>
        <a:p>
          <a:r>
            <a:rPr lang="ru-RU" b="0" i="0"/>
            <a:t>Ярославу Осмомислу</a:t>
          </a:r>
          <a:endParaRPr lang="uk-UA"/>
        </a:p>
      </dgm:t>
    </dgm:pt>
    <dgm:pt modelId="{8F87B77F-93ED-417C-8F79-E7F1843C66C2}" type="parTrans" cxnId="{E2A94E88-091A-4C68-900C-6AB5EC020A0E}">
      <dgm:prSet/>
      <dgm:spPr/>
      <dgm:t>
        <a:bodyPr/>
        <a:lstStyle/>
        <a:p>
          <a:endParaRPr lang="uk-UA"/>
        </a:p>
      </dgm:t>
    </dgm:pt>
    <dgm:pt modelId="{25430BED-0184-4C17-BC65-D3B3CF896ECB}" type="sibTrans" cxnId="{E2A94E88-091A-4C68-900C-6AB5EC020A0E}">
      <dgm:prSet/>
      <dgm:spPr/>
      <dgm:t>
        <a:bodyPr/>
        <a:lstStyle/>
        <a:p>
          <a:endParaRPr lang="uk-UA"/>
        </a:p>
      </dgm:t>
    </dgm:pt>
    <dgm:pt modelId="{FB633D54-7155-4EC0-859A-F33D00BEFBA2}">
      <dgm:prSet/>
      <dgm:spPr/>
      <dgm:t>
        <a:bodyPr/>
        <a:lstStyle/>
        <a:p>
          <a:r>
            <a:rPr lang="ru-RU" b="0" i="0" dirty="0"/>
            <a:t>Роману Мстиславовичу</a:t>
          </a:r>
          <a:endParaRPr lang="uk-UA" dirty="0"/>
        </a:p>
      </dgm:t>
    </dgm:pt>
    <dgm:pt modelId="{1147DDF9-0E98-4BD1-B98F-2F47163D65D8}" type="parTrans" cxnId="{75521E75-455C-4B27-84A6-3A731845557C}">
      <dgm:prSet/>
      <dgm:spPr/>
      <dgm:t>
        <a:bodyPr/>
        <a:lstStyle/>
        <a:p>
          <a:endParaRPr lang="uk-UA"/>
        </a:p>
      </dgm:t>
    </dgm:pt>
    <dgm:pt modelId="{4278BCAC-2FA4-4907-9D0C-D02CB2ED463B}" type="sibTrans" cxnId="{75521E75-455C-4B27-84A6-3A731845557C}">
      <dgm:prSet/>
      <dgm:spPr/>
      <dgm:t>
        <a:bodyPr/>
        <a:lstStyle/>
        <a:p>
          <a:endParaRPr lang="uk-UA"/>
        </a:p>
      </dgm:t>
    </dgm:pt>
    <dgm:pt modelId="{8162E3FD-1000-481B-8041-239150F8CCDB}">
      <dgm:prSet/>
      <dgm:spPr/>
      <dgm:t>
        <a:bodyPr/>
        <a:lstStyle/>
        <a:p>
          <a:r>
            <a:rPr lang="ru-RU" b="0" i="0"/>
            <a:t>Данилу Галицькому</a:t>
          </a:r>
          <a:endParaRPr lang="uk-UA"/>
        </a:p>
      </dgm:t>
    </dgm:pt>
    <dgm:pt modelId="{20358FF7-2852-48CF-9C32-79F19A299789}" type="parTrans" cxnId="{EA033B60-10BB-4BB9-B8C8-AFFE430F8329}">
      <dgm:prSet/>
      <dgm:spPr/>
      <dgm:t>
        <a:bodyPr/>
        <a:lstStyle/>
        <a:p>
          <a:endParaRPr lang="uk-UA"/>
        </a:p>
      </dgm:t>
    </dgm:pt>
    <dgm:pt modelId="{5956B435-D0AB-4C64-85FC-8C41067C592A}" type="sibTrans" cxnId="{EA033B60-10BB-4BB9-B8C8-AFFE430F8329}">
      <dgm:prSet/>
      <dgm:spPr/>
      <dgm:t>
        <a:bodyPr/>
        <a:lstStyle/>
        <a:p>
          <a:endParaRPr lang="uk-UA"/>
        </a:p>
      </dgm:t>
    </dgm:pt>
    <dgm:pt modelId="{A9DB6C7D-1904-4759-A25E-F4AB183A4B3E}">
      <dgm:prSet/>
      <dgm:spPr/>
      <dgm:t>
        <a:bodyPr/>
        <a:lstStyle/>
        <a:p>
          <a:r>
            <a:rPr lang="ru-RU" b="0" i="0" dirty="0" err="1"/>
            <a:t>Юрію</a:t>
          </a:r>
          <a:r>
            <a:rPr lang="ru-RU" b="0" i="0" dirty="0"/>
            <a:t> I Львовичу</a:t>
          </a:r>
          <a:endParaRPr lang="uk-UA" dirty="0"/>
        </a:p>
      </dgm:t>
    </dgm:pt>
    <dgm:pt modelId="{B1AC23B7-DCF5-4580-8CEE-AA63748B233B}" type="parTrans" cxnId="{54324AAD-88D0-43FF-88A1-A51C69E014E5}">
      <dgm:prSet/>
      <dgm:spPr/>
      <dgm:t>
        <a:bodyPr/>
        <a:lstStyle/>
        <a:p>
          <a:endParaRPr lang="uk-UA"/>
        </a:p>
      </dgm:t>
    </dgm:pt>
    <dgm:pt modelId="{B9202AA3-C3EB-42C2-8392-61AD88F1C797}" type="sibTrans" cxnId="{54324AAD-88D0-43FF-88A1-A51C69E014E5}">
      <dgm:prSet/>
      <dgm:spPr/>
      <dgm:t>
        <a:bodyPr/>
        <a:lstStyle/>
        <a:p>
          <a:endParaRPr lang="uk-UA"/>
        </a:p>
      </dgm:t>
    </dgm:pt>
    <dgm:pt modelId="{5E64A2A0-A44A-46FC-A7AA-5BEC4017633F}" type="pres">
      <dgm:prSet presAssocID="{13864D57-A898-4BF2-8115-BE54EB1376F8}" presName="linear" presStyleCnt="0">
        <dgm:presLayoutVars>
          <dgm:animLvl val="lvl"/>
          <dgm:resizeHandles val="exact"/>
        </dgm:presLayoutVars>
      </dgm:prSet>
      <dgm:spPr/>
    </dgm:pt>
    <dgm:pt modelId="{56AB6FCC-6006-4FB3-829A-646B82CD7C11}" type="pres">
      <dgm:prSet presAssocID="{016211E3-E5C3-4CA7-B65B-6E386F107A7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A1ED10F-84C7-4C9F-8D31-584DF7826D1C}" type="pres">
      <dgm:prSet presAssocID="{25430BED-0184-4C17-BC65-D3B3CF896ECB}" presName="spacer" presStyleCnt="0"/>
      <dgm:spPr/>
    </dgm:pt>
    <dgm:pt modelId="{E3CD8836-C557-41D3-A38D-64DA1900281D}" type="pres">
      <dgm:prSet presAssocID="{FB633D54-7155-4EC0-859A-F33D00BEFBA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8555F5-47A4-4053-AC08-EFECC18D6B99}" type="pres">
      <dgm:prSet presAssocID="{4278BCAC-2FA4-4907-9D0C-D02CB2ED463B}" presName="spacer" presStyleCnt="0"/>
      <dgm:spPr/>
    </dgm:pt>
    <dgm:pt modelId="{5B1873F3-7E94-45A8-BB54-AD614794EA5D}" type="pres">
      <dgm:prSet presAssocID="{8162E3FD-1000-481B-8041-239150F8CC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81228ED-81B1-49FE-A129-752B6E134C2E}" type="pres">
      <dgm:prSet presAssocID="{5956B435-D0AB-4C64-85FC-8C41067C592A}" presName="spacer" presStyleCnt="0"/>
      <dgm:spPr/>
    </dgm:pt>
    <dgm:pt modelId="{19031FB8-01BB-4A61-BB84-ECE614125139}" type="pres">
      <dgm:prSet presAssocID="{A9DB6C7D-1904-4759-A25E-F4AB183A4B3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C7C72A-0238-4795-B15B-8E6C996396AF}" type="presOf" srcId="{13864D57-A898-4BF2-8115-BE54EB1376F8}" destId="{5E64A2A0-A44A-46FC-A7AA-5BEC4017633F}" srcOrd="0" destOrd="0" presId="urn:microsoft.com/office/officeart/2005/8/layout/vList2"/>
    <dgm:cxn modelId="{EA033B60-10BB-4BB9-B8C8-AFFE430F8329}" srcId="{13864D57-A898-4BF2-8115-BE54EB1376F8}" destId="{8162E3FD-1000-481B-8041-239150F8CCDB}" srcOrd="2" destOrd="0" parTransId="{20358FF7-2852-48CF-9C32-79F19A299789}" sibTransId="{5956B435-D0AB-4C64-85FC-8C41067C592A}"/>
    <dgm:cxn modelId="{75521E75-455C-4B27-84A6-3A731845557C}" srcId="{13864D57-A898-4BF2-8115-BE54EB1376F8}" destId="{FB633D54-7155-4EC0-859A-F33D00BEFBA2}" srcOrd="1" destOrd="0" parTransId="{1147DDF9-0E98-4BD1-B98F-2F47163D65D8}" sibTransId="{4278BCAC-2FA4-4907-9D0C-D02CB2ED463B}"/>
    <dgm:cxn modelId="{C2153A75-880A-44C6-80D8-E73F0EB1D7A9}" type="presOf" srcId="{016211E3-E5C3-4CA7-B65B-6E386F107A73}" destId="{56AB6FCC-6006-4FB3-829A-646B82CD7C11}" srcOrd="0" destOrd="0" presId="urn:microsoft.com/office/officeart/2005/8/layout/vList2"/>
    <dgm:cxn modelId="{E2A94E88-091A-4C68-900C-6AB5EC020A0E}" srcId="{13864D57-A898-4BF2-8115-BE54EB1376F8}" destId="{016211E3-E5C3-4CA7-B65B-6E386F107A73}" srcOrd="0" destOrd="0" parTransId="{8F87B77F-93ED-417C-8F79-E7F1843C66C2}" sibTransId="{25430BED-0184-4C17-BC65-D3B3CF896ECB}"/>
    <dgm:cxn modelId="{9C7409A4-BE73-4E85-A341-88AF7AE395DA}" type="presOf" srcId="{8162E3FD-1000-481B-8041-239150F8CCDB}" destId="{5B1873F3-7E94-45A8-BB54-AD614794EA5D}" srcOrd="0" destOrd="0" presId="urn:microsoft.com/office/officeart/2005/8/layout/vList2"/>
    <dgm:cxn modelId="{A7D20BAD-994D-4A21-90C6-599C29A5DCC7}" type="presOf" srcId="{FB633D54-7155-4EC0-859A-F33D00BEFBA2}" destId="{E3CD8836-C557-41D3-A38D-64DA1900281D}" srcOrd="0" destOrd="0" presId="urn:microsoft.com/office/officeart/2005/8/layout/vList2"/>
    <dgm:cxn modelId="{54324AAD-88D0-43FF-88A1-A51C69E014E5}" srcId="{13864D57-A898-4BF2-8115-BE54EB1376F8}" destId="{A9DB6C7D-1904-4759-A25E-F4AB183A4B3E}" srcOrd="3" destOrd="0" parTransId="{B1AC23B7-DCF5-4580-8CEE-AA63748B233B}" sibTransId="{B9202AA3-C3EB-42C2-8392-61AD88F1C797}"/>
    <dgm:cxn modelId="{4E0961F2-2B4B-4315-AAB7-2297D051EAD4}" type="presOf" srcId="{A9DB6C7D-1904-4759-A25E-F4AB183A4B3E}" destId="{19031FB8-01BB-4A61-BB84-ECE614125139}" srcOrd="0" destOrd="0" presId="urn:microsoft.com/office/officeart/2005/8/layout/vList2"/>
    <dgm:cxn modelId="{8932E6D5-6B40-4F04-A0C7-B40DC56C4E0B}" type="presParOf" srcId="{5E64A2A0-A44A-46FC-A7AA-5BEC4017633F}" destId="{56AB6FCC-6006-4FB3-829A-646B82CD7C11}" srcOrd="0" destOrd="0" presId="urn:microsoft.com/office/officeart/2005/8/layout/vList2"/>
    <dgm:cxn modelId="{675E77CB-8EA2-4009-8BBB-74281E8623AF}" type="presParOf" srcId="{5E64A2A0-A44A-46FC-A7AA-5BEC4017633F}" destId="{6A1ED10F-84C7-4C9F-8D31-584DF7826D1C}" srcOrd="1" destOrd="0" presId="urn:microsoft.com/office/officeart/2005/8/layout/vList2"/>
    <dgm:cxn modelId="{807CE828-312A-49DB-9677-EA3666DF65AD}" type="presParOf" srcId="{5E64A2A0-A44A-46FC-A7AA-5BEC4017633F}" destId="{E3CD8836-C557-41D3-A38D-64DA1900281D}" srcOrd="2" destOrd="0" presId="urn:microsoft.com/office/officeart/2005/8/layout/vList2"/>
    <dgm:cxn modelId="{80462D17-6F8B-43DF-8C90-A90B24D269AA}" type="presParOf" srcId="{5E64A2A0-A44A-46FC-A7AA-5BEC4017633F}" destId="{A78555F5-47A4-4053-AC08-EFECC18D6B99}" srcOrd="3" destOrd="0" presId="urn:microsoft.com/office/officeart/2005/8/layout/vList2"/>
    <dgm:cxn modelId="{027219CD-09BB-48BB-ACCA-F3EB090D3EF4}" type="presParOf" srcId="{5E64A2A0-A44A-46FC-A7AA-5BEC4017633F}" destId="{5B1873F3-7E94-45A8-BB54-AD614794EA5D}" srcOrd="4" destOrd="0" presId="urn:microsoft.com/office/officeart/2005/8/layout/vList2"/>
    <dgm:cxn modelId="{E32F3D3E-868E-4064-9E2B-E42722A0D794}" type="presParOf" srcId="{5E64A2A0-A44A-46FC-A7AA-5BEC4017633F}" destId="{481228ED-81B1-49FE-A129-752B6E134C2E}" srcOrd="5" destOrd="0" presId="urn:microsoft.com/office/officeart/2005/8/layout/vList2"/>
    <dgm:cxn modelId="{3AF8CCBA-263D-485E-B80C-992BA83BDB37}" type="presParOf" srcId="{5E64A2A0-A44A-46FC-A7AA-5BEC4017633F}" destId="{19031FB8-01BB-4A61-BB84-ECE61412513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C6DBFB2-35C2-4699-BCC6-33E779B296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FBC0C6-9760-424C-AF56-38F28E3E8A9D}">
      <dgm:prSet/>
      <dgm:spPr/>
      <dgm:t>
        <a:bodyPr/>
        <a:lstStyle/>
        <a:p>
          <a:r>
            <a:rPr lang="uk-UA" b="0" i="1" dirty="0"/>
            <a:t>«Данило тим часом поїхав на |Ростислава Мстиславича|, і схопив його, і зоставив у нім | Києві, тисяцького| Дмитра. І </a:t>
          </a:r>
          <a:r>
            <a:rPr lang="uk-UA" b="0" i="1" dirty="0" err="1"/>
            <a:t>оддав</a:t>
          </a:r>
          <a:r>
            <a:rPr lang="uk-UA" b="0" i="1" dirty="0"/>
            <a:t> він Київ у руки Дмитрові, |щоб| удержати |город| проти іноплемінних народів, безбожних татар...»</a:t>
          </a:r>
          <a:endParaRPr lang="uk-UA" dirty="0"/>
        </a:p>
      </dgm:t>
    </dgm:pt>
    <dgm:pt modelId="{4100DE77-2842-4476-8649-5DB83D45A76F}" type="parTrans" cxnId="{9AE78D6F-59C7-4D5E-848C-17BA56EBE3C9}">
      <dgm:prSet/>
      <dgm:spPr/>
      <dgm:t>
        <a:bodyPr/>
        <a:lstStyle/>
        <a:p>
          <a:endParaRPr lang="uk-UA"/>
        </a:p>
      </dgm:t>
    </dgm:pt>
    <dgm:pt modelId="{212F2B82-A618-4F8C-87C6-B4DE2DE5F20E}" type="sibTrans" cxnId="{9AE78D6F-59C7-4D5E-848C-17BA56EBE3C9}">
      <dgm:prSet/>
      <dgm:spPr/>
      <dgm:t>
        <a:bodyPr/>
        <a:lstStyle/>
        <a:p>
          <a:endParaRPr lang="uk-UA"/>
        </a:p>
      </dgm:t>
    </dgm:pt>
    <dgm:pt modelId="{AC0931A8-AB24-4565-9C97-95EAEC11D126}">
      <dgm:prSet/>
      <dgm:spPr/>
      <dgm:t>
        <a:bodyPr/>
        <a:lstStyle/>
        <a:p>
          <a:r>
            <a:rPr lang="uk-UA" b="0" i="1" dirty="0"/>
            <a:t>«..Данило сказав: "Не гожим є держати отчину нашу </a:t>
          </a:r>
          <a:r>
            <a:rPr lang="uk-UA" b="0" i="1" dirty="0" err="1"/>
            <a:t>крижевникам</a:t>
          </a:r>
          <a:r>
            <a:rPr lang="uk-UA" b="0" i="1" dirty="0"/>
            <a:t>-тамплієрам |рицарям-хрестоносцям|". І пішли вони на них з великою силою, узяли город |</a:t>
          </a:r>
          <a:r>
            <a:rPr lang="uk-UA" b="0" i="1" dirty="0" err="1"/>
            <a:t>Дорогичин</a:t>
          </a:r>
          <a:r>
            <a:rPr lang="uk-UA" b="0" i="1" dirty="0"/>
            <a:t>| місяця березня, і старійшину |магістра| їхнього Брауна схопили, і воїнів захопили, і вернулися обидва у Володимир...»</a:t>
          </a:r>
          <a:endParaRPr lang="uk-UA" dirty="0"/>
        </a:p>
      </dgm:t>
    </dgm:pt>
    <dgm:pt modelId="{D3EF8413-006C-45B6-A2EB-87AB371D036A}" type="parTrans" cxnId="{55D87065-B2BA-4783-9B36-384BAF20981E}">
      <dgm:prSet/>
      <dgm:spPr/>
      <dgm:t>
        <a:bodyPr/>
        <a:lstStyle/>
        <a:p>
          <a:endParaRPr lang="uk-UA"/>
        </a:p>
      </dgm:t>
    </dgm:pt>
    <dgm:pt modelId="{CB991699-64F5-4474-8373-794F3CB40F62}" type="sibTrans" cxnId="{55D87065-B2BA-4783-9B36-384BAF20981E}">
      <dgm:prSet/>
      <dgm:spPr/>
      <dgm:t>
        <a:bodyPr/>
        <a:lstStyle/>
        <a:p>
          <a:endParaRPr lang="uk-UA"/>
        </a:p>
      </dgm:t>
    </dgm:pt>
    <dgm:pt modelId="{FFF5317A-A7BA-4568-BD16-DCFFF8D137CC}" type="pres">
      <dgm:prSet presAssocID="{AC6DBFB2-35C2-4699-BCC6-33E779B29655}" presName="linear" presStyleCnt="0">
        <dgm:presLayoutVars>
          <dgm:animLvl val="lvl"/>
          <dgm:resizeHandles val="exact"/>
        </dgm:presLayoutVars>
      </dgm:prSet>
      <dgm:spPr/>
    </dgm:pt>
    <dgm:pt modelId="{D59F76AD-40A6-430B-BD7A-5DA34723FAA6}" type="pres">
      <dgm:prSet presAssocID="{37FBC0C6-9760-424C-AF56-38F28E3E8A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52918A-F11A-4FB3-BF7A-6C9AD8FA27CF}" type="pres">
      <dgm:prSet presAssocID="{212F2B82-A618-4F8C-87C6-B4DE2DE5F20E}" presName="spacer" presStyleCnt="0"/>
      <dgm:spPr/>
    </dgm:pt>
    <dgm:pt modelId="{C8B0FB48-A336-4C73-8EE0-16651644AA5A}" type="pres">
      <dgm:prSet presAssocID="{AC0931A8-AB24-4565-9C97-95EAEC11D12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5D87065-B2BA-4783-9B36-384BAF20981E}" srcId="{AC6DBFB2-35C2-4699-BCC6-33E779B29655}" destId="{AC0931A8-AB24-4565-9C97-95EAEC11D126}" srcOrd="1" destOrd="0" parTransId="{D3EF8413-006C-45B6-A2EB-87AB371D036A}" sibTransId="{CB991699-64F5-4474-8373-794F3CB40F62}"/>
    <dgm:cxn modelId="{9AE78D6F-59C7-4D5E-848C-17BA56EBE3C9}" srcId="{AC6DBFB2-35C2-4699-BCC6-33E779B29655}" destId="{37FBC0C6-9760-424C-AF56-38F28E3E8A9D}" srcOrd="0" destOrd="0" parTransId="{4100DE77-2842-4476-8649-5DB83D45A76F}" sibTransId="{212F2B82-A618-4F8C-87C6-B4DE2DE5F20E}"/>
    <dgm:cxn modelId="{F4B77C89-9526-44DB-A6FC-96ACFC51D8B1}" type="presOf" srcId="{AC6DBFB2-35C2-4699-BCC6-33E779B29655}" destId="{FFF5317A-A7BA-4568-BD16-DCFFF8D137CC}" srcOrd="0" destOrd="0" presId="urn:microsoft.com/office/officeart/2005/8/layout/vList2"/>
    <dgm:cxn modelId="{3798A19E-A470-41C5-8396-5CB135F9B246}" type="presOf" srcId="{AC0931A8-AB24-4565-9C97-95EAEC11D126}" destId="{C8B0FB48-A336-4C73-8EE0-16651644AA5A}" srcOrd="0" destOrd="0" presId="urn:microsoft.com/office/officeart/2005/8/layout/vList2"/>
    <dgm:cxn modelId="{037F41F5-64B2-425B-8D7B-7E3B2DBB63A7}" type="presOf" srcId="{37FBC0C6-9760-424C-AF56-38F28E3E8A9D}" destId="{D59F76AD-40A6-430B-BD7A-5DA34723FAA6}" srcOrd="0" destOrd="0" presId="urn:microsoft.com/office/officeart/2005/8/layout/vList2"/>
    <dgm:cxn modelId="{D0C44C4E-8586-409E-97A9-AD6141BF24B8}" type="presParOf" srcId="{FFF5317A-A7BA-4568-BD16-DCFFF8D137CC}" destId="{D59F76AD-40A6-430B-BD7A-5DA34723FAA6}" srcOrd="0" destOrd="0" presId="urn:microsoft.com/office/officeart/2005/8/layout/vList2"/>
    <dgm:cxn modelId="{69C987F2-526B-4476-82C6-591BFCA2CCD3}" type="presParOf" srcId="{FFF5317A-A7BA-4568-BD16-DCFFF8D137CC}" destId="{A252918A-F11A-4FB3-BF7A-6C9AD8FA27CF}" srcOrd="1" destOrd="0" presId="urn:microsoft.com/office/officeart/2005/8/layout/vList2"/>
    <dgm:cxn modelId="{24B48A7A-3D44-4D30-9CE9-5582DD2BBBB3}" type="presParOf" srcId="{FFF5317A-A7BA-4568-BD16-DCFFF8D137CC}" destId="{C8B0FB48-A336-4C73-8EE0-16651644AA5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A629244-05A2-42FE-AE9F-6B4F8CA8B1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2A9B48-2129-465D-8236-18ADA3A53572}">
      <dgm:prSet/>
      <dgm:spPr/>
      <dgm:t>
        <a:bodyPr/>
        <a:lstStyle/>
        <a:p>
          <a:r>
            <a:rPr lang="ru-RU" b="0" i="1" dirty="0"/>
            <a:t>«Тим часом |хан| Могучий прислав до Данила й Василька посла </a:t>
          </a:r>
          <a:r>
            <a:rPr lang="ru-RU" b="0" i="1" dirty="0" err="1"/>
            <a:t>свого</a:t>
          </a:r>
          <a:r>
            <a:rPr lang="ru-RU" b="0" i="1" dirty="0"/>
            <a:t> </a:t>
          </a:r>
          <a:r>
            <a:rPr lang="ru-RU" b="0" i="1" dirty="0" err="1"/>
            <a:t>зі</a:t>
          </a:r>
          <a:r>
            <a:rPr lang="ru-RU" b="0" i="1" dirty="0"/>
            <a:t> словами: "Дай Галич!" І | Данило| </a:t>
          </a:r>
          <a:r>
            <a:rPr lang="ru-RU" b="0" i="1" dirty="0" err="1"/>
            <a:t>був</a:t>
          </a:r>
          <a:r>
            <a:rPr lang="ru-RU" b="0" i="1" dirty="0"/>
            <a:t> у </a:t>
          </a:r>
          <a:r>
            <a:rPr lang="ru-RU" b="0" i="1" dirty="0" err="1"/>
            <a:t>печалі</a:t>
          </a:r>
          <a:r>
            <a:rPr lang="ru-RU" b="0" i="1" dirty="0"/>
            <a:t> </a:t>
          </a:r>
          <a:r>
            <a:rPr lang="ru-RU" b="0" i="1" dirty="0" err="1"/>
            <a:t>великій</a:t>
          </a:r>
          <a:r>
            <a:rPr lang="ru-RU" b="0" i="1" dirty="0"/>
            <a:t>, тому </a:t>
          </a:r>
          <a:r>
            <a:rPr lang="ru-RU" b="0" i="1" dirty="0" err="1"/>
            <a:t>що</a:t>
          </a:r>
          <a:r>
            <a:rPr lang="ru-RU" b="0" i="1" dirty="0"/>
            <a:t> не </a:t>
          </a:r>
          <a:r>
            <a:rPr lang="ru-RU" b="0" i="1" dirty="0" err="1"/>
            <a:t>укріпив</a:t>
          </a:r>
          <a:r>
            <a:rPr lang="ru-RU" b="0" i="1" dirty="0"/>
            <a:t> </a:t>
          </a:r>
          <a:r>
            <a:rPr lang="ru-RU" b="0" i="1" dirty="0" err="1"/>
            <a:t>він</a:t>
          </a:r>
          <a:r>
            <a:rPr lang="ru-RU" b="0" i="1" dirty="0"/>
            <a:t> </a:t>
          </a:r>
          <a:r>
            <a:rPr lang="ru-RU" b="0" i="1" dirty="0" err="1"/>
            <a:t>був</a:t>
          </a:r>
          <a:r>
            <a:rPr lang="ru-RU" b="0" i="1" dirty="0"/>
            <a:t> </a:t>
          </a:r>
          <a:r>
            <a:rPr lang="ru-RU" b="0" i="1" dirty="0" err="1"/>
            <a:t>землі</a:t>
          </a:r>
          <a:r>
            <a:rPr lang="ru-RU" b="0" i="1" dirty="0"/>
            <a:t> </a:t>
          </a:r>
          <a:r>
            <a:rPr lang="ru-RU" b="0" i="1" dirty="0" err="1"/>
            <a:t>своєї</a:t>
          </a:r>
          <a:r>
            <a:rPr lang="ru-RU" b="0" i="1" dirty="0"/>
            <a:t> городами. І, </a:t>
          </a:r>
          <a:r>
            <a:rPr lang="ru-RU" b="0" i="1" dirty="0" err="1"/>
            <a:t>порадившись</a:t>
          </a:r>
          <a:r>
            <a:rPr lang="ru-RU" b="0" i="1" dirty="0"/>
            <a:t> з братом </a:t>
          </a:r>
          <a:r>
            <a:rPr lang="ru-RU" b="0" i="1" dirty="0" err="1"/>
            <a:t>своїм</a:t>
          </a:r>
          <a:r>
            <a:rPr lang="ru-RU" b="0" i="1" dirty="0"/>
            <a:t>, </a:t>
          </a:r>
          <a:r>
            <a:rPr lang="ru-RU" b="0" i="1" dirty="0" err="1"/>
            <a:t>поїхав</a:t>
          </a:r>
          <a:r>
            <a:rPr lang="ru-RU" b="0" i="1" dirty="0"/>
            <a:t> </a:t>
          </a:r>
          <a:r>
            <a:rPr lang="ru-RU" b="0" i="1" dirty="0" err="1"/>
            <a:t>він</a:t>
          </a:r>
          <a:r>
            <a:rPr lang="ru-RU" b="0" i="1" dirty="0"/>
            <a:t> до </a:t>
          </a:r>
          <a:r>
            <a:rPr lang="ru-RU" b="0" i="1" dirty="0" err="1"/>
            <a:t>Батия</a:t>
          </a:r>
          <a:r>
            <a:rPr lang="ru-RU" b="0" i="1" dirty="0"/>
            <a:t>, </a:t>
          </a:r>
          <a:r>
            <a:rPr lang="ru-RU" b="0" i="1" dirty="0" err="1"/>
            <a:t>кажучи</a:t>
          </a:r>
          <a:r>
            <a:rPr lang="ru-RU" b="0" i="1" dirty="0"/>
            <a:t>: "Не дам </a:t>
          </a:r>
          <a:r>
            <a:rPr lang="ru-RU" b="0" i="1" dirty="0" err="1"/>
            <a:t>півотчини</a:t>
          </a:r>
          <a:r>
            <a:rPr lang="ru-RU" b="0" i="1" dirty="0"/>
            <a:t> </a:t>
          </a:r>
          <a:r>
            <a:rPr lang="ru-RU" b="0" i="1" dirty="0" err="1"/>
            <a:t>своєї</a:t>
          </a:r>
          <a:r>
            <a:rPr lang="ru-RU" b="0" i="1" dirty="0"/>
            <a:t>, а </a:t>
          </a:r>
          <a:r>
            <a:rPr lang="ru-RU" b="0" i="1" dirty="0" err="1"/>
            <a:t>їду</a:t>
          </a:r>
          <a:r>
            <a:rPr lang="ru-RU" b="0" i="1" dirty="0"/>
            <a:t> до </a:t>
          </a:r>
          <a:r>
            <a:rPr lang="ru-RU" b="0" i="1" dirty="0" err="1"/>
            <a:t>Батия</a:t>
          </a:r>
          <a:r>
            <a:rPr lang="ru-RU" b="0" i="1" dirty="0"/>
            <a:t> сам...»</a:t>
          </a:r>
          <a:endParaRPr lang="uk-UA" dirty="0"/>
        </a:p>
      </dgm:t>
    </dgm:pt>
    <dgm:pt modelId="{70A2E1C4-381F-4EDC-BF01-D4E3EB78DBDB}" type="parTrans" cxnId="{54A9DAFC-6263-4F02-A530-D79270CB566C}">
      <dgm:prSet/>
      <dgm:spPr/>
      <dgm:t>
        <a:bodyPr/>
        <a:lstStyle/>
        <a:p>
          <a:endParaRPr lang="uk-UA"/>
        </a:p>
      </dgm:t>
    </dgm:pt>
    <dgm:pt modelId="{203F1548-2786-41AC-ACFC-B0FF6087C62A}" type="sibTrans" cxnId="{54A9DAFC-6263-4F02-A530-D79270CB566C}">
      <dgm:prSet/>
      <dgm:spPr/>
      <dgm:t>
        <a:bodyPr/>
        <a:lstStyle/>
        <a:p>
          <a:endParaRPr lang="uk-UA"/>
        </a:p>
      </dgm:t>
    </dgm:pt>
    <dgm:pt modelId="{927F06AD-7275-4089-A31F-9AF10E2588F2}">
      <dgm:prSet/>
      <dgm:spPr/>
      <dgm:t>
        <a:bodyPr/>
        <a:lstStyle/>
        <a:p>
          <a:r>
            <a:rPr lang="ru-RU" b="0" i="1" dirty="0"/>
            <a:t>«У той же час прислав Папа </a:t>
          </a:r>
          <a:r>
            <a:rPr lang="ru-RU" b="0" i="1" dirty="0" err="1"/>
            <a:t>послів</a:t>
          </a:r>
          <a:r>
            <a:rPr lang="ru-RU" b="0" i="1" dirty="0"/>
            <a:t> </a:t>
          </a:r>
          <a:r>
            <a:rPr lang="ru-RU" b="0" i="1" dirty="0" err="1"/>
            <a:t>достойних</a:t>
          </a:r>
          <a:r>
            <a:rPr lang="ru-RU" b="0" i="1" dirty="0"/>
            <a:t>, </a:t>
          </a:r>
          <a:r>
            <a:rPr lang="ru-RU" b="0" i="1" dirty="0" err="1"/>
            <a:t>що</a:t>
          </a:r>
          <a:r>
            <a:rPr lang="ru-RU" b="0" i="1" dirty="0"/>
            <a:t> принесли </a:t>
          </a:r>
          <a:r>
            <a:rPr lang="ru-RU" b="0" i="1" dirty="0" err="1"/>
            <a:t>Данилові</a:t>
          </a:r>
          <a:r>
            <a:rPr lang="ru-RU" b="0" i="1" dirty="0"/>
            <a:t> </a:t>
          </a:r>
          <a:r>
            <a:rPr lang="ru-RU" b="0" i="1" dirty="0" err="1"/>
            <a:t>вінець</a:t>
          </a:r>
          <a:r>
            <a:rPr lang="ru-RU" b="0" i="1" dirty="0"/>
            <a:t>, і </a:t>
          </a:r>
          <a:r>
            <a:rPr lang="ru-RU" b="0" i="1" dirty="0" err="1"/>
            <a:t>скіпетр</a:t>
          </a:r>
          <a:r>
            <a:rPr lang="ru-RU" b="0" i="1" dirty="0"/>
            <a:t>, і корону, </a:t>
          </a:r>
          <a:r>
            <a:rPr lang="ru-RU" b="0" i="1" dirty="0" err="1"/>
            <a:t>які</a:t>
          </a:r>
          <a:r>
            <a:rPr lang="ru-RU" b="0" i="1" dirty="0"/>
            <a:t> </a:t>
          </a:r>
          <a:r>
            <a:rPr lang="ru-RU" b="0" i="1" dirty="0" err="1"/>
            <a:t>означають</a:t>
          </a:r>
          <a:r>
            <a:rPr lang="ru-RU" b="0" i="1" dirty="0"/>
            <a:t> </a:t>
          </a:r>
          <a:r>
            <a:rPr lang="ru-RU" b="0" i="1" dirty="0" err="1"/>
            <a:t>королівський</a:t>
          </a:r>
          <a:r>
            <a:rPr lang="ru-RU" b="0" i="1" dirty="0"/>
            <a:t> сан, </a:t>
          </a:r>
          <a:r>
            <a:rPr lang="ru-RU" b="0" i="1" dirty="0" err="1"/>
            <a:t>кажучи</a:t>
          </a:r>
          <a:r>
            <a:rPr lang="ru-RU" b="0" i="1" dirty="0"/>
            <a:t>: "Сину! </a:t>
          </a:r>
          <a:r>
            <a:rPr lang="ru-RU" b="0" i="1" dirty="0" err="1"/>
            <a:t>Прийми</a:t>
          </a:r>
          <a:r>
            <a:rPr lang="ru-RU" b="0" i="1" dirty="0"/>
            <a:t> од нас </a:t>
          </a:r>
          <a:r>
            <a:rPr lang="ru-RU" b="0" i="1" dirty="0" err="1"/>
            <a:t>вінець</a:t>
          </a:r>
          <a:r>
            <a:rPr lang="ru-RU" b="0" i="1" dirty="0"/>
            <a:t> </a:t>
          </a:r>
          <a:r>
            <a:rPr lang="ru-RU" b="0" i="1" dirty="0" err="1"/>
            <a:t>королівства</a:t>
          </a:r>
          <a:r>
            <a:rPr lang="ru-RU" b="0" i="1" dirty="0"/>
            <a:t>... </a:t>
          </a:r>
          <a:r>
            <a:rPr lang="ru-RU" b="0" i="1" dirty="0" err="1"/>
            <a:t>Ти</a:t>
          </a:r>
          <a:r>
            <a:rPr lang="ru-RU" b="0" i="1" dirty="0"/>
            <a:t> </a:t>
          </a:r>
          <a:r>
            <a:rPr lang="ru-RU" b="0" i="1" dirty="0" err="1"/>
            <a:t>матимеш</a:t>
          </a:r>
          <a:r>
            <a:rPr lang="ru-RU" b="0" i="1" dirty="0"/>
            <a:t> </a:t>
          </a:r>
          <a:r>
            <a:rPr lang="ru-RU" b="0" i="1" dirty="0" err="1"/>
            <a:t>поміч</a:t>
          </a:r>
          <a:r>
            <a:rPr lang="ru-RU" b="0" i="1" dirty="0"/>
            <a:t> од </a:t>
          </a:r>
          <a:r>
            <a:rPr lang="ru-RU" b="0" i="1" dirty="0" err="1"/>
            <a:t>Папи</a:t>
          </a:r>
          <a:r>
            <a:rPr lang="ru-RU" b="0" i="1" dirty="0"/>
            <a:t>"..»</a:t>
          </a:r>
          <a:endParaRPr lang="uk-UA" dirty="0"/>
        </a:p>
      </dgm:t>
    </dgm:pt>
    <dgm:pt modelId="{4D2DCC15-EA78-4E8D-8FCA-6AE36BB4D899}" type="parTrans" cxnId="{47DC9A9F-62A2-46CC-9AB9-70484BCC7AA9}">
      <dgm:prSet/>
      <dgm:spPr/>
      <dgm:t>
        <a:bodyPr/>
        <a:lstStyle/>
        <a:p>
          <a:endParaRPr lang="uk-UA"/>
        </a:p>
      </dgm:t>
    </dgm:pt>
    <dgm:pt modelId="{1B994B20-8842-4745-93C3-1A8380D09F7E}" type="sibTrans" cxnId="{47DC9A9F-62A2-46CC-9AB9-70484BCC7AA9}">
      <dgm:prSet/>
      <dgm:spPr/>
      <dgm:t>
        <a:bodyPr/>
        <a:lstStyle/>
        <a:p>
          <a:endParaRPr lang="uk-UA"/>
        </a:p>
      </dgm:t>
    </dgm:pt>
    <dgm:pt modelId="{05A18017-B8AD-45ED-90AD-223AB57E488C}" type="pres">
      <dgm:prSet presAssocID="{DA629244-05A2-42FE-AE9F-6B4F8CA8B1E6}" presName="linear" presStyleCnt="0">
        <dgm:presLayoutVars>
          <dgm:animLvl val="lvl"/>
          <dgm:resizeHandles val="exact"/>
        </dgm:presLayoutVars>
      </dgm:prSet>
      <dgm:spPr/>
    </dgm:pt>
    <dgm:pt modelId="{6131E817-D4A0-4D02-8A75-5C10207D97E6}" type="pres">
      <dgm:prSet presAssocID="{2B2A9B48-2129-465D-8236-18ADA3A5357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0B48D6D-26C7-44C3-90B7-26DC85FDADCC}" type="pres">
      <dgm:prSet presAssocID="{203F1548-2786-41AC-ACFC-B0FF6087C62A}" presName="spacer" presStyleCnt="0"/>
      <dgm:spPr/>
    </dgm:pt>
    <dgm:pt modelId="{465E4B63-61FF-4E9F-8EA6-C7DC5894D745}" type="pres">
      <dgm:prSet presAssocID="{927F06AD-7275-4089-A31F-9AF10E2588F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7DC9A9F-62A2-46CC-9AB9-70484BCC7AA9}" srcId="{DA629244-05A2-42FE-AE9F-6B4F8CA8B1E6}" destId="{927F06AD-7275-4089-A31F-9AF10E2588F2}" srcOrd="1" destOrd="0" parTransId="{4D2DCC15-EA78-4E8D-8FCA-6AE36BB4D899}" sibTransId="{1B994B20-8842-4745-93C3-1A8380D09F7E}"/>
    <dgm:cxn modelId="{D64CA0A1-638D-49B7-8CF9-68A1B8E01D86}" type="presOf" srcId="{DA629244-05A2-42FE-AE9F-6B4F8CA8B1E6}" destId="{05A18017-B8AD-45ED-90AD-223AB57E488C}" srcOrd="0" destOrd="0" presId="urn:microsoft.com/office/officeart/2005/8/layout/vList2"/>
    <dgm:cxn modelId="{B1D93FAF-EC8D-48DF-914C-85D0B652F5B3}" type="presOf" srcId="{927F06AD-7275-4089-A31F-9AF10E2588F2}" destId="{465E4B63-61FF-4E9F-8EA6-C7DC5894D745}" srcOrd="0" destOrd="0" presId="urn:microsoft.com/office/officeart/2005/8/layout/vList2"/>
    <dgm:cxn modelId="{510229F5-1BCE-4F05-87FB-0A3129096AB7}" type="presOf" srcId="{2B2A9B48-2129-465D-8236-18ADA3A53572}" destId="{6131E817-D4A0-4D02-8A75-5C10207D97E6}" srcOrd="0" destOrd="0" presId="urn:microsoft.com/office/officeart/2005/8/layout/vList2"/>
    <dgm:cxn modelId="{54A9DAFC-6263-4F02-A530-D79270CB566C}" srcId="{DA629244-05A2-42FE-AE9F-6B4F8CA8B1E6}" destId="{2B2A9B48-2129-465D-8236-18ADA3A53572}" srcOrd="0" destOrd="0" parTransId="{70A2E1C4-381F-4EDC-BF01-D4E3EB78DBDB}" sibTransId="{203F1548-2786-41AC-ACFC-B0FF6087C62A}"/>
    <dgm:cxn modelId="{E1CAC374-8C64-416C-B1AA-54D071A13E87}" type="presParOf" srcId="{05A18017-B8AD-45ED-90AD-223AB57E488C}" destId="{6131E817-D4A0-4D02-8A75-5C10207D97E6}" srcOrd="0" destOrd="0" presId="urn:microsoft.com/office/officeart/2005/8/layout/vList2"/>
    <dgm:cxn modelId="{6E3DA028-7AE4-4561-BC0A-BFFB3A3E0D78}" type="presParOf" srcId="{05A18017-B8AD-45ED-90AD-223AB57E488C}" destId="{D0B48D6D-26C7-44C3-90B7-26DC85FDADCC}" srcOrd="1" destOrd="0" presId="urn:microsoft.com/office/officeart/2005/8/layout/vList2"/>
    <dgm:cxn modelId="{076292E5-C8CA-44EC-8AFD-743CD3B12E6A}" type="presParOf" srcId="{05A18017-B8AD-45ED-90AD-223AB57E488C}" destId="{465E4B63-61FF-4E9F-8EA6-C7DC5894D74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FAB84A33-21C9-42E4-894A-216EA34DEF7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B4FA65-8F7E-40CE-B87C-679DE45F9118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Осмомисл</a:t>
          </a:r>
          <a:r>
            <a:rPr lang="ru-RU" b="0" i="0" dirty="0"/>
            <a:t>.</a:t>
          </a:r>
          <a:endParaRPr lang="uk-UA" dirty="0"/>
        </a:p>
      </dgm:t>
    </dgm:pt>
    <dgm:pt modelId="{64FE9137-249A-4DDF-9FE3-314AD7B4FE76}" type="parTrans" cxnId="{BB2355A2-3054-4249-B72D-5D72CE89626F}">
      <dgm:prSet/>
      <dgm:spPr/>
      <dgm:t>
        <a:bodyPr/>
        <a:lstStyle/>
        <a:p>
          <a:endParaRPr lang="uk-UA"/>
        </a:p>
      </dgm:t>
    </dgm:pt>
    <dgm:pt modelId="{8D27DC4E-CD49-4E63-B877-02804B3E3814}" type="sibTrans" cxnId="{BB2355A2-3054-4249-B72D-5D72CE89626F}">
      <dgm:prSet/>
      <dgm:spPr/>
      <dgm:t>
        <a:bodyPr/>
        <a:lstStyle/>
        <a:p>
          <a:endParaRPr lang="uk-UA"/>
        </a:p>
      </dgm:t>
    </dgm:pt>
    <dgm:pt modelId="{F683DD0F-7D2F-4BA8-9880-5CEE84E6C48E}">
      <dgm:prSet/>
      <dgm:spPr/>
      <dgm:t>
        <a:bodyPr/>
        <a:lstStyle/>
        <a:p>
          <a:r>
            <a:rPr lang="ru-RU" b="0" i="0"/>
            <a:t>Роман Мстиславович.</a:t>
          </a:r>
          <a:endParaRPr lang="uk-UA"/>
        </a:p>
      </dgm:t>
    </dgm:pt>
    <dgm:pt modelId="{9DA983F6-624E-4251-A0B0-0B9844C8FC1B}" type="parTrans" cxnId="{19A4496F-D8A8-496B-9605-643D2231B0BC}">
      <dgm:prSet/>
      <dgm:spPr/>
      <dgm:t>
        <a:bodyPr/>
        <a:lstStyle/>
        <a:p>
          <a:endParaRPr lang="uk-UA"/>
        </a:p>
      </dgm:t>
    </dgm:pt>
    <dgm:pt modelId="{8545719F-66AF-42E8-911A-471BDC162762}" type="sibTrans" cxnId="{19A4496F-D8A8-496B-9605-643D2231B0BC}">
      <dgm:prSet/>
      <dgm:spPr/>
      <dgm:t>
        <a:bodyPr/>
        <a:lstStyle/>
        <a:p>
          <a:endParaRPr lang="uk-UA"/>
        </a:p>
      </dgm:t>
    </dgm:pt>
    <dgm:pt modelId="{D21AE28F-6E6F-441B-A827-92637B0413B3}">
      <dgm:prSet/>
      <dgm:spPr/>
      <dgm:t>
        <a:bodyPr/>
        <a:lstStyle/>
        <a:p>
          <a:r>
            <a:rPr lang="ru-RU" b="0" i="0" dirty="0"/>
            <a:t>Данило Романович.</a:t>
          </a:r>
          <a:endParaRPr lang="uk-UA" dirty="0"/>
        </a:p>
      </dgm:t>
    </dgm:pt>
    <dgm:pt modelId="{6431CFB3-C514-4525-8046-79D208B4032D}" type="parTrans" cxnId="{7D7720C4-DF05-456A-8385-B696C7359A27}">
      <dgm:prSet/>
      <dgm:spPr/>
      <dgm:t>
        <a:bodyPr/>
        <a:lstStyle/>
        <a:p>
          <a:endParaRPr lang="uk-UA"/>
        </a:p>
      </dgm:t>
    </dgm:pt>
    <dgm:pt modelId="{E9AD08A5-1B7C-47F4-87A4-6BBA84FC2C53}" type="sibTrans" cxnId="{7D7720C4-DF05-456A-8385-B696C7359A27}">
      <dgm:prSet/>
      <dgm:spPr/>
      <dgm:t>
        <a:bodyPr/>
        <a:lstStyle/>
        <a:p>
          <a:endParaRPr lang="uk-UA"/>
        </a:p>
      </dgm:t>
    </dgm:pt>
    <dgm:pt modelId="{CD3ECBC0-D0FC-47B6-8ACB-00319B28A5C2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Мономах</a:t>
          </a:r>
          <a:endParaRPr lang="uk-UA" dirty="0"/>
        </a:p>
      </dgm:t>
    </dgm:pt>
    <dgm:pt modelId="{97470E19-63AC-4F76-AC46-B2DB6D338EAC}" type="parTrans" cxnId="{EB08482E-5E83-4C7B-B942-CCCB6C66778F}">
      <dgm:prSet/>
      <dgm:spPr/>
      <dgm:t>
        <a:bodyPr/>
        <a:lstStyle/>
        <a:p>
          <a:endParaRPr lang="uk-UA"/>
        </a:p>
      </dgm:t>
    </dgm:pt>
    <dgm:pt modelId="{2FD07046-DC45-420C-90BB-BD798D4867DD}" type="sibTrans" cxnId="{EB08482E-5E83-4C7B-B942-CCCB6C66778F}">
      <dgm:prSet/>
      <dgm:spPr/>
      <dgm:t>
        <a:bodyPr/>
        <a:lstStyle/>
        <a:p>
          <a:endParaRPr lang="uk-UA"/>
        </a:p>
      </dgm:t>
    </dgm:pt>
    <dgm:pt modelId="{D02B1F5A-46FC-4B13-8CE7-A307C4E2667D}" type="pres">
      <dgm:prSet presAssocID="{FAB84A33-21C9-42E4-894A-216EA34DEF76}" presName="Name0" presStyleCnt="0">
        <dgm:presLayoutVars>
          <dgm:chMax val="7"/>
          <dgm:chPref val="7"/>
          <dgm:dir/>
        </dgm:presLayoutVars>
      </dgm:prSet>
      <dgm:spPr/>
    </dgm:pt>
    <dgm:pt modelId="{650D9FDC-8841-4F65-BC60-8327D7BC60FC}" type="pres">
      <dgm:prSet presAssocID="{FAB84A33-21C9-42E4-894A-216EA34DEF76}" presName="Name1" presStyleCnt="0"/>
      <dgm:spPr/>
    </dgm:pt>
    <dgm:pt modelId="{0FD87C2D-3F76-4888-BDF3-A63CA946A7D8}" type="pres">
      <dgm:prSet presAssocID="{FAB84A33-21C9-42E4-894A-216EA34DEF76}" presName="cycle" presStyleCnt="0"/>
      <dgm:spPr/>
    </dgm:pt>
    <dgm:pt modelId="{AD193D74-D639-4B9D-878C-28F8B8F74895}" type="pres">
      <dgm:prSet presAssocID="{FAB84A33-21C9-42E4-894A-216EA34DEF76}" presName="srcNode" presStyleLbl="node1" presStyleIdx="0" presStyleCnt="4"/>
      <dgm:spPr/>
    </dgm:pt>
    <dgm:pt modelId="{FECFD936-200C-4BB6-B154-72A179860E46}" type="pres">
      <dgm:prSet presAssocID="{FAB84A33-21C9-42E4-894A-216EA34DEF76}" presName="conn" presStyleLbl="parChTrans1D2" presStyleIdx="0" presStyleCnt="1"/>
      <dgm:spPr/>
    </dgm:pt>
    <dgm:pt modelId="{C39DA801-F5FF-4757-A7E0-29024A319B8B}" type="pres">
      <dgm:prSet presAssocID="{FAB84A33-21C9-42E4-894A-216EA34DEF76}" presName="extraNode" presStyleLbl="node1" presStyleIdx="0" presStyleCnt="4"/>
      <dgm:spPr/>
    </dgm:pt>
    <dgm:pt modelId="{4CEE4C83-7465-4029-A016-92BA1681DEA8}" type="pres">
      <dgm:prSet presAssocID="{FAB84A33-21C9-42E4-894A-216EA34DEF76}" presName="dstNode" presStyleLbl="node1" presStyleIdx="0" presStyleCnt="4"/>
      <dgm:spPr/>
    </dgm:pt>
    <dgm:pt modelId="{925597A5-6B52-4439-9ED7-EA5B67DD5B6F}" type="pres">
      <dgm:prSet presAssocID="{B9B4FA65-8F7E-40CE-B87C-679DE45F9118}" presName="text_1" presStyleLbl="node1" presStyleIdx="0" presStyleCnt="4">
        <dgm:presLayoutVars>
          <dgm:bulletEnabled val="1"/>
        </dgm:presLayoutVars>
      </dgm:prSet>
      <dgm:spPr/>
    </dgm:pt>
    <dgm:pt modelId="{B5258F5F-D774-4F07-B0C5-7C520ECAED56}" type="pres">
      <dgm:prSet presAssocID="{B9B4FA65-8F7E-40CE-B87C-679DE45F9118}" presName="accent_1" presStyleCnt="0"/>
      <dgm:spPr/>
    </dgm:pt>
    <dgm:pt modelId="{E8EF00D2-4726-4A45-AC93-73E9D9A038BD}" type="pres">
      <dgm:prSet presAssocID="{B9B4FA65-8F7E-40CE-B87C-679DE45F9118}" presName="accentRepeatNode" presStyleLbl="solidFgAcc1" presStyleIdx="0" presStyleCnt="4"/>
      <dgm:spPr/>
    </dgm:pt>
    <dgm:pt modelId="{029D11F3-F530-4FC9-81FE-D83619027258}" type="pres">
      <dgm:prSet presAssocID="{F683DD0F-7D2F-4BA8-9880-5CEE84E6C48E}" presName="text_2" presStyleLbl="node1" presStyleIdx="1" presStyleCnt="4">
        <dgm:presLayoutVars>
          <dgm:bulletEnabled val="1"/>
        </dgm:presLayoutVars>
      </dgm:prSet>
      <dgm:spPr/>
    </dgm:pt>
    <dgm:pt modelId="{A00D2798-6EA6-41C4-AF39-804A8BCD0E4C}" type="pres">
      <dgm:prSet presAssocID="{F683DD0F-7D2F-4BA8-9880-5CEE84E6C48E}" presName="accent_2" presStyleCnt="0"/>
      <dgm:spPr/>
    </dgm:pt>
    <dgm:pt modelId="{FEE4FE8E-F33F-4672-A66A-E1502ACFD303}" type="pres">
      <dgm:prSet presAssocID="{F683DD0F-7D2F-4BA8-9880-5CEE84E6C48E}" presName="accentRepeatNode" presStyleLbl="solidFgAcc1" presStyleIdx="1" presStyleCnt="4"/>
      <dgm:spPr/>
    </dgm:pt>
    <dgm:pt modelId="{98F67DE2-A4C0-4772-8E3D-1807D8DAABBE}" type="pres">
      <dgm:prSet presAssocID="{D21AE28F-6E6F-441B-A827-92637B0413B3}" presName="text_3" presStyleLbl="node1" presStyleIdx="2" presStyleCnt="4">
        <dgm:presLayoutVars>
          <dgm:bulletEnabled val="1"/>
        </dgm:presLayoutVars>
      </dgm:prSet>
      <dgm:spPr/>
    </dgm:pt>
    <dgm:pt modelId="{ADC6A547-3AFE-47BD-B814-0C4610F8AA02}" type="pres">
      <dgm:prSet presAssocID="{D21AE28F-6E6F-441B-A827-92637B0413B3}" presName="accent_3" presStyleCnt="0"/>
      <dgm:spPr/>
    </dgm:pt>
    <dgm:pt modelId="{D1959811-7233-40FF-A24F-DCF0E443087B}" type="pres">
      <dgm:prSet presAssocID="{D21AE28F-6E6F-441B-A827-92637B0413B3}" presName="accentRepeatNode" presStyleLbl="solidFgAcc1" presStyleIdx="2" presStyleCnt="4"/>
      <dgm:spPr/>
    </dgm:pt>
    <dgm:pt modelId="{ED25EAFA-9CE4-427C-AF08-7CCDAA18C371}" type="pres">
      <dgm:prSet presAssocID="{CD3ECBC0-D0FC-47B6-8ACB-00319B28A5C2}" presName="text_4" presStyleLbl="node1" presStyleIdx="3" presStyleCnt="4">
        <dgm:presLayoutVars>
          <dgm:bulletEnabled val="1"/>
        </dgm:presLayoutVars>
      </dgm:prSet>
      <dgm:spPr/>
    </dgm:pt>
    <dgm:pt modelId="{8CF267E2-C877-45D7-A1BC-104F3C8F0995}" type="pres">
      <dgm:prSet presAssocID="{CD3ECBC0-D0FC-47B6-8ACB-00319B28A5C2}" presName="accent_4" presStyleCnt="0"/>
      <dgm:spPr/>
    </dgm:pt>
    <dgm:pt modelId="{1B90EF13-061A-49C9-A137-84ED548395C4}" type="pres">
      <dgm:prSet presAssocID="{CD3ECBC0-D0FC-47B6-8ACB-00319B28A5C2}" presName="accentRepeatNode" presStyleLbl="solidFgAcc1" presStyleIdx="3" presStyleCnt="4"/>
      <dgm:spPr/>
    </dgm:pt>
  </dgm:ptLst>
  <dgm:cxnLst>
    <dgm:cxn modelId="{D6AD161E-D600-42D2-9F54-A423B9C30441}" type="presOf" srcId="{CD3ECBC0-D0FC-47B6-8ACB-00319B28A5C2}" destId="{ED25EAFA-9CE4-427C-AF08-7CCDAA18C371}" srcOrd="0" destOrd="0" presId="urn:microsoft.com/office/officeart/2008/layout/VerticalCurvedList"/>
    <dgm:cxn modelId="{EB08482E-5E83-4C7B-B942-CCCB6C66778F}" srcId="{FAB84A33-21C9-42E4-894A-216EA34DEF76}" destId="{CD3ECBC0-D0FC-47B6-8ACB-00319B28A5C2}" srcOrd="3" destOrd="0" parTransId="{97470E19-63AC-4F76-AC46-B2DB6D338EAC}" sibTransId="{2FD07046-DC45-420C-90BB-BD798D4867DD}"/>
    <dgm:cxn modelId="{A9141E32-3D73-4630-A1EE-3352017AF2D0}" type="presOf" srcId="{8D27DC4E-CD49-4E63-B877-02804B3E3814}" destId="{FECFD936-200C-4BB6-B154-72A179860E46}" srcOrd="0" destOrd="0" presId="urn:microsoft.com/office/officeart/2008/layout/VerticalCurvedList"/>
    <dgm:cxn modelId="{852B7C4D-DF81-4682-A0E9-CD5E58B73787}" type="presOf" srcId="{D21AE28F-6E6F-441B-A827-92637B0413B3}" destId="{98F67DE2-A4C0-4772-8E3D-1807D8DAABBE}" srcOrd="0" destOrd="0" presId="urn:microsoft.com/office/officeart/2008/layout/VerticalCurvedList"/>
    <dgm:cxn modelId="{19A4496F-D8A8-496B-9605-643D2231B0BC}" srcId="{FAB84A33-21C9-42E4-894A-216EA34DEF76}" destId="{F683DD0F-7D2F-4BA8-9880-5CEE84E6C48E}" srcOrd="1" destOrd="0" parTransId="{9DA983F6-624E-4251-A0B0-0B9844C8FC1B}" sibTransId="{8545719F-66AF-42E8-911A-471BDC162762}"/>
    <dgm:cxn modelId="{BB2355A2-3054-4249-B72D-5D72CE89626F}" srcId="{FAB84A33-21C9-42E4-894A-216EA34DEF76}" destId="{B9B4FA65-8F7E-40CE-B87C-679DE45F9118}" srcOrd="0" destOrd="0" parTransId="{64FE9137-249A-4DDF-9FE3-314AD7B4FE76}" sibTransId="{8D27DC4E-CD49-4E63-B877-02804B3E3814}"/>
    <dgm:cxn modelId="{7D7720C4-DF05-456A-8385-B696C7359A27}" srcId="{FAB84A33-21C9-42E4-894A-216EA34DEF76}" destId="{D21AE28F-6E6F-441B-A827-92637B0413B3}" srcOrd="2" destOrd="0" parTransId="{6431CFB3-C514-4525-8046-79D208B4032D}" sibTransId="{E9AD08A5-1B7C-47F4-87A4-6BBA84FC2C53}"/>
    <dgm:cxn modelId="{146FAEDA-89BD-4B26-AC58-4BACA1AE1BD0}" type="presOf" srcId="{FAB84A33-21C9-42E4-894A-216EA34DEF76}" destId="{D02B1F5A-46FC-4B13-8CE7-A307C4E2667D}" srcOrd="0" destOrd="0" presId="urn:microsoft.com/office/officeart/2008/layout/VerticalCurvedList"/>
    <dgm:cxn modelId="{C06AB2DC-9C7F-44AD-88EE-6EF0B09F5936}" type="presOf" srcId="{B9B4FA65-8F7E-40CE-B87C-679DE45F9118}" destId="{925597A5-6B52-4439-9ED7-EA5B67DD5B6F}" srcOrd="0" destOrd="0" presId="urn:microsoft.com/office/officeart/2008/layout/VerticalCurvedList"/>
    <dgm:cxn modelId="{039841F2-455B-46BC-8165-6DF75F822A2C}" type="presOf" srcId="{F683DD0F-7D2F-4BA8-9880-5CEE84E6C48E}" destId="{029D11F3-F530-4FC9-81FE-D83619027258}" srcOrd="0" destOrd="0" presId="urn:microsoft.com/office/officeart/2008/layout/VerticalCurvedList"/>
    <dgm:cxn modelId="{BCE07D6A-44DE-47B4-9FF7-B10BE24D8644}" type="presParOf" srcId="{D02B1F5A-46FC-4B13-8CE7-A307C4E2667D}" destId="{650D9FDC-8841-4F65-BC60-8327D7BC60FC}" srcOrd="0" destOrd="0" presId="urn:microsoft.com/office/officeart/2008/layout/VerticalCurvedList"/>
    <dgm:cxn modelId="{805148CF-630B-4B6A-87BA-48D159FD2E16}" type="presParOf" srcId="{650D9FDC-8841-4F65-BC60-8327D7BC60FC}" destId="{0FD87C2D-3F76-4888-BDF3-A63CA946A7D8}" srcOrd="0" destOrd="0" presId="urn:microsoft.com/office/officeart/2008/layout/VerticalCurvedList"/>
    <dgm:cxn modelId="{9929BFD4-4487-4E70-A044-11508B47FD14}" type="presParOf" srcId="{0FD87C2D-3F76-4888-BDF3-A63CA946A7D8}" destId="{AD193D74-D639-4B9D-878C-28F8B8F74895}" srcOrd="0" destOrd="0" presId="urn:microsoft.com/office/officeart/2008/layout/VerticalCurvedList"/>
    <dgm:cxn modelId="{CB9FFA8B-3E01-47CF-BEE5-9DC8F8388A28}" type="presParOf" srcId="{0FD87C2D-3F76-4888-BDF3-A63CA946A7D8}" destId="{FECFD936-200C-4BB6-B154-72A179860E46}" srcOrd="1" destOrd="0" presId="urn:microsoft.com/office/officeart/2008/layout/VerticalCurvedList"/>
    <dgm:cxn modelId="{711D25AB-473D-4943-9B98-C333138309DB}" type="presParOf" srcId="{0FD87C2D-3F76-4888-BDF3-A63CA946A7D8}" destId="{C39DA801-F5FF-4757-A7E0-29024A319B8B}" srcOrd="2" destOrd="0" presId="urn:microsoft.com/office/officeart/2008/layout/VerticalCurvedList"/>
    <dgm:cxn modelId="{C70C7CC5-D710-4693-B479-FFA4C8244680}" type="presParOf" srcId="{0FD87C2D-3F76-4888-BDF3-A63CA946A7D8}" destId="{4CEE4C83-7465-4029-A016-92BA1681DEA8}" srcOrd="3" destOrd="0" presId="urn:microsoft.com/office/officeart/2008/layout/VerticalCurvedList"/>
    <dgm:cxn modelId="{7F165826-512B-4177-ADA4-4363923F7D48}" type="presParOf" srcId="{650D9FDC-8841-4F65-BC60-8327D7BC60FC}" destId="{925597A5-6B52-4439-9ED7-EA5B67DD5B6F}" srcOrd="1" destOrd="0" presId="urn:microsoft.com/office/officeart/2008/layout/VerticalCurvedList"/>
    <dgm:cxn modelId="{500AAB27-4084-49EE-96C0-3504B1AF5DCC}" type="presParOf" srcId="{650D9FDC-8841-4F65-BC60-8327D7BC60FC}" destId="{B5258F5F-D774-4F07-B0C5-7C520ECAED56}" srcOrd="2" destOrd="0" presId="urn:microsoft.com/office/officeart/2008/layout/VerticalCurvedList"/>
    <dgm:cxn modelId="{019A182E-56AB-4166-9BD9-01B521164856}" type="presParOf" srcId="{B5258F5F-D774-4F07-B0C5-7C520ECAED56}" destId="{E8EF00D2-4726-4A45-AC93-73E9D9A038BD}" srcOrd="0" destOrd="0" presId="urn:microsoft.com/office/officeart/2008/layout/VerticalCurvedList"/>
    <dgm:cxn modelId="{71ED1C74-169B-4C11-9653-388346A72CC9}" type="presParOf" srcId="{650D9FDC-8841-4F65-BC60-8327D7BC60FC}" destId="{029D11F3-F530-4FC9-81FE-D83619027258}" srcOrd="3" destOrd="0" presId="urn:microsoft.com/office/officeart/2008/layout/VerticalCurvedList"/>
    <dgm:cxn modelId="{A717A257-F1E4-4AA2-B831-3189C8988F14}" type="presParOf" srcId="{650D9FDC-8841-4F65-BC60-8327D7BC60FC}" destId="{A00D2798-6EA6-41C4-AF39-804A8BCD0E4C}" srcOrd="4" destOrd="0" presId="urn:microsoft.com/office/officeart/2008/layout/VerticalCurvedList"/>
    <dgm:cxn modelId="{E61052E1-AA33-4347-97EA-0BCFA66B80C4}" type="presParOf" srcId="{A00D2798-6EA6-41C4-AF39-804A8BCD0E4C}" destId="{FEE4FE8E-F33F-4672-A66A-E1502ACFD303}" srcOrd="0" destOrd="0" presId="urn:microsoft.com/office/officeart/2008/layout/VerticalCurvedList"/>
    <dgm:cxn modelId="{DECA457B-13A1-4293-8241-BF78DEFF3C2D}" type="presParOf" srcId="{650D9FDC-8841-4F65-BC60-8327D7BC60FC}" destId="{98F67DE2-A4C0-4772-8E3D-1807D8DAABBE}" srcOrd="5" destOrd="0" presId="urn:microsoft.com/office/officeart/2008/layout/VerticalCurvedList"/>
    <dgm:cxn modelId="{D1BA140B-444F-403D-872C-4C89AB5D5E1C}" type="presParOf" srcId="{650D9FDC-8841-4F65-BC60-8327D7BC60FC}" destId="{ADC6A547-3AFE-47BD-B814-0C4610F8AA02}" srcOrd="6" destOrd="0" presId="urn:microsoft.com/office/officeart/2008/layout/VerticalCurvedList"/>
    <dgm:cxn modelId="{9AB66C42-BDDC-4C81-B4B9-266E8D748D6B}" type="presParOf" srcId="{ADC6A547-3AFE-47BD-B814-0C4610F8AA02}" destId="{D1959811-7233-40FF-A24F-DCF0E443087B}" srcOrd="0" destOrd="0" presId="urn:microsoft.com/office/officeart/2008/layout/VerticalCurvedList"/>
    <dgm:cxn modelId="{8E1AF51D-3190-4A3D-95F9-68ECDF78EC4A}" type="presParOf" srcId="{650D9FDC-8841-4F65-BC60-8327D7BC60FC}" destId="{ED25EAFA-9CE4-427C-AF08-7CCDAA18C371}" srcOrd="7" destOrd="0" presId="urn:microsoft.com/office/officeart/2008/layout/VerticalCurvedList"/>
    <dgm:cxn modelId="{5DB8867E-DB0E-4CA1-AACD-690540DC5FB6}" type="presParOf" srcId="{650D9FDC-8841-4F65-BC60-8327D7BC60FC}" destId="{8CF267E2-C877-45D7-A1BC-104F3C8F0995}" srcOrd="8" destOrd="0" presId="urn:microsoft.com/office/officeart/2008/layout/VerticalCurvedList"/>
    <dgm:cxn modelId="{F0881B67-8D32-4EDC-A2D4-9AA055772E5F}" type="presParOf" srcId="{8CF267E2-C877-45D7-A1BC-104F3C8F0995}" destId="{1B90EF13-061A-49C9-A137-84ED548395C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E3473316-AF59-40D3-AC8D-3B51075BDF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9B9CA1-0730-4678-97AC-C0191CBF323C}">
      <dgm:prSet/>
      <dgm:spPr/>
      <dgm:t>
        <a:bodyPr/>
        <a:lstStyle/>
        <a:p>
          <a:r>
            <a:rPr lang="ru-RU" b="0" i="0"/>
            <a:t>Тевтонським орденом</a:t>
          </a:r>
          <a:endParaRPr lang="uk-UA"/>
        </a:p>
      </dgm:t>
    </dgm:pt>
    <dgm:pt modelId="{35060020-BF1D-432B-9305-D3BC571559CD}" type="parTrans" cxnId="{BAA5B612-5156-4F28-832E-97CBFF1256B7}">
      <dgm:prSet/>
      <dgm:spPr/>
      <dgm:t>
        <a:bodyPr/>
        <a:lstStyle/>
        <a:p>
          <a:endParaRPr lang="uk-UA"/>
        </a:p>
      </dgm:t>
    </dgm:pt>
    <dgm:pt modelId="{BA77EC6E-AAEE-44A1-921B-81B4AA4662B0}" type="sibTrans" cxnId="{BAA5B612-5156-4F28-832E-97CBFF1256B7}">
      <dgm:prSet/>
      <dgm:spPr/>
      <dgm:t>
        <a:bodyPr/>
        <a:lstStyle/>
        <a:p>
          <a:endParaRPr lang="uk-UA"/>
        </a:p>
      </dgm:t>
    </dgm:pt>
    <dgm:pt modelId="{4FD3F685-D3BA-43DD-B815-CD5218493BBF}">
      <dgm:prSet/>
      <dgm:spPr/>
      <dgm:t>
        <a:bodyPr/>
        <a:lstStyle/>
        <a:p>
          <a:r>
            <a:rPr lang="ru-RU" b="0" i="0"/>
            <a:t>Золотою Ордою</a:t>
          </a:r>
          <a:endParaRPr lang="uk-UA"/>
        </a:p>
      </dgm:t>
    </dgm:pt>
    <dgm:pt modelId="{62D3DEA1-B0D0-4E9A-9555-0B6A0E55929F}" type="parTrans" cxnId="{3DC4FE2B-4366-48B0-9A30-F4FE9235A8F0}">
      <dgm:prSet/>
      <dgm:spPr/>
      <dgm:t>
        <a:bodyPr/>
        <a:lstStyle/>
        <a:p>
          <a:endParaRPr lang="uk-UA"/>
        </a:p>
      </dgm:t>
    </dgm:pt>
    <dgm:pt modelId="{E854DEB9-C84D-4ECF-9764-BFC8906AEAD8}" type="sibTrans" cxnId="{3DC4FE2B-4366-48B0-9A30-F4FE9235A8F0}">
      <dgm:prSet/>
      <dgm:spPr/>
      <dgm:t>
        <a:bodyPr/>
        <a:lstStyle/>
        <a:p>
          <a:endParaRPr lang="uk-UA"/>
        </a:p>
      </dgm:t>
    </dgm:pt>
    <dgm:pt modelId="{CB33CB60-7031-442E-989D-5CE225E20A10}">
      <dgm:prSet/>
      <dgm:spPr/>
      <dgm:t>
        <a:bodyPr/>
        <a:lstStyle/>
        <a:p>
          <a:r>
            <a:rPr lang="ru-RU" b="0" i="0"/>
            <a:t>Великим князівством Литовським</a:t>
          </a:r>
          <a:endParaRPr lang="uk-UA"/>
        </a:p>
      </dgm:t>
    </dgm:pt>
    <dgm:pt modelId="{25CCAC21-3828-4E5F-8DD5-18049A08FC94}" type="parTrans" cxnId="{2EE4A09D-A0A6-474D-B023-2EC5F2A4B7F2}">
      <dgm:prSet/>
      <dgm:spPr/>
      <dgm:t>
        <a:bodyPr/>
        <a:lstStyle/>
        <a:p>
          <a:endParaRPr lang="uk-UA"/>
        </a:p>
      </dgm:t>
    </dgm:pt>
    <dgm:pt modelId="{C156D373-7E4A-4E01-806D-47D74619F2CE}" type="sibTrans" cxnId="{2EE4A09D-A0A6-474D-B023-2EC5F2A4B7F2}">
      <dgm:prSet/>
      <dgm:spPr/>
      <dgm:t>
        <a:bodyPr/>
        <a:lstStyle/>
        <a:p>
          <a:endParaRPr lang="uk-UA"/>
        </a:p>
      </dgm:t>
    </dgm:pt>
    <dgm:pt modelId="{FD03A7CD-2399-4D09-949D-7D37F60CB2D3}">
      <dgm:prSet/>
      <dgm:spPr/>
      <dgm:t>
        <a:bodyPr/>
        <a:lstStyle/>
        <a:p>
          <a:r>
            <a:rPr lang="ru-RU" b="0" i="0" dirty="0" err="1"/>
            <a:t>Польським</a:t>
          </a:r>
          <a:r>
            <a:rPr lang="ru-RU" b="0" i="0" dirty="0"/>
            <a:t> </a:t>
          </a:r>
          <a:r>
            <a:rPr lang="ru-RU" b="0" i="0" dirty="0" err="1"/>
            <a:t>королівством</a:t>
          </a:r>
          <a:endParaRPr lang="uk-UA" dirty="0"/>
        </a:p>
      </dgm:t>
    </dgm:pt>
    <dgm:pt modelId="{024038D4-3965-460C-89D9-4E8E1BB0F720}" type="parTrans" cxnId="{471AD950-DB72-4DE9-A2AD-C31BA531BCC2}">
      <dgm:prSet/>
      <dgm:spPr/>
      <dgm:t>
        <a:bodyPr/>
        <a:lstStyle/>
        <a:p>
          <a:endParaRPr lang="uk-UA"/>
        </a:p>
      </dgm:t>
    </dgm:pt>
    <dgm:pt modelId="{BAC6FD83-F5B5-4EE9-9C7B-0A1483D598AB}" type="sibTrans" cxnId="{471AD950-DB72-4DE9-A2AD-C31BA531BCC2}">
      <dgm:prSet/>
      <dgm:spPr/>
      <dgm:t>
        <a:bodyPr/>
        <a:lstStyle/>
        <a:p>
          <a:endParaRPr lang="uk-UA"/>
        </a:p>
      </dgm:t>
    </dgm:pt>
    <dgm:pt modelId="{4C14C860-23E5-4DF3-AD36-C6199B3E240B}" type="pres">
      <dgm:prSet presAssocID="{E3473316-AF59-40D3-AC8D-3B51075BDF8F}" presName="linear" presStyleCnt="0">
        <dgm:presLayoutVars>
          <dgm:animLvl val="lvl"/>
          <dgm:resizeHandles val="exact"/>
        </dgm:presLayoutVars>
      </dgm:prSet>
      <dgm:spPr/>
    </dgm:pt>
    <dgm:pt modelId="{82F63049-C448-4420-89EC-B0F161DC775E}" type="pres">
      <dgm:prSet presAssocID="{829B9CA1-0730-4678-97AC-C0191CBF323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E42730-DF9E-4FBD-B8F2-CEB917CBDBEE}" type="pres">
      <dgm:prSet presAssocID="{BA77EC6E-AAEE-44A1-921B-81B4AA4662B0}" presName="spacer" presStyleCnt="0"/>
      <dgm:spPr/>
    </dgm:pt>
    <dgm:pt modelId="{0EFE9EBB-39F4-4D02-B924-93A8CBCC66DC}" type="pres">
      <dgm:prSet presAssocID="{4FD3F685-D3BA-43DD-B815-CD5218493B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7029D3-E6EC-492C-AD29-E01BA53D98D4}" type="pres">
      <dgm:prSet presAssocID="{E854DEB9-C84D-4ECF-9764-BFC8906AEAD8}" presName="spacer" presStyleCnt="0"/>
      <dgm:spPr/>
    </dgm:pt>
    <dgm:pt modelId="{78FA823A-4F3F-477E-9699-CA99F6AFD7A0}" type="pres">
      <dgm:prSet presAssocID="{CB33CB60-7031-442E-989D-5CE225E20A1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E4E677F-8A8A-4003-887E-734B6041446F}" type="pres">
      <dgm:prSet presAssocID="{C156D373-7E4A-4E01-806D-47D74619F2CE}" presName="spacer" presStyleCnt="0"/>
      <dgm:spPr/>
    </dgm:pt>
    <dgm:pt modelId="{9270244C-2C64-4EBF-99F1-38E98FA86D8C}" type="pres">
      <dgm:prSet presAssocID="{FD03A7CD-2399-4D09-949D-7D37F60CB2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AA5B612-5156-4F28-832E-97CBFF1256B7}" srcId="{E3473316-AF59-40D3-AC8D-3B51075BDF8F}" destId="{829B9CA1-0730-4678-97AC-C0191CBF323C}" srcOrd="0" destOrd="0" parTransId="{35060020-BF1D-432B-9305-D3BC571559CD}" sibTransId="{BA77EC6E-AAEE-44A1-921B-81B4AA4662B0}"/>
    <dgm:cxn modelId="{3DC4FE2B-4366-48B0-9A30-F4FE9235A8F0}" srcId="{E3473316-AF59-40D3-AC8D-3B51075BDF8F}" destId="{4FD3F685-D3BA-43DD-B815-CD5218493BBF}" srcOrd="1" destOrd="0" parTransId="{62D3DEA1-B0D0-4E9A-9555-0B6A0E55929F}" sibTransId="{E854DEB9-C84D-4ECF-9764-BFC8906AEAD8}"/>
    <dgm:cxn modelId="{E5F42C5F-25FA-4010-9C36-A2FFB448344E}" type="presOf" srcId="{829B9CA1-0730-4678-97AC-C0191CBF323C}" destId="{82F63049-C448-4420-89EC-B0F161DC775E}" srcOrd="0" destOrd="0" presId="urn:microsoft.com/office/officeart/2005/8/layout/vList2"/>
    <dgm:cxn modelId="{DEA4C941-34C4-491A-AB37-AF2BFCC73942}" type="presOf" srcId="{FD03A7CD-2399-4D09-949D-7D37F60CB2D3}" destId="{9270244C-2C64-4EBF-99F1-38E98FA86D8C}" srcOrd="0" destOrd="0" presId="urn:microsoft.com/office/officeart/2005/8/layout/vList2"/>
    <dgm:cxn modelId="{5250284A-B4B7-4F63-9941-179D844AAEA8}" type="presOf" srcId="{CB33CB60-7031-442E-989D-5CE225E20A10}" destId="{78FA823A-4F3F-477E-9699-CA99F6AFD7A0}" srcOrd="0" destOrd="0" presId="urn:microsoft.com/office/officeart/2005/8/layout/vList2"/>
    <dgm:cxn modelId="{48EBFD6B-C3E2-4381-B1F2-E02F9DC985AA}" type="presOf" srcId="{E3473316-AF59-40D3-AC8D-3B51075BDF8F}" destId="{4C14C860-23E5-4DF3-AD36-C6199B3E240B}" srcOrd="0" destOrd="0" presId="urn:microsoft.com/office/officeart/2005/8/layout/vList2"/>
    <dgm:cxn modelId="{471AD950-DB72-4DE9-A2AD-C31BA531BCC2}" srcId="{E3473316-AF59-40D3-AC8D-3B51075BDF8F}" destId="{FD03A7CD-2399-4D09-949D-7D37F60CB2D3}" srcOrd="3" destOrd="0" parTransId="{024038D4-3965-460C-89D9-4E8E1BB0F720}" sibTransId="{BAC6FD83-F5B5-4EE9-9C7B-0A1483D598AB}"/>
    <dgm:cxn modelId="{2EE4A09D-A0A6-474D-B023-2EC5F2A4B7F2}" srcId="{E3473316-AF59-40D3-AC8D-3B51075BDF8F}" destId="{CB33CB60-7031-442E-989D-5CE225E20A10}" srcOrd="2" destOrd="0" parTransId="{25CCAC21-3828-4E5F-8DD5-18049A08FC94}" sibTransId="{C156D373-7E4A-4E01-806D-47D74619F2CE}"/>
    <dgm:cxn modelId="{2940259E-ACF1-43C3-89F4-BB7FB159C843}" type="presOf" srcId="{4FD3F685-D3BA-43DD-B815-CD5218493BBF}" destId="{0EFE9EBB-39F4-4D02-B924-93A8CBCC66DC}" srcOrd="0" destOrd="0" presId="urn:microsoft.com/office/officeart/2005/8/layout/vList2"/>
    <dgm:cxn modelId="{0E6EA06C-D745-427E-8D74-CF9C6EA281CA}" type="presParOf" srcId="{4C14C860-23E5-4DF3-AD36-C6199B3E240B}" destId="{82F63049-C448-4420-89EC-B0F161DC775E}" srcOrd="0" destOrd="0" presId="urn:microsoft.com/office/officeart/2005/8/layout/vList2"/>
    <dgm:cxn modelId="{989892DC-E6FF-4383-B336-9D5EE4A12166}" type="presParOf" srcId="{4C14C860-23E5-4DF3-AD36-C6199B3E240B}" destId="{07E42730-DF9E-4FBD-B8F2-CEB917CBDBEE}" srcOrd="1" destOrd="0" presId="urn:microsoft.com/office/officeart/2005/8/layout/vList2"/>
    <dgm:cxn modelId="{45613CF8-D73A-4FB2-A528-8928935D7719}" type="presParOf" srcId="{4C14C860-23E5-4DF3-AD36-C6199B3E240B}" destId="{0EFE9EBB-39F4-4D02-B924-93A8CBCC66DC}" srcOrd="2" destOrd="0" presId="urn:microsoft.com/office/officeart/2005/8/layout/vList2"/>
    <dgm:cxn modelId="{F6168090-83AB-47E4-AEF3-D4E1949BDE3C}" type="presParOf" srcId="{4C14C860-23E5-4DF3-AD36-C6199B3E240B}" destId="{FF7029D3-E6EC-492C-AD29-E01BA53D98D4}" srcOrd="3" destOrd="0" presId="urn:microsoft.com/office/officeart/2005/8/layout/vList2"/>
    <dgm:cxn modelId="{F5F238D9-B1BC-439E-9DE5-8193AE958540}" type="presParOf" srcId="{4C14C860-23E5-4DF3-AD36-C6199B3E240B}" destId="{78FA823A-4F3F-477E-9699-CA99F6AFD7A0}" srcOrd="4" destOrd="0" presId="urn:microsoft.com/office/officeart/2005/8/layout/vList2"/>
    <dgm:cxn modelId="{EF1FD8B3-675B-47D4-A586-29DC51561CDA}" type="presParOf" srcId="{4C14C860-23E5-4DF3-AD36-C6199B3E240B}" destId="{8E4E677F-8A8A-4003-887E-734B6041446F}" srcOrd="5" destOrd="0" presId="urn:microsoft.com/office/officeart/2005/8/layout/vList2"/>
    <dgm:cxn modelId="{8055EBD3-9BC3-42FE-BA41-A3FEF01B3C4D}" type="presParOf" srcId="{4C14C860-23E5-4DF3-AD36-C6199B3E240B}" destId="{9270244C-2C64-4EBF-99F1-38E98FA86D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9FB3C28-A525-4C0F-B2A0-5DF0B84A01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A71D5F-5695-4F2A-BD17-DA2C0F2FD6CA}">
      <dgm:prSet/>
      <dgm:spPr/>
      <dgm:t>
        <a:bodyPr/>
        <a:lstStyle/>
        <a:p>
          <a:r>
            <a:rPr lang="uk-UA" b="0" i="0" dirty="0"/>
            <a:t>розширенні території держави за рахунок володінь Угорщини.</a:t>
          </a:r>
          <a:endParaRPr lang="uk-UA" dirty="0"/>
        </a:p>
      </dgm:t>
    </dgm:pt>
    <dgm:pt modelId="{DB744750-C022-4663-9BA1-12989E8E6560}" type="parTrans" cxnId="{D38D8D59-DFD1-4FF2-A27A-4594C17587D8}">
      <dgm:prSet/>
      <dgm:spPr/>
      <dgm:t>
        <a:bodyPr/>
        <a:lstStyle/>
        <a:p>
          <a:endParaRPr lang="uk-UA"/>
        </a:p>
      </dgm:t>
    </dgm:pt>
    <dgm:pt modelId="{B87E6B92-2144-4B1F-B110-4EC2668EEC79}" type="sibTrans" cxnId="{D38D8D59-DFD1-4FF2-A27A-4594C17587D8}">
      <dgm:prSet/>
      <dgm:spPr/>
      <dgm:t>
        <a:bodyPr/>
        <a:lstStyle/>
        <a:p>
          <a:endParaRPr lang="uk-UA"/>
        </a:p>
      </dgm:t>
    </dgm:pt>
    <dgm:pt modelId="{4B9B4ED7-D556-490D-9904-2106E6AD913C}">
      <dgm:prSet/>
      <dgm:spPr/>
      <dgm:t>
        <a:bodyPr/>
        <a:lstStyle/>
        <a:p>
          <a:r>
            <a:rPr lang="uk-UA" b="0" i="0" dirty="0"/>
            <a:t>здобутті великокнязівського столу в Литві для свого сина Лева.</a:t>
          </a:r>
          <a:endParaRPr lang="uk-UA" dirty="0"/>
        </a:p>
      </dgm:t>
    </dgm:pt>
    <dgm:pt modelId="{B76895E1-EE49-4534-96EB-FFCF3E2A4990}" type="parTrans" cxnId="{B7C5F41E-D147-4F0A-82A7-F1F3813C6AC9}">
      <dgm:prSet/>
      <dgm:spPr/>
      <dgm:t>
        <a:bodyPr/>
        <a:lstStyle/>
        <a:p>
          <a:endParaRPr lang="uk-UA"/>
        </a:p>
      </dgm:t>
    </dgm:pt>
    <dgm:pt modelId="{EA986755-548E-4F71-B2B6-BBC1C6DF7509}" type="sibTrans" cxnId="{B7C5F41E-D147-4F0A-82A7-F1F3813C6AC9}">
      <dgm:prSet/>
      <dgm:spPr/>
      <dgm:t>
        <a:bodyPr/>
        <a:lstStyle/>
        <a:p>
          <a:endParaRPr lang="uk-UA"/>
        </a:p>
      </dgm:t>
    </dgm:pt>
    <dgm:pt modelId="{DBC9057D-22CC-4125-A0BC-DCE9AF9A12BD}" type="pres">
      <dgm:prSet presAssocID="{D9FB3C28-A525-4C0F-B2A0-5DF0B84A0137}" presName="linear" presStyleCnt="0">
        <dgm:presLayoutVars>
          <dgm:animLvl val="lvl"/>
          <dgm:resizeHandles val="exact"/>
        </dgm:presLayoutVars>
      </dgm:prSet>
      <dgm:spPr/>
    </dgm:pt>
    <dgm:pt modelId="{B1E5908D-1CDA-441B-BA42-80DE124B710A}" type="pres">
      <dgm:prSet presAssocID="{EFA71D5F-5695-4F2A-BD17-DA2C0F2FD6C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3845AF4-182B-461E-B1C5-D5F332CCBF2F}" type="pres">
      <dgm:prSet presAssocID="{B87E6B92-2144-4B1F-B110-4EC2668EEC79}" presName="spacer" presStyleCnt="0"/>
      <dgm:spPr/>
    </dgm:pt>
    <dgm:pt modelId="{F533F867-96FD-4EB8-990E-5ACFDDCDD299}" type="pres">
      <dgm:prSet presAssocID="{4B9B4ED7-D556-490D-9904-2106E6AD913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7C5F41E-D147-4F0A-82A7-F1F3813C6AC9}" srcId="{D9FB3C28-A525-4C0F-B2A0-5DF0B84A0137}" destId="{4B9B4ED7-D556-490D-9904-2106E6AD913C}" srcOrd="1" destOrd="0" parTransId="{B76895E1-EE49-4534-96EB-FFCF3E2A4990}" sibTransId="{EA986755-548E-4F71-B2B6-BBC1C6DF7509}"/>
    <dgm:cxn modelId="{EAAA9665-F809-4C1C-AD7E-A66EBAC7610F}" type="presOf" srcId="{EFA71D5F-5695-4F2A-BD17-DA2C0F2FD6CA}" destId="{B1E5908D-1CDA-441B-BA42-80DE124B710A}" srcOrd="0" destOrd="0" presId="urn:microsoft.com/office/officeart/2005/8/layout/vList2"/>
    <dgm:cxn modelId="{69C1884B-4BE2-4615-86FF-4FA1DAFFA7E9}" type="presOf" srcId="{D9FB3C28-A525-4C0F-B2A0-5DF0B84A0137}" destId="{DBC9057D-22CC-4125-A0BC-DCE9AF9A12BD}" srcOrd="0" destOrd="0" presId="urn:microsoft.com/office/officeart/2005/8/layout/vList2"/>
    <dgm:cxn modelId="{D38D8D59-DFD1-4FF2-A27A-4594C17587D8}" srcId="{D9FB3C28-A525-4C0F-B2A0-5DF0B84A0137}" destId="{EFA71D5F-5695-4F2A-BD17-DA2C0F2FD6CA}" srcOrd="0" destOrd="0" parTransId="{DB744750-C022-4663-9BA1-12989E8E6560}" sibTransId="{B87E6B92-2144-4B1F-B110-4EC2668EEC79}"/>
    <dgm:cxn modelId="{A0FE91AD-29CC-4FC3-A73C-E72E26742083}" type="presOf" srcId="{4B9B4ED7-D556-490D-9904-2106E6AD913C}" destId="{F533F867-96FD-4EB8-990E-5ACFDDCDD299}" srcOrd="0" destOrd="0" presId="urn:microsoft.com/office/officeart/2005/8/layout/vList2"/>
    <dgm:cxn modelId="{62E35632-8BEB-4F3A-8AA9-A1F8766F6150}" type="presParOf" srcId="{DBC9057D-22CC-4125-A0BC-DCE9AF9A12BD}" destId="{B1E5908D-1CDA-441B-BA42-80DE124B710A}" srcOrd="0" destOrd="0" presId="urn:microsoft.com/office/officeart/2005/8/layout/vList2"/>
    <dgm:cxn modelId="{1F03AC14-DF95-48FC-A19C-BAF0925C35E7}" type="presParOf" srcId="{DBC9057D-22CC-4125-A0BC-DCE9AF9A12BD}" destId="{43845AF4-182B-461E-B1C5-D5F332CCBF2F}" srcOrd="1" destOrd="0" presId="urn:microsoft.com/office/officeart/2005/8/layout/vList2"/>
    <dgm:cxn modelId="{55228B05-C5AF-4F47-8F1A-6B588E64B5EC}" type="presParOf" srcId="{DBC9057D-22CC-4125-A0BC-DCE9AF9A12BD}" destId="{F533F867-96FD-4EB8-990E-5ACFDDCDD29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1C28310-888D-4733-9EAC-341B1BC6C1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996AF9-AD74-48A5-9B46-5E83949A6CCD}">
      <dgm:prSet/>
      <dgm:spPr/>
      <dgm:t>
        <a:bodyPr/>
        <a:lstStyle/>
        <a:p>
          <a:r>
            <a:rPr lang="uk-UA" dirty="0"/>
            <a:t>укладенні союзу з Польщею для відсічі агресії Тевтонського ордену.</a:t>
          </a:r>
        </a:p>
      </dgm:t>
    </dgm:pt>
    <dgm:pt modelId="{A98C9108-4569-4C48-BEDA-9AAB1CCC92D5}" type="parTrans" cxnId="{887EF1F4-5942-4A26-896B-72A9A4A43921}">
      <dgm:prSet/>
      <dgm:spPr/>
      <dgm:t>
        <a:bodyPr/>
        <a:lstStyle/>
        <a:p>
          <a:endParaRPr lang="uk-UA"/>
        </a:p>
      </dgm:t>
    </dgm:pt>
    <dgm:pt modelId="{49CA67E8-A2CE-4B9C-A6F9-DE8A8D4CB870}" type="sibTrans" cxnId="{887EF1F4-5942-4A26-896B-72A9A4A43921}">
      <dgm:prSet/>
      <dgm:spPr/>
      <dgm:t>
        <a:bodyPr/>
        <a:lstStyle/>
        <a:p>
          <a:endParaRPr lang="uk-UA"/>
        </a:p>
      </dgm:t>
    </dgm:pt>
    <dgm:pt modelId="{5854D2F5-32A9-44AE-8CBC-596ABA94305F}">
      <dgm:prSet/>
      <dgm:spPr/>
      <dgm:t>
        <a:bodyPr/>
        <a:lstStyle/>
        <a:p>
          <a:r>
            <a:rPr lang="uk-UA" dirty="0"/>
            <a:t>створенні коаліції європейських держав для боротьби із Золотою Ордою.</a:t>
          </a:r>
        </a:p>
      </dgm:t>
    </dgm:pt>
    <dgm:pt modelId="{D841672C-C8DB-4598-9306-7522A0FC5E57}" type="parTrans" cxnId="{79B7B951-249E-4BCE-8C80-B81B7017F979}">
      <dgm:prSet/>
      <dgm:spPr/>
      <dgm:t>
        <a:bodyPr/>
        <a:lstStyle/>
        <a:p>
          <a:endParaRPr lang="uk-UA"/>
        </a:p>
      </dgm:t>
    </dgm:pt>
    <dgm:pt modelId="{F925E033-481E-4F63-A8B0-E42E39A24DDF}" type="sibTrans" cxnId="{79B7B951-249E-4BCE-8C80-B81B7017F979}">
      <dgm:prSet/>
      <dgm:spPr/>
      <dgm:t>
        <a:bodyPr/>
        <a:lstStyle/>
        <a:p>
          <a:endParaRPr lang="uk-UA"/>
        </a:p>
      </dgm:t>
    </dgm:pt>
    <dgm:pt modelId="{14AE5E1C-2615-40BE-9804-7C8BD4B0A73A}" type="pres">
      <dgm:prSet presAssocID="{11C28310-888D-4733-9EAC-341B1BC6C1B0}" presName="linear" presStyleCnt="0">
        <dgm:presLayoutVars>
          <dgm:animLvl val="lvl"/>
          <dgm:resizeHandles val="exact"/>
        </dgm:presLayoutVars>
      </dgm:prSet>
      <dgm:spPr/>
    </dgm:pt>
    <dgm:pt modelId="{6C94B772-E671-46FA-8B2D-E5F8053582AA}" type="pres">
      <dgm:prSet presAssocID="{41996AF9-AD74-48A5-9B46-5E83949A6C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F860A0A-B265-44E6-9C36-124A71596B0D}" type="pres">
      <dgm:prSet presAssocID="{49CA67E8-A2CE-4B9C-A6F9-DE8A8D4CB870}" presName="spacer" presStyleCnt="0"/>
      <dgm:spPr/>
    </dgm:pt>
    <dgm:pt modelId="{37A3564B-4424-465F-A828-32127D854A18}" type="pres">
      <dgm:prSet presAssocID="{5854D2F5-32A9-44AE-8CBC-596ABA94305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93D391B-7AF5-4E9C-A001-E83A5074C0A1}" type="presOf" srcId="{5854D2F5-32A9-44AE-8CBC-596ABA94305F}" destId="{37A3564B-4424-465F-A828-32127D854A18}" srcOrd="0" destOrd="0" presId="urn:microsoft.com/office/officeart/2005/8/layout/vList2"/>
    <dgm:cxn modelId="{79B7B951-249E-4BCE-8C80-B81B7017F979}" srcId="{11C28310-888D-4733-9EAC-341B1BC6C1B0}" destId="{5854D2F5-32A9-44AE-8CBC-596ABA94305F}" srcOrd="1" destOrd="0" parTransId="{D841672C-C8DB-4598-9306-7522A0FC5E57}" sibTransId="{F925E033-481E-4F63-A8B0-E42E39A24DDF}"/>
    <dgm:cxn modelId="{2F1CCD72-C23F-44C7-86E3-A6FC4EA0D2F9}" type="presOf" srcId="{11C28310-888D-4733-9EAC-341B1BC6C1B0}" destId="{14AE5E1C-2615-40BE-9804-7C8BD4B0A73A}" srcOrd="0" destOrd="0" presId="urn:microsoft.com/office/officeart/2005/8/layout/vList2"/>
    <dgm:cxn modelId="{D8E28B73-ED82-4B4E-A738-996AA4305FFB}" type="presOf" srcId="{41996AF9-AD74-48A5-9B46-5E83949A6CCD}" destId="{6C94B772-E671-46FA-8B2D-E5F8053582AA}" srcOrd="0" destOrd="0" presId="urn:microsoft.com/office/officeart/2005/8/layout/vList2"/>
    <dgm:cxn modelId="{887EF1F4-5942-4A26-896B-72A9A4A43921}" srcId="{11C28310-888D-4733-9EAC-341B1BC6C1B0}" destId="{41996AF9-AD74-48A5-9B46-5E83949A6CCD}" srcOrd="0" destOrd="0" parTransId="{A98C9108-4569-4C48-BEDA-9AAB1CCC92D5}" sibTransId="{49CA67E8-A2CE-4B9C-A6F9-DE8A8D4CB870}"/>
    <dgm:cxn modelId="{FFCD390F-6135-47E6-A92D-8D96C57C56F5}" type="presParOf" srcId="{14AE5E1C-2615-40BE-9804-7C8BD4B0A73A}" destId="{6C94B772-E671-46FA-8B2D-E5F8053582AA}" srcOrd="0" destOrd="0" presId="urn:microsoft.com/office/officeart/2005/8/layout/vList2"/>
    <dgm:cxn modelId="{2B5007BE-0B88-4802-B2DF-659E7568E11A}" type="presParOf" srcId="{14AE5E1C-2615-40BE-9804-7C8BD4B0A73A}" destId="{4F860A0A-B265-44E6-9C36-124A71596B0D}" srcOrd="1" destOrd="0" presId="urn:microsoft.com/office/officeart/2005/8/layout/vList2"/>
    <dgm:cxn modelId="{B2ACC1CB-E4D8-4404-95A1-F408D4927A6D}" type="presParOf" srcId="{14AE5E1C-2615-40BE-9804-7C8BD4B0A73A}" destId="{37A3564B-4424-465F-A828-32127D854A1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4F9EC98-8ACF-47DE-90D8-8644BF783F8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D0FCFF-21F3-4C76-B70B-2EDF5BDBC11F}">
      <dgm:prSet/>
      <dgm:spPr/>
      <dgm:t>
        <a:bodyPr/>
        <a:lstStyle/>
        <a:p>
          <a:r>
            <a:rPr lang="ru-RU" b="0" i="0"/>
            <a:t>Данило Романович</a:t>
          </a:r>
          <a:endParaRPr lang="uk-UA"/>
        </a:p>
      </dgm:t>
    </dgm:pt>
    <dgm:pt modelId="{4883CDB6-4DDE-4516-A356-79C93ABFBAA4}" type="parTrans" cxnId="{EF4869AB-190E-4453-8D8D-22C1EADD1B07}">
      <dgm:prSet/>
      <dgm:spPr/>
      <dgm:t>
        <a:bodyPr/>
        <a:lstStyle/>
        <a:p>
          <a:endParaRPr lang="uk-UA"/>
        </a:p>
      </dgm:t>
    </dgm:pt>
    <dgm:pt modelId="{12B9DCEE-A918-4FC5-8911-902A1CE5149F}" type="sibTrans" cxnId="{EF4869AB-190E-4453-8D8D-22C1EADD1B07}">
      <dgm:prSet/>
      <dgm:spPr/>
      <dgm:t>
        <a:bodyPr/>
        <a:lstStyle/>
        <a:p>
          <a:endParaRPr lang="uk-UA"/>
        </a:p>
      </dgm:t>
    </dgm:pt>
    <dgm:pt modelId="{F7FAB4FF-0B42-4FC3-AC2D-ABE89415CD7E}">
      <dgm:prSet/>
      <dgm:spPr/>
      <dgm:t>
        <a:bodyPr/>
        <a:lstStyle/>
        <a:p>
          <a:r>
            <a:rPr lang="ru-RU" b="0" i="0" dirty="0"/>
            <a:t>Лев Данилович</a:t>
          </a:r>
          <a:endParaRPr lang="uk-UA" dirty="0"/>
        </a:p>
      </dgm:t>
    </dgm:pt>
    <dgm:pt modelId="{280CCB20-EB3C-4824-8AC4-B520AEFE9F79}" type="parTrans" cxnId="{C46F70A2-EF19-4690-B568-25C0DF9951A6}">
      <dgm:prSet/>
      <dgm:spPr/>
      <dgm:t>
        <a:bodyPr/>
        <a:lstStyle/>
        <a:p>
          <a:endParaRPr lang="uk-UA"/>
        </a:p>
      </dgm:t>
    </dgm:pt>
    <dgm:pt modelId="{547DFF20-14CE-4038-9099-E2B7E0192FFD}" type="sibTrans" cxnId="{C46F70A2-EF19-4690-B568-25C0DF9951A6}">
      <dgm:prSet/>
      <dgm:spPr/>
      <dgm:t>
        <a:bodyPr/>
        <a:lstStyle/>
        <a:p>
          <a:endParaRPr lang="uk-UA"/>
        </a:p>
      </dgm:t>
    </dgm:pt>
    <dgm:pt modelId="{A993821C-F906-4ADF-B1F3-04A4FCA974FB}">
      <dgm:prSet/>
      <dgm:spPr/>
      <dgm:t>
        <a:bodyPr/>
        <a:lstStyle/>
        <a:p>
          <a:r>
            <a:rPr lang="ru-RU" b="0" i="0"/>
            <a:t>Юрій I Львович</a:t>
          </a:r>
          <a:endParaRPr lang="uk-UA"/>
        </a:p>
      </dgm:t>
    </dgm:pt>
    <dgm:pt modelId="{1F886E23-4DA9-43DB-93E7-D525502F03FD}" type="parTrans" cxnId="{06570B32-32C9-4517-BE23-16B2607D576A}">
      <dgm:prSet/>
      <dgm:spPr/>
      <dgm:t>
        <a:bodyPr/>
        <a:lstStyle/>
        <a:p>
          <a:endParaRPr lang="uk-UA"/>
        </a:p>
      </dgm:t>
    </dgm:pt>
    <dgm:pt modelId="{F5DB234D-CA2D-487C-8B13-B3EB9ADE7916}" type="sibTrans" cxnId="{06570B32-32C9-4517-BE23-16B2607D576A}">
      <dgm:prSet/>
      <dgm:spPr/>
      <dgm:t>
        <a:bodyPr/>
        <a:lstStyle/>
        <a:p>
          <a:endParaRPr lang="uk-UA"/>
        </a:p>
      </dgm:t>
    </dgm:pt>
    <dgm:pt modelId="{E6E68803-770B-4A62-ACB4-FA101945DC7D}">
      <dgm:prSet/>
      <dgm:spPr/>
      <dgm:t>
        <a:bodyPr/>
        <a:lstStyle/>
        <a:p>
          <a:r>
            <a:rPr lang="ru-RU" b="0" i="0" dirty="0" err="1"/>
            <a:t>Юрій</a:t>
          </a:r>
          <a:r>
            <a:rPr lang="ru-RU" b="0" i="0" dirty="0"/>
            <a:t> II Болеслав</a:t>
          </a:r>
          <a:endParaRPr lang="uk-UA" dirty="0"/>
        </a:p>
      </dgm:t>
    </dgm:pt>
    <dgm:pt modelId="{FB2FE600-BA9F-4EA7-9D09-7339D8800232}" type="parTrans" cxnId="{E44F2C36-340B-4E1A-98FC-2D700E4D4CC9}">
      <dgm:prSet/>
      <dgm:spPr/>
      <dgm:t>
        <a:bodyPr/>
        <a:lstStyle/>
        <a:p>
          <a:endParaRPr lang="uk-UA"/>
        </a:p>
      </dgm:t>
    </dgm:pt>
    <dgm:pt modelId="{AF25DCD2-7B1C-4031-85C2-6B3B2C165BD7}" type="sibTrans" cxnId="{E44F2C36-340B-4E1A-98FC-2D700E4D4CC9}">
      <dgm:prSet/>
      <dgm:spPr/>
      <dgm:t>
        <a:bodyPr/>
        <a:lstStyle/>
        <a:p>
          <a:endParaRPr lang="uk-UA"/>
        </a:p>
      </dgm:t>
    </dgm:pt>
    <dgm:pt modelId="{A3DD4E84-3EE2-475A-AE15-4C73C0B0D7D2}" type="pres">
      <dgm:prSet presAssocID="{14F9EC98-8ACF-47DE-90D8-8644BF783F8B}" presName="Name0" presStyleCnt="0">
        <dgm:presLayoutVars>
          <dgm:chMax val="7"/>
          <dgm:chPref val="7"/>
          <dgm:dir/>
        </dgm:presLayoutVars>
      </dgm:prSet>
      <dgm:spPr/>
    </dgm:pt>
    <dgm:pt modelId="{A0D5BE5D-38FB-4796-89B5-5876536C700E}" type="pres">
      <dgm:prSet presAssocID="{14F9EC98-8ACF-47DE-90D8-8644BF783F8B}" presName="Name1" presStyleCnt="0"/>
      <dgm:spPr/>
    </dgm:pt>
    <dgm:pt modelId="{233ABB23-23DD-48F0-812D-644DB6DF75B5}" type="pres">
      <dgm:prSet presAssocID="{14F9EC98-8ACF-47DE-90D8-8644BF783F8B}" presName="cycle" presStyleCnt="0"/>
      <dgm:spPr/>
    </dgm:pt>
    <dgm:pt modelId="{8330E12F-A1DA-44A4-B593-FCCEF7B6321A}" type="pres">
      <dgm:prSet presAssocID="{14F9EC98-8ACF-47DE-90D8-8644BF783F8B}" presName="srcNode" presStyleLbl="node1" presStyleIdx="0" presStyleCnt="4"/>
      <dgm:spPr/>
    </dgm:pt>
    <dgm:pt modelId="{B1CC5496-2023-4449-ACD7-AB7E52F5909F}" type="pres">
      <dgm:prSet presAssocID="{14F9EC98-8ACF-47DE-90D8-8644BF783F8B}" presName="conn" presStyleLbl="parChTrans1D2" presStyleIdx="0" presStyleCnt="1"/>
      <dgm:spPr/>
    </dgm:pt>
    <dgm:pt modelId="{BDFA749C-F717-41E0-87D8-7B8B1CA72613}" type="pres">
      <dgm:prSet presAssocID="{14F9EC98-8ACF-47DE-90D8-8644BF783F8B}" presName="extraNode" presStyleLbl="node1" presStyleIdx="0" presStyleCnt="4"/>
      <dgm:spPr/>
    </dgm:pt>
    <dgm:pt modelId="{EF38590F-F1A3-4999-A190-C959CA5A3ACC}" type="pres">
      <dgm:prSet presAssocID="{14F9EC98-8ACF-47DE-90D8-8644BF783F8B}" presName="dstNode" presStyleLbl="node1" presStyleIdx="0" presStyleCnt="4"/>
      <dgm:spPr/>
    </dgm:pt>
    <dgm:pt modelId="{0230E6CD-37E8-43C0-A169-DCA927174571}" type="pres">
      <dgm:prSet presAssocID="{C8D0FCFF-21F3-4C76-B70B-2EDF5BDBC11F}" presName="text_1" presStyleLbl="node1" presStyleIdx="0" presStyleCnt="4">
        <dgm:presLayoutVars>
          <dgm:bulletEnabled val="1"/>
        </dgm:presLayoutVars>
      </dgm:prSet>
      <dgm:spPr/>
    </dgm:pt>
    <dgm:pt modelId="{C3FB18A6-57E7-4330-8795-ACF1C57E8474}" type="pres">
      <dgm:prSet presAssocID="{C8D0FCFF-21F3-4C76-B70B-2EDF5BDBC11F}" presName="accent_1" presStyleCnt="0"/>
      <dgm:spPr/>
    </dgm:pt>
    <dgm:pt modelId="{B9A7B7C2-DBEE-4BCB-8115-EB9665AA1857}" type="pres">
      <dgm:prSet presAssocID="{C8D0FCFF-21F3-4C76-B70B-2EDF5BDBC11F}" presName="accentRepeatNode" presStyleLbl="solidFgAcc1" presStyleIdx="0" presStyleCnt="4"/>
      <dgm:spPr/>
    </dgm:pt>
    <dgm:pt modelId="{099A96D7-93D8-485D-8724-9B7B16F2B750}" type="pres">
      <dgm:prSet presAssocID="{F7FAB4FF-0B42-4FC3-AC2D-ABE89415CD7E}" presName="text_2" presStyleLbl="node1" presStyleIdx="1" presStyleCnt="4">
        <dgm:presLayoutVars>
          <dgm:bulletEnabled val="1"/>
        </dgm:presLayoutVars>
      </dgm:prSet>
      <dgm:spPr/>
    </dgm:pt>
    <dgm:pt modelId="{B689DD86-24B6-44E2-8874-73CE825A4B05}" type="pres">
      <dgm:prSet presAssocID="{F7FAB4FF-0B42-4FC3-AC2D-ABE89415CD7E}" presName="accent_2" presStyleCnt="0"/>
      <dgm:spPr/>
    </dgm:pt>
    <dgm:pt modelId="{9E2974AD-5B01-4B77-B625-DB0BDF32B9A3}" type="pres">
      <dgm:prSet presAssocID="{F7FAB4FF-0B42-4FC3-AC2D-ABE89415CD7E}" presName="accentRepeatNode" presStyleLbl="solidFgAcc1" presStyleIdx="1" presStyleCnt="4"/>
      <dgm:spPr/>
    </dgm:pt>
    <dgm:pt modelId="{25BA05C8-5CDC-4B80-9B6E-669886884711}" type="pres">
      <dgm:prSet presAssocID="{A993821C-F906-4ADF-B1F3-04A4FCA974FB}" presName="text_3" presStyleLbl="node1" presStyleIdx="2" presStyleCnt="4">
        <dgm:presLayoutVars>
          <dgm:bulletEnabled val="1"/>
        </dgm:presLayoutVars>
      </dgm:prSet>
      <dgm:spPr/>
    </dgm:pt>
    <dgm:pt modelId="{14A371BD-31B9-4872-8016-81237C3B0588}" type="pres">
      <dgm:prSet presAssocID="{A993821C-F906-4ADF-B1F3-04A4FCA974FB}" presName="accent_3" presStyleCnt="0"/>
      <dgm:spPr/>
    </dgm:pt>
    <dgm:pt modelId="{7C75F347-68C3-44DD-82DC-B0CF9F0C56AD}" type="pres">
      <dgm:prSet presAssocID="{A993821C-F906-4ADF-B1F3-04A4FCA974FB}" presName="accentRepeatNode" presStyleLbl="solidFgAcc1" presStyleIdx="2" presStyleCnt="4"/>
      <dgm:spPr/>
    </dgm:pt>
    <dgm:pt modelId="{92510C92-4CA7-4B91-9AF1-D6C73CED0B52}" type="pres">
      <dgm:prSet presAssocID="{E6E68803-770B-4A62-ACB4-FA101945DC7D}" presName="text_4" presStyleLbl="node1" presStyleIdx="3" presStyleCnt="4">
        <dgm:presLayoutVars>
          <dgm:bulletEnabled val="1"/>
        </dgm:presLayoutVars>
      </dgm:prSet>
      <dgm:spPr/>
    </dgm:pt>
    <dgm:pt modelId="{A9219CA9-0D64-4D26-9214-9D7DB0448A91}" type="pres">
      <dgm:prSet presAssocID="{E6E68803-770B-4A62-ACB4-FA101945DC7D}" presName="accent_4" presStyleCnt="0"/>
      <dgm:spPr/>
    </dgm:pt>
    <dgm:pt modelId="{A1E2861A-370A-4CE8-A7BF-04A55DC31AFA}" type="pres">
      <dgm:prSet presAssocID="{E6E68803-770B-4A62-ACB4-FA101945DC7D}" presName="accentRepeatNode" presStyleLbl="solidFgAcc1" presStyleIdx="3" presStyleCnt="4"/>
      <dgm:spPr/>
    </dgm:pt>
  </dgm:ptLst>
  <dgm:cxnLst>
    <dgm:cxn modelId="{836D1F05-61A9-40BC-A68A-CBC9009A0075}" type="presOf" srcId="{12B9DCEE-A918-4FC5-8911-902A1CE5149F}" destId="{B1CC5496-2023-4449-ACD7-AB7E52F5909F}" srcOrd="0" destOrd="0" presId="urn:microsoft.com/office/officeart/2008/layout/VerticalCurvedList"/>
    <dgm:cxn modelId="{06570B32-32C9-4517-BE23-16B2607D576A}" srcId="{14F9EC98-8ACF-47DE-90D8-8644BF783F8B}" destId="{A993821C-F906-4ADF-B1F3-04A4FCA974FB}" srcOrd="2" destOrd="0" parTransId="{1F886E23-4DA9-43DB-93E7-D525502F03FD}" sibTransId="{F5DB234D-CA2D-487C-8B13-B3EB9ADE7916}"/>
    <dgm:cxn modelId="{E44F2C36-340B-4E1A-98FC-2D700E4D4CC9}" srcId="{14F9EC98-8ACF-47DE-90D8-8644BF783F8B}" destId="{E6E68803-770B-4A62-ACB4-FA101945DC7D}" srcOrd="3" destOrd="0" parTransId="{FB2FE600-BA9F-4EA7-9D09-7339D8800232}" sibTransId="{AF25DCD2-7B1C-4031-85C2-6B3B2C165BD7}"/>
    <dgm:cxn modelId="{F106D137-120E-4980-B5DE-F169CE568DB1}" type="presOf" srcId="{C8D0FCFF-21F3-4C76-B70B-2EDF5BDBC11F}" destId="{0230E6CD-37E8-43C0-A169-DCA927174571}" srcOrd="0" destOrd="0" presId="urn:microsoft.com/office/officeart/2008/layout/VerticalCurvedList"/>
    <dgm:cxn modelId="{D232B763-9693-4119-9C8B-E905C8870178}" type="presOf" srcId="{F7FAB4FF-0B42-4FC3-AC2D-ABE89415CD7E}" destId="{099A96D7-93D8-485D-8724-9B7B16F2B750}" srcOrd="0" destOrd="0" presId="urn:microsoft.com/office/officeart/2008/layout/VerticalCurvedList"/>
    <dgm:cxn modelId="{6311F194-2C9A-470B-BCCD-8F0C7D280048}" type="presOf" srcId="{14F9EC98-8ACF-47DE-90D8-8644BF783F8B}" destId="{A3DD4E84-3EE2-475A-AE15-4C73C0B0D7D2}" srcOrd="0" destOrd="0" presId="urn:microsoft.com/office/officeart/2008/layout/VerticalCurvedList"/>
    <dgm:cxn modelId="{C46F70A2-EF19-4690-B568-25C0DF9951A6}" srcId="{14F9EC98-8ACF-47DE-90D8-8644BF783F8B}" destId="{F7FAB4FF-0B42-4FC3-AC2D-ABE89415CD7E}" srcOrd="1" destOrd="0" parTransId="{280CCB20-EB3C-4824-8AC4-B520AEFE9F79}" sibTransId="{547DFF20-14CE-4038-9099-E2B7E0192FFD}"/>
    <dgm:cxn modelId="{EF4869AB-190E-4453-8D8D-22C1EADD1B07}" srcId="{14F9EC98-8ACF-47DE-90D8-8644BF783F8B}" destId="{C8D0FCFF-21F3-4C76-B70B-2EDF5BDBC11F}" srcOrd="0" destOrd="0" parTransId="{4883CDB6-4DDE-4516-A356-79C93ABFBAA4}" sibTransId="{12B9DCEE-A918-4FC5-8911-902A1CE5149F}"/>
    <dgm:cxn modelId="{AD5FC7BE-CCCD-41CB-BB98-9C1302AAC67B}" type="presOf" srcId="{A993821C-F906-4ADF-B1F3-04A4FCA974FB}" destId="{25BA05C8-5CDC-4B80-9B6E-669886884711}" srcOrd="0" destOrd="0" presId="urn:microsoft.com/office/officeart/2008/layout/VerticalCurvedList"/>
    <dgm:cxn modelId="{4525DBFE-FCE9-42DB-851E-06EE584A8764}" type="presOf" srcId="{E6E68803-770B-4A62-ACB4-FA101945DC7D}" destId="{92510C92-4CA7-4B91-9AF1-D6C73CED0B52}" srcOrd="0" destOrd="0" presId="urn:microsoft.com/office/officeart/2008/layout/VerticalCurvedList"/>
    <dgm:cxn modelId="{640DF579-B452-4BCA-839C-E0FEFD870DC4}" type="presParOf" srcId="{A3DD4E84-3EE2-475A-AE15-4C73C0B0D7D2}" destId="{A0D5BE5D-38FB-4796-89B5-5876536C700E}" srcOrd="0" destOrd="0" presId="urn:microsoft.com/office/officeart/2008/layout/VerticalCurvedList"/>
    <dgm:cxn modelId="{EF4177BF-C49B-4C51-BBF3-BD3EAAFB6B39}" type="presParOf" srcId="{A0D5BE5D-38FB-4796-89B5-5876536C700E}" destId="{233ABB23-23DD-48F0-812D-644DB6DF75B5}" srcOrd="0" destOrd="0" presId="urn:microsoft.com/office/officeart/2008/layout/VerticalCurvedList"/>
    <dgm:cxn modelId="{6368D871-D2E8-439A-81DE-344AEC1FE167}" type="presParOf" srcId="{233ABB23-23DD-48F0-812D-644DB6DF75B5}" destId="{8330E12F-A1DA-44A4-B593-FCCEF7B6321A}" srcOrd="0" destOrd="0" presId="urn:microsoft.com/office/officeart/2008/layout/VerticalCurvedList"/>
    <dgm:cxn modelId="{C1D38608-7CAB-47FE-94CF-39CB74EF4BA8}" type="presParOf" srcId="{233ABB23-23DD-48F0-812D-644DB6DF75B5}" destId="{B1CC5496-2023-4449-ACD7-AB7E52F5909F}" srcOrd="1" destOrd="0" presId="urn:microsoft.com/office/officeart/2008/layout/VerticalCurvedList"/>
    <dgm:cxn modelId="{BF13B6C9-14AD-4793-9D47-353A85EDE074}" type="presParOf" srcId="{233ABB23-23DD-48F0-812D-644DB6DF75B5}" destId="{BDFA749C-F717-41E0-87D8-7B8B1CA72613}" srcOrd="2" destOrd="0" presId="urn:microsoft.com/office/officeart/2008/layout/VerticalCurvedList"/>
    <dgm:cxn modelId="{D2D7D751-A58E-4036-9E41-2121F490DD53}" type="presParOf" srcId="{233ABB23-23DD-48F0-812D-644DB6DF75B5}" destId="{EF38590F-F1A3-4999-A190-C959CA5A3ACC}" srcOrd="3" destOrd="0" presId="urn:microsoft.com/office/officeart/2008/layout/VerticalCurvedList"/>
    <dgm:cxn modelId="{9FACE72B-A51D-4597-97F8-440BF0E0A3F8}" type="presParOf" srcId="{A0D5BE5D-38FB-4796-89B5-5876536C700E}" destId="{0230E6CD-37E8-43C0-A169-DCA927174571}" srcOrd="1" destOrd="0" presId="urn:microsoft.com/office/officeart/2008/layout/VerticalCurvedList"/>
    <dgm:cxn modelId="{8D517917-B810-44A1-A23C-1400D867AE03}" type="presParOf" srcId="{A0D5BE5D-38FB-4796-89B5-5876536C700E}" destId="{C3FB18A6-57E7-4330-8795-ACF1C57E8474}" srcOrd="2" destOrd="0" presId="urn:microsoft.com/office/officeart/2008/layout/VerticalCurvedList"/>
    <dgm:cxn modelId="{50826228-D206-44AD-8451-9EDD54E4D8E3}" type="presParOf" srcId="{C3FB18A6-57E7-4330-8795-ACF1C57E8474}" destId="{B9A7B7C2-DBEE-4BCB-8115-EB9665AA1857}" srcOrd="0" destOrd="0" presId="urn:microsoft.com/office/officeart/2008/layout/VerticalCurvedList"/>
    <dgm:cxn modelId="{BB259DC0-EE4C-4168-BED8-325E133EB72F}" type="presParOf" srcId="{A0D5BE5D-38FB-4796-89B5-5876536C700E}" destId="{099A96D7-93D8-485D-8724-9B7B16F2B750}" srcOrd="3" destOrd="0" presId="urn:microsoft.com/office/officeart/2008/layout/VerticalCurvedList"/>
    <dgm:cxn modelId="{64EA745A-F582-456B-B3DD-401297BF6391}" type="presParOf" srcId="{A0D5BE5D-38FB-4796-89B5-5876536C700E}" destId="{B689DD86-24B6-44E2-8874-73CE825A4B05}" srcOrd="4" destOrd="0" presId="urn:microsoft.com/office/officeart/2008/layout/VerticalCurvedList"/>
    <dgm:cxn modelId="{B8C86551-34BC-4FA5-9C1C-0D0342C99A2C}" type="presParOf" srcId="{B689DD86-24B6-44E2-8874-73CE825A4B05}" destId="{9E2974AD-5B01-4B77-B625-DB0BDF32B9A3}" srcOrd="0" destOrd="0" presId="urn:microsoft.com/office/officeart/2008/layout/VerticalCurvedList"/>
    <dgm:cxn modelId="{E0885123-B77A-459D-8659-8DC906F00B5D}" type="presParOf" srcId="{A0D5BE5D-38FB-4796-89B5-5876536C700E}" destId="{25BA05C8-5CDC-4B80-9B6E-669886884711}" srcOrd="5" destOrd="0" presId="urn:microsoft.com/office/officeart/2008/layout/VerticalCurvedList"/>
    <dgm:cxn modelId="{CC443EFF-E9C9-43DC-A44E-2BD46A97383A}" type="presParOf" srcId="{A0D5BE5D-38FB-4796-89B5-5876536C700E}" destId="{14A371BD-31B9-4872-8016-81237C3B0588}" srcOrd="6" destOrd="0" presId="urn:microsoft.com/office/officeart/2008/layout/VerticalCurvedList"/>
    <dgm:cxn modelId="{D8F2E6B0-EA7F-46B5-A785-39344B252639}" type="presParOf" srcId="{14A371BD-31B9-4872-8016-81237C3B0588}" destId="{7C75F347-68C3-44DD-82DC-B0CF9F0C56AD}" srcOrd="0" destOrd="0" presId="urn:microsoft.com/office/officeart/2008/layout/VerticalCurvedList"/>
    <dgm:cxn modelId="{B123EC35-3030-428C-988C-0F835EA31AD6}" type="presParOf" srcId="{A0D5BE5D-38FB-4796-89B5-5876536C700E}" destId="{92510C92-4CA7-4B91-9AF1-D6C73CED0B52}" srcOrd="7" destOrd="0" presId="urn:microsoft.com/office/officeart/2008/layout/VerticalCurvedList"/>
    <dgm:cxn modelId="{4EEF5148-8205-4157-9E32-3A86EEF986F1}" type="presParOf" srcId="{A0D5BE5D-38FB-4796-89B5-5876536C700E}" destId="{A9219CA9-0D64-4D26-9214-9D7DB0448A91}" srcOrd="8" destOrd="0" presId="urn:microsoft.com/office/officeart/2008/layout/VerticalCurvedList"/>
    <dgm:cxn modelId="{1BDF7E97-374A-4F9C-825C-57F076234C47}" type="presParOf" srcId="{A9219CA9-0D64-4D26-9214-9D7DB0448A91}" destId="{A1E2861A-370A-4CE8-A7BF-04A55DC31AF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46DB794-5049-42D4-8198-A880D83E16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B96D83-ADE8-4388-806D-4659463246BF}">
      <dgm:prSet/>
      <dgm:spPr/>
      <dgm:t>
        <a:bodyPr/>
        <a:lstStyle/>
        <a:p>
          <a:r>
            <a:rPr lang="uk-UA" b="0" i="0" dirty="0"/>
            <a:t>приєднав до Галицько-Волинської держави Закарпаття й Люблінську землю</a:t>
          </a:r>
          <a:endParaRPr lang="uk-UA" dirty="0"/>
        </a:p>
      </dgm:t>
    </dgm:pt>
    <dgm:pt modelId="{BB7A1027-81D0-4BCF-8301-E4CE9489D751}" type="parTrans" cxnId="{4E01EF38-16E3-4D6F-BBCE-45D248E45E0B}">
      <dgm:prSet/>
      <dgm:spPr/>
      <dgm:t>
        <a:bodyPr/>
        <a:lstStyle/>
        <a:p>
          <a:endParaRPr lang="uk-UA"/>
        </a:p>
      </dgm:t>
    </dgm:pt>
    <dgm:pt modelId="{FB8FDAED-C915-428F-8852-5AE26BC87AB5}" type="sibTrans" cxnId="{4E01EF38-16E3-4D6F-BBCE-45D248E45E0B}">
      <dgm:prSet/>
      <dgm:spPr/>
      <dgm:t>
        <a:bodyPr/>
        <a:lstStyle/>
        <a:p>
          <a:endParaRPr lang="uk-UA"/>
        </a:p>
      </dgm:t>
    </dgm:pt>
    <dgm:pt modelId="{FA6043D6-231F-417C-BEDE-1E7396D984F9}">
      <dgm:prSet/>
      <dgm:spPr/>
      <dgm:t>
        <a:bodyPr/>
        <a:lstStyle/>
        <a:p>
          <a:r>
            <a:rPr lang="uk-UA" b="0" i="0" dirty="0"/>
            <a:t>сприяв зміцненню позиції католицької церкви на українських землях</a:t>
          </a:r>
          <a:endParaRPr lang="uk-UA" dirty="0"/>
        </a:p>
      </dgm:t>
    </dgm:pt>
    <dgm:pt modelId="{706C195E-48CF-4AEA-9106-1C18EA9B81DF}" type="parTrans" cxnId="{E0A86FD8-E11A-4756-BC96-2D7C052817D9}">
      <dgm:prSet/>
      <dgm:spPr/>
      <dgm:t>
        <a:bodyPr/>
        <a:lstStyle/>
        <a:p>
          <a:endParaRPr lang="uk-UA"/>
        </a:p>
      </dgm:t>
    </dgm:pt>
    <dgm:pt modelId="{B1E1D9AE-6CBE-45D5-A4F6-D0F2EC7FC82F}" type="sibTrans" cxnId="{E0A86FD8-E11A-4756-BC96-2D7C052817D9}">
      <dgm:prSet/>
      <dgm:spPr/>
      <dgm:t>
        <a:bodyPr/>
        <a:lstStyle/>
        <a:p>
          <a:endParaRPr lang="uk-UA"/>
        </a:p>
      </dgm:t>
    </dgm:pt>
    <dgm:pt modelId="{9ED73E51-F9D8-419B-8D48-2B02A6582158}">
      <dgm:prSet/>
      <dgm:spPr/>
      <dgm:t>
        <a:bodyPr/>
        <a:lstStyle/>
        <a:p>
          <a:r>
            <a:rPr lang="uk-UA" b="0" i="0"/>
            <a:t>здійснив низку успішних походів проти печенігів</a:t>
          </a:r>
          <a:endParaRPr lang="uk-UA"/>
        </a:p>
      </dgm:t>
    </dgm:pt>
    <dgm:pt modelId="{3E5EC804-AE2B-4D2F-BBCE-9646EF8B7AA7}" type="parTrans" cxnId="{1C884BC4-346C-425A-AC33-630AA4F2BD6A}">
      <dgm:prSet/>
      <dgm:spPr/>
      <dgm:t>
        <a:bodyPr/>
        <a:lstStyle/>
        <a:p>
          <a:endParaRPr lang="uk-UA"/>
        </a:p>
      </dgm:t>
    </dgm:pt>
    <dgm:pt modelId="{470F0FF7-7F82-4DAB-B178-2370F53A8CE9}" type="sibTrans" cxnId="{1C884BC4-346C-425A-AC33-630AA4F2BD6A}">
      <dgm:prSet/>
      <dgm:spPr/>
      <dgm:t>
        <a:bodyPr/>
        <a:lstStyle/>
        <a:p>
          <a:endParaRPr lang="uk-UA"/>
        </a:p>
      </dgm:t>
    </dgm:pt>
    <dgm:pt modelId="{0740EFF6-0819-484E-8D48-C64F233A28E9}">
      <dgm:prSet/>
      <dgm:spPr/>
      <dgm:t>
        <a:bodyPr/>
        <a:lstStyle/>
        <a:p>
          <a:r>
            <a:rPr lang="uk-UA" b="0" i="0"/>
            <a:t>домігся створення окремої Галицької митрополії православної церкви</a:t>
          </a:r>
          <a:endParaRPr lang="uk-UA"/>
        </a:p>
      </dgm:t>
    </dgm:pt>
    <dgm:pt modelId="{9E5B7BA3-A70E-4B41-BB2A-F717A246A93E}" type="parTrans" cxnId="{6505CFF4-79CF-4330-8ADA-C1E0A19A2A98}">
      <dgm:prSet/>
      <dgm:spPr/>
      <dgm:t>
        <a:bodyPr/>
        <a:lstStyle/>
        <a:p>
          <a:endParaRPr lang="uk-UA"/>
        </a:p>
      </dgm:t>
    </dgm:pt>
    <dgm:pt modelId="{4186531C-5E59-4B93-8093-17CFD10FB939}" type="sibTrans" cxnId="{6505CFF4-79CF-4330-8ADA-C1E0A19A2A98}">
      <dgm:prSet/>
      <dgm:spPr/>
      <dgm:t>
        <a:bodyPr/>
        <a:lstStyle/>
        <a:p>
          <a:endParaRPr lang="uk-UA"/>
        </a:p>
      </dgm:t>
    </dgm:pt>
    <dgm:pt modelId="{2746CF38-EF19-4079-B650-D03CC886AAE7}">
      <dgm:prSet/>
      <dgm:spPr/>
      <dgm:t>
        <a:bodyPr/>
        <a:lstStyle/>
        <a:p>
          <a:r>
            <a:rPr lang="uk-UA" b="0" i="0" dirty="0"/>
            <a:t>зупинив просування на українські землі тевтонських рицарів-хрестоносців</a:t>
          </a:r>
          <a:endParaRPr lang="uk-UA" dirty="0"/>
        </a:p>
      </dgm:t>
    </dgm:pt>
    <dgm:pt modelId="{B151D469-4A4A-4960-9F99-B0FD9F549647}" type="parTrans" cxnId="{40804C06-D33B-4F72-ABAF-642C0BA1F45B}">
      <dgm:prSet/>
      <dgm:spPr/>
      <dgm:t>
        <a:bodyPr/>
        <a:lstStyle/>
        <a:p>
          <a:endParaRPr lang="uk-UA"/>
        </a:p>
      </dgm:t>
    </dgm:pt>
    <dgm:pt modelId="{9DBE6FAF-3FC3-4023-A0AA-BF2876D92F8E}" type="sibTrans" cxnId="{40804C06-D33B-4F72-ABAF-642C0BA1F45B}">
      <dgm:prSet/>
      <dgm:spPr/>
      <dgm:t>
        <a:bodyPr/>
        <a:lstStyle/>
        <a:p>
          <a:endParaRPr lang="uk-UA"/>
        </a:p>
      </dgm:t>
    </dgm:pt>
    <dgm:pt modelId="{D1A30695-D72B-473D-A739-4C6B7EA57353}" type="pres">
      <dgm:prSet presAssocID="{D46DB794-5049-42D4-8198-A880D83E166C}" presName="linear" presStyleCnt="0">
        <dgm:presLayoutVars>
          <dgm:animLvl val="lvl"/>
          <dgm:resizeHandles val="exact"/>
        </dgm:presLayoutVars>
      </dgm:prSet>
      <dgm:spPr/>
    </dgm:pt>
    <dgm:pt modelId="{490E4A2B-C7D0-414D-A8EB-6EBE60E66BFA}" type="pres">
      <dgm:prSet presAssocID="{42B96D83-ADE8-4388-806D-4659463246B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63F885B-53BB-4A04-AC96-B8604B0E6944}" type="pres">
      <dgm:prSet presAssocID="{FB8FDAED-C915-428F-8852-5AE26BC87AB5}" presName="spacer" presStyleCnt="0"/>
      <dgm:spPr/>
    </dgm:pt>
    <dgm:pt modelId="{198FAE04-1D9F-43B5-A63B-B1563A6EF1E9}" type="pres">
      <dgm:prSet presAssocID="{FA6043D6-231F-417C-BEDE-1E7396D984F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4F9FBC4-5E2E-4AAD-B380-56ADAA8B8D63}" type="pres">
      <dgm:prSet presAssocID="{B1E1D9AE-6CBE-45D5-A4F6-D0F2EC7FC82F}" presName="spacer" presStyleCnt="0"/>
      <dgm:spPr/>
    </dgm:pt>
    <dgm:pt modelId="{BCD0708F-0EBF-40CC-8939-BB5DA4E47D68}" type="pres">
      <dgm:prSet presAssocID="{9ED73E51-F9D8-419B-8D48-2B02A658215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D53AEF8-7F05-41FF-ABCA-DCDF7C38044F}" type="pres">
      <dgm:prSet presAssocID="{470F0FF7-7F82-4DAB-B178-2370F53A8CE9}" presName="spacer" presStyleCnt="0"/>
      <dgm:spPr/>
    </dgm:pt>
    <dgm:pt modelId="{75D67F88-794E-45A9-A231-AEC1D27C9A37}" type="pres">
      <dgm:prSet presAssocID="{0740EFF6-0819-484E-8D48-C64F233A28E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8170CBD-54D3-40A1-B6BC-9ECD4ACD7DCF}" type="pres">
      <dgm:prSet presAssocID="{4186531C-5E59-4B93-8093-17CFD10FB939}" presName="spacer" presStyleCnt="0"/>
      <dgm:spPr/>
    </dgm:pt>
    <dgm:pt modelId="{F141DF21-20DA-4DDA-872F-05675F03E700}" type="pres">
      <dgm:prSet presAssocID="{2746CF38-EF19-4079-B650-D03CC886AAE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0804C06-D33B-4F72-ABAF-642C0BA1F45B}" srcId="{D46DB794-5049-42D4-8198-A880D83E166C}" destId="{2746CF38-EF19-4079-B650-D03CC886AAE7}" srcOrd="4" destOrd="0" parTransId="{B151D469-4A4A-4960-9F99-B0FD9F549647}" sibTransId="{9DBE6FAF-3FC3-4023-A0AA-BF2876D92F8E}"/>
    <dgm:cxn modelId="{4E01EF38-16E3-4D6F-BBCE-45D248E45E0B}" srcId="{D46DB794-5049-42D4-8198-A880D83E166C}" destId="{42B96D83-ADE8-4388-806D-4659463246BF}" srcOrd="0" destOrd="0" parTransId="{BB7A1027-81D0-4BCF-8301-E4CE9489D751}" sibTransId="{FB8FDAED-C915-428F-8852-5AE26BC87AB5}"/>
    <dgm:cxn modelId="{5A31E05D-650E-4AC8-AFBB-FFA035B8CCE0}" type="presOf" srcId="{D46DB794-5049-42D4-8198-A880D83E166C}" destId="{D1A30695-D72B-473D-A739-4C6B7EA57353}" srcOrd="0" destOrd="0" presId="urn:microsoft.com/office/officeart/2005/8/layout/vList2"/>
    <dgm:cxn modelId="{44D11965-0ADF-430F-9B8E-6DEE005967C2}" type="presOf" srcId="{FA6043D6-231F-417C-BEDE-1E7396D984F9}" destId="{198FAE04-1D9F-43B5-A63B-B1563A6EF1E9}" srcOrd="0" destOrd="0" presId="urn:microsoft.com/office/officeart/2005/8/layout/vList2"/>
    <dgm:cxn modelId="{4BE1C07C-1F56-4C10-BC40-644E0372DA4F}" type="presOf" srcId="{0740EFF6-0819-484E-8D48-C64F233A28E9}" destId="{75D67F88-794E-45A9-A231-AEC1D27C9A37}" srcOrd="0" destOrd="0" presId="urn:microsoft.com/office/officeart/2005/8/layout/vList2"/>
    <dgm:cxn modelId="{926C6E80-0BE3-4E84-83C3-A8BA15094417}" type="presOf" srcId="{9ED73E51-F9D8-419B-8D48-2B02A6582158}" destId="{BCD0708F-0EBF-40CC-8939-BB5DA4E47D68}" srcOrd="0" destOrd="0" presId="urn:microsoft.com/office/officeart/2005/8/layout/vList2"/>
    <dgm:cxn modelId="{02363B9E-D0B6-4D67-B710-65E79C4D1B9B}" type="presOf" srcId="{42B96D83-ADE8-4388-806D-4659463246BF}" destId="{490E4A2B-C7D0-414D-A8EB-6EBE60E66BFA}" srcOrd="0" destOrd="0" presId="urn:microsoft.com/office/officeart/2005/8/layout/vList2"/>
    <dgm:cxn modelId="{2F9A80BD-C0AB-40FA-8EB0-295EA9416E35}" type="presOf" srcId="{2746CF38-EF19-4079-B650-D03CC886AAE7}" destId="{F141DF21-20DA-4DDA-872F-05675F03E700}" srcOrd="0" destOrd="0" presId="urn:microsoft.com/office/officeart/2005/8/layout/vList2"/>
    <dgm:cxn modelId="{1C884BC4-346C-425A-AC33-630AA4F2BD6A}" srcId="{D46DB794-5049-42D4-8198-A880D83E166C}" destId="{9ED73E51-F9D8-419B-8D48-2B02A6582158}" srcOrd="2" destOrd="0" parTransId="{3E5EC804-AE2B-4D2F-BBCE-9646EF8B7AA7}" sibTransId="{470F0FF7-7F82-4DAB-B178-2370F53A8CE9}"/>
    <dgm:cxn modelId="{E0A86FD8-E11A-4756-BC96-2D7C052817D9}" srcId="{D46DB794-5049-42D4-8198-A880D83E166C}" destId="{FA6043D6-231F-417C-BEDE-1E7396D984F9}" srcOrd="1" destOrd="0" parTransId="{706C195E-48CF-4AEA-9106-1C18EA9B81DF}" sibTransId="{B1E1D9AE-6CBE-45D5-A4F6-D0F2EC7FC82F}"/>
    <dgm:cxn modelId="{6505CFF4-79CF-4330-8ADA-C1E0A19A2A98}" srcId="{D46DB794-5049-42D4-8198-A880D83E166C}" destId="{0740EFF6-0819-484E-8D48-C64F233A28E9}" srcOrd="3" destOrd="0" parTransId="{9E5B7BA3-A70E-4B41-BB2A-F717A246A93E}" sibTransId="{4186531C-5E59-4B93-8093-17CFD10FB939}"/>
    <dgm:cxn modelId="{62E3782E-C55B-4716-8033-313FD1F9802B}" type="presParOf" srcId="{D1A30695-D72B-473D-A739-4C6B7EA57353}" destId="{490E4A2B-C7D0-414D-A8EB-6EBE60E66BFA}" srcOrd="0" destOrd="0" presId="urn:microsoft.com/office/officeart/2005/8/layout/vList2"/>
    <dgm:cxn modelId="{457A72CB-C5DF-419A-BEEA-50694AF91F2D}" type="presParOf" srcId="{D1A30695-D72B-473D-A739-4C6B7EA57353}" destId="{C63F885B-53BB-4A04-AC96-B8604B0E6944}" srcOrd="1" destOrd="0" presId="urn:microsoft.com/office/officeart/2005/8/layout/vList2"/>
    <dgm:cxn modelId="{E2B2B568-1FDE-40CD-B13F-2053E6BC0A62}" type="presParOf" srcId="{D1A30695-D72B-473D-A739-4C6B7EA57353}" destId="{198FAE04-1D9F-43B5-A63B-B1563A6EF1E9}" srcOrd="2" destOrd="0" presId="urn:microsoft.com/office/officeart/2005/8/layout/vList2"/>
    <dgm:cxn modelId="{7C6A002E-08DC-40A2-808A-7917E28B02D9}" type="presParOf" srcId="{D1A30695-D72B-473D-A739-4C6B7EA57353}" destId="{44F9FBC4-5E2E-4AAD-B380-56ADAA8B8D63}" srcOrd="3" destOrd="0" presId="urn:microsoft.com/office/officeart/2005/8/layout/vList2"/>
    <dgm:cxn modelId="{FBF25935-F424-4715-9F38-779BA2A2F699}" type="presParOf" srcId="{D1A30695-D72B-473D-A739-4C6B7EA57353}" destId="{BCD0708F-0EBF-40CC-8939-BB5DA4E47D68}" srcOrd="4" destOrd="0" presId="urn:microsoft.com/office/officeart/2005/8/layout/vList2"/>
    <dgm:cxn modelId="{ED612565-DDF2-4C4D-853E-83A90BCBD97C}" type="presParOf" srcId="{D1A30695-D72B-473D-A739-4C6B7EA57353}" destId="{1D53AEF8-7F05-41FF-ABCA-DCDF7C38044F}" srcOrd="5" destOrd="0" presId="urn:microsoft.com/office/officeart/2005/8/layout/vList2"/>
    <dgm:cxn modelId="{26E3C2C2-CF88-49CD-8BD4-4188DFD385A7}" type="presParOf" srcId="{D1A30695-D72B-473D-A739-4C6B7EA57353}" destId="{75D67F88-794E-45A9-A231-AEC1D27C9A37}" srcOrd="6" destOrd="0" presId="urn:microsoft.com/office/officeart/2005/8/layout/vList2"/>
    <dgm:cxn modelId="{B4FC3DA1-50B0-43E7-83FA-18A07BAE4214}" type="presParOf" srcId="{D1A30695-D72B-473D-A739-4C6B7EA57353}" destId="{58170CBD-54D3-40A1-B6BC-9ECD4ACD7DCF}" srcOrd="7" destOrd="0" presId="urn:microsoft.com/office/officeart/2005/8/layout/vList2"/>
    <dgm:cxn modelId="{2365A97C-F78B-4DA2-98B5-C983CDAB4FF7}" type="presParOf" srcId="{D1A30695-D72B-473D-A739-4C6B7EA57353}" destId="{F141DF21-20DA-4DDA-872F-05675F03E70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60DB122C-2F62-4FEF-ABFB-A35547B9679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37EF495-A012-46AB-8D18-13C36E03392F}">
      <dgm:prSet/>
      <dgm:spPr/>
      <dgm:t>
        <a:bodyPr/>
        <a:lstStyle/>
        <a:p>
          <a:r>
            <a:rPr lang="ru-RU" b="0" i="0"/>
            <a:t>Романа Мстиславовича</a:t>
          </a:r>
          <a:endParaRPr lang="uk-UA"/>
        </a:p>
      </dgm:t>
    </dgm:pt>
    <dgm:pt modelId="{DC768AD5-534D-42EC-B9AF-688F47405353}" type="parTrans" cxnId="{3A67C819-0CE9-45DF-8E4F-8482B008746C}">
      <dgm:prSet/>
      <dgm:spPr/>
      <dgm:t>
        <a:bodyPr/>
        <a:lstStyle/>
        <a:p>
          <a:endParaRPr lang="uk-UA"/>
        </a:p>
      </dgm:t>
    </dgm:pt>
    <dgm:pt modelId="{7BB2A35A-70C5-4253-B143-7417AB5489C2}" type="sibTrans" cxnId="{3A67C819-0CE9-45DF-8E4F-8482B008746C}">
      <dgm:prSet/>
      <dgm:spPr/>
      <dgm:t>
        <a:bodyPr/>
        <a:lstStyle/>
        <a:p>
          <a:endParaRPr lang="uk-UA"/>
        </a:p>
      </dgm:t>
    </dgm:pt>
    <dgm:pt modelId="{C271ECB6-5CFB-4037-B42D-4511611ABB36}">
      <dgm:prSet/>
      <dgm:spPr/>
      <dgm:t>
        <a:bodyPr/>
        <a:lstStyle/>
        <a:p>
          <a:r>
            <a:rPr lang="ru-RU" b="0" i="0" dirty="0"/>
            <a:t>Лева Даниловича</a:t>
          </a:r>
          <a:endParaRPr lang="uk-UA" dirty="0"/>
        </a:p>
      </dgm:t>
    </dgm:pt>
    <dgm:pt modelId="{29A69BA5-3263-4FDB-981B-0504F3906454}" type="parTrans" cxnId="{4B58B53A-B110-4DEC-B747-910F0E7B48AF}">
      <dgm:prSet/>
      <dgm:spPr/>
      <dgm:t>
        <a:bodyPr/>
        <a:lstStyle/>
        <a:p>
          <a:endParaRPr lang="uk-UA"/>
        </a:p>
      </dgm:t>
    </dgm:pt>
    <dgm:pt modelId="{81D6532B-0894-49AE-8528-734D8386FFC0}" type="sibTrans" cxnId="{4B58B53A-B110-4DEC-B747-910F0E7B48AF}">
      <dgm:prSet/>
      <dgm:spPr/>
      <dgm:t>
        <a:bodyPr/>
        <a:lstStyle/>
        <a:p>
          <a:endParaRPr lang="uk-UA"/>
        </a:p>
      </dgm:t>
    </dgm:pt>
    <dgm:pt modelId="{753C7FA0-2792-41DC-9A22-1BFC9E87E3F2}">
      <dgm:prSet/>
      <dgm:spPr/>
      <dgm:t>
        <a:bodyPr/>
        <a:lstStyle/>
        <a:p>
          <a:r>
            <a:rPr lang="ru-RU" b="0" i="0"/>
            <a:t>Вітовта</a:t>
          </a:r>
          <a:endParaRPr lang="uk-UA"/>
        </a:p>
      </dgm:t>
    </dgm:pt>
    <dgm:pt modelId="{27E7FA30-A39C-4963-B3B8-2AD18067178E}" type="parTrans" cxnId="{94898254-BA6E-4693-8D11-E38FDCD3A082}">
      <dgm:prSet/>
      <dgm:spPr/>
      <dgm:t>
        <a:bodyPr/>
        <a:lstStyle/>
        <a:p>
          <a:endParaRPr lang="uk-UA"/>
        </a:p>
      </dgm:t>
    </dgm:pt>
    <dgm:pt modelId="{0012DC07-76B7-4BA6-9273-815C657FB40F}" type="sibTrans" cxnId="{94898254-BA6E-4693-8D11-E38FDCD3A082}">
      <dgm:prSet/>
      <dgm:spPr/>
      <dgm:t>
        <a:bodyPr/>
        <a:lstStyle/>
        <a:p>
          <a:endParaRPr lang="uk-UA"/>
        </a:p>
      </dgm:t>
    </dgm:pt>
    <dgm:pt modelId="{0E1B2859-B01D-4184-B6FA-18C59B69DD50}">
      <dgm:prSet/>
      <dgm:spPr/>
      <dgm:t>
        <a:bodyPr/>
        <a:lstStyle/>
        <a:p>
          <a:r>
            <a:rPr lang="ru-RU" b="0" i="0" dirty="0" err="1"/>
            <a:t>Свидригайла</a:t>
          </a:r>
          <a:endParaRPr lang="uk-UA" dirty="0"/>
        </a:p>
      </dgm:t>
    </dgm:pt>
    <dgm:pt modelId="{44E1E296-D180-4788-A056-B635D6CABBA5}" type="parTrans" cxnId="{1E1FB7A9-CF52-425C-A0B3-8A58AD98C65B}">
      <dgm:prSet/>
      <dgm:spPr/>
      <dgm:t>
        <a:bodyPr/>
        <a:lstStyle/>
        <a:p>
          <a:endParaRPr lang="uk-UA"/>
        </a:p>
      </dgm:t>
    </dgm:pt>
    <dgm:pt modelId="{9FF3C8E2-E906-4C6F-B573-4D5B128B137C}" type="sibTrans" cxnId="{1E1FB7A9-CF52-425C-A0B3-8A58AD98C65B}">
      <dgm:prSet/>
      <dgm:spPr/>
      <dgm:t>
        <a:bodyPr/>
        <a:lstStyle/>
        <a:p>
          <a:endParaRPr lang="uk-UA"/>
        </a:p>
      </dgm:t>
    </dgm:pt>
    <dgm:pt modelId="{9C6A1E72-40DD-44CB-8EB6-CAE45E4EE152}" type="pres">
      <dgm:prSet presAssocID="{60DB122C-2F62-4FEF-ABFB-A35547B96795}" presName="linear" presStyleCnt="0">
        <dgm:presLayoutVars>
          <dgm:animLvl val="lvl"/>
          <dgm:resizeHandles val="exact"/>
        </dgm:presLayoutVars>
      </dgm:prSet>
      <dgm:spPr/>
    </dgm:pt>
    <dgm:pt modelId="{762E7EDB-5857-407A-A80B-92663920EC63}" type="pres">
      <dgm:prSet presAssocID="{437EF495-A012-46AB-8D18-13C36E03392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7A11103-6867-48B7-B419-FBD4FD690D8D}" type="pres">
      <dgm:prSet presAssocID="{7BB2A35A-70C5-4253-B143-7417AB5489C2}" presName="spacer" presStyleCnt="0"/>
      <dgm:spPr/>
    </dgm:pt>
    <dgm:pt modelId="{DD2429B1-A18F-47A6-8FBF-968CE5EFDF49}" type="pres">
      <dgm:prSet presAssocID="{C271ECB6-5CFB-4037-B42D-4511611ABB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8FF3859-AE21-412F-93F6-4F46452FC730}" type="pres">
      <dgm:prSet presAssocID="{81D6532B-0894-49AE-8528-734D8386FFC0}" presName="spacer" presStyleCnt="0"/>
      <dgm:spPr/>
    </dgm:pt>
    <dgm:pt modelId="{F4BB28BF-19C4-4AD2-9537-73B5CA7F4E0C}" type="pres">
      <dgm:prSet presAssocID="{753C7FA0-2792-41DC-9A22-1BFC9E87E3F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08CB59-629C-4587-A202-A011AD47A338}" type="pres">
      <dgm:prSet presAssocID="{0012DC07-76B7-4BA6-9273-815C657FB40F}" presName="spacer" presStyleCnt="0"/>
      <dgm:spPr/>
    </dgm:pt>
    <dgm:pt modelId="{DEDB1C29-B98E-43E4-B214-47A3578FEFD5}" type="pres">
      <dgm:prSet presAssocID="{0E1B2859-B01D-4184-B6FA-18C59B69DD5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A67C819-0CE9-45DF-8E4F-8482B008746C}" srcId="{60DB122C-2F62-4FEF-ABFB-A35547B96795}" destId="{437EF495-A012-46AB-8D18-13C36E03392F}" srcOrd="0" destOrd="0" parTransId="{DC768AD5-534D-42EC-B9AF-688F47405353}" sibTransId="{7BB2A35A-70C5-4253-B143-7417AB5489C2}"/>
    <dgm:cxn modelId="{4B58B53A-B110-4DEC-B747-910F0E7B48AF}" srcId="{60DB122C-2F62-4FEF-ABFB-A35547B96795}" destId="{C271ECB6-5CFB-4037-B42D-4511611ABB36}" srcOrd="1" destOrd="0" parTransId="{29A69BA5-3263-4FDB-981B-0504F3906454}" sibTransId="{81D6532B-0894-49AE-8528-734D8386FFC0}"/>
    <dgm:cxn modelId="{E9A2E54E-067C-47F7-B52A-999677CDF9D9}" type="presOf" srcId="{0E1B2859-B01D-4184-B6FA-18C59B69DD50}" destId="{DEDB1C29-B98E-43E4-B214-47A3578FEFD5}" srcOrd="0" destOrd="0" presId="urn:microsoft.com/office/officeart/2005/8/layout/vList2"/>
    <dgm:cxn modelId="{94898254-BA6E-4693-8D11-E38FDCD3A082}" srcId="{60DB122C-2F62-4FEF-ABFB-A35547B96795}" destId="{753C7FA0-2792-41DC-9A22-1BFC9E87E3F2}" srcOrd="2" destOrd="0" parTransId="{27E7FA30-A39C-4963-B3B8-2AD18067178E}" sibTransId="{0012DC07-76B7-4BA6-9273-815C657FB40F}"/>
    <dgm:cxn modelId="{9354BF54-F226-4F1E-9F89-241ED85CACF0}" type="presOf" srcId="{60DB122C-2F62-4FEF-ABFB-A35547B96795}" destId="{9C6A1E72-40DD-44CB-8EB6-CAE45E4EE152}" srcOrd="0" destOrd="0" presId="urn:microsoft.com/office/officeart/2005/8/layout/vList2"/>
    <dgm:cxn modelId="{3E7F6098-1A7F-4C44-8305-DE54BA6E39ED}" type="presOf" srcId="{437EF495-A012-46AB-8D18-13C36E03392F}" destId="{762E7EDB-5857-407A-A80B-92663920EC63}" srcOrd="0" destOrd="0" presId="urn:microsoft.com/office/officeart/2005/8/layout/vList2"/>
    <dgm:cxn modelId="{93AF779D-ABEB-4312-AC20-FB12794A45DF}" type="presOf" srcId="{C271ECB6-5CFB-4037-B42D-4511611ABB36}" destId="{DD2429B1-A18F-47A6-8FBF-968CE5EFDF49}" srcOrd="0" destOrd="0" presId="urn:microsoft.com/office/officeart/2005/8/layout/vList2"/>
    <dgm:cxn modelId="{1E1FB7A9-CF52-425C-A0B3-8A58AD98C65B}" srcId="{60DB122C-2F62-4FEF-ABFB-A35547B96795}" destId="{0E1B2859-B01D-4184-B6FA-18C59B69DD50}" srcOrd="3" destOrd="0" parTransId="{44E1E296-D180-4788-A056-B635D6CABBA5}" sibTransId="{9FF3C8E2-E906-4C6F-B573-4D5B128B137C}"/>
    <dgm:cxn modelId="{0906B8DE-E51A-4E9D-AFDD-0F099948F0CF}" type="presOf" srcId="{753C7FA0-2792-41DC-9A22-1BFC9E87E3F2}" destId="{F4BB28BF-19C4-4AD2-9537-73B5CA7F4E0C}" srcOrd="0" destOrd="0" presId="urn:microsoft.com/office/officeart/2005/8/layout/vList2"/>
    <dgm:cxn modelId="{A134F998-FC24-485E-BD49-9AA631AD4F57}" type="presParOf" srcId="{9C6A1E72-40DD-44CB-8EB6-CAE45E4EE152}" destId="{762E7EDB-5857-407A-A80B-92663920EC63}" srcOrd="0" destOrd="0" presId="urn:microsoft.com/office/officeart/2005/8/layout/vList2"/>
    <dgm:cxn modelId="{CE918486-CFB5-4EE1-9FFA-7157AB5D2386}" type="presParOf" srcId="{9C6A1E72-40DD-44CB-8EB6-CAE45E4EE152}" destId="{47A11103-6867-48B7-B419-FBD4FD690D8D}" srcOrd="1" destOrd="0" presId="urn:microsoft.com/office/officeart/2005/8/layout/vList2"/>
    <dgm:cxn modelId="{33FDFCE1-297F-43E5-9495-EC46A31B35DB}" type="presParOf" srcId="{9C6A1E72-40DD-44CB-8EB6-CAE45E4EE152}" destId="{DD2429B1-A18F-47A6-8FBF-968CE5EFDF49}" srcOrd="2" destOrd="0" presId="urn:microsoft.com/office/officeart/2005/8/layout/vList2"/>
    <dgm:cxn modelId="{D12BE706-E244-457D-A513-55E18E530799}" type="presParOf" srcId="{9C6A1E72-40DD-44CB-8EB6-CAE45E4EE152}" destId="{68FF3859-AE21-412F-93F6-4F46452FC730}" srcOrd="3" destOrd="0" presId="urn:microsoft.com/office/officeart/2005/8/layout/vList2"/>
    <dgm:cxn modelId="{20973D9F-72AB-4422-B67B-6D4C1B0B328D}" type="presParOf" srcId="{9C6A1E72-40DD-44CB-8EB6-CAE45E4EE152}" destId="{F4BB28BF-19C4-4AD2-9537-73B5CA7F4E0C}" srcOrd="4" destOrd="0" presId="urn:microsoft.com/office/officeart/2005/8/layout/vList2"/>
    <dgm:cxn modelId="{02C50269-C117-4947-91D6-CE49C829F95C}" type="presParOf" srcId="{9C6A1E72-40DD-44CB-8EB6-CAE45E4EE152}" destId="{9E08CB59-629C-4587-A202-A011AD47A338}" srcOrd="5" destOrd="0" presId="urn:microsoft.com/office/officeart/2005/8/layout/vList2"/>
    <dgm:cxn modelId="{0818B1F5-8D71-48E4-B392-79E49AB51EA4}" type="presParOf" srcId="{9C6A1E72-40DD-44CB-8EB6-CAE45E4EE152}" destId="{DEDB1C29-B98E-43E4-B214-47A3578FEFD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ADE52EC1-6C4F-4D2D-AA91-8950FED293C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0B98C1-1345-491A-AE45-8CE91D612538}">
      <dgm:prSet/>
      <dgm:spPr/>
      <dgm:t>
        <a:bodyPr/>
        <a:lstStyle/>
        <a:p>
          <a:r>
            <a:rPr lang="uk-UA" b="0" i="0" dirty="0"/>
            <a:t>хазарів.</a:t>
          </a:r>
          <a:endParaRPr lang="uk-UA" dirty="0"/>
        </a:p>
      </dgm:t>
    </dgm:pt>
    <dgm:pt modelId="{DB6316E8-8FB4-439D-B5E9-408A963D4BE0}" type="parTrans" cxnId="{95CD0AED-A972-4BD5-9C1E-EE28FFA3961E}">
      <dgm:prSet/>
      <dgm:spPr/>
      <dgm:t>
        <a:bodyPr/>
        <a:lstStyle/>
        <a:p>
          <a:endParaRPr lang="uk-UA"/>
        </a:p>
      </dgm:t>
    </dgm:pt>
    <dgm:pt modelId="{A1244684-4AF7-4E36-A1BF-3A00799BFE7D}" type="sibTrans" cxnId="{95CD0AED-A972-4BD5-9C1E-EE28FFA3961E}">
      <dgm:prSet/>
      <dgm:spPr/>
      <dgm:t>
        <a:bodyPr/>
        <a:lstStyle/>
        <a:p>
          <a:endParaRPr lang="uk-UA"/>
        </a:p>
      </dgm:t>
    </dgm:pt>
    <dgm:pt modelId="{D754B22B-F101-4A8C-800E-9CA26549B9F3}">
      <dgm:prSet/>
      <dgm:spPr/>
      <dgm:t>
        <a:bodyPr/>
        <a:lstStyle/>
        <a:p>
          <a:r>
            <a:rPr lang="uk-UA" b="0" i="0" dirty="0"/>
            <a:t>монголів.</a:t>
          </a:r>
          <a:endParaRPr lang="uk-UA" dirty="0"/>
        </a:p>
      </dgm:t>
    </dgm:pt>
    <dgm:pt modelId="{B7D799CA-807F-44FF-90C2-F76881830150}" type="parTrans" cxnId="{F4D12A2B-DDAF-49D1-9BE0-13A795874071}">
      <dgm:prSet/>
      <dgm:spPr/>
      <dgm:t>
        <a:bodyPr/>
        <a:lstStyle/>
        <a:p>
          <a:endParaRPr lang="uk-UA"/>
        </a:p>
      </dgm:t>
    </dgm:pt>
    <dgm:pt modelId="{93B77211-7557-4973-8FB6-6C887647DCDE}" type="sibTrans" cxnId="{F4D12A2B-DDAF-49D1-9BE0-13A795874071}">
      <dgm:prSet/>
      <dgm:spPr/>
      <dgm:t>
        <a:bodyPr/>
        <a:lstStyle/>
        <a:p>
          <a:endParaRPr lang="uk-UA"/>
        </a:p>
      </dgm:t>
    </dgm:pt>
    <dgm:pt modelId="{C1A94271-55DC-49A9-AEC2-9CDD94594680}">
      <dgm:prSet/>
      <dgm:spPr/>
      <dgm:t>
        <a:bodyPr/>
        <a:lstStyle/>
        <a:p>
          <a:r>
            <a:rPr lang="uk-UA" b="0" i="0"/>
            <a:t>печенігів.</a:t>
          </a:r>
          <a:endParaRPr lang="uk-UA"/>
        </a:p>
      </dgm:t>
    </dgm:pt>
    <dgm:pt modelId="{5973A56B-2CBB-447A-B8CF-C987AFEA0DAE}" type="parTrans" cxnId="{D9631B88-3580-42B0-A3DE-F9100F5217FF}">
      <dgm:prSet/>
      <dgm:spPr/>
      <dgm:t>
        <a:bodyPr/>
        <a:lstStyle/>
        <a:p>
          <a:endParaRPr lang="uk-UA"/>
        </a:p>
      </dgm:t>
    </dgm:pt>
    <dgm:pt modelId="{D3A8E790-B213-474B-BCD8-9770BC4BEB33}" type="sibTrans" cxnId="{D9631B88-3580-42B0-A3DE-F9100F5217FF}">
      <dgm:prSet/>
      <dgm:spPr/>
      <dgm:t>
        <a:bodyPr/>
        <a:lstStyle/>
        <a:p>
          <a:endParaRPr lang="uk-UA"/>
        </a:p>
      </dgm:t>
    </dgm:pt>
    <dgm:pt modelId="{D7C4E553-42E4-4D94-9E20-6FE8A9D6EAF6}">
      <dgm:prSet/>
      <dgm:spPr/>
      <dgm:t>
        <a:bodyPr/>
        <a:lstStyle/>
        <a:p>
          <a:r>
            <a:rPr lang="uk-UA" b="0" i="0" dirty="0"/>
            <a:t>половців.</a:t>
          </a:r>
          <a:endParaRPr lang="uk-UA" dirty="0"/>
        </a:p>
      </dgm:t>
    </dgm:pt>
    <dgm:pt modelId="{AFD4BEDC-02F7-4650-9292-6A08688A30BC}" type="parTrans" cxnId="{050DFCE4-CE03-4B9D-84F3-946A463326AF}">
      <dgm:prSet/>
      <dgm:spPr/>
      <dgm:t>
        <a:bodyPr/>
        <a:lstStyle/>
        <a:p>
          <a:endParaRPr lang="uk-UA"/>
        </a:p>
      </dgm:t>
    </dgm:pt>
    <dgm:pt modelId="{4C14696C-67B1-4CC0-AA0E-9E3023CE6592}" type="sibTrans" cxnId="{050DFCE4-CE03-4B9D-84F3-946A463326AF}">
      <dgm:prSet/>
      <dgm:spPr/>
      <dgm:t>
        <a:bodyPr/>
        <a:lstStyle/>
        <a:p>
          <a:endParaRPr lang="uk-UA"/>
        </a:p>
      </dgm:t>
    </dgm:pt>
    <dgm:pt modelId="{DA6995D1-9555-46B4-A0B9-71B4FF1C3E42}" type="pres">
      <dgm:prSet presAssocID="{ADE52EC1-6C4F-4D2D-AA91-8950FED293CA}" presName="matrix" presStyleCnt="0">
        <dgm:presLayoutVars>
          <dgm:chMax val="1"/>
          <dgm:dir/>
          <dgm:resizeHandles val="exact"/>
        </dgm:presLayoutVars>
      </dgm:prSet>
      <dgm:spPr/>
    </dgm:pt>
    <dgm:pt modelId="{F26C28AC-F05D-446D-9174-B8B5C3A9C777}" type="pres">
      <dgm:prSet presAssocID="{ADE52EC1-6C4F-4D2D-AA91-8950FED293CA}" presName="diamond" presStyleLbl="bgShp" presStyleIdx="0" presStyleCnt="1"/>
      <dgm:spPr/>
    </dgm:pt>
    <dgm:pt modelId="{64DD958E-BFB5-46D3-9749-F17D83651CCB}" type="pres">
      <dgm:prSet presAssocID="{ADE52EC1-6C4F-4D2D-AA91-8950FED293C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916A669-B581-4241-875E-62A6A684535C}" type="pres">
      <dgm:prSet presAssocID="{ADE52EC1-6C4F-4D2D-AA91-8950FED293C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368A42-6D1B-4FAE-B299-09B96511665C}" type="pres">
      <dgm:prSet presAssocID="{ADE52EC1-6C4F-4D2D-AA91-8950FED293C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B6880C-3354-4746-B299-003704B76D64}" type="pres">
      <dgm:prSet presAssocID="{ADE52EC1-6C4F-4D2D-AA91-8950FED293C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4D12A2B-DDAF-49D1-9BE0-13A795874071}" srcId="{ADE52EC1-6C4F-4D2D-AA91-8950FED293CA}" destId="{D754B22B-F101-4A8C-800E-9CA26549B9F3}" srcOrd="1" destOrd="0" parTransId="{B7D799CA-807F-44FF-90C2-F76881830150}" sibTransId="{93B77211-7557-4973-8FB6-6C887647DCDE}"/>
    <dgm:cxn modelId="{CB7E5939-561B-4DBA-AD6B-285DA1AF0076}" type="presOf" srcId="{ADE52EC1-6C4F-4D2D-AA91-8950FED293CA}" destId="{DA6995D1-9555-46B4-A0B9-71B4FF1C3E42}" srcOrd="0" destOrd="0" presId="urn:microsoft.com/office/officeart/2005/8/layout/matrix3"/>
    <dgm:cxn modelId="{D9631B88-3580-42B0-A3DE-F9100F5217FF}" srcId="{ADE52EC1-6C4F-4D2D-AA91-8950FED293CA}" destId="{C1A94271-55DC-49A9-AEC2-9CDD94594680}" srcOrd="2" destOrd="0" parTransId="{5973A56B-2CBB-447A-B8CF-C987AFEA0DAE}" sibTransId="{D3A8E790-B213-474B-BCD8-9770BC4BEB33}"/>
    <dgm:cxn modelId="{2926ECA5-2691-4602-835F-47E0F106050D}" type="presOf" srcId="{E30B98C1-1345-491A-AE45-8CE91D612538}" destId="{64DD958E-BFB5-46D3-9749-F17D83651CCB}" srcOrd="0" destOrd="0" presId="urn:microsoft.com/office/officeart/2005/8/layout/matrix3"/>
    <dgm:cxn modelId="{060658DB-B08D-4C14-8E02-A02DA24EDB15}" type="presOf" srcId="{C1A94271-55DC-49A9-AEC2-9CDD94594680}" destId="{C0368A42-6D1B-4FAE-B299-09B96511665C}" srcOrd="0" destOrd="0" presId="urn:microsoft.com/office/officeart/2005/8/layout/matrix3"/>
    <dgm:cxn modelId="{5D7FBCDC-4CFE-4312-A64E-C34EEA755F95}" type="presOf" srcId="{D7C4E553-42E4-4D94-9E20-6FE8A9D6EAF6}" destId="{44B6880C-3354-4746-B299-003704B76D64}" srcOrd="0" destOrd="0" presId="urn:microsoft.com/office/officeart/2005/8/layout/matrix3"/>
    <dgm:cxn modelId="{050DFCE4-CE03-4B9D-84F3-946A463326AF}" srcId="{ADE52EC1-6C4F-4D2D-AA91-8950FED293CA}" destId="{D7C4E553-42E4-4D94-9E20-6FE8A9D6EAF6}" srcOrd="3" destOrd="0" parTransId="{AFD4BEDC-02F7-4650-9292-6A08688A30BC}" sibTransId="{4C14696C-67B1-4CC0-AA0E-9E3023CE6592}"/>
    <dgm:cxn modelId="{95CD0AED-A972-4BD5-9C1E-EE28FFA3961E}" srcId="{ADE52EC1-6C4F-4D2D-AA91-8950FED293CA}" destId="{E30B98C1-1345-491A-AE45-8CE91D612538}" srcOrd="0" destOrd="0" parTransId="{DB6316E8-8FB4-439D-B5E9-408A963D4BE0}" sibTransId="{A1244684-4AF7-4E36-A1BF-3A00799BFE7D}"/>
    <dgm:cxn modelId="{38B51DF5-7E6F-4DE4-8550-AD8100E49B93}" type="presOf" srcId="{D754B22B-F101-4A8C-800E-9CA26549B9F3}" destId="{3916A669-B581-4241-875E-62A6A684535C}" srcOrd="0" destOrd="0" presId="urn:microsoft.com/office/officeart/2005/8/layout/matrix3"/>
    <dgm:cxn modelId="{24A16418-C623-4DC9-AFE4-898FC5851C34}" type="presParOf" srcId="{DA6995D1-9555-46B4-A0B9-71B4FF1C3E42}" destId="{F26C28AC-F05D-446D-9174-B8B5C3A9C777}" srcOrd="0" destOrd="0" presId="urn:microsoft.com/office/officeart/2005/8/layout/matrix3"/>
    <dgm:cxn modelId="{D3B6CC03-FE2A-4C69-A741-D540F1342DCB}" type="presParOf" srcId="{DA6995D1-9555-46B4-A0B9-71B4FF1C3E42}" destId="{64DD958E-BFB5-46D3-9749-F17D83651CCB}" srcOrd="1" destOrd="0" presId="urn:microsoft.com/office/officeart/2005/8/layout/matrix3"/>
    <dgm:cxn modelId="{A5B6CC25-BCDD-4550-959D-34364C27F5FD}" type="presParOf" srcId="{DA6995D1-9555-46B4-A0B9-71B4FF1C3E42}" destId="{3916A669-B581-4241-875E-62A6A684535C}" srcOrd="2" destOrd="0" presId="urn:microsoft.com/office/officeart/2005/8/layout/matrix3"/>
    <dgm:cxn modelId="{564F0041-BE0F-4496-B3AF-7DD4700A195B}" type="presParOf" srcId="{DA6995D1-9555-46B4-A0B9-71B4FF1C3E42}" destId="{C0368A42-6D1B-4FAE-B299-09B96511665C}" srcOrd="3" destOrd="0" presId="urn:microsoft.com/office/officeart/2005/8/layout/matrix3"/>
    <dgm:cxn modelId="{0DEA8FF1-9F5D-41A4-B39C-ADB1B52A7638}" type="presParOf" srcId="{DA6995D1-9555-46B4-A0B9-71B4FF1C3E42}" destId="{44B6880C-3354-4746-B299-003704B76D6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B4B4CB6-F3F5-46FC-99FA-AFFE4586BFD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60FD0C-202B-405F-829C-7BEDAD1E066F}">
      <dgm:prSet/>
      <dgm:spPr/>
      <dgm:t>
        <a:bodyPr/>
        <a:lstStyle/>
        <a:p>
          <a:r>
            <a:rPr lang="ru-RU" b="0" i="0"/>
            <a:t>Володимир Великий</a:t>
          </a:r>
          <a:endParaRPr lang="uk-UA"/>
        </a:p>
      </dgm:t>
    </dgm:pt>
    <dgm:pt modelId="{175E119F-B191-428F-9E48-1A18534A2C37}" type="parTrans" cxnId="{C59A5D3C-DEFD-41C3-8867-2FECBFE2BBCB}">
      <dgm:prSet/>
      <dgm:spPr/>
      <dgm:t>
        <a:bodyPr/>
        <a:lstStyle/>
        <a:p>
          <a:endParaRPr lang="uk-UA"/>
        </a:p>
      </dgm:t>
    </dgm:pt>
    <dgm:pt modelId="{CD30B27C-850D-46BA-A89D-73D47BFEED0F}" type="sibTrans" cxnId="{C59A5D3C-DEFD-41C3-8867-2FECBFE2BBCB}">
      <dgm:prSet/>
      <dgm:spPr/>
      <dgm:t>
        <a:bodyPr/>
        <a:lstStyle/>
        <a:p>
          <a:endParaRPr lang="uk-UA"/>
        </a:p>
      </dgm:t>
    </dgm:pt>
    <dgm:pt modelId="{D2BA34C7-C8B1-4282-9690-02D0E7370D9D}">
      <dgm:prSet/>
      <dgm:spPr/>
      <dgm:t>
        <a:bodyPr/>
        <a:lstStyle/>
        <a:p>
          <a:r>
            <a:rPr lang="ru-RU" b="0" i="0" dirty="0"/>
            <a:t>Данило </a:t>
          </a:r>
          <a:r>
            <a:rPr lang="ru-RU" b="0" i="0" dirty="0" err="1"/>
            <a:t>Галицький</a:t>
          </a:r>
          <a:endParaRPr lang="uk-UA" dirty="0"/>
        </a:p>
      </dgm:t>
    </dgm:pt>
    <dgm:pt modelId="{9D01C0CC-117F-4CD4-AC7E-1E1889058469}" type="parTrans" cxnId="{9B2B3000-7AD0-44FF-A64A-5715C7ADC3C9}">
      <dgm:prSet/>
      <dgm:spPr/>
      <dgm:t>
        <a:bodyPr/>
        <a:lstStyle/>
        <a:p>
          <a:endParaRPr lang="uk-UA"/>
        </a:p>
      </dgm:t>
    </dgm:pt>
    <dgm:pt modelId="{7BC0712A-20F4-4A25-B599-3858F3C5080C}" type="sibTrans" cxnId="{9B2B3000-7AD0-44FF-A64A-5715C7ADC3C9}">
      <dgm:prSet/>
      <dgm:spPr/>
      <dgm:t>
        <a:bodyPr/>
        <a:lstStyle/>
        <a:p>
          <a:endParaRPr lang="uk-UA"/>
        </a:p>
      </dgm:t>
    </dgm:pt>
    <dgm:pt modelId="{4B417042-9C9A-4A8C-843F-56477B55BD30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978022F8-9E07-4587-B677-9168F388BC29}" type="parTrans" cxnId="{D5AEAD4A-CCE3-41FC-A7E7-AEDDB3E9FDDC}">
      <dgm:prSet/>
      <dgm:spPr/>
      <dgm:t>
        <a:bodyPr/>
        <a:lstStyle/>
        <a:p>
          <a:endParaRPr lang="uk-UA"/>
        </a:p>
      </dgm:t>
    </dgm:pt>
    <dgm:pt modelId="{AE751F54-B6EB-4857-AEA0-3594339D7505}" type="sibTrans" cxnId="{D5AEAD4A-CCE3-41FC-A7E7-AEDDB3E9FDDC}">
      <dgm:prSet/>
      <dgm:spPr/>
      <dgm:t>
        <a:bodyPr/>
        <a:lstStyle/>
        <a:p>
          <a:endParaRPr lang="uk-UA"/>
        </a:p>
      </dgm:t>
    </dgm:pt>
    <dgm:pt modelId="{4D1FA880-AF54-46B8-A998-AABD9F599C33}">
      <dgm:prSet/>
      <dgm:spPr/>
      <dgm:t>
        <a:bodyPr/>
        <a:lstStyle/>
        <a:p>
          <a:r>
            <a:rPr lang="ru-RU" b="0" i="0" dirty="0"/>
            <a:t>Олег</a:t>
          </a:r>
          <a:endParaRPr lang="uk-UA" dirty="0"/>
        </a:p>
      </dgm:t>
    </dgm:pt>
    <dgm:pt modelId="{BBDAA946-76D3-438A-9A3E-D51C6B22B045}" type="parTrans" cxnId="{08218252-9649-4CB8-9FA5-85E60985D236}">
      <dgm:prSet/>
      <dgm:spPr/>
      <dgm:t>
        <a:bodyPr/>
        <a:lstStyle/>
        <a:p>
          <a:endParaRPr lang="uk-UA"/>
        </a:p>
      </dgm:t>
    </dgm:pt>
    <dgm:pt modelId="{CAFA6EF9-89A6-422F-8A7F-835ABFD8D437}" type="sibTrans" cxnId="{08218252-9649-4CB8-9FA5-85E60985D236}">
      <dgm:prSet/>
      <dgm:spPr/>
      <dgm:t>
        <a:bodyPr/>
        <a:lstStyle/>
        <a:p>
          <a:endParaRPr lang="uk-UA"/>
        </a:p>
      </dgm:t>
    </dgm:pt>
    <dgm:pt modelId="{5507A94E-092B-49B5-8B34-A9B5C248AE1B}" type="pres">
      <dgm:prSet presAssocID="{EB4B4CB6-F3F5-46FC-99FA-AFFE4586BFD3}" presName="matrix" presStyleCnt="0">
        <dgm:presLayoutVars>
          <dgm:chMax val="1"/>
          <dgm:dir/>
          <dgm:resizeHandles val="exact"/>
        </dgm:presLayoutVars>
      </dgm:prSet>
      <dgm:spPr/>
    </dgm:pt>
    <dgm:pt modelId="{9662EF01-E126-4C88-8A1F-55F24270C5BC}" type="pres">
      <dgm:prSet presAssocID="{EB4B4CB6-F3F5-46FC-99FA-AFFE4586BFD3}" presName="diamond" presStyleLbl="bgShp" presStyleIdx="0" presStyleCnt="1"/>
      <dgm:spPr/>
    </dgm:pt>
    <dgm:pt modelId="{9915365C-3F15-46C3-916F-F06309DB4F11}" type="pres">
      <dgm:prSet presAssocID="{EB4B4CB6-F3F5-46FC-99FA-AFFE4586BFD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A397462-B8E9-499E-8514-C89D0A9B478E}" type="pres">
      <dgm:prSet presAssocID="{EB4B4CB6-F3F5-46FC-99FA-AFFE4586BFD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EFBF241-7E71-45F2-8008-E54FC37A8125}" type="pres">
      <dgm:prSet presAssocID="{EB4B4CB6-F3F5-46FC-99FA-AFFE4586BFD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4522CC4-B308-4CCB-91C5-A0CC300D447F}" type="pres">
      <dgm:prSet presAssocID="{EB4B4CB6-F3F5-46FC-99FA-AFFE4586BFD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2B3000-7AD0-44FF-A64A-5715C7ADC3C9}" srcId="{EB4B4CB6-F3F5-46FC-99FA-AFFE4586BFD3}" destId="{D2BA34C7-C8B1-4282-9690-02D0E7370D9D}" srcOrd="1" destOrd="0" parTransId="{9D01C0CC-117F-4CD4-AC7E-1E1889058469}" sibTransId="{7BC0712A-20F4-4A25-B599-3858F3C5080C}"/>
    <dgm:cxn modelId="{C59A5D3C-DEFD-41C3-8867-2FECBFE2BBCB}" srcId="{EB4B4CB6-F3F5-46FC-99FA-AFFE4586BFD3}" destId="{4860FD0C-202B-405F-829C-7BEDAD1E066F}" srcOrd="0" destOrd="0" parTransId="{175E119F-B191-428F-9E48-1A18534A2C37}" sibTransId="{CD30B27C-850D-46BA-A89D-73D47BFEED0F}"/>
    <dgm:cxn modelId="{D5AEAD4A-CCE3-41FC-A7E7-AEDDB3E9FDDC}" srcId="{EB4B4CB6-F3F5-46FC-99FA-AFFE4586BFD3}" destId="{4B417042-9C9A-4A8C-843F-56477B55BD30}" srcOrd="2" destOrd="0" parTransId="{978022F8-9E07-4587-B677-9168F388BC29}" sibTransId="{AE751F54-B6EB-4857-AEA0-3594339D7505}"/>
    <dgm:cxn modelId="{392CD670-71E5-440D-91A4-5CBF45B99813}" type="presOf" srcId="{D2BA34C7-C8B1-4282-9690-02D0E7370D9D}" destId="{3A397462-B8E9-499E-8514-C89D0A9B478E}" srcOrd="0" destOrd="0" presId="urn:microsoft.com/office/officeart/2005/8/layout/matrix3"/>
    <dgm:cxn modelId="{08218252-9649-4CB8-9FA5-85E60985D236}" srcId="{EB4B4CB6-F3F5-46FC-99FA-AFFE4586BFD3}" destId="{4D1FA880-AF54-46B8-A998-AABD9F599C33}" srcOrd="3" destOrd="0" parTransId="{BBDAA946-76D3-438A-9A3E-D51C6B22B045}" sibTransId="{CAFA6EF9-89A6-422F-8A7F-835ABFD8D437}"/>
    <dgm:cxn modelId="{8F447F59-1DC1-45E4-8FD1-07A91C28ED71}" type="presOf" srcId="{4B417042-9C9A-4A8C-843F-56477B55BD30}" destId="{5EFBF241-7E71-45F2-8008-E54FC37A8125}" srcOrd="0" destOrd="0" presId="urn:microsoft.com/office/officeart/2005/8/layout/matrix3"/>
    <dgm:cxn modelId="{1CE7649D-2B69-4E7E-AA26-E8736CFA3442}" type="presOf" srcId="{EB4B4CB6-F3F5-46FC-99FA-AFFE4586BFD3}" destId="{5507A94E-092B-49B5-8B34-A9B5C248AE1B}" srcOrd="0" destOrd="0" presId="urn:microsoft.com/office/officeart/2005/8/layout/matrix3"/>
    <dgm:cxn modelId="{61D58EC9-1906-4BD4-8C2C-584EA55F77F2}" type="presOf" srcId="{4D1FA880-AF54-46B8-A998-AABD9F599C33}" destId="{C4522CC4-B308-4CCB-91C5-A0CC300D447F}" srcOrd="0" destOrd="0" presId="urn:microsoft.com/office/officeart/2005/8/layout/matrix3"/>
    <dgm:cxn modelId="{4D2213F0-75E2-43E4-B8DD-69454FAAEFCB}" type="presOf" srcId="{4860FD0C-202B-405F-829C-7BEDAD1E066F}" destId="{9915365C-3F15-46C3-916F-F06309DB4F11}" srcOrd="0" destOrd="0" presId="urn:microsoft.com/office/officeart/2005/8/layout/matrix3"/>
    <dgm:cxn modelId="{21CCA4EF-269E-4802-A549-8580E9B96100}" type="presParOf" srcId="{5507A94E-092B-49B5-8B34-A9B5C248AE1B}" destId="{9662EF01-E126-4C88-8A1F-55F24270C5BC}" srcOrd="0" destOrd="0" presId="urn:microsoft.com/office/officeart/2005/8/layout/matrix3"/>
    <dgm:cxn modelId="{11BFA95B-46DA-43A9-913A-81F1928557E8}" type="presParOf" srcId="{5507A94E-092B-49B5-8B34-A9B5C248AE1B}" destId="{9915365C-3F15-46C3-916F-F06309DB4F11}" srcOrd="1" destOrd="0" presId="urn:microsoft.com/office/officeart/2005/8/layout/matrix3"/>
    <dgm:cxn modelId="{CC2A45B0-9838-4991-9FD4-3D498095128F}" type="presParOf" srcId="{5507A94E-092B-49B5-8B34-A9B5C248AE1B}" destId="{3A397462-B8E9-499E-8514-C89D0A9B478E}" srcOrd="2" destOrd="0" presId="urn:microsoft.com/office/officeart/2005/8/layout/matrix3"/>
    <dgm:cxn modelId="{52A7B4CA-CC96-4AB4-AF3F-8D8449DB82C6}" type="presParOf" srcId="{5507A94E-092B-49B5-8B34-A9B5C248AE1B}" destId="{5EFBF241-7E71-45F2-8008-E54FC37A8125}" srcOrd="3" destOrd="0" presId="urn:microsoft.com/office/officeart/2005/8/layout/matrix3"/>
    <dgm:cxn modelId="{AEFF002B-99EF-4A7C-89DA-BDCCEF5D7528}" type="presParOf" srcId="{5507A94E-092B-49B5-8B34-A9B5C248AE1B}" destId="{C4522CC4-B308-4CCB-91C5-A0CC300D447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3497BDD-D809-46EF-9EF6-CAB92A72C9B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BC2CAAF-F64F-49FA-A511-60711741E82A}">
      <dgm:prSet/>
      <dgm:spPr/>
      <dgm:t>
        <a:bodyPr/>
        <a:lstStyle/>
        <a:p>
          <a:r>
            <a:rPr lang="ru-RU" b="0" i="0"/>
            <a:t>882–912 рр.</a:t>
          </a:r>
          <a:endParaRPr lang="uk-UA"/>
        </a:p>
      </dgm:t>
    </dgm:pt>
    <dgm:pt modelId="{B127576F-ADF9-4EB5-8517-0D8E1AEC9AAB}" type="parTrans" cxnId="{30E5FDF5-F221-4776-A48C-15DF6403248E}">
      <dgm:prSet/>
      <dgm:spPr/>
      <dgm:t>
        <a:bodyPr/>
        <a:lstStyle/>
        <a:p>
          <a:endParaRPr lang="uk-UA"/>
        </a:p>
      </dgm:t>
    </dgm:pt>
    <dgm:pt modelId="{4E27AA93-2CAE-4875-829A-F309B2DE7E48}" type="sibTrans" cxnId="{30E5FDF5-F221-4776-A48C-15DF6403248E}">
      <dgm:prSet/>
      <dgm:spPr/>
      <dgm:t>
        <a:bodyPr/>
        <a:lstStyle/>
        <a:p>
          <a:endParaRPr lang="uk-UA"/>
        </a:p>
      </dgm:t>
    </dgm:pt>
    <dgm:pt modelId="{5167996E-305C-4B3B-BE0C-0062672A1841}">
      <dgm:prSet/>
      <dgm:spPr/>
      <dgm:t>
        <a:bodyPr/>
        <a:lstStyle/>
        <a:p>
          <a:r>
            <a:rPr lang="ru-RU" b="0" i="0"/>
            <a:t>980–1015 рр.</a:t>
          </a:r>
          <a:endParaRPr lang="uk-UA"/>
        </a:p>
      </dgm:t>
    </dgm:pt>
    <dgm:pt modelId="{08064254-163C-4678-B310-87E65C088001}" type="parTrans" cxnId="{0CA3B98D-8FA8-49AF-970C-0E5D809EA989}">
      <dgm:prSet/>
      <dgm:spPr/>
      <dgm:t>
        <a:bodyPr/>
        <a:lstStyle/>
        <a:p>
          <a:endParaRPr lang="uk-UA"/>
        </a:p>
      </dgm:t>
    </dgm:pt>
    <dgm:pt modelId="{8884F22C-6027-4071-A1D4-49A58F216D90}" type="sibTrans" cxnId="{0CA3B98D-8FA8-49AF-970C-0E5D809EA989}">
      <dgm:prSet/>
      <dgm:spPr/>
      <dgm:t>
        <a:bodyPr/>
        <a:lstStyle/>
        <a:p>
          <a:endParaRPr lang="uk-UA"/>
        </a:p>
      </dgm:t>
    </dgm:pt>
    <dgm:pt modelId="{646FB566-055F-472D-A9E7-B70FE0EDA782}">
      <dgm:prSet/>
      <dgm:spPr/>
      <dgm:t>
        <a:bodyPr/>
        <a:lstStyle/>
        <a:p>
          <a:r>
            <a:rPr lang="ru-RU" b="0" i="0"/>
            <a:t>1019–1054 рр.</a:t>
          </a:r>
          <a:endParaRPr lang="uk-UA"/>
        </a:p>
      </dgm:t>
    </dgm:pt>
    <dgm:pt modelId="{E4A33722-4DD9-4E99-9345-BC3B994BB4DD}" type="parTrans" cxnId="{57D0C0FC-316C-4E51-9CEC-270271611CE6}">
      <dgm:prSet/>
      <dgm:spPr/>
      <dgm:t>
        <a:bodyPr/>
        <a:lstStyle/>
        <a:p>
          <a:endParaRPr lang="uk-UA"/>
        </a:p>
      </dgm:t>
    </dgm:pt>
    <dgm:pt modelId="{5EE3F1C9-010F-4CB9-9B75-1E3B138FDCD9}" type="sibTrans" cxnId="{57D0C0FC-316C-4E51-9CEC-270271611CE6}">
      <dgm:prSet/>
      <dgm:spPr/>
      <dgm:t>
        <a:bodyPr/>
        <a:lstStyle/>
        <a:p>
          <a:endParaRPr lang="uk-UA"/>
        </a:p>
      </dgm:t>
    </dgm:pt>
    <dgm:pt modelId="{51434643-7C49-492C-8C3E-BC90CF02705D}">
      <dgm:prSet/>
      <dgm:spPr/>
      <dgm:t>
        <a:bodyPr/>
        <a:lstStyle/>
        <a:p>
          <a:r>
            <a:rPr lang="ru-RU" b="0" i="0" dirty="0"/>
            <a:t>1113–1125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B60A711D-6315-44FD-835F-617D9D5655E1}" type="parTrans" cxnId="{8985CBC2-578A-4303-AF0F-226F13D6642B}">
      <dgm:prSet/>
      <dgm:spPr/>
      <dgm:t>
        <a:bodyPr/>
        <a:lstStyle/>
        <a:p>
          <a:endParaRPr lang="uk-UA"/>
        </a:p>
      </dgm:t>
    </dgm:pt>
    <dgm:pt modelId="{B99DB5A9-18E1-405B-83EE-E4975D8878AD}" type="sibTrans" cxnId="{8985CBC2-578A-4303-AF0F-226F13D6642B}">
      <dgm:prSet/>
      <dgm:spPr/>
      <dgm:t>
        <a:bodyPr/>
        <a:lstStyle/>
        <a:p>
          <a:endParaRPr lang="uk-UA"/>
        </a:p>
      </dgm:t>
    </dgm:pt>
    <dgm:pt modelId="{5CD0BE59-6050-4E77-BFD8-102EA13420DE}">
      <dgm:prSet/>
      <dgm:spPr/>
      <dgm:t>
        <a:bodyPr/>
        <a:lstStyle/>
        <a:p>
          <a:r>
            <a:rPr lang="ru-RU" b="0" i="0" dirty="0"/>
            <a:t>1238–1264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8F7B4AE6-AE4B-45F5-9F52-6CB31D888296}" type="parTrans" cxnId="{BB4C25EB-0CED-42D4-9275-9F0831C7364B}">
      <dgm:prSet/>
      <dgm:spPr/>
      <dgm:t>
        <a:bodyPr/>
        <a:lstStyle/>
        <a:p>
          <a:endParaRPr lang="uk-UA"/>
        </a:p>
      </dgm:t>
    </dgm:pt>
    <dgm:pt modelId="{50E481CF-F632-4294-BAEE-33CD536F2C5E}" type="sibTrans" cxnId="{BB4C25EB-0CED-42D4-9275-9F0831C7364B}">
      <dgm:prSet/>
      <dgm:spPr/>
      <dgm:t>
        <a:bodyPr/>
        <a:lstStyle/>
        <a:p>
          <a:endParaRPr lang="uk-UA"/>
        </a:p>
      </dgm:t>
    </dgm:pt>
    <dgm:pt modelId="{F13FC7CC-6B6B-4719-AC7D-C7DBAFB2DB4C}" type="pres">
      <dgm:prSet presAssocID="{A3497BDD-D809-46EF-9EF6-CAB92A72C9B8}" presName="Name0" presStyleCnt="0">
        <dgm:presLayoutVars>
          <dgm:chMax val="7"/>
          <dgm:chPref val="7"/>
          <dgm:dir/>
        </dgm:presLayoutVars>
      </dgm:prSet>
      <dgm:spPr/>
    </dgm:pt>
    <dgm:pt modelId="{13B069DF-22DD-40B7-8818-745AD7987DB4}" type="pres">
      <dgm:prSet presAssocID="{A3497BDD-D809-46EF-9EF6-CAB92A72C9B8}" presName="Name1" presStyleCnt="0"/>
      <dgm:spPr/>
    </dgm:pt>
    <dgm:pt modelId="{D58C71D8-8410-40AA-A1EB-9E57A82E8ABA}" type="pres">
      <dgm:prSet presAssocID="{A3497BDD-D809-46EF-9EF6-CAB92A72C9B8}" presName="cycle" presStyleCnt="0"/>
      <dgm:spPr/>
    </dgm:pt>
    <dgm:pt modelId="{97E00B6E-0F65-46CF-8D6D-AF6F5A50E4E1}" type="pres">
      <dgm:prSet presAssocID="{A3497BDD-D809-46EF-9EF6-CAB92A72C9B8}" presName="srcNode" presStyleLbl="node1" presStyleIdx="0" presStyleCnt="5"/>
      <dgm:spPr/>
    </dgm:pt>
    <dgm:pt modelId="{FD050CAC-C822-4878-9923-7B1286B10BC2}" type="pres">
      <dgm:prSet presAssocID="{A3497BDD-D809-46EF-9EF6-CAB92A72C9B8}" presName="conn" presStyleLbl="parChTrans1D2" presStyleIdx="0" presStyleCnt="1"/>
      <dgm:spPr/>
    </dgm:pt>
    <dgm:pt modelId="{1717DFAC-3ABB-4C0C-9E1A-35A6E39AC679}" type="pres">
      <dgm:prSet presAssocID="{A3497BDD-D809-46EF-9EF6-CAB92A72C9B8}" presName="extraNode" presStyleLbl="node1" presStyleIdx="0" presStyleCnt="5"/>
      <dgm:spPr/>
    </dgm:pt>
    <dgm:pt modelId="{F2C571DA-7F73-40C8-995C-07884C920346}" type="pres">
      <dgm:prSet presAssocID="{A3497BDD-D809-46EF-9EF6-CAB92A72C9B8}" presName="dstNode" presStyleLbl="node1" presStyleIdx="0" presStyleCnt="5"/>
      <dgm:spPr/>
    </dgm:pt>
    <dgm:pt modelId="{8E003BA1-3044-4239-9D59-7D92BCA63F80}" type="pres">
      <dgm:prSet presAssocID="{8BC2CAAF-F64F-49FA-A511-60711741E82A}" presName="text_1" presStyleLbl="node1" presStyleIdx="0" presStyleCnt="5">
        <dgm:presLayoutVars>
          <dgm:bulletEnabled val="1"/>
        </dgm:presLayoutVars>
      </dgm:prSet>
      <dgm:spPr/>
    </dgm:pt>
    <dgm:pt modelId="{7BB19083-751F-43AA-BFCE-784FE4198D04}" type="pres">
      <dgm:prSet presAssocID="{8BC2CAAF-F64F-49FA-A511-60711741E82A}" presName="accent_1" presStyleCnt="0"/>
      <dgm:spPr/>
    </dgm:pt>
    <dgm:pt modelId="{A2144FA9-7CA1-4605-82B6-2024A324E8E0}" type="pres">
      <dgm:prSet presAssocID="{8BC2CAAF-F64F-49FA-A511-60711741E82A}" presName="accentRepeatNode" presStyleLbl="solidFgAcc1" presStyleIdx="0" presStyleCnt="5"/>
      <dgm:spPr/>
    </dgm:pt>
    <dgm:pt modelId="{734CAD41-45DE-4EBB-B15C-9DF6782CD26D}" type="pres">
      <dgm:prSet presAssocID="{5167996E-305C-4B3B-BE0C-0062672A1841}" presName="text_2" presStyleLbl="node1" presStyleIdx="1" presStyleCnt="5">
        <dgm:presLayoutVars>
          <dgm:bulletEnabled val="1"/>
        </dgm:presLayoutVars>
      </dgm:prSet>
      <dgm:spPr/>
    </dgm:pt>
    <dgm:pt modelId="{844A1097-256A-4353-B313-39AFAD365B8D}" type="pres">
      <dgm:prSet presAssocID="{5167996E-305C-4B3B-BE0C-0062672A1841}" presName="accent_2" presStyleCnt="0"/>
      <dgm:spPr/>
    </dgm:pt>
    <dgm:pt modelId="{D9C11BE6-C298-42D2-B2DF-E43181E5200C}" type="pres">
      <dgm:prSet presAssocID="{5167996E-305C-4B3B-BE0C-0062672A1841}" presName="accentRepeatNode" presStyleLbl="solidFgAcc1" presStyleIdx="1" presStyleCnt="5"/>
      <dgm:spPr/>
    </dgm:pt>
    <dgm:pt modelId="{3E7E4EC4-FE34-481D-BF9D-9BF941D87055}" type="pres">
      <dgm:prSet presAssocID="{646FB566-055F-472D-A9E7-B70FE0EDA782}" presName="text_3" presStyleLbl="node1" presStyleIdx="2" presStyleCnt="5">
        <dgm:presLayoutVars>
          <dgm:bulletEnabled val="1"/>
        </dgm:presLayoutVars>
      </dgm:prSet>
      <dgm:spPr/>
    </dgm:pt>
    <dgm:pt modelId="{251AEBD6-0A1C-4E00-926C-58D5DF3EB505}" type="pres">
      <dgm:prSet presAssocID="{646FB566-055F-472D-A9E7-B70FE0EDA782}" presName="accent_3" presStyleCnt="0"/>
      <dgm:spPr/>
    </dgm:pt>
    <dgm:pt modelId="{54C0A123-0D89-47B0-ACDB-D94C3EEB3E4D}" type="pres">
      <dgm:prSet presAssocID="{646FB566-055F-472D-A9E7-B70FE0EDA782}" presName="accentRepeatNode" presStyleLbl="solidFgAcc1" presStyleIdx="2" presStyleCnt="5"/>
      <dgm:spPr/>
    </dgm:pt>
    <dgm:pt modelId="{55754D96-E253-49AB-972E-BCE6644C7F0D}" type="pres">
      <dgm:prSet presAssocID="{51434643-7C49-492C-8C3E-BC90CF02705D}" presName="text_4" presStyleLbl="node1" presStyleIdx="3" presStyleCnt="5">
        <dgm:presLayoutVars>
          <dgm:bulletEnabled val="1"/>
        </dgm:presLayoutVars>
      </dgm:prSet>
      <dgm:spPr/>
    </dgm:pt>
    <dgm:pt modelId="{CCBD7FC4-4B41-4DE0-A75D-35CCF8E5A666}" type="pres">
      <dgm:prSet presAssocID="{51434643-7C49-492C-8C3E-BC90CF02705D}" presName="accent_4" presStyleCnt="0"/>
      <dgm:spPr/>
    </dgm:pt>
    <dgm:pt modelId="{46680DB9-593E-4655-AB9C-6C2D1D684236}" type="pres">
      <dgm:prSet presAssocID="{51434643-7C49-492C-8C3E-BC90CF02705D}" presName="accentRepeatNode" presStyleLbl="solidFgAcc1" presStyleIdx="3" presStyleCnt="5"/>
      <dgm:spPr/>
    </dgm:pt>
    <dgm:pt modelId="{A8A5D39B-BC1B-4AB4-BB3E-5D6A0812DDD7}" type="pres">
      <dgm:prSet presAssocID="{5CD0BE59-6050-4E77-BFD8-102EA13420DE}" presName="text_5" presStyleLbl="node1" presStyleIdx="4" presStyleCnt="5">
        <dgm:presLayoutVars>
          <dgm:bulletEnabled val="1"/>
        </dgm:presLayoutVars>
      </dgm:prSet>
      <dgm:spPr/>
    </dgm:pt>
    <dgm:pt modelId="{FCEE9DEC-3AF3-4FBD-B38F-18A67B7D556D}" type="pres">
      <dgm:prSet presAssocID="{5CD0BE59-6050-4E77-BFD8-102EA13420DE}" presName="accent_5" presStyleCnt="0"/>
      <dgm:spPr/>
    </dgm:pt>
    <dgm:pt modelId="{231F9A40-EFFC-44C8-A102-674EFCFC1A85}" type="pres">
      <dgm:prSet presAssocID="{5CD0BE59-6050-4E77-BFD8-102EA13420DE}" presName="accentRepeatNode" presStyleLbl="solidFgAcc1" presStyleIdx="4" presStyleCnt="5"/>
      <dgm:spPr/>
    </dgm:pt>
  </dgm:ptLst>
  <dgm:cxnLst>
    <dgm:cxn modelId="{C610CD41-A46A-499F-A483-9098995C3AFA}" type="presOf" srcId="{8BC2CAAF-F64F-49FA-A511-60711741E82A}" destId="{8E003BA1-3044-4239-9D59-7D92BCA63F80}" srcOrd="0" destOrd="0" presId="urn:microsoft.com/office/officeart/2008/layout/VerticalCurvedList"/>
    <dgm:cxn modelId="{24026E7D-04E2-4270-A3C8-2DBE98D62518}" type="presOf" srcId="{51434643-7C49-492C-8C3E-BC90CF02705D}" destId="{55754D96-E253-49AB-972E-BCE6644C7F0D}" srcOrd="0" destOrd="0" presId="urn:microsoft.com/office/officeart/2008/layout/VerticalCurvedList"/>
    <dgm:cxn modelId="{16DA9284-47AB-4B57-8DA7-8DF4E6DBC3BB}" type="presOf" srcId="{4E27AA93-2CAE-4875-829A-F309B2DE7E48}" destId="{FD050CAC-C822-4878-9923-7B1286B10BC2}" srcOrd="0" destOrd="0" presId="urn:microsoft.com/office/officeart/2008/layout/VerticalCurvedList"/>
    <dgm:cxn modelId="{3962118D-13F2-4D68-8EAF-7E3F080B9BE2}" type="presOf" srcId="{5CD0BE59-6050-4E77-BFD8-102EA13420DE}" destId="{A8A5D39B-BC1B-4AB4-BB3E-5D6A0812DDD7}" srcOrd="0" destOrd="0" presId="urn:microsoft.com/office/officeart/2008/layout/VerticalCurvedList"/>
    <dgm:cxn modelId="{0CA3B98D-8FA8-49AF-970C-0E5D809EA989}" srcId="{A3497BDD-D809-46EF-9EF6-CAB92A72C9B8}" destId="{5167996E-305C-4B3B-BE0C-0062672A1841}" srcOrd="1" destOrd="0" parTransId="{08064254-163C-4678-B310-87E65C088001}" sibTransId="{8884F22C-6027-4071-A1D4-49A58F216D90}"/>
    <dgm:cxn modelId="{9EE47497-F8CD-48EE-B091-B1430492735D}" type="presOf" srcId="{A3497BDD-D809-46EF-9EF6-CAB92A72C9B8}" destId="{F13FC7CC-6B6B-4719-AC7D-C7DBAFB2DB4C}" srcOrd="0" destOrd="0" presId="urn:microsoft.com/office/officeart/2008/layout/VerticalCurvedList"/>
    <dgm:cxn modelId="{8985CBC2-578A-4303-AF0F-226F13D6642B}" srcId="{A3497BDD-D809-46EF-9EF6-CAB92A72C9B8}" destId="{51434643-7C49-492C-8C3E-BC90CF02705D}" srcOrd="3" destOrd="0" parTransId="{B60A711D-6315-44FD-835F-617D9D5655E1}" sibTransId="{B99DB5A9-18E1-405B-83EE-E4975D8878AD}"/>
    <dgm:cxn modelId="{BB4C25EB-0CED-42D4-9275-9F0831C7364B}" srcId="{A3497BDD-D809-46EF-9EF6-CAB92A72C9B8}" destId="{5CD0BE59-6050-4E77-BFD8-102EA13420DE}" srcOrd="4" destOrd="0" parTransId="{8F7B4AE6-AE4B-45F5-9F52-6CB31D888296}" sibTransId="{50E481CF-F632-4294-BAEE-33CD536F2C5E}"/>
    <dgm:cxn modelId="{30E5FDF5-F221-4776-A48C-15DF6403248E}" srcId="{A3497BDD-D809-46EF-9EF6-CAB92A72C9B8}" destId="{8BC2CAAF-F64F-49FA-A511-60711741E82A}" srcOrd="0" destOrd="0" parTransId="{B127576F-ADF9-4EB5-8517-0D8E1AEC9AAB}" sibTransId="{4E27AA93-2CAE-4875-829A-F309B2DE7E48}"/>
    <dgm:cxn modelId="{7D4D5DF7-A2AE-4FB7-ABB7-62525859235A}" type="presOf" srcId="{646FB566-055F-472D-A9E7-B70FE0EDA782}" destId="{3E7E4EC4-FE34-481D-BF9D-9BF941D87055}" srcOrd="0" destOrd="0" presId="urn:microsoft.com/office/officeart/2008/layout/VerticalCurvedList"/>
    <dgm:cxn modelId="{57D0C0FC-316C-4E51-9CEC-270271611CE6}" srcId="{A3497BDD-D809-46EF-9EF6-CAB92A72C9B8}" destId="{646FB566-055F-472D-A9E7-B70FE0EDA782}" srcOrd="2" destOrd="0" parTransId="{E4A33722-4DD9-4E99-9345-BC3B994BB4DD}" sibTransId="{5EE3F1C9-010F-4CB9-9B75-1E3B138FDCD9}"/>
    <dgm:cxn modelId="{7E42EAFC-E108-4876-9FD1-327260CEC8D1}" type="presOf" srcId="{5167996E-305C-4B3B-BE0C-0062672A1841}" destId="{734CAD41-45DE-4EBB-B15C-9DF6782CD26D}" srcOrd="0" destOrd="0" presId="urn:microsoft.com/office/officeart/2008/layout/VerticalCurvedList"/>
    <dgm:cxn modelId="{0EB1AACD-AC96-4438-BDAB-0212198F3DAD}" type="presParOf" srcId="{F13FC7CC-6B6B-4719-AC7D-C7DBAFB2DB4C}" destId="{13B069DF-22DD-40B7-8818-745AD7987DB4}" srcOrd="0" destOrd="0" presId="urn:microsoft.com/office/officeart/2008/layout/VerticalCurvedList"/>
    <dgm:cxn modelId="{6E66ABFF-53B7-446A-B55F-1646D665577E}" type="presParOf" srcId="{13B069DF-22DD-40B7-8818-745AD7987DB4}" destId="{D58C71D8-8410-40AA-A1EB-9E57A82E8ABA}" srcOrd="0" destOrd="0" presId="urn:microsoft.com/office/officeart/2008/layout/VerticalCurvedList"/>
    <dgm:cxn modelId="{E7098B0D-3D26-49F8-81C3-E82C99324EE8}" type="presParOf" srcId="{D58C71D8-8410-40AA-A1EB-9E57A82E8ABA}" destId="{97E00B6E-0F65-46CF-8D6D-AF6F5A50E4E1}" srcOrd="0" destOrd="0" presId="urn:microsoft.com/office/officeart/2008/layout/VerticalCurvedList"/>
    <dgm:cxn modelId="{9390EF7D-F0F3-4299-9A25-66F66EF35368}" type="presParOf" srcId="{D58C71D8-8410-40AA-A1EB-9E57A82E8ABA}" destId="{FD050CAC-C822-4878-9923-7B1286B10BC2}" srcOrd="1" destOrd="0" presId="urn:microsoft.com/office/officeart/2008/layout/VerticalCurvedList"/>
    <dgm:cxn modelId="{022E3EB8-E0DA-4B36-A538-35DC8525844C}" type="presParOf" srcId="{D58C71D8-8410-40AA-A1EB-9E57A82E8ABA}" destId="{1717DFAC-3ABB-4C0C-9E1A-35A6E39AC679}" srcOrd="2" destOrd="0" presId="urn:microsoft.com/office/officeart/2008/layout/VerticalCurvedList"/>
    <dgm:cxn modelId="{927C76DF-9CC4-47FE-B717-D8B234753FAD}" type="presParOf" srcId="{D58C71D8-8410-40AA-A1EB-9E57A82E8ABA}" destId="{F2C571DA-7F73-40C8-995C-07884C920346}" srcOrd="3" destOrd="0" presId="urn:microsoft.com/office/officeart/2008/layout/VerticalCurvedList"/>
    <dgm:cxn modelId="{26E86528-54DF-45D5-A2AC-66284A2197BF}" type="presParOf" srcId="{13B069DF-22DD-40B7-8818-745AD7987DB4}" destId="{8E003BA1-3044-4239-9D59-7D92BCA63F80}" srcOrd="1" destOrd="0" presId="urn:microsoft.com/office/officeart/2008/layout/VerticalCurvedList"/>
    <dgm:cxn modelId="{0608376A-DC9B-4E0F-B072-882115C7C1A6}" type="presParOf" srcId="{13B069DF-22DD-40B7-8818-745AD7987DB4}" destId="{7BB19083-751F-43AA-BFCE-784FE4198D04}" srcOrd="2" destOrd="0" presId="urn:microsoft.com/office/officeart/2008/layout/VerticalCurvedList"/>
    <dgm:cxn modelId="{FA23748A-9465-4E5A-8303-AE8BA6EF60C1}" type="presParOf" srcId="{7BB19083-751F-43AA-BFCE-784FE4198D04}" destId="{A2144FA9-7CA1-4605-82B6-2024A324E8E0}" srcOrd="0" destOrd="0" presId="urn:microsoft.com/office/officeart/2008/layout/VerticalCurvedList"/>
    <dgm:cxn modelId="{CCEFBCC7-0E2A-416F-BD8B-9E6C44756BCA}" type="presParOf" srcId="{13B069DF-22DD-40B7-8818-745AD7987DB4}" destId="{734CAD41-45DE-4EBB-B15C-9DF6782CD26D}" srcOrd="3" destOrd="0" presId="urn:microsoft.com/office/officeart/2008/layout/VerticalCurvedList"/>
    <dgm:cxn modelId="{F23669E1-20A9-46FD-83D9-576E45F9B0E6}" type="presParOf" srcId="{13B069DF-22DD-40B7-8818-745AD7987DB4}" destId="{844A1097-256A-4353-B313-39AFAD365B8D}" srcOrd="4" destOrd="0" presId="urn:microsoft.com/office/officeart/2008/layout/VerticalCurvedList"/>
    <dgm:cxn modelId="{9869ED6C-17B6-4F66-914D-6F9944691C00}" type="presParOf" srcId="{844A1097-256A-4353-B313-39AFAD365B8D}" destId="{D9C11BE6-C298-42D2-B2DF-E43181E5200C}" srcOrd="0" destOrd="0" presId="urn:microsoft.com/office/officeart/2008/layout/VerticalCurvedList"/>
    <dgm:cxn modelId="{A3B60344-CC0C-40DE-8BC4-E52A6D5661CF}" type="presParOf" srcId="{13B069DF-22DD-40B7-8818-745AD7987DB4}" destId="{3E7E4EC4-FE34-481D-BF9D-9BF941D87055}" srcOrd="5" destOrd="0" presId="urn:microsoft.com/office/officeart/2008/layout/VerticalCurvedList"/>
    <dgm:cxn modelId="{74D73C36-83DE-4B79-A01A-BA4A44EB8C44}" type="presParOf" srcId="{13B069DF-22DD-40B7-8818-745AD7987DB4}" destId="{251AEBD6-0A1C-4E00-926C-58D5DF3EB505}" srcOrd="6" destOrd="0" presId="urn:microsoft.com/office/officeart/2008/layout/VerticalCurvedList"/>
    <dgm:cxn modelId="{EF966173-33FF-4C26-B169-879A4D1FD489}" type="presParOf" srcId="{251AEBD6-0A1C-4E00-926C-58D5DF3EB505}" destId="{54C0A123-0D89-47B0-ACDB-D94C3EEB3E4D}" srcOrd="0" destOrd="0" presId="urn:microsoft.com/office/officeart/2008/layout/VerticalCurvedList"/>
    <dgm:cxn modelId="{2401DDCB-00EF-442F-9282-A8DF20B5BA7F}" type="presParOf" srcId="{13B069DF-22DD-40B7-8818-745AD7987DB4}" destId="{55754D96-E253-49AB-972E-BCE6644C7F0D}" srcOrd="7" destOrd="0" presId="urn:microsoft.com/office/officeart/2008/layout/VerticalCurvedList"/>
    <dgm:cxn modelId="{B11E0F43-DF37-47BD-B5E5-235B84B50DD6}" type="presParOf" srcId="{13B069DF-22DD-40B7-8818-745AD7987DB4}" destId="{CCBD7FC4-4B41-4DE0-A75D-35CCF8E5A666}" srcOrd="8" destOrd="0" presId="urn:microsoft.com/office/officeart/2008/layout/VerticalCurvedList"/>
    <dgm:cxn modelId="{A35829F2-4696-4FB8-9905-90B6C18486FF}" type="presParOf" srcId="{CCBD7FC4-4B41-4DE0-A75D-35CCF8E5A666}" destId="{46680DB9-593E-4655-AB9C-6C2D1D684236}" srcOrd="0" destOrd="0" presId="urn:microsoft.com/office/officeart/2008/layout/VerticalCurvedList"/>
    <dgm:cxn modelId="{4ED731BF-85D7-4AA4-811F-F5168611FCC6}" type="presParOf" srcId="{13B069DF-22DD-40B7-8818-745AD7987DB4}" destId="{A8A5D39B-BC1B-4AB4-BB3E-5D6A0812DDD7}" srcOrd="9" destOrd="0" presId="urn:microsoft.com/office/officeart/2008/layout/VerticalCurvedList"/>
    <dgm:cxn modelId="{306EDA13-BC27-466A-9D50-C3F1DA37E5B4}" type="presParOf" srcId="{13B069DF-22DD-40B7-8818-745AD7987DB4}" destId="{FCEE9DEC-3AF3-4FBD-B38F-18A67B7D556D}" srcOrd="10" destOrd="0" presId="urn:microsoft.com/office/officeart/2008/layout/VerticalCurvedList"/>
    <dgm:cxn modelId="{5D2566DF-DDDF-499C-8E19-6A0A2FB595C3}" type="presParOf" srcId="{FCEE9DEC-3AF3-4FBD-B38F-18A67B7D556D}" destId="{231F9A40-EFFC-44C8-A102-674EFCFC1A8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3DB492CB-E4CF-46EA-8893-F55969DC93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35ABEC4-90C5-4DAE-BC06-6307C3A8284C}">
      <dgm:prSet/>
      <dgm:spPr/>
      <dgm:t>
        <a:bodyPr/>
        <a:lstStyle/>
        <a:p>
          <a:r>
            <a:rPr lang="ru-RU" b="0" i="0"/>
            <a:t>Данило Галицький</a:t>
          </a:r>
          <a:endParaRPr lang="uk-UA"/>
        </a:p>
      </dgm:t>
    </dgm:pt>
    <dgm:pt modelId="{52488A5C-B5E4-468A-9D76-FA49EB6CAED0}" type="parTrans" cxnId="{F2DDC4BD-CAA3-4388-8E65-77BB1997D552}">
      <dgm:prSet/>
      <dgm:spPr/>
      <dgm:t>
        <a:bodyPr/>
        <a:lstStyle/>
        <a:p>
          <a:endParaRPr lang="uk-UA"/>
        </a:p>
      </dgm:t>
    </dgm:pt>
    <dgm:pt modelId="{A6D3C3BE-676B-49F0-A75B-1118C9DE51A9}" type="sibTrans" cxnId="{F2DDC4BD-CAA3-4388-8E65-77BB1997D552}">
      <dgm:prSet/>
      <dgm:spPr/>
      <dgm:t>
        <a:bodyPr/>
        <a:lstStyle/>
        <a:p>
          <a:endParaRPr lang="uk-UA"/>
        </a:p>
      </dgm:t>
    </dgm:pt>
    <dgm:pt modelId="{37C21971-CBD8-4E1F-AFE4-CF9943988F94}">
      <dgm:prSet/>
      <dgm:spPr/>
      <dgm:t>
        <a:bodyPr/>
        <a:lstStyle/>
        <a:p>
          <a:r>
            <a:rPr lang="ru-RU" b="0" i="0" dirty="0" err="1"/>
            <a:t>Юрій</a:t>
          </a:r>
          <a:r>
            <a:rPr lang="ru-RU" b="0" i="0" dirty="0"/>
            <a:t> І Львович</a:t>
          </a:r>
          <a:endParaRPr lang="uk-UA" dirty="0"/>
        </a:p>
      </dgm:t>
    </dgm:pt>
    <dgm:pt modelId="{6979B9A6-D399-4260-9815-37DB3D3B4E8B}" type="parTrans" cxnId="{173F1F4A-A31F-4BDB-99A8-0FB30D77D00C}">
      <dgm:prSet/>
      <dgm:spPr/>
      <dgm:t>
        <a:bodyPr/>
        <a:lstStyle/>
        <a:p>
          <a:endParaRPr lang="uk-UA"/>
        </a:p>
      </dgm:t>
    </dgm:pt>
    <dgm:pt modelId="{C8CB83D5-3F75-49D1-8275-935188FD04DB}" type="sibTrans" cxnId="{173F1F4A-A31F-4BDB-99A8-0FB30D77D00C}">
      <dgm:prSet/>
      <dgm:spPr/>
      <dgm:t>
        <a:bodyPr/>
        <a:lstStyle/>
        <a:p>
          <a:endParaRPr lang="uk-UA"/>
        </a:p>
      </dgm:t>
    </dgm:pt>
    <dgm:pt modelId="{28967A10-18C3-45D5-AEEA-43A023C92FD1}">
      <dgm:prSet/>
      <dgm:spPr/>
      <dgm:t>
        <a:bodyPr/>
        <a:lstStyle/>
        <a:p>
          <a:r>
            <a:rPr lang="ru-RU" b="0" i="0"/>
            <a:t>Роман Мстиславич</a:t>
          </a:r>
          <a:endParaRPr lang="uk-UA"/>
        </a:p>
      </dgm:t>
    </dgm:pt>
    <dgm:pt modelId="{EF1F0F77-62B1-4B4B-BE3F-318C3CB6DC3C}" type="parTrans" cxnId="{CAF3C9D9-76B7-4DAD-BC98-30111ACD0F62}">
      <dgm:prSet/>
      <dgm:spPr/>
      <dgm:t>
        <a:bodyPr/>
        <a:lstStyle/>
        <a:p>
          <a:endParaRPr lang="uk-UA"/>
        </a:p>
      </dgm:t>
    </dgm:pt>
    <dgm:pt modelId="{EEA22F6B-96F9-4C9E-AA47-3CCCD20D8021}" type="sibTrans" cxnId="{CAF3C9D9-76B7-4DAD-BC98-30111ACD0F62}">
      <dgm:prSet/>
      <dgm:spPr/>
      <dgm:t>
        <a:bodyPr/>
        <a:lstStyle/>
        <a:p>
          <a:endParaRPr lang="uk-UA"/>
        </a:p>
      </dgm:t>
    </dgm:pt>
    <dgm:pt modelId="{8C13CE7A-314E-428E-BDCC-95E37620D406}">
      <dgm:prSet/>
      <dgm:spPr/>
      <dgm:t>
        <a:bodyPr/>
        <a:lstStyle/>
        <a:p>
          <a:r>
            <a:rPr lang="ru-RU" b="0" i="0" dirty="0" err="1"/>
            <a:t>Юрій</a:t>
          </a:r>
          <a:r>
            <a:rPr lang="ru-RU" b="0" i="0" dirty="0"/>
            <a:t> II Болеслав</a:t>
          </a:r>
          <a:endParaRPr lang="uk-UA" dirty="0"/>
        </a:p>
      </dgm:t>
    </dgm:pt>
    <dgm:pt modelId="{EE48B964-22A5-43F4-A4BD-9EB5559EAA33}" type="parTrans" cxnId="{E93D15BA-4A24-4FD1-9B83-3900A00AFD1E}">
      <dgm:prSet/>
      <dgm:spPr/>
      <dgm:t>
        <a:bodyPr/>
        <a:lstStyle/>
        <a:p>
          <a:endParaRPr lang="uk-UA"/>
        </a:p>
      </dgm:t>
    </dgm:pt>
    <dgm:pt modelId="{C58B140A-C335-4DB8-9B9B-799EB8AC93FF}" type="sibTrans" cxnId="{E93D15BA-4A24-4FD1-9B83-3900A00AFD1E}">
      <dgm:prSet/>
      <dgm:spPr/>
      <dgm:t>
        <a:bodyPr/>
        <a:lstStyle/>
        <a:p>
          <a:endParaRPr lang="uk-UA"/>
        </a:p>
      </dgm:t>
    </dgm:pt>
    <dgm:pt modelId="{082AD90A-5028-4A55-9B8D-CB4CBF5C0B74}" type="pres">
      <dgm:prSet presAssocID="{3DB492CB-E4CF-46EA-8893-F55969DC938A}" presName="linear" presStyleCnt="0">
        <dgm:presLayoutVars>
          <dgm:animLvl val="lvl"/>
          <dgm:resizeHandles val="exact"/>
        </dgm:presLayoutVars>
      </dgm:prSet>
      <dgm:spPr/>
    </dgm:pt>
    <dgm:pt modelId="{095C8881-4C84-4D3B-B3C5-F56935F1FD6F}" type="pres">
      <dgm:prSet presAssocID="{B35ABEC4-90C5-4DAE-BC06-6307C3A828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845A6F8-48D7-4770-907C-3F1FA5DF9988}" type="pres">
      <dgm:prSet presAssocID="{A6D3C3BE-676B-49F0-A75B-1118C9DE51A9}" presName="spacer" presStyleCnt="0"/>
      <dgm:spPr/>
    </dgm:pt>
    <dgm:pt modelId="{41D01CBF-CCCA-492C-8686-EB80E328EBA7}" type="pres">
      <dgm:prSet presAssocID="{37C21971-CBD8-4E1F-AFE4-CF9943988F9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A8DAB1-15FB-435F-A0AC-9B759E2568F9}" type="pres">
      <dgm:prSet presAssocID="{C8CB83D5-3F75-49D1-8275-935188FD04DB}" presName="spacer" presStyleCnt="0"/>
      <dgm:spPr/>
    </dgm:pt>
    <dgm:pt modelId="{2F5BE99D-BD10-487A-8B99-9430A55A7EA2}" type="pres">
      <dgm:prSet presAssocID="{28967A10-18C3-45D5-AEEA-43A023C92F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094F4A-7730-49C3-BBFF-90DB9B0F7564}" type="pres">
      <dgm:prSet presAssocID="{EEA22F6B-96F9-4C9E-AA47-3CCCD20D8021}" presName="spacer" presStyleCnt="0"/>
      <dgm:spPr/>
    </dgm:pt>
    <dgm:pt modelId="{0DD18E2C-FEB7-4963-B760-2D913DBC8C89}" type="pres">
      <dgm:prSet presAssocID="{8C13CE7A-314E-428E-BDCC-95E37620D4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EB4601F-0697-4484-A7B5-8EB9AA7E675B}" type="presOf" srcId="{8C13CE7A-314E-428E-BDCC-95E37620D406}" destId="{0DD18E2C-FEB7-4963-B760-2D913DBC8C89}" srcOrd="0" destOrd="0" presId="urn:microsoft.com/office/officeart/2005/8/layout/vList2"/>
    <dgm:cxn modelId="{173F1F4A-A31F-4BDB-99A8-0FB30D77D00C}" srcId="{3DB492CB-E4CF-46EA-8893-F55969DC938A}" destId="{37C21971-CBD8-4E1F-AFE4-CF9943988F94}" srcOrd="1" destOrd="0" parTransId="{6979B9A6-D399-4260-9815-37DB3D3B4E8B}" sibTransId="{C8CB83D5-3F75-49D1-8275-935188FD04DB}"/>
    <dgm:cxn modelId="{BDF13D51-6BB2-4322-AFBA-057DDA34A26F}" type="presOf" srcId="{3DB492CB-E4CF-46EA-8893-F55969DC938A}" destId="{082AD90A-5028-4A55-9B8D-CB4CBF5C0B74}" srcOrd="0" destOrd="0" presId="urn:microsoft.com/office/officeart/2005/8/layout/vList2"/>
    <dgm:cxn modelId="{0EFBEA9A-7E66-499D-994E-A02F998C98DF}" type="presOf" srcId="{B35ABEC4-90C5-4DAE-BC06-6307C3A8284C}" destId="{095C8881-4C84-4D3B-B3C5-F56935F1FD6F}" srcOrd="0" destOrd="0" presId="urn:microsoft.com/office/officeart/2005/8/layout/vList2"/>
    <dgm:cxn modelId="{8DBE68A8-0A52-4241-BF16-747F95B9B51C}" type="presOf" srcId="{28967A10-18C3-45D5-AEEA-43A023C92FD1}" destId="{2F5BE99D-BD10-487A-8B99-9430A55A7EA2}" srcOrd="0" destOrd="0" presId="urn:microsoft.com/office/officeart/2005/8/layout/vList2"/>
    <dgm:cxn modelId="{E93D15BA-4A24-4FD1-9B83-3900A00AFD1E}" srcId="{3DB492CB-E4CF-46EA-8893-F55969DC938A}" destId="{8C13CE7A-314E-428E-BDCC-95E37620D406}" srcOrd="3" destOrd="0" parTransId="{EE48B964-22A5-43F4-A4BD-9EB5559EAA33}" sibTransId="{C58B140A-C335-4DB8-9B9B-799EB8AC93FF}"/>
    <dgm:cxn modelId="{3ED29BBA-54CC-4D55-8070-FED1F4A895FE}" type="presOf" srcId="{37C21971-CBD8-4E1F-AFE4-CF9943988F94}" destId="{41D01CBF-CCCA-492C-8686-EB80E328EBA7}" srcOrd="0" destOrd="0" presId="urn:microsoft.com/office/officeart/2005/8/layout/vList2"/>
    <dgm:cxn modelId="{F2DDC4BD-CAA3-4388-8E65-77BB1997D552}" srcId="{3DB492CB-E4CF-46EA-8893-F55969DC938A}" destId="{B35ABEC4-90C5-4DAE-BC06-6307C3A8284C}" srcOrd="0" destOrd="0" parTransId="{52488A5C-B5E4-468A-9D76-FA49EB6CAED0}" sibTransId="{A6D3C3BE-676B-49F0-A75B-1118C9DE51A9}"/>
    <dgm:cxn modelId="{CAF3C9D9-76B7-4DAD-BC98-30111ACD0F62}" srcId="{3DB492CB-E4CF-46EA-8893-F55969DC938A}" destId="{28967A10-18C3-45D5-AEEA-43A023C92FD1}" srcOrd="2" destOrd="0" parTransId="{EF1F0F77-62B1-4B4B-BE3F-318C3CB6DC3C}" sibTransId="{EEA22F6B-96F9-4C9E-AA47-3CCCD20D8021}"/>
    <dgm:cxn modelId="{1C1B26C2-4579-4A5F-83E7-8AB974DC5216}" type="presParOf" srcId="{082AD90A-5028-4A55-9B8D-CB4CBF5C0B74}" destId="{095C8881-4C84-4D3B-B3C5-F56935F1FD6F}" srcOrd="0" destOrd="0" presId="urn:microsoft.com/office/officeart/2005/8/layout/vList2"/>
    <dgm:cxn modelId="{7D99B35B-E9EE-4FA1-8112-BEC4D7494051}" type="presParOf" srcId="{082AD90A-5028-4A55-9B8D-CB4CBF5C0B74}" destId="{E845A6F8-48D7-4770-907C-3F1FA5DF9988}" srcOrd="1" destOrd="0" presId="urn:microsoft.com/office/officeart/2005/8/layout/vList2"/>
    <dgm:cxn modelId="{61E393D6-75EF-4AF3-9DCF-DA0CAEA38E6F}" type="presParOf" srcId="{082AD90A-5028-4A55-9B8D-CB4CBF5C0B74}" destId="{41D01CBF-CCCA-492C-8686-EB80E328EBA7}" srcOrd="2" destOrd="0" presId="urn:microsoft.com/office/officeart/2005/8/layout/vList2"/>
    <dgm:cxn modelId="{5C02ACBB-FA3A-4A24-A291-54FB6ED5FBDE}" type="presParOf" srcId="{082AD90A-5028-4A55-9B8D-CB4CBF5C0B74}" destId="{70A8DAB1-15FB-435F-A0AC-9B759E2568F9}" srcOrd="3" destOrd="0" presId="urn:microsoft.com/office/officeart/2005/8/layout/vList2"/>
    <dgm:cxn modelId="{8E5A7578-B064-4783-9654-C0E75E08B344}" type="presParOf" srcId="{082AD90A-5028-4A55-9B8D-CB4CBF5C0B74}" destId="{2F5BE99D-BD10-487A-8B99-9430A55A7EA2}" srcOrd="4" destOrd="0" presId="urn:microsoft.com/office/officeart/2005/8/layout/vList2"/>
    <dgm:cxn modelId="{FF086BB1-D201-473A-8CD2-8F2092E1520D}" type="presParOf" srcId="{082AD90A-5028-4A55-9B8D-CB4CBF5C0B74}" destId="{77094F4A-7730-49C3-BBFF-90DB9B0F7564}" srcOrd="5" destOrd="0" presId="urn:microsoft.com/office/officeart/2005/8/layout/vList2"/>
    <dgm:cxn modelId="{E2775F5F-7C04-4914-89B1-F2E857B19E18}" type="presParOf" srcId="{082AD90A-5028-4A55-9B8D-CB4CBF5C0B74}" destId="{0DD18E2C-FEB7-4963-B760-2D913DBC8C8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2ED4DE2-95E8-4836-A2DB-91E5C240F7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A14D6D8-890E-4B24-A8E4-AA4963308DE5}">
      <dgm:prSet/>
      <dgm:spPr/>
      <dgm:t>
        <a:bodyPr/>
        <a:lstStyle/>
        <a:p>
          <a:r>
            <a:rPr lang="uk-UA" b="0" i="0" dirty="0"/>
            <a:t>сприяння переселенню іноземних колоністів</a:t>
          </a:r>
          <a:endParaRPr lang="uk-UA" dirty="0"/>
        </a:p>
      </dgm:t>
    </dgm:pt>
    <dgm:pt modelId="{1422D102-4797-43A4-9F9B-18A3C5F46D79}" type="parTrans" cxnId="{EEFBF385-1CAB-46FD-B24F-192212408927}">
      <dgm:prSet/>
      <dgm:spPr/>
      <dgm:t>
        <a:bodyPr/>
        <a:lstStyle/>
        <a:p>
          <a:endParaRPr lang="uk-UA"/>
        </a:p>
      </dgm:t>
    </dgm:pt>
    <dgm:pt modelId="{83A1DA40-C11A-4626-AB20-2D07A031C8E8}" type="sibTrans" cxnId="{EEFBF385-1CAB-46FD-B24F-192212408927}">
      <dgm:prSet/>
      <dgm:spPr/>
      <dgm:t>
        <a:bodyPr/>
        <a:lstStyle/>
        <a:p>
          <a:endParaRPr lang="uk-UA"/>
        </a:p>
      </dgm:t>
    </dgm:pt>
    <dgm:pt modelId="{4E828073-E84B-488A-A0F8-186BF4FF63B1}">
      <dgm:prSet/>
      <dgm:spPr/>
      <dgm:t>
        <a:bodyPr/>
        <a:lstStyle/>
        <a:p>
          <a:r>
            <a:rPr lang="uk-UA" b="0" i="0" dirty="0"/>
            <a:t>перенесення столиці своїх володінь до Львова</a:t>
          </a:r>
          <a:endParaRPr lang="uk-UA" dirty="0"/>
        </a:p>
      </dgm:t>
    </dgm:pt>
    <dgm:pt modelId="{8A0E6EDB-F066-4B42-A491-6D68DEA9A4E6}" type="parTrans" cxnId="{BF313D0E-E600-49EC-806A-FBE1FE3FFB78}">
      <dgm:prSet/>
      <dgm:spPr/>
      <dgm:t>
        <a:bodyPr/>
        <a:lstStyle/>
        <a:p>
          <a:endParaRPr lang="uk-UA"/>
        </a:p>
      </dgm:t>
    </dgm:pt>
    <dgm:pt modelId="{62B777A1-9499-44E4-9451-BF7BEED46B25}" type="sibTrans" cxnId="{BF313D0E-E600-49EC-806A-FBE1FE3FFB78}">
      <dgm:prSet/>
      <dgm:spPr/>
      <dgm:t>
        <a:bodyPr/>
        <a:lstStyle/>
        <a:p>
          <a:endParaRPr lang="uk-UA"/>
        </a:p>
      </dgm:t>
    </dgm:pt>
    <dgm:pt modelId="{F6C2DEB3-FEA9-4A04-A749-CF429BE75A13}">
      <dgm:prSet/>
      <dgm:spPr/>
      <dgm:t>
        <a:bodyPr/>
        <a:lstStyle/>
        <a:p>
          <a:r>
            <a:rPr lang="uk-UA" b="0" i="0" dirty="0"/>
            <a:t>створення окремої Галицької митрополії</a:t>
          </a:r>
          <a:endParaRPr lang="uk-UA" dirty="0"/>
        </a:p>
      </dgm:t>
    </dgm:pt>
    <dgm:pt modelId="{12760CB6-2839-4AF2-B30D-65E8FA7DB2E7}" type="parTrans" cxnId="{34CA533C-7D74-407B-BD13-D2F617DF3A3A}">
      <dgm:prSet/>
      <dgm:spPr/>
      <dgm:t>
        <a:bodyPr/>
        <a:lstStyle/>
        <a:p>
          <a:endParaRPr lang="uk-UA"/>
        </a:p>
      </dgm:t>
    </dgm:pt>
    <dgm:pt modelId="{37EE75FB-9E67-4C5E-87BB-7B2BC9202D83}" type="sibTrans" cxnId="{34CA533C-7D74-407B-BD13-D2F617DF3A3A}">
      <dgm:prSet/>
      <dgm:spPr/>
      <dgm:t>
        <a:bodyPr/>
        <a:lstStyle/>
        <a:p>
          <a:endParaRPr lang="uk-UA"/>
        </a:p>
      </dgm:t>
    </dgm:pt>
    <dgm:pt modelId="{392DC3C2-30A7-4C77-993F-C636657B1EDD}" type="pres">
      <dgm:prSet presAssocID="{82ED4DE2-95E8-4836-A2DB-91E5C240F775}" presName="linear" presStyleCnt="0">
        <dgm:presLayoutVars>
          <dgm:animLvl val="lvl"/>
          <dgm:resizeHandles val="exact"/>
        </dgm:presLayoutVars>
      </dgm:prSet>
      <dgm:spPr/>
    </dgm:pt>
    <dgm:pt modelId="{A18A22C9-6E74-4098-93F5-EADB0FE00423}" type="pres">
      <dgm:prSet presAssocID="{FA14D6D8-890E-4B24-A8E4-AA4963308DE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AD5EF3-9565-474B-A849-4AC5D8EB17E8}" type="pres">
      <dgm:prSet presAssocID="{83A1DA40-C11A-4626-AB20-2D07A031C8E8}" presName="spacer" presStyleCnt="0"/>
      <dgm:spPr/>
    </dgm:pt>
    <dgm:pt modelId="{06E3CB83-FE09-4DB2-A201-233484D4F0BF}" type="pres">
      <dgm:prSet presAssocID="{4E828073-E84B-488A-A0F8-186BF4FF63B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70827E-0732-401F-96D1-210207A9970E}" type="pres">
      <dgm:prSet presAssocID="{62B777A1-9499-44E4-9451-BF7BEED46B25}" presName="spacer" presStyleCnt="0"/>
      <dgm:spPr/>
    </dgm:pt>
    <dgm:pt modelId="{3751DE54-62ED-403A-B2ED-9AA27CE34FF3}" type="pres">
      <dgm:prSet presAssocID="{F6C2DEB3-FEA9-4A04-A749-CF429BE75A1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F313D0E-E600-49EC-806A-FBE1FE3FFB78}" srcId="{82ED4DE2-95E8-4836-A2DB-91E5C240F775}" destId="{4E828073-E84B-488A-A0F8-186BF4FF63B1}" srcOrd="1" destOrd="0" parTransId="{8A0E6EDB-F066-4B42-A491-6D68DEA9A4E6}" sibTransId="{62B777A1-9499-44E4-9451-BF7BEED46B25}"/>
    <dgm:cxn modelId="{34CA533C-7D74-407B-BD13-D2F617DF3A3A}" srcId="{82ED4DE2-95E8-4836-A2DB-91E5C240F775}" destId="{F6C2DEB3-FEA9-4A04-A749-CF429BE75A13}" srcOrd="2" destOrd="0" parTransId="{12760CB6-2839-4AF2-B30D-65E8FA7DB2E7}" sibTransId="{37EE75FB-9E67-4C5E-87BB-7B2BC9202D83}"/>
    <dgm:cxn modelId="{CCFA4779-9E15-462E-BB8D-35907F8B6935}" type="presOf" srcId="{F6C2DEB3-FEA9-4A04-A749-CF429BE75A13}" destId="{3751DE54-62ED-403A-B2ED-9AA27CE34FF3}" srcOrd="0" destOrd="0" presId="urn:microsoft.com/office/officeart/2005/8/layout/vList2"/>
    <dgm:cxn modelId="{EEFBF385-1CAB-46FD-B24F-192212408927}" srcId="{82ED4DE2-95E8-4836-A2DB-91E5C240F775}" destId="{FA14D6D8-890E-4B24-A8E4-AA4963308DE5}" srcOrd="0" destOrd="0" parTransId="{1422D102-4797-43A4-9F9B-18A3C5F46D79}" sibTransId="{83A1DA40-C11A-4626-AB20-2D07A031C8E8}"/>
    <dgm:cxn modelId="{A3A6CEA5-4096-4DB3-8AA0-67D69E181875}" type="presOf" srcId="{FA14D6D8-890E-4B24-A8E4-AA4963308DE5}" destId="{A18A22C9-6E74-4098-93F5-EADB0FE00423}" srcOrd="0" destOrd="0" presId="urn:microsoft.com/office/officeart/2005/8/layout/vList2"/>
    <dgm:cxn modelId="{AB5030E4-751B-44CD-B8C4-7F623D148121}" type="presOf" srcId="{82ED4DE2-95E8-4836-A2DB-91E5C240F775}" destId="{392DC3C2-30A7-4C77-993F-C636657B1EDD}" srcOrd="0" destOrd="0" presId="urn:microsoft.com/office/officeart/2005/8/layout/vList2"/>
    <dgm:cxn modelId="{A8BAD6F7-6F8F-4F95-BDC2-AF8F15364045}" type="presOf" srcId="{4E828073-E84B-488A-A0F8-186BF4FF63B1}" destId="{06E3CB83-FE09-4DB2-A201-233484D4F0BF}" srcOrd="0" destOrd="0" presId="urn:microsoft.com/office/officeart/2005/8/layout/vList2"/>
    <dgm:cxn modelId="{6B8FCF2C-E970-4B61-B439-F5BC2E55D967}" type="presParOf" srcId="{392DC3C2-30A7-4C77-993F-C636657B1EDD}" destId="{A18A22C9-6E74-4098-93F5-EADB0FE00423}" srcOrd="0" destOrd="0" presId="urn:microsoft.com/office/officeart/2005/8/layout/vList2"/>
    <dgm:cxn modelId="{98B3CB36-B961-4112-83EA-0AE09135E750}" type="presParOf" srcId="{392DC3C2-30A7-4C77-993F-C636657B1EDD}" destId="{47AD5EF3-9565-474B-A849-4AC5D8EB17E8}" srcOrd="1" destOrd="0" presId="urn:microsoft.com/office/officeart/2005/8/layout/vList2"/>
    <dgm:cxn modelId="{13C9CB88-26BF-4D82-801B-9A9EFE9B56BE}" type="presParOf" srcId="{392DC3C2-30A7-4C77-993F-C636657B1EDD}" destId="{06E3CB83-FE09-4DB2-A201-233484D4F0BF}" srcOrd="2" destOrd="0" presId="urn:microsoft.com/office/officeart/2005/8/layout/vList2"/>
    <dgm:cxn modelId="{CD0EBFCB-942C-42FF-80E1-86C2C9A0333B}" type="presParOf" srcId="{392DC3C2-30A7-4C77-993F-C636657B1EDD}" destId="{B270827E-0732-401F-96D1-210207A9970E}" srcOrd="3" destOrd="0" presId="urn:microsoft.com/office/officeart/2005/8/layout/vList2"/>
    <dgm:cxn modelId="{BEB34E43-2772-4FB3-AF02-332219D0A7C9}" type="presParOf" srcId="{392DC3C2-30A7-4C77-993F-C636657B1EDD}" destId="{3751DE54-62ED-403A-B2ED-9AA27CE34FF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3B259D3-7B8A-4B6B-B2C9-9A3CBB6A471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6B50BD-02CA-4813-950C-99BC92C6E401}">
      <dgm:prSet/>
      <dgm:spPr/>
      <dgm:t>
        <a:bodyPr/>
        <a:lstStyle/>
        <a:p>
          <a:r>
            <a:rPr lang="uk-UA"/>
            <a:t>визнання зверхності Золотої Орди</a:t>
          </a:r>
        </a:p>
      </dgm:t>
    </dgm:pt>
    <dgm:pt modelId="{6AB91D72-FE30-481A-ADE6-BA5A8703E93E}" type="parTrans" cxnId="{2FA902D6-81B9-4F63-8DD5-277C3BEF51F3}">
      <dgm:prSet/>
      <dgm:spPr/>
      <dgm:t>
        <a:bodyPr/>
        <a:lstStyle/>
        <a:p>
          <a:endParaRPr lang="uk-UA"/>
        </a:p>
      </dgm:t>
    </dgm:pt>
    <dgm:pt modelId="{93499C51-3F94-4C86-99DA-CF9E4E1C805D}" type="sibTrans" cxnId="{2FA902D6-81B9-4F63-8DD5-277C3BEF51F3}">
      <dgm:prSet/>
      <dgm:spPr/>
      <dgm:t>
        <a:bodyPr/>
        <a:lstStyle/>
        <a:p>
          <a:endParaRPr lang="uk-UA"/>
        </a:p>
      </dgm:t>
    </dgm:pt>
    <dgm:pt modelId="{2837E768-0712-4F89-BF8C-328F73FA8F81}">
      <dgm:prSet/>
      <dgm:spPr/>
      <dgm:t>
        <a:bodyPr/>
        <a:lstStyle/>
        <a:p>
          <a:r>
            <a:rPr lang="uk-UA"/>
            <a:t>прийняття титулу «короля Русі»</a:t>
          </a:r>
        </a:p>
      </dgm:t>
    </dgm:pt>
    <dgm:pt modelId="{02315AEF-5B09-4465-9971-151EF259337E}" type="parTrans" cxnId="{AE9573EC-1792-4A86-9436-1904A5E48325}">
      <dgm:prSet/>
      <dgm:spPr/>
      <dgm:t>
        <a:bodyPr/>
        <a:lstStyle/>
        <a:p>
          <a:endParaRPr lang="uk-UA"/>
        </a:p>
      </dgm:t>
    </dgm:pt>
    <dgm:pt modelId="{6B07FD51-CD7A-4041-83FF-EC3EE2E98BD1}" type="sibTrans" cxnId="{AE9573EC-1792-4A86-9436-1904A5E48325}">
      <dgm:prSet/>
      <dgm:spPr/>
      <dgm:t>
        <a:bodyPr/>
        <a:lstStyle/>
        <a:p>
          <a:endParaRPr lang="uk-UA"/>
        </a:p>
      </dgm:t>
    </dgm:pt>
    <dgm:pt modelId="{8047CD22-823A-4200-92EC-8C93A63D98BE}">
      <dgm:prSet/>
      <dgm:spPr/>
      <dgm:t>
        <a:bodyPr/>
        <a:lstStyle/>
        <a:p>
          <a:r>
            <a:rPr lang="uk-UA"/>
            <a:t>підтримка католицької церкви</a:t>
          </a:r>
        </a:p>
      </dgm:t>
    </dgm:pt>
    <dgm:pt modelId="{5FB5D151-69C9-41C1-AD70-C59D924B5217}" type="parTrans" cxnId="{CEFC89C6-81D6-401F-80CF-9844C0BB324E}">
      <dgm:prSet/>
      <dgm:spPr/>
      <dgm:t>
        <a:bodyPr/>
        <a:lstStyle/>
        <a:p>
          <a:endParaRPr lang="uk-UA"/>
        </a:p>
      </dgm:t>
    </dgm:pt>
    <dgm:pt modelId="{05FBB8B3-2FE1-4887-A1B0-49550540226E}" type="sibTrans" cxnId="{CEFC89C6-81D6-401F-80CF-9844C0BB324E}">
      <dgm:prSet/>
      <dgm:spPr/>
      <dgm:t>
        <a:bodyPr/>
        <a:lstStyle/>
        <a:p>
          <a:endParaRPr lang="uk-UA"/>
        </a:p>
      </dgm:t>
    </dgm:pt>
    <dgm:pt modelId="{5EFAE04E-27A7-462F-87B3-42004E820C2D}">
      <dgm:prSet/>
      <dgm:spPr/>
      <dgm:t>
        <a:bodyPr/>
        <a:lstStyle/>
        <a:p>
          <a:r>
            <a:rPr lang="uk-UA" dirty="0"/>
            <a:t>приєднання до князівства Закарпаття та Люблінської землі</a:t>
          </a:r>
        </a:p>
      </dgm:t>
    </dgm:pt>
    <dgm:pt modelId="{CA978826-2884-4363-BD82-5E22DC6E7EBA}" type="parTrans" cxnId="{32031A44-01A2-4380-B8F3-C6CF8F892609}">
      <dgm:prSet/>
      <dgm:spPr/>
      <dgm:t>
        <a:bodyPr/>
        <a:lstStyle/>
        <a:p>
          <a:endParaRPr lang="uk-UA"/>
        </a:p>
      </dgm:t>
    </dgm:pt>
    <dgm:pt modelId="{1685692B-1D00-4747-8259-F2B321CD7A1E}" type="sibTrans" cxnId="{32031A44-01A2-4380-B8F3-C6CF8F892609}">
      <dgm:prSet/>
      <dgm:spPr/>
      <dgm:t>
        <a:bodyPr/>
        <a:lstStyle/>
        <a:p>
          <a:endParaRPr lang="uk-UA"/>
        </a:p>
      </dgm:t>
    </dgm:pt>
    <dgm:pt modelId="{B9E490EA-A73C-4644-903D-C4EB5F828400}" type="pres">
      <dgm:prSet presAssocID="{93B259D3-7B8A-4B6B-B2C9-9A3CBB6A471F}" presName="linear" presStyleCnt="0">
        <dgm:presLayoutVars>
          <dgm:animLvl val="lvl"/>
          <dgm:resizeHandles val="exact"/>
        </dgm:presLayoutVars>
      </dgm:prSet>
      <dgm:spPr/>
    </dgm:pt>
    <dgm:pt modelId="{7B298809-D904-44B8-96A7-60734E12E102}" type="pres">
      <dgm:prSet presAssocID="{866B50BD-02CA-4813-950C-99BC92C6E40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6915F9-CCD9-4A2B-B031-8F609B1207FD}" type="pres">
      <dgm:prSet presAssocID="{93499C51-3F94-4C86-99DA-CF9E4E1C805D}" presName="spacer" presStyleCnt="0"/>
      <dgm:spPr/>
    </dgm:pt>
    <dgm:pt modelId="{D27F6AF7-D54B-416D-9100-9932D7D485D0}" type="pres">
      <dgm:prSet presAssocID="{2837E768-0712-4F89-BF8C-328F73FA8F8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132F40-AD7A-473B-B018-FCE939C2F181}" type="pres">
      <dgm:prSet presAssocID="{6B07FD51-CD7A-4041-83FF-EC3EE2E98BD1}" presName="spacer" presStyleCnt="0"/>
      <dgm:spPr/>
    </dgm:pt>
    <dgm:pt modelId="{F9D5F49E-CAF9-4887-AFFB-75FFD5B75BDB}" type="pres">
      <dgm:prSet presAssocID="{8047CD22-823A-4200-92EC-8C93A63D98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B82267-0E9A-4546-AD4D-DA0F683C3359}" type="pres">
      <dgm:prSet presAssocID="{05FBB8B3-2FE1-4887-A1B0-49550540226E}" presName="spacer" presStyleCnt="0"/>
      <dgm:spPr/>
    </dgm:pt>
    <dgm:pt modelId="{DD9163E7-9DFE-478B-8FD5-C2DB59138F7D}" type="pres">
      <dgm:prSet presAssocID="{5EFAE04E-27A7-462F-87B3-42004E820C2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B283D07-60AD-428B-BCAE-A569BD66F74F}" type="presOf" srcId="{8047CD22-823A-4200-92EC-8C93A63D98BE}" destId="{F9D5F49E-CAF9-4887-AFFB-75FFD5B75BDB}" srcOrd="0" destOrd="0" presId="urn:microsoft.com/office/officeart/2005/8/layout/vList2"/>
    <dgm:cxn modelId="{D2392A14-4612-494A-95A5-4A391BF26B08}" type="presOf" srcId="{5EFAE04E-27A7-462F-87B3-42004E820C2D}" destId="{DD9163E7-9DFE-478B-8FD5-C2DB59138F7D}" srcOrd="0" destOrd="0" presId="urn:microsoft.com/office/officeart/2005/8/layout/vList2"/>
    <dgm:cxn modelId="{AF0C0F37-0179-42DA-84AF-F7E5BBCA3682}" type="presOf" srcId="{2837E768-0712-4F89-BF8C-328F73FA8F81}" destId="{D27F6AF7-D54B-416D-9100-9932D7D485D0}" srcOrd="0" destOrd="0" presId="urn:microsoft.com/office/officeart/2005/8/layout/vList2"/>
    <dgm:cxn modelId="{32031A44-01A2-4380-B8F3-C6CF8F892609}" srcId="{93B259D3-7B8A-4B6B-B2C9-9A3CBB6A471F}" destId="{5EFAE04E-27A7-462F-87B3-42004E820C2D}" srcOrd="3" destOrd="0" parTransId="{CA978826-2884-4363-BD82-5E22DC6E7EBA}" sibTransId="{1685692B-1D00-4747-8259-F2B321CD7A1E}"/>
    <dgm:cxn modelId="{043379C2-33E0-4CCD-B16C-D3B96F932605}" type="presOf" srcId="{93B259D3-7B8A-4B6B-B2C9-9A3CBB6A471F}" destId="{B9E490EA-A73C-4644-903D-C4EB5F828400}" srcOrd="0" destOrd="0" presId="urn:microsoft.com/office/officeart/2005/8/layout/vList2"/>
    <dgm:cxn modelId="{CEFC89C6-81D6-401F-80CF-9844C0BB324E}" srcId="{93B259D3-7B8A-4B6B-B2C9-9A3CBB6A471F}" destId="{8047CD22-823A-4200-92EC-8C93A63D98BE}" srcOrd="2" destOrd="0" parTransId="{5FB5D151-69C9-41C1-AD70-C59D924B5217}" sibTransId="{05FBB8B3-2FE1-4887-A1B0-49550540226E}"/>
    <dgm:cxn modelId="{E8F3DFCB-48A0-4C63-98DA-FDD803609AD9}" type="presOf" srcId="{866B50BD-02CA-4813-950C-99BC92C6E401}" destId="{7B298809-D904-44B8-96A7-60734E12E102}" srcOrd="0" destOrd="0" presId="urn:microsoft.com/office/officeart/2005/8/layout/vList2"/>
    <dgm:cxn modelId="{2FA902D6-81B9-4F63-8DD5-277C3BEF51F3}" srcId="{93B259D3-7B8A-4B6B-B2C9-9A3CBB6A471F}" destId="{866B50BD-02CA-4813-950C-99BC92C6E401}" srcOrd="0" destOrd="0" parTransId="{6AB91D72-FE30-481A-ADE6-BA5A8703E93E}" sibTransId="{93499C51-3F94-4C86-99DA-CF9E4E1C805D}"/>
    <dgm:cxn modelId="{AE9573EC-1792-4A86-9436-1904A5E48325}" srcId="{93B259D3-7B8A-4B6B-B2C9-9A3CBB6A471F}" destId="{2837E768-0712-4F89-BF8C-328F73FA8F81}" srcOrd="1" destOrd="0" parTransId="{02315AEF-5B09-4465-9971-151EF259337E}" sibTransId="{6B07FD51-CD7A-4041-83FF-EC3EE2E98BD1}"/>
    <dgm:cxn modelId="{2CAFE507-1D78-458B-BC6A-98BAC425AC64}" type="presParOf" srcId="{B9E490EA-A73C-4644-903D-C4EB5F828400}" destId="{7B298809-D904-44B8-96A7-60734E12E102}" srcOrd="0" destOrd="0" presId="urn:microsoft.com/office/officeart/2005/8/layout/vList2"/>
    <dgm:cxn modelId="{9ADCAE9A-9C8A-4B5C-8EED-A6A1CD347EB3}" type="presParOf" srcId="{B9E490EA-A73C-4644-903D-C4EB5F828400}" destId="{AD6915F9-CCD9-4A2B-B031-8F609B1207FD}" srcOrd="1" destOrd="0" presId="urn:microsoft.com/office/officeart/2005/8/layout/vList2"/>
    <dgm:cxn modelId="{EC1A4429-41E4-478B-A871-4606DDDFABF5}" type="presParOf" srcId="{B9E490EA-A73C-4644-903D-C4EB5F828400}" destId="{D27F6AF7-D54B-416D-9100-9932D7D485D0}" srcOrd="2" destOrd="0" presId="urn:microsoft.com/office/officeart/2005/8/layout/vList2"/>
    <dgm:cxn modelId="{F6DA86D7-8055-4C39-9727-2867E495E8F9}" type="presParOf" srcId="{B9E490EA-A73C-4644-903D-C4EB5F828400}" destId="{BE132F40-AD7A-473B-B018-FCE939C2F181}" srcOrd="3" destOrd="0" presId="urn:microsoft.com/office/officeart/2005/8/layout/vList2"/>
    <dgm:cxn modelId="{06343CFE-2089-4655-BFAB-1BC01FB11264}" type="presParOf" srcId="{B9E490EA-A73C-4644-903D-C4EB5F828400}" destId="{F9D5F49E-CAF9-4887-AFFB-75FFD5B75BDB}" srcOrd="4" destOrd="0" presId="urn:microsoft.com/office/officeart/2005/8/layout/vList2"/>
    <dgm:cxn modelId="{835FEAA2-A5C5-4E18-9F9D-A21AFCA6C93B}" type="presParOf" srcId="{B9E490EA-A73C-4644-903D-C4EB5F828400}" destId="{1CB82267-0E9A-4546-AD4D-DA0F683C3359}" srcOrd="5" destOrd="0" presId="urn:microsoft.com/office/officeart/2005/8/layout/vList2"/>
    <dgm:cxn modelId="{4C155C37-58EE-4153-B9FE-CC4EFB0280F6}" type="presParOf" srcId="{B9E490EA-A73C-4644-903D-C4EB5F828400}" destId="{DD9163E7-9DFE-478B-8FD5-C2DB59138F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4E3E7535-0274-4015-97F9-32096313AA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1733A6-E761-43D1-AB77-FB8149FFD5FD}">
      <dgm:prSet/>
      <dgm:spPr/>
      <dgm:t>
        <a:bodyPr/>
        <a:lstStyle/>
        <a:p>
          <a:r>
            <a:rPr lang="ru-RU" b="0" i="0"/>
            <a:t>Ярослава Мудрого.</a:t>
          </a:r>
          <a:endParaRPr lang="uk-UA"/>
        </a:p>
      </dgm:t>
    </dgm:pt>
    <dgm:pt modelId="{A9421542-5C24-49D5-B5AB-B9B2C86F3632}" type="parTrans" cxnId="{1108F155-9553-48F3-8715-FD62C23D2A08}">
      <dgm:prSet/>
      <dgm:spPr/>
      <dgm:t>
        <a:bodyPr/>
        <a:lstStyle/>
        <a:p>
          <a:endParaRPr lang="uk-UA"/>
        </a:p>
      </dgm:t>
    </dgm:pt>
    <dgm:pt modelId="{1547902A-E6F3-418A-A305-996C379A9E8B}" type="sibTrans" cxnId="{1108F155-9553-48F3-8715-FD62C23D2A08}">
      <dgm:prSet/>
      <dgm:spPr/>
      <dgm:t>
        <a:bodyPr/>
        <a:lstStyle/>
        <a:p>
          <a:endParaRPr lang="uk-UA"/>
        </a:p>
      </dgm:t>
    </dgm:pt>
    <dgm:pt modelId="{6C05BED8-D356-492A-8400-B73580B6DF14}">
      <dgm:prSet/>
      <dgm:spPr/>
      <dgm:t>
        <a:bodyPr/>
        <a:lstStyle/>
        <a:p>
          <a:r>
            <a:rPr lang="ru-RU" b="0" i="0" dirty="0"/>
            <a:t>Данила </a:t>
          </a:r>
          <a:r>
            <a:rPr lang="ru-RU" b="0" i="0" dirty="0" err="1"/>
            <a:t>Галицького</a:t>
          </a:r>
          <a:r>
            <a:rPr lang="ru-RU" b="0" i="0" dirty="0"/>
            <a:t>.</a:t>
          </a:r>
          <a:endParaRPr lang="uk-UA" dirty="0"/>
        </a:p>
      </dgm:t>
    </dgm:pt>
    <dgm:pt modelId="{7C538357-768B-4F50-A13A-9025EF73EA5C}" type="parTrans" cxnId="{21318383-9704-4D5F-BA57-4CBB1E2920FA}">
      <dgm:prSet/>
      <dgm:spPr/>
      <dgm:t>
        <a:bodyPr/>
        <a:lstStyle/>
        <a:p>
          <a:endParaRPr lang="uk-UA"/>
        </a:p>
      </dgm:t>
    </dgm:pt>
    <dgm:pt modelId="{E5AF4037-7DDC-40AF-8FD8-CB33ACD68FF7}" type="sibTrans" cxnId="{21318383-9704-4D5F-BA57-4CBB1E2920FA}">
      <dgm:prSet/>
      <dgm:spPr/>
      <dgm:t>
        <a:bodyPr/>
        <a:lstStyle/>
        <a:p>
          <a:endParaRPr lang="uk-UA"/>
        </a:p>
      </dgm:t>
    </dgm:pt>
    <dgm:pt modelId="{27A83353-C3F3-4783-A3B2-61113A244654}">
      <dgm:prSet/>
      <dgm:spPr/>
      <dgm:t>
        <a:bodyPr/>
        <a:lstStyle/>
        <a:p>
          <a:r>
            <a:rPr lang="ru-RU" b="0" i="0" dirty="0"/>
            <a:t>Лева Даниловича.</a:t>
          </a:r>
          <a:endParaRPr lang="uk-UA" dirty="0"/>
        </a:p>
      </dgm:t>
    </dgm:pt>
    <dgm:pt modelId="{278E2198-04BC-4AB5-9AE3-081067711129}" type="parTrans" cxnId="{7846FDCD-43DB-44BD-8B47-FE411DEFEC8B}">
      <dgm:prSet/>
      <dgm:spPr/>
      <dgm:t>
        <a:bodyPr/>
        <a:lstStyle/>
        <a:p>
          <a:endParaRPr lang="uk-UA"/>
        </a:p>
      </dgm:t>
    </dgm:pt>
    <dgm:pt modelId="{031C1ADD-F4E7-4D90-8AA4-B14A6676CC17}" type="sibTrans" cxnId="{7846FDCD-43DB-44BD-8B47-FE411DEFEC8B}">
      <dgm:prSet/>
      <dgm:spPr/>
      <dgm:t>
        <a:bodyPr/>
        <a:lstStyle/>
        <a:p>
          <a:endParaRPr lang="uk-UA"/>
        </a:p>
      </dgm:t>
    </dgm:pt>
    <dgm:pt modelId="{AAE52746-16AD-4F89-B274-B87D6FA3E83D}">
      <dgm:prSet/>
      <dgm:spPr/>
      <dgm:t>
        <a:bodyPr/>
        <a:lstStyle/>
        <a:p>
          <a:r>
            <a:rPr lang="ru-RU" b="0" i="0" dirty="0" err="1"/>
            <a:t>Юрія</a:t>
          </a:r>
          <a:r>
            <a:rPr lang="ru-RU" b="0" i="0" dirty="0"/>
            <a:t> І Львовича.</a:t>
          </a:r>
          <a:endParaRPr lang="uk-UA" dirty="0"/>
        </a:p>
      </dgm:t>
    </dgm:pt>
    <dgm:pt modelId="{38641336-96D4-43F3-A53A-5CE999B289C0}" type="parTrans" cxnId="{5E9ED716-C589-4749-841C-DE24A7392553}">
      <dgm:prSet/>
      <dgm:spPr/>
      <dgm:t>
        <a:bodyPr/>
        <a:lstStyle/>
        <a:p>
          <a:endParaRPr lang="uk-UA"/>
        </a:p>
      </dgm:t>
    </dgm:pt>
    <dgm:pt modelId="{E22C4B6C-DB76-4636-9EF0-58EBE9CA5B21}" type="sibTrans" cxnId="{5E9ED716-C589-4749-841C-DE24A7392553}">
      <dgm:prSet/>
      <dgm:spPr/>
      <dgm:t>
        <a:bodyPr/>
        <a:lstStyle/>
        <a:p>
          <a:endParaRPr lang="uk-UA"/>
        </a:p>
      </dgm:t>
    </dgm:pt>
    <dgm:pt modelId="{03161414-3D12-4F27-BD32-D9A93358693B}" type="pres">
      <dgm:prSet presAssocID="{4E3E7535-0274-4015-97F9-32096313AA59}" presName="linear" presStyleCnt="0">
        <dgm:presLayoutVars>
          <dgm:animLvl val="lvl"/>
          <dgm:resizeHandles val="exact"/>
        </dgm:presLayoutVars>
      </dgm:prSet>
      <dgm:spPr/>
    </dgm:pt>
    <dgm:pt modelId="{F8ECD943-8182-4C1B-81E0-7079A463B6DD}" type="pres">
      <dgm:prSet presAssocID="{EE1733A6-E761-43D1-AB77-FB8149FFD5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DBE5CB-6A91-4A97-BCB1-2EBDB29B0FED}" type="pres">
      <dgm:prSet presAssocID="{1547902A-E6F3-418A-A305-996C379A9E8B}" presName="spacer" presStyleCnt="0"/>
      <dgm:spPr/>
    </dgm:pt>
    <dgm:pt modelId="{95843535-D9B5-4C9A-AD35-F1E91BAE5479}" type="pres">
      <dgm:prSet presAssocID="{6C05BED8-D356-492A-8400-B73580B6DF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F26318-12ED-4AC4-BD5A-338F31099617}" type="pres">
      <dgm:prSet presAssocID="{E5AF4037-7DDC-40AF-8FD8-CB33ACD68FF7}" presName="spacer" presStyleCnt="0"/>
      <dgm:spPr/>
    </dgm:pt>
    <dgm:pt modelId="{B760EB15-47BB-4459-B8FF-E828A3CB49FA}" type="pres">
      <dgm:prSet presAssocID="{27A83353-C3F3-4783-A3B2-61113A2446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BD4BFA0-4795-4921-A709-E9E9C0077AD5}" type="pres">
      <dgm:prSet presAssocID="{031C1ADD-F4E7-4D90-8AA4-B14A6676CC17}" presName="spacer" presStyleCnt="0"/>
      <dgm:spPr/>
    </dgm:pt>
    <dgm:pt modelId="{6F627039-C3A1-4CD9-A072-05FECE59EE43}" type="pres">
      <dgm:prSet presAssocID="{AAE52746-16AD-4F89-B274-B87D6FA3E83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E9ED716-C589-4749-841C-DE24A7392553}" srcId="{4E3E7535-0274-4015-97F9-32096313AA59}" destId="{AAE52746-16AD-4F89-B274-B87D6FA3E83D}" srcOrd="3" destOrd="0" parTransId="{38641336-96D4-43F3-A53A-5CE999B289C0}" sibTransId="{E22C4B6C-DB76-4636-9EF0-58EBE9CA5B21}"/>
    <dgm:cxn modelId="{4728F334-170F-4461-AAF0-2832E65FE2F6}" type="presOf" srcId="{EE1733A6-E761-43D1-AB77-FB8149FFD5FD}" destId="{F8ECD943-8182-4C1B-81E0-7079A463B6DD}" srcOrd="0" destOrd="0" presId="urn:microsoft.com/office/officeart/2005/8/layout/vList2"/>
    <dgm:cxn modelId="{8C11D966-6335-4468-824F-2B13B3CCEAB9}" type="presOf" srcId="{6C05BED8-D356-492A-8400-B73580B6DF14}" destId="{95843535-D9B5-4C9A-AD35-F1E91BAE5479}" srcOrd="0" destOrd="0" presId="urn:microsoft.com/office/officeart/2005/8/layout/vList2"/>
    <dgm:cxn modelId="{1108F155-9553-48F3-8715-FD62C23D2A08}" srcId="{4E3E7535-0274-4015-97F9-32096313AA59}" destId="{EE1733A6-E761-43D1-AB77-FB8149FFD5FD}" srcOrd="0" destOrd="0" parTransId="{A9421542-5C24-49D5-B5AB-B9B2C86F3632}" sibTransId="{1547902A-E6F3-418A-A305-996C379A9E8B}"/>
    <dgm:cxn modelId="{21318383-9704-4D5F-BA57-4CBB1E2920FA}" srcId="{4E3E7535-0274-4015-97F9-32096313AA59}" destId="{6C05BED8-D356-492A-8400-B73580B6DF14}" srcOrd="1" destOrd="0" parTransId="{7C538357-768B-4F50-A13A-9025EF73EA5C}" sibTransId="{E5AF4037-7DDC-40AF-8FD8-CB33ACD68FF7}"/>
    <dgm:cxn modelId="{B8C98598-64AE-4274-99C8-0A7186FF42FE}" type="presOf" srcId="{AAE52746-16AD-4F89-B274-B87D6FA3E83D}" destId="{6F627039-C3A1-4CD9-A072-05FECE59EE43}" srcOrd="0" destOrd="0" presId="urn:microsoft.com/office/officeart/2005/8/layout/vList2"/>
    <dgm:cxn modelId="{60B47EC1-4118-48B3-BCE8-0212537C0ED7}" type="presOf" srcId="{27A83353-C3F3-4783-A3B2-61113A244654}" destId="{B760EB15-47BB-4459-B8FF-E828A3CB49FA}" srcOrd="0" destOrd="0" presId="urn:microsoft.com/office/officeart/2005/8/layout/vList2"/>
    <dgm:cxn modelId="{052607C8-9B34-485D-8501-73DE4FD8B060}" type="presOf" srcId="{4E3E7535-0274-4015-97F9-32096313AA59}" destId="{03161414-3D12-4F27-BD32-D9A93358693B}" srcOrd="0" destOrd="0" presId="urn:microsoft.com/office/officeart/2005/8/layout/vList2"/>
    <dgm:cxn modelId="{7846FDCD-43DB-44BD-8B47-FE411DEFEC8B}" srcId="{4E3E7535-0274-4015-97F9-32096313AA59}" destId="{27A83353-C3F3-4783-A3B2-61113A244654}" srcOrd="2" destOrd="0" parTransId="{278E2198-04BC-4AB5-9AE3-081067711129}" sibTransId="{031C1ADD-F4E7-4D90-8AA4-B14A6676CC17}"/>
    <dgm:cxn modelId="{EC53EC96-FFAE-45BC-BFBC-AB84785E9DFF}" type="presParOf" srcId="{03161414-3D12-4F27-BD32-D9A93358693B}" destId="{F8ECD943-8182-4C1B-81E0-7079A463B6DD}" srcOrd="0" destOrd="0" presId="urn:microsoft.com/office/officeart/2005/8/layout/vList2"/>
    <dgm:cxn modelId="{587B42F3-4EB1-486A-A009-23358025C93B}" type="presParOf" srcId="{03161414-3D12-4F27-BD32-D9A93358693B}" destId="{EADBE5CB-6A91-4A97-BCB1-2EBDB29B0FED}" srcOrd="1" destOrd="0" presId="urn:microsoft.com/office/officeart/2005/8/layout/vList2"/>
    <dgm:cxn modelId="{C7A3CD81-CD29-45AF-8E90-BC0C5269D60D}" type="presParOf" srcId="{03161414-3D12-4F27-BD32-D9A93358693B}" destId="{95843535-D9B5-4C9A-AD35-F1E91BAE5479}" srcOrd="2" destOrd="0" presId="urn:microsoft.com/office/officeart/2005/8/layout/vList2"/>
    <dgm:cxn modelId="{DE919D84-12DE-46D5-A66A-472699514B3F}" type="presParOf" srcId="{03161414-3D12-4F27-BD32-D9A93358693B}" destId="{70F26318-12ED-4AC4-BD5A-338F31099617}" srcOrd="3" destOrd="0" presId="urn:microsoft.com/office/officeart/2005/8/layout/vList2"/>
    <dgm:cxn modelId="{EB851306-79A6-4864-B822-9662A8E0BE02}" type="presParOf" srcId="{03161414-3D12-4F27-BD32-D9A93358693B}" destId="{B760EB15-47BB-4459-B8FF-E828A3CB49FA}" srcOrd="4" destOrd="0" presId="urn:microsoft.com/office/officeart/2005/8/layout/vList2"/>
    <dgm:cxn modelId="{9CD6E860-17A9-431D-AA8C-A94A175DFB2D}" type="presParOf" srcId="{03161414-3D12-4F27-BD32-D9A93358693B}" destId="{CBD4BFA0-4795-4921-A709-E9E9C0077AD5}" srcOrd="5" destOrd="0" presId="urn:microsoft.com/office/officeart/2005/8/layout/vList2"/>
    <dgm:cxn modelId="{68C5CA14-F9C1-4836-B11C-6220E6534230}" type="presParOf" srcId="{03161414-3D12-4F27-BD32-D9A93358693B}" destId="{6F627039-C3A1-4CD9-A072-05FECE59EE4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72004210-DCD7-4505-9F78-1F7944373C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135495-D3DF-489C-9439-2D587094F6DF}">
      <dgm:prSet/>
      <dgm:spPr/>
      <dgm:t>
        <a:bodyPr/>
        <a:lstStyle/>
        <a:p>
          <a:r>
            <a:rPr lang="ru-RU" b="0" i="0"/>
            <a:t>Данила Романовича</a:t>
          </a:r>
          <a:endParaRPr lang="uk-UA"/>
        </a:p>
      </dgm:t>
    </dgm:pt>
    <dgm:pt modelId="{A347D076-E4D7-4DC4-BDEC-FB3F925987A3}" type="parTrans" cxnId="{FC0FC15D-6D42-46EF-A601-EEEFA532781F}">
      <dgm:prSet/>
      <dgm:spPr/>
      <dgm:t>
        <a:bodyPr/>
        <a:lstStyle/>
        <a:p>
          <a:endParaRPr lang="uk-UA"/>
        </a:p>
      </dgm:t>
    </dgm:pt>
    <dgm:pt modelId="{F2E01E2A-BDE7-47D1-AF13-07F9D85D5884}" type="sibTrans" cxnId="{FC0FC15D-6D42-46EF-A601-EEEFA532781F}">
      <dgm:prSet/>
      <dgm:spPr/>
      <dgm:t>
        <a:bodyPr/>
        <a:lstStyle/>
        <a:p>
          <a:endParaRPr lang="uk-UA"/>
        </a:p>
      </dgm:t>
    </dgm:pt>
    <dgm:pt modelId="{98635158-0666-462A-B169-AFB0B665F0D7}">
      <dgm:prSet/>
      <dgm:spPr/>
      <dgm:t>
        <a:bodyPr/>
        <a:lstStyle/>
        <a:p>
          <a:r>
            <a:rPr lang="ru-RU" b="0" i="0" dirty="0"/>
            <a:t>Лева Даниловича</a:t>
          </a:r>
          <a:endParaRPr lang="uk-UA" dirty="0"/>
        </a:p>
      </dgm:t>
    </dgm:pt>
    <dgm:pt modelId="{EA6EC372-BB3F-446A-A3BF-60F63E0195B1}" type="parTrans" cxnId="{B97B0945-0BA1-45A0-AD26-C897ED86D4B4}">
      <dgm:prSet/>
      <dgm:spPr/>
      <dgm:t>
        <a:bodyPr/>
        <a:lstStyle/>
        <a:p>
          <a:endParaRPr lang="uk-UA"/>
        </a:p>
      </dgm:t>
    </dgm:pt>
    <dgm:pt modelId="{1AF92463-3A0A-4839-8774-67232218C27A}" type="sibTrans" cxnId="{B97B0945-0BA1-45A0-AD26-C897ED86D4B4}">
      <dgm:prSet/>
      <dgm:spPr/>
      <dgm:t>
        <a:bodyPr/>
        <a:lstStyle/>
        <a:p>
          <a:endParaRPr lang="uk-UA"/>
        </a:p>
      </dgm:t>
    </dgm:pt>
    <dgm:pt modelId="{7E0D217C-8D6E-4AD2-88B3-2E5403907F8C}">
      <dgm:prSet/>
      <dgm:spPr/>
      <dgm:t>
        <a:bodyPr/>
        <a:lstStyle/>
        <a:p>
          <a:r>
            <a:rPr lang="ru-RU" b="0" i="0"/>
            <a:t>Юрія І Львовича</a:t>
          </a:r>
          <a:endParaRPr lang="uk-UA"/>
        </a:p>
      </dgm:t>
    </dgm:pt>
    <dgm:pt modelId="{15C02413-9E08-464D-B6CB-28CAB6333D6E}" type="parTrans" cxnId="{5932307E-245E-4A1E-9E5C-FD6CA08F1C4D}">
      <dgm:prSet/>
      <dgm:spPr/>
      <dgm:t>
        <a:bodyPr/>
        <a:lstStyle/>
        <a:p>
          <a:endParaRPr lang="uk-UA"/>
        </a:p>
      </dgm:t>
    </dgm:pt>
    <dgm:pt modelId="{F8909563-0B37-47BA-BB99-349A1A672832}" type="sibTrans" cxnId="{5932307E-245E-4A1E-9E5C-FD6CA08F1C4D}">
      <dgm:prSet/>
      <dgm:spPr/>
      <dgm:t>
        <a:bodyPr/>
        <a:lstStyle/>
        <a:p>
          <a:endParaRPr lang="uk-UA"/>
        </a:p>
      </dgm:t>
    </dgm:pt>
    <dgm:pt modelId="{DC0383A8-C4B8-4EF6-A52B-4C9B36EAD87A}">
      <dgm:prSet/>
      <dgm:spPr/>
      <dgm:t>
        <a:bodyPr/>
        <a:lstStyle/>
        <a:p>
          <a:r>
            <a:rPr lang="ru-RU" b="0" i="0" dirty="0" err="1"/>
            <a:t>Юрія</a:t>
          </a:r>
          <a:r>
            <a:rPr lang="ru-RU" b="0" i="0" dirty="0"/>
            <a:t> ІІ Болеслава</a:t>
          </a:r>
          <a:endParaRPr lang="uk-UA" dirty="0"/>
        </a:p>
      </dgm:t>
    </dgm:pt>
    <dgm:pt modelId="{817F360B-3D9D-4DCD-8E23-073B9DEB1918}" type="parTrans" cxnId="{2026E75E-BAE8-4EEA-B951-76149A5B80DD}">
      <dgm:prSet/>
      <dgm:spPr/>
      <dgm:t>
        <a:bodyPr/>
        <a:lstStyle/>
        <a:p>
          <a:endParaRPr lang="uk-UA"/>
        </a:p>
      </dgm:t>
    </dgm:pt>
    <dgm:pt modelId="{714941B6-E9C6-4CAF-8FBC-1B66AD4C53E3}" type="sibTrans" cxnId="{2026E75E-BAE8-4EEA-B951-76149A5B80DD}">
      <dgm:prSet/>
      <dgm:spPr/>
      <dgm:t>
        <a:bodyPr/>
        <a:lstStyle/>
        <a:p>
          <a:endParaRPr lang="uk-UA"/>
        </a:p>
      </dgm:t>
    </dgm:pt>
    <dgm:pt modelId="{FB283FF0-41B7-4BEA-AA70-E6424F03E9E7}" type="pres">
      <dgm:prSet presAssocID="{72004210-DCD7-4505-9F78-1F7944373CF6}" presName="Name0" presStyleCnt="0">
        <dgm:presLayoutVars>
          <dgm:chMax val="7"/>
          <dgm:chPref val="7"/>
          <dgm:dir/>
        </dgm:presLayoutVars>
      </dgm:prSet>
      <dgm:spPr/>
    </dgm:pt>
    <dgm:pt modelId="{1DEE9C3E-D1ED-4954-AC26-E705D57ED155}" type="pres">
      <dgm:prSet presAssocID="{72004210-DCD7-4505-9F78-1F7944373CF6}" presName="Name1" presStyleCnt="0"/>
      <dgm:spPr/>
    </dgm:pt>
    <dgm:pt modelId="{76523943-D499-4C07-AFF2-9769C50FDED1}" type="pres">
      <dgm:prSet presAssocID="{72004210-DCD7-4505-9F78-1F7944373CF6}" presName="cycle" presStyleCnt="0"/>
      <dgm:spPr/>
    </dgm:pt>
    <dgm:pt modelId="{F551F678-3668-4D4E-8405-6EC9CF1967F4}" type="pres">
      <dgm:prSet presAssocID="{72004210-DCD7-4505-9F78-1F7944373CF6}" presName="srcNode" presStyleLbl="node1" presStyleIdx="0" presStyleCnt="4"/>
      <dgm:spPr/>
    </dgm:pt>
    <dgm:pt modelId="{FF5615F9-36B3-4AC3-B5DC-9ABF4CBB8F93}" type="pres">
      <dgm:prSet presAssocID="{72004210-DCD7-4505-9F78-1F7944373CF6}" presName="conn" presStyleLbl="parChTrans1D2" presStyleIdx="0" presStyleCnt="1"/>
      <dgm:spPr/>
    </dgm:pt>
    <dgm:pt modelId="{F347B895-EFB9-4BF6-B6F9-615BA40C2537}" type="pres">
      <dgm:prSet presAssocID="{72004210-DCD7-4505-9F78-1F7944373CF6}" presName="extraNode" presStyleLbl="node1" presStyleIdx="0" presStyleCnt="4"/>
      <dgm:spPr/>
    </dgm:pt>
    <dgm:pt modelId="{B563EA6A-CB77-475D-BF50-9A25AA8399CC}" type="pres">
      <dgm:prSet presAssocID="{72004210-DCD7-4505-9F78-1F7944373CF6}" presName="dstNode" presStyleLbl="node1" presStyleIdx="0" presStyleCnt="4"/>
      <dgm:spPr/>
    </dgm:pt>
    <dgm:pt modelId="{28D31E6E-A329-4282-BA9E-8377F50A60A5}" type="pres">
      <dgm:prSet presAssocID="{5A135495-D3DF-489C-9439-2D587094F6DF}" presName="text_1" presStyleLbl="node1" presStyleIdx="0" presStyleCnt="4">
        <dgm:presLayoutVars>
          <dgm:bulletEnabled val="1"/>
        </dgm:presLayoutVars>
      </dgm:prSet>
      <dgm:spPr/>
    </dgm:pt>
    <dgm:pt modelId="{C0B1548F-BB08-406C-85D8-A4A06A59960F}" type="pres">
      <dgm:prSet presAssocID="{5A135495-D3DF-489C-9439-2D587094F6DF}" presName="accent_1" presStyleCnt="0"/>
      <dgm:spPr/>
    </dgm:pt>
    <dgm:pt modelId="{C9B541CB-4E95-42FD-A374-4C9FC9A926B8}" type="pres">
      <dgm:prSet presAssocID="{5A135495-D3DF-489C-9439-2D587094F6DF}" presName="accentRepeatNode" presStyleLbl="solidFgAcc1" presStyleIdx="0" presStyleCnt="4"/>
      <dgm:spPr/>
    </dgm:pt>
    <dgm:pt modelId="{430C606B-7A2C-4A98-A7FD-FDC14617AB8B}" type="pres">
      <dgm:prSet presAssocID="{98635158-0666-462A-B169-AFB0B665F0D7}" presName="text_2" presStyleLbl="node1" presStyleIdx="1" presStyleCnt="4">
        <dgm:presLayoutVars>
          <dgm:bulletEnabled val="1"/>
        </dgm:presLayoutVars>
      </dgm:prSet>
      <dgm:spPr/>
    </dgm:pt>
    <dgm:pt modelId="{BD9F62FA-A7B8-4E39-BE89-B0226AF28B7F}" type="pres">
      <dgm:prSet presAssocID="{98635158-0666-462A-B169-AFB0B665F0D7}" presName="accent_2" presStyleCnt="0"/>
      <dgm:spPr/>
    </dgm:pt>
    <dgm:pt modelId="{6D0DA477-6F88-4CC1-9918-568DFEFAA358}" type="pres">
      <dgm:prSet presAssocID="{98635158-0666-462A-B169-AFB0B665F0D7}" presName="accentRepeatNode" presStyleLbl="solidFgAcc1" presStyleIdx="1" presStyleCnt="4"/>
      <dgm:spPr/>
    </dgm:pt>
    <dgm:pt modelId="{81DE937C-9811-4591-8487-5B0205ECC57F}" type="pres">
      <dgm:prSet presAssocID="{7E0D217C-8D6E-4AD2-88B3-2E5403907F8C}" presName="text_3" presStyleLbl="node1" presStyleIdx="2" presStyleCnt="4">
        <dgm:presLayoutVars>
          <dgm:bulletEnabled val="1"/>
        </dgm:presLayoutVars>
      </dgm:prSet>
      <dgm:spPr/>
    </dgm:pt>
    <dgm:pt modelId="{342510F1-8448-48A6-93E8-7A7AAF9A1F60}" type="pres">
      <dgm:prSet presAssocID="{7E0D217C-8D6E-4AD2-88B3-2E5403907F8C}" presName="accent_3" presStyleCnt="0"/>
      <dgm:spPr/>
    </dgm:pt>
    <dgm:pt modelId="{8A047575-93E6-43EA-890B-89E49F86BEAA}" type="pres">
      <dgm:prSet presAssocID="{7E0D217C-8D6E-4AD2-88B3-2E5403907F8C}" presName="accentRepeatNode" presStyleLbl="solidFgAcc1" presStyleIdx="2" presStyleCnt="4"/>
      <dgm:spPr/>
    </dgm:pt>
    <dgm:pt modelId="{AD016BC3-4774-470E-9AC8-783C0EDFC4E2}" type="pres">
      <dgm:prSet presAssocID="{DC0383A8-C4B8-4EF6-A52B-4C9B36EAD87A}" presName="text_4" presStyleLbl="node1" presStyleIdx="3" presStyleCnt="4">
        <dgm:presLayoutVars>
          <dgm:bulletEnabled val="1"/>
        </dgm:presLayoutVars>
      </dgm:prSet>
      <dgm:spPr/>
    </dgm:pt>
    <dgm:pt modelId="{D859601B-0BD5-4F85-A8E7-DA1D822F959E}" type="pres">
      <dgm:prSet presAssocID="{DC0383A8-C4B8-4EF6-A52B-4C9B36EAD87A}" presName="accent_4" presStyleCnt="0"/>
      <dgm:spPr/>
    </dgm:pt>
    <dgm:pt modelId="{169D827B-AEAE-4F8F-AB10-830582AE224B}" type="pres">
      <dgm:prSet presAssocID="{DC0383A8-C4B8-4EF6-A52B-4C9B36EAD87A}" presName="accentRepeatNode" presStyleLbl="solidFgAcc1" presStyleIdx="3" presStyleCnt="4"/>
      <dgm:spPr/>
    </dgm:pt>
  </dgm:ptLst>
  <dgm:cxnLst>
    <dgm:cxn modelId="{9974D721-D046-4A19-9869-343FA6C37668}" type="presOf" srcId="{DC0383A8-C4B8-4EF6-A52B-4C9B36EAD87A}" destId="{AD016BC3-4774-470E-9AC8-783C0EDFC4E2}" srcOrd="0" destOrd="0" presId="urn:microsoft.com/office/officeart/2008/layout/VerticalCurvedList"/>
    <dgm:cxn modelId="{FA8EEE5C-BC85-4479-AFB7-992BDD1AA4B3}" type="presOf" srcId="{98635158-0666-462A-B169-AFB0B665F0D7}" destId="{430C606B-7A2C-4A98-A7FD-FDC14617AB8B}" srcOrd="0" destOrd="0" presId="urn:microsoft.com/office/officeart/2008/layout/VerticalCurvedList"/>
    <dgm:cxn modelId="{FC0FC15D-6D42-46EF-A601-EEEFA532781F}" srcId="{72004210-DCD7-4505-9F78-1F7944373CF6}" destId="{5A135495-D3DF-489C-9439-2D587094F6DF}" srcOrd="0" destOrd="0" parTransId="{A347D076-E4D7-4DC4-BDEC-FB3F925987A3}" sibTransId="{F2E01E2A-BDE7-47D1-AF13-07F9D85D5884}"/>
    <dgm:cxn modelId="{2026E75E-BAE8-4EEA-B951-76149A5B80DD}" srcId="{72004210-DCD7-4505-9F78-1F7944373CF6}" destId="{DC0383A8-C4B8-4EF6-A52B-4C9B36EAD87A}" srcOrd="3" destOrd="0" parTransId="{817F360B-3D9D-4DCD-8E23-073B9DEB1918}" sibTransId="{714941B6-E9C6-4CAF-8FBC-1B66AD4C53E3}"/>
    <dgm:cxn modelId="{B97B0945-0BA1-45A0-AD26-C897ED86D4B4}" srcId="{72004210-DCD7-4505-9F78-1F7944373CF6}" destId="{98635158-0666-462A-B169-AFB0B665F0D7}" srcOrd="1" destOrd="0" parTransId="{EA6EC372-BB3F-446A-A3BF-60F63E0195B1}" sibTransId="{1AF92463-3A0A-4839-8774-67232218C27A}"/>
    <dgm:cxn modelId="{9E5F2F68-73DA-42AA-B8AA-70BDDF5EDCB2}" type="presOf" srcId="{F2E01E2A-BDE7-47D1-AF13-07F9D85D5884}" destId="{FF5615F9-36B3-4AC3-B5DC-9ABF4CBB8F93}" srcOrd="0" destOrd="0" presId="urn:microsoft.com/office/officeart/2008/layout/VerticalCurvedList"/>
    <dgm:cxn modelId="{5932307E-245E-4A1E-9E5C-FD6CA08F1C4D}" srcId="{72004210-DCD7-4505-9F78-1F7944373CF6}" destId="{7E0D217C-8D6E-4AD2-88B3-2E5403907F8C}" srcOrd="2" destOrd="0" parTransId="{15C02413-9E08-464D-B6CB-28CAB6333D6E}" sibTransId="{F8909563-0B37-47BA-BB99-349A1A672832}"/>
    <dgm:cxn modelId="{7D1B9981-14C6-4931-B7B2-DAD20CBB1D6E}" type="presOf" srcId="{72004210-DCD7-4505-9F78-1F7944373CF6}" destId="{FB283FF0-41B7-4BEA-AA70-E6424F03E9E7}" srcOrd="0" destOrd="0" presId="urn:microsoft.com/office/officeart/2008/layout/VerticalCurvedList"/>
    <dgm:cxn modelId="{0D8DAEA7-B503-405A-8047-74661C8EFE74}" type="presOf" srcId="{7E0D217C-8D6E-4AD2-88B3-2E5403907F8C}" destId="{81DE937C-9811-4591-8487-5B0205ECC57F}" srcOrd="0" destOrd="0" presId="urn:microsoft.com/office/officeart/2008/layout/VerticalCurvedList"/>
    <dgm:cxn modelId="{0B343EC8-9218-4FC8-913F-B60D9CA287BA}" type="presOf" srcId="{5A135495-D3DF-489C-9439-2D587094F6DF}" destId="{28D31E6E-A329-4282-BA9E-8377F50A60A5}" srcOrd="0" destOrd="0" presId="urn:microsoft.com/office/officeart/2008/layout/VerticalCurvedList"/>
    <dgm:cxn modelId="{23016181-8E89-4EAD-9A82-5479C6EC0F6E}" type="presParOf" srcId="{FB283FF0-41B7-4BEA-AA70-E6424F03E9E7}" destId="{1DEE9C3E-D1ED-4954-AC26-E705D57ED155}" srcOrd="0" destOrd="0" presId="urn:microsoft.com/office/officeart/2008/layout/VerticalCurvedList"/>
    <dgm:cxn modelId="{14386B22-18EA-4548-A35C-465E02A78175}" type="presParOf" srcId="{1DEE9C3E-D1ED-4954-AC26-E705D57ED155}" destId="{76523943-D499-4C07-AFF2-9769C50FDED1}" srcOrd="0" destOrd="0" presId="urn:microsoft.com/office/officeart/2008/layout/VerticalCurvedList"/>
    <dgm:cxn modelId="{FF38A332-640E-42E3-BE7F-FF8F00411E06}" type="presParOf" srcId="{76523943-D499-4C07-AFF2-9769C50FDED1}" destId="{F551F678-3668-4D4E-8405-6EC9CF1967F4}" srcOrd="0" destOrd="0" presId="urn:microsoft.com/office/officeart/2008/layout/VerticalCurvedList"/>
    <dgm:cxn modelId="{DDD4BED3-DD67-4497-A5E3-AF229355730A}" type="presParOf" srcId="{76523943-D499-4C07-AFF2-9769C50FDED1}" destId="{FF5615F9-36B3-4AC3-B5DC-9ABF4CBB8F93}" srcOrd="1" destOrd="0" presId="urn:microsoft.com/office/officeart/2008/layout/VerticalCurvedList"/>
    <dgm:cxn modelId="{509FED92-2A7B-40E4-9F7E-9A1E8E8CF863}" type="presParOf" srcId="{76523943-D499-4C07-AFF2-9769C50FDED1}" destId="{F347B895-EFB9-4BF6-B6F9-615BA40C2537}" srcOrd="2" destOrd="0" presId="urn:microsoft.com/office/officeart/2008/layout/VerticalCurvedList"/>
    <dgm:cxn modelId="{191E704F-8237-4F3C-94DD-D6D0EDF56C96}" type="presParOf" srcId="{76523943-D499-4C07-AFF2-9769C50FDED1}" destId="{B563EA6A-CB77-475D-BF50-9A25AA8399CC}" srcOrd="3" destOrd="0" presId="urn:microsoft.com/office/officeart/2008/layout/VerticalCurvedList"/>
    <dgm:cxn modelId="{C359013E-0221-43D5-919B-F82153815A7C}" type="presParOf" srcId="{1DEE9C3E-D1ED-4954-AC26-E705D57ED155}" destId="{28D31E6E-A329-4282-BA9E-8377F50A60A5}" srcOrd="1" destOrd="0" presId="urn:microsoft.com/office/officeart/2008/layout/VerticalCurvedList"/>
    <dgm:cxn modelId="{844BA2CB-4089-48BB-93E1-8803E02739E5}" type="presParOf" srcId="{1DEE9C3E-D1ED-4954-AC26-E705D57ED155}" destId="{C0B1548F-BB08-406C-85D8-A4A06A59960F}" srcOrd="2" destOrd="0" presId="urn:microsoft.com/office/officeart/2008/layout/VerticalCurvedList"/>
    <dgm:cxn modelId="{92DFE9A8-D157-4A5E-AD9E-A499F4D78EC2}" type="presParOf" srcId="{C0B1548F-BB08-406C-85D8-A4A06A59960F}" destId="{C9B541CB-4E95-42FD-A374-4C9FC9A926B8}" srcOrd="0" destOrd="0" presId="urn:microsoft.com/office/officeart/2008/layout/VerticalCurvedList"/>
    <dgm:cxn modelId="{50B982A9-04A1-4F85-9C2B-12BE4A64EFD4}" type="presParOf" srcId="{1DEE9C3E-D1ED-4954-AC26-E705D57ED155}" destId="{430C606B-7A2C-4A98-A7FD-FDC14617AB8B}" srcOrd="3" destOrd="0" presId="urn:microsoft.com/office/officeart/2008/layout/VerticalCurvedList"/>
    <dgm:cxn modelId="{94F25D46-DD4A-4347-AA48-5D1F77A808EB}" type="presParOf" srcId="{1DEE9C3E-D1ED-4954-AC26-E705D57ED155}" destId="{BD9F62FA-A7B8-4E39-BE89-B0226AF28B7F}" srcOrd="4" destOrd="0" presId="urn:microsoft.com/office/officeart/2008/layout/VerticalCurvedList"/>
    <dgm:cxn modelId="{85E3DFFA-46E2-48E6-B4E3-3D5B08A90EC7}" type="presParOf" srcId="{BD9F62FA-A7B8-4E39-BE89-B0226AF28B7F}" destId="{6D0DA477-6F88-4CC1-9918-568DFEFAA358}" srcOrd="0" destOrd="0" presId="urn:microsoft.com/office/officeart/2008/layout/VerticalCurvedList"/>
    <dgm:cxn modelId="{10CF511A-010E-4C47-962B-A248F8E50C1C}" type="presParOf" srcId="{1DEE9C3E-D1ED-4954-AC26-E705D57ED155}" destId="{81DE937C-9811-4591-8487-5B0205ECC57F}" srcOrd="5" destOrd="0" presId="urn:microsoft.com/office/officeart/2008/layout/VerticalCurvedList"/>
    <dgm:cxn modelId="{DEE4A89F-28E2-4B4B-B3B1-16716CBA7369}" type="presParOf" srcId="{1DEE9C3E-D1ED-4954-AC26-E705D57ED155}" destId="{342510F1-8448-48A6-93E8-7A7AAF9A1F60}" srcOrd="6" destOrd="0" presId="urn:microsoft.com/office/officeart/2008/layout/VerticalCurvedList"/>
    <dgm:cxn modelId="{3B87AA85-0CCD-4321-ADB2-4763BCE41DA5}" type="presParOf" srcId="{342510F1-8448-48A6-93E8-7A7AAF9A1F60}" destId="{8A047575-93E6-43EA-890B-89E49F86BEAA}" srcOrd="0" destOrd="0" presId="urn:microsoft.com/office/officeart/2008/layout/VerticalCurvedList"/>
    <dgm:cxn modelId="{5959B806-2171-42D4-82DC-099383DAB859}" type="presParOf" srcId="{1DEE9C3E-D1ED-4954-AC26-E705D57ED155}" destId="{AD016BC3-4774-470E-9AC8-783C0EDFC4E2}" srcOrd="7" destOrd="0" presId="urn:microsoft.com/office/officeart/2008/layout/VerticalCurvedList"/>
    <dgm:cxn modelId="{B988B7FB-9D98-4338-B30F-2C8833D7A74D}" type="presParOf" srcId="{1DEE9C3E-D1ED-4954-AC26-E705D57ED155}" destId="{D859601B-0BD5-4F85-A8E7-DA1D822F959E}" srcOrd="8" destOrd="0" presId="urn:microsoft.com/office/officeart/2008/layout/VerticalCurvedList"/>
    <dgm:cxn modelId="{44F43A9A-8C02-412A-913E-350293A6DCE6}" type="presParOf" srcId="{D859601B-0BD5-4F85-A8E7-DA1D822F959E}" destId="{169D827B-AEAE-4F8F-AB10-830582AE22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B0AB665-148C-4C04-BA64-19F306E5CB1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B17077-274E-40B3-B805-4230D9434CBF}">
      <dgm:prSet/>
      <dgm:spPr/>
      <dgm:t>
        <a:bodyPr/>
        <a:lstStyle/>
        <a:p>
          <a:r>
            <a:rPr lang="uk-UA" b="0" i="0" dirty="0"/>
            <a:t>«Охрестився ж він у церкві Святої Софії... у городі Корсуні. По хрещенні ж привів Володимир </a:t>
          </a:r>
          <a:r>
            <a:rPr lang="uk-UA" b="0" i="0" dirty="0" err="1"/>
            <a:t>цесарицю</a:t>
          </a:r>
          <a:r>
            <a:rPr lang="uk-UA" b="0" i="0" dirty="0"/>
            <a:t> на обручення.. Коли ж охрестили його... передали йому віру християнську...»</a:t>
          </a:r>
          <a:endParaRPr lang="uk-UA" dirty="0"/>
        </a:p>
      </dgm:t>
    </dgm:pt>
    <dgm:pt modelId="{B7236E2B-18A4-4806-B5ED-04BB1EF36D01}" type="parTrans" cxnId="{E4C29BA0-EF4A-41E1-B523-588A4347B3DF}">
      <dgm:prSet/>
      <dgm:spPr/>
      <dgm:t>
        <a:bodyPr/>
        <a:lstStyle/>
        <a:p>
          <a:endParaRPr lang="uk-UA"/>
        </a:p>
      </dgm:t>
    </dgm:pt>
    <dgm:pt modelId="{4FAE7840-028E-48FA-A9C6-BC67787A2ABC}" type="sibTrans" cxnId="{E4C29BA0-EF4A-41E1-B523-588A4347B3DF}">
      <dgm:prSet/>
      <dgm:spPr/>
      <dgm:t>
        <a:bodyPr/>
        <a:lstStyle/>
        <a:p>
          <a:endParaRPr lang="uk-UA"/>
        </a:p>
      </dgm:t>
    </dgm:pt>
    <dgm:pt modelId="{4EA9CF7C-FD69-4D54-A802-A611C16037F9}">
      <dgm:prSet/>
      <dgm:spPr/>
      <dgm:t>
        <a:bodyPr/>
        <a:lstStyle/>
        <a:p>
          <a:r>
            <a:rPr lang="uk-UA" b="0" i="0"/>
            <a:t>«Аскольд же і Дір прийшли. І вискочили всі інші вої з човнів, і мовив Олег Аскольдові й Дірові: «Ви оба не є князі, ні роду княжого. А я єсмь роду княжого. — І тут винесли Ігоря. - А се — син Рюриків»</a:t>
          </a:r>
          <a:endParaRPr lang="uk-UA"/>
        </a:p>
      </dgm:t>
    </dgm:pt>
    <dgm:pt modelId="{A46B4340-9D91-4828-83BE-A69E33CFB832}" type="parTrans" cxnId="{A277DE69-1B49-4184-AA72-87CE7925FC87}">
      <dgm:prSet/>
      <dgm:spPr/>
      <dgm:t>
        <a:bodyPr/>
        <a:lstStyle/>
        <a:p>
          <a:endParaRPr lang="uk-UA"/>
        </a:p>
      </dgm:t>
    </dgm:pt>
    <dgm:pt modelId="{368E6D2C-9F16-4AFB-8CD0-AA1893EE72B3}" type="sibTrans" cxnId="{A277DE69-1B49-4184-AA72-87CE7925FC87}">
      <dgm:prSet/>
      <dgm:spPr/>
      <dgm:t>
        <a:bodyPr/>
        <a:lstStyle/>
        <a:p>
          <a:endParaRPr lang="uk-UA"/>
        </a:p>
      </dgm:t>
    </dgm:pt>
    <dgm:pt modelId="{4A7DA4F2-7826-4735-967C-91008331FB81}">
      <dgm:prSet/>
      <dgm:spPr/>
      <dgm:t>
        <a:bodyPr/>
        <a:lstStyle/>
        <a:p>
          <a:r>
            <a:rPr lang="uk-UA" b="0" i="0"/>
            <a:t>«І заложив князь город — великий Київ, а в города сього ворота є Золоті... Спорудив [церкву] Благовіщення. Після цього він звів монастир Святого Георгія Побідоносця...»</a:t>
          </a:r>
          <a:endParaRPr lang="uk-UA"/>
        </a:p>
      </dgm:t>
    </dgm:pt>
    <dgm:pt modelId="{02C40D05-3687-4173-AC86-2B7BA0519AB9}" type="parTrans" cxnId="{6091C36D-DF86-406B-8984-9EBE566DE59E}">
      <dgm:prSet/>
      <dgm:spPr/>
      <dgm:t>
        <a:bodyPr/>
        <a:lstStyle/>
        <a:p>
          <a:endParaRPr lang="uk-UA"/>
        </a:p>
      </dgm:t>
    </dgm:pt>
    <dgm:pt modelId="{EFDD1F6D-AF65-44FD-9591-29A68C84102F}" type="sibTrans" cxnId="{6091C36D-DF86-406B-8984-9EBE566DE59E}">
      <dgm:prSet/>
      <dgm:spPr/>
      <dgm:t>
        <a:bodyPr/>
        <a:lstStyle/>
        <a:p>
          <a:endParaRPr lang="uk-UA"/>
        </a:p>
      </dgm:t>
    </dgm:pt>
    <dgm:pt modelId="{4E0C9DD8-DAB0-49F2-8173-FF524203E2A0}">
      <dgm:prSet/>
      <dgm:spPr/>
      <dgm:t>
        <a:bodyPr/>
        <a:lstStyle/>
        <a:p>
          <a:r>
            <a:rPr lang="uk-UA" b="0" i="0" dirty="0"/>
            <a:t>«І взяли татари місто Київ, місяця грудня в 6 день... а Дмитра воєводу привели пораненого до Батия, і не велів Батий убивати його ради його мужності...»</a:t>
          </a:r>
          <a:endParaRPr lang="uk-UA" dirty="0"/>
        </a:p>
      </dgm:t>
    </dgm:pt>
    <dgm:pt modelId="{8BBE3946-1A00-425C-9ADD-130D4DCAB75B}" type="parTrans" cxnId="{37D7C47B-D4B0-4B41-8219-623B92B320FC}">
      <dgm:prSet/>
      <dgm:spPr/>
      <dgm:t>
        <a:bodyPr/>
        <a:lstStyle/>
        <a:p>
          <a:endParaRPr lang="uk-UA"/>
        </a:p>
      </dgm:t>
    </dgm:pt>
    <dgm:pt modelId="{BB3E3B03-0782-4568-9C3B-430DCE311A14}" type="sibTrans" cxnId="{37D7C47B-D4B0-4B41-8219-623B92B320FC}">
      <dgm:prSet/>
      <dgm:spPr/>
      <dgm:t>
        <a:bodyPr/>
        <a:lstStyle/>
        <a:p>
          <a:endParaRPr lang="uk-UA"/>
        </a:p>
      </dgm:t>
    </dgm:pt>
    <dgm:pt modelId="{6A804A37-E54F-417C-A69A-08D93EC2CF12}" type="pres">
      <dgm:prSet presAssocID="{0B0AB665-148C-4C04-BA64-19F306E5CB16}" presName="vert0" presStyleCnt="0">
        <dgm:presLayoutVars>
          <dgm:dir/>
          <dgm:animOne val="branch"/>
          <dgm:animLvl val="lvl"/>
        </dgm:presLayoutVars>
      </dgm:prSet>
      <dgm:spPr/>
    </dgm:pt>
    <dgm:pt modelId="{57F797BE-2AFF-4FBB-9FF3-F5D30EB36E35}" type="pres">
      <dgm:prSet presAssocID="{19B17077-274E-40B3-B805-4230D9434CBF}" presName="thickLine" presStyleLbl="alignNode1" presStyleIdx="0" presStyleCnt="4"/>
      <dgm:spPr/>
    </dgm:pt>
    <dgm:pt modelId="{D2212059-31AB-43C6-AE88-5D605ECE031D}" type="pres">
      <dgm:prSet presAssocID="{19B17077-274E-40B3-B805-4230D9434CBF}" presName="horz1" presStyleCnt="0"/>
      <dgm:spPr/>
    </dgm:pt>
    <dgm:pt modelId="{99D52EF3-6794-464A-BCE1-84A2E208945A}" type="pres">
      <dgm:prSet presAssocID="{19B17077-274E-40B3-B805-4230D9434CBF}" presName="tx1" presStyleLbl="revTx" presStyleIdx="0" presStyleCnt="4"/>
      <dgm:spPr/>
    </dgm:pt>
    <dgm:pt modelId="{F6129652-76BA-46A9-8D1E-BF0EAFAE8723}" type="pres">
      <dgm:prSet presAssocID="{19B17077-274E-40B3-B805-4230D9434CBF}" presName="vert1" presStyleCnt="0"/>
      <dgm:spPr/>
    </dgm:pt>
    <dgm:pt modelId="{3BA2AF99-FD6E-4C34-ABAD-5CC137B6104A}" type="pres">
      <dgm:prSet presAssocID="{4EA9CF7C-FD69-4D54-A802-A611C16037F9}" presName="thickLine" presStyleLbl="alignNode1" presStyleIdx="1" presStyleCnt="4"/>
      <dgm:spPr/>
    </dgm:pt>
    <dgm:pt modelId="{C2E0C416-DCDF-454D-89E5-6427E8908E40}" type="pres">
      <dgm:prSet presAssocID="{4EA9CF7C-FD69-4D54-A802-A611C16037F9}" presName="horz1" presStyleCnt="0"/>
      <dgm:spPr/>
    </dgm:pt>
    <dgm:pt modelId="{9970C666-300D-4B78-8ADB-5ADF194D2D40}" type="pres">
      <dgm:prSet presAssocID="{4EA9CF7C-FD69-4D54-A802-A611C16037F9}" presName="tx1" presStyleLbl="revTx" presStyleIdx="1" presStyleCnt="4"/>
      <dgm:spPr/>
    </dgm:pt>
    <dgm:pt modelId="{1DAE4917-559E-4B2A-BA26-67714A70C20B}" type="pres">
      <dgm:prSet presAssocID="{4EA9CF7C-FD69-4D54-A802-A611C16037F9}" presName="vert1" presStyleCnt="0"/>
      <dgm:spPr/>
    </dgm:pt>
    <dgm:pt modelId="{19A1F114-B809-4E61-854C-32A283942311}" type="pres">
      <dgm:prSet presAssocID="{4A7DA4F2-7826-4735-967C-91008331FB81}" presName="thickLine" presStyleLbl="alignNode1" presStyleIdx="2" presStyleCnt="4"/>
      <dgm:spPr/>
    </dgm:pt>
    <dgm:pt modelId="{3321D170-6550-4A99-AA3C-59917BD753EE}" type="pres">
      <dgm:prSet presAssocID="{4A7DA4F2-7826-4735-967C-91008331FB81}" presName="horz1" presStyleCnt="0"/>
      <dgm:spPr/>
    </dgm:pt>
    <dgm:pt modelId="{547FD65F-4A14-4682-ABE7-A064CAE62ED4}" type="pres">
      <dgm:prSet presAssocID="{4A7DA4F2-7826-4735-967C-91008331FB81}" presName="tx1" presStyleLbl="revTx" presStyleIdx="2" presStyleCnt="4"/>
      <dgm:spPr/>
    </dgm:pt>
    <dgm:pt modelId="{2827F4BB-6D3D-4029-AEA5-3567BE623423}" type="pres">
      <dgm:prSet presAssocID="{4A7DA4F2-7826-4735-967C-91008331FB81}" presName="vert1" presStyleCnt="0"/>
      <dgm:spPr/>
    </dgm:pt>
    <dgm:pt modelId="{BF89709D-2DF9-4181-A233-A18F790FFE26}" type="pres">
      <dgm:prSet presAssocID="{4E0C9DD8-DAB0-49F2-8173-FF524203E2A0}" presName="thickLine" presStyleLbl="alignNode1" presStyleIdx="3" presStyleCnt="4"/>
      <dgm:spPr/>
    </dgm:pt>
    <dgm:pt modelId="{CA8FDDAE-18FA-4A48-A427-285B20D3608D}" type="pres">
      <dgm:prSet presAssocID="{4E0C9DD8-DAB0-49F2-8173-FF524203E2A0}" presName="horz1" presStyleCnt="0"/>
      <dgm:spPr/>
    </dgm:pt>
    <dgm:pt modelId="{A05C4610-F0AC-4E11-83D2-A7E873C4474B}" type="pres">
      <dgm:prSet presAssocID="{4E0C9DD8-DAB0-49F2-8173-FF524203E2A0}" presName="tx1" presStyleLbl="revTx" presStyleIdx="3" presStyleCnt="4"/>
      <dgm:spPr/>
    </dgm:pt>
    <dgm:pt modelId="{85DF1C20-1F14-4044-B2D2-D1930C918B51}" type="pres">
      <dgm:prSet presAssocID="{4E0C9DD8-DAB0-49F2-8173-FF524203E2A0}" presName="vert1" presStyleCnt="0"/>
      <dgm:spPr/>
    </dgm:pt>
  </dgm:ptLst>
  <dgm:cxnLst>
    <dgm:cxn modelId="{06D4D92F-0674-47D4-9DE8-11858372A426}" type="presOf" srcId="{4E0C9DD8-DAB0-49F2-8173-FF524203E2A0}" destId="{A05C4610-F0AC-4E11-83D2-A7E873C4474B}" srcOrd="0" destOrd="0" presId="urn:microsoft.com/office/officeart/2008/layout/LinedList"/>
    <dgm:cxn modelId="{A277DE69-1B49-4184-AA72-87CE7925FC87}" srcId="{0B0AB665-148C-4C04-BA64-19F306E5CB16}" destId="{4EA9CF7C-FD69-4D54-A802-A611C16037F9}" srcOrd="1" destOrd="0" parTransId="{A46B4340-9D91-4828-83BE-A69E33CFB832}" sibTransId="{368E6D2C-9F16-4AFB-8CD0-AA1893EE72B3}"/>
    <dgm:cxn modelId="{6091C36D-DF86-406B-8984-9EBE566DE59E}" srcId="{0B0AB665-148C-4C04-BA64-19F306E5CB16}" destId="{4A7DA4F2-7826-4735-967C-91008331FB81}" srcOrd="2" destOrd="0" parTransId="{02C40D05-3687-4173-AC86-2B7BA0519AB9}" sibTransId="{EFDD1F6D-AF65-44FD-9591-29A68C84102F}"/>
    <dgm:cxn modelId="{46A3C24E-D073-4267-92D3-9A0E93264F2D}" type="presOf" srcId="{19B17077-274E-40B3-B805-4230D9434CBF}" destId="{99D52EF3-6794-464A-BCE1-84A2E208945A}" srcOrd="0" destOrd="0" presId="urn:microsoft.com/office/officeart/2008/layout/LinedList"/>
    <dgm:cxn modelId="{1237004F-4B21-48DA-8B11-6B301537DE75}" type="presOf" srcId="{4A7DA4F2-7826-4735-967C-91008331FB81}" destId="{547FD65F-4A14-4682-ABE7-A064CAE62ED4}" srcOrd="0" destOrd="0" presId="urn:microsoft.com/office/officeart/2008/layout/LinedList"/>
    <dgm:cxn modelId="{2283344F-37D1-4221-99C2-3152805329AC}" type="presOf" srcId="{0B0AB665-148C-4C04-BA64-19F306E5CB16}" destId="{6A804A37-E54F-417C-A69A-08D93EC2CF12}" srcOrd="0" destOrd="0" presId="urn:microsoft.com/office/officeart/2008/layout/LinedList"/>
    <dgm:cxn modelId="{37D7C47B-D4B0-4B41-8219-623B92B320FC}" srcId="{0B0AB665-148C-4C04-BA64-19F306E5CB16}" destId="{4E0C9DD8-DAB0-49F2-8173-FF524203E2A0}" srcOrd="3" destOrd="0" parTransId="{8BBE3946-1A00-425C-9ADD-130D4DCAB75B}" sibTransId="{BB3E3B03-0782-4568-9C3B-430DCE311A14}"/>
    <dgm:cxn modelId="{E4C29BA0-EF4A-41E1-B523-588A4347B3DF}" srcId="{0B0AB665-148C-4C04-BA64-19F306E5CB16}" destId="{19B17077-274E-40B3-B805-4230D9434CBF}" srcOrd="0" destOrd="0" parTransId="{B7236E2B-18A4-4806-B5ED-04BB1EF36D01}" sibTransId="{4FAE7840-028E-48FA-A9C6-BC67787A2ABC}"/>
    <dgm:cxn modelId="{ACF99AF6-1900-4232-857B-BDCCEF793FFF}" type="presOf" srcId="{4EA9CF7C-FD69-4D54-A802-A611C16037F9}" destId="{9970C666-300D-4B78-8ADB-5ADF194D2D40}" srcOrd="0" destOrd="0" presId="urn:microsoft.com/office/officeart/2008/layout/LinedList"/>
    <dgm:cxn modelId="{1AD0A399-C2FC-4487-9FE5-FB587AD732D1}" type="presParOf" srcId="{6A804A37-E54F-417C-A69A-08D93EC2CF12}" destId="{57F797BE-2AFF-4FBB-9FF3-F5D30EB36E35}" srcOrd="0" destOrd="0" presId="urn:microsoft.com/office/officeart/2008/layout/LinedList"/>
    <dgm:cxn modelId="{CB895181-51B2-485E-977F-E78074AEB743}" type="presParOf" srcId="{6A804A37-E54F-417C-A69A-08D93EC2CF12}" destId="{D2212059-31AB-43C6-AE88-5D605ECE031D}" srcOrd="1" destOrd="0" presId="urn:microsoft.com/office/officeart/2008/layout/LinedList"/>
    <dgm:cxn modelId="{DCA33ED9-0355-4B8A-9C0E-87C534548425}" type="presParOf" srcId="{D2212059-31AB-43C6-AE88-5D605ECE031D}" destId="{99D52EF3-6794-464A-BCE1-84A2E208945A}" srcOrd="0" destOrd="0" presId="urn:microsoft.com/office/officeart/2008/layout/LinedList"/>
    <dgm:cxn modelId="{126B643C-6181-4443-97D6-55250EAD4449}" type="presParOf" srcId="{D2212059-31AB-43C6-AE88-5D605ECE031D}" destId="{F6129652-76BA-46A9-8D1E-BF0EAFAE8723}" srcOrd="1" destOrd="0" presId="urn:microsoft.com/office/officeart/2008/layout/LinedList"/>
    <dgm:cxn modelId="{DE1A4EF2-170B-4FF2-AA6E-82B3098BF323}" type="presParOf" srcId="{6A804A37-E54F-417C-A69A-08D93EC2CF12}" destId="{3BA2AF99-FD6E-4C34-ABAD-5CC137B6104A}" srcOrd="2" destOrd="0" presId="urn:microsoft.com/office/officeart/2008/layout/LinedList"/>
    <dgm:cxn modelId="{16145534-9214-45A9-9EC6-5D576174D678}" type="presParOf" srcId="{6A804A37-E54F-417C-A69A-08D93EC2CF12}" destId="{C2E0C416-DCDF-454D-89E5-6427E8908E40}" srcOrd="3" destOrd="0" presId="urn:microsoft.com/office/officeart/2008/layout/LinedList"/>
    <dgm:cxn modelId="{6C277F40-FF9A-4B68-8EE6-D30F2BC802A6}" type="presParOf" srcId="{C2E0C416-DCDF-454D-89E5-6427E8908E40}" destId="{9970C666-300D-4B78-8ADB-5ADF194D2D40}" srcOrd="0" destOrd="0" presId="urn:microsoft.com/office/officeart/2008/layout/LinedList"/>
    <dgm:cxn modelId="{AE1C3DC5-FC25-43D8-A710-5891FE970B28}" type="presParOf" srcId="{C2E0C416-DCDF-454D-89E5-6427E8908E40}" destId="{1DAE4917-559E-4B2A-BA26-67714A70C20B}" srcOrd="1" destOrd="0" presId="urn:microsoft.com/office/officeart/2008/layout/LinedList"/>
    <dgm:cxn modelId="{27B947A6-E95D-4836-A2CC-3C5C46870EEB}" type="presParOf" srcId="{6A804A37-E54F-417C-A69A-08D93EC2CF12}" destId="{19A1F114-B809-4E61-854C-32A283942311}" srcOrd="4" destOrd="0" presId="urn:microsoft.com/office/officeart/2008/layout/LinedList"/>
    <dgm:cxn modelId="{8A61A882-4992-4C69-A985-4D6AD7F2FC5F}" type="presParOf" srcId="{6A804A37-E54F-417C-A69A-08D93EC2CF12}" destId="{3321D170-6550-4A99-AA3C-59917BD753EE}" srcOrd="5" destOrd="0" presId="urn:microsoft.com/office/officeart/2008/layout/LinedList"/>
    <dgm:cxn modelId="{E060E48F-55D9-4194-95A3-C423448CA304}" type="presParOf" srcId="{3321D170-6550-4A99-AA3C-59917BD753EE}" destId="{547FD65F-4A14-4682-ABE7-A064CAE62ED4}" srcOrd="0" destOrd="0" presId="urn:microsoft.com/office/officeart/2008/layout/LinedList"/>
    <dgm:cxn modelId="{CF25EA63-3330-4EFE-B7B5-B4E2D4402D2A}" type="presParOf" srcId="{3321D170-6550-4A99-AA3C-59917BD753EE}" destId="{2827F4BB-6D3D-4029-AEA5-3567BE623423}" srcOrd="1" destOrd="0" presId="urn:microsoft.com/office/officeart/2008/layout/LinedList"/>
    <dgm:cxn modelId="{9F1C1A37-FAD4-4FD2-83EB-214EA8484C0D}" type="presParOf" srcId="{6A804A37-E54F-417C-A69A-08D93EC2CF12}" destId="{BF89709D-2DF9-4181-A233-A18F790FFE26}" srcOrd="6" destOrd="0" presId="urn:microsoft.com/office/officeart/2008/layout/LinedList"/>
    <dgm:cxn modelId="{FD1043DA-F6AA-46B1-8578-83216BB0804A}" type="presParOf" srcId="{6A804A37-E54F-417C-A69A-08D93EC2CF12}" destId="{CA8FDDAE-18FA-4A48-A427-285B20D3608D}" srcOrd="7" destOrd="0" presId="urn:microsoft.com/office/officeart/2008/layout/LinedList"/>
    <dgm:cxn modelId="{779C5EF4-3AD1-4338-A7AE-169E5AF2088B}" type="presParOf" srcId="{CA8FDDAE-18FA-4A48-A427-285B20D3608D}" destId="{A05C4610-F0AC-4E11-83D2-A7E873C4474B}" srcOrd="0" destOrd="0" presId="urn:microsoft.com/office/officeart/2008/layout/LinedList"/>
    <dgm:cxn modelId="{DF3AA9C6-06A6-4B3E-A7DE-F65214BC7A6E}" type="presParOf" srcId="{CA8FDDAE-18FA-4A48-A427-285B20D3608D}" destId="{85DF1C20-1F14-4044-B2D2-D1930C918B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94C5080C-238E-4788-A604-3C0A847C4967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F78509-AC26-481C-8B37-DFF92D2DDC13}">
      <dgm:prSet/>
      <dgm:spPr/>
      <dgm:t>
        <a:bodyPr/>
        <a:lstStyle/>
        <a:p>
          <a:r>
            <a:rPr lang="en-US" b="0" i="0"/>
            <a:t>IX </a:t>
          </a:r>
          <a:r>
            <a:rPr lang="uk-UA" b="0" i="0"/>
            <a:t>ст.</a:t>
          </a:r>
          <a:endParaRPr lang="uk-UA"/>
        </a:p>
      </dgm:t>
    </dgm:pt>
    <dgm:pt modelId="{15340883-38E6-4761-8937-4CBE05A6677E}" type="parTrans" cxnId="{26980057-1968-4B7F-9236-3D5B7A835CCA}">
      <dgm:prSet/>
      <dgm:spPr/>
      <dgm:t>
        <a:bodyPr/>
        <a:lstStyle/>
        <a:p>
          <a:endParaRPr lang="uk-UA"/>
        </a:p>
      </dgm:t>
    </dgm:pt>
    <dgm:pt modelId="{10FAA3F1-E060-48ED-8C67-E680E1E11B25}" type="sibTrans" cxnId="{26980057-1968-4B7F-9236-3D5B7A835CCA}">
      <dgm:prSet/>
      <dgm:spPr/>
      <dgm:t>
        <a:bodyPr/>
        <a:lstStyle/>
        <a:p>
          <a:endParaRPr lang="uk-UA"/>
        </a:p>
      </dgm:t>
    </dgm:pt>
    <dgm:pt modelId="{9AB8A4C6-BA3E-4C84-99E2-6BCAA01E3EDF}">
      <dgm:prSet/>
      <dgm:spPr/>
      <dgm:t>
        <a:bodyPr/>
        <a:lstStyle/>
        <a:p>
          <a:r>
            <a:rPr lang="en-US" b="0" i="0" dirty="0"/>
            <a:t>X </a:t>
          </a:r>
          <a:r>
            <a:rPr lang="uk-UA" b="0" i="0" dirty="0"/>
            <a:t>ст.</a:t>
          </a:r>
          <a:endParaRPr lang="uk-UA" dirty="0"/>
        </a:p>
      </dgm:t>
    </dgm:pt>
    <dgm:pt modelId="{6D0416E6-7881-4996-A36F-927AD1849708}" type="parTrans" cxnId="{47A7E296-1C13-456E-A4D6-C02388D93DFF}">
      <dgm:prSet/>
      <dgm:spPr/>
      <dgm:t>
        <a:bodyPr/>
        <a:lstStyle/>
        <a:p>
          <a:endParaRPr lang="uk-UA"/>
        </a:p>
      </dgm:t>
    </dgm:pt>
    <dgm:pt modelId="{95CE281B-E6AC-46EE-B203-D1C8403B796B}" type="sibTrans" cxnId="{47A7E296-1C13-456E-A4D6-C02388D93DFF}">
      <dgm:prSet/>
      <dgm:spPr/>
      <dgm:t>
        <a:bodyPr/>
        <a:lstStyle/>
        <a:p>
          <a:endParaRPr lang="uk-UA"/>
        </a:p>
      </dgm:t>
    </dgm:pt>
    <dgm:pt modelId="{4C07EBBE-7A64-4997-B05F-E3740D30CA1B}">
      <dgm:prSet/>
      <dgm:spPr/>
      <dgm:t>
        <a:bodyPr/>
        <a:lstStyle/>
        <a:p>
          <a:r>
            <a:rPr lang="en-US" b="0" i="0"/>
            <a:t>XI </a:t>
          </a:r>
          <a:r>
            <a:rPr lang="uk-UA" b="0" i="0"/>
            <a:t>ст.</a:t>
          </a:r>
          <a:endParaRPr lang="uk-UA"/>
        </a:p>
      </dgm:t>
    </dgm:pt>
    <dgm:pt modelId="{C49463B8-3980-4F6E-B480-C8F1423340F1}" type="parTrans" cxnId="{819657C8-2A76-4720-8C9A-A9EDE9B2EED7}">
      <dgm:prSet/>
      <dgm:spPr/>
      <dgm:t>
        <a:bodyPr/>
        <a:lstStyle/>
        <a:p>
          <a:endParaRPr lang="uk-UA"/>
        </a:p>
      </dgm:t>
    </dgm:pt>
    <dgm:pt modelId="{2DFFD78D-0489-429E-81F2-85D498BE8CAD}" type="sibTrans" cxnId="{819657C8-2A76-4720-8C9A-A9EDE9B2EED7}">
      <dgm:prSet/>
      <dgm:spPr/>
      <dgm:t>
        <a:bodyPr/>
        <a:lstStyle/>
        <a:p>
          <a:endParaRPr lang="uk-UA"/>
        </a:p>
      </dgm:t>
    </dgm:pt>
    <dgm:pt modelId="{85BBCEC3-5646-4F59-A51A-66FD948C4CC3}">
      <dgm:prSet/>
      <dgm:spPr/>
      <dgm:t>
        <a:bodyPr/>
        <a:lstStyle/>
        <a:p>
          <a:r>
            <a:rPr lang="en-US" b="0" i="0"/>
            <a:t>XII </a:t>
          </a:r>
          <a:r>
            <a:rPr lang="uk-UA" b="0" i="0"/>
            <a:t>ст.</a:t>
          </a:r>
          <a:endParaRPr lang="uk-UA"/>
        </a:p>
      </dgm:t>
    </dgm:pt>
    <dgm:pt modelId="{13E93EEF-6F27-4133-ACBF-8CB47D265DCC}" type="parTrans" cxnId="{56ED49B9-BFB4-45D8-9775-B7CC190053F4}">
      <dgm:prSet/>
      <dgm:spPr/>
      <dgm:t>
        <a:bodyPr/>
        <a:lstStyle/>
        <a:p>
          <a:endParaRPr lang="uk-UA"/>
        </a:p>
      </dgm:t>
    </dgm:pt>
    <dgm:pt modelId="{3332218A-9D4B-4720-90BC-A92E7921E89C}" type="sibTrans" cxnId="{56ED49B9-BFB4-45D8-9775-B7CC190053F4}">
      <dgm:prSet/>
      <dgm:spPr/>
      <dgm:t>
        <a:bodyPr/>
        <a:lstStyle/>
        <a:p>
          <a:endParaRPr lang="uk-UA"/>
        </a:p>
      </dgm:t>
    </dgm:pt>
    <dgm:pt modelId="{7B9466F4-F557-47C2-BFF7-4338CB1ACD15}">
      <dgm:prSet/>
      <dgm:spPr/>
      <dgm:t>
        <a:bodyPr/>
        <a:lstStyle/>
        <a:p>
          <a:r>
            <a:rPr lang="en-US" b="0" i="0" dirty="0"/>
            <a:t>XIII </a:t>
          </a:r>
          <a:r>
            <a:rPr lang="uk-UA" b="0" i="0" dirty="0"/>
            <a:t>ст.</a:t>
          </a:r>
          <a:endParaRPr lang="uk-UA" dirty="0"/>
        </a:p>
      </dgm:t>
    </dgm:pt>
    <dgm:pt modelId="{B950A620-B674-469E-AAA5-6E2359A05634}" type="parTrans" cxnId="{82708BE0-BB47-4454-9FEB-28488BCD7CDE}">
      <dgm:prSet/>
      <dgm:spPr/>
      <dgm:t>
        <a:bodyPr/>
        <a:lstStyle/>
        <a:p>
          <a:endParaRPr lang="uk-UA"/>
        </a:p>
      </dgm:t>
    </dgm:pt>
    <dgm:pt modelId="{BEEA2FDC-769E-4D92-A897-76852647AECC}" type="sibTrans" cxnId="{82708BE0-BB47-4454-9FEB-28488BCD7CDE}">
      <dgm:prSet/>
      <dgm:spPr/>
      <dgm:t>
        <a:bodyPr/>
        <a:lstStyle/>
        <a:p>
          <a:endParaRPr lang="uk-UA"/>
        </a:p>
      </dgm:t>
    </dgm:pt>
    <dgm:pt modelId="{DC88A3C8-865C-43F2-AFEA-B669729E0E7B}" type="pres">
      <dgm:prSet presAssocID="{94C5080C-238E-4788-A604-3C0A847C4967}" presName="compositeShape" presStyleCnt="0">
        <dgm:presLayoutVars>
          <dgm:chMax val="7"/>
          <dgm:dir/>
          <dgm:resizeHandles val="exact"/>
        </dgm:presLayoutVars>
      </dgm:prSet>
      <dgm:spPr/>
    </dgm:pt>
    <dgm:pt modelId="{A8225052-127B-4BA5-8A70-E5D1E2AB7AFE}" type="pres">
      <dgm:prSet presAssocID="{E8F78509-AC26-481C-8B37-DFF92D2DDC13}" presName="circ1" presStyleLbl="vennNode1" presStyleIdx="0" presStyleCnt="5"/>
      <dgm:spPr/>
    </dgm:pt>
    <dgm:pt modelId="{CBFAC756-FF69-4101-8001-BE8749FD100A}" type="pres">
      <dgm:prSet presAssocID="{E8F78509-AC26-481C-8B37-DFF92D2DDC13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BE08775-ACB2-47D5-8FD7-429C46F078D8}" type="pres">
      <dgm:prSet presAssocID="{9AB8A4C6-BA3E-4C84-99E2-6BCAA01E3EDF}" presName="circ2" presStyleLbl="vennNode1" presStyleIdx="1" presStyleCnt="5"/>
      <dgm:spPr/>
    </dgm:pt>
    <dgm:pt modelId="{7BBAB6FE-9432-43FC-AF57-ADD7DB868012}" type="pres">
      <dgm:prSet presAssocID="{9AB8A4C6-BA3E-4C84-99E2-6BCAA01E3ED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2264723-6D2F-43BB-9B95-3A9C63D440E2}" type="pres">
      <dgm:prSet presAssocID="{4C07EBBE-7A64-4997-B05F-E3740D30CA1B}" presName="circ3" presStyleLbl="vennNode1" presStyleIdx="2" presStyleCnt="5"/>
      <dgm:spPr/>
    </dgm:pt>
    <dgm:pt modelId="{FF2A58D5-6B2C-48DF-95FC-72B60307092D}" type="pres">
      <dgm:prSet presAssocID="{4C07EBBE-7A64-4997-B05F-E3740D30CA1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1DCD310-16C0-4FB2-9395-3856376A512F}" type="pres">
      <dgm:prSet presAssocID="{85BBCEC3-5646-4F59-A51A-66FD948C4CC3}" presName="circ4" presStyleLbl="vennNode1" presStyleIdx="3" presStyleCnt="5"/>
      <dgm:spPr/>
    </dgm:pt>
    <dgm:pt modelId="{DF8A5B32-E608-486F-88FD-BB212A6CED4F}" type="pres">
      <dgm:prSet presAssocID="{85BBCEC3-5646-4F59-A51A-66FD948C4CC3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4123A9B-2F9C-49CB-B8D9-635C7DB1D89B}" type="pres">
      <dgm:prSet presAssocID="{7B9466F4-F557-47C2-BFF7-4338CB1ACD15}" presName="circ5" presStyleLbl="vennNode1" presStyleIdx="4" presStyleCnt="5"/>
      <dgm:spPr/>
    </dgm:pt>
    <dgm:pt modelId="{D85CAC0C-A8CA-4045-9103-7BC32E3EAE3C}" type="pres">
      <dgm:prSet presAssocID="{7B9466F4-F557-47C2-BFF7-4338CB1ACD15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2B24F0E-A03E-4901-BE45-32766EBF37AD}" type="presOf" srcId="{4C07EBBE-7A64-4997-B05F-E3740D30CA1B}" destId="{FF2A58D5-6B2C-48DF-95FC-72B60307092D}" srcOrd="0" destOrd="0" presId="urn:microsoft.com/office/officeart/2005/8/layout/venn1"/>
    <dgm:cxn modelId="{5EE5790E-248A-43D6-9318-D49B7BF3C321}" type="presOf" srcId="{E8F78509-AC26-481C-8B37-DFF92D2DDC13}" destId="{CBFAC756-FF69-4101-8001-BE8749FD100A}" srcOrd="0" destOrd="0" presId="urn:microsoft.com/office/officeart/2005/8/layout/venn1"/>
    <dgm:cxn modelId="{2AD3021E-E428-4265-880E-B1C578A0ECD7}" type="presOf" srcId="{85BBCEC3-5646-4F59-A51A-66FD948C4CC3}" destId="{DF8A5B32-E608-486F-88FD-BB212A6CED4F}" srcOrd="0" destOrd="0" presId="urn:microsoft.com/office/officeart/2005/8/layout/venn1"/>
    <dgm:cxn modelId="{26980057-1968-4B7F-9236-3D5B7A835CCA}" srcId="{94C5080C-238E-4788-A604-3C0A847C4967}" destId="{E8F78509-AC26-481C-8B37-DFF92D2DDC13}" srcOrd="0" destOrd="0" parTransId="{15340883-38E6-4761-8937-4CBE05A6677E}" sibTransId="{10FAA3F1-E060-48ED-8C67-E680E1E11B25}"/>
    <dgm:cxn modelId="{0FFC158C-5CB0-49B3-866D-4C420EB16341}" type="presOf" srcId="{94C5080C-238E-4788-A604-3C0A847C4967}" destId="{DC88A3C8-865C-43F2-AFEA-B669729E0E7B}" srcOrd="0" destOrd="0" presId="urn:microsoft.com/office/officeart/2005/8/layout/venn1"/>
    <dgm:cxn modelId="{47A7E296-1C13-456E-A4D6-C02388D93DFF}" srcId="{94C5080C-238E-4788-A604-3C0A847C4967}" destId="{9AB8A4C6-BA3E-4C84-99E2-6BCAA01E3EDF}" srcOrd="1" destOrd="0" parTransId="{6D0416E6-7881-4996-A36F-927AD1849708}" sibTransId="{95CE281B-E6AC-46EE-B203-D1C8403B796B}"/>
    <dgm:cxn modelId="{78B878B3-5A85-4809-9460-2376000D1CAE}" type="presOf" srcId="{9AB8A4C6-BA3E-4C84-99E2-6BCAA01E3EDF}" destId="{7BBAB6FE-9432-43FC-AF57-ADD7DB868012}" srcOrd="0" destOrd="0" presId="urn:microsoft.com/office/officeart/2005/8/layout/venn1"/>
    <dgm:cxn modelId="{56ED49B9-BFB4-45D8-9775-B7CC190053F4}" srcId="{94C5080C-238E-4788-A604-3C0A847C4967}" destId="{85BBCEC3-5646-4F59-A51A-66FD948C4CC3}" srcOrd="3" destOrd="0" parTransId="{13E93EEF-6F27-4133-ACBF-8CB47D265DCC}" sibTransId="{3332218A-9D4B-4720-90BC-A92E7921E89C}"/>
    <dgm:cxn modelId="{B3043DBC-9EDC-4CF9-99E8-C72ACD38AF9C}" type="presOf" srcId="{7B9466F4-F557-47C2-BFF7-4338CB1ACD15}" destId="{D85CAC0C-A8CA-4045-9103-7BC32E3EAE3C}" srcOrd="0" destOrd="0" presId="urn:microsoft.com/office/officeart/2005/8/layout/venn1"/>
    <dgm:cxn modelId="{819657C8-2A76-4720-8C9A-A9EDE9B2EED7}" srcId="{94C5080C-238E-4788-A604-3C0A847C4967}" destId="{4C07EBBE-7A64-4997-B05F-E3740D30CA1B}" srcOrd="2" destOrd="0" parTransId="{C49463B8-3980-4F6E-B480-C8F1423340F1}" sibTransId="{2DFFD78D-0489-429E-81F2-85D498BE8CAD}"/>
    <dgm:cxn modelId="{82708BE0-BB47-4454-9FEB-28488BCD7CDE}" srcId="{94C5080C-238E-4788-A604-3C0A847C4967}" destId="{7B9466F4-F557-47C2-BFF7-4338CB1ACD15}" srcOrd="4" destOrd="0" parTransId="{B950A620-B674-469E-AAA5-6E2359A05634}" sibTransId="{BEEA2FDC-769E-4D92-A897-76852647AECC}"/>
    <dgm:cxn modelId="{375D13B3-F0EA-4C94-94C1-0C53441AA33D}" type="presParOf" srcId="{DC88A3C8-865C-43F2-AFEA-B669729E0E7B}" destId="{A8225052-127B-4BA5-8A70-E5D1E2AB7AFE}" srcOrd="0" destOrd="0" presId="urn:microsoft.com/office/officeart/2005/8/layout/venn1"/>
    <dgm:cxn modelId="{50CE0024-BD59-4B4A-A512-96D2CAD30B2A}" type="presParOf" srcId="{DC88A3C8-865C-43F2-AFEA-B669729E0E7B}" destId="{CBFAC756-FF69-4101-8001-BE8749FD100A}" srcOrd="1" destOrd="0" presId="urn:microsoft.com/office/officeart/2005/8/layout/venn1"/>
    <dgm:cxn modelId="{879D5EBD-B5A5-459E-B58C-B63D54068F56}" type="presParOf" srcId="{DC88A3C8-865C-43F2-AFEA-B669729E0E7B}" destId="{2BE08775-ACB2-47D5-8FD7-429C46F078D8}" srcOrd="2" destOrd="0" presId="urn:microsoft.com/office/officeart/2005/8/layout/venn1"/>
    <dgm:cxn modelId="{C9CE1D59-2FEF-4367-88BE-60CBC6CA62FE}" type="presParOf" srcId="{DC88A3C8-865C-43F2-AFEA-B669729E0E7B}" destId="{7BBAB6FE-9432-43FC-AF57-ADD7DB868012}" srcOrd="3" destOrd="0" presId="urn:microsoft.com/office/officeart/2005/8/layout/venn1"/>
    <dgm:cxn modelId="{09C7BF20-2F34-4630-BD0C-4B45ACBDFE75}" type="presParOf" srcId="{DC88A3C8-865C-43F2-AFEA-B669729E0E7B}" destId="{62264723-6D2F-43BB-9B95-3A9C63D440E2}" srcOrd="4" destOrd="0" presId="urn:microsoft.com/office/officeart/2005/8/layout/venn1"/>
    <dgm:cxn modelId="{82D75A7A-E6D2-4126-8935-64BDDBBC1375}" type="presParOf" srcId="{DC88A3C8-865C-43F2-AFEA-B669729E0E7B}" destId="{FF2A58D5-6B2C-48DF-95FC-72B60307092D}" srcOrd="5" destOrd="0" presId="urn:microsoft.com/office/officeart/2005/8/layout/venn1"/>
    <dgm:cxn modelId="{DD22B104-D0FE-4C24-8F23-18FE81813DA9}" type="presParOf" srcId="{DC88A3C8-865C-43F2-AFEA-B669729E0E7B}" destId="{91DCD310-16C0-4FB2-9395-3856376A512F}" srcOrd="6" destOrd="0" presId="urn:microsoft.com/office/officeart/2005/8/layout/venn1"/>
    <dgm:cxn modelId="{311ECFC3-720C-4040-A9A7-88257DA50E6D}" type="presParOf" srcId="{DC88A3C8-865C-43F2-AFEA-B669729E0E7B}" destId="{DF8A5B32-E608-486F-88FD-BB212A6CED4F}" srcOrd="7" destOrd="0" presId="urn:microsoft.com/office/officeart/2005/8/layout/venn1"/>
    <dgm:cxn modelId="{D1043290-06F6-4972-9231-EFF4B571B902}" type="presParOf" srcId="{DC88A3C8-865C-43F2-AFEA-B669729E0E7B}" destId="{44123A9B-2F9C-49CB-B8D9-635C7DB1D89B}" srcOrd="8" destOrd="0" presId="urn:microsoft.com/office/officeart/2005/8/layout/venn1"/>
    <dgm:cxn modelId="{3F319076-B962-4473-A964-676253318D0B}" type="presParOf" srcId="{DC88A3C8-865C-43F2-AFEA-B669729E0E7B}" destId="{D85CAC0C-A8CA-4045-9103-7BC32E3EAE3C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4BE67EE4-DC30-4ED0-9AE9-2D88D9B68CCA}" type="doc">
      <dgm:prSet loTypeId="urn:microsoft.com/office/officeart/2005/8/layout/char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AD6C323-230E-4C03-ABD6-04FD8B42F478}">
      <dgm:prSet/>
      <dgm:spPr/>
      <dgm:t>
        <a:bodyPr/>
        <a:lstStyle/>
        <a:p>
          <a:r>
            <a:rPr lang="ru-RU" b="0" i="0" dirty="0" err="1"/>
            <a:t>Іскоростень</a:t>
          </a:r>
          <a:endParaRPr lang="uk-UA" dirty="0"/>
        </a:p>
      </dgm:t>
    </dgm:pt>
    <dgm:pt modelId="{41E6CD82-0A7C-49DE-859E-F690B4AE7C54}" type="parTrans" cxnId="{7EFB3D8B-86A1-4C2D-808A-08EEDB8CDA53}">
      <dgm:prSet/>
      <dgm:spPr/>
      <dgm:t>
        <a:bodyPr/>
        <a:lstStyle/>
        <a:p>
          <a:endParaRPr lang="uk-UA"/>
        </a:p>
      </dgm:t>
    </dgm:pt>
    <dgm:pt modelId="{4A538199-F226-4B23-9393-2E6B82893DCA}" type="sibTrans" cxnId="{7EFB3D8B-86A1-4C2D-808A-08EEDB8CDA53}">
      <dgm:prSet/>
      <dgm:spPr/>
      <dgm:t>
        <a:bodyPr/>
        <a:lstStyle/>
        <a:p>
          <a:endParaRPr lang="uk-UA"/>
        </a:p>
      </dgm:t>
    </dgm:pt>
    <dgm:pt modelId="{B5A528D2-828A-4646-91DB-ED0BBAF4FC2F}">
      <dgm:prSet/>
      <dgm:spPr/>
      <dgm:t>
        <a:bodyPr/>
        <a:lstStyle/>
        <a:p>
          <a:r>
            <a:rPr lang="ru-RU" b="0" i="0"/>
            <a:t>Любеч</a:t>
          </a:r>
          <a:endParaRPr lang="uk-UA"/>
        </a:p>
      </dgm:t>
    </dgm:pt>
    <dgm:pt modelId="{BAD77768-2F7B-4E9A-ACA7-56B2E9D24DF5}" type="parTrans" cxnId="{8C1116E6-9A3B-4746-ACE3-04E0FD71DE60}">
      <dgm:prSet/>
      <dgm:spPr/>
      <dgm:t>
        <a:bodyPr/>
        <a:lstStyle/>
        <a:p>
          <a:endParaRPr lang="uk-UA"/>
        </a:p>
      </dgm:t>
    </dgm:pt>
    <dgm:pt modelId="{E2CFCADD-A8C3-4FFA-BC6B-B27B2D3A3C9D}" type="sibTrans" cxnId="{8C1116E6-9A3B-4746-ACE3-04E0FD71DE60}">
      <dgm:prSet/>
      <dgm:spPr/>
      <dgm:t>
        <a:bodyPr/>
        <a:lstStyle/>
        <a:p>
          <a:endParaRPr lang="uk-UA"/>
        </a:p>
      </dgm:t>
    </dgm:pt>
    <dgm:pt modelId="{9FA2B642-8830-45DA-B8CF-D08339F59026}">
      <dgm:prSet/>
      <dgm:spPr/>
      <dgm:t>
        <a:bodyPr/>
        <a:lstStyle/>
        <a:p>
          <a:r>
            <a:rPr lang="ru-RU" b="0" i="0" dirty="0" err="1"/>
            <a:t>Київ</a:t>
          </a:r>
          <a:endParaRPr lang="uk-UA" dirty="0"/>
        </a:p>
      </dgm:t>
    </dgm:pt>
    <dgm:pt modelId="{443B8F1E-C5DC-4639-B99E-818508884EFC}" type="parTrans" cxnId="{560C2CCC-A918-4B05-8DC7-CA6DCE8E9821}">
      <dgm:prSet/>
      <dgm:spPr/>
      <dgm:t>
        <a:bodyPr/>
        <a:lstStyle/>
        <a:p>
          <a:endParaRPr lang="uk-UA"/>
        </a:p>
      </dgm:t>
    </dgm:pt>
    <dgm:pt modelId="{B9046D56-CFDA-4B23-9495-DC2DBF0C76E7}" type="sibTrans" cxnId="{560C2CCC-A918-4B05-8DC7-CA6DCE8E9821}">
      <dgm:prSet/>
      <dgm:spPr/>
      <dgm:t>
        <a:bodyPr/>
        <a:lstStyle/>
        <a:p>
          <a:endParaRPr lang="uk-UA"/>
        </a:p>
      </dgm:t>
    </dgm:pt>
    <dgm:pt modelId="{2428E4AA-EDEC-4551-A88C-E9642DE895A1}">
      <dgm:prSet/>
      <dgm:spPr/>
      <dgm:t>
        <a:bodyPr/>
        <a:lstStyle/>
        <a:p>
          <a:r>
            <a:rPr lang="ru-RU" b="0" i="0" dirty="0"/>
            <a:t>Корсунь (Херсонес)</a:t>
          </a:r>
          <a:endParaRPr lang="uk-UA" dirty="0"/>
        </a:p>
      </dgm:t>
    </dgm:pt>
    <dgm:pt modelId="{60C182CA-3BDC-4EAC-B213-1C51A007C660}" type="parTrans" cxnId="{98BD22F2-7F2A-4EDF-B10C-C01F08E0C0C3}">
      <dgm:prSet/>
      <dgm:spPr/>
      <dgm:t>
        <a:bodyPr/>
        <a:lstStyle/>
        <a:p>
          <a:endParaRPr lang="uk-UA"/>
        </a:p>
      </dgm:t>
    </dgm:pt>
    <dgm:pt modelId="{DA0E2117-C0B3-4E46-8486-2EA79B629CFB}" type="sibTrans" cxnId="{98BD22F2-7F2A-4EDF-B10C-C01F08E0C0C3}">
      <dgm:prSet/>
      <dgm:spPr/>
      <dgm:t>
        <a:bodyPr/>
        <a:lstStyle/>
        <a:p>
          <a:endParaRPr lang="uk-UA"/>
        </a:p>
      </dgm:t>
    </dgm:pt>
    <dgm:pt modelId="{6BDD1BD7-DB57-422A-B040-76AE184FD20B}" type="pres">
      <dgm:prSet presAssocID="{4BE67EE4-DC30-4ED0-9AE9-2D88D9B68CCA}" presName="compositeShape" presStyleCnt="0">
        <dgm:presLayoutVars>
          <dgm:chMax val="7"/>
          <dgm:dir/>
          <dgm:resizeHandles val="exact"/>
        </dgm:presLayoutVars>
      </dgm:prSet>
      <dgm:spPr/>
    </dgm:pt>
    <dgm:pt modelId="{4496F9F4-3062-497A-8262-CFC019DE9897}" type="pres">
      <dgm:prSet presAssocID="{4BE67EE4-DC30-4ED0-9AE9-2D88D9B68CCA}" presName="wedge1" presStyleLbl="node1" presStyleIdx="0" presStyleCnt="4"/>
      <dgm:spPr/>
    </dgm:pt>
    <dgm:pt modelId="{15A5E711-F35B-49AA-A27A-EF52D3868B65}" type="pres">
      <dgm:prSet presAssocID="{4BE67EE4-DC30-4ED0-9AE9-2D88D9B68CCA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F796E92-74B9-448E-A360-4D850AC821B8}" type="pres">
      <dgm:prSet presAssocID="{4BE67EE4-DC30-4ED0-9AE9-2D88D9B68CCA}" presName="wedge2" presStyleLbl="node1" presStyleIdx="1" presStyleCnt="4"/>
      <dgm:spPr/>
    </dgm:pt>
    <dgm:pt modelId="{76385D01-82F4-49E9-B82F-16B1F0D49E16}" type="pres">
      <dgm:prSet presAssocID="{4BE67EE4-DC30-4ED0-9AE9-2D88D9B68CCA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E2E757B-D0EB-4252-A9B1-55C6EE334E03}" type="pres">
      <dgm:prSet presAssocID="{4BE67EE4-DC30-4ED0-9AE9-2D88D9B68CCA}" presName="wedge3" presStyleLbl="node1" presStyleIdx="2" presStyleCnt="4"/>
      <dgm:spPr/>
    </dgm:pt>
    <dgm:pt modelId="{C4F57C73-8394-4EB3-A2C3-D109472A2AA5}" type="pres">
      <dgm:prSet presAssocID="{4BE67EE4-DC30-4ED0-9AE9-2D88D9B68CCA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B823EE6-5500-4584-BDA2-AC71A6141859}" type="pres">
      <dgm:prSet presAssocID="{4BE67EE4-DC30-4ED0-9AE9-2D88D9B68CCA}" presName="wedge4" presStyleLbl="node1" presStyleIdx="3" presStyleCnt="4"/>
      <dgm:spPr/>
    </dgm:pt>
    <dgm:pt modelId="{07D70CF1-DC37-4E05-84DD-941D00D637C1}" type="pres">
      <dgm:prSet presAssocID="{4BE67EE4-DC30-4ED0-9AE9-2D88D9B68CCA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285556C-2946-4521-9B3F-F186107E27F2}" type="presOf" srcId="{9FA2B642-8830-45DA-B8CF-D08339F59026}" destId="{C4F57C73-8394-4EB3-A2C3-D109472A2AA5}" srcOrd="1" destOrd="0" presId="urn:microsoft.com/office/officeart/2005/8/layout/chart3"/>
    <dgm:cxn modelId="{7EFB3D8B-86A1-4C2D-808A-08EEDB8CDA53}" srcId="{4BE67EE4-DC30-4ED0-9AE9-2D88D9B68CCA}" destId="{DAD6C323-230E-4C03-ABD6-04FD8B42F478}" srcOrd="0" destOrd="0" parTransId="{41E6CD82-0A7C-49DE-859E-F690B4AE7C54}" sibTransId="{4A538199-F226-4B23-9393-2E6B82893DCA}"/>
    <dgm:cxn modelId="{D582D592-D2AC-4855-B1EA-A775390BFC8C}" type="presOf" srcId="{2428E4AA-EDEC-4551-A88C-E9642DE895A1}" destId="{9B823EE6-5500-4584-BDA2-AC71A6141859}" srcOrd="0" destOrd="0" presId="urn:microsoft.com/office/officeart/2005/8/layout/chart3"/>
    <dgm:cxn modelId="{89CDC29C-0C8F-46D4-9571-3BC5E2454EA2}" type="presOf" srcId="{4BE67EE4-DC30-4ED0-9AE9-2D88D9B68CCA}" destId="{6BDD1BD7-DB57-422A-B040-76AE184FD20B}" srcOrd="0" destOrd="0" presId="urn:microsoft.com/office/officeart/2005/8/layout/chart3"/>
    <dgm:cxn modelId="{79A3ECA5-02D7-43B1-BDBB-69BF548C20D6}" type="presOf" srcId="{DAD6C323-230E-4C03-ABD6-04FD8B42F478}" destId="{4496F9F4-3062-497A-8262-CFC019DE9897}" srcOrd="0" destOrd="0" presId="urn:microsoft.com/office/officeart/2005/8/layout/chart3"/>
    <dgm:cxn modelId="{4D7140A7-D0A7-4CD5-A460-B72EE057E66C}" type="presOf" srcId="{9FA2B642-8830-45DA-B8CF-D08339F59026}" destId="{2E2E757B-D0EB-4252-A9B1-55C6EE334E03}" srcOrd="0" destOrd="0" presId="urn:microsoft.com/office/officeart/2005/8/layout/chart3"/>
    <dgm:cxn modelId="{C1777EB0-FF40-4666-B009-D15A29651E42}" type="presOf" srcId="{B5A528D2-828A-4646-91DB-ED0BBAF4FC2F}" destId="{DF796E92-74B9-448E-A360-4D850AC821B8}" srcOrd="0" destOrd="0" presId="urn:microsoft.com/office/officeart/2005/8/layout/chart3"/>
    <dgm:cxn modelId="{560C2CCC-A918-4B05-8DC7-CA6DCE8E9821}" srcId="{4BE67EE4-DC30-4ED0-9AE9-2D88D9B68CCA}" destId="{9FA2B642-8830-45DA-B8CF-D08339F59026}" srcOrd="2" destOrd="0" parTransId="{443B8F1E-C5DC-4639-B99E-818508884EFC}" sibTransId="{B9046D56-CFDA-4B23-9495-DC2DBF0C76E7}"/>
    <dgm:cxn modelId="{676B84CC-DE12-4313-9EA2-4A9C39B1EF6C}" type="presOf" srcId="{DAD6C323-230E-4C03-ABD6-04FD8B42F478}" destId="{15A5E711-F35B-49AA-A27A-EF52D3868B65}" srcOrd="1" destOrd="0" presId="urn:microsoft.com/office/officeart/2005/8/layout/chart3"/>
    <dgm:cxn modelId="{DBD451CD-22CB-490E-8C45-B57944CE3FB0}" type="presOf" srcId="{2428E4AA-EDEC-4551-A88C-E9642DE895A1}" destId="{07D70CF1-DC37-4E05-84DD-941D00D637C1}" srcOrd="1" destOrd="0" presId="urn:microsoft.com/office/officeart/2005/8/layout/chart3"/>
    <dgm:cxn modelId="{8C1116E6-9A3B-4746-ACE3-04E0FD71DE60}" srcId="{4BE67EE4-DC30-4ED0-9AE9-2D88D9B68CCA}" destId="{B5A528D2-828A-4646-91DB-ED0BBAF4FC2F}" srcOrd="1" destOrd="0" parTransId="{BAD77768-2F7B-4E9A-ACA7-56B2E9D24DF5}" sibTransId="{E2CFCADD-A8C3-4FFA-BC6B-B27B2D3A3C9D}"/>
    <dgm:cxn modelId="{98BD22F2-7F2A-4EDF-B10C-C01F08E0C0C3}" srcId="{4BE67EE4-DC30-4ED0-9AE9-2D88D9B68CCA}" destId="{2428E4AA-EDEC-4551-A88C-E9642DE895A1}" srcOrd="3" destOrd="0" parTransId="{60C182CA-3BDC-4EAC-B213-1C51A007C660}" sibTransId="{DA0E2117-C0B3-4E46-8486-2EA79B629CFB}"/>
    <dgm:cxn modelId="{AAD1E6F4-8490-4CDB-9AF7-8BEF9430B75F}" type="presOf" srcId="{B5A528D2-828A-4646-91DB-ED0BBAF4FC2F}" destId="{76385D01-82F4-49E9-B82F-16B1F0D49E16}" srcOrd="1" destOrd="0" presId="urn:microsoft.com/office/officeart/2005/8/layout/chart3"/>
    <dgm:cxn modelId="{95F83768-E77C-4DB3-A258-17FB32770406}" type="presParOf" srcId="{6BDD1BD7-DB57-422A-B040-76AE184FD20B}" destId="{4496F9F4-3062-497A-8262-CFC019DE9897}" srcOrd="0" destOrd="0" presId="urn:microsoft.com/office/officeart/2005/8/layout/chart3"/>
    <dgm:cxn modelId="{FEAC27BF-1C36-4C96-AD84-6A77A8F76EF4}" type="presParOf" srcId="{6BDD1BD7-DB57-422A-B040-76AE184FD20B}" destId="{15A5E711-F35B-49AA-A27A-EF52D3868B65}" srcOrd="1" destOrd="0" presId="urn:microsoft.com/office/officeart/2005/8/layout/chart3"/>
    <dgm:cxn modelId="{32031BC0-20D9-468D-8CAD-98FE54A5E53A}" type="presParOf" srcId="{6BDD1BD7-DB57-422A-B040-76AE184FD20B}" destId="{DF796E92-74B9-448E-A360-4D850AC821B8}" srcOrd="2" destOrd="0" presId="urn:microsoft.com/office/officeart/2005/8/layout/chart3"/>
    <dgm:cxn modelId="{EB2CC953-E10D-4FE7-9030-E419D18520C4}" type="presParOf" srcId="{6BDD1BD7-DB57-422A-B040-76AE184FD20B}" destId="{76385D01-82F4-49E9-B82F-16B1F0D49E16}" srcOrd="3" destOrd="0" presId="urn:microsoft.com/office/officeart/2005/8/layout/chart3"/>
    <dgm:cxn modelId="{911345DB-5265-4A1F-AB90-3463A03CDFD3}" type="presParOf" srcId="{6BDD1BD7-DB57-422A-B040-76AE184FD20B}" destId="{2E2E757B-D0EB-4252-A9B1-55C6EE334E03}" srcOrd="4" destOrd="0" presId="urn:microsoft.com/office/officeart/2005/8/layout/chart3"/>
    <dgm:cxn modelId="{D1C8A9AF-C154-4DEB-BD8F-6998C46553CE}" type="presParOf" srcId="{6BDD1BD7-DB57-422A-B040-76AE184FD20B}" destId="{C4F57C73-8394-4EB3-A2C3-D109472A2AA5}" srcOrd="5" destOrd="0" presId="urn:microsoft.com/office/officeart/2005/8/layout/chart3"/>
    <dgm:cxn modelId="{9D108BFD-D302-48A3-9D8A-0924A7A8A561}" type="presParOf" srcId="{6BDD1BD7-DB57-422A-B040-76AE184FD20B}" destId="{9B823EE6-5500-4584-BDA2-AC71A6141859}" srcOrd="6" destOrd="0" presId="urn:microsoft.com/office/officeart/2005/8/layout/chart3"/>
    <dgm:cxn modelId="{D57F6B57-0B03-4924-90B3-F7471F779308}" type="presParOf" srcId="{6BDD1BD7-DB57-422A-B040-76AE184FD20B}" destId="{07D70CF1-DC37-4E05-84DD-941D00D637C1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8BAB987D-CB39-4679-BB8D-A05A785C101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D75D8F1-5B6B-443E-B2D7-3B66262143A6}">
      <dgm:prSet/>
      <dgm:spPr/>
      <dgm:t>
        <a:bodyPr/>
        <a:lstStyle/>
        <a:p>
          <a:r>
            <a:rPr lang="ru-RU" b="0" i="0"/>
            <a:t>хрещення князя Володимира Великого</a:t>
          </a:r>
          <a:endParaRPr lang="uk-UA"/>
        </a:p>
      </dgm:t>
    </dgm:pt>
    <dgm:pt modelId="{AF8260F7-1B64-40B4-B66B-1FDD78296480}" type="parTrans" cxnId="{43B82E03-40B5-4CFC-BB23-235E920EF5A8}">
      <dgm:prSet/>
      <dgm:spPr/>
      <dgm:t>
        <a:bodyPr/>
        <a:lstStyle/>
        <a:p>
          <a:endParaRPr lang="uk-UA"/>
        </a:p>
      </dgm:t>
    </dgm:pt>
    <dgm:pt modelId="{A5E4FBA0-2F0C-4EDA-BF29-E7A028081863}" type="sibTrans" cxnId="{43B82E03-40B5-4CFC-BB23-235E920EF5A8}">
      <dgm:prSet/>
      <dgm:spPr/>
      <dgm:t>
        <a:bodyPr/>
        <a:lstStyle/>
        <a:p>
          <a:endParaRPr lang="uk-UA"/>
        </a:p>
      </dgm:t>
    </dgm:pt>
    <dgm:pt modelId="{4D524B03-C994-43E4-9FF8-5A0E0CC9B696}">
      <dgm:prSet/>
      <dgm:spPr/>
      <dgm:t>
        <a:bodyPr/>
        <a:lstStyle/>
        <a:p>
          <a:r>
            <a:rPr lang="ru-RU" b="0" i="0" dirty="0" err="1"/>
            <a:t>придушення</a:t>
          </a:r>
          <a:r>
            <a:rPr lang="ru-RU" b="0" i="0" dirty="0"/>
            <a:t> </a:t>
          </a:r>
          <a:r>
            <a:rPr lang="ru-RU" b="0" i="0" dirty="0" err="1"/>
            <a:t>повстання</a:t>
          </a:r>
          <a:r>
            <a:rPr lang="ru-RU" b="0" i="0" dirty="0"/>
            <a:t> </a:t>
          </a:r>
          <a:r>
            <a:rPr lang="ru-RU" b="0" i="0" dirty="0" err="1"/>
            <a:t>деревлян</a:t>
          </a:r>
          <a:endParaRPr lang="uk-UA" dirty="0"/>
        </a:p>
      </dgm:t>
    </dgm:pt>
    <dgm:pt modelId="{0EF3E8FE-2264-4F26-BA68-1C2EEC19F978}" type="parTrans" cxnId="{3A9CE7CB-9AEC-4318-BC12-11FBA38B5883}">
      <dgm:prSet/>
      <dgm:spPr/>
      <dgm:t>
        <a:bodyPr/>
        <a:lstStyle/>
        <a:p>
          <a:endParaRPr lang="uk-UA"/>
        </a:p>
      </dgm:t>
    </dgm:pt>
    <dgm:pt modelId="{37F62B40-3DDA-4F6B-857A-10564886BA5F}" type="sibTrans" cxnId="{3A9CE7CB-9AEC-4318-BC12-11FBA38B5883}">
      <dgm:prSet/>
      <dgm:spPr/>
      <dgm:t>
        <a:bodyPr/>
        <a:lstStyle/>
        <a:p>
          <a:endParaRPr lang="uk-UA"/>
        </a:p>
      </dgm:t>
    </dgm:pt>
    <dgm:pt modelId="{81A5B0B9-92DC-4863-B485-27936C0606EE}">
      <dgm:prSet/>
      <dgm:spPr/>
      <dgm:t>
        <a:bodyPr/>
        <a:lstStyle/>
        <a:p>
          <a:r>
            <a:rPr lang="ru-RU" b="0" i="0"/>
            <a:t>будівництво Софійського собору</a:t>
          </a:r>
          <a:endParaRPr lang="uk-UA"/>
        </a:p>
      </dgm:t>
    </dgm:pt>
    <dgm:pt modelId="{A6EC555B-B7FC-4EAA-95DE-98B804F10542}" type="parTrans" cxnId="{C4B754EA-1E9B-4F13-9574-382D6EA47D48}">
      <dgm:prSet/>
      <dgm:spPr/>
      <dgm:t>
        <a:bodyPr/>
        <a:lstStyle/>
        <a:p>
          <a:endParaRPr lang="uk-UA"/>
        </a:p>
      </dgm:t>
    </dgm:pt>
    <dgm:pt modelId="{E2224BBC-B009-433A-A112-DBF90C689F3C}" type="sibTrans" cxnId="{C4B754EA-1E9B-4F13-9574-382D6EA47D48}">
      <dgm:prSet/>
      <dgm:spPr/>
      <dgm:t>
        <a:bodyPr/>
        <a:lstStyle/>
        <a:p>
          <a:endParaRPr lang="uk-UA"/>
        </a:p>
      </dgm:t>
    </dgm:pt>
    <dgm:pt modelId="{2F289E4F-F8A1-4D80-9471-D3941B335D9E}">
      <dgm:prSet/>
      <dgm:spPr/>
      <dgm:t>
        <a:bodyPr/>
        <a:lstStyle/>
        <a:p>
          <a:r>
            <a:rPr lang="ru-RU" b="0" i="0"/>
            <a:t>загибель князя Святослава</a:t>
          </a:r>
          <a:endParaRPr lang="uk-UA"/>
        </a:p>
      </dgm:t>
    </dgm:pt>
    <dgm:pt modelId="{6C9A15D5-1BB2-4376-A61C-6B36E9BA7F88}" type="parTrans" cxnId="{510C2FC3-5E40-4C0A-B8FE-6A6FAB8E003A}">
      <dgm:prSet/>
      <dgm:spPr/>
      <dgm:t>
        <a:bodyPr/>
        <a:lstStyle/>
        <a:p>
          <a:endParaRPr lang="uk-UA"/>
        </a:p>
      </dgm:t>
    </dgm:pt>
    <dgm:pt modelId="{B6AF56F5-96B5-41DF-A911-EB2BEC0616D1}" type="sibTrans" cxnId="{510C2FC3-5E40-4C0A-B8FE-6A6FAB8E003A}">
      <dgm:prSet/>
      <dgm:spPr/>
      <dgm:t>
        <a:bodyPr/>
        <a:lstStyle/>
        <a:p>
          <a:endParaRPr lang="uk-UA"/>
        </a:p>
      </dgm:t>
    </dgm:pt>
    <dgm:pt modelId="{1E375472-8F8E-4302-9633-9F14D22BABA2}">
      <dgm:prSet/>
      <dgm:spPr/>
      <dgm:t>
        <a:bodyPr/>
        <a:lstStyle/>
        <a:p>
          <a:r>
            <a:rPr lang="ru-RU" b="0" i="0" dirty="0" err="1"/>
            <a:t>проведення</a:t>
          </a:r>
          <a:r>
            <a:rPr lang="ru-RU" b="0" i="0" dirty="0"/>
            <a:t> </a:t>
          </a:r>
          <a:r>
            <a:rPr lang="ru-RU" b="0" i="0" dirty="0" err="1"/>
            <a:t>з'їзду</a:t>
          </a:r>
          <a:r>
            <a:rPr lang="ru-RU" b="0" i="0" dirty="0"/>
            <a:t> руських </a:t>
          </a:r>
          <a:r>
            <a:rPr lang="ru-RU" b="0" i="0" dirty="0" err="1"/>
            <a:t>князів</a:t>
          </a:r>
          <a:endParaRPr lang="uk-UA" dirty="0"/>
        </a:p>
      </dgm:t>
    </dgm:pt>
    <dgm:pt modelId="{98776814-9353-4245-AEBE-EC70B5C18A4E}" type="parTrans" cxnId="{50E702CC-E39D-4155-B67C-8105115D5646}">
      <dgm:prSet/>
      <dgm:spPr/>
      <dgm:t>
        <a:bodyPr/>
        <a:lstStyle/>
        <a:p>
          <a:endParaRPr lang="uk-UA"/>
        </a:p>
      </dgm:t>
    </dgm:pt>
    <dgm:pt modelId="{2694AC61-AAB3-4A33-AF37-2052735F719A}" type="sibTrans" cxnId="{50E702CC-E39D-4155-B67C-8105115D5646}">
      <dgm:prSet/>
      <dgm:spPr/>
      <dgm:t>
        <a:bodyPr/>
        <a:lstStyle/>
        <a:p>
          <a:endParaRPr lang="uk-UA"/>
        </a:p>
      </dgm:t>
    </dgm:pt>
    <dgm:pt modelId="{99120823-2B02-4574-A76E-B3FA5A374DB3}" type="pres">
      <dgm:prSet presAssocID="{8BAB987D-CB39-4679-BB8D-A05A785C1017}" presName="linearFlow" presStyleCnt="0">
        <dgm:presLayoutVars>
          <dgm:dir/>
          <dgm:resizeHandles val="exact"/>
        </dgm:presLayoutVars>
      </dgm:prSet>
      <dgm:spPr/>
    </dgm:pt>
    <dgm:pt modelId="{1C7A039E-9DD8-422D-8EA3-64B2E241B61F}" type="pres">
      <dgm:prSet presAssocID="{CD75D8F1-5B6B-443E-B2D7-3B66262143A6}" presName="composite" presStyleCnt="0"/>
      <dgm:spPr/>
    </dgm:pt>
    <dgm:pt modelId="{D3AB598B-B125-47C9-879A-1FF447735BDF}" type="pres">
      <dgm:prSet presAssocID="{CD75D8F1-5B6B-443E-B2D7-3B66262143A6}" presName="imgShp" presStyleLbl="fgImgPlace1" presStyleIdx="0" presStyleCnt="5"/>
      <dgm:spPr/>
    </dgm:pt>
    <dgm:pt modelId="{ED3B6553-58F6-4DE6-91C2-3B7FB2EDAB69}" type="pres">
      <dgm:prSet presAssocID="{CD75D8F1-5B6B-443E-B2D7-3B66262143A6}" presName="txShp" presStyleLbl="node1" presStyleIdx="0" presStyleCnt="5">
        <dgm:presLayoutVars>
          <dgm:bulletEnabled val="1"/>
        </dgm:presLayoutVars>
      </dgm:prSet>
      <dgm:spPr/>
    </dgm:pt>
    <dgm:pt modelId="{EE6171B9-4B3E-4D6B-B518-DE2AB9654445}" type="pres">
      <dgm:prSet presAssocID="{A5E4FBA0-2F0C-4EDA-BF29-E7A028081863}" presName="spacing" presStyleCnt="0"/>
      <dgm:spPr/>
    </dgm:pt>
    <dgm:pt modelId="{006CD9A6-8610-4B67-B261-CD58C2EA188A}" type="pres">
      <dgm:prSet presAssocID="{4D524B03-C994-43E4-9FF8-5A0E0CC9B696}" presName="composite" presStyleCnt="0"/>
      <dgm:spPr/>
    </dgm:pt>
    <dgm:pt modelId="{816A3E6C-EB01-4E59-A7B9-173201DFEC54}" type="pres">
      <dgm:prSet presAssocID="{4D524B03-C994-43E4-9FF8-5A0E0CC9B696}" presName="imgShp" presStyleLbl="fgImgPlace1" presStyleIdx="1" presStyleCnt="5"/>
      <dgm:spPr/>
    </dgm:pt>
    <dgm:pt modelId="{69640E7A-787C-438A-BFE3-71AB796048C8}" type="pres">
      <dgm:prSet presAssocID="{4D524B03-C994-43E4-9FF8-5A0E0CC9B696}" presName="txShp" presStyleLbl="node1" presStyleIdx="1" presStyleCnt="5">
        <dgm:presLayoutVars>
          <dgm:bulletEnabled val="1"/>
        </dgm:presLayoutVars>
      </dgm:prSet>
      <dgm:spPr/>
    </dgm:pt>
    <dgm:pt modelId="{B56B304A-2388-42B9-8222-D85D49E6D09A}" type="pres">
      <dgm:prSet presAssocID="{37F62B40-3DDA-4F6B-857A-10564886BA5F}" presName="spacing" presStyleCnt="0"/>
      <dgm:spPr/>
    </dgm:pt>
    <dgm:pt modelId="{0B551721-DF13-4169-ADEA-875B5DE692D4}" type="pres">
      <dgm:prSet presAssocID="{81A5B0B9-92DC-4863-B485-27936C0606EE}" presName="composite" presStyleCnt="0"/>
      <dgm:spPr/>
    </dgm:pt>
    <dgm:pt modelId="{1F120094-F8D8-45CB-B1ED-2FD54C070B2D}" type="pres">
      <dgm:prSet presAssocID="{81A5B0B9-92DC-4863-B485-27936C0606EE}" presName="imgShp" presStyleLbl="fgImgPlace1" presStyleIdx="2" presStyleCnt="5"/>
      <dgm:spPr/>
    </dgm:pt>
    <dgm:pt modelId="{1988D073-72B8-45A9-B251-BF1247A458F3}" type="pres">
      <dgm:prSet presAssocID="{81A5B0B9-92DC-4863-B485-27936C0606EE}" presName="txShp" presStyleLbl="node1" presStyleIdx="2" presStyleCnt="5">
        <dgm:presLayoutVars>
          <dgm:bulletEnabled val="1"/>
        </dgm:presLayoutVars>
      </dgm:prSet>
      <dgm:spPr/>
    </dgm:pt>
    <dgm:pt modelId="{E2421BB1-3DBE-4A5E-A97B-E2E051D915A7}" type="pres">
      <dgm:prSet presAssocID="{E2224BBC-B009-433A-A112-DBF90C689F3C}" presName="spacing" presStyleCnt="0"/>
      <dgm:spPr/>
    </dgm:pt>
    <dgm:pt modelId="{DEECEE85-65B8-4768-9F0E-42C58C07F5DB}" type="pres">
      <dgm:prSet presAssocID="{2F289E4F-F8A1-4D80-9471-D3941B335D9E}" presName="composite" presStyleCnt="0"/>
      <dgm:spPr/>
    </dgm:pt>
    <dgm:pt modelId="{43CA0698-7114-4906-B279-6635A0095D91}" type="pres">
      <dgm:prSet presAssocID="{2F289E4F-F8A1-4D80-9471-D3941B335D9E}" presName="imgShp" presStyleLbl="fgImgPlace1" presStyleIdx="3" presStyleCnt="5"/>
      <dgm:spPr/>
    </dgm:pt>
    <dgm:pt modelId="{445A2DEF-2748-432D-809A-57598BF16ECC}" type="pres">
      <dgm:prSet presAssocID="{2F289E4F-F8A1-4D80-9471-D3941B335D9E}" presName="txShp" presStyleLbl="node1" presStyleIdx="3" presStyleCnt="5">
        <dgm:presLayoutVars>
          <dgm:bulletEnabled val="1"/>
        </dgm:presLayoutVars>
      </dgm:prSet>
      <dgm:spPr/>
    </dgm:pt>
    <dgm:pt modelId="{2191B908-2440-4C5D-8096-758E2DA53BDD}" type="pres">
      <dgm:prSet presAssocID="{B6AF56F5-96B5-41DF-A911-EB2BEC0616D1}" presName="spacing" presStyleCnt="0"/>
      <dgm:spPr/>
    </dgm:pt>
    <dgm:pt modelId="{6E6B0DAB-109A-4EF1-8696-9EFB412A9FD3}" type="pres">
      <dgm:prSet presAssocID="{1E375472-8F8E-4302-9633-9F14D22BABA2}" presName="composite" presStyleCnt="0"/>
      <dgm:spPr/>
    </dgm:pt>
    <dgm:pt modelId="{7879E8D7-75E1-483C-80B3-2613CE433029}" type="pres">
      <dgm:prSet presAssocID="{1E375472-8F8E-4302-9633-9F14D22BABA2}" presName="imgShp" presStyleLbl="fgImgPlace1" presStyleIdx="4" presStyleCnt="5"/>
      <dgm:spPr/>
    </dgm:pt>
    <dgm:pt modelId="{6F945FE3-E77E-43A9-9C3E-73329B37EF5D}" type="pres">
      <dgm:prSet presAssocID="{1E375472-8F8E-4302-9633-9F14D22BABA2}" presName="txShp" presStyleLbl="node1" presStyleIdx="4" presStyleCnt="5">
        <dgm:presLayoutVars>
          <dgm:bulletEnabled val="1"/>
        </dgm:presLayoutVars>
      </dgm:prSet>
      <dgm:spPr/>
    </dgm:pt>
  </dgm:ptLst>
  <dgm:cxnLst>
    <dgm:cxn modelId="{43B82E03-40B5-4CFC-BB23-235E920EF5A8}" srcId="{8BAB987D-CB39-4679-BB8D-A05A785C1017}" destId="{CD75D8F1-5B6B-443E-B2D7-3B66262143A6}" srcOrd="0" destOrd="0" parTransId="{AF8260F7-1B64-40B4-B66B-1FDD78296480}" sibTransId="{A5E4FBA0-2F0C-4EDA-BF29-E7A028081863}"/>
    <dgm:cxn modelId="{913EBE1A-8640-40E3-BF08-DB59EDA4376A}" type="presOf" srcId="{CD75D8F1-5B6B-443E-B2D7-3B66262143A6}" destId="{ED3B6553-58F6-4DE6-91C2-3B7FB2EDAB69}" srcOrd="0" destOrd="0" presId="urn:microsoft.com/office/officeart/2005/8/layout/vList3"/>
    <dgm:cxn modelId="{5AF9F31F-DCA8-4644-9720-17907E415544}" type="presOf" srcId="{4D524B03-C994-43E4-9FF8-5A0E0CC9B696}" destId="{69640E7A-787C-438A-BFE3-71AB796048C8}" srcOrd="0" destOrd="0" presId="urn:microsoft.com/office/officeart/2005/8/layout/vList3"/>
    <dgm:cxn modelId="{DDDF3A2F-1CD4-4DC3-BE1E-85A00A0459DF}" type="presOf" srcId="{2F289E4F-F8A1-4D80-9471-D3941B335D9E}" destId="{445A2DEF-2748-432D-809A-57598BF16ECC}" srcOrd="0" destOrd="0" presId="urn:microsoft.com/office/officeart/2005/8/layout/vList3"/>
    <dgm:cxn modelId="{274A349F-22CB-4BB9-8FB9-C519E102947F}" type="presOf" srcId="{1E375472-8F8E-4302-9633-9F14D22BABA2}" destId="{6F945FE3-E77E-43A9-9C3E-73329B37EF5D}" srcOrd="0" destOrd="0" presId="urn:microsoft.com/office/officeart/2005/8/layout/vList3"/>
    <dgm:cxn modelId="{3487E4B8-95FA-4890-9265-89D19E636E25}" type="presOf" srcId="{81A5B0B9-92DC-4863-B485-27936C0606EE}" destId="{1988D073-72B8-45A9-B251-BF1247A458F3}" srcOrd="0" destOrd="0" presId="urn:microsoft.com/office/officeart/2005/8/layout/vList3"/>
    <dgm:cxn modelId="{510C2FC3-5E40-4C0A-B8FE-6A6FAB8E003A}" srcId="{8BAB987D-CB39-4679-BB8D-A05A785C1017}" destId="{2F289E4F-F8A1-4D80-9471-D3941B335D9E}" srcOrd="3" destOrd="0" parTransId="{6C9A15D5-1BB2-4376-A61C-6B36E9BA7F88}" sibTransId="{B6AF56F5-96B5-41DF-A911-EB2BEC0616D1}"/>
    <dgm:cxn modelId="{3A9CE7CB-9AEC-4318-BC12-11FBA38B5883}" srcId="{8BAB987D-CB39-4679-BB8D-A05A785C1017}" destId="{4D524B03-C994-43E4-9FF8-5A0E0CC9B696}" srcOrd="1" destOrd="0" parTransId="{0EF3E8FE-2264-4F26-BA68-1C2EEC19F978}" sibTransId="{37F62B40-3DDA-4F6B-857A-10564886BA5F}"/>
    <dgm:cxn modelId="{50E702CC-E39D-4155-B67C-8105115D5646}" srcId="{8BAB987D-CB39-4679-BB8D-A05A785C1017}" destId="{1E375472-8F8E-4302-9633-9F14D22BABA2}" srcOrd="4" destOrd="0" parTransId="{98776814-9353-4245-AEBE-EC70B5C18A4E}" sibTransId="{2694AC61-AAB3-4A33-AF37-2052735F719A}"/>
    <dgm:cxn modelId="{C4B754EA-1E9B-4F13-9574-382D6EA47D48}" srcId="{8BAB987D-CB39-4679-BB8D-A05A785C1017}" destId="{81A5B0B9-92DC-4863-B485-27936C0606EE}" srcOrd="2" destOrd="0" parTransId="{A6EC555B-B7FC-4EAA-95DE-98B804F10542}" sibTransId="{E2224BBC-B009-433A-A112-DBF90C689F3C}"/>
    <dgm:cxn modelId="{66C182FA-B028-48E3-AFB6-D0104025E1B1}" type="presOf" srcId="{8BAB987D-CB39-4679-BB8D-A05A785C1017}" destId="{99120823-2B02-4574-A76E-B3FA5A374DB3}" srcOrd="0" destOrd="0" presId="urn:microsoft.com/office/officeart/2005/8/layout/vList3"/>
    <dgm:cxn modelId="{E2DD777E-84B1-4750-8E1F-D640F545B667}" type="presParOf" srcId="{99120823-2B02-4574-A76E-B3FA5A374DB3}" destId="{1C7A039E-9DD8-422D-8EA3-64B2E241B61F}" srcOrd="0" destOrd="0" presId="urn:microsoft.com/office/officeart/2005/8/layout/vList3"/>
    <dgm:cxn modelId="{811D0CE7-2109-40C0-A0F5-DB343AAA20BB}" type="presParOf" srcId="{1C7A039E-9DD8-422D-8EA3-64B2E241B61F}" destId="{D3AB598B-B125-47C9-879A-1FF447735BDF}" srcOrd="0" destOrd="0" presId="urn:microsoft.com/office/officeart/2005/8/layout/vList3"/>
    <dgm:cxn modelId="{E55333E9-4695-4318-8E43-B4A7718062E4}" type="presParOf" srcId="{1C7A039E-9DD8-422D-8EA3-64B2E241B61F}" destId="{ED3B6553-58F6-4DE6-91C2-3B7FB2EDAB69}" srcOrd="1" destOrd="0" presId="urn:microsoft.com/office/officeart/2005/8/layout/vList3"/>
    <dgm:cxn modelId="{8FDADDF6-2691-4194-97FC-918358CF7E8F}" type="presParOf" srcId="{99120823-2B02-4574-A76E-B3FA5A374DB3}" destId="{EE6171B9-4B3E-4D6B-B518-DE2AB9654445}" srcOrd="1" destOrd="0" presId="urn:microsoft.com/office/officeart/2005/8/layout/vList3"/>
    <dgm:cxn modelId="{CBBA48B7-7BCB-4A92-A29C-1510AE7EC28F}" type="presParOf" srcId="{99120823-2B02-4574-A76E-B3FA5A374DB3}" destId="{006CD9A6-8610-4B67-B261-CD58C2EA188A}" srcOrd="2" destOrd="0" presId="urn:microsoft.com/office/officeart/2005/8/layout/vList3"/>
    <dgm:cxn modelId="{5A9AFE77-F039-4404-B328-610E968EBB38}" type="presParOf" srcId="{006CD9A6-8610-4B67-B261-CD58C2EA188A}" destId="{816A3E6C-EB01-4E59-A7B9-173201DFEC54}" srcOrd="0" destOrd="0" presId="urn:microsoft.com/office/officeart/2005/8/layout/vList3"/>
    <dgm:cxn modelId="{EDF35A3F-FC6F-4F4A-9001-0C8D179324A1}" type="presParOf" srcId="{006CD9A6-8610-4B67-B261-CD58C2EA188A}" destId="{69640E7A-787C-438A-BFE3-71AB796048C8}" srcOrd="1" destOrd="0" presId="urn:microsoft.com/office/officeart/2005/8/layout/vList3"/>
    <dgm:cxn modelId="{000F661D-27AC-423E-B95D-AAA4A83484BE}" type="presParOf" srcId="{99120823-2B02-4574-A76E-B3FA5A374DB3}" destId="{B56B304A-2388-42B9-8222-D85D49E6D09A}" srcOrd="3" destOrd="0" presId="urn:microsoft.com/office/officeart/2005/8/layout/vList3"/>
    <dgm:cxn modelId="{A1A62647-46D0-43F0-A061-2BAD0F49EAAE}" type="presParOf" srcId="{99120823-2B02-4574-A76E-B3FA5A374DB3}" destId="{0B551721-DF13-4169-ADEA-875B5DE692D4}" srcOrd="4" destOrd="0" presId="urn:microsoft.com/office/officeart/2005/8/layout/vList3"/>
    <dgm:cxn modelId="{DF81208E-DCA2-4A4F-B571-9ED2AE10C820}" type="presParOf" srcId="{0B551721-DF13-4169-ADEA-875B5DE692D4}" destId="{1F120094-F8D8-45CB-B1ED-2FD54C070B2D}" srcOrd="0" destOrd="0" presId="urn:microsoft.com/office/officeart/2005/8/layout/vList3"/>
    <dgm:cxn modelId="{FF784571-6238-4DA9-AEE9-6533054D96AF}" type="presParOf" srcId="{0B551721-DF13-4169-ADEA-875B5DE692D4}" destId="{1988D073-72B8-45A9-B251-BF1247A458F3}" srcOrd="1" destOrd="0" presId="urn:microsoft.com/office/officeart/2005/8/layout/vList3"/>
    <dgm:cxn modelId="{85B283F6-A0CE-427A-B7BA-F63CB67C322A}" type="presParOf" srcId="{99120823-2B02-4574-A76E-B3FA5A374DB3}" destId="{E2421BB1-3DBE-4A5E-A97B-E2E051D915A7}" srcOrd="5" destOrd="0" presId="urn:microsoft.com/office/officeart/2005/8/layout/vList3"/>
    <dgm:cxn modelId="{945419C6-9E41-4ECD-B68C-9798B9436F2C}" type="presParOf" srcId="{99120823-2B02-4574-A76E-B3FA5A374DB3}" destId="{DEECEE85-65B8-4768-9F0E-42C58C07F5DB}" srcOrd="6" destOrd="0" presId="urn:microsoft.com/office/officeart/2005/8/layout/vList3"/>
    <dgm:cxn modelId="{2AA1511F-A498-48DA-8F49-74357C47239D}" type="presParOf" srcId="{DEECEE85-65B8-4768-9F0E-42C58C07F5DB}" destId="{43CA0698-7114-4906-B279-6635A0095D91}" srcOrd="0" destOrd="0" presId="urn:microsoft.com/office/officeart/2005/8/layout/vList3"/>
    <dgm:cxn modelId="{87AC20AB-8962-47B6-8CA7-518EB33E48FB}" type="presParOf" srcId="{DEECEE85-65B8-4768-9F0E-42C58C07F5DB}" destId="{445A2DEF-2748-432D-809A-57598BF16ECC}" srcOrd="1" destOrd="0" presId="urn:microsoft.com/office/officeart/2005/8/layout/vList3"/>
    <dgm:cxn modelId="{62D16C12-A87A-46B4-8065-EC6E784507AB}" type="presParOf" srcId="{99120823-2B02-4574-A76E-B3FA5A374DB3}" destId="{2191B908-2440-4C5D-8096-758E2DA53BDD}" srcOrd="7" destOrd="0" presId="urn:microsoft.com/office/officeart/2005/8/layout/vList3"/>
    <dgm:cxn modelId="{0CEAD15A-5F15-4D43-8892-5C5D368BEB4F}" type="presParOf" srcId="{99120823-2B02-4574-A76E-B3FA5A374DB3}" destId="{6E6B0DAB-109A-4EF1-8696-9EFB412A9FD3}" srcOrd="8" destOrd="0" presId="urn:microsoft.com/office/officeart/2005/8/layout/vList3"/>
    <dgm:cxn modelId="{1E1D7A39-4DCC-42B7-BB91-6694C6519159}" type="presParOf" srcId="{6E6B0DAB-109A-4EF1-8696-9EFB412A9FD3}" destId="{7879E8D7-75E1-483C-80B3-2613CE433029}" srcOrd="0" destOrd="0" presId="urn:microsoft.com/office/officeart/2005/8/layout/vList3"/>
    <dgm:cxn modelId="{238B396E-F646-4C7F-83D6-7B4688EE56D7}" type="presParOf" srcId="{6E6B0DAB-109A-4EF1-8696-9EFB412A9FD3}" destId="{6F945FE3-E77E-43A9-9C3E-73329B37EF5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B58C2465-ECC1-42E8-81D2-6D4976311C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5F7D69A-6296-4AD0-882F-2E4DA2FAFD7A}">
      <dgm:prSet/>
      <dgm:spPr/>
      <dgm:t>
        <a:bodyPr/>
        <a:lstStyle/>
        <a:p>
          <a:r>
            <a:rPr lang="uk-UA" b="0" i="0"/>
            <a:t>Розгром князем Святославом Хозарського каганату.</a:t>
          </a:r>
          <a:endParaRPr lang="uk-UA"/>
        </a:p>
      </dgm:t>
    </dgm:pt>
    <dgm:pt modelId="{8E9A70EC-B172-4B59-BC80-8CAAC6D922B2}" type="parTrans" cxnId="{0BF5C699-1B40-482D-9C3E-FBA26D46D637}">
      <dgm:prSet/>
      <dgm:spPr/>
      <dgm:t>
        <a:bodyPr/>
        <a:lstStyle/>
        <a:p>
          <a:endParaRPr lang="uk-UA"/>
        </a:p>
      </dgm:t>
    </dgm:pt>
    <dgm:pt modelId="{BDB0F81F-B475-45A6-BBCE-2965F3959640}" type="sibTrans" cxnId="{0BF5C699-1B40-482D-9C3E-FBA26D46D637}">
      <dgm:prSet/>
      <dgm:spPr/>
      <dgm:t>
        <a:bodyPr/>
        <a:lstStyle/>
        <a:p>
          <a:endParaRPr lang="uk-UA"/>
        </a:p>
      </dgm:t>
    </dgm:pt>
    <dgm:pt modelId="{BAD4641C-90ED-4DCB-9959-D226881A2E27}">
      <dgm:prSet/>
      <dgm:spPr/>
      <dgm:t>
        <a:bodyPr/>
        <a:lstStyle/>
        <a:p>
          <a:r>
            <a:rPr lang="uk-UA" b="0" i="0"/>
            <a:t>Запровадження християнства як державної релігії Київської Русі.</a:t>
          </a:r>
          <a:endParaRPr lang="uk-UA"/>
        </a:p>
      </dgm:t>
    </dgm:pt>
    <dgm:pt modelId="{F8456899-5E67-4ED5-BB97-2C11DB3FFBFA}" type="parTrans" cxnId="{EB09666C-2A2A-4FDB-8ACB-3B7BC7BA83CB}">
      <dgm:prSet/>
      <dgm:spPr/>
      <dgm:t>
        <a:bodyPr/>
        <a:lstStyle/>
        <a:p>
          <a:endParaRPr lang="uk-UA"/>
        </a:p>
      </dgm:t>
    </dgm:pt>
    <dgm:pt modelId="{FB25C4D5-1927-40E5-A475-0074C9230E34}" type="sibTrans" cxnId="{EB09666C-2A2A-4FDB-8ACB-3B7BC7BA83CB}">
      <dgm:prSet/>
      <dgm:spPr/>
      <dgm:t>
        <a:bodyPr/>
        <a:lstStyle/>
        <a:p>
          <a:endParaRPr lang="uk-UA"/>
        </a:p>
      </dgm:t>
    </dgm:pt>
    <dgm:pt modelId="{AECF8C22-2D39-4B04-A7BB-3697CAED18D6}">
      <dgm:prSet/>
      <dgm:spPr/>
      <dgm:t>
        <a:bodyPr/>
        <a:lstStyle/>
        <a:p>
          <a:r>
            <a:rPr lang="uk-UA" b="0" i="0" dirty="0"/>
            <a:t>Похід на Русь орд хана Батия.</a:t>
          </a:r>
          <a:endParaRPr lang="uk-UA" dirty="0"/>
        </a:p>
      </dgm:t>
    </dgm:pt>
    <dgm:pt modelId="{B9010B8A-7131-47B0-B66C-537A16C5240C}" type="parTrans" cxnId="{37F7ED77-3727-45B5-BB1E-3D40285DE98C}">
      <dgm:prSet/>
      <dgm:spPr/>
      <dgm:t>
        <a:bodyPr/>
        <a:lstStyle/>
        <a:p>
          <a:endParaRPr lang="uk-UA"/>
        </a:p>
      </dgm:t>
    </dgm:pt>
    <dgm:pt modelId="{96660A9E-6199-4170-87F3-9DCADDE3ECDB}" type="sibTrans" cxnId="{37F7ED77-3727-45B5-BB1E-3D40285DE98C}">
      <dgm:prSet/>
      <dgm:spPr/>
      <dgm:t>
        <a:bodyPr/>
        <a:lstStyle/>
        <a:p>
          <a:endParaRPr lang="uk-UA"/>
        </a:p>
      </dgm:t>
    </dgm:pt>
    <dgm:pt modelId="{1484ADE2-E6A3-4E95-8C3A-80C9C842EF8A}">
      <dgm:prSet/>
      <dgm:spPr/>
      <dgm:t>
        <a:bodyPr/>
        <a:lstStyle/>
        <a:p>
          <a:r>
            <a:rPr lang="uk-UA" b="0" i="0" dirty="0"/>
            <a:t>Об’єднання князем Романом Мстиславовичем Галицького та Волинського князівств в єдину державу.</a:t>
          </a:r>
          <a:endParaRPr lang="uk-UA" dirty="0"/>
        </a:p>
      </dgm:t>
    </dgm:pt>
    <dgm:pt modelId="{3DE7436B-439D-4308-9664-8FE5C2909955}" type="parTrans" cxnId="{1CAA58E2-0B66-4346-912A-1B90BDE270B2}">
      <dgm:prSet/>
      <dgm:spPr/>
      <dgm:t>
        <a:bodyPr/>
        <a:lstStyle/>
        <a:p>
          <a:endParaRPr lang="uk-UA"/>
        </a:p>
      </dgm:t>
    </dgm:pt>
    <dgm:pt modelId="{3C241ED6-999B-45F0-9816-FC2D2C9B237A}" type="sibTrans" cxnId="{1CAA58E2-0B66-4346-912A-1B90BDE270B2}">
      <dgm:prSet/>
      <dgm:spPr/>
      <dgm:t>
        <a:bodyPr/>
        <a:lstStyle/>
        <a:p>
          <a:endParaRPr lang="uk-UA"/>
        </a:p>
      </dgm:t>
    </dgm:pt>
    <dgm:pt modelId="{17F0AA19-C1C3-4B41-8286-583B2E15DF85}" type="pres">
      <dgm:prSet presAssocID="{B58C2465-ECC1-42E8-81D2-6D4976311CCF}" presName="linear" presStyleCnt="0">
        <dgm:presLayoutVars>
          <dgm:animLvl val="lvl"/>
          <dgm:resizeHandles val="exact"/>
        </dgm:presLayoutVars>
      </dgm:prSet>
      <dgm:spPr/>
    </dgm:pt>
    <dgm:pt modelId="{1D4C60A1-CBD9-427A-AA59-A2CF3887F1E0}" type="pres">
      <dgm:prSet presAssocID="{C5F7D69A-6296-4AD0-882F-2E4DA2FAFD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0B0FE9-4518-48C4-9993-5C4F2086A66C}" type="pres">
      <dgm:prSet presAssocID="{BDB0F81F-B475-45A6-BBCE-2965F3959640}" presName="spacer" presStyleCnt="0"/>
      <dgm:spPr/>
    </dgm:pt>
    <dgm:pt modelId="{AE7ABAE1-C9F2-4857-9C01-7A558EF4AFD0}" type="pres">
      <dgm:prSet presAssocID="{BAD4641C-90ED-4DCB-9959-D226881A2E2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3274C5-9110-4CEC-B7F8-5CD30BCE99A8}" type="pres">
      <dgm:prSet presAssocID="{FB25C4D5-1927-40E5-A475-0074C9230E34}" presName="spacer" presStyleCnt="0"/>
      <dgm:spPr/>
    </dgm:pt>
    <dgm:pt modelId="{9DB8B3F3-E8D3-4B34-AB7D-6F8A6B38657A}" type="pres">
      <dgm:prSet presAssocID="{AECF8C22-2D39-4B04-A7BB-3697CAED18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A71C06-6C8D-4242-9F84-DEFA7A7D82BF}" type="pres">
      <dgm:prSet presAssocID="{96660A9E-6199-4170-87F3-9DCADDE3ECDB}" presName="spacer" presStyleCnt="0"/>
      <dgm:spPr/>
    </dgm:pt>
    <dgm:pt modelId="{6B40649A-55A2-4153-AFFE-F15BE750C3C1}" type="pres">
      <dgm:prSet presAssocID="{1484ADE2-E6A3-4E95-8C3A-80C9C842EF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082E02C-DA17-4456-84CF-F014BB2CFF48}" type="presOf" srcId="{1484ADE2-E6A3-4E95-8C3A-80C9C842EF8A}" destId="{6B40649A-55A2-4153-AFFE-F15BE750C3C1}" srcOrd="0" destOrd="0" presId="urn:microsoft.com/office/officeart/2005/8/layout/vList2"/>
    <dgm:cxn modelId="{44B7993C-2F1B-48F9-972E-9B9ADF77B325}" type="presOf" srcId="{B58C2465-ECC1-42E8-81D2-6D4976311CCF}" destId="{17F0AA19-C1C3-4B41-8286-583B2E15DF85}" srcOrd="0" destOrd="0" presId="urn:microsoft.com/office/officeart/2005/8/layout/vList2"/>
    <dgm:cxn modelId="{DD90036C-66E2-41B1-BC48-87DCFBBA98FD}" type="presOf" srcId="{BAD4641C-90ED-4DCB-9959-D226881A2E27}" destId="{AE7ABAE1-C9F2-4857-9C01-7A558EF4AFD0}" srcOrd="0" destOrd="0" presId="urn:microsoft.com/office/officeart/2005/8/layout/vList2"/>
    <dgm:cxn modelId="{EB09666C-2A2A-4FDB-8ACB-3B7BC7BA83CB}" srcId="{B58C2465-ECC1-42E8-81D2-6D4976311CCF}" destId="{BAD4641C-90ED-4DCB-9959-D226881A2E27}" srcOrd="1" destOrd="0" parTransId="{F8456899-5E67-4ED5-BB97-2C11DB3FFBFA}" sibTransId="{FB25C4D5-1927-40E5-A475-0074C9230E34}"/>
    <dgm:cxn modelId="{37F7ED77-3727-45B5-BB1E-3D40285DE98C}" srcId="{B58C2465-ECC1-42E8-81D2-6D4976311CCF}" destId="{AECF8C22-2D39-4B04-A7BB-3697CAED18D6}" srcOrd="2" destOrd="0" parTransId="{B9010B8A-7131-47B0-B66C-537A16C5240C}" sibTransId="{96660A9E-6199-4170-87F3-9DCADDE3ECDB}"/>
    <dgm:cxn modelId="{298A2E8A-7AB2-41C2-B6C4-2DB00426BB7C}" type="presOf" srcId="{AECF8C22-2D39-4B04-A7BB-3697CAED18D6}" destId="{9DB8B3F3-E8D3-4B34-AB7D-6F8A6B38657A}" srcOrd="0" destOrd="0" presId="urn:microsoft.com/office/officeart/2005/8/layout/vList2"/>
    <dgm:cxn modelId="{0BF5C699-1B40-482D-9C3E-FBA26D46D637}" srcId="{B58C2465-ECC1-42E8-81D2-6D4976311CCF}" destId="{C5F7D69A-6296-4AD0-882F-2E4DA2FAFD7A}" srcOrd="0" destOrd="0" parTransId="{8E9A70EC-B172-4B59-BC80-8CAAC6D922B2}" sibTransId="{BDB0F81F-B475-45A6-BBCE-2965F3959640}"/>
    <dgm:cxn modelId="{C82EE1CF-6E90-403D-BBEE-83F66D05BAB7}" type="presOf" srcId="{C5F7D69A-6296-4AD0-882F-2E4DA2FAFD7A}" destId="{1D4C60A1-CBD9-427A-AA59-A2CF3887F1E0}" srcOrd="0" destOrd="0" presId="urn:microsoft.com/office/officeart/2005/8/layout/vList2"/>
    <dgm:cxn modelId="{1CAA58E2-0B66-4346-912A-1B90BDE270B2}" srcId="{B58C2465-ECC1-42E8-81D2-6D4976311CCF}" destId="{1484ADE2-E6A3-4E95-8C3A-80C9C842EF8A}" srcOrd="3" destOrd="0" parTransId="{3DE7436B-439D-4308-9664-8FE5C2909955}" sibTransId="{3C241ED6-999B-45F0-9816-FC2D2C9B237A}"/>
    <dgm:cxn modelId="{EEDA1981-398C-41DF-BCB2-18A2186482A3}" type="presParOf" srcId="{17F0AA19-C1C3-4B41-8286-583B2E15DF85}" destId="{1D4C60A1-CBD9-427A-AA59-A2CF3887F1E0}" srcOrd="0" destOrd="0" presId="urn:microsoft.com/office/officeart/2005/8/layout/vList2"/>
    <dgm:cxn modelId="{75EBF245-8CCF-456A-965E-AA69063D253F}" type="presParOf" srcId="{17F0AA19-C1C3-4B41-8286-583B2E15DF85}" destId="{070B0FE9-4518-48C4-9993-5C4F2086A66C}" srcOrd="1" destOrd="0" presId="urn:microsoft.com/office/officeart/2005/8/layout/vList2"/>
    <dgm:cxn modelId="{1F5273C1-0FC1-4EA4-9E82-49020DC55BCB}" type="presParOf" srcId="{17F0AA19-C1C3-4B41-8286-583B2E15DF85}" destId="{AE7ABAE1-C9F2-4857-9C01-7A558EF4AFD0}" srcOrd="2" destOrd="0" presId="urn:microsoft.com/office/officeart/2005/8/layout/vList2"/>
    <dgm:cxn modelId="{091389E0-EC30-4D05-AF3D-B15A275E9D66}" type="presParOf" srcId="{17F0AA19-C1C3-4B41-8286-583B2E15DF85}" destId="{483274C5-9110-4CEC-B7F8-5CD30BCE99A8}" srcOrd="3" destOrd="0" presId="urn:microsoft.com/office/officeart/2005/8/layout/vList2"/>
    <dgm:cxn modelId="{FA10F71A-7DBC-4BF3-BC24-6B029389D6BA}" type="presParOf" srcId="{17F0AA19-C1C3-4B41-8286-583B2E15DF85}" destId="{9DB8B3F3-E8D3-4B34-AB7D-6F8A6B38657A}" srcOrd="4" destOrd="0" presId="urn:microsoft.com/office/officeart/2005/8/layout/vList2"/>
    <dgm:cxn modelId="{74933A6E-E9C4-49D0-8D00-3C0A7BEF21AF}" type="presParOf" srcId="{17F0AA19-C1C3-4B41-8286-583B2E15DF85}" destId="{FBA71C06-6C8D-4242-9F84-DEFA7A7D82BF}" srcOrd="5" destOrd="0" presId="urn:microsoft.com/office/officeart/2005/8/layout/vList2"/>
    <dgm:cxn modelId="{B65385BC-00DE-4AA9-B3FF-8B7380137482}" type="presParOf" srcId="{17F0AA19-C1C3-4B41-8286-583B2E15DF85}" destId="{6B40649A-55A2-4153-AFFE-F15BE750C3C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556C5910-142A-481D-98F5-8621A4BF322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533729-D500-4FD3-89BD-72524765A584}">
      <dgm:prSet/>
      <dgm:spPr/>
      <dgm:t>
        <a:bodyPr/>
        <a:lstStyle/>
        <a:p>
          <a:r>
            <a:rPr lang="uk-UA" b="0" i="0"/>
            <a:t>Руйнування міст, занепад ремесла і торгівлі на Русі.</a:t>
          </a:r>
          <a:endParaRPr lang="uk-UA"/>
        </a:p>
      </dgm:t>
    </dgm:pt>
    <dgm:pt modelId="{12F045FF-4BCB-4C7A-BF60-9076ED17AB8C}" type="parTrans" cxnId="{C5C85220-F58F-435F-B56F-73ED1AAEFC2C}">
      <dgm:prSet/>
      <dgm:spPr/>
      <dgm:t>
        <a:bodyPr/>
        <a:lstStyle/>
        <a:p>
          <a:endParaRPr lang="uk-UA"/>
        </a:p>
      </dgm:t>
    </dgm:pt>
    <dgm:pt modelId="{379C6959-A8FC-4383-A324-4C8EEC026925}" type="sibTrans" cxnId="{C5C85220-F58F-435F-B56F-73ED1AAEFC2C}">
      <dgm:prSet/>
      <dgm:spPr/>
      <dgm:t>
        <a:bodyPr/>
        <a:lstStyle/>
        <a:p>
          <a:endParaRPr lang="uk-UA"/>
        </a:p>
      </dgm:t>
    </dgm:pt>
    <dgm:pt modelId="{0BDF712D-6587-46EE-9AB7-8D663AA981A7}">
      <dgm:prSet/>
      <dgm:spPr/>
      <dgm:t>
        <a:bodyPr/>
        <a:lstStyle/>
        <a:p>
          <a:r>
            <a:rPr lang="uk-UA" b="0" i="0" dirty="0"/>
            <a:t>Формування нового центру політичного та економічного життя слов’ян.</a:t>
          </a:r>
          <a:endParaRPr lang="uk-UA" dirty="0"/>
        </a:p>
      </dgm:t>
    </dgm:pt>
    <dgm:pt modelId="{A83D2034-CD5D-4D41-B531-AE9B9EB7B4F8}" type="parTrans" cxnId="{7E3ABC0A-5EC8-4CBC-A435-25E72DDAE801}">
      <dgm:prSet/>
      <dgm:spPr/>
      <dgm:t>
        <a:bodyPr/>
        <a:lstStyle/>
        <a:p>
          <a:endParaRPr lang="uk-UA"/>
        </a:p>
      </dgm:t>
    </dgm:pt>
    <dgm:pt modelId="{1D30DD4E-60B0-4BF2-AF62-19CCD031D6AB}" type="sibTrans" cxnId="{7E3ABC0A-5EC8-4CBC-A435-25E72DDAE801}">
      <dgm:prSet/>
      <dgm:spPr/>
      <dgm:t>
        <a:bodyPr/>
        <a:lstStyle/>
        <a:p>
          <a:endParaRPr lang="uk-UA"/>
        </a:p>
      </dgm:t>
    </dgm:pt>
    <dgm:pt modelId="{73873803-18F7-4CC0-9254-0FEE792131E1}">
      <dgm:prSet/>
      <dgm:spPr/>
      <dgm:t>
        <a:bodyPr/>
        <a:lstStyle/>
        <a:p>
          <a:r>
            <a:rPr lang="uk-UA" b="0" i="0" dirty="0"/>
            <a:t>Відкриття шляху на Русь кочовим ордам Сходу.</a:t>
          </a:r>
          <a:endParaRPr lang="uk-UA" dirty="0"/>
        </a:p>
      </dgm:t>
    </dgm:pt>
    <dgm:pt modelId="{A49C3CB2-58BD-4863-A03C-CED874A34154}" type="parTrans" cxnId="{5312E5C7-4AD0-4FF4-8600-083B1B5AD407}">
      <dgm:prSet/>
      <dgm:spPr/>
      <dgm:t>
        <a:bodyPr/>
        <a:lstStyle/>
        <a:p>
          <a:endParaRPr lang="uk-UA"/>
        </a:p>
      </dgm:t>
    </dgm:pt>
    <dgm:pt modelId="{23E17E36-BC02-4513-B4B9-2890DF2EA7FA}" type="sibTrans" cxnId="{5312E5C7-4AD0-4FF4-8600-083B1B5AD407}">
      <dgm:prSet/>
      <dgm:spPr/>
      <dgm:t>
        <a:bodyPr/>
        <a:lstStyle/>
        <a:p>
          <a:endParaRPr lang="uk-UA"/>
        </a:p>
      </dgm:t>
    </dgm:pt>
    <dgm:pt modelId="{1879FB76-D870-43C9-A6F4-331C07241913}">
      <dgm:prSet/>
      <dgm:spPr/>
      <dgm:t>
        <a:bodyPr/>
        <a:lstStyle/>
        <a:p>
          <a:r>
            <a:rPr lang="uk-UA" b="0" i="0"/>
            <a:t>Вихід Русі на міжнародну арену, початок її дипломатичної діяльності.</a:t>
          </a:r>
          <a:endParaRPr lang="uk-UA"/>
        </a:p>
      </dgm:t>
    </dgm:pt>
    <dgm:pt modelId="{7A5320E7-2EF2-4F4A-A3B5-4E20A7A1F95E}" type="parTrans" cxnId="{99411B0C-D2B2-4DF2-9B96-47F81DC5F055}">
      <dgm:prSet/>
      <dgm:spPr/>
      <dgm:t>
        <a:bodyPr/>
        <a:lstStyle/>
        <a:p>
          <a:endParaRPr lang="uk-UA"/>
        </a:p>
      </dgm:t>
    </dgm:pt>
    <dgm:pt modelId="{FCC69343-4CFE-4F60-8C61-A6C9680CB9A4}" type="sibTrans" cxnId="{99411B0C-D2B2-4DF2-9B96-47F81DC5F055}">
      <dgm:prSet/>
      <dgm:spPr/>
      <dgm:t>
        <a:bodyPr/>
        <a:lstStyle/>
        <a:p>
          <a:endParaRPr lang="uk-UA"/>
        </a:p>
      </dgm:t>
    </dgm:pt>
    <dgm:pt modelId="{B1F2DDF9-12C7-41AB-BC3E-460AD5664EAD}">
      <dgm:prSet/>
      <dgm:spPr/>
      <dgm:t>
        <a:bodyPr/>
        <a:lstStyle/>
        <a:p>
          <a:r>
            <a:rPr lang="uk-UA" b="0" i="0" dirty="0"/>
            <a:t>Розширення рівноправних </a:t>
          </a:r>
          <a:r>
            <a:rPr lang="uk-UA" b="0" i="0" dirty="0" err="1"/>
            <a:t>зв’язків</a:t>
          </a:r>
          <a:r>
            <a:rPr lang="uk-UA" b="0" i="0" dirty="0"/>
            <a:t> Русі з європейськими державами.</a:t>
          </a:r>
          <a:endParaRPr lang="uk-UA" dirty="0"/>
        </a:p>
      </dgm:t>
    </dgm:pt>
    <dgm:pt modelId="{6CC961E7-2B06-4A6D-99B9-419D61AA3E72}" type="parTrans" cxnId="{D39B6628-8770-432C-9D10-419BF9C7C12D}">
      <dgm:prSet/>
      <dgm:spPr/>
      <dgm:t>
        <a:bodyPr/>
        <a:lstStyle/>
        <a:p>
          <a:endParaRPr lang="uk-UA"/>
        </a:p>
      </dgm:t>
    </dgm:pt>
    <dgm:pt modelId="{080C4B54-4ED4-47EB-86A2-ABFF46F67961}" type="sibTrans" cxnId="{D39B6628-8770-432C-9D10-419BF9C7C12D}">
      <dgm:prSet/>
      <dgm:spPr/>
      <dgm:t>
        <a:bodyPr/>
        <a:lstStyle/>
        <a:p>
          <a:endParaRPr lang="uk-UA"/>
        </a:p>
      </dgm:t>
    </dgm:pt>
    <dgm:pt modelId="{482FACA4-E9B4-46C8-A8B9-AC20BC062AA8}" type="pres">
      <dgm:prSet presAssocID="{556C5910-142A-481D-98F5-8621A4BF322F}" presName="vert0" presStyleCnt="0">
        <dgm:presLayoutVars>
          <dgm:dir/>
          <dgm:animOne val="branch"/>
          <dgm:animLvl val="lvl"/>
        </dgm:presLayoutVars>
      </dgm:prSet>
      <dgm:spPr/>
    </dgm:pt>
    <dgm:pt modelId="{FE303EB1-EE02-442F-99F5-F2562C54BC88}" type="pres">
      <dgm:prSet presAssocID="{67533729-D500-4FD3-89BD-72524765A584}" presName="thickLine" presStyleLbl="alignNode1" presStyleIdx="0" presStyleCnt="5"/>
      <dgm:spPr/>
    </dgm:pt>
    <dgm:pt modelId="{9E9D6664-71B4-4B81-984B-50E3264F0188}" type="pres">
      <dgm:prSet presAssocID="{67533729-D500-4FD3-89BD-72524765A584}" presName="horz1" presStyleCnt="0"/>
      <dgm:spPr/>
    </dgm:pt>
    <dgm:pt modelId="{9DAD5622-8761-4480-8C40-5C69A3FD7492}" type="pres">
      <dgm:prSet presAssocID="{67533729-D500-4FD3-89BD-72524765A584}" presName="tx1" presStyleLbl="revTx" presStyleIdx="0" presStyleCnt="5"/>
      <dgm:spPr/>
    </dgm:pt>
    <dgm:pt modelId="{ABCB04FE-89EF-475B-AFAC-6586D8F606FE}" type="pres">
      <dgm:prSet presAssocID="{67533729-D500-4FD3-89BD-72524765A584}" presName="vert1" presStyleCnt="0"/>
      <dgm:spPr/>
    </dgm:pt>
    <dgm:pt modelId="{B60216A5-D128-47FA-A1EC-E54DF609AD18}" type="pres">
      <dgm:prSet presAssocID="{0BDF712D-6587-46EE-9AB7-8D663AA981A7}" presName="thickLine" presStyleLbl="alignNode1" presStyleIdx="1" presStyleCnt="5"/>
      <dgm:spPr/>
    </dgm:pt>
    <dgm:pt modelId="{ED748419-CD78-4C29-ACD6-5164DFCB1E19}" type="pres">
      <dgm:prSet presAssocID="{0BDF712D-6587-46EE-9AB7-8D663AA981A7}" presName="horz1" presStyleCnt="0"/>
      <dgm:spPr/>
    </dgm:pt>
    <dgm:pt modelId="{FF81C392-AA09-4ACC-A0D1-E82C907E80F9}" type="pres">
      <dgm:prSet presAssocID="{0BDF712D-6587-46EE-9AB7-8D663AA981A7}" presName="tx1" presStyleLbl="revTx" presStyleIdx="1" presStyleCnt="5"/>
      <dgm:spPr/>
    </dgm:pt>
    <dgm:pt modelId="{A3C4042E-1FB4-4491-A401-E3F3B03554C0}" type="pres">
      <dgm:prSet presAssocID="{0BDF712D-6587-46EE-9AB7-8D663AA981A7}" presName="vert1" presStyleCnt="0"/>
      <dgm:spPr/>
    </dgm:pt>
    <dgm:pt modelId="{149BAF2C-9B68-4FF3-835E-5376F7FA6EBD}" type="pres">
      <dgm:prSet presAssocID="{73873803-18F7-4CC0-9254-0FEE792131E1}" presName="thickLine" presStyleLbl="alignNode1" presStyleIdx="2" presStyleCnt="5"/>
      <dgm:spPr/>
    </dgm:pt>
    <dgm:pt modelId="{92269A0B-BF6C-4789-9ADE-FA0102BC3519}" type="pres">
      <dgm:prSet presAssocID="{73873803-18F7-4CC0-9254-0FEE792131E1}" presName="horz1" presStyleCnt="0"/>
      <dgm:spPr/>
    </dgm:pt>
    <dgm:pt modelId="{0089F51B-2F28-426E-BFED-078C42057F53}" type="pres">
      <dgm:prSet presAssocID="{73873803-18F7-4CC0-9254-0FEE792131E1}" presName="tx1" presStyleLbl="revTx" presStyleIdx="2" presStyleCnt="5"/>
      <dgm:spPr/>
    </dgm:pt>
    <dgm:pt modelId="{F19AED71-E7A1-408D-ADF3-4D282E4A5244}" type="pres">
      <dgm:prSet presAssocID="{73873803-18F7-4CC0-9254-0FEE792131E1}" presName="vert1" presStyleCnt="0"/>
      <dgm:spPr/>
    </dgm:pt>
    <dgm:pt modelId="{5202FF10-9BEA-451E-9711-E503D49867DF}" type="pres">
      <dgm:prSet presAssocID="{1879FB76-D870-43C9-A6F4-331C07241913}" presName="thickLine" presStyleLbl="alignNode1" presStyleIdx="3" presStyleCnt="5"/>
      <dgm:spPr/>
    </dgm:pt>
    <dgm:pt modelId="{F478A1EF-8484-4C8D-B472-7B35BFF9E5ED}" type="pres">
      <dgm:prSet presAssocID="{1879FB76-D870-43C9-A6F4-331C07241913}" presName="horz1" presStyleCnt="0"/>
      <dgm:spPr/>
    </dgm:pt>
    <dgm:pt modelId="{EF496E46-DE80-48A7-BB8E-8B30418162F6}" type="pres">
      <dgm:prSet presAssocID="{1879FB76-D870-43C9-A6F4-331C07241913}" presName="tx1" presStyleLbl="revTx" presStyleIdx="3" presStyleCnt="5"/>
      <dgm:spPr/>
    </dgm:pt>
    <dgm:pt modelId="{C998C8AB-FEF0-4211-9EBD-EBA36A2D4413}" type="pres">
      <dgm:prSet presAssocID="{1879FB76-D870-43C9-A6F4-331C07241913}" presName="vert1" presStyleCnt="0"/>
      <dgm:spPr/>
    </dgm:pt>
    <dgm:pt modelId="{D456A77D-6662-488B-B844-F514129FE497}" type="pres">
      <dgm:prSet presAssocID="{B1F2DDF9-12C7-41AB-BC3E-460AD5664EAD}" presName="thickLine" presStyleLbl="alignNode1" presStyleIdx="4" presStyleCnt="5"/>
      <dgm:spPr/>
    </dgm:pt>
    <dgm:pt modelId="{0AE78FDE-E98A-435A-AA4B-79425ED891E1}" type="pres">
      <dgm:prSet presAssocID="{B1F2DDF9-12C7-41AB-BC3E-460AD5664EAD}" presName="horz1" presStyleCnt="0"/>
      <dgm:spPr/>
    </dgm:pt>
    <dgm:pt modelId="{DDAEFBAD-6F4E-40C3-A979-51E05EBBDF27}" type="pres">
      <dgm:prSet presAssocID="{B1F2DDF9-12C7-41AB-BC3E-460AD5664EAD}" presName="tx1" presStyleLbl="revTx" presStyleIdx="4" presStyleCnt="5"/>
      <dgm:spPr/>
    </dgm:pt>
    <dgm:pt modelId="{4C91DC97-6D6C-4855-AA86-5E1199820248}" type="pres">
      <dgm:prSet presAssocID="{B1F2DDF9-12C7-41AB-BC3E-460AD5664EAD}" presName="vert1" presStyleCnt="0"/>
      <dgm:spPr/>
    </dgm:pt>
  </dgm:ptLst>
  <dgm:cxnLst>
    <dgm:cxn modelId="{7E3ABC0A-5EC8-4CBC-A435-25E72DDAE801}" srcId="{556C5910-142A-481D-98F5-8621A4BF322F}" destId="{0BDF712D-6587-46EE-9AB7-8D663AA981A7}" srcOrd="1" destOrd="0" parTransId="{A83D2034-CD5D-4D41-B531-AE9B9EB7B4F8}" sibTransId="{1D30DD4E-60B0-4BF2-AF62-19CCD031D6AB}"/>
    <dgm:cxn modelId="{99411B0C-D2B2-4DF2-9B96-47F81DC5F055}" srcId="{556C5910-142A-481D-98F5-8621A4BF322F}" destId="{1879FB76-D870-43C9-A6F4-331C07241913}" srcOrd="3" destOrd="0" parTransId="{7A5320E7-2EF2-4F4A-A3B5-4E20A7A1F95E}" sibTransId="{FCC69343-4CFE-4F60-8C61-A6C9680CB9A4}"/>
    <dgm:cxn modelId="{C5C85220-F58F-435F-B56F-73ED1AAEFC2C}" srcId="{556C5910-142A-481D-98F5-8621A4BF322F}" destId="{67533729-D500-4FD3-89BD-72524765A584}" srcOrd="0" destOrd="0" parTransId="{12F045FF-4BCB-4C7A-BF60-9076ED17AB8C}" sibTransId="{379C6959-A8FC-4383-A324-4C8EEC026925}"/>
    <dgm:cxn modelId="{D39B6628-8770-432C-9D10-419BF9C7C12D}" srcId="{556C5910-142A-481D-98F5-8621A4BF322F}" destId="{B1F2DDF9-12C7-41AB-BC3E-460AD5664EAD}" srcOrd="4" destOrd="0" parTransId="{6CC961E7-2B06-4A6D-99B9-419D61AA3E72}" sibTransId="{080C4B54-4ED4-47EB-86A2-ABFF46F67961}"/>
    <dgm:cxn modelId="{E65FBE35-31A9-44B2-A0E9-643A9132F76F}" type="presOf" srcId="{1879FB76-D870-43C9-A6F4-331C07241913}" destId="{EF496E46-DE80-48A7-BB8E-8B30418162F6}" srcOrd="0" destOrd="0" presId="urn:microsoft.com/office/officeart/2008/layout/LinedList"/>
    <dgm:cxn modelId="{D9881246-3953-4860-A65E-B624F7312935}" type="presOf" srcId="{B1F2DDF9-12C7-41AB-BC3E-460AD5664EAD}" destId="{DDAEFBAD-6F4E-40C3-A979-51E05EBBDF27}" srcOrd="0" destOrd="0" presId="urn:microsoft.com/office/officeart/2008/layout/LinedList"/>
    <dgm:cxn modelId="{DF61509A-3854-4DE4-9F38-6D074F525C02}" type="presOf" srcId="{73873803-18F7-4CC0-9254-0FEE792131E1}" destId="{0089F51B-2F28-426E-BFED-078C42057F53}" srcOrd="0" destOrd="0" presId="urn:microsoft.com/office/officeart/2008/layout/LinedList"/>
    <dgm:cxn modelId="{1D7CF9A7-519A-49D1-A9EB-ADE1DD990090}" type="presOf" srcId="{67533729-D500-4FD3-89BD-72524765A584}" destId="{9DAD5622-8761-4480-8C40-5C69A3FD7492}" srcOrd="0" destOrd="0" presId="urn:microsoft.com/office/officeart/2008/layout/LinedList"/>
    <dgm:cxn modelId="{5312E5C7-4AD0-4FF4-8600-083B1B5AD407}" srcId="{556C5910-142A-481D-98F5-8621A4BF322F}" destId="{73873803-18F7-4CC0-9254-0FEE792131E1}" srcOrd="2" destOrd="0" parTransId="{A49C3CB2-58BD-4863-A03C-CED874A34154}" sibTransId="{23E17E36-BC02-4513-B4B9-2890DF2EA7FA}"/>
    <dgm:cxn modelId="{2F61A6C8-F2AF-4B00-8219-E7969C802112}" type="presOf" srcId="{0BDF712D-6587-46EE-9AB7-8D663AA981A7}" destId="{FF81C392-AA09-4ACC-A0D1-E82C907E80F9}" srcOrd="0" destOrd="0" presId="urn:microsoft.com/office/officeart/2008/layout/LinedList"/>
    <dgm:cxn modelId="{780010E6-F50F-4D62-80BC-D26EA5CAF145}" type="presOf" srcId="{556C5910-142A-481D-98F5-8621A4BF322F}" destId="{482FACA4-E9B4-46C8-A8B9-AC20BC062AA8}" srcOrd="0" destOrd="0" presId="urn:microsoft.com/office/officeart/2008/layout/LinedList"/>
    <dgm:cxn modelId="{97DC895E-9FDA-4FF7-9A70-31E6756558C4}" type="presParOf" srcId="{482FACA4-E9B4-46C8-A8B9-AC20BC062AA8}" destId="{FE303EB1-EE02-442F-99F5-F2562C54BC88}" srcOrd="0" destOrd="0" presId="urn:microsoft.com/office/officeart/2008/layout/LinedList"/>
    <dgm:cxn modelId="{19989CC3-3F2B-427B-B163-28E11992F3E3}" type="presParOf" srcId="{482FACA4-E9B4-46C8-A8B9-AC20BC062AA8}" destId="{9E9D6664-71B4-4B81-984B-50E3264F0188}" srcOrd="1" destOrd="0" presId="urn:microsoft.com/office/officeart/2008/layout/LinedList"/>
    <dgm:cxn modelId="{E326C424-7111-4695-A95E-CCA3C0E876AE}" type="presParOf" srcId="{9E9D6664-71B4-4B81-984B-50E3264F0188}" destId="{9DAD5622-8761-4480-8C40-5C69A3FD7492}" srcOrd="0" destOrd="0" presId="urn:microsoft.com/office/officeart/2008/layout/LinedList"/>
    <dgm:cxn modelId="{27962DF3-9310-42B5-9344-10C5A9A14EC9}" type="presParOf" srcId="{9E9D6664-71B4-4B81-984B-50E3264F0188}" destId="{ABCB04FE-89EF-475B-AFAC-6586D8F606FE}" srcOrd="1" destOrd="0" presId="urn:microsoft.com/office/officeart/2008/layout/LinedList"/>
    <dgm:cxn modelId="{D29583D3-4B49-448A-AFEE-7F1E3DF2D0E7}" type="presParOf" srcId="{482FACA4-E9B4-46C8-A8B9-AC20BC062AA8}" destId="{B60216A5-D128-47FA-A1EC-E54DF609AD18}" srcOrd="2" destOrd="0" presId="urn:microsoft.com/office/officeart/2008/layout/LinedList"/>
    <dgm:cxn modelId="{11577388-4AA7-41BA-A759-C644161D3601}" type="presParOf" srcId="{482FACA4-E9B4-46C8-A8B9-AC20BC062AA8}" destId="{ED748419-CD78-4C29-ACD6-5164DFCB1E19}" srcOrd="3" destOrd="0" presId="urn:microsoft.com/office/officeart/2008/layout/LinedList"/>
    <dgm:cxn modelId="{E35DD54C-14EA-4990-A62B-9022C5807008}" type="presParOf" srcId="{ED748419-CD78-4C29-ACD6-5164DFCB1E19}" destId="{FF81C392-AA09-4ACC-A0D1-E82C907E80F9}" srcOrd="0" destOrd="0" presId="urn:microsoft.com/office/officeart/2008/layout/LinedList"/>
    <dgm:cxn modelId="{7CB336D3-F3B5-4BFA-9388-9E9826A2CEC6}" type="presParOf" srcId="{ED748419-CD78-4C29-ACD6-5164DFCB1E19}" destId="{A3C4042E-1FB4-4491-A401-E3F3B03554C0}" srcOrd="1" destOrd="0" presId="urn:microsoft.com/office/officeart/2008/layout/LinedList"/>
    <dgm:cxn modelId="{FFC85E77-2EF4-4ECD-B62E-E29E57F663AF}" type="presParOf" srcId="{482FACA4-E9B4-46C8-A8B9-AC20BC062AA8}" destId="{149BAF2C-9B68-4FF3-835E-5376F7FA6EBD}" srcOrd="4" destOrd="0" presId="urn:microsoft.com/office/officeart/2008/layout/LinedList"/>
    <dgm:cxn modelId="{F36D0FA7-35DA-40B5-984E-02101544A2DA}" type="presParOf" srcId="{482FACA4-E9B4-46C8-A8B9-AC20BC062AA8}" destId="{92269A0B-BF6C-4789-9ADE-FA0102BC3519}" srcOrd="5" destOrd="0" presId="urn:microsoft.com/office/officeart/2008/layout/LinedList"/>
    <dgm:cxn modelId="{CCD75DB9-DB7E-4CD7-803C-5894DF45C873}" type="presParOf" srcId="{92269A0B-BF6C-4789-9ADE-FA0102BC3519}" destId="{0089F51B-2F28-426E-BFED-078C42057F53}" srcOrd="0" destOrd="0" presId="urn:microsoft.com/office/officeart/2008/layout/LinedList"/>
    <dgm:cxn modelId="{229D19E0-B466-4D21-849B-E14277B7FE0B}" type="presParOf" srcId="{92269A0B-BF6C-4789-9ADE-FA0102BC3519}" destId="{F19AED71-E7A1-408D-ADF3-4D282E4A5244}" srcOrd="1" destOrd="0" presId="urn:microsoft.com/office/officeart/2008/layout/LinedList"/>
    <dgm:cxn modelId="{40DFAB54-9F78-46EE-A5AE-AEE52A8D7FA8}" type="presParOf" srcId="{482FACA4-E9B4-46C8-A8B9-AC20BC062AA8}" destId="{5202FF10-9BEA-451E-9711-E503D49867DF}" srcOrd="6" destOrd="0" presId="urn:microsoft.com/office/officeart/2008/layout/LinedList"/>
    <dgm:cxn modelId="{62C93673-8790-4AF6-AB4A-CC9F56C58842}" type="presParOf" srcId="{482FACA4-E9B4-46C8-A8B9-AC20BC062AA8}" destId="{F478A1EF-8484-4C8D-B472-7B35BFF9E5ED}" srcOrd="7" destOrd="0" presId="urn:microsoft.com/office/officeart/2008/layout/LinedList"/>
    <dgm:cxn modelId="{5CCB5C13-BF36-4C8C-BE12-D150D9C4CE94}" type="presParOf" srcId="{F478A1EF-8484-4C8D-B472-7B35BFF9E5ED}" destId="{EF496E46-DE80-48A7-BB8E-8B30418162F6}" srcOrd="0" destOrd="0" presId="urn:microsoft.com/office/officeart/2008/layout/LinedList"/>
    <dgm:cxn modelId="{8A7B4A3E-4036-4FDA-9D0F-30D0BCBC65CF}" type="presParOf" srcId="{F478A1EF-8484-4C8D-B472-7B35BFF9E5ED}" destId="{C998C8AB-FEF0-4211-9EBD-EBA36A2D4413}" srcOrd="1" destOrd="0" presId="urn:microsoft.com/office/officeart/2008/layout/LinedList"/>
    <dgm:cxn modelId="{4190BC18-5CD9-4CB0-8A66-FAD4CB7A5ABA}" type="presParOf" srcId="{482FACA4-E9B4-46C8-A8B9-AC20BC062AA8}" destId="{D456A77D-6662-488B-B844-F514129FE497}" srcOrd="8" destOrd="0" presId="urn:microsoft.com/office/officeart/2008/layout/LinedList"/>
    <dgm:cxn modelId="{CF02BA40-030B-4B0B-9822-7A9B7823642D}" type="presParOf" srcId="{482FACA4-E9B4-46C8-A8B9-AC20BC062AA8}" destId="{0AE78FDE-E98A-435A-AA4B-79425ED891E1}" srcOrd="9" destOrd="0" presId="urn:microsoft.com/office/officeart/2008/layout/LinedList"/>
    <dgm:cxn modelId="{11FF9AFE-2CE5-4393-AFF7-2203CE31FAE7}" type="presParOf" srcId="{0AE78FDE-E98A-435A-AA4B-79425ED891E1}" destId="{DDAEFBAD-6F4E-40C3-A979-51E05EBBDF27}" srcOrd="0" destOrd="0" presId="urn:microsoft.com/office/officeart/2008/layout/LinedList"/>
    <dgm:cxn modelId="{70A8C9DE-5D44-4B2F-9141-56B40C778129}" type="presParOf" srcId="{0AE78FDE-E98A-435A-AA4B-79425ED891E1}" destId="{4C91DC97-6D6C-4855-AA86-5E11998202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DEEB3E63-D349-4D3C-883A-90EDD00E21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0E21C6-A213-44F8-85D4-E78DAEB3C350}">
      <dgm:prSet/>
      <dgm:spPr/>
      <dgm:t>
        <a:bodyPr/>
        <a:lstStyle/>
        <a:p>
          <a:r>
            <a:rPr lang="uk-UA" b="0" i="1" dirty="0"/>
            <a:t>«...Прийшли половці перший раз на Руську землю воювати... Це було перше зло на Руській землі від поганих безбожних ворогів...»</a:t>
          </a:r>
          <a:endParaRPr lang="uk-UA" dirty="0"/>
        </a:p>
      </dgm:t>
    </dgm:pt>
    <dgm:pt modelId="{09022F21-2BF4-4514-B19E-1532524851BE}" type="parTrans" cxnId="{523CC225-2429-4123-8E32-B82C73356D35}">
      <dgm:prSet/>
      <dgm:spPr/>
      <dgm:t>
        <a:bodyPr/>
        <a:lstStyle/>
        <a:p>
          <a:endParaRPr lang="uk-UA"/>
        </a:p>
      </dgm:t>
    </dgm:pt>
    <dgm:pt modelId="{038D4A13-C18E-486E-80E5-C0D838984391}" type="sibTrans" cxnId="{523CC225-2429-4123-8E32-B82C73356D35}">
      <dgm:prSet/>
      <dgm:spPr/>
      <dgm:t>
        <a:bodyPr/>
        <a:lstStyle/>
        <a:p>
          <a:endParaRPr lang="uk-UA"/>
        </a:p>
      </dgm:t>
    </dgm:pt>
    <dgm:pt modelId="{796E4A63-1662-471A-B701-571D073E6592}">
      <dgm:prSet/>
      <dgm:spPr/>
      <dgm:t>
        <a:bodyPr/>
        <a:lstStyle/>
        <a:p>
          <a:r>
            <a:rPr lang="uk-UA" b="0" i="1" dirty="0"/>
            <a:t>«…І сталася жорстока січа, і ледве переміг Ярослав під вечір. Розбіглися печеніги врізнобіч і самі не знали, куди вони бігли. А деякі, тікаючи, потонули...»</a:t>
          </a:r>
          <a:endParaRPr lang="uk-UA" dirty="0"/>
        </a:p>
      </dgm:t>
    </dgm:pt>
    <dgm:pt modelId="{757909CA-E3AB-4AA2-81A3-9C6EF3196829}" type="parTrans" cxnId="{E125B03E-442B-4027-84BD-758D930437A5}">
      <dgm:prSet/>
      <dgm:spPr/>
      <dgm:t>
        <a:bodyPr/>
        <a:lstStyle/>
        <a:p>
          <a:endParaRPr lang="uk-UA"/>
        </a:p>
      </dgm:t>
    </dgm:pt>
    <dgm:pt modelId="{FCEB1967-75EF-4878-85D9-00E6D8111EA6}" type="sibTrans" cxnId="{E125B03E-442B-4027-84BD-758D930437A5}">
      <dgm:prSet/>
      <dgm:spPr/>
      <dgm:t>
        <a:bodyPr/>
        <a:lstStyle/>
        <a:p>
          <a:endParaRPr lang="uk-UA"/>
        </a:p>
      </dgm:t>
    </dgm:pt>
    <dgm:pt modelId="{E41D5F3C-C04B-475A-9B4D-1B1EEAC13C62}" type="pres">
      <dgm:prSet presAssocID="{DEEB3E63-D349-4D3C-883A-90EDD00E21B0}" presName="linear" presStyleCnt="0">
        <dgm:presLayoutVars>
          <dgm:animLvl val="lvl"/>
          <dgm:resizeHandles val="exact"/>
        </dgm:presLayoutVars>
      </dgm:prSet>
      <dgm:spPr/>
    </dgm:pt>
    <dgm:pt modelId="{6069D511-40A7-4691-B25D-D9CB5210448D}" type="pres">
      <dgm:prSet presAssocID="{9D0E21C6-A213-44F8-85D4-E78DAEB3C35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B83E0E3-450C-477B-9836-BDA3DA12F4DE}" type="pres">
      <dgm:prSet presAssocID="{038D4A13-C18E-486E-80E5-C0D838984391}" presName="spacer" presStyleCnt="0"/>
      <dgm:spPr/>
    </dgm:pt>
    <dgm:pt modelId="{4A6FA36A-C7C4-4E04-B9C2-B90EAF8B7BEB}" type="pres">
      <dgm:prSet presAssocID="{796E4A63-1662-471A-B701-571D073E659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23CC225-2429-4123-8E32-B82C73356D35}" srcId="{DEEB3E63-D349-4D3C-883A-90EDD00E21B0}" destId="{9D0E21C6-A213-44F8-85D4-E78DAEB3C350}" srcOrd="0" destOrd="0" parTransId="{09022F21-2BF4-4514-B19E-1532524851BE}" sibTransId="{038D4A13-C18E-486E-80E5-C0D838984391}"/>
    <dgm:cxn modelId="{C5D79135-47B4-4348-A206-07B801EAA591}" type="presOf" srcId="{796E4A63-1662-471A-B701-571D073E6592}" destId="{4A6FA36A-C7C4-4E04-B9C2-B90EAF8B7BEB}" srcOrd="0" destOrd="0" presId="urn:microsoft.com/office/officeart/2005/8/layout/vList2"/>
    <dgm:cxn modelId="{E125B03E-442B-4027-84BD-758D930437A5}" srcId="{DEEB3E63-D349-4D3C-883A-90EDD00E21B0}" destId="{796E4A63-1662-471A-B701-571D073E6592}" srcOrd="1" destOrd="0" parTransId="{757909CA-E3AB-4AA2-81A3-9C6EF3196829}" sibTransId="{FCEB1967-75EF-4878-85D9-00E6D8111EA6}"/>
    <dgm:cxn modelId="{19F1556D-0BB7-47F1-A12E-7765F6BEE6C2}" type="presOf" srcId="{9D0E21C6-A213-44F8-85D4-E78DAEB3C350}" destId="{6069D511-40A7-4691-B25D-D9CB5210448D}" srcOrd="0" destOrd="0" presId="urn:microsoft.com/office/officeart/2005/8/layout/vList2"/>
    <dgm:cxn modelId="{01B7BB7C-0011-4647-9EDB-EB022B449D35}" type="presOf" srcId="{DEEB3E63-D349-4D3C-883A-90EDD00E21B0}" destId="{E41D5F3C-C04B-475A-9B4D-1B1EEAC13C62}" srcOrd="0" destOrd="0" presId="urn:microsoft.com/office/officeart/2005/8/layout/vList2"/>
    <dgm:cxn modelId="{2F373D30-CB4F-450F-8F0A-5F9786D1C204}" type="presParOf" srcId="{E41D5F3C-C04B-475A-9B4D-1B1EEAC13C62}" destId="{6069D511-40A7-4691-B25D-D9CB5210448D}" srcOrd="0" destOrd="0" presId="urn:microsoft.com/office/officeart/2005/8/layout/vList2"/>
    <dgm:cxn modelId="{264C185F-85FE-4AB6-863D-31D80B164052}" type="presParOf" srcId="{E41D5F3C-C04B-475A-9B4D-1B1EEAC13C62}" destId="{DB83E0E3-450C-477B-9836-BDA3DA12F4DE}" srcOrd="1" destOrd="0" presId="urn:microsoft.com/office/officeart/2005/8/layout/vList2"/>
    <dgm:cxn modelId="{E810B241-E44B-4D50-BD3C-CFD6357B0AB6}" type="presParOf" srcId="{E41D5F3C-C04B-475A-9B4D-1B1EEAC13C62}" destId="{4A6FA36A-C7C4-4E04-B9C2-B90EAF8B7BE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15DC4A69-8070-4B7B-AEC6-5F653B38EB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14DAC0-77AE-46D5-9DEA-666269FD1C93}">
      <dgm:prSet/>
      <dgm:spPr/>
      <dgm:t>
        <a:bodyPr/>
        <a:lstStyle/>
        <a:p>
          <a:r>
            <a:rPr lang="uk-UA" b="0" i="1" dirty="0"/>
            <a:t>«І пішов Святослав на греків, а ті вийшли проти Русі... І Русь приготувалася до бою, і була велика битва, і переміг Святослав, і побігли греки, і пішов Святослав до </a:t>
          </a:r>
          <a:r>
            <a:rPr lang="uk-UA" b="0" i="1" dirty="0" err="1"/>
            <a:t>Царграда</a:t>
          </a:r>
          <a:r>
            <a:rPr lang="uk-UA" b="0" i="1" dirty="0"/>
            <a:t>, воюючи і розорюючи міста...»</a:t>
          </a:r>
          <a:endParaRPr lang="uk-UA" dirty="0"/>
        </a:p>
      </dgm:t>
    </dgm:pt>
    <dgm:pt modelId="{3D864272-12F8-40F0-861B-073A8A6FFEF2}" type="parTrans" cxnId="{AE96711D-9CAC-423C-A92B-23C9601ED18A}">
      <dgm:prSet/>
      <dgm:spPr/>
      <dgm:t>
        <a:bodyPr/>
        <a:lstStyle/>
        <a:p>
          <a:endParaRPr lang="uk-UA"/>
        </a:p>
      </dgm:t>
    </dgm:pt>
    <dgm:pt modelId="{61DECBD5-E1DC-4DA9-9DAF-7877269805DC}" type="sibTrans" cxnId="{AE96711D-9CAC-423C-A92B-23C9601ED18A}">
      <dgm:prSet/>
      <dgm:spPr/>
      <dgm:t>
        <a:bodyPr/>
        <a:lstStyle/>
        <a:p>
          <a:endParaRPr lang="uk-UA"/>
        </a:p>
      </dgm:t>
    </dgm:pt>
    <dgm:pt modelId="{96A6C82D-CB79-4511-A1E3-53F047293204}">
      <dgm:prSet/>
      <dgm:spPr/>
      <dgm:t>
        <a:bodyPr/>
        <a:lstStyle/>
        <a:p>
          <a:r>
            <a:rPr lang="uk-UA" b="0" i="1" dirty="0"/>
            <a:t>«…Татари пішли проти Русі й учинили жахливі вбивства в землі Русі, зруйнували міста й фортеці й повбивали людей, обложили Київ, який був столицею Русі, і після довгої облоги взяли його й убили жителів цього міста...»</a:t>
          </a:r>
          <a:endParaRPr lang="uk-UA" dirty="0"/>
        </a:p>
      </dgm:t>
    </dgm:pt>
    <dgm:pt modelId="{0437AF89-4D3C-4BDC-85B1-360A69031E98}" type="parTrans" cxnId="{D1DA2B5A-B352-4C19-A072-6411BCFE017F}">
      <dgm:prSet/>
      <dgm:spPr/>
      <dgm:t>
        <a:bodyPr/>
        <a:lstStyle/>
        <a:p>
          <a:endParaRPr lang="uk-UA"/>
        </a:p>
      </dgm:t>
    </dgm:pt>
    <dgm:pt modelId="{F57F48F6-C20C-41CC-9AA4-3CB2CA0D0352}" type="sibTrans" cxnId="{D1DA2B5A-B352-4C19-A072-6411BCFE017F}">
      <dgm:prSet/>
      <dgm:spPr/>
      <dgm:t>
        <a:bodyPr/>
        <a:lstStyle/>
        <a:p>
          <a:endParaRPr lang="uk-UA"/>
        </a:p>
      </dgm:t>
    </dgm:pt>
    <dgm:pt modelId="{073BC108-6C2F-40F2-A5C2-2711EA1F9055}" type="pres">
      <dgm:prSet presAssocID="{15DC4A69-8070-4B7B-AEC6-5F653B38EB88}" presName="linear" presStyleCnt="0">
        <dgm:presLayoutVars>
          <dgm:animLvl val="lvl"/>
          <dgm:resizeHandles val="exact"/>
        </dgm:presLayoutVars>
      </dgm:prSet>
      <dgm:spPr/>
    </dgm:pt>
    <dgm:pt modelId="{70DF24BF-34C6-43E0-B728-6DE311F42DB0}" type="pres">
      <dgm:prSet presAssocID="{7314DAC0-77AE-46D5-9DEA-666269FD1C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D29C324-3CE6-4894-B30C-4928BDB10CB4}" type="pres">
      <dgm:prSet presAssocID="{61DECBD5-E1DC-4DA9-9DAF-7877269805DC}" presName="spacer" presStyleCnt="0"/>
      <dgm:spPr/>
    </dgm:pt>
    <dgm:pt modelId="{1CAA0EB6-3C97-4C54-84F6-B0C68520E9A3}" type="pres">
      <dgm:prSet presAssocID="{96A6C82D-CB79-4511-A1E3-53F04729320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96711D-9CAC-423C-A92B-23C9601ED18A}" srcId="{15DC4A69-8070-4B7B-AEC6-5F653B38EB88}" destId="{7314DAC0-77AE-46D5-9DEA-666269FD1C93}" srcOrd="0" destOrd="0" parTransId="{3D864272-12F8-40F0-861B-073A8A6FFEF2}" sibTransId="{61DECBD5-E1DC-4DA9-9DAF-7877269805DC}"/>
    <dgm:cxn modelId="{1C58F922-BE70-4C40-9B2A-DABE0717D072}" type="presOf" srcId="{7314DAC0-77AE-46D5-9DEA-666269FD1C93}" destId="{70DF24BF-34C6-43E0-B728-6DE311F42DB0}" srcOrd="0" destOrd="0" presId="urn:microsoft.com/office/officeart/2005/8/layout/vList2"/>
    <dgm:cxn modelId="{99F1D15D-AB90-4589-A497-6E66C86669B0}" type="presOf" srcId="{96A6C82D-CB79-4511-A1E3-53F047293204}" destId="{1CAA0EB6-3C97-4C54-84F6-B0C68520E9A3}" srcOrd="0" destOrd="0" presId="urn:microsoft.com/office/officeart/2005/8/layout/vList2"/>
    <dgm:cxn modelId="{D1DA2B5A-B352-4C19-A072-6411BCFE017F}" srcId="{15DC4A69-8070-4B7B-AEC6-5F653B38EB88}" destId="{96A6C82D-CB79-4511-A1E3-53F047293204}" srcOrd="1" destOrd="0" parTransId="{0437AF89-4D3C-4BDC-85B1-360A69031E98}" sibTransId="{F57F48F6-C20C-41CC-9AA4-3CB2CA0D0352}"/>
    <dgm:cxn modelId="{2F6EACCA-1E67-4488-9D38-E11D2EB15CDB}" type="presOf" srcId="{15DC4A69-8070-4B7B-AEC6-5F653B38EB88}" destId="{073BC108-6C2F-40F2-A5C2-2711EA1F9055}" srcOrd="0" destOrd="0" presId="urn:microsoft.com/office/officeart/2005/8/layout/vList2"/>
    <dgm:cxn modelId="{6C40A7A0-914B-4D97-A0F4-56A32BFE724F}" type="presParOf" srcId="{073BC108-6C2F-40F2-A5C2-2711EA1F9055}" destId="{70DF24BF-34C6-43E0-B728-6DE311F42DB0}" srcOrd="0" destOrd="0" presId="urn:microsoft.com/office/officeart/2005/8/layout/vList2"/>
    <dgm:cxn modelId="{CF6F405A-CDA0-4E03-BC49-351E69653F8E}" type="presParOf" srcId="{073BC108-6C2F-40F2-A5C2-2711EA1F9055}" destId="{BD29C324-3CE6-4894-B30C-4928BDB10CB4}" srcOrd="1" destOrd="0" presId="urn:microsoft.com/office/officeart/2005/8/layout/vList2"/>
    <dgm:cxn modelId="{C3305C8F-A7DC-4562-88A8-7AF27EF527B1}" type="presParOf" srcId="{073BC108-6C2F-40F2-A5C2-2711EA1F9055}" destId="{1CAA0EB6-3C97-4C54-84F6-B0C68520E9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6EE018D7-C24C-4FAF-BF28-782F98C8A8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0D3B41-3991-4350-98F3-FABFB0AF0FBC}">
      <dgm:prSet/>
      <dgm:spPr/>
      <dgm:t>
        <a:bodyPr/>
        <a:lstStyle/>
        <a:p>
          <a:r>
            <a:rPr lang="uk-UA" b="0" i="0" dirty="0"/>
            <a:t>«І тоді єпископ корсунський з попами охрестили Володимира. Охрестився ж він у церкві святої Софії. А стоїть та церква на високому місці посеред </a:t>
          </a:r>
          <a:r>
            <a:rPr lang="uk-UA" b="0" i="0" dirty="0" err="1"/>
            <a:t>города</a:t>
          </a:r>
          <a:r>
            <a:rPr lang="uk-UA" b="0" i="0" dirty="0"/>
            <a:t>...»</a:t>
          </a:r>
          <a:endParaRPr lang="uk-UA" dirty="0"/>
        </a:p>
      </dgm:t>
    </dgm:pt>
    <dgm:pt modelId="{D8A02348-9C59-4B2B-BED5-AE94BF485FEC}" type="parTrans" cxnId="{27303E47-FDB0-495B-9B41-3EF9268DB96F}">
      <dgm:prSet/>
      <dgm:spPr/>
      <dgm:t>
        <a:bodyPr/>
        <a:lstStyle/>
        <a:p>
          <a:endParaRPr lang="uk-UA"/>
        </a:p>
      </dgm:t>
    </dgm:pt>
    <dgm:pt modelId="{8C0C51DF-F6E9-480E-B275-85895C74615D}" type="sibTrans" cxnId="{27303E47-FDB0-495B-9B41-3EF9268DB96F}">
      <dgm:prSet/>
      <dgm:spPr/>
      <dgm:t>
        <a:bodyPr/>
        <a:lstStyle/>
        <a:p>
          <a:endParaRPr lang="uk-UA"/>
        </a:p>
      </dgm:t>
    </dgm:pt>
    <dgm:pt modelId="{36E23A93-0F86-4451-A0BC-AF666C1A3F32}">
      <dgm:prSet/>
      <dgm:spPr/>
      <dgm:t>
        <a:bodyPr/>
        <a:lstStyle/>
        <a:p>
          <a:r>
            <a:rPr lang="uk-UA" b="0" i="0"/>
            <a:t>«Заложив він в городі Києві ворота Золоті, ...також церкву святої Софії, Премудрості Божої, а потім церкву на Золотих воротах, кам’яну...»</a:t>
          </a:r>
          <a:endParaRPr lang="uk-UA"/>
        </a:p>
      </dgm:t>
    </dgm:pt>
    <dgm:pt modelId="{E845F573-6102-4268-A1E2-EF85E682598C}" type="parTrans" cxnId="{D4C7DD83-B43F-4107-87FF-8845D0E719E3}">
      <dgm:prSet/>
      <dgm:spPr/>
      <dgm:t>
        <a:bodyPr/>
        <a:lstStyle/>
        <a:p>
          <a:endParaRPr lang="uk-UA"/>
        </a:p>
      </dgm:t>
    </dgm:pt>
    <dgm:pt modelId="{5B4CEEEB-2193-4B57-996D-860739B5556B}" type="sibTrans" cxnId="{D4C7DD83-B43F-4107-87FF-8845D0E719E3}">
      <dgm:prSet/>
      <dgm:spPr/>
      <dgm:t>
        <a:bodyPr/>
        <a:lstStyle/>
        <a:p>
          <a:endParaRPr lang="uk-UA"/>
        </a:p>
      </dgm:t>
    </dgm:pt>
    <dgm:pt modelId="{CE901B44-DC38-4200-B2C1-3BD55D1AE58E}">
      <dgm:prSet/>
      <dgm:spPr/>
      <dgm:t>
        <a:bodyPr/>
        <a:lstStyle/>
        <a:p>
          <a:r>
            <a:rPr lang="uk-UA" b="0" i="0"/>
            <a:t>«Рушив Аскольд і Дір на Греків, і прийшов туди... Цесарград двомастами кораблів оточили. ...знялася буря з вітром і кораблі русів розметало і побило...»</a:t>
          </a:r>
          <a:endParaRPr lang="uk-UA"/>
        </a:p>
      </dgm:t>
    </dgm:pt>
    <dgm:pt modelId="{BB5D52D2-51F4-4289-8312-0052D88717FB}" type="parTrans" cxnId="{D13AF04A-AFB0-4272-BA82-0B7A1D98FD51}">
      <dgm:prSet/>
      <dgm:spPr/>
      <dgm:t>
        <a:bodyPr/>
        <a:lstStyle/>
        <a:p>
          <a:endParaRPr lang="uk-UA"/>
        </a:p>
      </dgm:t>
    </dgm:pt>
    <dgm:pt modelId="{82EE147B-E124-444B-A6E4-256D1C5B5B8A}" type="sibTrans" cxnId="{D13AF04A-AFB0-4272-BA82-0B7A1D98FD51}">
      <dgm:prSet/>
      <dgm:spPr/>
      <dgm:t>
        <a:bodyPr/>
        <a:lstStyle/>
        <a:p>
          <a:endParaRPr lang="uk-UA"/>
        </a:p>
      </dgm:t>
    </dgm:pt>
    <dgm:pt modelId="{C08F72F9-D4F0-4D08-BB11-0DEE0BCF1B2E}">
      <dgm:prSet/>
      <dgm:spPr/>
      <dgm:t>
        <a:bodyPr/>
        <a:lstStyle/>
        <a:p>
          <a:r>
            <a:rPr lang="uk-UA" b="0" i="0" dirty="0"/>
            <a:t>«У той же рік прийшов Батий до Києва з </a:t>
          </a:r>
          <a:r>
            <a:rPr lang="uk-UA" b="0" i="0" dirty="0" err="1"/>
            <a:t>многим-множеством</a:t>
          </a:r>
          <a:r>
            <a:rPr lang="uk-UA" b="0" i="0" dirty="0"/>
            <a:t> сили своєї, і окружив город. І обступила Київ сила татарська, і був город в облозі великій...»</a:t>
          </a:r>
          <a:endParaRPr lang="uk-UA" dirty="0"/>
        </a:p>
      </dgm:t>
    </dgm:pt>
    <dgm:pt modelId="{FFC4BE2A-EF3D-4BBB-AD38-0CE2E23CA5ED}" type="parTrans" cxnId="{13D3228F-AFEC-4DBC-8A1E-6537507C11EF}">
      <dgm:prSet/>
      <dgm:spPr/>
      <dgm:t>
        <a:bodyPr/>
        <a:lstStyle/>
        <a:p>
          <a:endParaRPr lang="uk-UA"/>
        </a:p>
      </dgm:t>
    </dgm:pt>
    <dgm:pt modelId="{AC6E533F-A70D-4557-89F7-C66AD68EEC32}" type="sibTrans" cxnId="{13D3228F-AFEC-4DBC-8A1E-6537507C11EF}">
      <dgm:prSet/>
      <dgm:spPr/>
      <dgm:t>
        <a:bodyPr/>
        <a:lstStyle/>
        <a:p>
          <a:endParaRPr lang="uk-UA"/>
        </a:p>
      </dgm:t>
    </dgm:pt>
    <dgm:pt modelId="{2D0DB663-3392-40D6-9114-9E6CE2935E16}" type="pres">
      <dgm:prSet presAssocID="{6EE018D7-C24C-4FAF-BF28-782F98C8A836}" presName="linear" presStyleCnt="0">
        <dgm:presLayoutVars>
          <dgm:animLvl val="lvl"/>
          <dgm:resizeHandles val="exact"/>
        </dgm:presLayoutVars>
      </dgm:prSet>
      <dgm:spPr/>
    </dgm:pt>
    <dgm:pt modelId="{1BFCF037-04A7-4690-B844-B685A3DB75C7}" type="pres">
      <dgm:prSet presAssocID="{0A0D3B41-3991-4350-98F3-FABFB0AF0F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AA97B59-82CE-4832-8127-FAB14CFB9FA6}" type="pres">
      <dgm:prSet presAssocID="{8C0C51DF-F6E9-480E-B275-85895C74615D}" presName="spacer" presStyleCnt="0"/>
      <dgm:spPr/>
    </dgm:pt>
    <dgm:pt modelId="{2CF1879E-1A07-4EDD-A0B4-25A61906B0E6}" type="pres">
      <dgm:prSet presAssocID="{36E23A93-0F86-4451-A0BC-AF666C1A3F3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4061D73-B714-46BA-8507-90E574823BF3}" type="pres">
      <dgm:prSet presAssocID="{5B4CEEEB-2193-4B57-996D-860739B5556B}" presName="spacer" presStyleCnt="0"/>
      <dgm:spPr/>
    </dgm:pt>
    <dgm:pt modelId="{2FF38EA6-AC60-4719-96C4-AEC3C4087843}" type="pres">
      <dgm:prSet presAssocID="{CE901B44-DC38-4200-B2C1-3BD55D1AE58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22D448-476C-42EC-8BF8-F731444A68B5}" type="pres">
      <dgm:prSet presAssocID="{82EE147B-E124-444B-A6E4-256D1C5B5B8A}" presName="spacer" presStyleCnt="0"/>
      <dgm:spPr/>
    </dgm:pt>
    <dgm:pt modelId="{123BB443-B627-4D26-8533-E8E8F4974EFD}" type="pres">
      <dgm:prSet presAssocID="{C08F72F9-D4F0-4D08-BB11-0DEE0BCF1B2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5C22413-18FC-4423-884A-857E6EE41FE1}" type="presOf" srcId="{0A0D3B41-3991-4350-98F3-FABFB0AF0FBC}" destId="{1BFCF037-04A7-4690-B844-B685A3DB75C7}" srcOrd="0" destOrd="0" presId="urn:microsoft.com/office/officeart/2005/8/layout/vList2"/>
    <dgm:cxn modelId="{5C443047-0F9B-4022-80E0-4C15A5C0C383}" type="presOf" srcId="{6EE018D7-C24C-4FAF-BF28-782F98C8A836}" destId="{2D0DB663-3392-40D6-9114-9E6CE2935E16}" srcOrd="0" destOrd="0" presId="urn:microsoft.com/office/officeart/2005/8/layout/vList2"/>
    <dgm:cxn modelId="{27303E47-FDB0-495B-9B41-3EF9268DB96F}" srcId="{6EE018D7-C24C-4FAF-BF28-782F98C8A836}" destId="{0A0D3B41-3991-4350-98F3-FABFB0AF0FBC}" srcOrd="0" destOrd="0" parTransId="{D8A02348-9C59-4B2B-BED5-AE94BF485FEC}" sibTransId="{8C0C51DF-F6E9-480E-B275-85895C74615D}"/>
    <dgm:cxn modelId="{1E9FD569-BF17-4D50-B49A-4660EB11B478}" type="presOf" srcId="{C08F72F9-D4F0-4D08-BB11-0DEE0BCF1B2E}" destId="{123BB443-B627-4D26-8533-E8E8F4974EFD}" srcOrd="0" destOrd="0" presId="urn:microsoft.com/office/officeart/2005/8/layout/vList2"/>
    <dgm:cxn modelId="{D13AF04A-AFB0-4272-BA82-0B7A1D98FD51}" srcId="{6EE018D7-C24C-4FAF-BF28-782F98C8A836}" destId="{CE901B44-DC38-4200-B2C1-3BD55D1AE58E}" srcOrd="2" destOrd="0" parTransId="{BB5D52D2-51F4-4289-8312-0052D88717FB}" sibTransId="{82EE147B-E124-444B-A6E4-256D1C5B5B8A}"/>
    <dgm:cxn modelId="{D4C7DD83-B43F-4107-87FF-8845D0E719E3}" srcId="{6EE018D7-C24C-4FAF-BF28-782F98C8A836}" destId="{36E23A93-0F86-4451-A0BC-AF666C1A3F32}" srcOrd="1" destOrd="0" parTransId="{E845F573-6102-4268-A1E2-EF85E682598C}" sibTransId="{5B4CEEEB-2193-4B57-996D-860739B5556B}"/>
    <dgm:cxn modelId="{13D3228F-AFEC-4DBC-8A1E-6537507C11EF}" srcId="{6EE018D7-C24C-4FAF-BF28-782F98C8A836}" destId="{C08F72F9-D4F0-4D08-BB11-0DEE0BCF1B2E}" srcOrd="3" destOrd="0" parTransId="{FFC4BE2A-EF3D-4BBB-AD38-0CE2E23CA5ED}" sibTransId="{AC6E533F-A70D-4557-89F7-C66AD68EEC32}"/>
    <dgm:cxn modelId="{685709E1-BDF0-45EF-8668-6D5ACB44D5B4}" type="presOf" srcId="{CE901B44-DC38-4200-B2C1-3BD55D1AE58E}" destId="{2FF38EA6-AC60-4719-96C4-AEC3C4087843}" srcOrd="0" destOrd="0" presId="urn:microsoft.com/office/officeart/2005/8/layout/vList2"/>
    <dgm:cxn modelId="{BA71E8F1-6EEF-4DD9-BE69-2061A00595F2}" type="presOf" srcId="{36E23A93-0F86-4451-A0BC-AF666C1A3F32}" destId="{2CF1879E-1A07-4EDD-A0B4-25A61906B0E6}" srcOrd="0" destOrd="0" presId="urn:microsoft.com/office/officeart/2005/8/layout/vList2"/>
    <dgm:cxn modelId="{40131127-8F33-48FA-8D9F-193B8DB67F89}" type="presParOf" srcId="{2D0DB663-3392-40D6-9114-9E6CE2935E16}" destId="{1BFCF037-04A7-4690-B844-B685A3DB75C7}" srcOrd="0" destOrd="0" presId="urn:microsoft.com/office/officeart/2005/8/layout/vList2"/>
    <dgm:cxn modelId="{50C7F9E4-5A56-4D3A-A6B2-EF57AEBEB793}" type="presParOf" srcId="{2D0DB663-3392-40D6-9114-9E6CE2935E16}" destId="{2AA97B59-82CE-4832-8127-FAB14CFB9FA6}" srcOrd="1" destOrd="0" presId="urn:microsoft.com/office/officeart/2005/8/layout/vList2"/>
    <dgm:cxn modelId="{FF0E7C9D-B480-4E9D-BA40-94BB2336A770}" type="presParOf" srcId="{2D0DB663-3392-40D6-9114-9E6CE2935E16}" destId="{2CF1879E-1A07-4EDD-A0B4-25A61906B0E6}" srcOrd="2" destOrd="0" presId="urn:microsoft.com/office/officeart/2005/8/layout/vList2"/>
    <dgm:cxn modelId="{755B877F-E1B9-4680-A450-AE381E675427}" type="presParOf" srcId="{2D0DB663-3392-40D6-9114-9E6CE2935E16}" destId="{14061D73-B714-46BA-8507-90E574823BF3}" srcOrd="3" destOrd="0" presId="urn:microsoft.com/office/officeart/2005/8/layout/vList2"/>
    <dgm:cxn modelId="{6EE50EF4-73B2-4331-99DE-36C9B38A53C2}" type="presParOf" srcId="{2D0DB663-3392-40D6-9114-9E6CE2935E16}" destId="{2FF38EA6-AC60-4719-96C4-AEC3C4087843}" srcOrd="4" destOrd="0" presId="urn:microsoft.com/office/officeart/2005/8/layout/vList2"/>
    <dgm:cxn modelId="{E287621C-7B80-4CCB-9C7B-8EE96879798F}" type="presParOf" srcId="{2D0DB663-3392-40D6-9114-9E6CE2935E16}" destId="{E122D448-476C-42EC-8BF8-F731444A68B5}" srcOrd="5" destOrd="0" presId="urn:microsoft.com/office/officeart/2005/8/layout/vList2"/>
    <dgm:cxn modelId="{81394D2D-376D-43B5-9EAF-856F68A602F5}" type="presParOf" srcId="{2D0DB663-3392-40D6-9114-9E6CE2935E16}" destId="{123BB443-B627-4D26-8533-E8E8F4974EF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D8C3F68-BC52-4B16-9CF4-ACBBA3911E39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96FA0C-A6A5-496E-81B7-167A46DD0096}">
      <dgm:prSet/>
      <dgm:spPr/>
      <dgm:t>
        <a:bodyPr/>
        <a:lstStyle/>
        <a:p>
          <a:r>
            <a:rPr lang="uk-UA" b="0" i="0"/>
            <a:t>ІХ ст.</a:t>
          </a:r>
          <a:endParaRPr lang="uk-UA"/>
        </a:p>
      </dgm:t>
    </dgm:pt>
    <dgm:pt modelId="{0038A458-2657-4AF6-9D42-8EE88BBC3B59}" type="parTrans" cxnId="{968BF344-F8E5-4E7D-B2C7-DA0D402A37CA}">
      <dgm:prSet/>
      <dgm:spPr/>
      <dgm:t>
        <a:bodyPr/>
        <a:lstStyle/>
        <a:p>
          <a:endParaRPr lang="uk-UA"/>
        </a:p>
      </dgm:t>
    </dgm:pt>
    <dgm:pt modelId="{8982CF27-0604-400E-8386-043474B641C6}" type="sibTrans" cxnId="{968BF344-F8E5-4E7D-B2C7-DA0D402A37CA}">
      <dgm:prSet/>
      <dgm:spPr/>
      <dgm:t>
        <a:bodyPr/>
        <a:lstStyle/>
        <a:p>
          <a:endParaRPr lang="uk-UA"/>
        </a:p>
      </dgm:t>
    </dgm:pt>
    <dgm:pt modelId="{2393BBB3-0C80-4CFF-9ECB-13DC9D272F6B}">
      <dgm:prSet/>
      <dgm:spPr/>
      <dgm:t>
        <a:bodyPr/>
        <a:lstStyle/>
        <a:p>
          <a:r>
            <a:rPr lang="uk-UA" b="0" i="0"/>
            <a:t>Х ст.</a:t>
          </a:r>
          <a:endParaRPr lang="uk-UA"/>
        </a:p>
      </dgm:t>
    </dgm:pt>
    <dgm:pt modelId="{E8BFC5EE-B95D-490B-B835-D78E50885BE9}" type="parTrans" cxnId="{07056285-C669-4FA6-8F18-AF68655366EA}">
      <dgm:prSet/>
      <dgm:spPr/>
      <dgm:t>
        <a:bodyPr/>
        <a:lstStyle/>
        <a:p>
          <a:endParaRPr lang="uk-UA"/>
        </a:p>
      </dgm:t>
    </dgm:pt>
    <dgm:pt modelId="{D69B1DFF-76E3-42F5-A620-19E4939BB0E9}" type="sibTrans" cxnId="{07056285-C669-4FA6-8F18-AF68655366EA}">
      <dgm:prSet/>
      <dgm:spPr/>
      <dgm:t>
        <a:bodyPr/>
        <a:lstStyle/>
        <a:p>
          <a:endParaRPr lang="uk-UA"/>
        </a:p>
      </dgm:t>
    </dgm:pt>
    <dgm:pt modelId="{588BE2EB-9957-429F-86FD-91CF5AA19D71}">
      <dgm:prSet/>
      <dgm:spPr/>
      <dgm:t>
        <a:bodyPr/>
        <a:lstStyle/>
        <a:p>
          <a:r>
            <a:rPr lang="uk-UA" b="0" i="0" dirty="0"/>
            <a:t>ХІ ст.</a:t>
          </a:r>
          <a:endParaRPr lang="uk-UA" dirty="0"/>
        </a:p>
      </dgm:t>
    </dgm:pt>
    <dgm:pt modelId="{2DFE4541-9CB6-4CA8-A60F-55D937C69AC8}" type="parTrans" cxnId="{ACEC6D96-D332-4BBD-A175-3219E5F20DEA}">
      <dgm:prSet/>
      <dgm:spPr/>
      <dgm:t>
        <a:bodyPr/>
        <a:lstStyle/>
        <a:p>
          <a:endParaRPr lang="uk-UA"/>
        </a:p>
      </dgm:t>
    </dgm:pt>
    <dgm:pt modelId="{45339AF8-9D4A-4FDB-893A-1FCDE01C065A}" type="sibTrans" cxnId="{ACEC6D96-D332-4BBD-A175-3219E5F20DEA}">
      <dgm:prSet/>
      <dgm:spPr/>
      <dgm:t>
        <a:bodyPr/>
        <a:lstStyle/>
        <a:p>
          <a:endParaRPr lang="uk-UA"/>
        </a:p>
      </dgm:t>
    </dgm:pt>
    <dgm:pt modelId="{2D20DDDB-255C-482D-84C0-597D2640E14A}">
      <dgm:prSet/>
      <dgm:spPr/>
      <dgm:t>
        <a:bodyPr/>
        <a:lstStyle/>
        <a:p>
          <a:r>
            <a:rPr lang="en-US" b="0" i="0"/>
            <a:t>X</a:t>
          </a:r>
          <a:r>
            <a:rPr lang="uk-UA" b="0" i="0"/>
            <a:t>І</a:t>
          </a:r>
          <a:r>
            <a:rPr lang="en-US" b="0" i="0"/>
            <a:t>I </a:t>
          </a:r>
          <a:r>
            <a:rPr lang="uk-UA" b="0" i="0"/>
            <a:t>ст.</a:t>
          </a:r>
          <a:endParaRPr lang="uk-UA"/>
        </a:p>
      </dgm:t>
    </dgm:pt>
    <dgm:pt modelId="{1F8FB5C2-8B8D-4780-AE2A-08A0C484839A}" type="parTrans" cxnId="{DB335918-1435-4923-B641-CC11CD19AAF2}">
      <dgm:prSet/>
      <dgm:spPr/>
      <dgm:t>
        <a:bodyPr/>
        <a:lstStyle/>
        <a:p>
          <a:endParaRPr lang="uk-UA"/>
        </a:p>
      </dgm:t>
    </dgm:pt>
    <dgm:pt modelId="{3B2DCA28-BE8B-4990-8FC2-6B89E68FC9B6}" type="sibTrans" cxnId="{DB335918-1435-4923-B641-CC11CD19AAF2}">
      <dgm:prSet/>
      <dgm:spPr/>
      <dgm:t>
        <a:bodyPr/>
        <a:lstStyle/>
        <a:p>
          <a:endParaRPr lang="uk-UA"/>
        </a:p>
      </dgm:t>
    </dgm:pt>
    <dgm:pt modelId="{9F6CF699-4B4F-4F9E-A83A-12AC73BC3E1A}">
      <dgm:prSet/>
      <dgm:spPr/>
      <dgm:t>
        <a:bodyPr/>
        <a:lstStyle/>
        <a:p>
          <a:r>
            <a:rPr lang="uk-UA" b="0" i="0" dirty="0"/>
            <a:t>ХІІІ ст.</a:t>
          </a:r>
          <a:endParaRPr lang="uk-UA" dirty="0"/>
        </a:p>
      </dgm:t>
    </dgm:pt>
    <dgm:pt modelId="{616FC2B1-F8D9-4F45-8C2B-9B42B6C8DFEF}" type="parTrans" cxnId="{182556AE-1D9E-42F9-8011-A974DEAF1FB1}">
      <dgm:prSet/>
      <dgm:spPr/>
      <dgm:t>
        <a:bodyPr/>
        <a:lstStyle/>
        <a:p>
          <a:endParaRPr lang="uk-UA"/>
        </a:p>
      </dgm:t>
    </dgm:pt>
    <dgm:pt modelId="{82EAE295-55FD-4505-B402-D64E5BE91B69}" type="sibTrans" cxnId="{182556AE-1D9E-42F9-8011-A974DEAF1FB1}">
      <dgm:prSet/>
      <dgm:spPr/>
      <dgm:t>
        <a:bodyPr/>
        <a:lstStyle/>
        <a:p>
          <a:endParaRPr lang="uk-UA"/>
        </a:p>
      </dgm:t>
    </dgm:pt>
    <dgm:pt modelId="{8360BF65-CBBE-4674-AE2E-7A85BF82A0D4}" type="pres">
      <dgm:prSet presAssocID="{8D8C3F68-BC52-4B16-9CF4-ACBBA3911E39}" presName="composite" presStyleCnt="0">
        <dgm:presLayoutVars>
          <dgm:chMax val="5"/>
          <dgm:dir/>
          <dgm:resizeHandles val="exact"/>
        </dgm:presLayoutVars>
      </dgm:prSet>
      <dgm:spPr/>
    </dgm:pt>
    <dgm:pt modelId="{5F5158E1-7DEA-48B2-ABA3-A7A36C8A6150}" type="pres">
      <dgm:prSet presAssocID="{3796FA0C-A6A5-496E-81B7-167A46DD0096}" presName="circle1" presStyleLbl="lnNode1" presStyleIdx="0" presStyleCnt="5"/>
      <dgm:spPr/>
    </dgm:pt>
    <dgm:pt modelId="{10DB2899-12E7-4482-8E61-83A3A87DD698}" type="pres">
      <dgm:prSet presAssocID="{3796FA0C-A6A5-496E-81B7-167A46DD0096}" presName="text1" presStyleLbl="revTx" presStyleIdx="0" presStyleCnt="5">
        <dgm:presLayoutVars>
          <dgm:bulletEnabled val="1"/>
        </dgm:presLayoutVars>
      </dgm:prSet>
      <dgm:spPr/>
    </dgm:pt>
    <dgm:pt modelId="{1E57F556-7C52-4594-B5B9-FCBE65EE0ECF}" type="pres">
      <dgm:prSet presAssocID="{3796FA0C-A6A5-496E-81B7-167A46DD0096}" presName="line1" presStyleLbl="callout" presStyleIdx="0" presStyleCnt="10"/>
      <dgm:spPr/>
    </dgm:pt>
    <dgm:pt modelId="{795AD482-4838-4195-824B-9274F8035259}" type="pres">
      <dgm:prSet presAssocID="{3796FA0C-A6A5-496E-81B7-167A46DD0096}" presName="d1" presStyleLbl="callout" presStyleIdx="1" presStyleCnt="10"/>
      <dgm:spPr/>
    </dgm:pt>
    <dgm:pt modelId="{1147C1B6-A0C5-4653-A47B-411F8E92591E}" type="pres">
      <dgm:prSet presAssocID="{2393BBB3-0C80-4CFF-9ECB-13DC9D272F6B}" presName="circle2" presStyleLbl="lnNode1" presStyleIdx="1" presStyleCnt="5"/>
      <dgm:spPr/>
    </dgm:pt>
    <dgm:pt modelId="{2708EA2D-E5B1-40C1-B335-2359D3F927BD}" type="pres">
      <dgm:prSet presAssocID="{2393BBB3-0C80-4CFF-9ECB-13DC9D272F6B}" presName="text2" presStyleLbl="revTx" presStyleIdx="1" presStyleCnt="5">
        <dgm:presLayoutVars>
          <dgm:bulletEnabled val="1"/>
        </dgm:presLayoutVars>
      </dgm:prSet>
      <dgm:spPr/>
    </dgm:pt>
    <dgm:pt modelId="{F3D812F1-60E9-424B-8E58-FF63D108C4B5}" type="pres">
      <dgm:prSet presAssocID="{2393BBB3-0C80-4CFF-9ECB-13DC9D272F6B}" presName="line2" presStyleLbl="callout" presStyleIdx="2" presStyleCnt="10"/>
      <dgm:spPr/>
    </dgm:pt>
    <dgm:pt modelId="{5EFF7B36-3646-45D2-860D-253613FB2775}" type="pres">
      <dgm:prSet presAssocID="{2393BBB3-0C80-4CFF-9ECB-13DC9D272F6B}" presName="d2" presStyleLbl="callout" presStyleIdx="3" presStyleCnt="10"/>
      <dgm:spPr/>
    </dgm:pt>
    <dgm:pt modelId="{7D39B02D-AB30-42B6-B814-9E416A20D879}" type="pres">
      <dgm:prSet presAssocID="{588BE2EB-9957-429F-86FD-91CF5AA19D71}" presName="circle3" presStyleLbl="lnNode1" presStyleIdx="2" presStyleCnt="5"/>
      <dgm:spPr/>
    </dgm:pt>
    <dgm:pt modelId="{D0CD038C-3B24-44C5-AD23-F8013DC154C9}" type="pres">
      <dgm:prSet presAssocID="{588BE2EB-9957-429F-86FD-91CF5AA19D71}" presName="text3" presStyleLbl="revTx" presStyleIdx="2" presStyleCnt="5">
        <dgm:presLayoutVars>
          <dgm:bulletEnabled val="1"/>
        </dgm:presLayoutVars>
      </dgm:prSet>
      <dgm:spPr/>
    </dgm:pt>
    <dgm:pt modelId="{86E5B6AF-9268-4189-A060-6C1C351F6DF7}" type="pres">
      <dgm:prSet presAssocID="{588BE2EB-9957-429F-86FD-91CF5AA19D71}" presName="line3" presStyleLbl="callout" presStyleIdx="4" presStyleCnt="10"/>
      <dgm:spPr/>
    </dgm:pt>
    <dgm:pt modelId="{5922CD52-8041-4DDA-B602-7FB6E2592354}" type="pres">
      <dgm:prSet presAssocID="{588BE2EB-9957-429F-86FD-91CF5AA19D71}" presName="d3" presStyleLbl="callout" presStyleIdx="5" presStyleCnt="10"/>
      <dgm:spPr/>
    </dgm:pt>
    <dgm:pt modelId="{86E14988-D67F-4AE8-AF3A-1B99B0279B70}" type="pres">
      <dgm:prSet presAssocID="{2D20DDDB-255C-482D-84C0-597D2640E14A}" presName="circle4" presStyleLbl="lnNode1" presStyleIdx="3" presStyleCnt="5"/>
      <dgm:spPr/>
    </dgm:pt>
    <dgm:pt modelId="{3456DC8E-FAD7-4221-995D-2609C0B0B2D9}" type="pres">
      <dgm:prSet presAssocID="{2D20DDDB-255C-482D-84C0-597D2640E14A}" presName="text4" presStyleLbl="revTx" presStyleIdx="3" presStyleCnt="5">
        <dgm:presLayoutVars>
          <dgm:bulletEnabled val="1"/>
        </dgm:presLayoutVars>
      </dgm:prSet>
      <dgm:spPr/>
    </dgm:pt>
    <dgm:pt modelId="{5B9133DD-0A60-414F-9DF6-713B76CA817C}" type="pres">
      <dgm:prSet presAssocID="{2D20DDDB-255C-482D-84C0-597D2640E14A}" presName="line4" presStyleLbl="callout" presStyleIdx="6" presStyleCnt="10"/>
      <dgm:spPr/>
    </dgm:pt>
    <dgm:pt modelId="{347504B9-BD2E-486E-A201-861BEFDD9E90}" type="pres">
      <dgm:prSet presAssocID="{2D20DDDB-255C-482D-84C0-597D2640E14A}" presName="d4" presStyleLbl="callout" presStyleIdx="7" presStyleCnt="10"/>
      <dgm:spPr/>
    </dgm:pt>
    <dgm:pt modelId="{2CB497C6-A5E7-48EF-AFDC-5A2C33258F42}" type="pres">
      <dgm:prSet presAssocID="{9F6CF699-4B4F-4F9E-A83A-12AC73BC3E1A}" presName="circle5" presStyleLbl="lnNode1" presStyleIdx="4" presStyleCnt="5"/>
      <dgm:spPr/>
    </dgm:pt>
    <dgm:pt modelId="{E586635E-A0B2-4979-8718-4193F899CDFF}" type="pres">
      <dgm:prSet presAssocID="{9F6CF699-4B4F-4F9E-A83A-12AC73BC3E1A}" presName="text5" presStyleLbl="revTx" presStyleIdx="4" presStyleCnt="5">
        <dgm:presLayoutVars>
          <dgm:bulletEnabled val="1"/>
        </dgm:presLayoutVars>
      </dgm:prSet>
      <dgm:spPr/>
    </dgm:pt>
    <dgm:pt modelId="{34E5FB70-8133-4146-84CF-B62ED56F00C8}" type="pres">
      <dgm:prSet presAssocID="{9F6CF699-4B4F-4F9E-A83A-12AC73BC3E1A}" presName="line5" presStyleLbl="callout" presStyleIdx="8" presStyleCnt="10"/>
      <dgm:spPr/>
    </dgm:pt>
    <dgm:pt modelId="{B0A129E7-61FE-4F57-8099-8728D9E03D08}" type="pres">
      <dgm:prSet presAssocID="{9F6CF699-4B4F-4F9E-A83A-12AC73BC3E1A}" presName="d5" presStyleLbl="callout" presStyleIdx="9" presStyleCnt="10"/>
      <dgm:spPr/>
    </dgm:pt>
  </dgm:ptLst>
  <dgm:cxnLst>
    <dgm:cxn modelId="{DB335918-1435-4923-B641-CC11CD19AAF2}" srcId="{8D8C3F68-BC52-4B16-9CF4-ACBBA3911E39}" destId="{2D20DDDB-255C-482D-84C0-597D2640E14A}" srcOrd="3" destOrd="0" parTransId="{1F8FB5C2-8B8D-4780-AE2A-08A0C484839A}" sibTransId="{3B2DCA28-BE8B-4990-8FC2-6B89E68FC9B6}"/>
    <dgm:cxn modelId="{968BF344-F8E5-4E7D-B2C7-DA0D402A37CA}" srcId="{8D8C3F68-BC52-4B16-9CF4-ACBBA3911E39}" destId="{3796FA0C-A6A5-496E-81B7-167A46DD0096}" srcOrd="0" destOrd="0" parTransId="{0038A458-2657-4AF6-9D42-8EE88BBC3B59}" sibTransId="{8982CF27-0604-400E-8386-043474B641C6}"/>
    <dgm:cxn modelId="{3F1C6C52-9326-45F1-83E8-C1F5896B1779}" type="presOf" srcId="{2393BBB3-0C80-4CFF-9ECB-13DC9D272F6B}" destId="{2708EA2D-E5B1-40C1-B335-2359D3F927BD}" srcOrd="0" destOrd="0" presId="urn:microsoft.com/office/officeart/2005/8/layout/target1"/>
    <dgm:cxn modelId="{07056285-C669-4FA6-8F18-AF68655366EA}" srcId="{8D8C3F68-BC52-4B16-9CF4-ACBBA3911E39}" destId="{2393BBB3-0C80-4CFF-9ECB-13DC9D272F6B}" srcOrd="1" destOrd="0" parTransId="{E8BFC5EE-B95D-490B-B835-D78E50885BE9}" sibTransId="{D69B1DFF-76E3-42F5-A620-19E4939BB0E9}"/>
    <dgm:cxn modelId="{4E287C89-D48C-4C7C-98D1-E54AF1860338}" type="presOf" srcId="{8D8C3F68-BC52-4B16-9CF4-ACBBA3911E39}" destId="{8360BF65-CBBE-4674-AE2E-7A85BF82A0D4}" srcOrd="0" destOrd="0" presId="urn:microsoft.com/office/officeart/2005/8/layout/target1"/>
    <dgm:cxn modelId="{ACEC6D96-D332-4BBD-A175-3219E5F20DEA}" srcId="{8D8C3F68-BC52-4B16-9CF4-ACBBA3911E39}" destId="{588BE2EB-9957-429F-86FD-91CF5AA19D71}" srcOrd="2" destOrd="0" parTransId="{2DFE4541-9CB6-4CA8-A60F-55D937C69AC8}" sibTransId="{45339AF8-9D4A-4FDB-893A-1FCDE01C065A}"/>
    <dgm:cxn modelId="{5E50FD96-7A29-4562-9580-C997583E6640}" type="presOf" srcId="{9F6CF699-4B4F-4F9E-A83A-12AC73BC3E1A}" destId="{E586635E-A0B2-4979-8718-4193F899CDFF}" srcOrd="0" destOrd="0" presId="urn:microsoft.com/office/officeart/2005/8/layout/target1"/>
    <dgm:cxn modelId="{62EBD5AD-27F5-43B2-B99B-9745DB249382}" type="presOf" srcId="{2D20DDDB-255C-482D-84C0-597D2640E14A}" destId="{3456DC8E-FAD7-4221-995D-2609C0B0B2D9}" srcOrd="0" destOrd="0" presId="urn:microsoft.com/office/officeart/2005/8/layout/target1"/>
    <dgm:cxn modelId="{182556AE-1D9E-42F9-8011-A974DEAF1FB1}" srcId="{8D8C3F68-BC52-4B16-9CF4-ACBBA3911E39}" destId="{9F6CF699-4B4F-4F9E-A83A-12AC73BC3E1A}" srcOrd="4" destOrd="0" parTransId="{616FC2B1-F8D9-4F45-8C2B-9B42B6C8DFEF}" sibTransId="{82EAE295-55FD-4505-B402-D64E5BE91B69}"/>
    <dgm:cxn modelId="{F98989BD-5B82-46CE-B093-E706D29D8B04}" type="presOf" srcId="{3796FA0C-A6A5-496E-81B7-167A46DD0096}" destId="{10DB2899-12E7-4482-8E61-83A3A87DD698}" srcOrd="0" destOrd="0" presId="urn:microsoft.com/office/officeart/2005/8/layout/target1"/>
    <dgm:cxn modelId="{35787DC8-F831-400A-96B3-DF2B266FF4E0}" type="presOf" srcId="{588BE2EB-9957-429F-86FD-91CF5AA19D71}" destId="{D0CD038C-3B24-44C5-AD23-F8013DC154C9}" srcOrd="0" destOrd="0" presId="urn:microsoft.com/office/officeart/2005/8/layout/target1"/>
    <dgm:cxn modelId="{A58DF9F6-590F-4C11-8DAA-638A0E171A50}" type="presParOf" srcId="{8360BF65-CBBE-4674-AE2E-7A85BF82A0D4}" destId="{5F5158E1-7DEA-48B2-ABA3-A7A36C8A6150}" srcOrd="0" destOrd="0" presId="urn:microsoft.com/office/officeart/2005/8/layout/target1"/>
    <dgm:cxn modelId="{742F6DBF-D824-4391-94CE-962AC6C3A353}" type="presParOf" srcId="{8360BF65-CBBE-4674-AE2E-7A85BF82A0D4}" destId="{10DB2899-12E7-4482-8E61-83A3A87DD698}" srcOrd="1" destOrd="0" presId="urn:microsoft.com/office/officeart/2005/8/layout/target1"/>
    <dgm:cxn modelId="{4710DC7F-9EB3-40DC-B152-7C09E1D4FC8A}" type="presParOf" srcId="{8360BF65-CBBE-4674-AE2E-7A85BF82A0D4}" destId="{1E57F556-7C52-4594-B5B9-FCBE65EE0ECF}" srcOrd="2" destOrd="0" presId="urn:microsoft.com/office/officeart/2005/8/layout/target1"/>
    <dgm:cxn modelId="{2AFF2580-4900-4796-906A-EE91D31B477F}" type="presParOf" srcId="{8360BF65-CBBE-4674-AE2E-7A85BF82A0D4}" destId="{795AD482-4838-4195-824B-9274F8035259}" srcOrd="3" destOrd="0" presId="urn:microsoft.com/office/officeart/2005/8/layout/target1"/>
    <dgm:cxn modelId="{7520F7CD-9EC2-4517-BA4B-15427A73AB93}" type="presParOf" srcId="{8360BF65-CBBE-4674-AE2E-7A85BF82A0D4}" destId="{1147C1B6-A0C5-4653-A47B-411F8E92591E}" srcOrd="4" destOrd="0" presId="urn:microsoft.com/office/officeart/2005/8/layout/target1"/>
    <dgm:cxn modelId="{03C07708-D4ED-42F2-9B04-B4FB1FD46347}" type="presParOf" srcId="{8360BF65-CBBE-4674-AE2E-7A85BF82A0D4}" destId="{2708EA2D-E5B1-40C1-B335-2359D3F927BD}" srcOrd="5" destOrd="0" presId="urn:microsoft.com/office/officeart/2005/8/layout/target1"/>
    <dgm:cxn modelId="{890FA7A8-8D59-49AE-BFBD-EAC29F843B5B}" type="presParOf" srcId="{8360BF65-CBBE-4674-AE2E-7A85BF82A0D4}" destId="{F3D812F1-60E9-424B-8E58-FF63D108C4B5}" srcOrd="6" destOrd="0" presId="urn:microsoft.com/office/officeart/2005/8/layout/target1"/>
    <dgm:cxn modelId="{64E884AF-7749-476C-8B0D-88A7CE8F9532}" type="presParOf" srcId="{8360BF65-CBBE-4674-AE2E-7A85BF82A0D4}" destId="{5EFF7B36-3646-45D2-860D-253613FB2775}" srcOrd="7" destOrd="0" presId="urn:microsoft.com/office/officeart/2005/8/layout/target1"/>
    <dgm:cxn modelId="{083A8D0C-593F-48E3-B600-C962B4A618B9}" type="presParOf" srcId="{8360BF65-CBBE-4674-AE2E-7A85BF82A0D4}" destId="{7D39B02D-AB30-42B6-B814-9E416A20D879}" srcOrd="8" destOrd="0" presId="urn:microsoft.com/office/officeart/2005/8/layout/target1"/>
    <dgm:cxn modelId="{53874F3E-C5BF-4B8C-B28C-1F4E62DF7FFA}" type="presParOf" srcId="{8360BF65-CBBE-4674-AE2E-7A85BF82A0D4}" destId="{D0CD038C-3B24-44C5-AD23-F8013DC154C9}" srcOrd="9" destOrd="0" presId="urn:microsoft.com/office/officeart/2005/8/layout/target1"/>
    <dgm:cxn modelId="{C5A99477-22DB-4262-AE37-C92E4166ED6D}" type="presParOf" srcId="{8360BF65-CBBE-4674-AE2E-7A85BF82A0D4}" destId="{86E5B6AF-9268-4189-A060-6C1C351F6DF7}" srcOrd="10" destOrd="0" presId="urn:microsoft.com/office/officeart/2005/8/layout/target1"/>
    <dgm:cxn modelId="{7B8758AA-E0A0-4B09-B74F-14EC0ADFBA46}" type="presParOf" srcId="{8360BF65-CBBE-4674-AE2E-7A85BF82A0D4}" destId="{5922CD52-8041-4DDA-B602-7FB6E2592354}" srcOrd="11" destOrd="0" presId="urn:microsoft.com/office/officeart/2005/8/layout/target1"/>
    <dgm:cxn modelId="{064034A0-C018-4396-983A-EC7381F28BE4}" type="presParOf" srcId="{8360BF65-CBBE-4674-AE2E-7A85BF82A0D4}" destId="{86E14988-D67F-4AE8-AF3A-1B99B0279B70}" srcOrd="12" destOrd="0" presId="urn:microsoft.com/office/officeart/2005/8/layout/target1"/>
    <dgm:cxn modelId="{A517E424-83ED-4710-A20D-27AB29ACC990}" type="presParOf" srcId="{8360BF65-CBBE-4674-AE2E-7A85BF82A0D4}" destId="{3456DC8E-FAD7-4221-995D-2609C0B0B2D9}" srcOrd="13" destOrd="0" presId="urn:microsoft.com/office/officeart/2005/8/layout/target1"/>
    <dgm:cxn modelId="{39BD3001-D94A-480B-A810-EF43D05E1607}" type="presParOf" srcId="{8360BF65-CBBE-4674-AE2E-7A85BF82A0D4}" destId="{5B9133DD-0A60-414F-9DF6-713B76CA817C}" srcOrd="14" destOrd="0" presId="urn:microsoft.com/office/officeart/2005/8/layout/target1"/>
    <dgm:cxn modelId="{DCE48EAA-05E9-4154-AE66-CFAB64FBFCC4}" type="presParOf" srcId="{8360BF65-CBBE-4674-AE2E-7A85BF82A0D4}" destId="{347504B9-BD2E-486E-A201-861BEFDD9E90}" srcOrd="15" destOrd="0" presId="urn:microsoft.com/office/officeart/2005/8/layout/target1"/>
    <dgm:cxn modelId="{4FC175CB-798E-4B80-BB75-96A759E1D1DD}" type="presParOf" srcId="{8360BF65-CBBE-4674-AE2E-7A85BF82A0D4}" destId="{2CB497C6-A5E7-48EF-AFDC-5A2C33258F42}" srcOrd="16" destOrd="0" presId="urn:microsoft.com/office/officeart/2005/8/layout/target1"/>
    <dgm:cxn modelId="{F5E91B29-B6A6-40F4-8C58-3C99B6574BD0}" type="presParOf" srcId="{8360BF65-CBBE-4674-AE2E-7A85BF82A0D4}" destId="{E586635E-A0B2-4979-8718-4193F899CDFF}" srcOrd="17" destOrd="0" presId="urn:microsoft.com/office/officeart/2005/8/layout/target1"/>
    <dgm:cxn modelId="{ABF265D7-8201-4AE7-A9A5-C86E94CEF3B2}" type="presParOf" srcId="{8360BF65-CBBE-4674-AE2E-7A85BF82A0D4}" destId="{34E5FB70-8133-4146-84CF-B62ED56F00C8}" srcOrd="18" destOrd="0" presId="urn:microsoft.com/office/officeart/2005/8/layout/target1"/>
    <dgm:cxn modelId="{467EB62A-836A-4E40-B250-C69C14F59673}" type="presParOf" srcId="{8360BF65-CBBE-4674-AE2E-7A85BF82A0D4}" destId="{B0A129E7-61FE-4F57-8099-8728D9E03D08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441519B0-2F12-4EDE-BF24-5F0C3D4881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6C680C-1EBB-4192-ABE4-2307982FBFC8}">
      <dgm:prSet/>
      <dgm:spPr/>
      <dgm:t>
        <a:bodyPr/>
        <a:lstStyle/>
        <a:p>
          <a:r>
            <a:rPr lang="uk-UA" b="0" i="0" dirty="0"/>
            <a:t>Запровадження християнства як державної релігії Київської Русі.</a:t>
          </a:r>
          <a:endParaRPr lang="uk-UA" dirty="0"/>
        </a:p>
      </dgm:t>
    </dgm:pt>
    <dgm:pt modelId="{A4D13524-DD94-4584-8A39-EC25B7AD2E3E}" type="parTrans" cxnId="{B5EECF17-424D-472B-A146-F2BA4E6E5B12}">
      <dgm:prSet/>
      <dgm:spPr/>
      <dgm:t>
        <a:bodyPr/>
        <a:lstStyle/>
        <a:p>
          <a:endParaRPr lang="uk-UA"/>
        </a:p>
      </dgm:t>
    </dgm:pt>
    <dgm:pt modelId="{7B4C4765-E7B7-4442-9D61-C516D7E1F165}" type="sibTrans" cxnId="{B5EECF17-424D-472B-A146-F2BA4E6E5B12}">
      <dgm:prSet/>
      <dgm:spPr/>
      <dgm:t>
        <a:bodyPr/>
        <a:lstStyle/>
        <a:p>
          <a:endParaRPr lang="uk-UA"/>
        </a:p>
      </dgm:t>
    </dgm:pt>
    <dgm:pt modelId="{1C0DB829-F851-4F58-A45D-18F2D19016C8}">
      <dgm:prSet/>
      <dgm:spPr/>
      <dgm:t>
        <a:bodyPr/>
        <a:lstStyle/>
        <a:p>
          <a:r>
            <a:rPr lang="uk-UA" b="0" i="0" dirty="0"/>
            <a:t>Укладення ченцем Нестором першої редакції «Повісті минулих літ».</a:t>
          </a:r>
          <a:endParaRPr lang="uk-UA" dirty="0"/>
        </a:p>
      </dgm:t>
    </dgm:pt>
    <dgm:pt modelId="{0562C36A-B68C-41DA-AC62-61044988B220}" type="parTrans" cxnId="{7A2110F9-8F4F-4F45-A8E7-5BB0E8108B27}">
      <dgm:prSet/>
      <dgm:spPr/>
      <dgm:t>
        <a:bodyPr/>
        <a:lstStyle/>
        <a:p>
          <a:endParaRPr lang="uk-UA"/>
        </a:p>
      </dgm:t>
    </dgm:pt>
    <dgm:pt modelId="{41C67AA8-4E11-49E4-ADD3-7B191A352942}" type="sibTrans" cxnId="{7A2110F9-8F4F-4F45-A8E7-5BB0E8108B27}">
      <dgm:prSet/>
      <dgm:spPr/>
      <dgm:t>
        <a:bodyPr/>
        <a:lstStyle/>
        <a:p>
          <a:endParaRPr lang="uk-UA"/>
        </a:p>
      </dgm:t>
    </dgm:pt>
    <dgm:pt modelId="{A85E578A-38DB-4888-9A13-DE62A3FF48E7}">
      <dgm:prSet/>
      <dgm:spPr/>
      <dgm:t>
        <a:bodyPr/>
        <a:lstStyle/>
        <a:p>
          <a:r>
            <a:rPr lang="uk-UA" b="0" i="0" dirty="0"/>
            <a:t>Утворення Галицько-Волинського князівства.</a:t>
          </a:r>
          <a:endParaRPr lang="uk-UA" dirty="0"/>
        </a:p>
      </dgm:t>
    </dgm:pt>
    <dgm:pt modelId="{2E50000B-EB35-43D2-91FB-66DEBF8B1108}" type="parTrans" cxnId="{0FCEAA90-0BEC-4F61-B0BC-6CD0C81A2A2C}">
      <dgm:prSet/>
      <dgm:spPr/>
      <dgm:t>
        <a:bodyPr/>
        <a:lstStyle/>
        <a:p>
          <a:endParaRPr lang="uk-UA"/>
        </a:p>
      </dgm:t>
    </dgm:pt>
    <dgm:pt modelId="{AEA97103-4A84-45F2-8CC7-450B6FEE0987}" type="sibTrans" cxnId="{0FCEAA90-0BEC-4F61-B0BC-6CD0C81A2A2C}">
      <dgm:prSet/>
      <dgm:spPr/>
      <dgm:t>
        <a:bodyPr/>
        <a:lstStyle/>
        <a:p>
          <a:endParaRPr lang="uk-UA"/>
        </a:p>
      </dgm:t>
    </dgm:pt>
    <dgm:pt modelId="{C73FA47F-37CE-491A-B1E7-1AD05F7F82DD}">
      <dgm:prSet/>
      <dgm:spPr/>
      <dgm:t>
        <a:bodyPr/>
        <a:lstStyle/>
        <a:p>
          <a:r>
            <a:rPr lang="uk-UA" b="0" i="0" dirty="0"/>
            <a:t>Перша літописна згадка назви «Україна».</a:t>
          </a:r>
          <a:endParaRPr lang="uk-UA" dirty="0"/>
        </a:p>
      </dgm:t>
    </dgm:pt>
    <dgm:pt modelId="{51FC6370-77C9-4204-B0F1-B70BE3E76A07}" type="parTrans" cxnId="{01485BC6-05FD-48B5-8095-2A3B9B723ACC}">
      <dgm:prSet/>
      <dgm:spPr/>
      <dgm:t>
        <a:bodyPr/>
        <a:lstStyle/>
        <a:p>
          <a:endParaRPr lang="uk-UA"/>
        </a:p>
      </dgm:t>
    </dgm:pt>
    <dgm:pt modelId="{4D843FC6-47F8-4B86-A927-DAE31E931F05}" type="sibTrans" cxnId="{01485BC6-05FD-48B5-8095-2A3B9B723ACC}">
      <dgm:prSet/>
      <dgm:spPr/>
      <dgm:t>
        <a:bodyPr/>
        <a:lstStyle/>
        <a:p>
          <a:endParaRPr lang="uk-UA"/>
        </a:p>
      </dgm:t>
    </dgm:pt>
    <dgm:pt modelId="{2679913E-5974-46B5-BB46-28FF8EE788EA}" type="pres">
      <dgm:prSet presAssocID="{441519B0-2F12-4EDE-BF24-5F0C3D488158}" presName="linear" presStyleCnt="0">
        <dgm:presLayoutVars>
          <dgm:animLvl val="lvl"/>
          <dgm:resizeHandles val="exact"/>
        </dgm:presLayoutVars>
      </dgm:prSet>
      <dgm:spPr/>
    </dgm:pt>
    <dgm:pt modelId="{9F49897B-7AE0-488B-B224-00955C7A6BFB}" type="pres">
      <dgm:prSet presAssocID="{F76C680C-1EBB-4192-ABE4-2307982FBFC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6D5844-A576-4F35-A50D-8AFB1CD50F8F}" type="pres">
      <dgm:prSet presAssocID="{7B4C4765-E7B7-4442-9D61-C516D7E1F165}" presName="spacer" presStyleCnt="0"/>
      <dgm:spPr/>
    </dgm:pt>
    <dgm:pt modelId="{DBD62795-18FE-4FB1-A238-D654DA253BEE}" type="pres">
      <dgm:prSet presAssocID="{1C0DB829-F851-4F58-A45D-18F2D19016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563B56-5BFD-489B-8976-EF18665A0023}" type="pres">
      <dgm:prSet presAssocID="{41C67AA8-4E11-49E4-ADD3-7B191A352942}" presName="spacer" presStyleCnt="0"/>
      <dgm:spPr/>
    </dgm:pt>
    <dgm:pt modelId="{1377A430-782B-4A7E-9024-6EFC1AD4FD0E}" type="pres">
      <dgm:prSet presAssocID="{A85E578A-38DB-4888-9A13-DE62A3FF48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14725D-F0BC-4D44-B386-8C96387531C7}" type="pres">
      <dgm:prSet presAssocID="{AEA97103-4A84-45F2-8CC7-450B6FEE0987}" presName="spacer" presStyleCnt="0"/>
      <dgm:spPr/>
    </dgm:pt>
    <dgm:pt modelId="{D945C583-662F-48D2-AED1-6BE9BBE695E2}" type="pres">
      <dgm:prSet presAssocID="{C73FA47F-37CE-491A-B1E7-1AD05F7F82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5EECF17-424D-472B-A146-F2BA4E6E5B12}" srcId="{441519B0-2F12-4EDE-BF24-5F0C3D488158}" destId="{F76C680C-1EBB-4192-ABE4-2307982FBFC8}" srcOrd="0" destOrd="0" parTransId="{A4D13524-DD94-4584-8A39-EC25B7AD2E3E}" sibTransId="{7B4C4765-E7B7-4442-9D61-C516D7E1F165}"/>
    <dgm:cxn modelId="{F128CA28-23E0-4188-8D23-DAC881795A7D}" type="presOf" srcId="{441519B0-2F12-4EDE-BF24-5F0C3D488158}" destId="{2679913E-5974-46B5-BB46-28FF8EE788EA}" srcOrd="0" destOrd="0" presId="urn:microsoft.com/office/officeart/2005/8/layout/vList2"/>
    <dgm:cxn modelId="{F9CC2D4E-7E00-4BBB-8C38-DC1E77589912}" type="presOf" srcId="{1C0DB829-F851-4F58-A45D-18F2D19016C8}" destId="{DBD62795-18FE-4FB1-A238-D654DA253BEE}" srcOrd="0" destOrd="0" presId="urn:microsoft.com/office/officeart/2005/8/layout/vList2"/>
    <dgm:cxn modelId="{0FCEAA90-0BEC-4F61-B0BC-6CD0C81A2A2C}" srcId="{441519B0-2F12-4EDE-BF24-5F0C3D488158}" destId="{A85E578A-38DB-4888-9A13-DE62A3FF48E7}" srcOrd="2" destOrd="0" parTransId="{2E50000B-EB35-43D2-91FB-66DEBF8B1108}" sibTransId="{AEA97103-4A84-45F2-8CC7-450B6FEE0987}"/>
    <dgm:cxn modelId="{D6CAEC9B-577A-4A0E-9C89-2BAF578FECAC}" type="presOf" srcId="{C73FA47F-37CE-491A-B1E7-1AD05F7F82DD}" destId="{D945C583-662F-48D2-AED1-6BE9BBE695E2}" srcOrd="0" destOrd="0" presId="urn:microsoft.com/office/officeart/2005/8/layout/vList2"/>
    <dgm:cxn modelId="{2260F4C5-0AB4-48AD-B5AE-77549ACC8CB7}" type="presOf" srcId="{F76C680C-1EBB-4192-ABE4-2307982FBFC8}" destId="{9F49897B-7AE0-488B-B224-00955C7A6BFB}" srcOrd="0" destOrd="0" presId="urn:microsoft.com/office/officeart/2005/8/layout/vList2"/>
    <dgm:cxn modelId="{01485BC6-05FD-48B5-8095-2A3B9B723ACC}" srcId="{441519B0-2F12-4EDE-BF24-5F0C3D488158}" destId="{C73FA47F-37CE-491A-B1E7-1AD05F7F82DD}" srcOrd="3" destOrd="0" parTransId="{51FC6370-77C9-4204-B0F1-B70BE3E76A07}" sibTransId="{4D843FC6-47F8-4B86-A927-DAE31E931F05}"/>
    <dgm:cxn modelId="{A578D4D3-D6BF-4B05-A6D6-5C09C100C411}" type="presOf" srcId="{A85E578A-38DB-4888-9A13-DE62A3FF48E7}" destId="{1377A430-782B-4A7E-9024-6EFC1AD4FD0E}" srcOrd="0" destOrd="0" presId="urn:microsoft.com/office/officeart/2005/8/layout/vList2"/>
    <dgm:cxn modelId="{7A2110F9-8F4F-4F45-A8E7-5BB0E8108B27}" srcId="{441519B0-2F12-4EDE-BF24-5F0C3D488158}" destId="{1C0DB829-F851-4F58-A45D-18F2D19016C8}" srcOrd="1" destOrd="0" parTransId="{0562C36A-B68C-41DA-AC62-61044988B220}" sibTransId="{41C67AA8-4E11-49E4-ADD3-7B191A352942}"/>
    <dgm:cxn modelId="{A5E14AAC-8008-4236-B90F-57216C3D2354}" type="presParOf" srcId="{2679913E-5974-46B5-BB46-28FF8EE788EA}" destId="{9F49897B-7AE0-488B-B224-00955C7A6BFB}" srcOrd="0" destOrd="0" presId="urn:microsoft.com/office/officeart/2005/8/layout/vList2"/>
    <dgm:cxn modelId="{12DCE5F7-2F79-4123-9A0D-F25057211D3B}" type="presParOf" srcId="{2679913E-5974-46B5-BB46-28FF8EE788EA}" destId="{396D5844-A576-4F35-A50D-8AFB1CD50F8F}" srcOrd="1" destOrd="0" presId="urn:microsoft.com/office/officeart/2005/8/layout/vList2"/>
    <dgm:cxn modelId="{F57720A2-0E36-45AC-842F-A31E4E293356}" type="presParOf" srcId="{2679913E-5974-46B5-BB46-28FF8EE788EA}" destId="{DBD62795-18FE-4FB1-A238-D654DA253BEE}" srcOrd="2" destOrd="0" presId="urn:microsoft.com/office/officeart/2005/8/layout/vList2"/>
    <dgm:cxn modelId="{B244BA53-F11E-4A20-ADBE-1F8371A32EC9}" type="presParOf" srcId="{2679913E-5974-46B5-BB46-28FF8EE788EA}" destId="{E8563B56-5BFD-489B-8976-EF18665A0023}" srcOrd="3" destOrd="0" presId="urn:microsoft.com/office/officeart/2005/8/layout/vList2"/>
    <dgm:cxn modelId="{3ECFCBF3-2AF4-4460-B0E4-96D4DA93DF42}" type="presParOf" srcId="{2679913E-5974-46B5-BB46-28FF8EE788EA}" destId="{1377A430-782B-4A7E-9024-6EFC1AD4FD0E}" srcOrd="4" destOrd="0" presId="urn:microsoft.com/office/officeart/2005/8/layout/vList2"/>
    <dgm:cxn modelId="{E87B1B51-9B20-49E2-8270-BDA74380E0A3}" type="presParOf" srcId="{2679913E-5974-46B5-BB46-28FF8EE788EA}" destId="{7014725D-F0BC-4D44-B386-8C96387531C7}" srcOrd="5" destOrd="0" presId="urn:microsoft.com/office/officeart/2005/8/layout/vList2"/>
    <dgm:cxn modelId="{960B28DB-DD43-4900-A1EB-216EA09655BC}" type="presParOf" srcId="{2679913E-5974-46B5-BB46-28FF8EE788EA}" destId="{D945C583-662F-48D2-AED1-6BE9BBE695E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A284A0E8-2094-46E3-BCE7-1D4C508E75CA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FEE447-FA48-4958-963D-BD32E0767587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7FCED354-11D3-480E-9ECD-80F3D99DD664}" type="parTrans" cxnId="{D329A52A-20FF-4DDE-A878-4DAEA504703C}">
      <dgm:prSet/>
      <dgm:spPr/>
      <dgm:t>
        <a:bodyPr/>
        <a:lstStyle/>
        <a:p>
          <a:endParaRPr lang="uk-UA"/>
        </a:p>
      </dgm:t>
    </dgm:pt>
    <dgm:pt modelId="{1A6C8C2C-D19C-4654-B6BC-2BC51D965A09}" type="sibTrans" cxnId="{D329A52A-20FF-4DDE-A878-4DAEA504703C}">
      <dgm:prSet/>
      <dgm:spPr/>
      <dgm:t>
        <a:bodyPr/>
        <a:lstStyle/>
        <a:p>
          <a:endParaRPr lang="uk-UA"/>
        </a:p>
      </dgm:t>
    </dgm:pt>
    <dgm:pt modelId="{954A29D8-457C-4D03-B970-5572AB1EBFFF}">
      <dgm:prSet/>
      <dgm:spPr/>
      <dgm:t>
        <a:bodyPr/>
        <a:lstStyle/>
        <a:p>
          <a:r>
            <a:rPr lang="ru-RU" b="0" i="0" dirty="0"/>
            <a:t>988 р.</a:t>
          </a:r>
          <a:endParaRPr lang="uk-UA" dirty="0"/>
        </a:p>
      </dgm:t>
    </dgm:pt>
    <dgm:pt modelId="{09813E91-6D7F-4353-86DD-44F81DA15111}" type="parTrans" cxnId="{90954780-2DD7-4225-B111-524AB2E29B2E}">
      <dgm:prSet/>
      <dgm:spPr/>
      <dgm:t>
        <a:bodyPr/>
        <a:lstStyle/>
        <a:p>
          <a:endParaRPr lang="uk-UA"/>
        </a:p>
      </dgm:t>
    </dgm:pt>
    <dgm:pt modelId="{C2FF9CAA-DA41-4F07-A897-5FDB65ACDFEA}" type="sibTrans" cxnId="{90954780-2DD7-4225-B111-524AB2E29B2E}">
      <dgm:prSet/>
      <dgm:spPr/>
      <dgm:t>
        <a:bodyPr/>
        <a:lstStyle/>
        <a:p>
          <a:endParaRPr lang="uk-UA"/>
        </a:p>
      </dgm:t>
    </dgm:pt>
    <dgm:pt modelId="{AF80E2A7-F63A-462E-AC95-3A2618AE7022}">
      <dgm:prSet/>
      <dgm:spPr/>
      <dgm:t>
        <a:bodyPr/>
        <a:lstStyle/>
        <a:p>
          <a:r>
            <a:rPr lang="ru-RU" b="0" i="0"/>
            <a:t>1113 р.</a:t>
          </a:r>
          <a:endParaRPr lang="uk-UA"/>
        </a:p>
      </dgm:t>
    </dgm:pt>
    <dgm:pt modelId="{54E4704E-B977-41EC-89AB-9D191DF6D1C3}" type="parTrans" cxnId="{C26BD31B-D9A8-4198-9BD8-DDE9585D6E52}">
      <dgm:prSet/>
      <dgm:spPr/>
      <dgm:t>
        <a:bodyPr/>
        <a:lstStyle/>
        <a:p>
          <a:endParaRPr lang="uk-UA"/>
        </a:p>
      </dgm:t>
    </dgm:pt>
    <dgm:pt modelId="{ECC737F0-FCEF-4B3B-A16C-FBBCEC3A69A2}" type="sibTrans" cxnId="{C26BD31B-D9A8-4198-9BD8-DDE9585D6E52}">
      <dgm:prSet/>
      <dgm:spPr/>
      <dgm:t>
        <a:bodyPr/>
        <a:lstStyle/>
        <a:p>
          <a:endParaRPr lang="uk-UA"/>
        </a:p>
      </dgm:t>
    </dgm:pt>
    <dgm:pt modelId="{07BDFD21-7509-4540-A4F9-3C7C19A42F30}">
      <dgm:prSet/>
      <dgm:spPr/>
      <dgm:t>
        <a:bodyPr/>
        <a:lstStyle/>
        <a:p>
          <a:r>
            <a:rPr lang="ru-RU" b="0" i="0"/>
            <a:t>1187 р.</a:t>
          </a:r>
          <a:endParaRPr lang="uk-UA"/>
        </a:p>
      </dgm:t>
    </dgm:pt>
    <dgm:pt modelId="{5D8421B8-397E-4E4D-A1C8-38B6848EBD3A}" type="parTrans" cxnId="{94A96F33-EDA4-4B6E-AC97-E71A39B1EAF8}">
      <dgm:prSet/>
      <dgm:spPr/>
      <dgm:t>
        <a:bodyPr/>
        <a:lstStyle/>
        <a:p>
          <a:endParaRPr lang="uk-UA"/>
        </a:p>
      </dgm:t>
    </dgm:pt>
    <dgm:pt modelId="{BCD9AB10-2D7F-4CA8-B8B2-F6CCC2AB0088}" type="sibTrans" cxnId="{94A96F33-EDA4-4B6E-AC97-E71A39B1EAF8}">
      <dgm:prSet/>
      <dgm:spPr/>
      <dgm:t>
        <a:bodyPr/>
        <a:lstStyle/>
        <a:p>
          <a:endParaRPr lang="uk-UA"/>
        </a:p>
      </dgm:t>
    </dgm:pt>
    <dgm:pt modelId="{C3B021AB-7771-4A63-A6BD-8E78F99A3D3C}">
      <dgm:prSet/>
      <dgm:spPr/>
      <dgm:t>
        <a:bodyPr/>
        <a:lstStyle/>
        <a:p>
          <a:r>
            <a:rPr lang="ru-RU" b="0" i="0" dirty="0"/>
            <a:t>1199 р.</a:t>
          </a:r>
          <a:endParaRPr lang="uk-UA" dirty="0"/>
        </a:p>
      </dgm:t>
    </dgm:pt>
    <dgm:pt modelId="{56E240CE-80C4-4B78-B18F-78759AC22CAD}" type="parTrans" cxnId="{553BE646-7E7F-43F0-B2C3-2515A4FCEFFE}">
      <dgm:prSet/>
      <dgm:spPr/>
      <dgm:t>
        <a:bodyPr/>
        <a:lstStyle/>
        <a:p>
          <a:endParaRPr lang="uk-UA"/>
        </a:p>
      </dgm:t>
    </dgm:pt>
    <dgm:pt modelId="{C03B490F-173F-4309-AF68-3E3E7DFB2BA2}" type="sibTrans" cxnId="{553BE646-7E7F-43F0-B2C3-2515A4FCEFFE}">
      <dgm:prSet/>
      <dgm:spPr/>
      <dgm:t>
        <a:bodyPr/>
        <a:lstStyle/>
        <a:p>
          <a:endParaRPr lang="uk-UA"/>
        </a:p>
      </dgm:t>
    </dgm:pt>
    <dgm:pt modelId="{45DE539B-24B2-4622-B04C-3731210C7383}" type="pres">
      <dgm:prSet presAssocID="{A284A0E8-2094-46E3-BCE7-1D4C508E75CA}" presName="compositeShape" presStyleCnt="0">
        <dgm:presLayoutVars>
          <dgm:chMax val="7"/>
          <dgm:dir/>
          <dgm:resizeHandles val="exact"/>
        </dgm:presLayoutVars>
      </dgm:prSet>
      <dgm:spPr/>
    </dgm:pt>
    <dgm:pt modelId="{4C7701AC-2222-494A-A97C-F711D4A88FAE}" type="pres">
      <dgm:prSet presAssocID="{85FEE447-FA48-4958-963D-BD32E0767587}" presName="circ1" presStyleLbl="vennNode1" presStyleIdx="0" presStyleCnt="5"/>
      <dgm:spPr/>
    </dgm:pt>
    <dgm:pt modelId="{D1DEB76E-C59F-4AC1-AFA3-B34AB08D687E}" type="pres">
      <dgm:prSet presAssocID="{85FEE447-FA48-4958-963D-BD32E076758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FED6147-FA14-4F74-8CC6-B013BEA31701}" type="pres">
      <dgm:prSet presAssocID="{954A29D8-457C-4D03-B970-5572AB1EBFFF}" presName="circ2" presStyleLbl="vennNode1" presStyleIdx="1" presStyleCnt="5"/>
      <dgm:spPr/>
    </dgm:pt>
    <dgm:pt modelId="{107D977A-289D-4A49-BFEA-F2B835EFADF4}" type="pres">
      <dgm:prSet presAssocID="{954A29D8-457C-4D03-B970-5572AB1EBFF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E7C7FB8-DB15-4D24-84A8-4FE95F13909C}" type="pres">
      <dgm:prSet presAssocID="{AF80E2A7-F63A-462E-AC95-3A2618AE7022}" presName="circ3" presStyleLbl="vennNode1" presStyleIdx="2" presStyleCnt="5"/>
      <dgm:spPr/>
    </dgm:pt>
    <dgm:pt modelId="{070A812D-56F0-43A7-9E8F-24CF299BCC2A}" type="pres">
      <dgm:prSet presAssocID="{AF80E2A7-F63A-462E-AC95-3A2618AE7022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1AAC264-3345-4CE8-9F0C-B0281C8E1769}" type="pres">
      <dgm:prSet presAssocID="{07BDFD21-7509-4540-A4F9-3C7C19A42F30}" presName="circ4" presStyleLbl="vennNode1" presStyleIdx="3" presStyleCnt="5"/>
      <dgm:spPr/>
    </dgm:pt>
    <dgm:pt modelId="{FA3B29C7-DAAB-43C3-8CBD-B9F8A15A2390}" type="pres">
      <dgm:prSet presAssocID="{07BDFD21-7509-4540-A4F9-3C7C19A42F30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8BA81F9-72ED-41F5-A44D-D6F0A4CB5B79}" type="pres">
      <dgm:prSet presAssocID="{C3B021AB-7771-4A63-A6BD-8E78F99A3D3C}" presName="circ5" presStyleLbl="vennNode1" presStyleIdx="4" presStyleCnt="5"/>
      <dgm:spPr/>
    </dgm:pt>
    <dgm:pt modelId="{77A5ACE7-2527-4569-9C92-3A30115E88F0}" type="pres">
      <dgm:prSet presAssocID="{C3B021AB-7771-4A63-A6BD-8E78F99A3D3C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EA5DD07-3A2A-4EB0-8031-BF9F3897EF4D}" type="presOf" srcId="{85FEE447-FA48-4958-963D-BD32E0767587}" destId="{D1DEB76E-C59F-4AC1-AFA3-B34AB08D687E}" srcOrd="0" destOrd="0" presId="urn:microsoft.com/office/officeart/2005/8/layout/venn1"/>
    <dgm:cxn modelId="{C26BD31B-D9A8-4198-9BD8-DDE9585D6E52}" srcId="{A284A0E8-2094-46E3-BCE7-1D4C508E75CA}" destId="{AF80E2A7-F63A-462E-AC95-3A2618AE7022}" srcOrd="2" destOrd="0" parTransId="{54E4704E-B977-41EC-89AB-9D191DF6D1C3}" sibTransId="{ECC737F0-FCEF-4B3B-A16C-FBBCEC3A69A2}"/>
    <dgm:cxn modelId="{D329A52A-20FF-4DDE-A878-4DAEA504703C}" srcId="{A284A0E8-2094-46E3-BCE7-1D4C508E75CA}" destId="{85FEE447-FA48-4958-963D-BD32E0767587}" srcOrd="0" destOrd="0" parTransId="{7FCED354-11D3-480E-9ECD-80F3D99DD664}" sibTransId="{1A6C8C2C-D19C-4654-B6BC-2BC51D965A09}"/>
    <dgm:cxn modelId="{94A96F33-EDA4-4B6E-AC97-E71A39B1EAF8}" srcId="{A284A0E8-2094-46E3-BCE7-1D4C508E75CA}" destId="{07BDFD21-7509-4540-A4F9-3C7C19A42F30}" srcOrd="3" destOrd="0" parTransId="{5D8421B8-397E-4E4D-A1C8-38B6848EBD3A}" sibTransId="{BCD9AB10-2D7F-4CA8-B8B2-F6CCC2AB0088}"/>
    <dgm:cxn modelId="{553BE646-7E7F-43F0-B2C3-2515A4FCEFFE}" srcId="{A284A0E8-2094-46E3-BCE7-1D4C508E75CA}" destId="{C3B021AB-7771-4A63-A6BD-8E78F99A3D3C}" srcOrd="4" destOrd="0" parTransId="{56E240CE-80C4-4B78-B18F-78759AC22CAD}" sibTransId="{C03B490F-173F-4309-AF68-3E3E7DFB2BA2}"/>
    <dgm:cxn modelId="{E3855B68-E061-4427-B0F6-07C4D61533FA}" type="presOf" srcId="{AF80E2A7-F63A-462E-AC95-3A2618AE7022}" destId="{070A812D-56F0-43A7-9E8F-24CF299BCC2A}" srcOrd="0" destOrd="0" presId="urn:microsoft.com/office/officeart/2005/8/layout/venn1"/>
    <dgm:cxn modelId="{5D6E1F4E-75C2-4D63-81F6-3320F4417F62}" type="presOf" srcId="{C3B021AB-7771-4A63-A6BD-8E78F99A3D3C}" destId="{77A5ACE7-2527-4569-9C92-3A30115E88F0}" srcOrd="0" destOrd="0" presId="urn:microsoft.com/office/officeart/2005/8/layout/venn1"/>
    <dgm:cxn modelId="{126DCB71-5DCA-4A31-AB78-6B4E1482C999}" type="presOf" srcId="{A284A0E8-2094-46E3-BCE7-1D4C508E75CA}" destId="{45DE539B-24B2-4622-B04C-3731210C7383}" srcOrd="0" destOrd="0" presId="urn:microsoft.com/office/officeart/2005/8/layout/venn1"/>
    <dgm:cxn modelId="{90954780-2DD7-4225-B111-524AB2E29B2E}" srcId="{A284A0E8-2094-46E3-BCE7-1D4C508E75CA}" destId="{954A29D8-457C-4D03-B970-5572AB1EBFFF}" srcOrd="1" destOrd="0" parTransId="{09813E91-6D7F-4353-86DD-44F81DA15111}" sibTransId="{C2FF9CAA-DA41-4F07-A897-5FDB65ACDFEA}"/>
    <dgm:cxn modelId="{33289D86-E362-466F-85D8-4DB5CB821C85}" type="presOf" srcId="{07BDFD21-7509-4540-A4F9-3C7C19A42F30}" destId="{FA3B29C7-DAAB-43C3-8CBD-B9F8A15A2390}" srcOrd="0" destOrd="0" presId="urn:microsoft.com/office/officeart/2005/8/layout/venn1"/>
    <dgm:cxn modelId="{AC1596E9-92C3-49E0-9AEF-9BACAC0031E5}" type="presOf" srcId="{954A29D8-457C-4D03-B970-5572AB1EBFFF}" destId="{107D977A-289D-4A49-BFEA-F2B835EFADF4}" srcOrd="0" destOrd="0" presId="urn:microsoft.com/office/officeart/2005/8/layout/venn1"/>
    <dgm:cxn modelId="{CE167277-BDA4-4167-9FF9-A84FA982F58B}" type="presParOf" srcId="{45DE539B-24B2-4622-B04C-3731210C7383}" destId="{4C7701AC-2222-494A-A97C-F711D4A88FAE}" srcOrd="0" destOrd="0" presId="urn:microsoft.com/office/officeart/2005/8/layout/venn1"/>
    <dgm:cxn modelId="{C6F12B43-ABCA-4DA0-8E8D-608D5E29D643}" type="presParOf" srcId="{45DE539B-24B2-4622-B04C-3731210C7383}" destId="{D1DEB76E-C59F-4AC1-AFA3-B34AB08D687E}" srcOrd="1" destOrd="0" presId="urn:microsoft.com/office/officeart/2005/8/layout/venn1"/>
    <dgm:cxn modelId="{FC888AB8-17C7-482D-8F83-40786850AEBD}" type="presParOf" srcId="{45DE539B-24B2-4622-B04C-3731210C7383}" destId="{8FED6147-FA14-4F74-8CC6-B013BEA31701}" srcOrd="2" destOrd="0" presId="urn:microsoft.com/office/officeart/2005/8/layout/venn1"/>
    <dgm:cxn modelId="{DBA90E8C-B894-4E25-AB20-9EA86828BD51}" type="presParOf" srcId="{45DE539B-24B2-4622-B04C-3731210C7383}" destId="{107D977A-289D-4A49-BFEA-F2B835EFADF4}" srcOrd="3" destOrd="0" presId="urn:microsoft.com/office/officeart/2005/8/layout/venn1"/>
    <dgm:cxn modelId="{3C906BD7-4BB3-4FDC-8836-12E8E5DEF29A}" type="presParOf" srcId="{45DE539B-24B2-4622-B04C-3731210C7383}" destId="{2E7C7FB8-DB15-4D24-84A8-4FE95F13909C}" srcOrd="4" destOrd="0" presId="urn:microsoft.com/office/officeart/2005/8/layout/venn1"/>
    <dgm:cxn modelId="{1C0207A4-E847-44AF-9DC3-B82C918995E6}" type="presParOf" srcId="{45DE539B-24B2-4622-B04C-3731210C7383}" destId="{070A812D-56F0-43A7-9E8F-24CF299BCC2A}" srcOrd="5" destOrd="0" presId="urn:microsoft.com/office/officeart/2005/8/layout/venn1"/>
    <dgm:cxn modelId="{65603F47-858F-4B2E-8FB0-17A60B054330}" type="presParOf" srcId="{45DE539B-24B2-4622-B04C-3731210C7383}" destId="{71AAC264-3345-4CE8-9F0C-B0281C8E1769}" srcOrd="6" destOrd="0" presId="urn:microsoft.com/office/officeart/2005/8/layout/venn1"/>
    <dgm:cxn modelId="{793DB13B-14B7-4ADC-8888-DDD105CC64EA}" type="presParOf" srcId="{45DE539B-24B2-4622-B04C-3731210C7383}" destId="{FA3B29C7-DAAB-43C3-8CBD-B9F8A15A2390}" srcOrd="7" destOrd="0" presId="urn:microsoft.com/office/officeart/2005/8/layout/venn1"/>
    <dgm:cxn modelId="{EA4A0CA0-A5CD-4EEA-AFAC-C639F2E184BF}" type="presParOf" srcId="{45DE539B-24B2-4622-B04C-3731210C7383}" destId="{98BA81F9-72ED-41F5-A44D-D6F0A4CB5B79}" srcOrd="8" destOrd="0" presId="urn:microsoft.com/office/officeart/2005/8/layout/venn1"/>
    <dgm:cxn modelId="{97ABFC3B-A7A3-4314-8F7E-D6C0E4D090D2}" type="presParOf" srcId="{45DE539B-24B2-4622-B04C-3731210C7383}" destId="{77A5ACE7-2527-4569-9C92-3A30115E88F0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6C309E43-C76D-48E4-A5F5-BED1986B8A9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71D86B2-1180-459F-A4E6-B5C4EF4C40D8}">
      <dgm:prSet/>
      <dgm:spPr/>
      <dgm:t>
        <a:bodyPr/>
        <a:lstStyle/>
        <a:p>
          <a:r>
            <a:rPr lang="uk-UA" b="0" i="0" dirty="0"/>
            <a:t>билини.</a:t>
          </a:r>
          <a:endParaRPr lang="uk-UA" dirty="0"/>
        </a:p>
      </dgm:t>
    </dgm:pt>
    <dgm:pt modelId="{92CC6895-19C6-487A-A6D8-FD8446D47A98}" type="parTrans" cxnId="{C890864D-EA7E-4DC7-85B1-318BE3FAA5A3}">
      <dgm:prSet/>
      <dgm:spPr/>
      <dgm:t>
        <a:bodyPr/>
        <a:lstStyle/>
        <a:p>
          <a:endParaRPr lang="uk-UA"/>
        </a:p>
      </dgm:t>
    </dgm:pt>
    <dgm:pt modelId="{0BEDBD94-D2EF-4365-848E-1553FBAF8133}" type="sibTrans" cxnId="{C890864D-EA7E-4DC7-85B1-318BE3FAA5A3}">
      <dgm:prSet/>
      <dgm:spPr/>
      <dgm:t>
        <a:bodyPr/>
        <a:lstStyle/>
        <a:p>
          <a:endParaRPr lang="uk-UA"/>
        </a:p>
      </dgm:t>
    </dgm:pt>
    <dgm:pt modelId="{D81731A0-53D9-44B3-9ACB-7BBFA2BF8014}">
      <dgm:prSet/>
      <dgm:spPr/>
      <dgm:t>
        <a:bodyPr/>
        <a:lstStyle/>
        <a:p>
          <a:r>
            <a:rPr lang="uk-UA" b="0" i="0"/>
            <a:t>балади.</a:t>
          </a:r>
          <a:endParaRPr lang="uk-UA"/>
        </a:p>
      </dgm:t>
    </dgm:pt>
    <dgm:pt modelId="{359CA3F5-CED0-4D30-9129-67DBF554F0B6}" type="parTrans" cxnId="{6734C2FB-23A5-4853-8792-A1281CAB6BCF}">
      <dgm:prSet/>
      <dgm:spPr/>
      <dgm:t>
        <a:bodyPr/>
        <a:lstStyle/>
        <a:p>
          <a:endParaRPr lang="uk-UA"/>
        </a:p>
      </dgm:t>
    </dgm:pt>
    <dgm:pt modelId="{5EA937CB-AC3D-4F07-9F0F-518D102E72C8}" type="sibTrans" cxnId="{6734C2FB-23A5-4853-8792-A1281CAB6BCF}">
      <dgm:prSet/>
      <dgm:spPr/>
      <dgm:t>
        <a:bodyPr/>
        <a:lstStyle/>
        <a:p>
          <a:endParaRPr lang="uk-UA"/>
        </a:p>
      </dgm:t>
    </dgm:pt>
    <dgm:pt modelId="{40B5E436-6849-491D-80A6-42512E205F56}">
      <dgm:prSet/>
      <dgm:spPr/>
      <dgm:t>
        <a:bodyPr/>
        <a:lstStyle/>
        <a:p>
          <a:r>
            <a:rPr lang="uk-UA" b="0" i="0" dirty="0"/>
            <a:t>поеми.</a:t>
          </a:r>
          <a:endParaRPr lang="uk-UA" dirty="0"/>
        </a:p>
      </dgm:t>
    </dgm:pt>
    <dgm:pt modelId="{27C948B9-00A3-4D50-A7E2-B1A99D2939D7}" type="parTrans" cxnId="{BB253BB0-9C33-43CE-82CB-02495B9D728B}">
      <dgm:prSet/>
      <dgm:spPr/>
      <dgm:t>
        <a:bodyPr/>
        <a:lstStyle/>
        <a:p>
          <a:endParaRPr lang="uk-UA"/>
        </a:p>
      </dgm:t>
    </dgm:pt>
    <dgm:pt modelId="{82168F43-A9DC-4142-8ED3-D25DB44E3B26}" type="sibTrans" cxnId="{BB253BB0-9C33-43CE-82CB-02495B9D728B}">
      <dgm:prSet/>
      <dgm:spPr/>
      <dgm:t>
        <a:bodyPr/>
        <a:lstStyle/>
        <a:p>
          <a:endParaRPr lang="uk-UA"/>
        </a:p>
      </dgm:t>
    </dgm:pt>
    <dgm:pt modelId="{C31CFC22-027E-4AB2-A876-617CB055901A}">
      <dgm:prSet/>
      <dgm:spPr/>
      <dgm:t>
        <a:bodyPr/>
        <a:lstStyle/>
        <a:p>
          <a:r>
            <a:rPr lang="uk-UA" b="0" i="0" dirty="0"/>
            <a:t>думи.</a:t>
          </a:r>
          <a:endParaRPr lang="uk-UA" dirty="0"/>
        </a:p>
      </dgm:t>
    </dgm:pt>
    <dgm:pt modelId="{C4975312-59F3-44FA-9728-0DC3103A1F0E}" type="parTrans" cxnId="{71CC08A2-359C-4363-A42C-BB8268E2E69A}">
      <dgm:prSet/>
      <dgm:spPr/>
      <dgm:t>
        <a:bodyPr/>
        <a:lstStyle/>
        <a:p>
          <a:endParaRPr lang="uk-UA"/>
        </a:p>
      </dgm:t>
    </dgm:pt>
    <dgm:pt modelId="{7018B9EC-40B6-4172-891C-FDA0BB2CC2CB}" type="sibTrans" cxnId="{71CC08A2-359C-4363-A42C-BB8268E2E69A}">
      <dgm:prSet/>
      <dgm:spPr/>
      <dgm:t>
        <a:bodyPr/>
        <a:lstStyle/>
        <a:p>
          <a:endParaRPr lang="uk-UA"/>
        </a:p>
      </dgm:t>
    </dgm:pt>
    <dgm:pt modelId="{CC60A1C5-7D22-4C2A-ABCC-CC2DC895D563}" type="pres">
      <dgm:prSet presAssocID="{6C309E43-C76D-48E4-A5F5-BED1986B8A93}" presName="matrix" presStyleCnt="0">
        <dgm:presLayoutVars>
          <dgm:chMax val="1"/>
          <dgm:dir/>
          <dgm:resizeHandles val="exact"/>
        </dgm:presLayoutVars>
      </dgm:prSet>
      <dgm:spPr/>
    </dgm:pt>
    <dgm:pt modelId="{B935F1FB-C98D-40B9-9B89-501920908D04}" type="pres">
      <dgm:prSet presAssocID="{6C309E43-C76D-48E4-A5F5-BED1986B8A93}" presName="diamond" presStyleLbl="bgShp" presStyleIdx="0" presStyleCnt="1"/>
      <dgm:spPr/>
    </dgm:pt>
    <dgm:pt modelId="{B28E40C4-B89B-4F52-B8AC-5502D91947F3}" type="pres">
      <dgm:prSet presAssocID="{6C309E43-C76D-48E4-A5F5-BED1986B8A9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8A6D82-5F4C-4BA3-8E37-0664516A04E0}" type="pres">
      <dgm:prSet presAssocID="{6C309E43-C76D-48E4-A5F5-BED1986B8A9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B854503-9D6E-419F-8975-18573DD6D40E}" type="pres">
      <dgm:prSet presAssocID="{6C309E43-C76D-48E4-A5F5-BED1986B8A9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F640E54-9036-4493-BD13-06799DFF3276}" type="pres">
      <dgm:prSet presAssocID="{6C309E43-C76D-48E4-A5F5-BED1986B8A9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005E05E-5246-42C7-B4C9-E141D6F42417}" type="presOf" srcId="{6C309E43-C76D-48E4-A5F5-BED1986B8A93}" destId="{CC60A1C5-7D22-4C2A-ABCC-CC2DC895D563}" srcOrd="0" destOrd="0" presId="urn:microsoft.com/office/officeart/2005/8/layout/matrix3"/>
    <dgm:cxn modelId="{C890864D-EA7E-4DC7-85B1-318BE3FAA5A3}" srcId="{6C309E43-C76D-48E4-A5F5-BED1986B8A93}" destId="{571D86B2-1180-459F-A4E6-B5C4EF4C40D8}" srcOrd="0" destOrd="0" parTransId="{92CC6895-19C6-487A-A6D8-FD8446D47A98}" sibTransId="{0BEDBD94-D2EF-4365-848E-1553FBAF8133}"/>
    <dgm:cxn modelId="{FB6BD589-45E5-4E6C-8EAA-19D3F314C1B8}" type="presOf" srcId="{C31CFC22-027E-4AB2-A876-617CB055901A}" destId="{2F640E54-9036-4493-BD13-06799DFF3276}" srcOrd="0" destOrd="0" presId="urn:microsoft.com/office/officeart/2005/8/layout/matrix3"/>
    <dgm:cxn modelId="{71CC08A2-359C-4363-A42C-BB8268E2E69A}" srcId="{6C309E43-C76D-48E4-A5F5-BED1986B8A93}" destId="{C31CFC22-027E-4AB2-A876-617CB055901A}" srcOrd="3" destOrd="0" parTransId="{C4975312-59F3-44FA-9728-0DC3103A1F0E}" sibTransId="{7018B9EC-40B6-4172-891C-FDA0BB2CC2CB}"/>
    <dgm:cxn modelId="{BB253BB0-9C33-43CE-82CB-02495B9D728B}" srcId="{6C309E43-C76D-48E4-A5F5-BED1986B8A93}" destId="{40B5E436-6849-491D-80A6-42512E205F56}" srcOrd="2" destOrd="0" parTransId="{27C948B9-00A3-4D50-A7E2-B1A99D2939D7}" sibTransId="{82168F43-A9DC-4142-8ED3-D25DB44E3B26}"/>
    <dgm:cxn modelId="{975497CE-81F3-46A8-99B5-DFA15B2AF824}" type="presOf" srcId="{571D86B2-1180-459F-A4E6-B5C4EF4C40D8}" destId="{B28E40C4-B89B-4F52-B8AC-5502D91947F3}" srcOrd="0" destOrd="0" presId="urn:microsoft.com/office/officeart/2005/8/layout/matrix3"/>
    <dgm:cxn modelId="{E05089D7-4320-48A1-A61A-D6022EF101A6}" type="presOf" srcId="{40B5E436-6849-491D-80A6-42512E205F56}" destId="{AB854503-9D6E-419F-8975-18573DD6D40E}" srcOrd="0" destOrd="0" presId="urn:microsoft.com/office/officeart/2005/8/layout/matrix3"/>
    <dgm:cxn modelId="{99A9F8F7-757B-4402-881A-9908B3D295BE}" type="presOf" srcId="{D81731A0-53D9-44B3-9ACB-7BBFA2BF8014}" destId="{D48A6D82-5F4C-4BA3-8E37-0664516A04E0}" srcOrd="0" destOrd="0" presId="urn:microsoft.com/office/officeart/2005/8/layout/matrix3"/>
    <dgm:cxn modelId="{6734C2FB-23A5-4853-8792-A1281CAB6BCF}" srcId="{6C309E43-C76D-48E4-A5F5-BED1986B8A93}" destId="{D81731A0-53D9-44B3-9ACB-7BBFA2BF8014}" srcOrd="1" destOrd="0" parTransId="{359CA3F5-CED0-4D30-9129-67DBF554F0B6}" sibTransId="{5EA937CB-AC3D-4F07-9F0F-518D102E72C8}"/>
    <dgm:cxn modelId="{C34368A4-F42C-4BC2-95D4-F2D77A634DE9}" type="presParOf" srcId="{CC60A1C5-7D22-4C2A-ABCC-CC2DC895D563}" destId="{B935F1FB-C98D-40B9-9B89-501920908D04}" srcOrd="0" destOrd="0" presId="urn:microsoft.com/office/officeart/2005/8/layout/matrix3"/>
    <dgm:cxn modelId="{3B471F37-634B-4651-876F-7F40BFD82E93}" type="presParOf" srcId="{CC60A1C5-7D22-4C2A-ABCC-CC2DC895D563}" destId="{B28E40C4-B89B-4F52-B8AC-5502D91947F3}" srcOrd="1" destOrd="0" presId="urn:microsoft.com/office/officeart/2005/8/layout/matrix3"/>
    <dgm:cxn modelId="{8D9D7F40-DDDB-4D0B-948B-44DCBB5E042E}" type="presParOf" srcId="{CC60A1C5-7D22-4C2A-ABCC-CC2DC895D563}" destId="{D48A6D82-5F4C-4BA3-8E37-0664516A04E0}" srcOrd="2" destOrd="0" presId="urn:microsoft.com/office/officeart/2005/8/layout/matrix3"/>
    <dgm:cxn modelId="{021C359F-6143-4F18-BA71-837E8D79510E}" type="presParOf" srcId="{CC60A1C5-7D22-4C2A-ABCC-CC2DC895D563}" destId="{AB854503-9D6E-419F-8975-18573DD6D40E}" srcOrd="3" destOrd="0" presId="urn:microsoft.com/office/officeart/2005/8/layout/matrix3"/>
    <dgm:cxn modelId="{CAEE80D2-F642-4033-A703-BF8BCB3460A8}" type="presParOf" srcId="{CC60A1C5-7D22-4C2A-ABCC-CC2DC895D563}" destId="{2F640E54-9036-4493-BD13-06799DFF327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6EF38556-5282-4798-8892-88F202993F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6C43B8-02B3-47D1-911E-5B1CB7347C5B}">
      <dgm:prSet/>
      <dgm:spPr/>
      <dgm:t>
        <a:bodyPr/>
        <a:lstStyle/>
        <a:p>
          <a:r>
            <a:rPr lang="uk-UA" b="0" i="0"/>
            <a:t>ухвалення принципу престолонаслідування: «кожен хай держить отчину свою»</a:t>
          </a:r>
          <a:endParaRPr lang="uk-UA"/>
        </a:p>
      </dgm:t>
    </dgm:pt>
    <dgm:pt modelId="{EF5FECC0-62E2-4CAE-B887-E45BF1BAF45C}" type="parTrans" cxnId="{2C0464DE-75C7-4680-BA2F-CBA218FAAA98}">
      <dgm:prSet/>
      <dgm:spPr/>
      <dgm:t>
        <a:bodyPr/>
        <a:lstStyle/>
        <a:p>
          <a:endParaRPr lang="uk-UA"/>
        </a:p>
      </dgm:t>
    </dgm:pt>
    <dgm:pt modelId="{F4082BDD-A5C6-43E2-AFE9-650F42B7929B}" type="sibTrans" cxnId="{2C0464DE-75C7-4680-BA2F-CBA218FAAA98}">
      <dgm:prSet/>
      <dgm:spPr/>
      <dgm:t>
        <a:bodyPr/>
        <a:lstStyle/>
        <a:p>
          <a:endParaRPr lang="uk-UA"/>
        </a:p>
      </dgm:t>
    </dgm:pt>
    <dgm:pt modelId="{BCB413C4-B7C3-4FF6-B62B-8D35D10981AC}">
      <dgm:prSet/>
      <dgm:spPr/>
      <dgm:t>
        <a:bodyPr/>
        <a:lstStyle/>
        <a:p>
          <a:r>
            <a:rPr lang="uk-UA" b="0" i="0" dirty="0"/>
            <a:t>утвердження в Києві князівської династії Рюриковичів</a:t>
          </a:r>
          <a:endParaRPr lang="uk-UA" dirty="0"/>
        </a:p>
      </dgm:t>
    </dgm:pt>
    <dgm:pt modelId="{86C36249-8BB7-499D-9B15-01D0394C93EA}" type="parTrans" cxnId="{3F32CD0D-D36E-4517-8E8C-6AC2254DE669}">
      <dgm:prSet/>
      <dgm:spPr/>
      <dgm:t>
        <a:bodyPr/>
        <a:lstStyle/>
        <a:p>
          <a:endParaRPr lang="uk-UA"/>
        </a:p>
      </dgm:t>
    </dgm:pt>
    <dgm:pt modelId="{0155C5D9-D99A-4FDE-8517-CB47FD686F9C}" type="sibTrans" cxnId="{3F32CD0D-D36E-4517-8E8C-6AC2254DE669}">
      <dgm:prSet/>
      <dgm:spPr/>
      <dgm:t>
        <a:bodyPr/>
        <a:lstStyle/>
        <a:p>
          <a:endParaRPr lang="uk-UA"/>
        </a:p>
      </dgm:t>
    </dgm:pt>
    <dgm:pt modelId="{0D26176C-BC8E-4EB3-8213-CFD381A924A3}">
      <dgm:prSet/>
      <dgm:spPr/>
      <dgm:t>
        <a:bodyPr/>
        <a:lstStyle/>
        <a:p>
          <a:r>
            <a:rPr lang="uk-UA" b="0" i="0"/>
            <a:t>створення першого писаного збірника норм руського права</a:t>
          </a:r>
          <a:endParaRPr lang="uk-UA"/>
        </a:p>
      </dgm:t>
    </dgm:pt>
    <dgm:pt modelId="{B22F3F9E-2651-4476-881E-4D5165A3F9AA}" type="parTrans" cxnId="{22273A99-9292-4001-8847-DBFAE5553F4C}">
      <dgm:prSet/>
      <dgm:spPr/>
      <dgm:t>
        <a:bodyPr/>
        <a:lstStyle/>
        <a:p>
          <a:endParaRPr lang="uk-UA"/>
        </a:p>
      </dgm:t>
    </dgm:pt>
    <dgm:pt modelId="{56784B82-208C-4973-936A-2EBD93C67F8B}" type="sibTrans" cxnId="{22273A99-9292-4001-8847-DBFAE5553F4C}">
      <dgm:prSet/>
      <dgm:spPr/>
      <dgm:t>
        <a:bodyPr/>
        <a:lstStyle/>
        <a:p>
          <a:endParaRPr lang="uk-UA"/>
        </a:p>
      </dgm:t>
    </dgm:pt>
    <dgm:pt modelId="{6D7A42DE-0081-414C-A3C8-E3CEC8A74216}">
      <dgm:prSet/>
      <dgm:spPr/>
      <dgm:t>
        <a:bodyPr/>
        <a:lstStyle/>
        <a:p>
          <a:r>
            <a:rPr lang="uk-UA" b="0" i="0" dirty="0"/>
            <a:t>запровадження християнства як державної </a:t>
          </a:r>
          <a:r>
            <a:rPr lang="uk-UA" b="0" i="0" dirty="0" err="1"/>
            <a:t>релігі</a:t>
          </a:r>
          <a:endParaRPr lang="uk-UA" dirty="0"/>
        </a:p>
      </dgm:t>
    </dgm:pt>
    <dgm:pt modelId="{6B29B73B-78E8-40E9-B483-700E31AB32BA}" type="parTrans" cxnId="{D1551CD7-4E85-41FA-9CAB-A8BD2B2FB13F}">
      <dgm:prSet/>
      <dgm:spPr/>
      <dgm:t>
        <a:bodyPr/>
        <a:lstStyle/>
        <a:p>
          <a:endParaRPr lang="uk-UA"/>
        </a:p>
      </dgm:t>
    </dgm:pt>
    <dgm:pt modelId="{D0BFC714-F2FB-461E-B073-CD49706AB7D3}" type="sibTrans" cxnId="{D1551CD7-4E85-41FA-9CAB-A8BD2B2FB13F}">
      <dgm:prSet/>
      <dgm:spPr/>
      <dgm:t>
        <a:bodyPr/>
        <a:lstStyle/>
        <a:p>
          <a:endParaRPr lang="uk-UA"/>
        </a:p>
      </dgm:t>
    </dgm:pt>
    <dgm:pt modelId="{95ED6680-06C3-44B5-8E42-E80664E15940}" type="pres">
      <dgm:prSet presAssocID="{6EF38556-5282-4798-8892-88F202993F70}" presName="linear" presStyleCnt="0">
        <dgm:presLayoutVars>
          <dgm:animLvl val="lvl"/>
          <dgm:resizeHandles val="exact"/>
        </dgm:presLayoutVars>
      </dgm:prSet>
      <dgm:spPr/>
    </dgm:pt>
    <dgm:pt modelId="{DCC69FAF-B0B2-43B8-99CE-A26519CC90E1}" type="pres">
      <dgm:prSet presAssocID="{1C6C43B8-02B3-47D1-911E-5B1CB7347C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3345B2-DD6A-43DB-B651-803D6F3A34D2}" type="pres">
      <dgm:prSet presAssocID="{F4082BDD-A5C6-43E2-AFE9-650F42B7929B}" presName="spacer" presStyleCnt="0"/>
      <dgm:spPr/>
    </dgm:pt>
    <dgm:pt modelId="{53A26AD0-1752-492F-8D47-103B767BF584}" type="pres">
      <dgm:prSet presAssocID="{BCB413C4-B7C3-4FF6-B62B-8D35D10981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A567F39-BE2F-4B20-8799-D600E425599B}" type="pres">
      <dgm:prSet presAssocID="{0155C5D9-D99A-4FDE-8517-CB47FD686F9C}" presName="spacer" presStyleCnt="0"/>
      <dgm:spPr/>
    </dgm:pt>
    <dgm:pt modelId="{B5486459-E83D-4903-8E3B-30FD515C5A60}" type="pres">
      <dgm:prSet presAssocID="{0D26176C-BC8E-4EB3-8213-CFD381A924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8216E3-436E-4FA6-A05E-FDFBE468F8F5}" type="pres">
      <dgm:prSet presAssocID="{56784B82-208C-4973-936A-2EBD93C67F8B}" presName="spacer" presStyleCnt="0"/>
      <dgm:spPr/>
    </dgm:pt>
    <dgm:pt modelId="{06D72E5F-674E-4651-A04B-81DBD62F567A}" type="pres">
      <dgm:prSet presAssocID="{6D7A42DE-0081-414C-A3C8-E3CEC8A742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C0FC02-9644-4D7E-A30C-D43943415BCB}" type="presOf" srcId="{0D26176C-BC8E-4EB3-8213-CFD381A924A3}" destId="{B5486459-E83D-4903-8E3B-30FD515C5A60}" srcOrd="0" destOrd="0" presId="urn:microsoft.com/office/officeart/2005/8/layout/vList2"/>
    <dgm:cxn modelId="{3F32CD0D-D36E-4517-8E8C-6AC2254DE669}" srcId="{6EF38556-5282-4798-8892-88F202993F70}" destId="{BCB413C4-B7C3-4FF6-B62B-8D35D10981AC}" srcOrd="1" destOrd="0" parTransId="{86C36249-8BB7-499D-9B15-01D0394C93EA}" sibTransId="{0155C5D9-D99A-4FDE-8517-CB47FD686F9C}"/>
    <dgm:cxn modelId="{2466C40F-2785-4F9E-B189-DA888A54A274}" type="presOf" srcId="{BCB413C4-B7C3-4FF6-B62B-8D35D10981AC}" destId="{53A26AD0-1752-492F-8D47-103B767BF584}" srcOrd="0" destOrd="0" presId="urn:microsoft.com/office/officeart/2005/8/layout/vList2"/>
    <dgm:cxn modelId="{081D9138-C99F-49BB-B448-284C8F97FA2A}" type="presOf" srcId="{6EF38556-5282-4798-8892-88F202993F70}" destId="{95ED6680-06C3-44B5-8E42-E80664E15940}" srcOrd="0" destOrd="0" presId="urn:microsoft.com/office/officeart/2005/8/layout/vList2"/>
    <dgm:cxn modelId="{A537E155-7F75-477F-8C29-C6C52B23FEA5}" type="presOf" srcId="{6D7A42DE-0081-414C-A3C8-E3CEC8A74216}" destId="{06D72E5F-674E-4651-A04B-81DBD62F567A}" srcOrd="0" destOrd="0" presId="urn:microsoft.com/office/officeart/2005/8/layout/vList2"/>
    <dgm:cxn modelId="{22273A99-9292-4001-8847-DBFAE5553F4C}" srcId="{6EF38556-5282-4798-8892-88F202993F70}" destId="{0D26176C-BC8E-4EB3-8213-CFD381A924A3}" srcOrd="2" destOrd="0" parTransId="{B22F3F9E-2651-4476-881E-4D5165A3F9AA}" sibTransId="{56784B82-208C-4973-936A-2EBD93C67F8B}"/>
    <dgm:cxn modelId="{A82C64B8-A14C-4A4F-81AB-142B62F0BAAB}" type="presOf" srcId="{1C6C43B8-02B3-47D1-911E-5B1CB7347C5B}" destId="{DCC69FAF-B0B2-43B8-99CE-A26519CC90E1}" srcOrd="0" destOrd="0" presId="urn:microsoft.com/office/officeart/2005/8/layout/vList2"/>
    <dgm:cxn modelId="{D1551CD7-4E85-41FA-9CAB-A8BD2B2FB13F}" srcId="{6EF38556-5282-4798-8892-88F202993F70}" destId="{6D7A42DE-0081-414C-A3C8-E3CEC8A74216}" srcOrd="3" destOrd="0" parTransId="{6B29B73B-78E8-40E9-B483-700E31AB32BA}" sibTransId="{D0BFC714-F2FB-461E-B073-CD49706AB7D3}"/>
    <dgm:cxn modelId="{2C0464DE-75C7-4680-BA2F-CBA218FAAA98}" srcId="{6EF38556-5282-4798-8892-88F202993F70}" destId="{1C6C43B8-02B3-47D1-911E-5B1CB7347C5B}" srcOrd="0" destOrd="0" parTransId="{EF5FECC0-62E2-4CAE-B887-E45BF1BAF45C}" sibTransId="{F4082BDD-A5C6-43E2-AFE9-650F42B7929B}"/>
    <dgm:cxn modelId="{30858B68-0A57-4A7D-ADB0-533728976268}" type="presParOf" srcId="{95ED6680-06C3-44B5-8E42-E80664E15940}" destId="{DCC69FAF-B0B2-43B8-99CE-A26519CC90E1}" srcOrd="0" destOrd="0" presId="urn:microsoft.com/office/officeart/2005/8/layout/vList2"/>
    <dgm:cxn modelId="{31F63FE6-4266-4AB9-BED3-855689BA9140}" type="presParOf" srcId="{95ED6680-06C3-44B5-8E42-E80664E15940}" destId="{443345B2-DD6A-43DB-B651-803D6F3A34D2}" srcOrd="1" destOrd="0" presId="urn:microsoft.com/office/officeart/2005/8/layout/vList2"/>
    <dgm:cxn modelId="{3B60BE7C-F7FF-490F-ACA4-769D3330D451}" type="presParOf" srcId="{95ED6680-06C3-44B5-8E42-E80664E15940}" destId="{53A26AD0-1752-492F-8D47-103B767BF584}" srcOrd="2" destOrd="0" presId="urn:microsoft.com/office/officeart/2005/8/layout/vList2"/>
    <dgm:cxn modelId="{D878FE23-29E1-4F1F-BC4F-22BE0A733B7A}" type="presParOf" srcId="{95ED6680-06C3-44B5-8E42-E80664E15940}" destId="{BA567F39-BE2F-4B20-8799-D600E425599B}" srcOrd="3" destOrd="0" presId="urn:microsoft.com/office/officeart/2005/8/layout/vList2"/>
    <dgm:cxn modelId="{BF5EC71C-EA6B-4CA4-B212-6F47C42750E3}" type="presParOf" srcId="{95ED6680-06C3-44B5-8E42-E80664E15940}" destId="{B5486459-E83D-4903-8E3B-30FD515C5A60}" srcOrd="4" destOrd="0" presId="urn:microsoft.com/office/officeart/2005/8/layout/vList2"/>
    <dgm:cxn modelId="{5C41185E-A334-477D-ACE8-434A7FA02BB1}" type="presParOf" srcId="{95ED6680-06C3-44B5-8E42-E80664E15940}" destId="{3F8216E3-436E-4FA6-A05E-FDFBE468F8F5}" srcOrd="5" destOrd="0" presId="urn:microsoft.com/office/officeart/2005/8/layout/vList2"/>
    <dgm:cxn modelId="{AB01D430-C23E-4D06-974A-053EFDCDFB64}" type="presParOf" srcId="{95ED6680-06C3-44B5-8E42-E80664E15940}" destId="{06D72E5F-674E-4651-A04B-81DBD62F567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306C33F1-47F4-470C-8728-D0DF00F6048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67E05A-4F96-4FD3-A274-E9AF4885348A}">
      <dgm:prSet/>
      <dgm:spPr/>
      <dgm:t>
        <a:bodyPr/>
        <a:lstStyle/>
        <a:p>
          <a:r>
            <a:rPr lang="uk-UA" b="0" i="0" dirty="0"/>
            <a:t>ікону Успіння Богородиці маляра О. </a:t>
          </a:r>
          <a:r>
            <a:rPr lang="uk-UA" b="0" i="0" dirty="0" err="1"/>
            <a:t>Горошковича</a:t>
          </a:r>
          <a:r>
            <a:rPr lang="uk-UA" b="0" i="0" dirty="0"/>
            <a:t>.</a:t>
          </a:r>
          <a:endParaRPr lang="uk-UA" dirty="0"/>
        </a:p>
      </dgm:t>
    </dgm:pt>
    <dgm:pt modelId="{05A9B009-AC5E-48BF-B432-877411DD87AB}" type="parTrans" cxnId="{65AA0ECB-7816-4B23-A9D0-0FAF6DCD930B}">
      <dgm:prSet/>
      <dgm:spPr/>
      <dgm:t>
        <a:bodyPr/>
        <a:lstStyle/>
        <a:p>
          <a:endParaRPr lang="uk-UA"/>
        </a:p>
      </dgm:t>
    </dgm:pt>
    <dgm:pt modelId="{DC703140-9D68-4060-BFD2-048936B31E2F}" type="sibTrans" cxnId="{65AA0ECB-7816-4B23-A9D0-0FAF6DCD930B}">
      <dgm:prSet/>
      <dgm:spPr/>
      <dgm:t>
        <a:bodyPr/>
        <a:lstStyle/>
        <a:p>
          <a:endParaRPr lang="uk-UA"/>
        </a:p>
      </dgm:t>
    </dgm:pt>
    <dgm:pt modelId="{405FE046-8F9D-4849-886C-F9B9ED52BE4F}">
      <dgm:prSet/>
      <dgm:spPr/>
      <dgm:t>
        <a:bodyPr/>
        <a:lstStyle/>
        <a:p>
          <a:r>
            <a:rPr lang="uk-UA" b="0" i="0"/>
            <a:t>Дорогобузьку ікону Богородиці.</a:t>
          </a:r>
          <a:endParaRPr lang="uk-UA"/>
        </a:p>
      </dgm:t>
    </dgm:pt>
    <dgm:pt modelId="{4E1E4A1A-D187-4C63-9AA6-CD6C104168E1}" type="parTrans" cxnId="{33B472FF-7471-467D-9EB6-E766CF416218}">
      <dgm:prSet/>
      <dgm:spPr/>
      <dgm:t>
        <a:bodyPr/>
        <a:lstStyle/>
        <a:p>
          <a:endParaRPr lang="uk-UA"/>
        </a:p>
      </dgm:t>
    </dgm:pt>
    <dgm:pt modelId="{E0A7E174-4549-4F28-A23F-6827FC4AEF36}" type="sibTrans" cxnId="{33B472FF-7471-467D-9EB6-E766CF416218}">
      <dgm:prSet/>
      <dgm:spPr/>
      <dgm:t>
        <a:bodyPr/>
        <a:lstStyle/>
        <a:p>
          <a:endParaRPr lang="uk-UA"/>
        </a:p>
      </dgm:t>
    </dgm:pt>
    <dgm:pt modelId="{7BCFBDA2-8224-4382-9887-52E564E01A6D}">
      <dgm:prSet/>
      <dgm:spPr/>
      <dgm:t>
        <a:bodyPr/>
        <a:lstStyle/>
        <a:p>
          <a:r>
            <a:rPr lang="uk-UA" b="0" i="0" dirty="0"/>
            <a:t>Вишгородську ікону Богородиці.</a:t>
          </a:r>
          <a:endParaRPr lang="uk-UA" dirty="0"/>
        </a:p>
      </dgm:t>
    </dgm:pt>
    <dgm:pt modelId="{144A2C84-B3D8-47AE-A428-64FC1922A791}" type="parTrans" cxnId="{843C2C94-FC33-4575-B2A0-BEE12C8F54CD}">
      <dgm:prSet/>
      <dgm:spPr/>
      <dgm:t>
        <a:bodyPr/>
        <a:lstStyle/>
        <a:p>
          <a:endParaRPr lang="uk-UA"/>
        </a:p>
      </dgm:t>
    </dgm:pt>
    <dgm:pt modelId="{23290A55-CA84-4D9A-8186-CCBC7A2507EE}" type="sibTrans" cxnId="{843C2C94-FC33-4575-B2A0-BEE12C8F54CD}">
      <dgm:prSet/>
      <dgm:spPr/>
      <dgm:t>
        <a:bodyPr/>
        <a:lstStyle/>
        <a:p>
          <a:endParaRPr lang="uk-UA"/>
        </a:p>
      </dgm:t>
    </dgm:pt>
    <dgm:pt modelId="{FEB2AF33-9C7F-48D3-A346-64C4C3E17D69}">
      <dgm:prSet/>
      <dgm:spPr/>
      <dgm:t>
        <a:bodyPr/>
        <a:lstStyle/>
        <a:p>
          <a:r>
            <a:rPr lang="uk-UA" b="0" i="0" dirty="0"/>
            <a:t>Холмську ікону Богородиці.</a:t>
          </a:r>
          <a:endParaRPr lang="uk-UA" dirty="0"/>
        </a:p>
      </dgm:t>
    </dgm:pt>
    <dgm:pt modelId="{91290C53-50D9-48A3-981F-3FB9EAEA81B8}" type="parTrans" cxnId="{EB716D2A-293A-4E90-B73C-320B10CF4522}">
      <dgm:prSet/>
      <dgm:spPr/>
      <dgm:t>
        <a:bodyPr/>
        <a:lstStyle/>
        <a:p>
          <a:endParaRPr lang="uk-UA"/>
        </a:p>
      </dgm:t>
    </dgm:pt>
    <dgm:pt modelId="{5071D6BC-26C2-47AD-9A07-A858F6967FBF}" type="sibTrans" cxnId="{EB716D2A-293A-4E90-B73C-320B10CF4522}">
      <dgm:prSet/>
      <dgm:spPr/>
      <dgm:t>
        <a:bodyPr/>
        <a:lstStyle/>
        <a:p>
          <a:endParaRPr lang="uk-UA"/>
        </a:p>
      </dgm:t>
    </dgm:pt>
    <dgm:pt modelId="{2E480ECF-66F1-49D7-8F52-8E055B178594}" type="pres">
      <dgm:prSet presAssocID="{306C33F1-47F4-470C-8728-D0DF00F60485}" presName="linear" presStyleCnt="0">
        <dgm:presLayoutVars>
          <dgm:animLvl val="lvl"/>
          <dgm:resizeHandles val="exact"/>
        </dgm:presLayoutVars>
      </dgm:prSet>
      <dgm:spPr/>
    </dgm:pt>
    <dgm:pt modelId="{5A5AA4AE-4C1A-443E-BE5C-043DEB7E0C9D}" type="pres">
      <dgm:prSet presAssocID="{BA67E05A-4F96-4FD3-A274-E9AF4885348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11892C-67EC-4680-AB7D-51F26C700ABF}" type="pres">
      <dgm:prSet presAssocID="{DC703140-9D68-4060-BFD2-048936B31E2F}" presName="spacer" presStyleCnt="0"/>
      <dgm:spPr/>
    </dgm:pt>
    <dgm:pt modelId="{DD0E0131-AAD5-42CC-88BC-3A439DB3F9F2}" type="pres">
      <dgm:prSet presAssocID="{405FE046-8F9D-4849-886C-F9B9ED52BE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705AA2-B71A-4EF3-99A5-DE1FABC04CE0}" type="pres">
      <dgm:prSet presAssocID="{E0A7E174-4549-4F28-A23F-6827FC4AEF36}" presName="spacer" presStyleCnt="0"/>
      <dgm:spPr/>
    </dgm:pt>
    <dgm:pt modelId="{1A135A47-8656-4B61-926D-2D332BC6979A}" type="pres">
      <dgm:prSet presAssocID="{7BCFBDA2-8224-4382-9887-52E564E01A6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60FC4C-F694-4F44-9FFC-DBC5DD6284A4}" type="pres">
      <dgm:prSet presAssocID="{23290A55-CA84-4D9A-8186-CCBC7A2507EE}" presName="spacer" presStyleCnt="0"/>
      <dgm:spPr/>
    </dgm:pt>
    <dgm:pt modelId="{79450F2F-06E7-44EC-A52F-54B85889F3F0}" type="pres">
      <dgm:prSet presAssocID="{FEB2AF33-9C7F-48D3-A346-64C4C3E17D6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31C912-FD91-4454-AE61-A87B1B01A7B1}" type="presOf" srcId="{306C33F1-47F4-470C-8728-D0DF00F60485}" destId="{2E480ECF-66F1-49D7-8F52-8E055B178594}" srcOrd="0" destOrd="0" presId="urn:microsoft.com/office/officeart/2005/8/layout/vList2"/>
    <dgm:cxn modelId="{EB716D2A-293A-4E90-B73C-320B10CF4522}" srcId="{306C33F1-47F4-470C-8728-D0DF00F60485}" destId="{FEB2AF33-9C7F-48D3-A346-64C4C3E17D69}" srcOrd="3" destOrd="0" parTransId="{91290C53-50D9-48A3-981F-3FB9EAEA81B8}" sibTransId="{5071D6BC-26C2-47AD-9A07-A858F6967FBF}"/>
    <dgm:cxn modelId="{843C2C94-FC33-4575-B2A0-BEE12C8F54CD}" srcId="{306C33F1-47F4-470C-8728-D0DF00F60485}" destId="{7BCFBDA2-8224-4382-9887-52E564E01A6D}" srcOrd="2" destOrd="0" parTransId="{144A2C84-B3D8-47AE-A428-64FC1922A791}" sibTransId="{23290A55-CA84-4D9A-8186-CCBC7A2507EE}"/>
    <dgm:cxn modelId="{30367998-6566-41AA-AA07-31A45429DB25}" type="presOf" srcId="{FEB2AF33-9C7F-48D3-A346-64C4C3E17D69}" destId="{79450F2F-06E7-44EC-A52F-54B85889F3F0}" srcOrd="0" destOrd="0" presId="urn:microsoft.com/office/officeart/2005/8/layout/vList2"/>
    <dgm:cxn modelId="{B89AD49D-8456-4F63-B6C3-8EBD6705F09D}" type="presOf" srcId="{7BCFBDA2-8224-4382-9887-52E564E01A6D}" destId="{1A135A47-8656-4B61-926D-2D332BC6979A}" srcOrd="0" destOrd="0" presId="urn:microsoft.com/office/officeart/2005/8/layout/vList2"/>
    <dgm:cxn modelId="{4EE43FA1-4DD3-436B-B577-9094848D08B6}" type="presOf" srcId="{405FE046-8F9D-4849-886C-F9B9ED52BE4F}" destId="{DD0E0131-AAD5-42CC-88BC-3A439DB3F9F2}" srcOrd="0" destOrd="0" presId="urn:microsoft.com/office/officeart/2005/8/layout/vList2"/>
    <dgm:cxn modelId="{3B1469A9-93DC-4A4B-8833-69A036AC9C65}" type="presOf" srcId="{BA67E05A-4F96-4FD3-A274-E9AF4885348A}" destId="{5A5AA4AE-4C1A-443E-BE5C-043DEB7E0C9D}" srcOrd="0" destOrd="0" presId="urn:microsoft.com/office/officeart/2005/8/layout/vList2"/>
    <dgm:cxn modelId="{65AA0ECB-7816-4B23-A9D0-0FAF6DCD930B}" srcId="{306C33F1-47F4-470C-8728-D0DF00F60485}" destId="{BA67E05A-4F96-4FD3-A274-E9AF4885348A}" srcOrd="0" destOrd="0" parTransId="{05A9B009-AC5E-48BF-B432-877411DD87AB}" sibTransId="{DC703140-9D68-4060-BFD2-048936B31E2F}"/>
    <dgm:cxn modelId="{33B472FF-7471-467D-9EB6-E766CF416218}" srcId="{306C33F1-47F4-470C-8728-D0DF00F60485}" destId="{405FE046-8F9D-4849-886C-F9B9ED52BE4F}" srcOrd="1" destOrd="0" parTransId="{4E1E4A1A-D187-4C63-9AA6-CD6C104168E1}" sibTransId="{E0A7E174-4549-4F28-A23F-6827FC4AEF36}"/>
    <dgm:cxn modelId="{7234E257-D3E8-4541-B90B-54DDEA9C3120}" type="presParOf" srcId="{2E480ECF-66F1-49D7-8F52-8E055B178594}" destId="{5A5AA4AE-4C1A-443E-BE5C-043DEB7E0C9D}" srcOrd="0" destOrd="0" presId="urn:microsoft.com/office/officeart/2005/8/layout/vList2"/>
    <dgm:cxn modelId="{1568C51A-5986-4674-A998-AEDAB7D266CB}" type="presParOf" srcId="{2E480ECF-66F1-49D7-8F52-8E055B178594}" destId="{7D11892C-67EC-4680-AB7D-51F26C700ABF}" srcOrd="1" destOrd="0" presId="urn:microsoft.com/office/officeart/2005/8/layout/vList2"/>
    <dgm:cxn modelId="{6B6B967C-C1C6-47DE-A436-00065153255A}" type="presParOf" srcId="{2E480ECF-66F1-49D7-8F52-8E055B178594}" destId="{DD0E0131-AAD5-42CC-88BC-3A439DB3F9F2}" srcOrd="2" destOrd="0" presId="urn:microsoft.com/office/officeart/2005/8/layout/vList2"/>
    <dgm:cxn modelId="{CC63FDD8-F604-4502-BD66-1F8D2CCE47D7}" type="presParOf" srcId="{2E480ECF-66F1-49D7-8F52-8E055B178594}" destId="{BE705AA2-B71A-4EF3-99A5-DE1FABC04CE0}" srcOrd="3" destOrd="0" presId="urn:microsoft.com/office/officeart/2005/8/layout/vList2"/>
    <dgm:cxn modelId="{93097811-34A7-4250-AE84-A848066E7C3C}" type="presParOf" srcId="{2E480ECF-66F1-49D7-8F52-8E055B178594}" destId="{1A135A47-8656-4B61-926D-2D332BC6979A}" srcOrd="4" destOrd="0" presId="urn:microsoft.com/office/officeart/2005/8/layout/vList2"/>
    <dgm:cxn modelId="{4E00156B-8D05-445C-9036-2207145EFE6F}" type="presParOf" srcId="{2E480ECF-66F1-49D7-8F52-8E055B178594}" destId="{BC60FC4C-F694-4F44-9FFC-DBC5DD6284A4}" srcOrd="5" destOrd="0" presId="urn:microsoft.com/office/officeart/2005/8/layout/vList2"/>
    <dgm:cxn modelId="{BF2B060E-5747-4F42-B935-7CBED0579DFE}" type="presParOf" srcId="{2E480ECF-66F1-49D7-8F52-8E055B178594}" destId="{79450F2F-06E7-44EC-A52F-54B85889F3F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607A2D78-2B97-4D0C-81BA-697C825780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1C3F5AE-1FE6-4D77-8C34-A47191E635B6}">
      <dgm:prSet/>
      <dgm:spPr/>
      <dgm:t>
        <a:bodyPr/>
        <a:lstStyle/>
        <a:p>
          <a:r>
            <a:rPr lang="uk-UA" b="0" i="0"/>
            <a:t>візантійської</a:t>
          </a:r>
          <a:endParaRPr lang="uk-UA"/>
        </a:p>
      </dgm:t>
    </dgm:pt>
    <dgm:pt modelId="{2E869C9B-AD4E-42DE-808D-F684669A77EB}" type="parTrans" cxnId="{425EAAC7-5143-44CB-9F3F-FAE4969366DD}">
      <dgm:prSet/>
      <dgm:spPr/>
      <dgm:t>
        <a:bodyPr/>
        <a:lstStyle/>
        <a:p>
          <a:endParaRPr lang="uk-UA"/>
        </a:p>
      </dgm:t>
    </dgm:pt>
    <dgm:pt modelId="{4B70399B-A2CE-4BE3-8035-876ABB349B36}" type="sibTrans" cxnId="{425EAAC7-5143-44CB-9F3F-FAE4969366DD}">
      <dgm:prSet/>
      <dgm:spPr/>
      <dgm:t>
        <a:bodyPr/>
        <a:lstStyle/>
        <a:p>
          <a:endParaRPr lang="uk-UA"/>
        </a:p>
      </dgm:t>
    </dgm:pt>
    <dgm:pt modelId="{9476634C-99BE-4CC5-ABB4-ADA0CD2D8CB9}">
      <dgm:prSet/>
      <dgm:spPr/>
      <dgm:t>
        <a:bodyPr/>
        <a:lstStyle/>
        <a:p>
          <a:r>
            <a:rPr lang="uk-UA" b="0" i="0" dirty="0"/>
            <a:t>мусульманської</a:t>
          </a:r>
          <a:endParaRPr lang="uk-UA" dirty="0"/>
        </a:p>
      </dgm:t>
    </dgm:pt>
    <dgm:pt modelId="{57F0705E-542E-443F-A543-495EE233253C}" type="parTrans" cxnId="{D3BCB743-89F4-4F84-BE11-8AAED9270527}">
      <dgm:prSet/>
      <dgm:spPr/>
      <dgm:t>
        <a:bodyPr/>
        <a:lstStyle/>
        <a:p>
          <a:endParaRPr lang="uk-UA"/>
        </a:p>
      </dgm:t>
    </dgm:pt>
    <dgm:pt modelId="{F64751E6-1197-4C68-AEA0-1F817E13F254}" type="sibTrans" cxnId="{D3BCB743-89F4-4F84-BE11-8AAED9270527}">
      <dgm:prSet/>
      <dgm:spPr/>
      <dgm:t>
        <a:bodyPr/>
        <a:lstStyle/>
        <a:p>
          <a:endParaRPr lang="uk-UA"/>
        </a:p>
      </dgm:t>
    </dgm:pt>
    <dgm:pt modelId="{390CD369-BDAB-4E4D-B0F6-7C230863B8F7}">
      <dgm:prSet/>
      <dgm:spPr/>
      <dgm:t>
        <a:bodyPr/>
        <a:lstStyle/>
        <a:p>
          <a:r>
            <a:rPr lang="uk-UA" b="0" i="0"/>
            <a:t>західноєвропейської</a:t>
          </a:r>
          <a:endParaRPr lang="uk-UA"/>
        </a:p>
      </dgm:t>
    </dgm:pt>
    <dgm:pt modelId="{DF8FD65F-5EA5-46A4-82B4-F10B0BF4BB65}" type="parTrans" cxnId="{5BF3BE61-FA35-4C11-BDD8-37CA425B577F}">
      <dgm:prSet/>
      <dgm:spPr/>
      <dgm:t>
        <a:bodyPr/>
        <a:lstStyle/>
        <a:p>
          <a:endParaRPr lang="uk-UA"/>
        </a:p>
      </dgm:t>
    </dgm:pt>
    <dgm:pt modelId="{ED28294A-3F24-4B0F-82E6-D640FA3ECF41}" type="sibTrans" cxnId="{5BF3BE61-FA35-4C11-BDD8-37CA425B577F}">
      <dgm:prSet/>
      <dgm:spPr/>
      <dgm:t>
        <a:bodyPr/>
        <a:lstStyle/>
        <a:p>
          <a:endParaRPr lang="uk-UA"/>
        </a:p>
      </dgm:t>
    </dgm:pt>
    <dgm:pt modelId="{BB304AEF-84D8-4C5A-9E10-2BF75A398F7C}">
      <dgm:prSet/>
      <dgm:spPr/>
      <dgm:t>
        <a:bodyPr/>
        <a:lstStyle/>
        <a:p>
          <a:r>
            <a:rPr lang="uk-UA" b="0" i="0" dirty="0"/>
            <a:t>іудейської</a:t>
          </a:r>
          <a:endParaRPr lang="uk-UA" dirty="0"/>
        </a:p>
      </dgm:t>
    </dgm:pt>
    <dgm:pt modelId="{80D046F6-9CE7-4234-811C-74004C211DE6}" type="parTrans" cxnId="{9A3C8CF8-BC9B-4C9D-BB5F-85A33A1EFFD9}">
      <dgm:prSet/>
      <dgm:spPr/>
      <dgm:t>
        <a:bodyPr/>
        <a:lstStyle/>
        <a:p>
          <a:endParaRPr lang="uk-UA"/>
        </a:p>
      </dgm:t>
    </dgm:pt>
    <dgm:pt modelId="{1E45034C-A337-4614-A6F9-FD1A2F955304}" type="sibTrans" cxnId="{9A3C8CF8-BC9B-4C9D-BB5F-85A33A1EFFD9}">
      <dgm:prSet/>
      <dgm:spPr/>
      <dgm:t>
        <a:bodyPr/>
        <a:lstStyle/>
        <a:p>
          <a:endParaRPr lang="uk-UA"/>
        </a:p>
      </dgm:t>
    </dgm:pt>
    <dgm:pt modelId="{A3E88392-DAB5-4CB5-897C-BB505B5073F5}" type="pres">
      <dgm:prSet presAssocID="{607A2D78-2B97-4D0C-81BA-697C8257802E}" presName="linear" presStyleCnt="0">
        <dgm:presLayoutVars>
          <dgm:animLvl val="lvl"/>
          <dgm:resizeHandles val="exact"/>
        </dgm:presLayoutVars>
      </dgm:prSet>
      <dgm:spPr/>
    </dgm:pt>
    <dgm:pt modelId="{5ABF9DC0-21EA-4D4B-BEFA-DA0D15BAAE9B}" type="pres">
      <dgm:prSet presAssocID="{91C3F5AE-1FE6-4D77-8C34-A47191E635B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AC96BC-56F9-44FC-982F-04BF06A46786}" type="pres">
      <dgm:prSet presAssocID="{4B70399B-A2CE-4BE3-8035-876ABB349B36}" presName="spacer" presStyleCnt="0"/>
      <dgm:spPr/>
    </dgm:pt>
    <dgm:pt modelId="{1B97C8CB-18D9-4245-B741-DBB1D7BC8B42}" type="pres">
      <dgm:prSet presAssocID="{9476634C-99BE-4CC5-ABB4-ADA0CD2D8C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1A065C-6D36-4F7F-AA69-3DB72065926A}" type="pres">
      <dgm:prSet presAssocID="{F64751E6-1197-4C68-AEA0-1F817E13F254}" presName="spacer" presStyleCnt="0"/>
      <dgm:spPr/>
    </dgm:pt>
    <dgm:pt modelId="{30371B93-1F70-4461-BE31-2D6F1F8C95E5}" type="pres">
      <dgm:prSet presAssocID="{390CD369-BDAB-4E4D-B0F6-7C230863B8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029C1DB-FB1E-4C77-84F6-3FCF93832118}" type="pres">
      <dgm:prSet presAssocID="{ED28294A-3F24-4B0F-82E6-D640FA3ECF41}" presName="spacer" presStyleCnt="0"/>
      <dgm:spPr/>
    </dgm:pt>
    <dgm:pt modelId="{88B74247-8B3B-4912-B24C-29E75DD20F99}" type="pres">
      <dgm:prSet presAssocID="{BB304AEF-84D8-4C5A-9E10-2BF75A398F7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2CA118-1724-4BAC-9510-C2B074A37575}" type="presOf" srcId="{BB304AEF-84D8-4C5A-9E10-2BF75A398F7C}" destId="{88B74247-8B3B-4912-B24C-29E75DD20F99}" srcOrd="0" destOrd="0" presId="urn:microsoft.com/office/officeart/2005/8/layout/vList2"/>
    <dgm:cxn modelId="{5BF3BE61-FA35-4C11-BDD8-37CA425B577F}" srcId="{607A2D78-2B97-4D0C-81BA-697C8257802E}" destId="{390CD369-BDAB-4E4D-B0F6-7C230863B8F7}" srcOrd="2" destOrd="0" parTransId="{DF8FD65F-5EA5-46A4-82B4-F10B0BF4BB65}" sibTransId="{ED28294A-3F24-4B0F-82E6-D640FA3ECF41}"/>
    <dgm:cxn modelId="{D3BCB743-89F4-4F84-BE11-8AAED9270527}" srcId="{607A2D78-2B97-4D0C-81BA-697C8257802E}" destId="{9476634C-99BE-4CC5-ABB4-ADA0CD2D8CB9}" srcOrd="1" destOrd="0" parTransId="{57F0705E-542E-443F-A543-495EE233253C}" sibTransId="{F64751E6-1197-4C68-AEA0-1F817E13F254}"/>
    <dgm:cxn modelId="{D2F8B09B-24C1-4478-A0B2-3C5B86B7AEE7}" type="presOf" srcId="{607A2D78-2B97-4D0C-81BA-697C8257802E}" destId="{A3E88392-DAB5-4CB5-897C-BB505B5073F5}" srcOrd="0" destOrd="0" presId="urn:microsoft.com/office/officeart/2005/8/layout/vList2"/>
    <dgm:cxn modelId="{84F81BB6-5099-4A64-9D69-0DE5E19A9B10}" type="presOf" srcId="{390CD369-BDAB-4E4D-B0F6-7C230863B8F7}" destId="{30371B93-1F70-4461-BE31-2D6F1F8C95E5}" srcOrd="0" destOrd="0" presId="urn:microsoft.com/office/officeart/2005/8/layout/vList2"/>
    <dgm:cxn modelId="{90991ABF-CDED-44A5-A7BC-304006AA9A31}" type="presOf" srcId="{91C3F5AE-1FE6-4D77-8C34-A47191E635B6}" destId="{5ABF9DC0-21EA-4D4B-BEFA-DA0D15BAAE9B}" srcOrd="0" destOrd="0" presId="urn:microsoft.com/office/officeart/2005/8/layout/vList2"/>
    <dgm:cxn modelId="{425EAAC7-5143-44CB-9F3F-FAE4969366DD}" srcId="{607A2D78-2B97-4D0C-81BA-697C8257802E}" destId="{91C3F5AE-1FE6-4D77-8C34-A47191E635B6}" srcOrd="0" destOrd="0" parTransId="{2E869C9B-AD4E-42DE-808D-F684669A77EB}" sibTransId="{4B70399B-A2CE-4BE3-8035-876ABB349B36}"/>
    <dgm:cxn modelId="{DF1152ED-2224-4B63-9AEF-0EBDECEB8CB9}" type="presOf" srcId="{9476634C-99BE-4CC5-ABB4-ADA0CD2D8CB9}" destId="{1B97C8CB-18D9-4245-B741-DBB1D7BC8B42}" srcOrd="0" destOrd="0" presId="urn:microsoft.com/office/officeart/2005/8/layout/vList2"/>
    <dgm:cxn modelId="{9A3C8CF8-BC9B-4C9D-BB5F-85A33A1EFFD9}" srcId="{607A2D78-2B97-4D0C-81BA-697C8257802E}" destId="{BB304AEF-84D8-4C5A-9E10-2BF75A398F7C}" srcOrd="3" destOrd="0" parTransId="{80D046F6-9CE7-4234-811C-74004C211DE6}" sibTransId="{1E45034C-A337-4614-A6F9-FD1A2F955304}"/>
    <dgm:cxn modelId="{E089876A-8225-4D3F-BCC9-3EF5624E33DE}" type="presParOf" srcId="{A3E88392-DAB5-4CB5-897C-BB505B5073F5}" destId="{5ABF9DC0-21EA-4D4B-BEFA-DA0D15BAAE9B}" srcOrd="0" destOrd="0" presId="urn:microsoft.com/office/officeart/2005/8/layout/vList2"/>
    <dgm:cxn modelId="{2245D48A-EF9B-4144-A135-AF9CA94D5240}" type="presParOf" srcId="{A3E88392-DAB5-4CB5-897C-BB505B5073F5}" destId="{90AC96BC-56F9-44FC-982F-04BF06A46786}" srcOrd="1" destOrd="0" presId="urn:microsoft.com/office/officeart/2005/8/layout/vList2"/>
    <dgm:cxn modelId="{EB68969D-A3F7-4B5D-8089-ACBF495701E8}" type="presParOf" srcId="{A3E88392-DAB5-4CB5-897C-BB505B5073F5}" destId="{1B97C8CB-18D9-4245-B741-DBB1D7BC8B42}" srcOrd="2" destOrd="0" presId="urn:microsoft.com/office/officeart/2005/8/layout/vList2"/>
    <dgm:cxn modelId="{7052CF2C-9F41-427D-8F4B-4B744C703561}" type="presParOf" srcId="{A3E88392-DAB5-4CB5-897C-BB505B5073F5}" destId="{121A065C-6D36-4F7F-AA69-3DB72065926A}" srcOrd="3" destOrd="0" presId="urn:microsoft.com/office/officeart/2005/8/layout/vList2"/>
    <dgm:cxn modelId="{68BC4766-D3AC-496C-86C2-FAAD27A266F6}" type="presParOf" srcId="{A3E88392-DAB5-4CB5-897C-BB505B5073F5}" destId="{30371B93-1F70-4461-BE31-2D6F1F8C95E5}" srcOrd="4" destOrd="0" presId="urn:microsoft.com/office/officeart/2005/8/layout/vList2"/>
    <dgm:cxn modelId="{50CA755D-A63C-4F48-936B-84DC560E41CA}" type="presParOf" srcId="{A3E88392-DAB5-4CB5-897C-BB505B5073F5}" destId="{9029C1DB-FB1E-4C77-84F6-3FCF93832118}" srcOrd="5" destOrd="0" presId="urn:microsoft.com/office/officeart/2005/8/layout/vList2"/>
    <dgm:cxn modelId="{F3B982B8-1BB5-48DF-8BE3-2F5FBEE4E76C}" type="presParOf" srcId="{A3E88392-DAB5-4CB5-897C-BB505B5073F5}" destId="{88B74247-8B3B-4912-B24C-29E75DD20F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9DB1DBA1-9C8E-4731-8E8B-25E93B13BFB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AE5A1E-2399-4608-A9D8-9A67AFDF76F1}">
      <dgm:prSet/>
      <dgm:spPr/>
      <dgm:t>
        <a:bodyPr/>
        <a:lstStyle/>
        <a:p>
          <a:r>
            <a:rPr lang="uk-UA" b="0" i="0"/>
            <a:t>розселення племінних союзів східних слов'ян.</a:t>
          </a:r>
          <a:endParaRPr lang="uk-UA"/>
        </a:p>
      </dgm:t>
    </dgm:pt>
    <dgm:pt modelId="{11CB2ABB-5928-4966-8CD1-56EE57D2A14E}" type="parTrans" cxnId="{D82417DB-01C0-4B47-9736-2201FBEADBA7}">
      <dgm:prSet/>
      <dgm:spPr/>
      <dgm:t>
        <a:bodyPr/>
        <a:lstStyle/>
        <a:p>
          <a:endParaRPr lang="uk-UA"/>
        </a:p>
      </dgm:t>
    </dgm:pt>
    <dgm:pt modelId="{D241F678-11A3-400A-B10B-4FFF9D212152}" type="sibTrans" cxnId="{D82417DB-01C0-4B47-9736-2201FBEADBA7}">
      <dgm:prSet/>
      <dgm:spPr/>
      <dgm:t>
        <a:bodyPr/>
        <a:lstStyle/>
        <a:p>
          <a:endParaRPr lang="uk-UA"/>
        </a:p>
      </dgm:t>
    </dgm:pt>
    <dgm:pt modelId="{D842487D-3BFE-445D-AF73-20308A1F6A1B}">
      <dgm:prSet/>
      <dgm:spPr/>
      <dgm:t>
        <a:bodyPr/>
        <a:lstStyle/>
        <a:p>
          <a:r>
            <a:rPr lang="uk-UA" b="0" i="0"/>
            <a:t>утворення Київської Русі.</a:t>
          </a:r>
          <a:endParaRPr lang="uk-UA"/>
        </a:p>
      </dgm:t>
    </dgm:pt>
    <dgm:pt modelId="{B9A931A1-BCB5-46AA-86FC-9BFC883C5D65}" type="parTrans" cxnId="{01F4F794-C2E6-4E24-A1DE-448A2628AB64}">
      <dgm:prSet/>
      <dgm:spPr/>
      <dgm:t>
        <a:bodyPr/>
        <a:lstStyle/>
        <a:p>
          <a:endParaRPr lang="uk-UA"/>
        </a:p>
      </dgm:t>
    </dgm:pt>
    <dgm:pt modelId="{24B9AE5C-0BEC-4805-9CCB-660FE5D8B983}" type="sibTrans" cxnId="{01F4F794-C2E6-4E24-A1DE-448A2628AB64}">
      <dgm:prSet/>
      <dgm:spPr/>
      <dgm:t>
        <a:bodyPr/>
        <a:lstStyle/>
        <a:p>
          <a:endParaRPr lang="uk-UA"/>
        </a:p>
      </dgm:t>
    </dgm:pt>
    <dgm:pt modelId="{991F88F0-66DB-4D0F-AD55-F16D741F0117}">
      <dgm:prSet/>
      <dgm:spPr/>
      <dgm:t>
        <a:bodyPr/>
        <a:lstStyle/>
        <a:p>
          <a:r>
            <a:rPr lang="uk-UA" b="0" i="0"/>
            <a:t>політичної роздробленості Київської Русі.</a:t>
          </a:r>
          <a:endParaRPr lang="uk-UA"/>
        </a:p>
      </dgm:t>
    </dgm:pt>
    <dgm:pt modelId="{47B22076-0E38-445B-A2D2-C09A6FD489BA}" type="parTrans" cxnId="{C361B630-B30B-4CAD-9C75-D45C3290FB73}">
      <dgm:prSet/>
      <dgm:spPr/>
      <dgm:t>
        <a:bodyPr/>
        <a:lstStyle/>
        <a:p>
          <a:endParaRPr lang="uk-UA"/>
        </a:p>
      </dgm:t>
    </dgm:pt>
    <dgm:pt modelId="{AD1DB99E-B906-44F2-8FC7-D82553B46B49}" type="sibTrans" cxnId="{C361B630-B30B-4CAD-9C75-D45C3290FB73}">
      <dgm:prSet/>
      <dgm:spPr/>
      <dgm:t>
        <a:bodyPr/>
        <a:lstStyle/>
        <a:p>
          <a:endParaRPr lang="uk-UA"/>
        </a:p>
      </dgm:t>
    </dgm:pt>
    <dgm:pt modelId="{320DC9B5-8772-40A9-81AA-A7862B6C91B0}">
      <dgm:prSet/>
      <dgm:spPr/>
      <dgm:t>
        <a:bodyPr/>
        <a:lstStyle/>
        <a:p>
          <a:r>
            <a:rPr lang="uk-UA" b="0" i="0" dirty="0"/>
            <a:t>золотоординського панування на південно-західних землях Русі.</a:t>
          </a:r>
          <a:endParaRPr lang="uk-UA" dirty="0"/>
        </a:p>
      </dgm:t>
    </dgm:pt>
    <dgm:pt modelId="{C1AA3D92-51A2-4431-B2F3-DA0BFDF8B306}" type="parTrans" cxnId="{18A11D14-3D8F-4787-8C33-AB2E22C1AE46}">
      <dgm:prSet/>
      <dgm:spPr/>
      <dgm:t>
        <a:bodyPr/>
        <a:lstStyle/>
        <a:p>
          <a:endParaRPr lang="uk-UA"/>
        </a:p>
      </dgm:t>
    </dgm:pt>
    <dgm:pt modelId="{5D5CF83F-BD24-448F-A0A5-AADC80A512AE}" type="sibTrans" cxnId="{18A11D14-3D8F-4787-8C33-AB2E22C1AE46}">
      <dgm:prSet/>
      <dgm:spPr/>
      <dgm:t>
        <a:bodyPr/>
        <a:lstStyle/>
        <a:p>
          <a:endParaRPr lang="uk-UA"/>
        </a:p>
      </dgm:t>
    </dgm:pt>
    <dgm:pt modelId="{A4F7CB68-66DD-46EA-9CA8-46A2D2A258A9}" type="pres">
      <dgm:prSet presAssocID="{9DB1DBA1-9C8E-4731-8E8B-25E93B13BFB6}" presName="linear" presStyleCnt="0">
        <dgm:presLayoutVars>
          <dgm:animLvl val="lvl"/>
          <dgm:resizeHandles val="exact"/>
        </dgm:presLayoutVars>
      </dgm:prSet>
      <dgm:spPr/>
    </dgm:pt>
    <dgm:pt modelId="{62C188C7-7DC6-4690-A5E1-047DB9BC88E3}" type="pres">
      <dgm:prSet presAssocID="{4AAE5A1E-2399-4608-A9D8-9A67AFDF76F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F7915A-15E1-4828-893A-722E4E2B8979}" type="pres">
      <dgm:prSet presAssocID="{D241F678-11A3-400A-B10B-4FFF9D212152}" presName="spacer" presStyleCnt="0"/>
      <dgm:spPr/>
    </dgm:pt>
    <dgm:pt modelId="{8E1B9C09-4872-47CC-B62D-CCE5BE65A7A8}" type="pres">
      <dgm:prSet presAssocID="{D842487D-3BFE-445D-AF73-20308A1F6A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9B1406-B708-4CF1-BB44-F6076E76E901}" type="pres">
      <dgm:prSet presAssocID="{24B9AE5C-0BEC-4805-9CCB-660FE5D8B983}" presName="spacer" presStyleCnt="0"/>
      <dgm:spPr/>
    </dgm:pt>
    <dgm:pt modelId="{CCB5C34F-46FE-4669-ACC6-5CB7A78304DD}" type="pres">
      <dgm:prSet presAssocID="{991F88F0-66DB-4D0F-AD55-F16D741F01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80B881-A630-4A36-9493-964303596FAF}" type="pres">
      <dgm:prSet presAssocID="{AD1DB99E-B906-44F2-8FC7-D82553B46B49}" presName="spacer" presStyleCnt="0"/>
      <dgm:spPr/>
    </dgm:pt>
    <dgm:pt modelId="{5BD3DFFC-2C2C-4C9A-92F8-D68D73F1964D}" type="pres">
      <dgm:prSet presAssocID="{320DC9B5-8772-40A9-81AA-A7862B6C91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8A11D14-3D8F-4787-8C33-AB2E22C1AE46}" srcId="{9DB1DBA1-9C8E-4731-8E8B-25E93B13BFB6}" destId="{320DC9B5-8772-40A9-81AA-A7862B6C91B0}" srcOrd="3" destOrd="0" parTransId="{C1AA3D92-51A2-4431-B2F3-DA0BFDF8B306}" sibTransId="{5D5CF83F-BD24-448F-A0A5-AADC80A512AE}"/>
    <dgm:cxn modelId="{C361B630-B30B-4CAD-9C75-D45C3290FB73}" srcId="{9DB1DBA1-9C8E-4731-8E8B-25E93B13BFB6}" destId="{991F88F0-66DB-4D0F-AD55-F16D741F0117}" srcOrd="2" destOrd="0" parTransId="{47B22076-0E38-445B-A2D2-C09A6FD489BA}" sibTransId="{AD1DB99E-B906-44F2-8FC7-D82553B46B49}"/>
    <dgm:cxn modelId="{260BCE3B-2E86-495E-A832-E6D4A6AA39E7}" type="presOf" srcId="{9DB1DBA1-9C8E-4731-8E8B-25E93B13BFB6}" destId="{A4F7CB68-66DD-46EA-9CA8-46A2D2A258A9}" srcOrd="0" destOrd="0" presId="urn:microsoft.com/office/officeart/2005/8/layout/vList2"/>
    <dgm:cxn modelId="{BA25455D-B488-4FB5-BA95-D0274A9F3316}" type="presOf" srcId="{991F88F0-66DB-4D0F-AD55-F16D741F0117}" destId="{CCB5C34F-46FE-4669-ACC6-5CB7A78304DD}" srcOrd="0" destOrd="0" presId="urn:microsoft.com/office/officeart/2005/8/layout/vList2"/>
    <dgm:cxn modelId="{88BE564D-63BA-47CB-B02E-C12AF0ED6A25}" type="presOf" srcId="{320DC9B5-8772-40A9-81AA-A7862B6C91B0}" destId="{5BD3DFFC-2C2C-4C9A-92F8-D68D73F1964D}" srcOrd="0" destOrd="0" presId="urn:microsoft.com/office/officeart/2005/8/layout/vList2"/>
    <dgm:cxn modelId="{610F4786-5313-4A89-A2C0-F07346B2BCF8}" type="presOf" srcId="{D842487D-3BFE-445D-AF73-20308A1F6A1B}" destId="{8E1B9C09-4872-47CC-B62D-CCE5BE65A7A8}" srcOrd="0" destOrd="0" presId="urn:microsoft.com/office/officeart/2005/8/layout/vList2"/>
    <dgm:cxn modelId="{01F4F794-C2E6-4E24-A1DE-448A2628AB64}" srcId="{9DB1DBA1-9C8E-4731-8E8B-25E93B13BFB6}" destId="{D842487D-3BFE-445D-AF73-20308A1F6A1B}" srcOrd="1" destOrd="0" parTransId="{B9A931A1-BCB5-46AA-86FC-9BFC883C5D65}" sibTransId="{24B9AE5C-0BEC-4805-9CCB-660FE5D8B983}"/>
    <dgm:cxn modelId="{7144CFD8-C88C-490A-8B98-09E007CD805B}" type="presOf" srcId="{4AAE5A1E-2399-4608-A9D8-9A67AFDF76F1}" destId="{62C188C7-7DC6-4690-A5E1-047DB9BC88E3}" srcOrd="0" destOrd="0" presId="urn:microsoft.com/office/officeart/2005/8/layout/vList2"/>
    <dgm:cxn modelId="{D82417DB-01C0-4B47-9736-2201FBEADBA7}" srcId="{9DB1DBA1-9C8E-4731-8E8B-25E93B13BFB6}" destId="{4AAE5A1E-2399-4608-A9D8-9A67AFDF76F1}" srcOrd="0" destOrd="0" parTransId="{11CB2ABB-5928-4966-8CD1-56EE57D2A14E}" sibTransId="{D241F678-11A3-400A-B10B-4FFF9D212152}"/>
    <dgm:cxn modelId="{83101D04-09A1-41BF-9A6A-B7892070D7D7}" type="presParOf" srcId="{A4F7CB68-66DD-46EA-9CA8-46A2D2A258A9}" destId="{62C188C7-7DC6-4690-A5E1-047DB9BC88E3}" srcOrd="0" destOrd="0" presId="urn:microsoft.com/office/officeart/2005/8/layout/vList2"/>
    <dgm:cxn modelId="{7494DB58-E0C6-42DF-A314-CA4D4CAB1190}" type="presParOf" srcId="{A4F7CB68-66DD-46EA-9CA8-46A2D2A258A9}" destId="{15F7915A-15E1-4828-893A-722E4E2B8979}" srcOrd="1" destOrd="0" presId="urn:microsoft.com/office/officeart/2005/8/layout/vList2"/>
    <dgm:cxn modelId="{2A6E4DD1-2886-4A2A-8732-62C4776C8725}" type="presParOf" srcId="{A4F7CB68-66DD-46EA-9CA8-46A2D2A258A9}" destId="{8E1B9C09-4872-47CC-B62D-CCE5BE65A7A8}" srcOrd="2" destOrd="0" presId="urn:microsoft.com/office/officeart/2005/8/layout/vList2"/>
    <dgm:cxn modelId="{6B02CA15-1C8E-458F-B037-8EFAAC7E2A00}" type="presParOf" srcId="{A4F7CB68-66DD-46EA-9CA8-46A2D2A258A9}" destId="{449B1406-B708-4CF1-BB44-F6076E76E901}" srcOrd="3" destOrd="0" presId="urn:microsoft.com/office/officeart/2005/8/layout/vList2"/>
    <dgm:cxn modelId="{7D11CE66-A71C-40CB-9EB5-6B5206126AB5}" type="presParOf" srcId="{A4F7CB68-66DD-46EA-9CA8-46A2D2A258A9}" destId="{CCB5C34F-46FE-4669-ACC6-5CB7A78304DD}" srcOrd="4" destOrd="0" presId="urn:microsoft.com/office/officeart/2005/8/layout/vList2"/>
    <dgm:cxn modelId="{FADAC7D7-E70B-4919-9E81-D99A2CC640BB}" type="presParOf" srcId="{A4F7CB68-66DD-46EA-9CA8-46A2D2A258A9}" destId="{8380B881-A630-4A36-9493-964303596FAF}" srcOrd="5" destOrd="0" presId="urn:microsoft.com/office/officeart/2005/8/layout/vList2"/>
    <dgm:cxn modelId="{E0130AFC-3FC7-4296-B48B-15967AED39C4}" type="presParOf" srcId="{A4F7CB68-66DD-46EA-9CA8-46A2D2A258A9}" destId="{5BD3DFFC-2C2C-4C9A-92F8-D68D73F196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F7EC28A7-3D3C-4696-80C1-7C5078B53E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ACB1C0-229E-47EF-A8E6-F668556AD6FE}">
      <dgm:prSet/>
      <dgm:spPr/>
      <dgm:t>
        <a:bodyPr/>
        <a:lstStyle/>
        <a:p>
          <a:r>
            <a:rPr lang="uk-UA" b="0" i="1" dirty="0"/>
            <a:t>«Відтепер з’єднаймося в одне серце і </a:t>
          </a:r>
          <a:r>
            <a:rPr lang="uk-UA" b="0" i="1" dirty="0" err="1"/>
            <a:t>обережімо</a:t>
          </a:r>
          <a:r>
            <a:rPr lang="uk-UA" b="0" i="1" dirty="0"/>
            <a:t> Руську землю. Кожен хай держить отчину свою: Святополк – Київ, </a:t>
          </a:r>
          <a:r>
            <a:rPr lang="uk-UA" b="0" i="1" dirty="0" err="1"/>
            <a:t>Ізяславів</a:t>
          </a:r>
          <a:r>
            <a:rPr lang="uk-UA" b="0" i="1" dirty="0"/>
            <a:t> [уділ], Володимир – Всеволодів [уділ]; Давид, Олег і Ярослав – Святославів [уділ]...»</a:t>
          </a:r>
          <a:endParaRPr lang="uk-UA" dirty="0"/>
        </a:p>
      </dgm:t>
    </dgm:pt>
    <dgm:pt modelId="{E7A64053-FEDE-450F-AAE5-14F9FB2CAABE}" type="parTrans" cxnId="{80D0E69F-F2EA-4ADD-ACC4-C77AF6B980EA}">
      <dgm:prSet/>
      <dgm:spPr/>
      <dgm:t>
        <a:bodyPr/>
        <a:lstStyle/>
        <a:p>
          <a:endParaRPr lang="uk-UA"/>
        </a:p>
      </dgm:t>
    </dgm:pt>
    <dgm:pt modelId="{A005D843-F501-4E2A-BB97-CCAEB1B9AB81}" type="sibTrans" cxnId="{80D0E69F-F2EA-4ADD-ACC4-C77AF6B980EA}">
      <dgm:prSet/>
      <dgm:spPr/>
      <dgm:t>
        <a:bodyPr/>
        <a:lstStyle/>
        <a:p>
          <a:endParaRPr lang="uk-UA"/>
        </a:p>
      </dgm:t>
    </dgm:pt>
    <dgm:pt modelId="{A56673EB-0CFD-4814-873E-8F2FBFF9BF4E}">
      <dgm:prSet/>
      <dgm:spPr/>
      <dgm:t>
        <a:bodyPr/>
        <a:lstStyle/>
        <a:p>
          <a:r>
            <a:rPr lang="uk-UA" b="0" i="1" dirty="0"/>
            <a:t>«І за цим священним правилом… єпископи поставили Іларіона, русина, митрополитом Києва і всієї землі Руської…»</a:t>
          </a:r>
          <a:endParaRPr lang="uk-UA" dirty="0"/>
        </a:p>
      </dgm:t>
    </dgm:pt>
    <dgm:pt modelId="{7343DE5A-69AE-4E48-AAC6-DCB9F3D9D877}" type="parTrans" cxnId="{D501676F-28A9-4C33-BA88-A42D6394D739}">
      <dgm:prSet/>
      <dgm:spPr/>
      <dgm:t>
        <a:bodyPr/>
        <a:lstStyle/>
        <a:p>
          <a:endParaRPr lang="uk-UA"/>
        </a:p>
      </dgm:t>
    </dgm:pt>
    <dgm:pt modelId="{F9A075A0-9303-47D0-BB07-9C12BBF57B67}" type="sibTrans" cxnId="{D501676F-28A9-4C33-BA88-A42D6394D739}">
      <dgm:prSet/>
      <dgm:spPr/>
      <dgm:t>
        <a:bodyPr/>
        <a:lstStyle/>
        <a:p>
          <a:endParaRPr lang="uk-UA"/>
        </a:p>
      </dgm:t>
    </dgm:pt>
    <dgm:pt modelId="{B7FB1099-DFB9-40AA-9D2B-7F37F268D610}" type="pres">
      <dgm:prSet presAssocID="{F7EC28A7-3D3C-4696-80C1-7C5078B53E6A}" presName="linear" presStyleCnt="0">
        <dgm:presLayoutVars>
          <dgm:animLvl val="lvl"/>
          <dgm:resizeHandles val="exact"/>
        </dgm:presLayoutVars>
      </dgm:prSet>
      <dgm:spPr/>
    </dgm:pt>
    <dgm:pt modelId="{8EBE7941-DEC0-4ABA-9736-964BA125D10C}" type="pres">
      <dgm:prSet presAssocID="{4CACB1C0-229E-47EF-A8E6-F668556AD6F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77497E8-C53C-4B01-B6FE-154A3D7E7C99}" type="pres">
      <dgm:prSet presAssocID="{A005D843-F501-4E2A-BB97-CCAEB1B9AB81}" presName="spacer" presStyleCnt="0"/>
      <dgm:spPr/>
    </dgm:pt>
    <dgm:pt modelId="{921DACA1-659C-4302-A3D7-20C6DD547F74}" type="pres">
      <dgm:prSet presAssocID="{A56673EB-0CFD-4814-873E-8F2FBFF9BF4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501676F-28A9-4C33-BA88-A42D6394D739}" srcId="{F7EC28A7-3D3C-4696-80C1-7C5078B53E6A}" destId="{A56673EB-0CFD-4814-873E-8F2FBFF9BF4E}" srcOrd="1" destOrd="0" parTransId="{7343DE5A-69AE-4E48-AAC6-DCB9F3D9D877}" sibTransId="{F9A075A0-9303-47D0-BB07-9C12BBF57B67}"/>
    <dgm:cxn modelId="{97E53777-E36F-404C-B64B-68ED246C885F}" type="presOf" srcId="{F7EC28A7-3D3C-4696-80C1-7C5078B53E6A}" destId="{B7FB1099-DFB9-40AA-9D2B-7F37F268D610}" srcOrd="0" destOrd="0" presId="urn:microsoft.com/office/officeart/2005/8/layout/vList2"/>
    <dgm:cxn modelId="{9AF55794-CB88-4CBA-9C3E-7227B0E9E2C5}" type="presOf" srcId="{4CACB1C0-229E-47EF-A8E6-F668556AD6FE}" destId="{8EBE7941-DEC0-4ABA-9736-964BA125D10C}" srcOrd="0" destOrd="0" presId="urn:microsoft.com/office/officeart/2005/8/layout/vList2"/>
    <dgm:cxn modelId="{C05A9F97-2106-4B25-9C51-74099FE30E13}" type="presOf" srcId="{A56673EB-0CFD-4814-873E-8F2FBFF9BF4E}" destId="{921DACA1-659C-4302-A3D7-20C6DD547F74}" srcOrd="0" destOrd="0" presId="urn:microsoft.com/office/officeart/2005/8/layout/vList2"/>
    <dgm:cxn modelId="{80D0E69F-F2EA-4ADD-ACC4-C77AF6B980EA}" srcId="{F7EC28A7-3D3C-4696-80C1-7C5078B53E6A}" destId="{4CACB1C0-229E-47EF-A8E6-F668556AD6FE}" srcOrd="0" destOrd="0" parTransId="{E7A64053-FEDE-450F-AAE5-14F9FB2CAABE}" sibTransId="{A005D843-F501-4E2A-BB97-CCAEB1B9AB81}"/>
    <dgm:cxn modelId="{7E62A745-A389-4E7A-8E9B-7125A2F63604}" type="presParOf" srcId="{B7FB1099-DFB9-40AA-9D2B-7F37F268D610}" destId="{8EBE7941-DEC0-4ABA-9736-964BA125D10C}" srcOrd="0" destOrd="0" presId="urn:microsoft.com/office/officeart/2005/8/layout/vList2"/>
    <dgm:cxn modelId="{2B1796E5-5E18-4A8F-A541-99967CD1F135}" type="presParOf" srcId="{B7FB1099-DFB9-40AA-9D2B-7F37F268D610}" destId="{277497E8-C53C-4B01-B6FE-154A3D7E7C99}" srcOrd="1" destOrd="0" presId="urn:microsoft.com/office/officeart/2005/8/layout/vList2"/>
    <dgm:cxn modelId="{52729576-50EB-4D79-9431-C82121822337}" type="presParOf" srcId="{B7FB1099-DFB9-40AA-9D2B-7F37F268D610}" destId="{921DACA1-659C-4302-A3D7-20C6DD547F7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B294C4ED-9AEC-4742-A563-CB22CD7B5C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20E3FB-3B82-4DF6-A713-00CAA7AECBCE}">
      <dgm:prSet/>
      <dgm:spPr/>
      <dgm:t>
        <a:bodyPr/>
        <a:lstStyle/>
        <a:p>
          <a:r>
            <a:rPr lang="uk-UA" b="0" i="1" dirty="0"/>
            <a:t>«Прийшли іноплемінники на Руську землю, половці </a:t>
          </a:r>
          <a:r>
            <a:rPr lang="uk-UA" b="0" i="1" dirty="0" err="1"/>
            <a:t>многі</a:t>
          </a:r>
          <a:r>
            <a:rPr lang="uk-UA" b="0" i="1" dirty="0"/>
            <a:t>. А Ізяслав, і Святослав, і Всеволод вийшли супроти них на [річку] Альту. …І сталася битва, і побігли руські князі, і перемогли половці...»</a:t>
          </a:r>
          <a:endParaRPr lang="uk-UA" dirty="0"/>
        </a:p>
      </dgm:t>
    </dgm:pt>
    <dgm:pt modelId="{BD829FED-8FEA-4345-B7AB-238CFDF322A5}" type="parTrans" cxnId="{FA2AE315-42B1-416D-99C6-2E7B79761A35}">
      <dgm:prSet/>
      <dgm:spPr/>
      <dgm:t>
        <a:bodyPr/>
        <a:lstStyle/>
        <a:p>
          <a:endParaRPr lang="uk-UA"/>
        </a:p>
      </dgm:t>
    </dgm:pt>
    <dgm:pt modelId="{93D8C523-98EC-4BC3-A50B-79155F5642E9}" type="sibTrans" cxnId="{FA2AE315-42B1-416D-99C6-2E7B79761A35}">
      <dgm:prSet/>
      <dgm:spPr/>
      <dgm:t>
        <a:bodyPr/>
        <a:lstStyle/>
        <a:p>
          <a:endParaRPr lang="uk-UA"/>
        </a:p>
      </dgm:t>
    </dgm:pt>
    <dgm:pt modelId="{69C3EEDF-32A6-46A6-AE62-21392DCB0208}">
      <dgm:prSet/>
      <dgm:spPr/>
      <dgm:t>
        <a:bodyPr/>
        <a:lstStyle/>
        <a:p>
          <a:r>
            <a:rPr lang="uk-UA" b="0" i="1" dirty="0"/>
            <a:t>«Прийняв же Данило [королівський] вінець у місті </a:t>
          </a:r>
          <a:r>
            <a:rPr lang="uk-UA" b="0" i="1" dirty="0" err="1"/>
            <a:t>Дорогичині</a:t>
          </a:r>
          <a:r>
            <a:rPr lang="uk-UA" b="0" i="1" dirty="0"/>
            <a:t>, коли він ішов на війну [проти ятвягів] із сином Львом і з </a:t>
          </a:r>
          <a:r>
            <a:rPr lang="uk-UA" b="0" i="1" dirty="0" err="1"/>
            <a:t>Сомовитом</a:t>
          </a:r>
          <a:r>
            <a:rPr lang="uk-UA" b="0" i="1" dirty="0"/>
            <a:t>, князем лядським...»</a:t>
          </a:r>
          <a:endParaRPr lang="uk-UA" dirty="0"/>
        </a:p>
      </dgm:t>
    </dgm:pt>
    <dgm:pt modelId="{2B279C42-A731-44DF-B1C3-293B25750B4E}" type="parTrans" cxnId="{BE6AEBAA-E167-4015-9A53-74467CAA1712}">
      <dgm:prSet/>
      <dgm:spPr/>
      <dgm:t>
        <a:bodyPr/>
        <a:lstStyle/>
        <a:p>
          <a:endParaRPr lang="uk-UA"/>
        </a:p>
      </dgm:t>
    </dgm:pt>
    <dgm:pt modelId="{36BBF442-3D05-4384-AD6E-CFEE3561A7C4}" type="sibTrans" cxnId="{BE6AEBAA-E167-4015-9A53-74467CAA1712}">
      <dgm:prSet/>
      <dgm:spPr/>
      <dgm:t>
        <a:bodyPr/>
        <a:lstStyle/>
        <a:p>
          <a:endParaRPr lang="uk-UA"/>
        </a:p>
      </dgm:t>
    </dgm:pt>
    <dgm:pt modelId="{B1281D10-CED9-4B61-91C3-C7F32FE339C6}" type="pres">
      <dgm:prSet presAssocID="{B294C4ED-9AEC-4742-A563-CB22CD7B5C4C}" presName="linear" presStyleCnt="0">
        <dgm:presLayoutVars>
          <dgm:animLvl val="lvl"/>
          <dgm:resizeHandles val="exact"/>
        </dgm:presLayoutVars>
      </dgm:prSet>
      <dgm:spPr/>
    </dgm:pt>
    <dgm:pt modelId="{4D37E135-4DB2-4312-90F9-1402AD50F323}" type="pres">
      <dgm:prSet presAssocID="{5820E3FB-3B82-4DF6-A713-00CAA7AECBC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A3BBF6-FC24-45EA-85A7-790B5DA40190}" type="pres">
      <dgm:prSet presAssocID="{93D8C523-98EC-4BC3-A50B-79155F5642E9}" presName="spacer" presStyleCnt="0"/>
      <dgm:spPr/>
    </dgm:pt>
    <dgm:pt modelId="{E535EB15-DAE2-4DD9-B24E-2C518965F690}" type="pres">
      <dgm:prSet presAssocID="{69C3EEDF-32A6-46A6-AE62-21392DCB020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ADD9C00-4ABB-4880-BE50-3AD619746FFA}" type="presOf" srcId="{B294C4ED-9AEC-4742-A563-CB22CD7B5C4C}" destId="{B1281D10-CED9-4B61-91C3-C7F32FE339C6}" srcOrd="0" destOrd="0" presId="urn:microsoft.com/office/officeart/2005/8/layout/vList2"/>
    <dgm:cxn modelId="{FA2AE315-42B1-416D-99C6-2E7B79761A35}" srcId="{B294C4ED-9AEC-4742-A563-CB22CD7B5C4C}" destId="{5820E3FB-3B82-4DF6-A713-00CAA7AECBCE}" srcOrd="0" destOrd="0" parTransId="{BD829FED-8FEA-4345-B7AB-238CFDF322A5}" sibTransId="{93D8C523-98EC-4BC3-A50B-79155F5642E9}"/>
    <dgm:cxn modelId="{C561D5A6-7151-47DD-BC02-19FC159DB78F}" type="presOf" srcId="{5820E3FB-3B82-4DF6-A713-00CAA7AECBCE}" destId="{4D37E135-4DB2-4312-90F9-1402AD50F323}" srcOrd="0" destOrd="0" presId="urn:microsoft.com/office/officeart/2005/8/layout/vList2"/>
    <dgm:cxn modelId="{BE6AEBAA-E167-4015-9A53-74467CAA1712}" srcId="{B294C4ED-9AEC-4742-A563-CB22CD7B5C4C}" destId="{69C3EEDF-32A6-46A6-AE62-21392DCB0208}" srcOrd="1" destOrd="0" parTransId="{2B279C42-A731-44DF-B1C3-293B25750B4E}" sibTransId="{36BBF442-3D05-4384-AD6E-CFEE3561A7C4}"/>
    <dgm:cxn modelId="{1E4D20D2-C263-4B78-A2C5-B09E37DA752F}" type="presOf" srcId="{69C3EEDF-32A6-46A6-AE62-21392DCB0208}" destId="{E535EB15-DAE2-4DD9-B24E-2C518965F690}" srcOrd="0" destOrd="0" presId="urn:microsoft.com/office/officeart/2005/8/layout/vList2"/>
    <dgm:cxn modelId="{CE047EBB-A4BA-44E3-85A8-2DB81B457B21}" type="presParOf" srcId="{B1281D10-CED9-4B61-91C3-C7F32FE339C6}" destId="{4D37E135-4DB2-4312-90F9-1402AD50F323}" srcOrd="0" destOrd="0" presId="urn:microsoft.com/office/officeart/2005/8/layout/vList2"/>
    <dgm:cxn modelId="{D7FD2A51-1911-430E-8032-37B8357CEBA8}" type="presParOf" srcId="{B1281D10-CED9-4B61-91C3-C7F32FE339C6}" destId="{A1A3BBF6-FC24-45EA-85A7-790B5DA40190}" srcOrd="1" destOrd="0" presId="urn:microsoft.com/office/officeart/2005/8/layout/vList2"/>
    <dgm:cxn modelId="{0DE7A7D5-C172-4699-9EE2-1E18EA9B9990}" type="presParOf" srcId="{B1281D10-CED9-4B61-91C3-C7F32FE339C6}" destId="{E535EB15-DAE2-4DD9-B24E-2C518965F69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07085F64-2C9B-4BBC-9413-E1BB54B88B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7AFD48-9906-4FC5-90E6-F1BE649017AE}">
      <dgm:prSet/>
      <dgm:spPr/>
      <dgm:t>
        <a:bodyPr/>
        <a:lstStyle/>
        <a:p>
          <a:r>
            <a:rPr lang="ru-RU" b="0" i="0" dirty="0"/>
            <a:t>облога та </a:t>
          </a:r>
          <a:r>
            <a:rPr lang="ru-RU" b="0" i="0" dirty="0" err="1"/>
            <a:t>розорення</a:t>
          </a:r>
          <a:r>
            <a:rPr lang="ru-RU" b="0" i="0" dirty="0"/>
            <a:t> </a:t>
          </a:r>
          <a:r>
            <a:rPr lang="ru-RU" b="0" i="0" dirty="0" err="1"/>
            <a:t>Києва</a:t>
          </a:r>
          <a:r>
            <a:rPr lang="ru-RU" b="0" i="0" dirty="0"/>
            <a:t> </a:t>
          </a:r>
          <a:r>
            <a:rPr lang="ru-RU" b="0" i="0" dirty="0" err="1"/>
            <a:t>військами</a:t>
          </a:r>
          <a:r>
            <a:rPr lang="ru-RU" b="0" i="0" dirty="0"/>
            <a:t> хана </a:t>
          </a:r>
          <a:r>
            <a:rPr lang="ru-RU" b="0" i="0" dirty="0" err="1"/>
            <a:t>Батия</a:t>
          </a:r>
          <a:endParaRPr lang="uk-UA" dirty="0"/>
        </a:p>
      </dgm:t>
    </dgm:pt>
    <dgm:pt modelId="{66FF2BB5-6066-4652-86B8-E1E86F6C34FD}" type="parTrans" cxnId="{AD089F27-C1A2-4646-9E8C-24E3D7DDE682}">
      <dgm:prSet/>
      <dgm:spPr/>
      <dgm:t>
        <a:bodyPr/>
        <a:lstStyle/>
        <a:p>
          <a:endParaRPr lang="uk-UA"/>
        </a:p>
      </dgm:t>
    </dgm:pt>
    <dgm:pt modelId="{59845040-CDAC-4905-98EA-8D9D61CB472A}" type="sibTrans" cxnId="{AD089F27-C1A2-4646-9E8C-24E3D7DDE682}">
      <dgm:prSet/>
      <dgm:spPr/>
      <dgm:t>
        <a:bodyPr/>
        <a:lstStyle/>
        <a:p>
          <a:endParaRPr lang="uk-UA"/>
        </a:p>
      </dgm:t>
    </dgm:pt>
    <dgm:pt modelId="{6E5B4FC3-BF37-4D2E-8BC3-2A8F296FA68D}">
      <dgm:prSet/>
      <dgm:spPr/>
      <dgm:t>
        <a:bodyPr/>
        <a:lstStyle/>
        <a:p>
          <a:r>
            <a:rPr lang="ru-RU" b="0" i="0"/>
            <a:t>битва русько-половецьких військ з монголами на р. Калка</a:t>
          </a:r>
          <a:endParaRPr lang="uk-UA"/>
        </a:p>
      </dgm:t>
    </dgm:pt>
    <dgm:pt modelId="{B0F384B0-68D0-45D6-B2AE-825DF1DF47EE}" type="parTrans" cxnId="{CE1D1B1C-3A78-40E9-A317-551090088DB9}">
      <dgm:prSet/>
      <dgm:spPr/>
      <dgm:t>
        <a:bodyPr/>
        <a:lstStyle/>
        <a:p>
          <a:endParaRPr lang="uk-UA"/>
        </a:p>
      </dgm:t>
    </dgm:pt>
    <dgm:pt modelId="{DDBA9F22-C228-4CCE-A897-F61F8B99B868}" type="sibTrans" cxnId="{CE1D1B1C-3A78-40E9-A317-551090088DB9}">
      <dgm:prSet/>
      <dgm:spPr/>
      <dgm:t>
        <a:bodyPr/>
        <a:lstStyle/>
        <a:p>
          <a:endParaRPr lang="uk-UA"/>
        </a:p>
      </dgm:t>
    </dgm:pt>
    <dgm:pt modelId="{B61269A8-DBCF-424D-B609-BD7C8912DFD6}">
      <dgm:prSet/>
      <dgm:spPr/>
      <dgm:t>
        <a:bodyPr/>
        <a:lstStyle/>
        <a:p>
          <a:r>
            <a:rPr lang="ru-RU" b="0" i="0"/>
            <a:t>розорення монголами Переяслава та Чернігова</a:t>
          </a:r>
          <a:endParaRPr lang="uk-UA"/>
        </a:p>
      </dgm:t>
    </dgm:pt>
    <dgm:pt modelId="{FC45B9D7-3321-417E-B197-E623A288969C}" type="parTrans" cxnId="{DD367188-0EB6-489E-AA7C-AA70F6A77B83}">
      <dgm:prSet/>
      <dgm:spPr/>
      <dgm:t>
        <a:bodyPr/>
        <a:lstStyle/>
        <a:p>
          <a:endParaRPr lang="uk-UA"/>
        </a:p>
      </dgm:t>
    </dgm:pt>
    <dgm:pt modelId="{03F13D14-1959-4DB5-B225-C57FB4C946D9}" type="sibTrans" cxnId="{DD367188-0EB6-489E-AA7C-AA70F6A77B83}">
      <dgm:prSet/>
      <dgm:spPr/>
      <dgm:t>
        <a:bodyPr/>
        <a:lstStyle/>
        <a:p>
          <a:endParaRPr lang="uk-UA"/>
        </a:p>
      </dgm:t>
    </dgm:pt>
    <dgm:pt modelId="{1CA1FB04-AC13-4B59-B2D7-B102F1F8794D}">
      <dgm:prSet/>
      <dgm:spPr/>
      <dgm:t>
        <a:bodyPr/>
        <a:lstStyle/>
        <a:p>
          <a:r>
            <a:rPr lang="ru-RU" b="0" i="0" dirty="0" err="1"/>
            <a:t>спустошення</a:t>
          </a:r>
          <a:r>
            <a:rPr lang="ru-RU" b="0" i="0" dirty="0"/>
            <a:t> </a:t>
          </a:r>
          <a:r>
            <a:rPr lang="ru-RU" b="0" i="0" dirty="0" err="1"/>
            <a:t>монгольськими</a:t>
          </a:r>
          <a:r>
            <a:rPr lang="ru-RU" b="0" i="0" dirty="0"/>
            <a:t> ордами </a:t>
          </a:r>
          <a:r>
            <a:rPr lang="ru-RU" b="0" i="0" dirty="0" err="1"/>
            <a:t>Галицько-Волинської</a:t>
          </a:r>
          <a:r>
            <a:rPr lang="ru-RU" b="0" i="0" dirty="0"/>
            <a:t> </a:t>
          </a:r>
          <a:r>
            <a:rPr lang="ru-RU" b="0" i="0" dirty="0" err="1"/>
            <a:t>держави</a:t>
          </a:r>
          <a:endParaRPr lang="uk-UA" dirty="0"/>
        </a:p>
      </dgm:t>
    </dgm:pt>
    <dgm:pt modelId="{C0A8E45A-3F1C-4AC2-9D4F-779D5A0747CE}" type="parTrans" cxnId="{CED68248-FD05-4DC4-85A7-06D589B16B2D}">
      <dgm:prSet/>
      <dgm:spPr/>
      <dgm:t>
        <a:bodyPr/>
        <a:lstStyle/>
        <a:p>
          <a:endParaRPr lang="uk-UA"/>
        </a:p>
      </dgm:t>
    </dgm:pt>
    <dgm:pt modelId="{626CB642-C1E9-4621-8F0D-605925EA7740}" type="sibTrans" cxnId="{CED68248-FD05-4DC4-85A7-06D589B16B2D}">
      <dgm:prSet/>
      <dgm:spPr/>
      <dgm:t>
        <a:bodyPr/>
        <a:lstStyle/>
        <a:p>
          <a:endParaRPr lang="uk-UA"/>
        </a:p>
      </dgm:t>
    </dgm:pt>
    <dgm:pt modelId="{6E915AEF-6A0C-4026-9459-FC2A7F54B74C}" type="pres">
      <dgm:prSet presAssocID="{07085F64-2C9B-4BBC-9413-E1BB54B88B09}" presName="linear" presStyleCnt="0">
        <dgm:presLayoutVars>
          <dgm:animLvl val="lvl"/>
          <dgm:resizeHandles val="exact"/>
        </dgm:presLayoutVars>
      </dgm:prSet>
      <dgm:spPr/>
    </dgm:pt>
    <dgm:pt modelId="{28C83867-DA49-4AE6-96FD-5696D2F49265}" type="pres">
      <dgm:prSet presAssocID="{667AFD48-9906-4FC5-90E6-F1BE649017A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208017-8637-4A96-BD4B-1FAED688F628}" type="pres">
      <dgm:prSet presAssocID="{59845040-CDAC-4905-98EA-8D9D61CB472A}" presName="spacer" presStyleCnt="0"/>
      <dgm:spPr/>
    </dgm:pt>
    <dgm:pt modelId="{5ABFE9CA-7669-4CCA-B3E3-3F85BA578DF1}" type="pres">
      <dgm:prSet presAssocID="{6E5B4FC3-BF37-4D2E-8BC3-2A8F296FA6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AB6E24-3542-4915-B81E-57A615C01B8D}" type="pres">
      <dgm:prSet presAssocID="{DDBA9F22-C228-4CCE-A897-F61F8B99B868}" presName="spacer" presStyleCnt="0"/>
      <dgm:spPr/>
    </dgm:pt>
    <dgm:pt modelId="{E82180D1-8854-4878-B629-9FFC42DCD75B}" type="pres">
      <dgm:prSet presAssocID="{B61269A8-DBCF-424D-B609-BD7C8912DF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027D1E-12BD-4053-9018-A3EE6A5A8DA4}" type="pres">
      <dgm:prSet presAssocID="{03F13D14-1959-4DB5-B225-C57FB4C946D9}" presName="spacer" presStyleCnt="0"/>
      <dgm:spPr/>
    </dgm:pt>
    <dgm:pt modelId="{0AFC4D09-0C1F-4E66-AC25-AB13895A4F40}" type="pres">
      <dgm:prSet presAssocID="{1CA1FB04-AC13-4B59-B2D7-B102F1F8794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862201-04C8-4BCE-A986-88154FC33EF0}" type="presOf" srcId="{B61269A8-DBCF-424D-B609-BD7C8912DFD6}" destId="{E82180D1-8854-4878-B629-9FFC42DCD75B}" srcOrd="0" destOrd="0" presId="urn:microsoft.com/office/officeart/2005/8/layout/vList2"/>
    <dgm:cxn modelId="{870A710B-4ED6-4421-8509-F95FD2F67437}" type="presOf" srcId="{667AFD48-9906-4FC5-90E6-F1BE649017AE}" destId="{28C83867-DA49-4AE6-96FD-5696D2F49265}" srcOrd="0" destOrd="0" presId="urn:microsoft.com/office/officeart/2005/8/layout/vList2"/>
    <dgm:cxn modelId="{CE1D1B1C-3A78-40E9-A317-551090088DB9}" srcId="{07085F64-2C9B-4BBC-9413-E1BB54B88B09}" destId="{6E5B4FC3-BF37-4D2E-8BC3-2A8F296FA68D}" srcOrd="1" destOrd="0" parTransId="{B0F384B0-68D0-45D6-B2AE-825DF1DF47EE}" sibTransId="{DDBA9F22-C228-4CCE-A897-F61F8B99B868}"/>
    <dgm:cxn modelId="{AD089F27-C1A2-4646-9E8C-24E3D7DDE682}" srcId="{07085F64-2C9B-4BBC-9413-E1BB54B88B09}" destId="{667AFD48-9906-4FC5-90E6-F1BE649017AE}" srcOrd="0" destOrd="0" parTransId="{66FF2BB5-6066-4652-86B8-E1E86F6C34FD}" sibTransId="{59845040-CDAC-4905-98EA-8D9D61CB472A}"/>
    <dgm:cxn modelId="{52BD8D5F-5DE9-4E1A-9A57-C4A5BE5357C9}" type="presOf" srcId="{6E5B4FC3-BF37-4D2E-8BC3-2A8F296FA68D}" destId="{5ABFE9CA-7669-4CCA-B3E3-3F85BA578DF1}" srcOrd="0" destOrd="0" presId="urn:microsoft.com/office/officeart/2005/8/layout/vList2"/>
    <dgm:cxn modelId="{CED68248-FD05-4DC4-85A7-06D589B16B2D}" srcId="{07085F64-2C9B-4BBC-9413-E1BB54B88B09}" destId="{1CA1FB04-AC13-4B59-B2D7-B102F1F8794D}" srcOrd="3" destOrd="0" parTransId="{C0A8E45A-3F1C-4AC2-9D4F-779D5A0747CE}" sibTransId="{626CB642-C1E9-4621-8F0D-605925EA7740}"/>
    <dgm:cxn modelId="{75A5857E-3202-480C-907C-334C09681CE8}" type="presOf" srcId="{1CA1FB04-AC13-4B59-B2D7-B102F1F8794D}" destId="{0AFC4D09-0C1F-4E66-AC25-AB13895A4F40}" srcOrd="0" destOrd="0" presId="urn:microsoft.com/office/officeart/2005/8/layout/vList2"/>
    <dgm:cxn modelId="{DD367188-0EB6-489E-AA7C-AA70F6A77B83}" srcId="{07085F64-2C9B-4BBC-9413-E1BB54B88B09}" destId="{B61269A8-DBCF-424D-B609-BD7C8912DFD6}" srcOrd="2" destOrd="0" parTransId="{FC45B9D7-3321-417E-B197-E623A288969C}" sibTransId="{03F13D14-1959-4DB5-B225-C57FB4C946D9}"/>
    <dgm:cxn modelId="{A24F61BA-BDE2-4B60-A306-B0CC6D6F4070}" type="presOf" srcId="{07085F64-2C9B-4BBC-9413-E1BB54B88B09}" destId="{6E915AEF-6A0C-4026-9459-FC2A7F54B74C}" srcOrd="0" destOrd="0" presId="urn:microsoft.com/office/officeart/2005/8/layout/vList2"/>
    <dgm:cxn modelId="{08036106-BFF8-450B-B49A-0D2F894DDB70}" type="presParOf" srcId="{6E915AEF-6A0C-4026-9459-FC2A7F54B74C}" destId="{28C83867-DA49-4AE6-96FD-5696D2F49265}" srcOrd="0" destOrd="0" presId="urn:microsoft.com/office/officeart/2005/8/layout/vList2"/>
    <dgm:cxn modelId="{82BBAF6D-4393-4C51-9FCB-61FE3C730229}" type="presParOf" srcId="{6E915AEF-6A0C-4026-9459-FC2A7F54B74C}" destId="{67208017-8637-4A96-BD4B-1FAED688F628}" srcOrd="1" destOrd="0" presId="urn:microsoft.com/office/officeart/2005/8/layout/vList2"/>
    <dgm:cxn modelId="{579737AF-1336-4301-9B45-DC0BF153C17B}" type="presParOf" srcId="{6E915AEF-6A0C-4026-9459-FC2A7F54B74C}" destId="{5ABFE9CA-7669-4CCA-B3E3-3F85BA578DF1}" srcOrd="2" destOrd="0" presId="urn:microsoft.com/office/officeart/2005/8/layout/vList2"/>
    <dgm:cxn modelId="{370E7C27-F8DE-4F97-A0DA-624F7500BC8B}" type="presParOf" srcId="{6E915AEF-6A0C-4026-9459-FC2A7F54B74C}" destId="{46AB6E24-3542-4915-B81E-57A615C01B8D}" srcOrd="3" destOrd="0" presId="urn:microsoft.com/office/officeart/2005/8/layout/vList2"/>
    <dgm:cxn modelId="{A28FA56B-50DD-4CA9-AE45-21F60D93FCC7}" type="presParOf" srcId="{6E915AEF-6A0C-4026-9459-FC2A7F54B74C}" destId="{E82180D1-8854-4878-B629-9FFC42DCD75B}" srcOrd="4" destOrd="0" presId="urn:microsoft.com/office/officeart/2005/8/layout/vList2"/>
    <dgm:cxn modelId="{7BBA1CB6-7869-41E7-9870-D60583C9ABE3}" type="presParOf" srcId="{6E915AEF-6A0C-4026-9459-FC2A7F54B74C}" destId="{FB027D1E-12BD-4053-9018-A3EE6A5A8DA4}" srcOrd="5" destOrd="0" presId="urn:microsoft.com/office/officeart/2005/8/layout/vList2"/>
    <dgm:cxn modelId="{3EDC11CF-1825-432F-ADEE-77C3834D030F}" type="presParOf" srcId="{6E915AEF-6A0C-4026-9459-FC2A7F54B74C}" destId="{0AFC4D09-0C1F-4E66-AC25-AB13895A4F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16559D80-0E78-4BA8-BD0C-6B187A21ED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4C2E38-81E4-4D75-96BC-5CC6DFD0A8A8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Найдавніша</a:t>
          </a:r>
          <a:r>
            <a:rPr lang="ru-RU" b="0" i="0" dirty="0"/>
            <a:t> Правда» Ярослава Мудрого</a:t>
          </a:r>
          <a:endParaRPr lang="uk-UA" dirty="0"/>
        </a:p>
      </dgm:t>
    </dgm:pt>
    <dgm:pt modelId="{E2219A39-BA14-4650-80E0-E906E9C938F6}" type="parTrans" cxnId="{AE7C5396-348F-4A36-A6DE-4339990DEF24}">
      <dgm:prSet/>
      <dgm:spPr/>
      <dgm:t>
        <a:bodyPr/>
        <a:lstStyle/>
        <a:p>
          <a:endParaRPr lang="uk-UA"/>
        </a:p>
      </dgm:t>
    </dgm:pt>
    <dgm:pt modelId="{B52E7F2F-B372-46F2-B1AC-2AF161C94DC0}" type="sibTrans" cxnId="{AE7C5396-348F-4A36-A6DE-4339990DEF24}">
      <dgm:prSet/>
      <dgm:spPr/>
      <dgm:t>
        <a:bodyPr/>
        <a:lstStyle/>
        <a:p>
          <a:endParaRPr lang="uk-UA"/>
        </a:p>
      </dgm:t>
    </dgm:pt>
    <dgm:pt modelId="{B0858254-7371-4DE2-8BF3-893D55EA19BC}">
      <dgm:prSet/>
      <dgm:spPr/>
      <dgm:t>
        <a:bodyPr/>
        <a:lstStyle/>
        <a:p>
          <a:r>
            <a:rPr lang="ru-RU" b="0" i="0"/>
            <a:t>«Устав» Володимира Мономаха</a:t>
          </a:r>
          <a:endParaRPr lang="uk-UA"/>
        </a:p>
      </dgm:t>
    </dgm:pt>
    <dgm:pt modelId="{973DCECE-EF40-4C79-A45C-53176D9AE729}" type="parTrans" cxnId="{99E095C5-00F0-496C-826A-8622D9A31C72}">
      <dgm:prSet/>
      <dgm:spPr/>
      <dgm:t>
        <a:bodyPr/>
        <a:lstStyle/>
        <a:p>
          <a:endParaRPr lang="uk-UA"/>
        </a:p>
      </dgm:t>
    </dgm:pt>
    <dgm:pt modelId="{B007D8E3-C6C0-40F5-8EA1-5DDA6E5FBA26}" type="sibTrans" cxnId="{99E095C5-00F0-496C-826A-8622D9A31C72}">
      <dgm:prSet/>
      <dgm:spPr/>
      <dgm:t>
        <a:bodyPr/>
        <a:lstStyle/>
        <a:p>
          <a:endParaRPr lang="uk-UA"/>
        </a:p>
      </dgm:t>
    </dgm:pt>
    <dgm:pt modelId="{446D23E4-423B-4A8B-BB66-D2E1C7ACFCBB}">
      <dgm:prSet/>
      <dgm:spPr/>
      <dgm:t>
        <a:bodyPr/>
        <a:lstStyle/>
        <a:p>
          <a:r>
            <a:rPr lang="ru-RU" b="0" i="0" dirty="0"/>
            <a:t>«Правда </a:t>
          </a:r>
          <a:r>
            <a:rPr lang="ru-RU" b="0" i="0" dirty="0" err="1"/>
            <a:t>Ярославичів</a:t>
          </a:r>
          <a:r>
            <a:rPr lang="ru-RU" b="0" i="0" dirty="0"/>
            <a:t>»</a:t>
          </a:r>
          <a:endParaRPr lang="uk-UA" dirty="0"/>
        </a:p>
      </dgm:t>
    </dgm:pt>
    <dgm:pt modelId="{F812090C-4C61-46D6-BDD0-92B07F5A5DF0}" type="parTrans" cxnId="{339D6E1E-4B18-4737-9225-BDA534EC2556}">
      <dgm:prSet/>
      <dgm:spPr/>
      <dgm:t>
        <a:bodyPr/>
        <a:lstStyle/>
        <a:p>
          <a:endParaRPr lang="uk-UA"/>
        </a:p>
      </dgm:t>
    </dgm:pt>
    <dgm:pt modelId="{E86E4484-5952-49DE-A2A9-F9066C412130}" type="sibTrans" cxnId="{339D6E1E-4B18-4737-9225-BDA534EC2556}">
      <dgm:prSet/>
      <dgm:spPr/>
      <dgm:t>
        <a:bodyPr/>
        <a:lstStyle/>
        <a:p>
          <a:endParaRPr lang="uk-UA"/>
        </a:p>
      </dgm:t>
    </dgm:pt>
    <dgm:pt modelId="{8A014E4D-683A-43EC-AF6D-7090735116DD}">
      <dgm:prSet/>
      <dgm:spPr/>
      <dgm:t>
        <a:bodyPr/>
        <a:lstStyle/>
        <a:p>
          <a:r>
            <a:rPr lang="ru-RU" b="0" i="0" dirty="0"/>
            <a:t>«Закон </a:t>
          </a:r>
          <a:r>
            <a:rPr lang="ru-RU" b="0" i="0" dirty="0" err="1"/>
            <a:t>земляний</a:t>
          </a:r>
          <a:r>
            <a:rPr lang="ru-RU" b="0" i="0" dirty="0"/>
            <a:t>» </a:t>
          </a:r>
          <a:r>
            <a:rPr lang="ru-RU" b="0" i="0" dirty="0" err="1"/>
            <a:t>Володимира</a:t>
          </a:r>
          <a:r>
            <a:rPr lang="ru-RU" b="0" i="0" dirty="0"/>
            <a:t> Великого</a:t>
          </a:r>
          <a:endParaRPr lang="uk-UA" dirty="0"/>
        </a:p>
      </dgm:t>
    </dgm:pt>
    <dgm:pt modelId="{A5E3E472-19D1-4FAB-8344-F3952BB05E5C}" type="parTrans" cxnId="{AAB107C7-11E2-40F2-B8D6-608C626DACC4}">
      <dgm:prSet/>
      <dgm:spPr/>
      <dgm:t>
        <a:bodyPr/>
        <a:lstStyle/>
        <a:p>
          <a:endParaRPr lang="uk-UA"/>
        </a:p>
      </dgm:t>
    </dgm:pt>
    <dgm:pt modelId="{59C710D2-61ED-41B8-B40B-4289BEECD93D}" type="sibTrans" cxnId="{AAB107C7-11E2-40F2-B8D6-608C626DACC4}">
      <dgm:prSet/>
      <dgm:spPr/>
      <dgm:t>
        <a:bodyPr/>
        <a:lstStyle/>
        <a:p>
          <a:endParaRPr lang="uk-UA"/>
        </a:p>
      </dgm:t>
    </dgm:pt>
    <dgm:pt modelId="{D8041B00-5B6C-4923-86CC-BE0300CAD97A}" type="pres">
      <dgm:prSet presAssocID="{16559D80-0E78-4BA8-BD0C-6B187A21ED1C}" presName="linear" presStyleCnt="0">
        <dgm:presLayoutVars>
          <dgm:animLvl val="lvl"/>
          <dgm:resizeHandles val="exact"/>
        </dgm:presLayoutVars>
      </dgm:prSet>
      <dgm:spPr/>
    </dgm:pt>
    <dgm:pt modelId="{D29365E8-6C44-4F66-99F9-FA3B0B880834}" type="pres">
      <dgm:prSet presAssocID="{A54C2E38-81E4-4D75-96BC-5CC6DFD0A8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F7F1BE-6A05-46BA-8B1C-3DD9266AF212}" type="pres">
      <dgm:prSet presAssocID="{B52E7F2F-B372-46F2-B1AC-2AF161C94DC0}" presName="spacer" presStyleCnt="0"/>
      <dgm:spPr/>
    </dgm:pt>
    <dgm:pt modelId="{AE456C9C-5301-46F1-933C-B547A1DD3EF2}" type="pres">
      <dgm:prSet presAssocID="{B0858254-7371-4DE2-8BF3-893D55EA19B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176664-5B38-4A0C-A7B7-8D6541C35A5D}" type="pres">
      <dgm:prSet presAssocID="{B007D8E3-C6C0-40F5-8EA1-5DDA6E5FBA26}" presName="spacer" presStyleCnt="0"/>
      <dgm:spPr/>
    </dgm:pt>
    <dgm:pt modelId="{78FD3D33-4ACA-4E63-A8E1-4068ADB920BA}" type="pres">
      <dgm:prSet presAssocID="{446D23E4-423B-4A8B-BB66-D2E1C7ACFC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6506ECA-098A-43EE-9A2C-C254653B0E71}" type="pres">
      <dgm:prSet presAssocID="{E86E4484-5952-49DE-A2A9-F9066C412130}" presName="spacer" presStyleCnt="0"/>
      <dgm:spPr/>
    </dgm:pt>
    <dgm:pt modelId="{05D58CF7-CD8B-43A6-9240-179673E46527}" type="pres">
      <dgm:prSet presAssocID="{8A014E4D-683A-43EC-AF6D-7090735116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9D6E1E-4B18-4737-9225-BDA534EC2556}" srcId="{16559D80-0E78-4BA8-BD0C-6B187A21ED1C}" destId="{446D23E4-423B-4A8B-BB66-D2E1C7ACFCBB}" srcOrd="2" destOrd="0" parTransId="{F812090C-4C61-46D6-BDD0-92B07F5A5DF0}" sibTransId="{E86E4484-5952-49DE-A2A9-F9066C412130}"/>
    <dgm:cxn modelId="{AF688238-2500-4732-90BE-F49B72D38B78}" type="presOf" srcId="{B0858254-7371-4DE2-8BF3-893D55EA19BC}" destId="{AE456C9C-5301-46F1-933C-B547A1DD3EF2}" srcOrd="0" destOrd="0" presId="urn:microsoft.com/office/officeart/2005/8/layout/vList2"/>
    <dgm:cxn modelId="{33BA8C71-9AC2-4A1A-A621-F07E4DAAADC1}" type="presOf" srcId="{16559D80-0E78-4BA8-BD0C-6B187A21ED1C}" destId="{D8041B00-5B6C-4923-86CC-BE0300CAD97A}" srcOrd="0" destOrd="0" presId="urn:microsoft.com/office/officeart/2005/8/layout/vList2"/>
    <dgm:cxn modelId="{217C6D73-9EE3-44A6-B74A-66D9182EF626}" type="presOf" srcId="{8A014E4D-683A-43EC-AF6D-7090735116DD}" destId="{05D58CF7-CD8B-43A6-9240-179673E46527}" srcOrd="0" destOrd="0" presId="urn:microsoft.com/office/officeart/2005/8/layout/vList2"/>
    <dgm:cxn modelId="{F783B87D-921A-4331-9FC4-1C67843E6B07}" type="presOf" srcId="{A54C2E38-81E4-4D75-96BC-5CC6DFD0A8A8}" destId="{D29365E8-6C44-4F66-99F9-FA3B0B880834}" srcOrd="0" destOrd="0" presId="urn:microsoft.com/office/officeart/2005/8/layout/vList2"/>
    <dgm:cxn modelId="{AE7C5396-348F-4A36-A6DE-4339990DEF24}" srcId="{16559D80-0E78-4BA8-BD0C-6B187A21ED1C}" destId="{A54C2E38-81E4-4D75-96BC-5CC6DFD0A8A8}" srcOrd="0" destOrd="0" parTransId="{E2219A39-BA14-4650-80E0-E906E9C938F6}" sibTransId="{B52E7F2F-B372-46F2-B1AC-2AF161C94DC0}"/>
    <dgm:cxn modelId="{99E095C5-00F0-496C-826A-8622D9A31C72}" srcId="{16559D80-0E78-4BA8-BD0C-6B187A21ED1C}" destId="{B0858254-7371-4DE2-8BF3-893D55EA19BC}" srcOrd="1" destOrd="0" parTransId="{973DCECE-EF40-4C79-A45C-53176D9AE729}" sibTransId="{B007D8E3-C6C0-40F5-8EA1-5DDA6E5FBA26}"/>
    <dgm:cxn modelId="{AAB107C7-11E2-40F2-B8D6-608C626DACC4}" srcId="{16559D80-0E78-4BA8-BD0C-6B187A21ED1C}" destId="{8A014E4D-683A-43EC-AF6D-7090735116DD}" srcOrd="3" destOrd="0" parTransId="{A5E3E472-19D1-4FAB-8344-F3952BB05E5C}" sibTransId="{59C710D2-61ED-41B8-B40B-4289BEECD93D}"/>
    <dgm:cxn modelId="{0E8A1DD7-4D1A-4744-BD50-B27C34A43F9E}" type="presOf" srcId="{446D23E4-423B-4A8B-BB66-D2E1C7ACFCBB}" destId="{78FD3D33-4ACA-4E63-A8E1-4068ADB920BA}" srcOrd="0" destOrd="0" presId="urn:microsoft.com/office/officeart/2005/8/layout/vList2"/>
    <dgm:cxn modelId="{E8412146-7044-4252-8BCD-F1CC3D27BBFB}" type="presParOf" srcId="{D8041B00-5B6C-4923-86CC-BE0300CAD97A}" destId="{D29365E8-6C44-4F66-99F9-FA3B0B880834}" srcOrd="0" destOrd="0" presId="urn:microsoft.com/office/officeart/2005/8/layout/vList2"/>
    <dgm:cxn modelId="{9F76ED6B-CB0B-4AD0-B312-75D9C1BFD926}" type="presParOf" srcId="{D8041B00-5B6C-4923-86CC-BE0300CAD97A}" destId="{F2F7F1BE-6A05-46BA-8B1C-3DD9266AF212}" srcOrd="1" destOrd="0" presId="urn:microsoft.com/office/officeart/2005/8/layout/vList2"/>
    <dgm:cxn modelId="{D8854BB0-E6BC-409D-8F3D-C8D00CD6C41D}" type="presParOf" srcId="{D8041B00-5B6C-4923-86CC-BE0300CAD97A}" destId="{AE456C9C-5301-46F1-933C-B547A1DD3EF2}" srcOrd="2" destOrd="0" presId="urn:microsoft.com/office/officeart/2005/8/layout/vList2"/>
    <dgm:cxn modelId="{52439784-D18B-42C1-A1B7-F4A8C50931CF}" type="presParOf" srcId="{D8041B00-5B6C-4923-86CC-BE0300CAD97A}" destId="{BC176664-5B38-4A0C-A7B7-8D6541C35A5D}" srcOrd="3" destOrd="0" presId="urn:microsoft.com/office/officeart/2005/8/layout/vList2"/>
    <dgm:cxn modelId="{BED7395A-E710-4DEA-B793-7391CC17BC06}" type="presParOf" srcId="{D8041B00-5B6C-4923-86CC-BE0300CAD97A}" destId="{78FD3D33-4ACA-4E63-A8E1-4068ADB920BA}" srcOrd="4" destOrd="0" presId="urn:microsoft.com/office/officeart/2005/8/layout/vList2"/>
    <dgm:cxn modelId="{6910808A-D381-4E68-AAF7-7E1C9B44DC9A}" type="presParOf" srcId="{D8041B00-5B6C-4923-86CC-BE0300CAD97A}" destId="{26506ECA-098A-43EE-9A2C-C254653B0E71}" srcOrd="5" destOrd="0" presId="urn:microsoft.com/office/officeart/2005/8/layout/vList2"/>
    <dgm:cxn modelId="{12CE7CFD-535D-45B9-B468-BCE50F7ADB7C}" type="presParOf" srcId="{D8041B00-5B6C-4923-86CC-BE0300CAD97A}" destId="{05D58CF7-CD8B-43A6-9240-179673E4652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9DB1DBA1-9C8E-4731-8E8B-25E93B13BFB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AE5A1E-2399-4608-A9D8-9A67AFDF76F1}">
      <dgm:prSet/>
      <dgm:spPr/>
      <dgm:t>
        <a:bodyPr/>
        <a:lstStyle/>
        <a:p>
          <a:r>
            <a:rPr lang="uk-UA" b="0" i="0"/>
            <a:t>розселення племінних союзів східних слов'ян.</a:t>
          </a:r>
          <a:endParaRPr lang="uk-UA"/>
        </a:p>
      </dgm:t>
    </dgm:pt>
    <dgm:pt modelId="{11CB2ABB-5928-4966-8CD1-56EE57D2A14E}" type="parTrans" cxnId="{D82417DB-01C0-4B47-9736-2201FBEADBA7}">
      <dgm:prSet/>
      <dgm:spPr/>
      <dgm:t>
        <a:bodyPr/>
        <a:lstStyle/>
        <a:p>
          <a:endParaRPr lang="uk-UA"/>
        </a:p>
      </dgm:t>
    </dgm:pt>
    <dgm:pt modelId="{D241F678-11A3-400A-B10B-4FFF9D212152}" type="sibTrans" cxnId="{D82417DB-01C0-4B47-9736-2201FBEADBA7}">
      <dgm:prSet/>
      <dgm:spPr/>
      <dgm:t>
        <a:bodyPr/>
        <a:lstStyle/>
        <a:p>
          <a:endParaRPr lang="uk-UA"/>
        </a:p>
      </dgm:t>
    </dgm:pt>
    <dgm:pt modelId="{D842487D-3BFE-445D-AF73-20308A1F6A1B}">
      <dgm:prSet/>
      <dgm:spPr/>
      <dgm:t>
        <a:bodyPr/>
        <a:lstStyle/>
        <a:p>
          <a:r>
            <a:rPr lang="uk-UA" b="0" i="0"/>
            <a:t>утворення Київської Русі.</a:t>
          </a:r>
          <a:endParaRPr lang="uk-UA"/>
        </a:p>
      </dgm:t>
    </dgm:pt>
    <dgm:pt modelId="{B9A931A1-BCB5-46AA-86FC-9BFC883C5D65}" type="parTrans" cxnId="{01F4F794-C2E6-4E24-A1DE-448A2628AB64}">
      <dgm:prSet/>
      <dgm:spPr/>
      <dgm:t>
        <a:bodyPr/>
        <a:lstStyle/>
        <a:p>
          <a:endParaRPr lang="uk-UA"/>
        </a:p>
      </dgm:t>
    </dgm:pt>
    <dgm:pt modelId="{24B9AE5C-0BEC-4805-9CCB-660FE5D8B983}" type="sibTrans" cxnId="{01F4F794-C2E6-4E24-A1DE-448A2628AB64}">
      <dgm:prSet/>
      <dgm:spPr/>
      <dgm:t>
        <a:bodyPr/>
        <a:lstStyle/>
        <a:p>
          <a:endParaRPr lang="uk-UA"/>
        </a:p>
      </dgm:t>
    </dgm:pt>
    <dgm:pt modelId="{991F88F0-66DB-4D0F-AD55-F16D741F0117}">
      <dgm:prSet/>
      <dgm:spPr/>
      <dgm:t>
        <a:bodyPr/>
        <a:lstStyle/>
        <a:p>
          <a:r>
            <a:rPr lang="uk-UA" b="0" i="0"/>
            <a:t>політичної роздробленості Київської Русі.</a:t>
          </a:r>
          <a:endParaRPr lang="uk-UA"/>
        </a:p>
      </dgm:t>
    </dgm:pt>
    <dgm:pt modelId="{47B22076-0E38-445B-A2D2-C09A6FD489BA}" type="parTrans" cxnId="{C361B630-B30B-4CAD-9C75-D45C3290FB73}">
      <dgm:prSet/>
      <dgm:spPr/>
      <dgm:t>
        <a:bodyPr/>
        <a:lstStyle/>
        <a:p>
          <a:endParaRPr lang="uk-UA"/>
        </a:p>
      </dgm:t>
    </dgm:pt>
    <dgm:pt modelId="{AD1DB99E-B906-44F2-8FC7-D82553B46B49}" type="sibTrans" cxnId="{C361B630-B30B-4CAD-9C75-D45C3290FB73}">
      <dgm:prSet/>
      <dgm:spPr/>
      <dgm:t>
        <a:bodyPr/>
        <a:lstStyle/>
        <a:p>
          <a:endParaRPr lang="uk-UA"/>
        </a:p>
      </dgm:t>
    </dgm:pt>
    <dgm:pt modelId="{320DC9B5-8772-40A9-81AA-A7862B6C91B0}">
      <dgm:prSet/>
      <dgm:spPr/>
      <dgm:t>
        <a:bodyPr/>
        <a:lstStyle/>
        <a:p>
          <a:r>
            <a:rPr lang="uk-UA" b="0" i="0" dirty="0"/>
            <a:t>золотоординського панування на південно-західних землях Русі.</a:t>
          </a:r>
          <a:endParaRPr lang="uk-UA" dirty="0"/>
        </a:p>
      </dgm:t>
    </dgm:pt>
    <dgm:pt modelId="{C1AA3D92-51A2-4431-B2F3-DA0BFDF8B306}" type="parTrans" cxnId="{18A11D14-3D8F-4787-8C33-AB2E22C1AE46}">
      <dgm:prSet/>
      <dgm:spPr/>
      <dgm:t>
        <a:bodyPr/>
        <a:lstStyle/>
        <a:p>
          <a:endParaRPr lang="uk-UA"/>
        </a:p>
      </dgm:t>
    </dgm:pt>
    <dgm:pt modelId="{5D5CF83F-BD24-448F-A0A5-AADC80A512AE}" type="sibTrans" cxnId="{18A11D14-3D8F-4787-8C33-AB2E22C1AE46}">
      <dgm:prSet/>
      <dgm:spPr/>
      <dgm:t>
        <a:bodyPr/>
        <a:lstStyle/>
        <a:p>
          <a:endParaRPr lang="uk-UA"/>
        </a:p>
      </dgm:t>
    </dgm:pt>
    <dgm:pt modelId="{A4F7CB68-66DD-46EA-9CA8-46A2D2A258A9}" type="pres">
      <dgm:prSet presAssocID="{9DB1DBA1-9C8E-4731-8E8B-25E93B13BFB6}" presName="linear" presStyleCnt="0">
        <dgm:presLayoutVars>
          <dgm:animLvl val="lvl"/>
          <dgm:resizeHandles val="exact"/>
        </dgm:presLayoutVars>
      </dgm:prSet>
      <dgm:spPr/>
    </dgm:pt>
    <dgm:pt modelId="{62C188C7-7DC6-4690-A5E1-047DB9BC88E3}" type="pres">
      <dgm:prSet presAssocID="{4AAE5A1E-2399-4608-A9D8-9A67AFDF76F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F7915A-15E1-4828-893A-722E4E2B8979}" type="pres">
      <dgm:prSet presAssocID="{D241F678-11A3-400A-B10B-4FFF9D212152}" presName="spacer" presStyleCnt="0"/>
      <dgm:spPr/>
    </dgm:pt>
    <dgm:pt modelId="{8E1B9C09-4872-47CC-B62D-CCE5BE65A7A8}" type="pres">
      <dgm:prSet presAssocID="{D842487D-3BFE-445D-AF73-20308A1F6A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9B1406-B708-4CF1-BB44-F6076E76E901}" type="pres">
      <dgm:prSet presAssocID="{24B9AE5C-0BEC-4805-9CCB-660FE5D8B983}" presName="spacer" presStyleCnt="0"/>
      <dgm:spPr/>
    </dgm:pt>
    <dgm:pt modelId="{CCB5C34F-46FE-4669-ACC6-5CB7A78304DD}" type="pres">
      <dgm:prSet presAssocID="{991F88F0-66DB-4D0F-AD55-F16D741F01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80B881-A630-4A36-9493-964303596FAF}" type="pres">
      <dgm:prSet presAssocID="{AD1DB99E-B906-44F2-8FC7-D82553B46B49}" presName="spacer" presStyleCnt="0"/>
      <dgm:spPr/>
    </dgm:pt>
    <dgm:pt modelId="{5BD3DFFC-2C2C-4C9A-92F8-D68D73F1964D}" type="pres">
      <dgm:prSet presAssocID="{320DC9B5-8772-40A9-81AA-A7862B6C91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8A11D14-3D8F-4787-8C33-AB2E22C1AE46}" srcId="{9DB1DBA1-9C8E-4731-8E8B-25E93B13BFB6}" destId="{320DC9B5-8772-40A9-81AA-A7862B6C91B0}" srcOrd="3" destOrd="0" parTransId="{C1AA3D92-51A2-4431-B2F3-DA0BFDF8B306}" sibTransId="{5D5CF83F-BD24-448F-A0A5-AADC80A512AE}"/>
    <dgm:cxn modelId="{C361B630-B30B-4CAD-9C75-D45C3290FB73}" srcId="{9DB1DBA1-9C8E-4731-8E8B-25E93B13BFB6}" destId="{991F88F0-66DB-4D0F-AD55-F16D741F0117}" srcOrd="2" destOrd="0" parTransId="{47B22076-0E38-445B-A2D2-C09A6FD489BA}" sibTransId="{AD1DB99E-B906-44F2-8FC7-D82553B46B49}"/>
    <dgm:cxn modelId="{260BCE3B-2E86-495E-A832-E6D4A6AA39E7}" type="presOf" srcId="{9DB1DBA1-9C8E-4731-8E8B-25E93B13BFB6}" destId="{A4F7CB68-66DD-46EA-9CA8-46A2D2A258A9}" srcOrd="0" destOrd="0" presId="urn:microsoft.com/office/officeart/2005/8/layout/vList2"/>
    <dgm:cxn modelId="{BA25455D-B488-4FB5-BA95-D0274A9F3316}" type="presOf" srcId="{991F88F0-66DB-4D0F-AD55-F16D741F0117}" destId="{CCB5C34F-46FE-4669-ACC6-5CB7A78304DD}" srcOrd="0" destOrd="0" presId="urn:microsoft.com/office/officeart/2005/8/layout/vList2"/>
    <dgm:cxn modelId="{88BE564D-63BA-47CB-B02E-C12AF0ED6A25}" type="presOf" srcId="{320DC9B5-8772-40A9-81AA-A7862B6C91B0}" destId="{5BD3DFFC-2C2C-4C9A-92F8-D68D73F1964D}" srcOrd="0" destOrd="0" presId="urn:microsoft.com/office/officeart/2005/8/layout/vList2"/>
    <dgm:cxn modelId="{610F4786-5313-4A89-A2C0-F07346B2BCF8}" type="presOf" srcId="{D842487D-3BFE-445D-AF73-20308A1F6A1B}" destId="{8E1B9C09-4872-47CC-B62D-CCE5BE65A7A8}" srcOrd="0" destOrd="0" presId="urn:microsoft.com/office/officeart/2005/8/layout/vList2"/>
    <dgm:cxn modelId="{01F4F794-C2E6-4E24-A1DE-448A2628AB64}" srcId="{9DB1DBA1-9C8E-4731-8E8B-25E93B13BFB6}" destId="{D842487D-3BFE-445D-AF73-20308A1F6A1B}" srcOrd="1" destOrd="0" parTransId="{B9A931A1-BCB5-46AA-86FC-9BFC883C5D65}" sibTransId="{24B9AE5C-0BEC-4805-9CCB-660FE5D8B983}"/>
    <dgm:cxn modelId="{7144CFD8-C88C-490A-8B98-09E007CD805B}" type="presOf" srcId="{4AAE5A1E-2399-4608-A9D8-9A67AFDF76F1}" destId="{62C188C7-7DC6-4690-A5E1-047DB9BC88E3}" srcOrd="0" destOrd="0" presId="urn:microsoft.com/office/officeart/2005/8/layout/vList2"/>
    <dgm:cxn modelId="{D82417DB-01C0-4B47-9736-2201FBEADBA7}" srcId="{9DB1DBA1-9C8E-4731-8E8B-25E93B13BFB6}" destId="{4AAE5A1E-2399-4608-A9D8-9A67AFDF76F1}" srcOrd="0" destOrd="0" parTransId="{11CB2ABB-5928-4966-8CD1-56EE57D2A14E}" sibTransId="{D241F678-11A3-400A-B10B-4FFF9D212152}"/>
    <dgm:cxn modelId="{83101D04-09A1-41BF-9A6A-B7892070D7D7}" type="presParOf" srcId="{A4F7CB68-66DD-46EA-9CA8-46A2D2A258A9}" destId="{62C188C7-7DC6-4690-A5E1-047DB9BC88E3}" srcOrd="0" destOrd="0" presId="urn:microsoft.com/office/officeart/2005/8/layout/vList2"/>
    <dgm:cxn modelId="{7494DB58-E0C6-42DF-A314-CA4D4CAB1190}" type="presParOf" srcId="{A4F7CB68-66DD-46EA-9CA8-46A2D2A258A9}" destId="{15F7915A-15E1-4828-893A-722E4E2B8979}" srcOrd="1" destOrd="0" presId="urn:microsoft.com/office/officeart/2005/8/layout/vList2"/>
    <dgm:cxn modelId="{2A6E4DD1-2886-4A2A-8732-62C4776C8725}" type="presParOf" srcId="{A4F7CB68-66DD-46EA-9CA8-46A2D2A258A9}" destId="{8E1B9C09-4872-47CC-B62D-CCE5BE65A7A8}" srcOrd="2" destOrd="0" presId="urn:microsoft.com/office/officeart/2005/8/layout/vList2"/>
    <dgm:cxn modelId="{6B02CA15-1C8E-458F-B037-8EFAAC7E2A00}" type="presParOf" srcId="{A4F7CB68-66DD-46EA-9CA8-46A2D2A258A9}" destId="{449B1406-B708-4CF1-BB44-F6076E76E901}" srcOrd="3" destOrd="0" presId="urn:microsoft.com/office/officeart/2005/8/layout/vList2"/>
    <dgm:cxn modelId="{7D11CE66-A71C-40CB-9EB5-6B5206126AB5}" type="presParOf" srcId="{A4F7CB68-66DD-46EA-9CA8-46A2D2A258A9}" destId="{CCB5C34F-46FE-4669-ACC6-5CB7A78304DD}" srcOrd="4" destOrd="0" presId="urn:microsoft.com/office/officeart/2005/8/layout/vList2"/>
    <dgm:cxn modelId="{FADAC7D7-E70B-4919-9E81-D99A2CC640BB}" type="presParOf" srcId="{A4F7CB68-66DD-46EA-9CA8-46A2D2A258A9}" destId="{8380B881-A630-4A36-9493-964303596FAF}" srcOrd="5" destOrd="0" presId="urn:microsoft.com/office/officeart/2005/8/layout/vList2"/>
    <dgm:cxn modelId="{E0130AFC-3FC7-4296-B48B-15967AED39C4}" type="presParOf" srcId="{A4F7CB68-66DD-46EA-9CA8-46A2D2A258A9}" destId="{5BD3DFFC-2C2C-4C9A-92F8-D68D73F196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F7EC28A7-3D3C-4696-80C1-7C5078B53E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ACB1C0-229E-47EF-A8E6-F668556AD6FE}">
      <dgm:prSet/>
      <dgm:spPr/>
      <dgm:t>
        <a:bodyPr/>
        <a:lstStyle/>
        <a:p>
          <a:r>
            <a:rPr lang="uk-UA" b="0" i="1" dirty="0"/>
            <a:t>«Відтепер з’єднаймося в одне серце і </a:t>
          </a:r>
          <a:r>
            <a:rPr lang="uk-UA" b="0" i="1" dirty="0" err="1"/>
            <a:t>обережімо</a:t>
          </a:r>
          <a:r>
            <a:rPr lang="uk-UA" b="0" i="1" dirty="0"/>
            <a:t> Руську землю. Кожен хай держить отчину свою: Святополк – Київ, </a:t>
          </a:r>
          <a:r>
            <a:rPr lang="uk-UA" b="0" i="1" dirty="0" err="1"/>
            <a:t>Ізяславів</a:t>
          </a:r>
          <a:r>
            <a:rPr lang="uk-UA" b="0" i="1" dirty="0"/>
            <a:t> [уділ], Володимир – Всеволодів [уділ]; Давид, Олег і Ярослав – Святославів [уділ]...»</a:t>
          </a:r>
          <a:endParaRPr lang="uk-UA" dirty="0"/>
        </a:p>
      </dgm:t>
    </dgm:pt>
    <dgm:pt modelId="{E7A64053-FEDE-450F-AAE5-14F9FB2CAABE}" type="parTrans" cxnId="{80D0E69F-F2EA-4ADD-ACC4-C77AF6B980EA}">
      <dgm:prSet/>
      <dgm:spPr/>
      <dgm:t>
        <a:bodyPr/>
        <a:lstStyle/>
        <a:p>
          <a:endParaRPr lang="uk-UA"/>
        </a:p>
      </dgm:t>
    </dgm:pt>
    <dgm:pt modelId="{A005D843-F501-4E2A-BB97-CCAEB1B9AB81}" type="sibTrans" cxnId="{80D0E69F-F2EA-4ADD-ACC4-C77AF6B980EA}">
      <dgm:prSet/>
      <dgm:spPr/>
      <dgm:t>
        <a:bodyPr/>
        <a:lstStyle/>
        <a:p>
          <a:endParaRPr lang="uk-UA"/>
        </a:p>
      </dgm:t>
    </dgm:pt>
    <dgm:pt modelId="{A56673EB-0CFD-4814-873E-8F2FBFF9BF4E}">
      <dgm:prSet/>
      <dgm:spPr/>
      <dgm:t>
        <a:bodyPr/>
        <a:lstStyle/>
        <a:p>
          <a:r>
            <a:rPr lang="uk-UA" b="0" i="1" dirty="0"/>
            <a:t>«І за цим священним правилом… єпископи поставили Іларіона, русина, митрополитом Києва і всієї землі Руської…»</a:t>
          </a:r>
          <a:endParaRPr lang="uk-UA" dirty="0"/>
        </a:p>
      </dgm:t>
    </dgm:pt>
    <dgm:pt modelId="{7343DE5A-69AE-4E48-AAC6-DCB9F3D9D877}" type="parTrans" cxnId="{D501676F-28A9-4C33-BA88-A42D6394D739}">
      <dgm:prSet/>
      <dgm:spPr/>
      <dgm:t>
        <a:bodyPr/>
        <a:lstStyle/>
        <a:p>
          <a:endParaRPr lang="uk-UA"/>
        </a:p>
      </dgm:t>
    </dgm:pt>
    <dgm:pt modelId="{F9A075A0-9303-47D0-BB07-9C12BBF57B67}" type="sibTrans" cxnId="{D501676F-28A9-4C33-BA88-A42D6394D739}">
      <dgm:prSet/>
      <dgm:spPr/>
      <dgm:t>
        <a:bodyPr/>
        <a:lstStyle/>
        <a:p>
          <a:endParaRPr lang="uk-UA"/>
        </a:p>
      </dgm:t>
    </dgm:pt>
    <dgm:pt modelId="{B7FB1099-DFB9-40AA-9D2B-7F37F268D610}" type="pres">
      <dgm:prSet presAssocID="{F7EC28A7-3D3C-4696-80C1-7C5078B53E6A}" presName="linear" presStyleCnt="0">
        <dgm:presLayoutVars>
          <dgm:animLvl val="lvl"/>
          <dgm:resizeHandles val="exact"/>
        </dgm:presLayoutVars>
      </dgm:prSet>
      <dgm:spPr/>
    </dgm:pt>
    <dgm:pt modelId="{8EBE7941-DEC0-4ABA-9736-964BA125D10C}" type="pres">
      <dgm:prSet presAssocID="{4CACB1C0-229E-47EF-A8E6-F668556AD6F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77497E8-C53C-4B01-B6FE-154A3D7E7C99}" type="pres">
      <dgm:prSet presAssocID="{A005D843-F501-4E2A-BB97-CCAEB1B9AB81}" presName="spacer" presStyleCnt="0"/>
      <dgm:spPr/>
    </dgm:pt>
    <dgm:pt modelId="{921DACA1-659C-4302-A3D7-20C6DD547F74}" type="pres">
      <dgm:prSet presAssocID="{A56673EB-0CFD-4814-873E-8F2FBFF9BF4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501676F-28A9-4C33-BA88-A42D6394D739}" srcId="{F7EC28A7-3D3C-4696-80C1-7C5078B53E6A}" destId="{A56673EB-0CFD-4814-873E-8F2FBFF9BF4E}" srcOrd="1" destOrd="0" parTransId="{7343DE5A-69AE-4E48-AAC6-DCB9F3D9D877}" sibTransId="{F9A075A0-9303-47D0-BB07-9C12BBF57B67}"/>
    <dgm:cxn modelId="{97E53777-E36F-404C-B64B-68ED246C885F}" type="presOf" srcId="{F7EC28A7-3D3C-4696-80C1-7C5078B53E6A}" destId="{B7FB1099-DFB9-40AA-9D2B-7F37F268D610}" srcOrd="0" destOrd="0" presId="urn:microsoft.com/office/officeart/2005/8/layout/vList2"/>
    <dgm:cxn modelId="{9AF55794-CB88-4CBA-9C3E-7227B0E9E2C5}" type="presOf" srcId="{4CACB1C0-229E-47EF-A8E6-F668556AD6FE}" destId="{8EBE7941-DEC0-4ABA-9736-964BA125D10C}" srcOrd="0" destOrd="0" presId="urn:microsoft.com/office/officeart/2005/8/layout/vList2"/>
    <dgm:cxn modelId="{C05A9F97-2106-4B25-9C51-74099FE30E13}" type="presOf" srcId="{A56673EB-0CFD-4814-873E-8F2FBFF9BF4E}" destId="{921DACA1-659C-4302-A3D7-20C6DD547F74}" srcOrd="0" destOrd="0" presId="urn:microsoft.com/office/officeart/2005/8/layout/vList2"/>
    <dgm:cxn modelId="{80D0E69F-F2EA-4ADD-ACC4-C77AF6B980EA}" srcId="{F7EC28A7-3D3C-4696-80C1-7C5078B53E6A}" destId="{4CACB1C0-229E-47EF-A8E6-F668556AD6FE}" srcOrd="0" destOrd="0" parTransId="{E7A64053-FEDE-450F-AAE5-14F9FB2CAABE}" sibTransId="{A005D843-F501-4E2A-BB97-CCAEB1B9AB81}"/>
    <dgm:cxn modelId="{7E62A745-A389-4E7A-8E9B-7125A2F63604}" type="presParOf" srcId="{B7FB1099-DFB9-40AA-9D2B-7F37F268D610}" destId="{8EBE7941-DEC0-4ABA-9736-964BA125D10C}" srcOrd="0" destOrd="0" presId="urn:microsoft.com/office/officeart/2005/8/layout/vList2"/>
    <dgm:cxn modelId="{2B1796E5-5E18-4A8F-A541-99967CD1F135}" type="presParOf" srcId="{B7FB1099-DFB9-40AA-9D2B-7F37F268D610}" destId="{277497E8-C53C-4B01-B6FE-154A3D7E7C99}" srcOrd="1" destOrd="0" presId="urn:microsoft.com/office/officeart/2005/8/layout/vList2"/>
    <dgm:cxn modelId="{52729576-50EB-4D79-9431-C82121822337}" type="presParOf" srcId="{B7FB1099-DFB9-40AA-9D2B-7F37F268D610}" destId="{921DACA1-659C-4302-A3D7-20C6DD547F7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B294C4ED-9AEC-4742-A563-CB22CD7B5C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20E3FB-3B82-4DF6-A713-00CAA7AECBCE}">
      <dgm:prSet/>
      <dgm:spPr/>
      <dgm:t>
        <a:bodyPr/>
        <a:lstStyle/>
        <a:p>
          <a:r>
            <a:rPr lang="uk-UA" b="0" i="1" dirty="0"/>
            <a:t>«Прийшли іноплемінники на Руську землю, половці </a:t>
          </a:r>
          <a:r>
            <a:rPr lang="uk-UA" b="0" i="1" dirty="0" err="1"/>
            <a:t>многі</a:t>
          </a:r>
          <a:r>
            <a:rPr lang="uk-UA" b="0" i="1" dirty="0"/>
            <a:t>. А Ізяслав, і Святослав, і Всеволод вийшли супроти них на [річку] Альту. …І сталася битва, і побігли руські князі, і перемогли половці...»</a:t>
          </a:r>
          <a:endParaRPr lang="uk-UA" dirty="0"/>
        </a:p>
      </dgm:t>
    </dgm:pt>
    <dgm:pt modelId="{BD829FED-8FEA-4345-B7AB-238CFDF322A5}" type="parTrans" cxnId="{FA2AE315-42B1-416D-99C6-2E7B79761A35}">
      <dgm:prSet/>
      <dgm:spPr/>
      <dgm:t>
        <a:bodyPr/>
        <a:lstStyle/>
        <a:p>
          <a:endParaRPr lang="uk-UA"/>
        </a:p>
      </dgm:t>
    </dgm:pt>
    <dgm:pt modelId="{93D8C523-98EC-4BC3-A50B-79155F5642E9}" type="sibTrans" cxnId="{FA2AE315-42B1-416D-99C6-2E7B79761A35}">
      <dgm:prSet/>
      <dgm:spPr/>
      <dgm:t>
        <a:bodyPr/>
        <a:lstStyle/>
        <a:p>
          <a:endParaRPr lang="uk-UA"/>
        </a:p>
      </dgm:t>
    </dgm:pt>
    <dgm:pt modelId="{69C3EEDF-32A6-46A6-AE62-21392DCB0208}">
      <dgm:prSet/>
      <dgm:spPr/>
      <dgm:t>
        <a:bodyPr/>
        <a:lstStyle/>
        <a:p>
          <a:r>
            <a:rPr lang="uk-UA" b="0" i="1" dirty="0"/>
            <a:t>«Прийняв же Данило [королівський] вінець у місті </a:t>
          </a:r>
          <a:r>
            <a:rPr lang="uk-UA" b="0" i="1" dirty="0" err="1"/>
            <a:t>Дорогичині</a:t>
          </a:r>
          <a:r>
            <a:rPr lang="uk-UA" b="0" i="1" dirty="0"/>
            <a:t>, коли він ішов на війну [проти ятвягів] із сином Львом і з </a:t>
          </a:r>
          <a:r>
            <a:rPr lang="uk-UA" b="0" i="1" dirty="0" err="1"/>
            <a:t>Сомовитом</a:t>
          </a:r>
          <a:r>
            <a:rPr lang="uk-UA" b="0" i="1" dirty="0"/>
            <a:t>, князем лядським...»</a:t>
          </a:r>
          <a:endParaRPr lang="uk-UA" dirty="0"/>
        </a:p>
      </dgm:t>
    </dgm:pt>
    <dgm:pt modelId="{2B279C42-A731-44DF-B1C3-293B25750B4E}" type="parTrans" cxnId="{BE6AEBAA-E167-4015-9A53-74467CAA1712}">
      <dgm:prSet/>
      <dgm:spPr/>
      <dgm:t>
        <a:bodyPr/>
        <a:lstStyle/>
        <a:p>
          <a:endParaRPr lang="uk-UA"/>
        </a:p>
      </dgm:t>
    </dgm:pt>
    <dgm:pt modelId="{36BBF442-3D05-4384-AD6E-CFEE3561A7C4}" type="sibTrans" cxnId="{BE6AEBAA-E167-4015-9A53-74467CAA1712}">
      <dgm:prSet/>
      <dgm:spPr/>
      <dgm:t>
        <a:bodyPr/>
        <a:lstStyle/>
        <a:p>
          <a:endParaRPr lang="uk-UA"/>
        </a:p>
      </dgm:t>
    </dgm:pt>
    <dgm:pt modelId="{B1281D10-CED9-4B61-91C3-C7F32FE339C6}" type="pres">
      <dgm:prSet presAssocID="{B294C4ED-9AEC-4742-A563-CB22CD7B5C4C}" presName="linear" presStyleCnt="0">
        <dgm:presLayoutVars>
          <dgm:animLvl val="lvl"/>
          <dgm:resizeHandles val="exact"/>
        </dgm:presLayoutVars>
      </dgm:prSet>
      <dgm:spPr/>
    </dgm:pt>
    <dgm:pt modelId="{4D37E135-4DB2-4312-90F9-1402AD50F323}" type="pres">
      <dgm:prSet presAssocID="{5820E3FB-3B82-4DF6-A713-00CAA7AECBC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A3BBF6-FC24-45EA-85A7-790B5DA40190}" type="pres">
      <dgm:prSet presAssocID="{93D8C523-98EC-4BC3-A50B-79155F5642E9}" presName="spacer" presStyleCnt="0"/>
      <dgm:spPr/>
    </dgm:pt>
    <dgm:pt modelId="{E535EB15-DAE2-4DD9-B24E-2C518965F690}" type="pres">
      <dgm:prSet presAssocID="{69C3EEDF-32A6-46A6-AE62-21392DCB020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ADD9C00-4ABB-4880-BE50-3AD619746FFA}" type="presOf" srcId="{B294C4ED-9AEC-4742-A563-CB22CD7B5C4C}" destId="{B1281D10-CED9-4B61-91C3-C7F32FE339C6}" srcOrd="0" destOrd="0" presId="urn:microsoft.com/office/officeart/2005/8/layout/vList2"/>
    <dgm:cxn modelId="{FA2AE315-42B1-416D-99C6-2E7B79761A35}" srcId="{B294C4ED-9AEC-4742-A563-CB22CD7B5C4C}" destId="{5820E3FB-3B82-4DF6-A713-00CAA7AECBCE}" srcOrd="0" destOrd="0" parTransId="{BD829FED-8FEA-4345-B7AB-238CFDF322A5}" sibTransId="{93D8C523-98EC-4BC3-A50B-79155F5642E9}"/>
    <dgm:cxn modelId="{C561D5A6-7151-47DD-BC02-19FC159DB78F}" type="presOf" srcId="{5820E3FB-3B82-4DF6-A713-00CAA7AECBCE}" destId="{4D37E135-4DB2-4312-90F9-1402AD50F323}" srcOrd="0" destOrd="0" presId="urn:microsoft.com/office/officeart/2005/8/layout/vList2"/>
    <dgm:cxn modelId="{BE6AEBAA-E167-4015-9A53-74467CAA1712}" srcId="{B294C4ED-9AEC-4742-A563-CB22CD7B5C4C}" destId="{69C3EEDF-32A6-46A6-AE62-21392DCB0208}" srcOrd="1" destOrd="0" parTransId="{2B279C42-A731-44DF-B1C3-293B25750B4E}" sibTransId="{36BBF442-3D05-4384-AD6E-CFEE3561A7C4}"/>
    <dgm:cxn modelId="{1E4D20D2-C263-4B78-A2C5-B09E37DA752F}" type="presOf" srcId="{69C3EEDF-32A6-46A6-AE62-21392DCB0208}" destId="{E535EB15-DAE2-4DD9-B24E-2C518965F690}" srcOrd="0" destOrd="0" presId="urn:microsoft.com/office/officeart/2005/8/layout/vList2"/>
    <dgm:cxn modelId="{CE047EBB-A4BA-44E3-85A8-2DB81B457B21}" type="presParOf" srcId="{B1281D10-CED9-4B61-91C3-C7F32FE339C6}" destId="{4D37E135-4DB2-4312-90F9-1402AD50F323}" srcOrd="0" destOrd="0" presId="urn:microsoft.com/office/officeart/2005/8/layout/vList2"/>
    <dgm:cxn modelId="{D7FD2A51-1911-430E-8032-37B8357CEBA8}" type="presParOf" srcId="{B1281D10-CED9-4B61-91C3-C7F32FE339C6}" destId="{A1A3BBF6-FC24-45EA-85A7-790B5DA40190}" srcOrd="1" destOrd="0" presId="urn:microsoft.com/office/officeart/2005/8/layout/vList2"/>
    <dgm:cxn modelId="{0DE7A7D5-C172-4699-9EE2-1E18EA9B9990}" type="presParOf" srcId="{B1281D10-CED9-4B61-91C3-C7F32FE339C6}" destId="{E535EB15-DAE2-4DD9-B24E-2C518965F69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07085F64-2C9B-4BBC-9413-E1BB54B88B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7AFD48-9906-4FC5-90E6-F1BE649017AE}">
      <dgm:prSet/>
      <dgm:spPr/>
      <dgm:t>
        <a:bodyPr/>
        <a:lstStyle/>
        <a:p>
          <a:r>
            <a:rPr lang="ru-RU" b="0" i="0" dirty="0"/>
            <a:t>облога та </a:t>
          </a:r>
          <a:r>
            <a:rPr lang="ru-RU" b="0" i="0" dirty="0" err="1"/>
            <a:t>розорення</a:t>
          </a:r>
          <a:r>
            <a:rPr lang="ru-RU" b="0" i="0" dirty="0"/>
            <a:t> </a:t>
          </a:r>
          <a:r>
            <a:rPr lang="ru-RU" b="0" i="0" dirty="0" err="1"/>
            <a:t>Києва</a:t>
          </a:r>
          <a:r>
            <a:rPr lang="ru-RU" b="0" i="0" dirty="0"/>
            <a:t> </a:t>
          </a:r>
          <a:r>
            <a:rPr lang="ru-RU" b="0" i="0" dirty="0" err="1"/>
            <a:t>військами</a:t>
          </a:r>
          <a:r>
            <a:rPr lang="ru-RU" b="0" i="0" dirty="0"/>
            <a:t> хана </a:t>
          </a:r>
          <a:r>
            <a:rPr lang="ru-RU" b="0" i="0" dirty="0" err="1"/>
            <a:t>Батия</a:t>
          </a:r>
          <a:endParaRPr lang="uk-UA" dirty="0"/>
        </a:p>
      </dgm:t>
    </dgm:pt>
    <dgm:pt modelId="{66FF2BB5-6066-4652-86B8-E1E86F6C34FD}" type="parTrans" cxnId="{AD089F27-C1A2-4646-9E8C-24E3D7DDE682}">
      <dgm:prSet/>
      <dgm:spPr/>
      <dgm:t>
        <a:bodyPr/>
        <a:lstStyle/>
        <a:p>
          <a:endParaRPr lang="uk-UA"/>
        </a:p>
      </dgm:t>
    </dgm:pt>
    <dgm:pt modelId="{59845040-CDAC-4905-98EA-8D9D61CB472A}" type="sibTrans" cxnId="{AD089F27-C1A2-4646-9E8C-24E3D7DDE682}">
      <dgm:prSet/>
      <dgm:spPr/>
      <dgm:t>
        <a:bodyPr/>
        <a:lstStyle/>
        <a:p>
          <a:endParaRPr lang="uk-UA"/>
        </a:p>
      </dgm:t>
    </dgm:pt>
    <dgm:pt modelId="{6E5B4FC3-BF37-4D2E-8BC3-2A8F296FA68D}">
      <dgm:prSet/>
      <dgm:spPr/>
      <dgm:t>
        <a:bodyPr/>
        <a:lstStyle/>
        <a:p>
          <a:r>
            <a:rPr lang="ru-RU" b="0" i="0"/>
            <a:t>битва русько-половецьких військ з монголами на р. Калка</a:t>
          </a:r>
          <a:endParaRPr lang="uk-UA"/>
        </a:p>
      </dgm:t>
    </dgm:pt>
    <dgm:pt modelId="{B0F384B0-68D0-45D6-B2AE-825DF1DF47EE}" type="parTrans" cxnId="{CE1D1B1C-3A78-40E9-A317-551090088DB9}">
      <dgm:prSet/>
      <dgm:spPr/>
      <dgm:t>
        <a:bodyPr/>
        <a:lstStyle/>
        <a:p>
          <a:endParaRPr lang="uk-UA"/>
        </a:p>
      </dgm:t>
    </dgm:pt>
    <dgm:pt modelId="{DDBA9F22-C228-4CCE-A897-F61F8B99B868}" type="sibTrans" cxnId="{CE1D1B1C-3A78-40E9-A317-551090088DB9}">
      <dgm:prSet/>
      <dgm:spPr/>
      <dgm:t>
        <a:bodyPr/>
        <a:lstStyle/>
        <a:p>
          <a:endParaRPr lang="uk-UA"/>
        </a:p>
      </dgm:t>
    </dgm:pt>
    <dgm:pt modelId="{B61269A8-DBCF-424D-B609-BD7C8912DFD6}">
      <dgm:prSet/>
      <dgm:spPr/>
      <dgm:t>
        <a:bodyPr/>
        <a:lstStyle/>
        <a:p>
          <a:r>
            <a:rPr lang="ru-RU" b="0" i="0"/>
            <a:t>розорення монголами Переяслава та Чернігова</a:t>
          </a:r>
          <a:endParaRPr lang="uk-UA"/>
        </a:p>
      </dgm:t>
    </dgm:pt>
    <dgm:pt modelId="{FC45B9D7-3321-417E-B197-E623A288969C}" type="parTrans" cxnId="{DD367188-0EB6-489E-AA7C-AA70F6A77B83}">
      <dgm:prSet/>
      <dgm:spPr/>
      <dgm:t>
        <a:bodyPr/>
        <a:lstStyle/>
        <a:p>
          <a:endParaRPr lang="uk-UA"/>
        </a:p>
      </dgm:t>
    </dgm:pt>
    <dgm:pt modelId="{03F13D14-1959-4DB5-B225-C57FB4C946D9}" type="sibTrans" cxnId="{DD367188-0EB6-489E-AA7C-AA70F6A77B83}">
      <dgm:prSet/>
      <dgm:spPr/>
      <dgm:t>
        <a:bodyPr/>
        <a:lstStyle/>
        <a:p>
          <a:endParaRPr lang="uk-UA"/>
        </a:p>
      </dgm:t>
    </dgm:pt>
    <dgm:pt modelId="{1CA1FB04-AC13-4B59-B2D7-B102F1F8794D}">
      <dgm:prSet/>
      <dgm:spPr/>
      <dgm:t>
        <a:bodyPr/>
        <a:lstStyle/>
        <a:p>
          <a:r>
            <a:rPr lang="ru-RU" b="0" i="0" dirty="0" err="1"/>
            <a:t>спустошення</a:t>
          </a:r>
          <a:r>
            <a:rPr lang="ru-RU" b="0" i="0" dirty="0"/>
            <a:t> </a:t>
          </a:r>
          <a:r>
            <a:rPr lang="ru-RU" b="0" i="0" dirty="0" err="1"/>
            <a:t>монгольськими</a:t>
          </a:r>
          <a:r>
            <a:rPr lang="ru-RU" b="0" i="0" dirty="0"/>
            <a:t> ордами </a:t>
          </a:r>
          <a:r>
            <a:rPr lang="ru-RU" b="0" i="0" dirty="0" err="1"/>
            <a:t>Галицько-Волинської</a:t>
          </a:r>
          <a:r>
            <a:rPr lang="ru-RU" b="0" i="0" dirty="0"/>
            <a:t> </a:t>
          </a:r>
          <a:r>
            <a:rPr lang="ru-RU" b="0" i="0" dirty="0" err="1"/>
            <a:t>держави</a:t>
          </a:r>
          <a:endParaRPr lang="uk-UA" dirty="0"/>
        </a:p>
      </dgm:t>
    </dgm:pt>
    <dgm:pt modelId="{C0A8E45A-3F1C-4AC2-9D4F-779D5A0747CE}" type="parTrans" cxnId="{CED68248-FD05-4DC4-85A7-06D589B16B2D}">
      <dgm:prSet/>
      <dgm:spPr/>
      <dgm:t>
        <a:bodyPr/>
        <a:lstStyle/>
        <a:p>
          <a:endParaRPr lang="uk-UA"/>
        </a:p>
      </dgm:t>
    </dgm:pt>
    <dgm:pt modelId="{626CB642-C1E9-4621-8F0D-605925EA7740}" type="sibTrans" cxnId="{CED68248-FD05-4DC4-85A7-06D589B16B2D}">
      <dgm:prSet/>
      <dgm:spPr/>
      <dgm:t>
        <a:bodyPr/>
        <a:lstStyle/>
        <a:p>
          <a:endParaRPr lang="uk-UA"/>
        </a:p>
      </dgm:t>
    </dgm:pt>
    <dgm:pt modelId="{6E915AEF-6A0C-4026-9459-FC2A7F54B74C}" type="pres">
      <dgm:prSet presAssocID="{07085F64-2C9B-4BBC-9413-E1BB54B88B09}" presName="linear" presStyleCnt="0">
        <dgm:presLayoutVars>
          <dgm:animLvl val="lvl"/>
          <dgm:resizeHandles val="exact"/>
        </dgm:presLayoutVars>
      </dgm:prSet>
      <dgm:spPr/>
    </dgm:pt>
    <dgm:pt modelId="{28C83867-DA49-4AE6-96FD-5696D2F49265}" type="pres">
      <dgm:prSet presAssocID="{667AFD48-9906-4FC5-90E6-F1BE649017A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208017-8637-4A96-BD4B-1FAED688F628}" type="pres">
      <dgm:prSet presAssocID="{59845040-CDAC-4905-98EA-8D9D61CB472A}" presName="spacer" presStyleCnt="0"/>
      <dgm:spPr/>
    </dgm:pt>
    <dgm:pt modelId="{5ABFE9CA-7669-4CCA-B3E3-3F85BA578DF1}" type="pres">
      <dgm:prSet presAssocID="{6E5B4FC3-BF37-4D2E-8BC3-2A8F296FA6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AB6E24-3542-4915-B81E-57A615C01B8D}" type="pres">
      <dgm:prSet presAssocID="{DDBA9F22-C228-4CCE-A897-F61F8B99B868}" presName="spacer" presStyleCnt="0"/>
      <dgm:spPr/>
    </dgm:pt>
    <dgm:pt modelId="{E82180D1-8854-4878-B629-9FFC42DCD75B}" type="pres">
      <dgm:prSet presAssocID="{B61269A8-DBCF-424D-B609-BD7C8912DF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027D1E-12BD-4053-9018-A3EE6A5A8DA4}" type="pres">
      <dgm:prSet presAssocID="{03F13D14-1959-4DB5-B225-C57FB4C946D9}" presName="spacer" presStyleCnt="0"/>
      <dgm:spPr/>
    </dgm:pt>
    <dgm:pt modelId="{0AFC4D09-0C1F-4E66-AC25-AB13895A4F40}" type="pres">
      <dgm:prSet presAssocID="{1CA1FB04-AC13-4B59-B2D7-B102F1F8794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862201-04C8-4BCE-A986-88154FC33EF0}" type="presOf" srcId="{B61269A8-DBCF-424D-B609-BD7C8912DFD6}" destId="{E82180D1-8854-4878-B629-9FFC42DCD75B}" srcOrd="0" destOrd="0" presId="urn:microsoft.com/office/officeart/2005/8/layout/vList2"/>
    <dgm:cxn modelId="{870A710B-4ED6-4421-8509-F95FD2F67437}" type="presOf" srcId="{667AFD48-9906-4FC5-90E6-F1BE649017AE}" destId="{28C83867-DA49-4AE6-96FD-5696D2F49265}" srcOrd="0" destOrd="0" presId="urn:microsoft.com/office/officeart/2005/8/layout/vList2"/>
    <dgm:cxn modelId="{CE1D1B1C-3A78-40E9-A317-551090088DB9}" srcId="{07085F64-2C9B-4BBC-9413-E1BB54B88B09}" destId="{6E5B4FC3-BF37-4D2E-8BC3-2A8F296FA68D}" srcOrd="1" destOrd="0" parTransId="{B0F384B0-68D0-45D6-B2AE-825DF1DF47EE}" sibTransId="{DDBA9F22-C228-4CCE-A897-F61F8B99B868}"/>
    <dgm:cxn modelId="{AD089F27-C1A2-4646-9E8C-24E3D7DDE682}" srcId="{07085F64-2C9B-4BBC-9413-E1BB54B88B09}" destId="{667AFD48-9906-4FC5-90E6-F1BE649017AE}" srcOrd="0" destOrd="0" parTransId="{66FF2BB5-6066-4652-86B8-E1E86F6C34FD}" sibTransId="{59845040-CDAC-4905-98EA-8D9D61CB472A}"/>
    <dgm:cxn modelId="{52BD8D5F-5DE9-4E1A-9A57-C4A5BE5357C9}" type="presOf" srcId="{6E5B4FC3-BF37-4D2E-8BC3-2A8F296FA68D}" destId="{5ABFE9CA-7669-4CCA-B3E3-3F85BA578DF1}" srcOrd="0" destOrd="0" presId="urn:microsoft.com/office/officeart/2005/8/layout/vList2"/>
    <dgm:cxn modelId="{CED68248-FD05-4DC4-85A7-06D589B16B2D}" srcId="{07085F64-2C9B-4BBC-9413-E1BB54B88B09}" destId="{1CA1FB04-AC13-4B59-B2D7-B102F1F8794D}" srcOrd="3" destOrd="0" parTransId="{C0A8E45A-3F1C-4AC2-9D4F-779D5A0747CE}" sibTransId="{626CB642-C1E9-4621-8F0D-605925EA7740}"/>
    <dgm:cxn modelId="{75A5857E-3202-480C-907C-334C09681CE8}" type="presOf" srcId="{1CA1FB04-AC13-4B59-B2D7-B102F1F8794D}" destId="{0AFC4D09-0C1F-4E66-AC25-AB13895A4F40}" srcOrd="0" destOrd="0" presId="urn:microsoft.com/office/officeart/2005/8/layout/vList2"/>
    <dgm:cxn modelId="{DD367188-0EB6-489E-AA7C-AA70F6A77B83}" srcId="{07085F64-2C9B-4BBC-9413-E1BB54B88B09}" destId="{B61269A8-DBCF-424D-B609-BD7C8912DFD6}" srcOrd="2" destOrd="0" parTransId="{FC45B9D7-3321-417E-B197-E623A288969C}" sibTransId="{03F13D14-1959-4DB5-B225-C57FB4C946D9}"/>
    <dgm:cxn modelId="{A24F61BA-BDE2-4B60-A306-B0CC6D6F4070}" type="presOf" srcId="{07085F64-2C9B-4BBC-9413-E1BB54B88B09}" destId="{6E915AEF-6A0C-4026-9459-FC2A7F54B74C}" srcOrd="0" destOrd="0" presId="urn:microsoft.com/office/officeart/2005/8/layout/vList2"/>
    <dgm:cxn modelId="{08036106-BFF8-450B-B49A-0D2F894DDB70}" type="presParOf" srcId="{6E915AEF-6A0C-4026-9459-FC2A7F54B74C}" destId="{28C83867-DA49-4AE6-96FD-5696D2F49265}" srcOrd="0" destOrd="0" presId="urn:microsoft.com/office/officeart/2005/8/layout/vList2"/>
    <dgm:cxn modelId="{82BBAF6D-4393-4C51-9FCB-61FE3C730229}" type="presParOf" srcId="{6E915AEF-6A0C-4026-9459-FC2A7F54B74C}" destId="{67208017-8637-4A96-BD4B-1FAED688F628}" srcOrd="1" destOrd="0" presId="urn:microsoft.com/office/officeart/2005/8/layout/vList2"/>
    <dgm:cxn modelId="{579737AF-1336-4301-9B45-DC0BF153C17B}" type="presParOf" srcId="{6E915AEF-6A0C-4026-9459-FC2A7F54B74C}" destId="{5ABFE9CA-7669-4CCA-B3E3-3F85BA578DF1}" srcOrd="2" destOrd="0" presId="urn:microsoft.com/office/officeart/2005/8/layout/vList2"/>
    <dgm:cxn modelId="{370E7C27-F8DE-4F97-A0DA-624F7500BC8B}" type="presParOf" srcId="{6E915AEF-6A0C-4026-9459-FC2A7F54B74C}" destId="{46AB6E24-3542-4915-B81E-57A615C01B8D}" srcOrd="3" destOrd="0" presId="urn:microsoft.com/office/officeart/2005/8/layout/vList2"/>
    <dgm:cxn modelId="{A28FA56B-50DD-4CA9-AE45-21F60D93FCC7}" type="presParOf" srcId="{6E915AEF-6A0C-4026-9459-FC2A7F54B74C}" destId="{E82180D1-8854-4878-B629-9FFC42DCD75B}" srcOrd="4" destOrd="0" presId="urn:microsoft.com/office/officeart/2005/8/layout/vList2"/>
    <dgm:cxn modelId="{7BBA1CB6-7869-41E7-9870-D60583C9ABE3}" type="presParOf" srcId="{6E915AEF-6A0C-4026-9459-FC2A7F54B74C}" destId="{FB027D1E-12BD-4053-9018-A3EE6A5A8DA4}" srcOrd="5" destOrd="0" presId="urn:microsoft.com/office/officeart/2005/8/layout/vList2"/>
    <dgm:cxn modelId="{3EDC11CF-1825-432F-ADEE-77C3834D030F}" type="presParOf" srcId="{6E915AEF-6A0C-4026-9459-FC2A7F54B74C}" destId="{0AFC4D09-0C1F-4E66-AC25-AB13895A4F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16559D80-0E78-4BA8-BD0C-6B187A21ED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4C2E38-81E4-4D75-96BC-5CC6DFD0A8A8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Найдавніша</a:t>
          </a:r>
          <a:r>
            <a:rPr lang="ru-RU" b="0" i="0" dirty="0"/>
            <a:t> Правда» Ярослава Мудрого</a:t>
          </a:r>
          <a:endParaRPr lang="uk-UA" dirty="0"/>
        </a:p>
      </dgm:t>
    </dgm:pt>
    <dgm:pt modelId="{E2219A39-BA14-4650-80E0-E906E9C938F6}" type="parTrans" cxnId="{AE7C5396-348F-4A36-A6DE-4339990DEF24}">
      <dgm:prSet/>
      <dgm:spPr/>
      <dgm:t>
        <a:bodyPr/>
        <a:lstStyle/>
        <a:p>
          <a:endParaRPr lang="uk-UA"/>
        </a:p>
      </dgm:t>
    </dgm:pt>
    <dgm:pt modelId="{B52E7F2F-B372-46F2-B1AC-2AF161C94DC0}" type="sibTrans" cxnId="{AE7C5396-348F-4A36-A6DE-4339990DEF24}">
      <dgm:prSet/>
      <dgm:spPr/>
      <dgm:t>
        <a:bodyPr/>
        <a:lstStyle/>
        <a:p>
          <a:endParaRPr lang="uk-UA"/>
        </a:p>
      </dgm:t>
    </dgm:pt>
    <dgm:pt modelId="{B0858254-7371-4DE2-8BF3-893D55EA19BC}">
      <dgm:prSet/>
      <dgm:spPr/>
      <dgm:t>
        <a:bodyPr/>
        <a:lstStyle/>
        <a:p>
          <a:r>
            <a:rPr lang="ru-RU" b="0" i="0"/>
            <a:t>«Устав» Володимира Мономаха</a:t>
          </a:r>
          <a:endParaRPr lang="uk-UA"/>
        </a:p>
      </dgm:t>
    </dgm:pt>
    <dgm:pt modelId="{973DCECE-EF40-4C79-A45C-53176D9AE729}" type="parTrans" cxnId="{99E095C5-00F0-496C-826A-8622D9A31C72}">
      <dgm:prSet/>
      <dgm:spPr/>
      <dgm:t>
        <a:bodyPr/>
        <a:lstStyle/>
        <a:p>
          <a:endParaRPr lang="uk-UA"/>
        </a:p>
      </dgm:t>
    </dgm:pt>
    <dgm:pt modelId="{B007D8E3-C6C0-40F5-8EA1-5DDA6E5FBA26}" type="sibTrans" cxnId="{99E095C5-00F0-496C-826A-8622D9A31C72}">
      <dgm:prSet/>
      <dgm:spPr/>
      <dgm:t>
        <a:bodyPr/>
        <a:lstStyle/>
        <a:p>
          <a:endParaRPr lang="uk-UA"/>
        </a:p>
      </dgm:t>
    </dgm:pt>
    <dgm:pt modelId="{446D23E4-423B-4A8B-BB66-D2E1C7ACFCBB}">
      <dgm:prSet/>
      <dgm:spPr/>
      <dgm:t>
        <a:bodyPr/>
        <a:lstStyle/>
        <a:p>
          <a:r>
            <a:rPr lang="ru-RU" b="0" i="0" dirty="0"/>
            <a:t>«Правда </a:t>
          </a:r>
          <a:r>
            <a:rPr lang="ru-RU" b="0" i="0" dirty="0" err="1"/>
            <a:t>Ярославичів</a:t>
          </a:r>
          <a:r>
            <a:rPr lang="ru-RU" b="0" i="0" dirty="0"/>
            <a:t>»</a:t>
          </a:r>
          <a:endParaRPr lang="uk-UA" dirty="0"/>
        </a:p>
      </dgm:t>
    </dgm:pt>
    <dgm:pt modelId="{F812090C-4C61-46D6-BDD0-92B07F5A5DF0}" type="parTrans" cxnId="{339D6E1E-4B18-4737-9225-BDA534EC2556}">
      <dgm:prSet/>
      <dgm:spPr/>
      <dgm:t>
        <a:bodyPr/>
        <a:lstStyle/>
        <a:p>
          <a:endParaRPr lang="uk-UA"/>
        </a:p>
      </dgm:t>
    </dgm:pt>
    <dgm:pt modelId="{E86E4484-5952-49DE-A2A9-F9066C412130}" type="sibTrans" cxnId="{339D6E1E-4B18-4737-9225-BDA534EC2556}">
      <dgm:prSet/>
      <dgm:spPr/>
      <dgm:t>
        <a:bodyPr/>
        <a:lstStyle/>
        <a:p>
          <a:endParaRPr lang="uk-UA"/>
        </a:p>
      </dgm:t>
    </dgm:pt>
    <dgm:pt modelId="{8A014E4D-683A-43EC-AF6D-7090735116DD}">
      <dgm:prSet/>
      <dgm:spPr/>
      <dgm:t>
        <a:bodyPr/>
        <a:lstStyle/>
        <a:p>
          <a:r>
            <a:rPr lang="ru-RU" b="0" i="0" dirty="0"/>
            <a:t>«Закон </a:t>
          </a:r>
          <a:r>
            <a:rPr lang="ru-RU" b="0" i="0" dirty="0" err="1"/>
            <a:t>земляний</a:t>
          </a:r>
          <a:r>
            <a:rPr lang="ru-RU" b="0" i="0" dirty="0"/>
            <a:t>» </a:t>
          </a:r>
          <a:r>
            <a:rPr lang="ru-RU" b="0" i="0" dirty="0" err="1"/>
            <a:t>Володимира</a:t>
          </a:r>
          <a:r>
            <a:rPr lang="ru-RU" b="0" i="0" dirty="0"/>
            <a:t> Великого</a:t>
          </a:r>
          <a:endParaRPr lang="uk-UA" dirty="0"/>
        </a:p>
      </dgm:t>
    </dgm:pt>
    <dgm:pt modelId="{A5E3E472-19D1-4FAB-8344-F3952BB05E5C}" type="parTrans" cxnId="{AAB107C7-11E2-40F2-B8D6-608C626DACC4}">
      <dgm:prSet/>
      <dgm:spPr/>
      <dgm:t>
        <a:bodyPr/>
        <a:lstStyle/>
        <a:p>
          <a:endParaRPr lang="uk-UA"/>
        </a:p>
      </dgm:t>
    </dgm:pt>
    <dgm:pt modelId="{59C710D2-61ED-41B8-B40B-4289BEECD93D}" type="sibTrans" cxnId="{AAB107C7-11E2-40F2-B8D6-608C626DACC4}">
      <dgm:prSet/>
      <dgm:spPr/>
      <dgm:t>
        <a:bodyPr/>
        <a:lstStyle/>
        <a:p>
          <a:endParaRPr lang="uk-UA"/>
        </a:p>
      </dgm:t>
    </dgm:pt>
    <dgm:pt modelId="{D8041B00-5B6C-4923-86CC-BE0300CAD97A}" type="pres">
      <dgm:prSet presAssocID="{16559D80-0E78-4BA8-BD0C-6B187A21ED1C}" presName="linear" presStyleCnt="0">
        <dgm:presLayoutVars>
          <dgm:animLvl val="lvl"/>
          <dgm:resizeHandles val="exact"/>
        </dgm:presLayoutVars>
      </dgm:prSet>
      <dgm:spPr/>
    </dgm:pt>
    <dgm:pt modelId="{D29365E8-6C44-4F66-99F9-FA3B0B880834}" type="pres">
      <dgm:prSet presAssocID="{A54C2E38-81E4-4D75-96BC-5CC6DFD0A8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F7F1BE-6A05-46BA-8B1C-3DD9266AF212}" type="pres">
      <dgm:prSet presAssocID="{B52E7F2F-B372-46F2-B1AC-2AF161C94DC0}" presName="spacer" presStyleCnt="0"/>
      <dgm:spPr/>
    </dgm:pt>
    <dgm:pt modelId="{AE456C9C-5301-46F1-933C-B547A1DD3EF2}" type="pres">
      <dgm:prSet presAssocID="{B0858254-7371-4DE2-8BF3-893D55EA19B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176664-5B38-4A0C-A7B7-8D6541C35A5D}" type="pres">
      <dgm:prSet presAssocID="{B007D8E3-C6C0-40F5-8EA1-5DDA6E5FBA26}" presName="spacer" presStyleCnt="0"/>
      <dgm:spPr/>
    </dgm:pt>
    <dgm:pt modelId="{78FD3D33-4ACA-4E63-A8E1-4068ADB920BA}" type="pres">
      <dgm:prSet presAssocID="{446D23E4-423B-4A8B-BB66-D2E1C7ACFC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6506ECA-098A-43EE-9A2C-C254653B0E71}" type="pres">
      <dgm:prSet presAssocID="{E86E4484-5952-49DE-A2A9-F9066C412130}" presName="spacer" presStyleCnt="0"/>
      <dgm:spPr/>
    </dgm:pt>
    <dgm:pt modelId="{05D58CF7-CD8B-43A6-9240-179673E46527}" type="pres">
      <dgm:prSet presAssocID="{8A014E4D-683A-43EC-AF6D-7090735116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9D6E1E-4B18-4737-9225-BDA534EC2556}" srcId="{16559D80-0E78-4BA8-BD0C-6B187A21ED1C}" destId="{446D23E4-423B-4A8B-BB66-D2E1C7ACFCBB}" srcOrd="2" destOrd="0" parTransId="{F812090C-4C61-46D6-BDD0-92B07F5A5DF0}" sibTransId="{E86E4484-5952-49DE-A2A9-F9066C412130}"/>
    <dgm:cxn modelId="{AF688238-2500-4732-90BE-F49B72D38B78}" type="presOf" srcId="{B0858254-7371-4DE2-8BF3-893D55EA19BC}" destId="{AE456C9C-5301-46F1-933C-B547A1DD3EF2}" srcOrd="0" destOrd="0" presId="urn:microsoft.com/office/officeart/2005/8/layout/vList2"/>
    <dgm:cxn modelId="{33BA8C71-9AC2-4A1A-A621-F07E4DAAADC1}" type="presOf" srcId="{16559D80-0E78-4BA8-BD0C-6B187A21ED1C}" destId="{D8041B00-5B6C-4923-86CC-BE0300CAD97A}" srcOrd="0" destOrd="0" presId="urn:microsoft.com/office/officeart/2005/8/layout/vList2"/>
    <dgm:cxn modelId="{217C6D73-9EE3-44A6-B74A-66D9182EF626}" type="presOf" srcId="{8A014E4D-683A-43EC-AF6D-7090735116DD}" destId="{05D58CF7-CD8B-43A6-9240-179673E46527}" srcOrd="0" destOrd="0" presId="urn:microsoft.com/office/officeart/2005/8/layout/vList2"/>
    <dgm:cxn modelId="{F783B87D-921A-4331-9FC4-1C67843E6B07}" type="presOf" srcId="{A54C2E38-81E4-4D75-96BC-5CC6DFD0A8A8}" destId="{D29365E8-6C44-4F66-99F9-FA3B0B880834}" srcOrd="0" destOrd="0" presId="urn:microsoft.com/office/officeart/2005/8/layout/vList2"/>
    <dgm:cxn modelId="{AE7C5396-348F-4A36-A6DE-4339990DEF24}" srcId="{16559D80-0E78-4BA8-BD0C-6B187A21ED1C}" destId="{A54C2E38-81E4-4D75-96BC-5CC6DFD0A8A8}" srcOrd="0" destOrd="0" parTransId="{E2219A39-BA14-4650-80E0-E906E9C938F6}" sibTransId="{B52E7F2F-B372-46F2-B1AC-2AF161C94DC0}"/>
    <dgm:cxn modelId="{99E095C5-00F0-496C-826A-8622D9A31C72}" srcId="{16559D80-0E78-4BA8-BD0C-6B187A21ED1C}" destId="{B0858254-7371-4DE2-8BF3-893D55EA19BC}" srcOrd="1" destOrd="0" parTransId="{973DCECE-EF40-4C79-A45C-53176D9AE729}" sibTransId="{B007D8E3-C6C0-40F5-8EA1-5DDA6E5FBA26}"/>
    <dgm:cxn modelId="{AAB107C7-11E2-40F2-B8D6-608C626DACC4}" srcId="{16559D80-0E78-4BA8-BD0C-6B187A21ED1C}" destId="{8A014E4D-683A-43EC-AF6D-7090735116DD}" srcOrd="3" destOrd="0" parTransId="{A5E3E472-19D1-4FAB-8344-F3952BB05E5C}" sibTransId="{59C710D2-61ED-41B8-B40B-4289BEECD93D}"/>
    <dgm:cxn modelId="{0E8A1DD7-4D1A-4744-BD50-B27C34A43F9E}" type="presOf" srcId="{446D23E4-423B-4A8B-BB66-D2E1C7ACFCBB}" destId="{78FD3D33-4ACA-4E63-A8E1-4068ADB920BA}" srcOrd="0" destOrd="0" presId="urn:microsoft.com/office/officeart/2005/8/layout/vList2"/>
    <dgm:cxn modelId="{E8412146-7044-4252-8BCD-F1CC3D27BBFB}" type="presParOf" srcId="{D8041B00-5B6C-4923-86CC-BE0300CAD97A}" destId="{D29365E8-6C44-4F66-99F9-FA3B0B880834}" srcOrd="0" destOrd="0" presId="urn:microsoft.com/office/officeart/2005/8/layout/vList2"/>
    <dgm:cxn modelId="{9F76ED6B-CB0B-4AD0-B312-75D9C1BFD926}" type="presParOf" srcId="{D8041B00-5B6C-4923-86CC-BE0300CAD97A}" destId="{F2F7F1BE-6A05-46BA-8B1C-3DD9266AF212}" srcOrd="1" destOrd="0" presId="urn:microsoft.com/office/officeart/2005/8/layout/vList2"/>
    <dgm:cxn modelId="{D8854BB0-E6BC-409D-8F3D-C8D00CD6C41D}" type="presParOf" srcId="{D8041B00-5B6C-4923-86CC-BE0300CAD97A}" destId="{AE456C9C-5301-46F1-933C-B547A1DD3EF2}" srcOrd="2" destOrd="0" presId="urn:microsoft.com/office/officeart/2005/8/layout/vList2"/>
    <dgm:cxn modelId="{52439784-D18B-42C1-A1B7-F4A8C50931CF}" type="presParOf" srcId="{D8041B00-5B6C-4923-86CC-BE0300CAD97A}" destId="{BC176664-5B38-4A0C-A7B7-8D6541C35A5D}" srcOrd="3" destOrd="0" presId="urn:microsoft.com/office/officeart/2005/8/layout/vList2"/>
    <dgm:cxn modelId="{BED7395A-E710-4DEA-B793-7391CC17BC06}" type="presParOf" srcId="{D8041B00-5B6C-4923-86CC-BE0300CAD97A}" destId="{78FD3D33-4ACA-4E63-A8E1-4068ADB920BA}" srcOrd="4" destOrd="0" presId="urn:microsoft.com/office/officeart/2005/8/layout/vList2"/>
    <dgm:cxn modelId="{6910808A-D381-4E68-AAF7-7E1C9B44DC9A}" type="presParOf" srcId="{D8041B00-5B6C-4923-86CC-BE0300CAD97A}" destId="{26506ECA-098A-43EE-9A2C-C254653B0E71}" srcOrd="5" destOrd="0" presId="urn:microsoft.com/office/officeart/2005/8/layout/vList2"/>
    <dgm:cxn modelId="{12CE7CFD-535D-45B9-B468-BCE50F7ADB7C}" type="presParOf" srcId="{D8041B00-5B6C-4923-86CC-BE0300CAD97A}" destId="{05D58CF7-CD8B-43A6-9240-179673E4652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A29DA75E-B4AB-4FB3-B2BE-F0D7270250F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E20E351-E3FF-44F6-8A90-A9B353CA4857}">
      <dgm:prSet/>
      <dgm:spPr/>
      <dgm:t>
        <a:bodyPr/>
        <a:lstStyle/>
        <a:p>
          <a:r>
            <a:rPr lang="uk-UA" b="0" i="0"/>
            <a:t>Чернігівське</a:t>
          </a:r>
          <a:endParaRPr lang="uk-UA"/>
        </a:p>
      </dgm:t>
    </dgm:pt>
    <dgm:pt modelId="{BE62AF35-3F5D-48F7-9A0D-18E740374F44}" type="parTrans" cxnId="{712D20D1-FE00-4655-94A2-AAA8C244664F}">
      <dgm:prSet/>
      <dgm:spPr/>
      <dgm:t>
        <a:bodyPr/>
        <a:lstStyle/>
        <a:p>
          <a:endParaRPr lang="uk-UA"/>
        </a:p>
      </dgm:t>
    </dgm:pt>
    <dgm:pt modelId="{834073AB-C164-40F9-896B-1B97C0E6C749}" type="sibTrans" cxnId="{712D20D1-FE00-4655-94A2-AAA8C244664F}">
      <dgm:prSet/>
      <dgm:spPr/>
      <dgm:t>
        <a:bodyPr/>
        <a:lstStyle/>
        <a:p>
          <a:endParaRPr lang="uk-UA"/>
        </a:p>
      </dgm:t>
    </dgm:pt>
    <dgm:pt modelId="{F68F2DB3-6A6F-4D91-9B12-E144A3E95766}">
      <dgm:prSet/>
      <dgm:spPr/>
      <dgm:t>
        <a:bodyPr/>
        <a:lstStyle/>
        <a:p>
          <a:r>
            <a:rPr lang="uk-UA" b="0" i="0"/>
            <a:t>Волинське</a:t>
          </a:r>
          <a:endParaRPr lang="uk-UA"/>
        </a:p>
      </dgm:t>
    </dgm:pt>
    <dgm:pt modelId="{0150EB91-A082-440F-A471-C65CB6464BA8}" type="parTrans" cxnId="{1D64B851-DB12-46BE-A064-448F3A7E2C4F}">
      <dgm:prSet/>
      <dgm:spPr/>
      <dgm:t>
        <a:bodyPr/>
        <a:lstStyle/>
        <a:p>
          <a:endParaRPr lang="uk-UA"/>
        </a:p>
      </dgm:t>
    </dgm:pt>
    <dgm:pt modelId="{45E168C2-9716-4B03-949D-5E82FE683A41}" type="sibTrans" cxnId="{1D64B851-DB12-46BE-A064-448F3A7E2C4F}">
      <dgm:prSet/>
      <dgm:spPr/>
      <dgm:t>
        <a:bodyPr/>
        <a:lstStyle/>
        <a:p>
          <a:endParaRPr lang="uk-UA"/>
        </a:p>
      </dgm:t>
    </dgm:pt>
    <dgm:pt modelId="{6F835E95-C44F-47A1-97DF-3429F7BCD71C}">
      <dgm:prSet/>
      <dgm:spPr/>
      <dgm:t>
        <a:bodyPr/>
        <a:lstStyle/>
        <a:p>
          <a:r>
            <a:rPr lang="uk-UA" b="0" i="0" dirty="0"/>
            <a:t>Київське</a:t>
          </a:r>
          <a:endParaRPr lang="uk-UA" dirty="0"/>
        </a:p>
      </dgm:t>
    </dgm:pt>
    <dgm:pt modelId="{2B2EEA9E-9C98-4AE1-9D93-3D1729D8DBA6}" type="parTrans" cxnId="{CE36EF3E-18D4-45DB-82A4-925F43DB8979}">
      <dgm:prSet/>
      <dgm:spPr/>
      <dgm:t>
        <a:bodyPr/>
        <a:lstStyle/>
        <a:p>
          <a:endParaRPr lang="uk-UA"/>
        </a:p>
      </dgm:t>
    </dgm:pt>
    <dgm:pt modelId="{2D5CC77E-B92D-4318-86F7-DF32E1584AC4}" type="sibTrans" cxnId="{CE36EF3E-18D4-45DB-82A4-925F43DB8979}">
      <dgm:prSet/>
      <dgm:spPr/>
      <dgm:t>
        <a:bodyPr/>
        <a:lstStyle/>
        <a:p>
          <a:endParaRPr lang="uk-UA"/>
        </a:p>
      </dgm:t>
    </dgm:pt>
    <dgm:pt modelId="{7DE17B50-5DE5-4AD3-BCF3-74EDE701B4D0}">
      <dgm:prSet/>
      <dgm:spPr/>
      <dgm:t>
        <a:bodyPr/>
        <a:lstStyle/>
        <a:p>
          <a:r>
            <a:rPr lang="uk-UA" b="0" i="0" dirty="0"/>
            <a:t>Переяславське</a:t>
          </a:r>
          <a:endParaRPr lang="uk-UA" dirty="0"/>
        </a:p>
      </dgm:t>
    </dgm:pt>
    <dgm:pt modelId="{736AA264-6E07-4483-8A84-21A0B66673BE}" type="parTrans" cxnId="{BDED67FF-58E4-425F-8135-4976343FC4A0}">
      <dgm:prSet/>
      <dgm:spPr/>
      <dgm:t>
        <a:bodyPr/>
        <a:lstStyle/>
        <a:p>
          <a:endParaRPr lang="uk-UA"/>
        </a:p>
      </dgm:t>
    </dgm:pt>
    <dgm:pt modelId="{61D8FA14-B628-4F5A-8641-1272BBA934B0}" type="sibTrans" cxnId="{BDED67FF-58E4-425F-8135-4976343FC4A0}">
      <dgm:prSet/>
      <dgm:spPr/>
      <dgm:t>
        <a:bodyPr/>
        <a:lstStyle/>
        <a:p>
          <a:endParaRPr lang="uk-UA"/>
        </a:p>
      </dgm:t>
    </dgm:pt>
    <dgm:pt modelId="{FA469687-212D-4749-BAD4-FFCB80FF61E0}" type="pres">
      <dgm:prSet presAssocID="{A29DA75E-B4AB-4FB3-B2BE-F0D7270250F9}" presName="matrix" presStyleCnt="0">
        <dgm:presLayoutVars>
          <dgm:chMax val="1"/>
          <dgm:dir/>
          <dgm:resizeHandles val="exact"/>
        </dgm:presLayoutVars>
      </dgm:prSet>
      <dgm:spPr/>
    </dgm:pt>
    <dgm:pt modelId="{41560063-58CF-478B-A034-FBC82D0E6F70}" type="pres">
      <dgm:prSet presAssocID="{A29DA75E-B4AB-4FB3-B2BE-F0D7270250F9}" presName="diamond" presStyleLbl="bgShp" presStyleIdx="0" presStyleCnt="1"/>
      <dgm:spPr/>
    </dgm:pt>
    <dgm:pt modelId="{ED8A6670-F5AC-4059-A686-B7E3D21EB7FE}" type="pres">
      <dgm:prSet presAssocID="{A29DA75E-B4AB-4FB3-B2BE-F0D7270250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621A06-BB6A-43B6-AF6D-E879CA6A2DE6}" type="pres">
      <dgm:prSet presAssocID="{A29DA75E-B4AB-4FB3-B2BE-F0D7270250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247C3E3-8E84-4A8D-9BA8-AF572DC6FCAB}" type="pres">
      <dgm:prSet presAssocID="{A29DA75E-B4AB-4FB3-B2BE-F0D7270250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E44EEBA-35EC-4284-832D-77E4672DDFAC}" type="pres">
      <dgm:prSet presAssocID="{A29DA75E-B4AB-4FB3-B2BE-F0D7270250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0C21C2F-5C60-4A7E-88EB-D75EA79010AC}" type="presOf" srcId="{FE20E351-E3FF-44F6-8A90-A9B353CA4857}" destId="{ED8A6670-F5AC-4059-A686-B7E3D21EB7FE}" srcOrd="0" destOrd="0" presId="urn:microsoft.com/office/officeart/2005/8/layout/matrix3"/>
    <dgm:cxn modelId="{CE36EF3E-18D4-45DB-82A4-925F43DB8979}" srcId="{A29DA75E-B4AB-4FB3-B2BE-F0D7270250F9}" destId="{6F835E95-C44F-47A1-97DF-3429F7BCD71C}" srcOrd="2" destOrd="0" parTransId="{2B2EEA9E-9C98-4AE1-9D93-3D1729D8DBA6}" sibTransId="{2D5CC77E-B92D-4318-86F7-DF32E1584AC4}"/>
    <dgm:cxn modelId="{1D64B851-DB12-46BE-A064-448F3A7E2C4F}" srcId="{A29DA75E-B4AB-4FB3-B2BE-F0D7270250F9}" destId="{F68F2DB3-6A6F-4D91-9B12-E144A3E95766}" srcOrd="1" destOrd="0" parTransId="{0150EB91-A082-440F-A471-C65CB6464BA8}" sibTransId="{45E168C2-9716-4B03-949D-5E82FE683A41}"/>
    <dgm:cxn modelId="{72B44456-4A1E-4ECB-83B2-08CE10C8BC85}" type="presOf" srcId="{6F835E95-C44F-47A1-97DF-3429F7BCD71C}" destId="{C247C3E3-8E84-4A8D-9BA8-AF572DC6FCAB}" srcOrd="0" destOrd="0" presId="urn:microsoft.com/office/officeart/2005/8/layout/matrix3"/>
    <dgm:cxn modelId="{720614CC-F4A3-4063-8A64-E4448939B677}" type="presOf" srcId="{7DE17B50-5DE5-4AD3-BCF3-74EDE701B4D0}" destId="{6E44EEBA-35EC-4284-832D-77E4672DDFAC}" srcOrd="0" destOrd="0" presId="urn:microsoft.com/office/officeart/2005/8/layout/matrix3"/>
    <dgm:cxn modelId="{712D20D1-FE00-4655-94A2-AAA8C244664F}" srcId="{A29DA75E-B4AB-4FB3-B2BE-F0D7270250F9}" destId="{FE20E351-E3FF-44F6-8A90-A9B353CA4857}" srcOrd="0" destOrd="0" parTransId="{BE62AF35-3F5D-48F7-9A0D-18E740374F44}" sibTransId="{834073AB-C164-40F9-896B-1B97C0E6C749}"/>
    <dgm:cxn modelId="{5D2135D6-9931-4052-89C8-298ED5974E6A}" type="presOf" srcId="{F68F2DB3-6A6F-4D91-9B12-E144A3E95766}" destId="{D7621A06-BB6A-43B6-AF6D-E879CA6A2DE6}" srcOrd="0" destOrd="0" presId="urn:microsoft.com/office/officeart/2005/8/layout/matrix3"/>
    <dgm:cxn modelId="{C3BB95E4-A260-42AF-B2DD-38D9C7EC9F61}" type="presOf" srcId="{A29DA75E-B4AB-4FB3-B2BE-F0D7270250F9}" destId="{FA469687-212D-4749-BAD4-FFCB80FF61E0}" srcOrd="0" destOrd="0" presId="urn:microsoft.com/office/officeart/2005/8/layout/matrix3"/>
    <dgm:cxn modelId="{BDED67FF-58E4-425F-8135-4976343FC4A0}" srcId="{A29DA75E-B4AB-4FB3-B2BE-F0D7270250F9}" destId="{7DE17B50-5DE5-4AD3-BCF3-74EDE701B4D0}" srcOrd="3" destOrd="0" parTransId="{736AA264-6E07-4483-8A84-21A0B66673BE}" sibTransId="{61D8FA14-B628-4F5A-8641-1272BBA934B0}"/>
    <dgm:cxn modelId="{1D5D1685-90DC-4150-981E-E693DCCAD8ED}" type="presParOf" srcId="{FA469687-212D-4749-BAD4-FFCB80FF61E0}" destId="{41560063-58CF-478B-A034-FBC82D0E6F70}" srcOrd="0" destOrd="0" presId="urn:microsoft.com/office/officeart/2005/8/layout/matrix3"/>
    <dgm:cxn modelId="{BE452108-869D-46FC-B52E-E075579DB5FB}" type="presParOf" srcId="{FA469687-212D-4749-BAD4-FFCB80FF61E0}" destId="{ED8A6670-F5AC-4059-A686-B7E3D21EB7FE}" srcOrd="1" destOrd="0" presId="urn:microsoft.com/office/officeart/2005/8/layout/matrix3"/>
    <dgm:cxn modelId="{B2C76BD8-72A8-4BAA-A073-84CA41BEA595}" type="presParOf" srcId="{FA469687-212D-4749-BAD4-FFCB80FF61E0}" destId="{D7621A06-BB6A-43B6-AF6D-E879CA6A2DE6}" srcOrd="2" destOrd="0" presId="urn:microsoft.com/office/officeart/2005/8/layout/matrix3"/>
    <dgm:cxn modelId="{766F940F-5533-4EB0-9580-FFFB91D4CA7E}" type="presParOf" srcId="{FA469687-212D-4749-BAD4-FFCB80FF61E0}" destId="{C247C3E3-8E84-4A8D-9BA8-AF572DC6FCAB}" srcOrd="3" destOrd="0" presId="urn:microsoft.com/office/officeart/2005/8/layout/matrix3"/>
    <dgm:cxn modelId="{9BE3BA24-9DAB-4EBE-830E-F8911423F3B4}" type="presParOf" srcId="{FA469687-212D-4749-BAD4-FFCB80FF61E0}" destId="{6E44EEBA-35EC-4284-832D-77E4672DDFA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69CABF0D-16B5-45F5-AF5D-3AACDC8DFD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E72B881-DF4B-4367-A865-6495EDB8ED81}">
      <dgm:prSet/>
      <dgm:spPr/>
      <dgm:t>
        <a:bodyPr/>
        <a:lstStyle/>
        <a:p>
          <a:r>
            <a:rPr lang="uk-UA" b="0" i="0"/>
            <a:t>Галицькому</a:t>
          </a:r>
          <a:endParaRPr lang="uk-UA"/>
        </a:p>
      </dgm:t>
    </dgm:pt>
    <dgm:pt modelId="{2D02FF9B-8872-4E32-8704-C8F68D3BF4C1}" type="parTrans" cxnId="{C87CE7C1-C4B1-4C7D-A560-5C2DAD3B5005}">
      <dgm:prSet/>
      <dgm:spPr/>
      <dgm:t>
        <a:bodyPr/>
        <a:lstStyle/>
        <a:p>
          <a:endParaRPr lang="uk-UA"/>
        </a:p>
      </dgm:t>
    </dgm:pt>
    <dgm:pt modelId="{B9A25A32-CEF8-4659-BEE1-CB31F262F1C8}" type="sibTrans" cxnId="{C87CE7C1-C4B1-4C7D-A560-5C2DAD3B5005}">
      <dgm:prSet/>
      <dgm:spPr/>
      <dgm:t>
        <a:bodyPr/>
        <a:lstStyle/>
        <a:p>
          <a:endParaRPr lang="uk-UA"/>
        </a:p>
      </dgm:t>
    </dgm:pt>
    <dgm:pt modelId="{A10553AC-BADE-4B24-A190-6C543B2729B2}">
      <dgm:prSet/>
      <dgm:spPr/>
      <dgm:t>
        <a:bodyPr/>
        <a:lstStyle/>
        <a:p>
          <a:r>
            <a:rPr lang="uk-UA" b="0" i="0"/>
            <a:t>Волинському</a:t>
          </a:r>
          <a:endParaRPr lang="uk-UA"/>
        </a:p>
      </dgm:t>
    </dgm:pt>
    <dgm:pt modelId="{4A169734-B6A6-42B5-8E49-851EDD8113AC}" type="parTrans" cxnId="{6465EFE4-0AB2-4C5F-B840-7956DF549CA5}">
      <dgm:prSet/>
      <dgm:spPr/>
      <dgm:t>
        <a:bodyPr/>
        <a:lstStyle/>
        <a:p>
          <a:endParaRPr lang="uk-UA"/>
        </a:p>
      </dgm:t>
    </dgm:pt>
    <dgm:pt modelId="{B64BC23C-2575-4FD0-A3A4-A94858D3BBBF}" type="sibTrans" cxnId="{6465EFE4-0AB2-4C5F-B840-7956DF549CA5}">
      <dgm:prSet/>
      <dgm:spPr/>
      <dgm:t>
        <a:bodyPr/>
        <a:lstStyle/>
        <a:p>
          <a:endParaRPr lang="uk-UA"/>
        </a:p>
      </dgm:t>
    </dgm:pt>
    <dgm:pt modelId="{59193D6C-817A-4DB2-B376-4FE2FC2E142E}">
      <dgm:prSet/>
      <dgm:spPr/>
      <dgm:t>
        <a:bodyPr/>
        <a:lstStyle/>
        <a:p>
          <a:r>
            <a:rPr lang="uk-UA" b="0" i="0" dirty="0"/>
            <a:t>Переяславському</a:t>
          </a:r>
          <a:endParaRPr lang="uk-UA" dirty="0"/>
        </a:p>
      </dgm:t>
    </dgm:pt>
    <dgm:pt modelId="{8B1F9DA7-C7D2-4ADC-9512-12193F1DA796}" type="parTrans" cxnId="{9007BB21-25E3-41F6-88DA-7DA8F4E1A152}">
      <dgm:prSet/>
      <dgm:spPr/>
      <dgm:t>
        <a:bodyPr/>
        <a:lstStyle/>
        <a:p>
          <a:endParaRPr lang="uk-UA"/>
        </a:p>
      </dgm:t>
    </dgm:pt>
    <dgm:pt modelId="{547A524C-AC87-49C4-A026-1A29B8660811}" type="sibTrans" cxnId="{9007BB21-25E3-41F6-88DA-7DA8F4E1A152}">
      <dgm:prSet/>
      <dgm:spPr/>
      <dgm:t>
        <a:bodyPr/>
        <a:lstStyle/>
        <a:p>
          <a:endParaRPr lang="uk-UA"/>
        </a:p>
      </dgm:t>
    </dgm:pt>
    <dgm:pt modelId="{58F95AEE-514C-4003-81C7-90A02F3A9132}">
      <dgm:prSet/>
      <dgm:spPr/>
      <dgm:t>
        <a:bodyPr/>
        <a:lstStyle/>
        <a:p>
          <a:r>
            <a:rPr lang="uk-UA" b="0" i="0" dirty="0"/>
            <a:t>Чернігово-Сіверському</a:t>
          </a:r>
          <a:endParaRPr lang="uk-UA" dirty="0"/>
        </a:p>
      </dgm:t>
    </dgm:pt>
    <dgm:pt modelId="{A77B6133-53E4-4A10-B238-326BDCF67752}" type="parTrans" cxnId="{6B38C63D-0A22-462C-97A5-28231ABA3F18}">
      <dgm:prSet/>
      <dgm:spPr/>
      <dgm:t>
        <a:bodyPr/>
        <a:lstStyle/>
        <a:p>
          <a:endParaRPr lang="uk-UA"/>
        </a:p>
      </dgm:t>
    </dgm:pt>
    <dgm:pt modelId="{22DA3F24-1956-4C39-BBC6-8118DD747359}" type="sibTrans" cxnId="{6B38C63D-0A22-462C-97A5-28231ABA3F18}">
      <dgm:prSet/>
      <dgm:spPr/>
      <dgm:t>
        <a:bodyPr/>
        <a:lstStyle/>
        <a:p>
          <a:endParaRPr lang="uk-UA"/>
        </a:p>
      </dgm:t>
    </dgm:pt>
    <dgm:pt modelId="{16E39271-10E6-483B-A990-7FA7EE9A6180}" type="pres">
      <dgm:prSet presAssocID="{69CABF0D-16B5-45F5-AF5D-3AACDC8DFD89}" presName="linear" presStyleCnt="0">
        <dgm:presLayoutVars>
          <dgm:animLvl val="lvl"/>
          <dgm:resizeHandles val="exact"/>
        </dgm:presLayoutVars>
      </dgm:prSet>
      <dgm:spPr/>
    </dgm:pt>
    <dgm:pt modelId="{069B5A66-93F8-4164-B9AD-9CF712995571}" type="pres">
      <dgm:prSet presAssocID="{BE72B881-DF4B-4367-A865-6495EDB8ED8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B65704E-FD42-40A6-B86A-852F365A3374}" type="pres">
      <dgm:prSet presAssocID="{B9A25A32-CEF8-4659-BEE1-CB31F262F1C8}" presName="spacer" presStyleCnt="0"/>
      <dgm:spPr/>
    </dgm:pt>
    <dgm:pt modelId="{4C705790-E914-439C-B315-2AEC3DF1FD45}" type="pres">
      <dgm:prSet presAssocID="{A10553AC-BADE-4B24-A190-6C543B2729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05B375E-F5C8-402B-95E5-644C6DFC06FD}" type="pres">
      <dgm:prSet presAssocID="{B64BC23C-2575-4FD0-A3A4-A94858D3BBBF}" presName="spacer" presStyleCnt="0"/>
      <dgm:spPr/>
    </dgm:pt>
    <dgm:pt modelId="{F4D2CF0C-66C8-457A-AA03-AE9183685279}" type="pres">
      <dgm:prSet presAssocID="{59193D6C-817A-4DB2-B376-4FE2FC2E14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8DFC98-80E5-4E2D-A869-DE786DAA5324}" type="pres">
      <dgm:prSet presAssocID="{547A524C-AC87-49C4-A026-1A29B8660811}" presName="spacer" presStyleCnt="0"/>
      <dgm:spPr/>
    </dgm:pt>
    <dgm:pt modelId="{D88A8998-281E-45DA-A1FD-0D342E52B04C}" type="pres">
      <dgm:prSet presAssocID="{58F95AEE-514C-4003-81C7-90A02F3A913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E97A814-4E9E-44CD-9B7B-E9A1EA83F59E}" type="presOf" srcId="{58F95AEE-514C-4003-81C7-90A02F3A9132}" destId="{D88A8998-281E-45DA-A1FD-0D342E52B04C}" srcOrd="0" destOrd="0" presId="urn:microsoft.com/office/officeart/2005/8/layout/vList2"/>
    <dgm:cxn modelId="{9007BB21-25E3-41F6-88DA-7DA8F4E1A152}" srcId="{69CABF0D-16B5-45F5-AF5D-3AACDC8DFD89}" destId="{59193D6C-817A-4DB2-B376-4FE2FC2E142E}" srcOrd="2" destOrd="0" parTransId="{8B1F9DA7-C7D2-4ADC-9512-12193F1DA796}" sibTransId="{547A524C-AC87-49C4-A026-1A29B8660811}"/>
    <dgm:cxn modelId="{6B38C63D-0A22-462C-97A5-28231ABA3F18}" srcId="{69CABF0D-16B5-45F5-AF5D-3AACDC8DFD89}" destId="{58F95AEE-514C-4003-81C7-90A02F3A9132}" srcOrd="3" destOrd="0" parTransId="{A77B6133-53E4-4A10-B238-326BDCF67752}" sibTransId="{22DA3F24-1956-4C39-BBC6-8118DD747359}"/>
    <dgm:cxn modelId="{A777F05D-5ECB-406C-90E5-7E697FBB3632}" type="presOf" srcId="{BE72B881-DF4B-4367-A865-6495EDB8ED81}" destId="{069B5A66-93F8-4164-B9AD-9CF712995571}" srcOrd="0" destOrd="0" presId="urn:microsoft.com/office/officeart/2005/8/layout/vList2"/>
    <dgm:cxn modelId="{6259124A-E063-4E7C-B047-C77940BE01AC}" type="presOf" srcId="{69CABF0D-16B5-45F5-AF5D-3AACDC8DFD89}" destId="{16E39271-10E6-483B-A990-7FA7EE9A6180}" srcOrd="0" destOrd="0" presId="urn:microsoft.com/office/officeart/2005/8/layout/vList2"/>
    <dgm:cxn modelId="{C87CE7C1-C4B1-4C7D-A560-5C2DAD3B5005}" srcId="{69CABF0D-16B5-45F5-AF5D-3AACDC8DFD89}" destId="{BE72B881-DF4B-4367-A865-6495EDB8ED81}" srcOrd="0" destOrd="0" parTransId="{2D02FF9B-8872-4E32-8704-C8F68D3BF4C1}" sibTransId="{B9A25A32-CEF8-4659-BEE1-CB31F262F1C8}"/>
    <dgm:cxn modelId="{459619D5-5C09-46F7-B1BB-A84F49E22470}" type="presOf" srcId="{59193D6C-817A-4DB2-B376-4FE2FC2E142E}" destId="{F4D2CF0C-66C8-457A-AA03-AE9183685279}" srcOrd="0" destOrd="0" presId="urn:microsoft.com/office/officeart/2005/8/layout/vList2"/>
    <dgm:cxn modelId="{133F0DDA-9309-42C4-B230-ABAB50DEBDB1}" type="presOf" srcId="{A10553AC-BADE-4B24-A190-6C543B2729B2}" destId="{4C705790-E914-439C-B315-2AEC3DF1FD45}" srcOrd="0" destOrd="0" presId="urn:microsoft.com/office/officeart/2005/8/layout/vList2"/>
    <dgm:cxn modelId="{6465EFE4-0AB2-4C5F-B840-7956DF549CA5}" srcId="{69CABF0D-16B5-45F5-AF5D-3AACDC8DFD89}" destId="{A10553AC-BADE-4B24-A190-6C543B2729B2}" srcOrd="1" destOrd="0" parTransId="{4A169734-B6A6-42B5-8E49-851EDD8113AC}" sibTransId="{B64BC23C-2575-4FD0-A3A4-A94858D3BBBF}"/>
    <dgm:cxn modelId="{1FAC19F1-0A49-4159-B953-E83CE534AD2E}" type="presParOf" srcId="{16E39271-10E6-483B-A990-7FA7EE9A6180}" destId="{069B5A66-93F8-4164-B9AD-9CF712995571}" srcOrd="0" destOrd="0" presId="urn:microsoft.com/office/officeart/2005/8/layout/vList2"/>
    <dgm:cxn modelId="{3BCB2BFE-5955-4AC3-AE30-E5DA612DDC1E}" type="presParOf" srcId="{16E39271-10E6-483B-A990-7FA7EE9A6180}" destId="{5B65704E-FD42-40A6-B86A-852F365A3374}" srcOrd="1" destOrd="0" presId="urn:microsoft.com/office/officeart/2005/8/layout/vList2"/>
    <dgm:cxn modelId="{1D717BC7-E906-48E6-97AC-F1C38694A1B1}" type="presParOf" srcId="{16E39271-10E6-483B-A990-7FA7EE9A6180}" destId="{4C705790-E914-439C-B315-2AEC3DF1FD45}" srcOrd="2" destOrd="0" presId="urn:microsoft.com/office/officeart/2005/8/layout/vList2"/>
    <dgm:cxn modelId="{D826DE23-F445-46F1-8FA6-AA6076760FEA}" type="presParOf" srcId="{16E39271-10E6-483B-A990-7FA7EE9A6180}" destId="{D05B375E-F5C8-402B-95E5-644C6DFC06FD}" srcOrd="3" destOrd="0" presId="urn:microsoft.com/office/officeart/2005/8/layout/vList2"/>
    <dgm:cxn modelId="{2A305CEC-46C1-4F10-9743-B7189D320335}" type="presParOf" srcId="{16E39271-10E6-483B-A990-7FA7EE9A6180}" destId="{F4D2CF0C-66C8-457A-AA03-AE9183685279}" srcOrd="4" destOrd="0" presId="urn:microsoft.com/office/officeart/2005/8/layout/vList2"/>
    <dgm:cxn modelId="{8A36E4BF-7E75-489F-B013-6F7240CD2CED}" type="presParOf" srcId="{16E39271-10E6-483B-A990-7FA7EE9A6180}" destId="{D18DFC98-80E5-4E2D-A869-DE786DAA5324}" srcOrd="5" destOrd="0" presId="urn:microsoft.com/office/officeart/2005/8/layout/vList2"/>
    <dgm:cxn modelId="{C4386D74-E720-4740-A8AB-7C92301CF330}" type="presParOf" srcId="{16E39271-10E6-483B-A990-7FA7EE9A6180}" destId="{D88A8998-281E-45DA-A1FD-0D342E52B04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9091F120-0858-46DF-9B43-ECAC89B5A3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31CF67-06D3-4932-90DB-BD5F9690541C}">
      <dgm:prSet/>
      <dgm:spPr/>
      <dgm:t>
        <a:bodyPr/>
        <a:lstStyle/>
        <a:p>
          <a:r>
            <a:rPr lang="uk-UA" b="0" i="1" dirty="0"/>
            <a:t>«...Того літа татари взяли </a:t>
          </a:r>
          <a:r>
            <a:rPr lang="uk-UA" b="0" i="1" dirty="0" err="1"/>
            <a:t>Переяславль</a:t>
          </a:r>
          <a:r>
            <a:rPr lang="uk-UA" b="0" i="1" dirty="0"/>
            <a:t> і єпископа вбили, і людей перебили, а місто спалили і, захопивши багато людей і майна, пішли... Того ж літа взяли татари Чернігів... і місто спалили...»</a:t>
          </a:r>
          <a:endParaRPr lang="uk-UA" dirty="0"/>
        </a:p>
      </dgm:t>
    </dgm:pt>
    <dgm:pt modelId="{7B09F145-4E54-4AAA-B571-59E8D002665B}" type="parTrans" cxnId="{828377A1-8B40-4F38-989F-432871616A89}">
      <dgm:prSet/>
      <dgm:spPr/>
      <dgm:t>
        <a:bodyPr/>
        <a:lstStyle/>
        <a:p>
          <a:endParaRPr lang="uk-UA"/>
        </a:p>
      </dgm:t>
    </dgm:pt>
    <dgm:pt modelId="{0C66020C-28B9-46E5-ABC8-BFCF4464A9B4}" type="sibTrans" cxnId="{828377A1-8B40-4F38-989F-432871616A89}">
      <dgm:prSet/>
      <dgm:spPr/>
      <dgm:t>
        <a:bodyPr/>
        <a:lstStyle/>
        <a:p>
          <a:endParaRPr lang="uk-UA"/>
        </a:p>
      </dgm:t>
    </dgm:pt>
    <dgm:pt modelId="{36B11901-F318-42D9-80AB-2CDB794F8550}">
      <dgm:prSet/>
      <dgm:spPr/>
      <dgm:t>
        <a:bodyPr/>
        <a:lstStyle/>
        <a:p>
          <a:r>
            <a:rPr lang="uk-UA" b="0" i="1" dirty="0"/>
            <a:t>«Була рада всіх князів у місті Києві, і вирішили на раді так: “Краще нам зустріти їх на чужій землі, ніж на своїй”. На раді були Мстислав Романович київський, Мстислав ковельський і чернігівський і Мстислав Мстиславич галицький – вони були </a:t>
          </a:r>
          <a:r>
            <a:rPr lang="uk-UA" b="0" i="1" dirty="0" err="1"/>
            <a:t>старійшими</a:t>
          </a:r>
          <a:r>
            <a:rPr lang="uk-UA" b="0" i="1" dirty="0"/>
            <a:t> князями Руської землі…»</a:t>
          </a:r>
          <a:endParaRPr lang="uk-UA" dirty="0"/>
        </a:p>
      </dgm:t>
    </dgm:pt>
    <dgm:pt modelId="{175CF637-896D-4FF5-BEE2-F94E6B9E9ED9}" type="parTrans" cxnId="{96D257D7-DCA2-40F4-9D66-9EFE1F3800AC}">
      <dgm:prSet/>
      <dgm:spPr/>
      <dgm:t>
        <a:bodyPr/>
        <a:lstStyle/>
        <a:p>
          <a:endParaRPr lang="uk-UA"/>
        </a:p>
      </dgm:t>
    </dgm:pt>
    <dgm:pt modelId="{A2420BD9-9AFB-44F1-9CBF-F15A35285A37}" type="sibTrans" cxnId="{96D257D7-DCA2-40F4-9D66-9EFE1F3800AC}">
      <dgm:prSet/>
      <dgm:spPr/>
      <dgm:t>
        <a:bodyPr/>
        <a:lstStyle/>
        <a:p>
          <a:endParaRPr lang="uk-UA"/>
        </a:p>
      </dgm:t>
    </dgm:pt>
    <dgm:pt modelId="{C3C2DDF0-80C5-4665-82A6-C14A8918A527}" type="pres">
      <dgm:prSet presAssocID="{9091F120-0858-46DF-9B43-ECAC89B5A39E}" presName="linear" presStyleCnt="0">
        <dgm:presLayoutVars>
          <dgm:animLvl val="lvl"/>
          <dgm:resizeHandles val="exact"/>
        </dgm:presLayoutVars>
      </dgm:prSet>
      <dgm:spPr/>
    </dgm:pt>
    <dgm:pt modelId="{2BB3A9BB-53DC-4F52-987B-8CAF667D561A}" type="pres">
      <dgm:prSet presAssocID="{8A31CF67-06D3-4932-90DB-BD5F9690541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FED430-D5C5-4019-9701-33FC78F9DA0A}" type="pres">
      <dgm:prSet presAssocID="{0C66020C-28B9-46E5-ABC8-BFCF4464A9B4}" presName="spacer" presStyleCnt="0"/>
      <dgm:spPr/>
    </dgm:pt>
    <dgm:pt modelId="{475E923F-E8D3-4D52-913B-0986E37A1EF0}" type="pres">
      <dgm:prSet presAssocID="{36B11901-F318-42D9-80AB-2CDB794F855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066BC26-0284-4B55-96F7-4E7840309DC9}" type="presOf" srcId="{9091F120-0858-46DF-9B43-ECAC89B5A39E}" destId="{C3C2DDF0-80C5-4665-82A6-C14A8918A527}" srcOrd="0" destOrd="0" presId="urn:microsoft.com/office/officeart/2005/8/layout/vList2"/>
    <dgm:cxn modelId="{828377A1-8B40-4F38-989F-432871616A89}" srcId="{9091F120-0858-46DF-9B43-ECAC89B5A39E}" destId="{8A31CF67-06D3-4932-90DB-BD5F9690541C}" srcOrd="0" destOrd="0" parTransId="{7B09F145-4E54-4AAA-B571-59E8D002665B}" sibTransId="{0C66020C-28B9-46E5-ABC8-BFCF4464A9B4}"/>
    <dgm:cxn modelId="{F8A91AC6-AECE-4140-BA0A-2AB87AF75E68}" type="presOf" srcId="{36B11901-F318-42D9-80AB-2CDB794F8550}" destId="{475E923F-E8D3-4D52-913B-0986E37A1EF0}" srcOrd="0" destOrd="0" presId="urn:microsoft.com/office/officeart/2005/8/layout/vList2"/>
    <dgm:cxn modelId="{96D257D7-DCA2-40F4-9D66-9EFE1F3800AC}" srcId="{9091F120-0858-46DF-9B43-ECAC89B5A39E}" destId="{36B11901-F318-42D9-80AB-2CDB794F8550}" srcOrd="1" destOrd="0" parTransId="{175CF637-896D-4FF5-BEE2-F94E6B9E9ED9}" sibTransId="{A2420BD9-9AFB-44F1-9CBF-F15A35285A37}"/>
    <dgm:cxn modelId="{B63F2BD9-4F31-451E-8FF9-1515800493C8}" type="presOf" srcId="{8A31CF67-06D3-4932-90DB-BD5F9690541C}" destId="{2BB3A9BB-53DC-4F52-987B-8CAF667D561A}" srcOrd="0" destOrd="0" presId="urn:microsoft.com/office/officeart/2005/8/layout/vList2"/>
    <dgm:cxn modelId="{35020EAF-E90E-4680-9B99-E0E63BDBF2A5}" type="presParOf" srcId="{C3C2DDF0-80C5-4665-82A6-C14A8918A527}" destId="{2BB3A9BB-53DC-4F52-987B-8CAF667D561A}" srcOrd="0" destOrd="0" presId="urn:microsoft.com/office/officeart/2005/8/layout/vList2"/>
    <dgm:cxn modelId="{46F828D4-07DA-4FD4-AB91-E366D5695DD3}" type="presParOf" srcId="{C3C2DDF0-80C5-4665-82A6-C14A8918A527}" destId="{61FED430-D5C5-4019-9701-33FC78F9DA0A}" srcOrd="1" destOrd="0" presId="urn:microsoft.com/office/officeart/2005/8/layout/vList2"/>
    <dgm:cxn modelId="{3F34DC37-D41C-43EC-BD59-11FDD25D0E38}" type="presParOf" srcId="{C3C2DDF0-80C5-4665-82A6-C14A8918A527}" destId="{475E923F-E8D3-4D52-913B-0986E37A1EF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4E09AFCB-8920-4FE8-A883-9E1FD6808A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783AFC-79E5-42E9-A944-784A362F83F8}">
      <dgm:prSet/>
      <dgm:spPr/>
      <dgm:t>
        <a:bodyPr/>
        <a:lstStyle/>
        <a:p>
          <a:r>
            <a:rPr lang="ru-RU" b="0" i="1" dirty="0"/>
            <a:t>«...[князь] Михайло [</a:t>
          </a:r>
          <a:r>
            <a:rPr lang="ru-RU" b="0" i="1" dirty="0" err="1"/>
            <a:t>чернігівський</a:t>
          </a:r>
          <a:r>
            <a:rPr lang="ru-RU" b="0" i="1" dirty="0"/>
            <a:t>] </a:t>
          </a:r>
          <a:r>
            <a:rPr lang="ru-RU" b="0" i="1" dirty="0" err="1"/>
            <a:t>відправився</a:t>
          </a:r>
          <a:r>
            <a:rPr lang="ru-RU" b="0" i="1" dirty="0"/>
            <a:t> на </a:t>
          </a:r>
          <a:r>
            <a:rPr lang="ru-RU" b="0" i="1" dirty="0" err="1"/>
            <a:t>уклін</a:t>
          </a:r>
          <a:r>
            <a:rPr lang="ru-RU" b="0" i="1" dirty="0"/>
            <a:t> до </a:t>
          </a:r>
          <a:r>
            <a:rPr lang="ru-RU" b="0" i="1" dirty="0" err="1"/>
            <a:t>Батия</a:t>
          </a:r>
          <a:r>
            <a:rPr lang="ru-RU" b="0" i="1" dirty="0"/>
            <a:t>, вони заставили </a:t>
          </a:r>
          <a:r>
            <a:rPr lang="ru-RU" b="0" i="1" dirty="0" err="1"/>
            <a:t>його</a:t>
          </a:r>
          <a:r>
            <a:rPr lang="ru-RU" b="0" i="1" dirty="0"/>
            <a:t> пройти </a:t>
          </a:r>
          <a:r>
            <a:rPr lang="ru-RU" b="0" i="1" dirty="0" err="1"/>
            <a:t>між</a:t>
          </a:r>
          <a:r>
            <a:rPr lang="ru-RU" b="0" i="1" dirty="0"/>
            <a:t> </a:t>
          </a:r>
          <a:r>
            <a:rPr lang="ru-RU" b="0" i="1" dirty="0" err="1"/>
            <a:t>двома</a:t>
          </a:r>
          <a:r>
            <a:rPr lang="ru-RU" b="0" i="1" dirty="0"/>
            <a:t> огнями, </a:t>
          </a:r>
          <a:r>
            <a:rPr lang="ru-RU" b="0" i="1" dirty="0" err="1"/>
            <a:t>після</a:t>
          </a:r>
          <a:r>
            <a:rPr lang="ru-RU" b="0" i="1" dirty="0"/>
            <a:t> вони сказали, </a:t>
          </a:r>
          <a:r>
            <a:rPr lang="ru-RU" b="0" i="1" dirty="0" err="1"/>
            <a:t>щоб</a:t>
          </a:r>
          <a:r>
            <a:rPr lang="ru-RU" b="0" i="1" dirty="0"/>
            <a:t> </a:t>
          </a:r>
          <a:r>
            <a:rPr lang="ru-RU" b="0" i="1" dirty="0" err="1"/>
            <a:t>він</a:t>
          </a:r>
          <a:r>
            <a:rPr lang="ru-RU" b="0" i="1" dirty="0"/>
            <a:t> </a:t>
          </a:r>
          <a:r>
            <a:rPr lang="ru-RU" b="0" i="1" dirty="0" err="1"/>
            <a:t>поклонився</a:t>
          </a:r>
          <a:r>
            <a:rPr lang="ru-RU" b="0" i="1" dirty="0"/>
            <a:t>... Той [князь] </a:t>
          </a:r>
          <a:r>
            <a:rPr lang="ru-RU" b="0" i="1" dirty="0" err="1"/>
            <a:t>відповів</a:t>
          </a:r>
          <a:r>
            <a:rPr lang="ru-RU" b="0" i="1" dirty="0"/>
            <a:t>, </a:t>
          </a:r>
          <a:r>
            <a:rPr lang="ru-RU" b="0" i="1" dirty="0" err="1"/>
            <a:t>що</a:t>
          </a:r>
          <a:r>
            <a:rPr lang="ru-RU" b="0" i="1" dirty="0"/>
            <a:t> з охотою поклониться </a:t>
          </a:r>
          <a:r>
            <a:rPr lang="ru-RU" b="0" i="1" dirty="0" err="1"/>
            <a:t>Батию</a:t>
          </a:r>
          <a:r>
            <a:rPr lang="ru-RU" b="0" i="1" dirty="0"/>
            <a:t>, </a:t>
          </a:r>
          <a:r>
            <a:rPr lang="ru-RU" b="0" i="1" dirty="0" err="1"/>
            <a:t>але</a:t>
          </a:r>
          <a:r>
            <a:rPr lang="ru-RU" b="0" i="1" dirty="0"/>
            <a:t> не поклониться </a:t>
          </a:r>
          <a:r>
            <a:rPr lang="ru-RU" b="0" i="1" dirty="0" err="1"/>
            <a:t>ідолу</a:t>
          </a:r>
          <a:r>
            <a:rPr lang="ru-RU" b="0" i="1" dirty="0"/>
            <a:t>, </a:t>
          </a:r>
          <a:r>
            <a:rPr lang="ru-RU" b="0" i="1" dirty="0" err="1"/>
            <a:t>бо</a:t>
          </a:r>
          <a:r>
            <a:rPr lang="ru-RU" b="0" i="1" dirty="0"/>
            <a:t> </a:t>
          </a:r>
          <a:r>
            <a:rPr lang="ru-RU" b="0" i="1" dirty="0" err="1"/>
            <a:t>християнину</a:t>
          </a:r>
          <a:r>
            <a:rPr lang="ru-RU" b="0" i="1" dirty="0"/>
            <a:t> </a:t>
          </a:r>
          <a:r>
            <a:rPr lang="ru-RU" b="0" i="1" dirty="0" err="1"/>
            <a:t>це</a:t>
          </a:r>
          <a:r>
            <a:rPr lang="ru-RU" b="0" i="1" dirty="0"/>
            <a:t> не </a:t>
          </a:r>
          <a:r>
            <a:rPr lang="ru-RU" b="0" i="1" dirty="0" err="1"/>
            <a:t>подобає</a:t>
          </a:r>
          <a:r>
            <a:rPr lang="ru-RU" b="0" i="1" dirty="0"/>
            <a:t>... </a:t>
          </a:r>
          <a:r>
            <a:rPr lang="ru-RU" b="0" i="1" dirty="0" err="1"/>
            <a:t>Краще</a:t>
          </a:r>
          <a:r>
            <a:rPr lang="ru-RU" b="0" i="1" dirty="0"/>
            <a:t> </a:t>
          </a:r>
          <a:r>
            <a:rPr lang="ru-RU" b="0" i="1" dirty="0" err="1"/>
            <a:t>вмерти</a:t>
          </a:r>
          <a:r>
            <a:rPr lang="ru-RU" b="0" i="1" dirty="0"/>
            <a:t>, </a:t>
          </a:r>
          <a:r>
            <a:rPr lang="ru-RU" b="0" i="1" dirty="0" err="1"/>
            <a:t>ніж</a:t>
          </a:r>
          <a:r>
            <a:rPr lang="ru-RU" b="0" i="1" dirty="0"/>
            <a:t> </a:t>
          </a:r>
          <a:r>
            <a:rPr lang="ru-RU" b="0" i="1" dirty="0" err="1"/>
            <a:t>зробити</a:t>
          </a:r>
          <a:r>
            <a:rPr lang="ru-RU" b="0" i="1" dirty="0"/>
            <a:t> те, </a:t>
          </a:r>
          <a:r>
            <a:rPr lang="ru-RU" b="0" i="1" dirty="0" err="1"/>
            <a:t>що</a:t>
          </a:r>
          <a:r>
            <a:rPr lang="ru-RU" b="0" i="1" dirty="0"/>
            <a:t> не </a:t>
          </a:r>
          <a:r>
            <a:rPr lang="ru-RU" b="0" i="1" dirty="0" err="1"/>
            <a:t>подобає</a:t>
          </a:r>
          <a:r>
            <a:rPr lang="ru-RU" b="0" i="1" dirty="0"/>
            <a:t>...»</a:t>
          </a:r>
          <a:endParaRPr lang="uk-UA" dirty="0"/>
        </a:p>
      </dgm:t>
    </dgm:pt>
    <dgm:pt modelId="{F45A3E42-E781-43FA-806B-26C21954F933}" type="parTrans" cxnId="{455FAE68-81D7-4F69-A45D-8EFCE48F4F6E}">
      <dgm:prSet/>
      <dgm:spPr/>
      <dgm:t>
        <a:bodyPr/>
        <a:lstStyle/>
        <a:p>
          <a:endParaRPr lang="uk-UA"/>
        </a:p>
      </dgm:t>
    </dgm:pt>
    <dgm:pt modelId="{25ECAAE8-764B-4296-9D2E-845929AFC622}" type="sibTrans" cxnId="{455FAE68-81D7-4F69-A45D-8EFCE48F4F6E}">
      <dgm:prSet/>
      <dgm:spPr/>
      <dgm:t>
        <a:bodyPr/>
        <a:lstStyle/>
        <a:p>
          <a:endParaRPr lang="uk-UA"/>
        </a:p>
      </dgm:t>
    </dgm:pt>
    <dgm:pt modelId="{5288F619-CD62-487F-9E6E-808BF3C39878}">
      <dgm:prSet/>
      <dgm:spPr/>
      <dgm:t>
        <a:bodyPr/>
        <a:lstStyle/>
        <a:p>
          <a:r>
            <a:rPr lang="ru-RU" b="0" i="1" dirty="0"/>
            <a:t>«Поставив </a:t>
          </a:r>
          <a:r>
            <a:rPr lang="ru-RU" b="0" i="1" dirty="0" err="1"/>
            <a:t>Батий</a:t>
          </a:r>
          <a:r>
            <a:rPr lang="ru-RU" b="0" i="1" dirty="0"/>
            <a:t> </a:t>
          </a:r>
          <a:r>
            <a:rPr lang="ru-RU" b="0" i="1" dirty="0" err="1"/>
            <a:t>стінобитні</a:t>
          </a:r>
          <a:r>
            <a:rPr lang="ru-RU" b="0" i="1" dirty="0"/>
            <a:t> </a:t>
          </a:r>
          <a:r>
            <a:rPr lang="ru-RU" b="0" i="1" dirty="0" err="1"/>
            <a:t>гармати</a:t>
          </a:r>
          <a:r>
            <a:rPr lang="ru-RU" b="0" i="1" dirty="0"/>
            <a:t> у </a:t>
          </a:r>
          <a:r>
            <a:rPr lang="ru-RU" b="0" i="1" dirty="0" err="1"/>
            <a:t>міста</a:t>
          </a:r>
          <a:r>
            <a:rPr lang="ru-RU" b="0" i="1" dirty="0"/>
            <a:t> </a:t>
          </a:r>
          <a:r>
            <a:rPr lang="ru-RU" b="0" i="1" dirty="0" err="1"/>
            <a:t>біля</a:t>
          </a:r>
          <a:r>
            <a:rPr lang="ru-RU" b="0" i="1" dirty="0"/>
            <a:t> </a:t>
          </a:r>
          <a:r>
            <a:rPr lang="ru-RU" b="0" i="1" dirty="0" err="1"/>
            <a:t>Лядських</a:t>
          </a:r>
          <a:r>
            <a:rPr lang="ru-RU" b="0" i="1" dirty="0"/>
            <a:t> </a:t>
          </a:r>
          <a:r>
            <a:rPr lang="ru-RU" b="0" i="1" dirty="0" err="1"/>
            <a:t>воріт</a:t>
          </a:r>
          <a:r>
            <a:rPr lang="ru-RU" b="0" i="1" dirty="0"/>
            <a:t>... </a:t>
          </a:r>
          <a:r>
            <a:rPr lang="ru-RU" b="0" i="1" dirty="0" err="1"/>
            <a:t>Знаряддя</a:t>
          </a:r>
          <a:r>
            <a:rPr lang="ru-RU" b="0" i="1" dirty="0"/>
            <a:t> били </a:t>
          </a:r>
          <a:r>
            <a:rPr lang="ru-RU" b="0" i="1" dirty="0" err="1"/>
            <a:t>безперестанку</a:t>
          </a:r>
          <a:r>
            <a:rPr lang="ru-RU" b="0" i="1" dirty="0"/>
            <a:t> день і </a:t>
          </a:r>
          <a:r>
            <a:rPr lang="ru-RU" b="0" i="1" dirty="0" err="1"/>
            <a:t>ніч</a:t>
          </a:r>
          <a:r>
            <a:rPr lang="ru-RU" b="0" i="1" dirty="0"/>
            <a:t> і пробили </a:t>
          </a:r>
          <a:r>
            <a:rPr lang="ru-RU" b="0" i="1" dirty="0" err="1"/>
            <a:t>стіни</a:t>
          </a:r>
          <a:r>
            <a:rPr lang="ru-RU" b="0" i="1" dirty="0"/>
            <a:t>... Коли [</a:t>
          </a:r>
          <a:r>
            <a:rPr lang="ru-RU" b="0" i="1" dirty="0" err="1"/>
            <a:t>воєвода</a:t>
          </a:r>
          <a:r>
            <a:rPr lang="ru-RU" b="0" i="1" dirty="0"/>
            <a:t>] Дмитро </a:t>
          </a:r>
          <a:r>
            <a:rPr lang="ru-RU" b="0" i="1" dirty="0" err="1"/>
            <a:t>був</a:t>
          </a:r>
          <a:r>
            <a:rPr lang="ru-RU" b="0" i="1" dirty="0"/>
            <a:t> поранений, </a:t>
          </a:r>
          <a:r>
            <a:rPr lang="ru-RU" b="0" i="1" dirty="0" err="1"/>
            <a:t>татари</a:t>
          </a:r>
          <a:r>
            <a:rPr lang="ru-RU" b="0" i="1" dirty="0"/>
            <a:t> </a:t>
          </a:r>
          <a:r>
            <a:rPr lang="ru-RU" b="0" i="1" dirty="0" err="1"/>
            <a:t>ввійшли</a:t>
          </a:r>
          <a:r>
            <a:rPr lang="ru-RU" b="0" i="1" dirty="0"/>
            <a:t> на </a:t>
          </a:r>
          <a:r>
            <a:rPr lang="ru-RU" b="0" i="1" dirty="0" err="1"/>
            <a:t>стіни</a:t>
          </a:r>
          <a:r>
            <a:rPr lang="ru-RU" b="0" i="1" dirty="0"/>
            <a:t> і </a:t>
          </a:r>
          <a:r>
            <a:rPr lang="ru-RU" b="0" i="1" dirty="0" err="1"/>
            <a:t>займали</a:t>
          </a:r>
          <a:r>
            <a:rPr lang="ru-RU" b="0" i="1" dirty="0"/>
            <a:t> </a:t>
          </a:r>
          <a:r>
            <a:rPr lang="ru-RU" b="0" i="1" dirty="0" err="1"/>
            <a:t>їх</a:t>
          </a:r>
          <a:r>
            <a:rPr lang="ru-RU" b="0" i="1" dirty="0"/>
            <a:t> у той день і в ту </a:t>
          </a:r>
          <a:r>
            <a:rPr lang="ru-RU" b="0" i="1" dirty="0" err="1"/>
            <a:t>ніч</a:t>
          </a:r>
          <a:r>
            <a:rPr lang="ru-RU" b="0" i="1" dirty="0"/>
            <a:t>... </a:t>
          </a:r>
          <a:r>
            <a:rPr lang="ru-RU" b="0" i="1" dirty="0" err="1"/>
            <a:t>Городяни</a:t>
          </a:r>
          <a:r>
            <a:rPr lang="ru-RU" b="0" i="1" dirty="0"/>
            <a:t> ж </a:t>
          </a:r>
          <a:r>
            <a:rPr lang="ru-RU" b="0" i="1" dirty="0" err="1"/>
            <a:t>побудували</a:t>
          </a:r>
          <a:r>
            <a:rPr lang="ru-RU" b="0" i="1" dirty="0"/>
            <a:t> </a:t>
          </a:r>
          <a:r>
            <a:rPr lang="ru-RU" b="0" i="1" dirty="0" err="1"/>
            <a:t>нову</a:t>
          </a:r>
          <a:r>
            <a:rPr lang="ru-RU" b="0" i="1" dirty="0"/>
            <a:t> </a:t>
          </a:r>
          <a:r>
            <a:rPr lang="ru-RU" b="0" i="1" dirty="0" err="1"/>
            <a:t>стіну</a:t>
          </a:r>
          <a:r>
            <a:rPr lang="ru-RU" b="0" i="1" dirty="0"/>
            <a:t> </a:t>
          </a:r>
          <a:r>
            <a:rPr lang="ru-RU" b="0" i="1" dirty="0" err="1"/>
            <a:t>біля</a:t>
          </a:r>
          <a:r>
            <a:rPr lang="ru-RU" b="0" i="1" dirty="0"/>
            <a:t> церкви </a:t>
          </a:r>
          <a:r>
            <a:rPr lang="ru-RU" b="0" i="1" dirty="0" err="1"/>
            <a:t>Богородиці</a:t>
          </a:r>
          <a:r>
            <a:rPr lang="ru-RU" b="0" i="1" dirty="0"/>
            <a:t> </a:t>
          </a:r>
          <a:r>
            <a:rPr lang="ru-RU" b="0" i="1" dirty="0" err="1"/>
            <a:t>Десятинної</a:t>
          </a:r>
          <a:r>
            <a:rPr lang="ru-RU" b="0" i="1" dirty="0"/>
            <a:t>... І взято </a:t>
          </a:r>
          <a:r>
            <a:rPr lang="ru-RU" b="0" i="1" dirty="0" err="1"/>
            <a:t>було</a:t>
          </a:r>
          <a:r>
            <a:rPr lang="ru-RU" b="0" i="1" dirty="0"/>
            <a:t> </a:t>
          </a:r>
          <a:r>
            <a:rPr lang="ru-RU" b="0" i="1" dirty="0" err="1"/>
            <a:t>місто</a:t>
          </a:r>
          <a:r>
            <a:rPr lang="ru-RU" b="0" i="1" dirty="0"/>
            <a:t>... </a:t>
          </a:r>
          <a:r>
            <a:rPr lang="ru-RU" b="0" i="1" dirty="0" err="1"/>
            <a:t>Дмитра</a:t>
          </a:r>
          <a:r>
            <a:rPr lang="ru-RU" b="0" i="1" dirty="0"/>
            <a:t> ж </a:t>
          </a:r>
          <a:r>
            <a:rPr lang="ru-RU" b="0" i="1" dirty="0" err="1"/>
            <a:t>татари</a:t>
          </a:r>
          <a:r>
            <a:rPr lang="ru-RU" b="0" i="1" dirty="0"/>
            <a:t> взяли в полон </a:t>
          </a:r>
          <a:r>
            <a:rPr lang="ru-RU" b="0" i="1" dirty="0" err="1"/>
            <a:t>пораненим</a:t>
          </a:r>
          <a:r>
            <a:rPr lang="ru-RU" b="0" i="1" dirty="0"/>
            <a:t> і не вбили </a:t>
          </a:r>
          <a:r>
            <a:rPr lang="ru-RU" b="0" i="1" dirty="0" err="1"/>
            <a:t>заради</a:t>
          </a:r>
          <a:r>
            <a:rPr lang="ru-RU" b="0" i="1" dirty="0"/>
            <a:t> </a:t>
          </a:r>
          <a:r>
            <a:rPr lang="ru-RU" b="0" i="1" dirty="0" err="1"/>
            <a:t>його</a:t>
          </a:r>
          <a:r>
            <a:rPr lang="ru-RU" b="0" i="1" dirty="0"/>
            <a:t> </a:t>
          </a:r>
          <a:r>
            <a:rPr lang="ru-RU" b="0" i="1" dirty="0" err="1"/>
            <a:t>хоробрості</a:t>
          </a:r>
          <a:r>
            <a:rPr lang="ru-RU" b="0" i="1" dirty="0"/>
            <a:t>…»</a:t>
          </a:r>
          <a:endParaRPr lang="uk-UA" dirty="0"/>
        </a:p>
      </dgm:t>
    </dgm:pt>
    <dgm:pt modelId="{F86F8482-0D33-4179-829F-DF477398F955}" type="parTrans" cxnId="{10E14261-BA3F-47B6-A620-EA2A87C54300}">
      <dgm:prSet/>
      <dgm:spPr/>
      <dgm:t>
        <a:bodyPr/>
        <a:lstStyle/>
        <a:p>
          <a:endParaRPr lang="uk-UA"/>
        </a:p>
      </dgm:t>
    </dgm:pt>
    <dgm:pt modelId="{7945E902-DD3B-4454-AA2A-398CFAA2734D}" type="sibTrans" cxnId="{10E14261-BA3F-47B6-A620-EA2A87C54300}">
      <dgm:prSet/>
      <dgm:spPr/>
      <dgm:t>
        <a:bodyPr/>
        <a:lstStyle/>
        <a:p>
          <a:endParaRPr lang="uk-UA"/>
        </a:p>
      </dgm:t>
    </dgm:pt>
    <dgm:pt modelId="{D76DE48D-067C-422D-A23C-30A8BB93C706}" type="pres">
      <dgm:prSet presAssocID="{4E09AFCB-8920-4FE8-A883-9E1FD6808A45}" presName="linear" presStyleCnt="0">
        <dgm:presLayoutVars>
          <dgm:animLvl val="lvl"/>
          <dgm:resizeHandles val="exact"/>
        </dgm:presLayoutVars>
      </dgm:prSet>
      <dgm:spPr/>
    </dgm:pt>
    <dgm:pt modelId="{7A811BA8-794A-4020-943C-991E53E142A0}" type="pres">
      <dgm:prSet presAssocID="{52783AFC-79E5-42E9-A944-784A362F83F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C7B6A49-162D-4038-9A4E-07D8A63D28D7}" type="pres">
      <dgm:prSet presAssocID="{25ECAAE8-764B-4296-9D2E-845929AFC622}" presName="spacer" presStyleCnt="0"/>
      <dgm:spPr/>
    </dgm:pt>
    <dgm:pt modelId="{8CDBACE2-6570-4529-BFE7-379F5A5749AB}" type="pres">
      <dgm:prSet presAssocID="{5288F619-CD62-487F-9E6E-808BF3C3987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0E14261-BA3F-47B6-A620-EA2A87C54300}" srcId="{4E09AFCB-8920-4FE8-A883-9E1FD6808A45}" destId="{5288F619-CD62-487F-9E6E-808BF3C39878}" srcOrd="1" destOrd="0" parTransId="{F86F8482-0D33-4179-829F-DF477398F955}" sibTransId="{7945E902-DD3B-4454-AA2A-398CFAA2734D}"/>
    <dgm:cxn modelId="{455FAE68-81D7-4F69-A45D-8EFCE48F4F6E}" srcId="{4E09AFCB-8920-4FE8-A883-9E1FD6808A45}" destId="{52783AFC-79E5-42E9-A944-784A362F83F8}" srcOrd="0" destOrd="0" parTransId="{F45A3E42-E781-43FA-806B-26C21954F933}" sibTransId="{25ECAAE8-764B-4296-9D2E-845929AFC622}"/>
    <dgm:cxn modelId="{13558291-FC8D-4256-840C-88C6AC3456ED}" type="presOf" srcId="{4E09AFCB-8920-4FE8-A883-9E1FD6808A45}" destId="{D76DE48D-067C-422D-A23C-30A8BB93C706}" srcOrd="0" destOrd="0" presId="urn:microsoft.com/office/officeart/2005/8/layout/vList2"/>
    <dgm:cxn modelId="{132B5CE8-AB9B-4AAA-9E05-E59BCF3FEBCC}" type="presOf" srcId="{52783AFC-79E5-42E9-A944-784A362F83F8}" destId="{7A811BA8-794A-4020-943C-991E53E142A0}" srcOrd="0" destOrd="0" presId="urn:microsoft.com/office/officeart/2005/8/layout/vList2"/>
    <dgm:cxn modelId="{618EA2EA-85E7-46DB-A98B-26A764C575C5}" type="presOf" srcId="{5288F619-CD62-487F-9E6E-808BF3C39878}" destId="{8CDBACE2-6570-4529-BFE7-379F5A5749AB}" srcOrd="0" destOrd="0" presId="urn:microsoft.com/office/officeart/2005/8/layout/vList2"/>
    <dgm:cxn modelId="{08668B65-415C-4EDD-A8D1-634D571EDA65}" type="presParOf" srcId="{D76DE48D-067C-422D-A23C-30A8BB93C706}" destId="{7A811BA8-794A-4020-943C-991E53E142A0}" srcOrd="0" destOrd="0" presId="urn:microsoft.com/office/officeart/2005/8/layout/vList2"/>
    <dgm:cxn modelId="{BBD9FA93-0DA0-47AC-B3E8-052742E219FF}" type="presParOf" srcId="{D76DE48D-067C-422D-A23C-30A8BB93C706}" destId="{1C7B6A49-162D-4038-9A4E-07D8A63D28D7}" srcOrd="1" destOrd="0" presId="urn:microsoft.com/office/officeart/2005/8/layout/vList2"/>
    <dgm:cxn modelId="{87104F06-91B3-4810-9817-43FE5636C161}" type="presParOf" srcId="{D76DE48D-067C-422D-A23C-30A8BB93C706}" destId="{8CDBACE2-6570-4529-BFE7-379F5A5749A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953F252F-9D42-4192-B277-BD1197F49B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BB73720-F78B-433F-BD03-77F79B5D5114}">
      <dgm:prSet/>
      <dgm:spPr/>
      <dgm:t>
        <a:bodyPr/>
        <a:lstStyle/>
        <a:p>
          <a:r>
            <a:rPr lang="uk-UA" b="0" i="0" dirty="0"/>
            <a:t>варягів.</a:t>
          </a:r>
          <a:endParaRPr lang="uk-UA" dirty="0"/>
        </a:p>
      </dgm:t>
    </dgm:pt>
    <dgm:pt modelId="{EDB5D2E4-4B17-4E85-9231-CDCAFBEF4662}" type="parTrans" cxnId="{2494C97D-CC85-47B5-B5B3-A355231A5FFE}">
      <dgm:prSet/>
      <dgm:spPr/>
      <dgm:t>
        <a:bodyPr/>
        <a:lstStyle/>
        <a:p>
          <a:endParaRPr lang="uk-UA"/>
        </a:p>
      </dgm:t>
    </dgm:pt>
    <dgm:pt modelId="{1F5F9A96-4141-4981-BFEF-B85287425767}" type="sibTrans" cxnId="{2494C97D-CC85-47B5-B5B3-A355231A5FFE}">
      <dgm:prSet/>
      <dgm:spPr/>
      <dgm:t>
        <a:bodyPr/>
        <a:lstStyle/>
        <a:p>
          <a:endParaRPr lang="uk-UA"/>
        </a:p>
      </dgm:t>
    </dgm:pt>
    <dgm:pt modelId="{4643DF3F-C6CD-4A6E-9FD4-F582A10374C5}">
      <dgm:prSet/>
      <dgm:spPr/>
      <dgm:t>
        <a:bodyPr/>
        <a:lstStyle/>
        <a:p>
          <a:r>
            <a:rPr lang="uk-UA" b="0" i="0" dirty="0" err="1"/>
            <a:t>хозарів</a:t>
          </a:r>
          <a:r>
            <a:rPr lang="uk-UA" b="0" i="0" dirty="0"/>
            <a:t>.</a:t>
          </a:r>
          <a:endParaRPr lang="uk-UA" dirty="0"/>
        </a:p>
      </dgm:t>
    </dgm:pt>
    <dgm:pt modelId="{50416FCB-B23B-4E49-9B47-67F3DC6EE702}" type="parTrans" cxnId="{7143D868-ACAC-496E-8529-53476DAC75F3}">
      <dgm:prSet/>
      <dgm:spPr/>
      <dgm:t>
        <a:bodyPr/>
        <a:lstStyle/>
        <a:p>
          <a:endParaRPr lang="uk-UA"/>
        </a:p>
      </dgm:t>
    </dgm:pt>
    <dgm:pt modelId="{B353E363-50F9-4E9E-9789-DAB0B23B31F1}" type="sibTrans" cxnId="{7143D868-ACAC-496E-8529-53476DAC75F3}">
      <dgm:prSet/>
      <dgm:spPr/>
      <dgm:t>
        <a:bodyPr/>
        <a:lstStyle/>
        <a:p>
          <a:endParaRPr lang="uk-UA"/>
        </a:p>
      </dgm:t>
    </dgm:pt>
    <dgm:pt modelId="{8FC2749D-A6BC-4C71-9A46-C6D95C6E5F88}">
      <dgm:prSet/>
      <dgm:spPr/>
      <dgm:t>
        <a:bodyPr/>
        <a:lstStyle/>
        <a:p>
          <a:r>
            <a:rPr lang="uk-UA" b="0" i="0"/>
            <a:t>монголів.</a:t>
          </a:r>
          <a:endParaRPr lang="uk-UA"/>
        </a:p>
      </dgm:t>
    </dgm:pt>
    <dgm:pt modelId="{CE092FAD-7EE4-40AF-823B-3F8010806F18}" type="parTrans" cxnId="{1CBAE052-0D86-4A43-8E75-912EFB034AF4}">
      <dgm:prSet/>
      <dgm:spPr/>
      <dgm:t>
        <a:bodyPr/>
        <a:lstStyle/>
        <a:p>
          <a:endParaRPr lang="uk-UA"/>
        </a:p>
      </dgm:t>
    </dgm:pt>
    <dgm:pt modelId="{09222A80-9F30-4B44-A457-BEA3454A56C2}" type="sibTrans" cxnId="{1CBAE052-0D86-4A43-8E75-912EFB034AF4}">
      <dgm:prSet/>
      <dgm:spPr/>
      <dgm:t>
        <a:bodyPr/>
        <a:lstStyle/>
        <a:p>
          <a:endParaRPr lang="uk-UA"/>
        </a:p>
      </dgm:t>
    </dgm:pt>
    <dgm:pt modelId="{14B2F880-3E0A-476C-BD32-331530D0B35E}">
      <dgm:prSet/>
      <dgm:spPr/>
      <dgm:t>
        <a:bodyPr/>
        <a:lstStyle/>
        <a:p>
          <a:r>
            <a:rPr lang="uk-UA" b="0" i="0" dirty="0"/>
            <a:t>печенігів.</a:t>
          </a:r>
          <a:endParaRPr lang="uk-UA" dirty="0"/>
        </a:p>
      </dgm:t>
    </dgm:pt>
    <dgm:pt modelId="{16E88AD7-130D-46E5-9DFC-32711EC12178}" type="parTrans" cxnId="{02C59CE8-D8DD-4928-AB92-5FBF7AD56BE5}">
      <dgm:prSet/>
      <dgm:spPr/>
      <dgm:t>
        <a:bodyPr/>
        <a:lstStyle/>
        <a:p>
          <a:endParaRPr lang="uk-UA"/>
        </a:p>
      </dgm:t>
    </dgm:pt>
    <dgm:pt modelId="{1C873CD0-13A9-429E-896A-2B8D69126FDD}" type="sibTrans" cxnId="{02C59CE8-D8DD-4928-AB92-5FBF7AD56BE5}">
      <dgm:prSet/>
      <dgm:spPr/>
      <dgm:t>
        <a:bodyPr/>
        <a:lstStyle/>
        <a:p>
          <a:endParaRPr lang="uk-UA"/>
        </a:p>
      </dgm:t>
    </dgm:pt>
    <dgm:pt modelId="{9A69B8F7-2535-4937-9EC0-1568F03A8B48}" type="pres">
      <dgm:prSet presAssocID="{953F252F-9D42-4192-B277-BD1197F49B4B}" presName="linear" presStyleCnt="0">
        <dgm:presLayoutVars>
          <dgm:animLvl val="lvl"/>
          <dgm:resizeHandles val="exact"/>
        </dgm:presLayoutVars>
      </dgm:prSet>
      <dgm:spPr/>
    </dgm:pt>
    <dgm:pt modelId="{F3B54087-B1D6-4AC3-9CF6-AC57D664882D}" type="pres">
      <dgm:prSet presAssocID="{1BB73720-F78B-433F-BD03-77F79B5D51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8CAD58-1E38-4260-87D7-1296426E7751}" type="pres">
      <dgm:prSet presAssocID="{1F5F9A96-4141-4981-BFEF-B85287425767}" presName="spacer" presStyleCnt="0"/>
      <dgm:spPr/>
    </dgm:pt>
    <dgm:pt modelId="{D56B1EA2-272B-4385-A196-2D47F8A01B23}" type="pres">
      <dgm:prSet presAssocID="{4643DF3F-C6CD-4A6E-9FD4-F582A10374C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0D203F-4640-4A21-96C6-1F2D69F44CA2}" type="pres">
      <dgm:prSet presAssocID="{B353E363-50F9-4E9E-9789-DAB0B23B31F1}" presName="spacer" presStyleCnt="0"/>
      <dgm:spPr/>
    </dgm:pt>
    <dgm:pt modelId="{AD50D3CB-EE3D-40AB-AA30-6D52368594A3}" type="pres">
      <dgm:prSet presAssocID="{8FC2749D-A6BC-4C71-9A46-C6D95C6E5F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823332-47B7-4195-90D4-E53115242BED}" type="pres">
      <dgm:prSet presAssocID="{09222A80-9F30-4B44-A457-BEA3454A56C2}" presName="spacer" presStyleCnt="0"/>
      <dgm:spPr/>
    </dgm:pt>
    <dgm:pt modelId="{FC3A9BFC-94C7-45DA-957D-B15CF19D0FE9}" type="pres">
      <dgm:prSet presAssocID="{14B2F880-3E0A-476C-BD32-331530D0B3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A28060-CCF2-440B-9BEE-52EE94020635}" type="presOf" srcId="{953F252F-9D42-4192-B277-BD1197F49B4B}" destId="{9A69B8F7-2535-4937-9EC0-1568F03A8B48}" srcOrd="0" destOrd="0" presId="urn:microsoft.com/office/officeart/2005/8/layout/vList2"/>
    <dgm:cxn modelId="{7143D868-ACAC-496E-8529-53476DAC75F3}" srcId="{953F252F-9D42-4192-B277-BD1197F49B4B}" destId="{4643DF3F-C6CD-4A6E-9FD4-F582A10374C5}" srcOrd="1" destOrd="0" parTransId="{50416FCB-B23B-4E49-9B47-67F3DC6EE702}" sibTransId="{B353E363-50F9-4E9E-9789-DAB0B23B31F1}"/>
    <dgm:cxn modelId="{1CBAE052-0D86-4A43-8E75-912EFB034AF4}" srcId="{953F252F-9D42-4192-B277-BD1197F49B4B}" destId="{8FC2749D-A6BC-4C71-9A46-C6D95C6E5F88}" srcOrd="2" destOrd="0" parTransId="{CE092FAD-7EE4-40AF-823B-3F8010806F18}" sibTransId="{09222A80-9F30-4B44-A457-BEA3454A56C2}"/>
    <dgm:cxn modelId="{518B2B7A-9732-4575-AA38-0CE9EE03CD14}" type="presOf" srcId="{4643DF3F-C6CD-4A6E-9FD4-F582A10374C5}" destId="{D56B1EA2-272B-4385-A196-2D47F8A01B23}" srcOrd="0" destOrd="0" presId="urn:microsoft.com/office/officeart/2005/8/layout/vList2"/>
    <dgm:cxn modelId="{2494C97D-CC85-47B5-B5B3-A355231A5FFE}" srcId="{953F252F-9D42-4192-B277-BD1197F49B4B}" destId="{1BB73720-F78B-433F-BD03-77F79B5D5114}" srcOrd="0" destOrd="0" parTransId="{EDB5D2E4-4B17-4E85-9231-CDCAFBEF4662}" sibTransId="{1F5F9A96-4141-4981-BFEF-B85287425767}"/>
    <dgm:cxn modelId="{3E4F60BD-DA81-4A3F-9331-60EBA47895C1}" type="presOf" srcId="{14B2F880-3E0A-476C-BD32-331530D0B35E}" destId="{FC3A9BFC-94C7-45DA-957D-B15CF19D0FE9}" srcOrd="0" destOrd="0" presId="urn:microsoft.com/office/officeart/2005/8/layout/vList2"/>
    <dgm:cxn modelId="{6E5269D6-E79E-4926-A4FF-B87CE2E34725}" type="presOf" srcId="{1BB73720-F78B-433F-BD03-77F79B5D5114}" destId="{F3B54087-B1D6-4AC3-9CF6-AC57D664882D}" srcOrd="0" destOrd="0" presId="urn:microsoft.com/office/officeart/2005/8/layout/vList2"/>
    <dgm:cxn modelId="{C19326E0-7982-4B38-B910-DD8A61779DB3}" type="presOf" srcId="{8FC2749D-A6BC-4C71-9A46-C6D95C6E5F88}" destId="{AD50D3CB-EE3D-40AB-AA30-6D52368594A3}" srcOrd="0" destOrd="0" presId="urn:microsoft.com/office/officeart/2005/8/layout/vList2"/>
    <dgm:cxn modelId="{02C59CE8-D8DD-4928-AB92-5FBF7AD56BE5}" srcId="{953F252F-9D42-4192-B277-BD1197F49B4B}" destId="{14B2F880-3E0A-476C-BD32-331530D0B35E}" srcOrd="3" destOrd="0" parTransId="{16E88AD7-130D-46E5-9DFC-32711EC12178}" sibTransId="{1C873CD0-13A9-429E-896A-2B8D69126FDD}"/>
    <dgm:cxn modelId="{571E9BFB-DC22-4B29-BDB0-BB51D3B536C3}" type="presParOf" srcId="{9A69B8F7-2535-4937-9EC0-1568F03A8B48}" destId="{F3B54087-B1D6-4AC3-9CF6-AC57D664882D}" srcOrd="0" destOrd="0" presId="urn:microsoft.com/office/officeart/2005/8/layout/vList2"/>
    <dgm:cxn modelId="{A7F17A87-EEBE-4C82-883C-9BCD1AD8A56E}" type="presParOf" srcId="{9A69B8F7-2535-4937-9EC0-1568F03A8B48}" destId="{718CAD58-1E38-4260-87D7-1296426E7751}" srcOrd="1" destOrd="0" presId="urn:microsoft.com/office/officeart/2005/8/layout/vList2"/>
    <dgm:cxn modelId="{D5FB60BC-9709-4E24-BD34-01873D5043E5}" type="presParOf" srcId="{9A69B8F7-2535-4937-9EC0-1568F03A8B48}" destId="{D56B1EA2-272B-4385-A196-2D47F8A01B23}" srcOrd="2" destOrd="0" presId="urn:microsoft.com/office/officeart/2005/8/layout/vList2"/>
    <dgm:cxn modelId="{1AA3E9DF-A7D6-46F5-A445-2CBAFF1483E8}" type="presParOf" srcId="{9A69B8F7-2535-4937-9EC0-1568F03A8B48}" destId="{BC0D203F-4640-4A21-96C6-1F2D69F44CA2}" srcOrd="3" destOrd="0" presId="urn:microsoft.com/office/officeart/2005/8/layout/vList2"/>
    <dgm:cxn modelId="{1D2C1565-1519-40FA-9115-FA27CCBD7A39}" type="presParOf" srcId="{9A69B8F7-2535-4937-9EC0-1568F03A8B48}" destId="{AD50D3CB-EE3D-40AB-AA30-6D52368594A3}" srcOrd="4" destOrd="0" presId="urn:microsoft.com/office/officeart/2005/8/layout/vList2"/>
    <dgm:cxn modelId="{4F96E64E-DAB3-4847-B46C-17444649EE8B}" type="presParOf" srcId="{9A69B8F7-2535-4937-9EC0-1568F03A8B48}" destId="{D1823332-47B7-4195-90D4-E53115242BED}" srcOrd="5" destOrd="0" presId="urn:microsoft.com/office/officeart/2005/8/layout/vList2"/>
    <dgm:cxn modelId="{B1554A5A-90EA-44BC-A517-738DF01A589B}" type="presParOf" srcId="{9A69B8F7-2535-4937-9EC0-1568F03A8B48}" destId="{FC3A9BFC-94C7-45DA-957D-B15CF19D0FE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409853E7-9CDB-461D-ABFA-BC761C9CF1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8CCB9C-1DA5-47D9-8612-69B15F3776AE}">
      <dgm:prSet/>
      <dgm:spPr/>
      <dgm:t>
        <a:bodyPr/>
        <a:lstStyle/>
        <a:p>
          <a:r>
            <a:rPr lang="uk-UA" b="0" i="0"/>
            <a:t>Київське</a:t>
          </a:r>
          <a:endParaRPr lang="uk-UA"/>
        </a:p>
      </dgm:t>
    </dgm:pt>
    <dgm:pt modelId="{BA4173A4-CBBF-4645-8AB2-4F9FE6F3550E}" type="parTrans" cxnId="{089DCA8E-5196-4A1D-89EF-86CABE2A47D8}">
      <dgm:prSet/>
      <dgm:spPr/>
      <dgm:t>
        <a:bodyPr/>
        <a:lstStyle/>
        <a:p>
          <a:endParaRPr lang="uk-UA"/>
        </a:p>
      </dgm:t>
    </dgm:pt>
    <dgm:pt modelId="{29F8657C-44B6-4DCD-A96F-CACF9D74A94C}" type="sibTrans" cxnId="{089DCA8E-5196-4A1D-89EF-86CABE2A47D8}">
      <dgm:prSet/>
      <dgm:spPr/>
      <dgm:t>
        <a:bodyPr/>
        <a:lstStyle/>
        <a:p>
          <a:endParaRPr lang="uk-UA"/>
        </a:p>
      </dgm:t>
    </dgm:pt>
    <dgm:pt modelId="{C80A3313-90CF-418D-82DC-F9B04D9C0BCB}">
      <dgm:prSet/>
      <dgm:spPr/>
      <dgm:t>
        <a:bodyPr/>
        <a:lstStyle/>
        <a:p>
          <a:r>
            <a:rPr lang="uk-UA" b="0" i="0"/>
            <a:t>Галицьке</a:t>
          </a:r>
          <a:endParaRPr lang="uk-UA"/>
        </a:p>
      </dgm:t>
    </dgm:pt>
    <dgm:pt modelId="{848C5546-6338-4285-9A79-6F4093402FC8}" type="parTrans" cxnId="{1F5DE713-D586-4883-AB0E-DE66E2141EF6}">
      <dgm:prSet/>
      <dgm:spPr/>
      <dgm:t>
        <a:bodyPr/>
        <a:lstStyle/>
        <a:p>
          <a:endParaRPr lang="uk-UA"/>
        </a:p>
      </dgm:t>
    </dgm:pt>
    <dgm:pt modelId="{1B688A35-95F9-4FD4-A3BA-0723BA94DE8E}" type="sibTrans" cxnId="{1F5DE713-D586-4883-AB0E-DE66E2141EF6}">
      <dgm:prSet/>
      <dgm:spPr/>
      <dgm:t>
        <a:bodyPr/>
        <a:lstStyle/>
        <a:p>
          <a:endParaRPr lang="uk-UA"/>
        </a:p>
      </dgm:t>
    </dgm:pt>
    <dgm:pt modelId="{554B0BC9-5105-4C21-8548-28019C5A5BFD}">
      <dgm:prSet/>
      <dgm:spPr/>
      <dgm:t>
        <a:bodyPr/>
        <a:lstStyle/>
        <a:p>
          <a:r>
            <a:rPr lang="uk-UA" b="0" i="0" dirty="0"/>
            <a:t>Волинське</a:t>
          </a:r>
          <a:endParaRPr lang="uk-UA" dirty="0"/>
        </a:p>
      </dgm:t>
    </dgm:pt>
    <dgm:pt modelId="{AD60EEE9-EB78-4A3B-95C6-A5AE87EBDC65}" type="parTrans" cxnId="{ECD66481-89F8-4EC9-9658-E77472AE65EC}">
      <dgm:prSet/>
      <dgm:spPr/>
      <dgm:t>
        <a:bodyPr/>
        <a:lstStyle/>
        <a:p>
          <a:endParaRPr lang="uk-UA"/>
        </a:p>
      </dgm:t>
    </dgm:pt>
    <dgm:pt modelId="{0EA0E4B9-091F-429B-9C10-EA7455F06E8C}" type="sibTrans" cxnId="{ECD66481-89F8-4EC9-9658-E77472AE65EC}">
      <dgm:prSet/>
      <dgm:spPr/>
      <dgm:t>
        <a:bodyPr/>
        <a:lstStyle/>
        <a:p>
          <a:endParaRPr lang="uk-UA"/>
        </a:p>
      </dgm:t>
    </dgm:pt>
    <dgm:pt modelId="{D17CF82B-216A-4CE4-B6A0-62793C274B26}">
      <dgm:prSet/>
      <dgm:spPr/>
      <dgm:t>
        <a:bodyPr/>
        <a:lstStyle/>
        <a:p>
          <a:r>
            <a:rPr lang="uk-UA" b="0" i="0" dirty="0"/>
            <a:t>Чернігівське</a:t>
          </a:r>
          <a:endParaRPr lang="uk-UA" dirty="0"/>
        </a:p>
      </dgm:t>
    </dgm:pt>
    <dgm:pt modelId="{88E19B68-3F90-46C9-B3BF-5C46FBBB20C6}" type="parTrans" cxnId="{FC3F98FF-09BA-4497-AF22-192D0BD06510}">
      <dgm:prSet/>
      <dgm:spPr/>
      <dgm:t>
        <a:bodyPr/>
        <a:lstStyle/>
        <a:p>
          <a:endParaRPr lang="uk-UA"/>
        </a:p>
      </dgm:t>
    </dgm:pt>
    <dgm:pt modelId="{DBBB4460-7C2A-49AA-A5BC-829CDF914201}" type="sibTrans" cxnId="{FC3F98FF-09BA-4497-AF22-192D0BD06510}">
      <dgm:prSet/>
      <dgm:spPr/>
      <dgm:t>
        <a:bodyPr/>
        <a:lstStyle/>
        <a:p>
          <a:endParaRPr lang="uk-UA"/>
        </a:p>
      </dgm:t>
    </dgm:pt>
    <dgm:pt modelId="{34360C47-E7C1-4011-9A72-7630E73D0970}" type="pres">
      <dgm:prSet presAssocID="{409853E7-9CDB-461D-ABFA-BC761C9CF130}" presName="linear" presStyleCnt="0">
        <dgm:presLayoutVars>
          <dgm:animLvl val="lvl"/>
          <dgm:resizeHandles val="exact"/>
        </dgm:presLayoutVars>
      </dgm:prSet>
      <dgm:spPr/>
    </dgm:pt>
    <dgm:pt modelId="{5C546622-857B-4AF1-8EB5-36DE550AC085}" type="pres">
      <dgm:prSet presAssocID="{218CCB9C-1DA5-47D9-8612-69B15F3776A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929613-52FA-4CFB-A4D9-1CB61ABD7CA3}" type="pres">
      <dgm:prSet presAssocID="{29F8657C-44B6-4DCD-A96F-CACF9D74A94C}" presName="spacer" presStyleCnt="0"/>
      <dgm:spPr/>
    </dgm:pt>
    <dgm:pt modelId="{DD930AF5-3B4D-4C99-8D8E-7A49685D9375}" type="pres">
      <dgm:prSet presAssocID="{C80A3313-90CF-418D-82DC-F9B04D9C0BC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83FE1E-38D3-48E3-8668-0E8F05D6264A}" type="pres">
      <dgm:prSet presAssocID="{1B688A35-95F9-4FD4-A3BA-0723BA94DE8E}" presName="spacer" presStyleCnt="0"/>
      <dgm:spPr/>
    </dgm:pt>
    <dgm:pt modelId="{1F8022CE-6E3F-4DC5-B2C4-B588B18D5289}" type="pres">
      <dgm:prSet presAssocID="{554B0BC9-5105-4C21-8548-28019C5A5B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AD74984-EDB8-4FA5-B8A0-4331D7FCDDD0}" type="pres">
      <dgm:prSet presAssocID="{0EA0E4B9-091F-429B-9C10-EA7455F06E8C}" presName="spacer" presStyleCnt="0"/>
      <dgm:spPr/>
    </dgm:pt>
    <dgm:pt modelId="{82F60315-7C38-4E13-8EB1-07F36FD67DBA}" type="pres">
      <dgm:prSet presAssocID="{D17CF82B-216A-4CE4-B6A0-62793C274B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DA0B700-1C21-465B-A8E9-5F43F0AC05A5}" type="presOf" srcId="{D17CF82B-216A-4CE4-B6A0-62793C274B26}" destId="{82F60315-7C38-4E13-8EB1-07F36FD67DBA}" srcOrd="0" destOrd="0" presId="urn:microsoft.com/office/officeart/2005/8/layout/vList2"/>
    <dgm:cxn modelId="{1F5DE713-D586-4883-AB0E-DE66E2141EF6}" srcId="{409853E7-9CDB-461D-ABFA-BC761C9CF130}" destId="{C80A3313-90CF-418D-82DC-F9B04D9C0BCB}" srcOrd="1" destOrd="0" parTransId="{848C5546-6338-4285-9A79-6F4093402FC8}" sibTransId="{1B688A35-95F9-4FD4-A3BA-0723BA94DE8E}"/>
    <dgm:cxn modelId="{6BDE8848-7B46-4987-85D4-EB4D03CC0A35}" type="presOf" srcId="{218CCB9C-1DA5-47D9-8612-69B15F3776AE}" destId="{5C546622-857B-4AF1-8EB5-36DE550AC085}" srcOrd="0" destOrd="0" presId="urn:microsoft.com/office/officeart/2005/8/layout/vList2"/>
    <dgm:cxn modelId="{35011C55-3B33-4A22-8A9F-0420DC49289F}" type="presOf" srcId="{409853E7-9CDB-461D-ABFA-BC761C9CF130}" destId="{34360C47-E7C1-4011-9A72-7630E73D0970}" srcOrd="0" destOrd="0" presId="urn:microsoft.com/office/officeart/2005/8/layout/vList2"/>
    <dgm:cxn modelId="{ECD66481-89F8-4EC9-9658-E77472AE65EC}" srcId="{409853E7-9CDB-461D-ABFA-BC761C9CF130}" destId="{554B0BC9-5105-4C21-8548-28019C5A5BFD}" srcOrd="2" destOrd="0" parTransId="{AD60EEE9-EB78-4A3B-95C6-A5AE87EBDC65}" sibTransId="{0EA0E4B9-091F-429B-9C10-EA7455F06E8C}"/>
    <dgm:cxn modelId="{089DCA8E-5196-4A1D-89EF-86CABE2A47D8}" srcId="{409853E7-9CDB-461D-ABFA-BC761C9CF130}" destId="{218CCB9C-1DA5-47D9-8612-69B15F3776AE}" srcOrd="0" destOrd="0" parTransId="{BA4173A4-CBBF-4645-8AB2-4F9FE6F3550E}" sibTransId="{29F8657C-44B6-4DCD-A96F-CACF9D74A94C}"/>
    <dgm:cxn modelId="{BA7EAFD4-DDB2-481F-B931-2D331BD99EE8}" type="presOf" srcId="{C80A3313-90CF-418D-82DC-F9B04D9C0BCB}" destId="{DD930AF5-3B4D-4C99-8D8E-7A49685D9375}" srcOrd="0" destOrd="0" presId="urn:microsoft.com/office/officeart/2005/8/layout/vList2"/>
    <dgm:cxn modelId="{B55B2DDB-BF9A-4E1D-ADBC-3AB9EF1B67D4}" type="presOf" srcId="{554B0BC9-5105-4C21-8548-28019C5A5BFD}" destId="{1F8022CE-6E3F-4DC5-B2C4-B588B18D5289}" srcOrd="0" destOrd="0" presId="urn:microsoft.com/office/officeart/2005/8/layout/vList2"/>
    <dgm:cxn modelId="{FC3F98FF-09BA-4497-AF22-192D0BD06510}" srcId="{409853E7-9CDB-461D-ABFA-BC761C9CF130}" destId="{D17CF82B-216A-4CE4-B6A0-62793C274B26}" srcOrd="3" destOrd="0" parTransId="{88E19B68-3F90-46C9-B3BF-5C46FBBB20C6}" sibTransId="{DBBB4460-7C2A-49AA-A5BC-829CDF914201}"/>
    <dgm:cxn modelId="{757467B1-418E-43A2-BDD2-BA9AD68B643B}" type="presParOf" srcId="{34360C47-E7C1-4011-9A72-7630E73D0970}" destId="{5C546622-857B-4AF1-8EB5-36DE550AC085}" srcOrd="0" destOrd="0" presId="urn:microsoft.com/office/officeart/2005/8/layout/vList2"/>
    <dgm:cxn modelId="{4D700AA6-834A-451C-8A1B-F8CB45DF541F}" type="presParOf" srcId="{34360C47-E7C1-4011-9A72-7630E73D0970}" destId="{DF929613-52FA-4CFB-A4D9-1CB61ABD7CA3}" srcOrd="1" destOrd="0" presId="urn:microsoft.com/office/officeart/2005/8/layout/vList2"/>
    <dgm:cxn modelId="{93F7F038-4D8D-4E87-9D5D-128CBEAD0089}" type="presParOf" srcId="{34360C47-E7C1-4011-9A72-7630E73D0970}" destId="{DD930AF5-3B4D-4C99-8D8E-7A49685D9375}" srcOrd="2" destOrd="0" presId="urn:microsoft.com/office/officeart/2005/8/layout/vList2"/>
    <dgm:cxn modelId="{ECFB8653-45E3-4D16-87C9-593C5085EFC4}" type="presParOf" srcId="{34360C47-E7C1-4011-9A72-7630E73D0970}" destId="{3183FE1E-38D3-48E3-8668-0E8F05D6264A}" srcOrd="3" destOrd="0" presId="urn:microsoft.com/office/officeart/2005/8/layout/vList2"/>
    <dgm:cxn modelId="{25132535-BB3A-463B-98A3-AD9B0C287F3C}" type="presParOf" srcId="{34360C47-E7C1-4011-9A72-7630E73D0970}" destId="{1F8022CE-6E3F-4DC5-B2C4-B588B18D5289}" srcOrd="4" destOrd="0" presId="urn:microsoft.com/office/officeart/2005/8/layout/vList2"/>
    <dgm:cxn modelId="{25D33C4A-1EC4-493F-BE0B-9C1D41678329}" type="presParOf" srcId="{34360C47-E7C1-4011-9A72-7630E73D0970}" destId="{3AD74984-EDB8-4FA5-B8A0-4331D7FCDDD0}" srcOrd="5" destOrd="0" presId="urn:microsoft.com/office/officeart/2005/8/layout/vList2"/>
    <dgm:cxn modelId="{DA879586-C911-41C1-AB24-E9FF142AAEFE}" type="presParOf" srcId="{34360C47-E7C1-4011-9A72-7630E73D0970}" destId="{82F60315-7C38-4E13-8EB1-07F36FD67D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603533F1-31C6-48CC-B0A9-30CAACE1719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10BCE7E-45A9-4CD3-A37B-EC8219F9BB0D}">
      <dgm:prSet/>
      <dgm:spPr/>
      <dgm:t>
        <a:bodyPr/>
        <a:lstStyle/>
        <a:p>
          <a:r>
            <a:rPr lang="uk-UA" b="0" i="0"/>
            <a:t>Київське</a:t>
          </a:r>
          <a:endParaRPr lang="uk-UA"/>
        </a:p>
      </dgm:t>
    </dgm:pt>
    <dgm:pt modelId="{EA2DFD87-4A9E-4A34-849E-0DECCBC922E3}" type="parTrans" cxnId="{B2CB4E32-908F-4323-8AD2-BFEFB04487B9}">
      <dgm:prSet/>
      <dgm:spPr/>
      <dgm:t>
        <a:bodyPr/>
        <a:lstStyle/>
        <a:p>
          <a:endParaRPr lang="uk-UA"/>
        </a:p>
      </dgm:t>
    </dgm:pt>
    <dgm:pt modelId="{678E3132-534C-4EDB-B3FB-C447FA6F93D1}" type="sibTrans" cxnId="{B2CB4E32-908F-4323-8AD2-BFEFB04487B9}">
      <dgm:prSet/>
      <dgm:spPr/>
      <dgm:t>
        <a:bodyPr/>
        <a:lstStyle/>
        <a:p>
          <a:endParaRPr lang="uk-UA"/>
        </a:p>
      </dgm:t>
    </dgm:pt>
    <dgm:pt modelId="{C0FCFEFD-9633-4647-8017-BADE918C08DC}">
      <dgm:prSet/>
      <dgm:spPr/>
      <dgm:t>
        <a:bodyPr/>
        <a:lstStyle/>
        <a:p>
          <a:r>
            <a:rPr lang="uk-UA" b="0" i="0"/>
            <a:t>Галицьке</a:t>
          </a:r>
          <a:endParaRPr lang="uk-UA"/>
        </a:p>
      </dgm:t>
    </dgm:pt>
    <dgm:pt modelId="{BA508738-12D2-4089-A2AF-33409F344147}" type="parTrans" cxnId="{1B406A01-DF76-42E3-99C8-E0258B323FD2}">
      <dgm:prSet/>
      <dgm:spPr/>
      <dgm:t>
        <a:bodyPr/>
        <a:lstStyle/>
        <a:p>
          <a:endParaRPr lang="uk-UA"/>
        </a:p>
      </dgm:t>
    </dgm:pt>
    <dgm:pt modelId="{9E693B13-5E51-498D-BB13-548E6C97F946}" type="sibTrans" cxnId="{1B406A01-DF76-42E3-99C8-E0258B323FD2}">
      <dgm:prSet/>
      <dgm:spPr/>
      <dgm:t>
        <a:bodyPr/>
        <a:lstStyle/>
        <a:p>
          <a:endParaRPr lang="uk-UA"/>
        </a:p>
      </dgm:t>
    </dgm:pt>
    <dgm:pt modelId="{16607035-F168-4C00-BEBE-507324D5BECC}">
      <dgm:prSet/>
      <dgm:spPr/>
      <dgm:t>
        <a:bodyPr/>
        <a:lstStyle/>
        <a:p>
          <a:r>
            <a:rPr lang="uk-UA" b="0" i="0" dirty="0"/>
            <a:t>Волинське</a:t>
          </a:r>
          <a:endParaRPr lang="uk-UA" dirty="0"/>
        </a:p>
      </dgm:t>
    </dgm:pt>
    <dgm:pt modelId="{F6683F49-68B1-4946-BBF4-939527960240}" type="parTrans" cxnId="{2E5D71CE-C0FB-4FD3-B7B8-A63795031487}">
      <dgm:prSet/>
      <dgm:spPr/>
      <dgm:t>
        <a:bodyPr/>
        <a:lstStyle/>
        <a:p>
          <a:endParaRPr lang="uk-UA"/>
        </a:p>
      </dgm:t>
    </dgm:pt>
    <dgm:pt modelId="{7ABC5EC1-4C9D-4DD5-A57C-37F9A955B021}" type="sibTrans" cxnId="{2E5D71CE-C0FB-4FD3-B7B8-A63795031487}">
      <dgm:prSet/>
      <dgm:spPr/>
      <dgm:t>
        <a:bodyPr/>
        <a:lstStyle/>
        <a:p>
          <a:endParaRPr lang="uk-UA"/>
        </a:p>
      </dgm:t>
    </dgm:pt>
    <dgm:pt modelId="{C2CB4E92-9BD4-416D-AA2B-3147613C83E8}">
      <dgm:prSet/>
      <dgm:spPr/>
      <dgm:t>
        <a:bodyPr/>
        <a:lstStyle/>
        <a:p>
          <a:r>
            <a:rPr lang="uk-UA" b="0" i="0"/>
            <a:t>Чернігівське</a:t>
          </a:r>
          <a:endParaRPr lang="uk-UA"/>
        </a:p>
      </dgm:t>
    </dgm:pt>
    <dgm:pt modelId="{8525DEA4-0400-4F77-B743-727FED3492A5}" type="parTrans" cxnId="{513D825F-D27F-460A-B7EF-968164204CAB}">
      <dgm:prSet/>
      <dgm:spPr/>
      <dgm:t>
        <a:bodyPr/>
        <a:lstStyle/>
        <a:p>
          <a:endParaRPr lang="uk-UA"/>
        </a:p>
      </dgm:t>
    </dgm:pt>
    <dgm:pt modelId="{1178E1B5-0A99-4397-9424-0C59E53B80DF}" type="sibTrans" cxnId="{513D825F-D27F-460A-B7EF-968164204CAB}">
      <dgm:prSet/>
      <dgm:spPr/>
      <dgm:t>
        <a:bodyPr/>
        <a:lstStyle/>
        <a:p>
          <a:endParaRPr lang="uk-UA"/>
        </a:p>
      </dgm:t>
    </dgm:pt>
    <dgm:pt modelId="{2B8C9DA4-7289-49BF-A9D8-D47B7E40E486}">
      <dgm:prSet/>
      <dgm:spPr/>
      <dgm:t>
        <a:bodyPr/>
        <a:lstStyle/>
        <a:p>
          <a:r>
            <a:rPr lang="uk-UA" b="0" i="0" dirty="0"/>
            <a:t>Переяславське</a:t>
          </a:r>
          <a:endParaRPr lang="uk-UA" dirty="0"/>
        </a:p>
      </dgm:t>
    </dgm:pt>
    <dgm:pt modelId="{8900EF88-1490-47E4-97DA-19112397EA6B}" type="parTrans" cxnId="{01398534-A756-4C18-B8D6-0958A96A4A81}">
      <dgm:prSet/>
      <dgm:spPr/>
      <dgm:t>
        <a:bodyPr/>
        <a:lstStyle/>
        <a:p>
          <a:endParaRPr lang="uk-UA"/>
        </a:p>
      </dgm:t>
    </dgm:pt>
    <dgm:pt modelId="{AC3F2445-6102-493B-830C-0CAC2366AEBA}" type="sibTrans" cxnId="{01398534-A756-4C18-B8D6-0958A96A4A81}">
      <dgm:prSet/>
      <dgm:spPr/>
      <dgm:t>
        <a:bodyPr/>
        <a:lstStyle/>
        <a:p>
          <a:endParaRPr lang="uk-UA"/>
        </a:p>
      </dgm:t>
    </dgm:pt>
    <dgm:pt modelId="{AACB8FBC-E9B8-4867-9919-F2A6BA67022C}" type="pres">
      <dgm:prSet presAssocID="{603533F1-31C6-48CC-B0A9-30CAACE1719C}" presName="Name0" presStyleCnt="0">
        <dgm:presLayoutVars>
          <dgm:chMax val="7"/>
          <dgm:chPref val="7"/>
          <dgm:dir/>
        </dgm:presLayoutVars>
      </dgm:prSet>
      <dgm:spPr/>
    </dgm:pt>
    <dgm:pt modelId="{84951E66-07B7-4FDD-9516-57AEE40E4E5B}" type="pres">
      <dgm:prSet presAssocID="{603533F1-31C6-48CC-B0A9-30CAACE1719C}" presName="Name1" presStyleCnt="0"/>
      <dgm:spPr/>
    </dgm:pt>
    <dgm:pt modelId="{C77B475F-7C42-40FF-B421-CB3525054B06}" type="pres">
      <dgm:prSet presAssocID="{603533F1-31C6-48CC-B0A9-30CAACE1719C}" presName="cycle" presStyleCnt="0"/>
      <dgm:spPr/>
    </dgm:pt>
    <dgm:pt modelId="{C01A223C-329E-44B5-A7F5-49378A07A424}" type="pres">
      <dgm:prSet presAssocID="{603533F1-31C6-48CC-B0A9-30CAACE1719C}" presName="srcNode" presStyleLbl="node1" presStyleIdx="0" presStyleCnt="5"/>
      <dgm:spPr/>
    </dgm:pt>
    <dgm:pt modelId="{A214C7C4-0B41-4E16-80C3-37B9D01593D3}" type="pres">
      <dgm:prSet presAssocID="{603533F1-31C6-48CC-B0A9-30CAACE1719C}" presName="conn" presStyleLbl="parChTrans1D2" presStyleIdx="0" presStyleCnt="1"/>
      <dgm:spPr/>
    </dgm:pt>
    <dgm:pt modelId="{08C27341-37A1-4323-B4E5-9915229BA0F1}" type="pres">
      <dgm:prSet presAssocID="{603533F1-31C6-48CC-B0A9-30CAACE1719C}" presName="extraNode" presStyleLbl="node1" presStyleIdx="0" presStyleCnt="5"/>
      <dgm:spPr/>
    </dgm:pt>
    <dgm:pt modelId="{774B5371-AF4C-41B7-A4E3-F9D76AF37C67}" type="pres">
      <dgm:prSet presAssocID="{603533F1-31C6-48CC-B0A9-30CAACE1719C}" presName="dstNode" presStyleLbl="node1" presStyleIdx="0" presStyleCnt="5"/>
      <dgm:spPr/>
    </dgm:pt>
    <dgm:pt modelId="{1F64744F-710D-46E2-B850-642AABA5A522}" type="pres">
      <dgm:prSet presAssocID="{710BCE7E-45A9-4CD3-A37B-EC8219F9BB0D}" presName="text_1" presStyleLbl="node1" presStyleIdx="0" presStyleCnt="5">
        <dgm:presLayoutVars>
          <dgm:bulletEnabled val="1"/>
        </dgm:presLayoutVars>
      </dgm:prSet>
      <dgm:spPr/>
    </dgm:pt>
    <dgm:pt modelId="{4F63EE61-B42F-4B9E-A0D5-82A8AB133940}" type="pres">
      <dgm:prSet presAssocID="{710BCE7E-45A9-4CD3-A37B-EC8219F9BB0D}" presName="accent_1" presStyleCnt="0"/>
      <dgm:spPr/>
    </dgm:pt>
    <dgm:pt modelId="{42EE0A12-32FC-4DD5-8A23-E1FF56FE5889}" type="pres">
      <dgm:prSet presAssocID="{710BCE7E-45A9-4CD3-A37B-EC8219F9BB0D}" presName="accentRepeatNode" presStyleLbl="solidFgAcc1" presStyleIdx="0" presStyleCnt="5"/>
      <dgm:spPr/>
    </dgm:pt>
    <dgm:pt modelId="{516A212E-6841-4F16-9EE3-27EF7795C6EE}" type="pres">
      <dgm:prSet presAssocID="{C0FCFEFD-9633-4647-8017-BADE918C08DC}" presName="text_2" presStyleLbl="node1" presStyleIdx="1" presStyleCnt="5">
        <dgm:presLayoutVars>
          <dgm:bulletEnabled val="1"/>
        </dgm:presLayoutVars>
      </dgm:prSet>
      <dgm:spPr/>
    </dgm:pt>
    <dgm:pt modelId="{7463CB7A-E094-4F74-96BC-A2F5DD999B6C}" type="pres">
      <dgm:prSet presAssocID="{C0FCFEFD-9633-4647-8017-BADE918C08DC}" presName="accent_2" presStyleCnt="0"/>
      <dgm:spPr/>
    </dgm:pt>
    <dgm:pt modelId="{CFDF3A2C-F9CE-4445-85E0-8A0E96257D7C}" type="pres">
      <dgm:prSet presAssocID="{C0FCFEFD-9633-4647-8017-BADE918C08DC}" presName="accentRepeatNode" presStyleLbl="solidFgAcc1" presStyleIdx="1" presStyleCnt="5"/>
      <dgm:spPr/>
    </dgm:pt>
    <dgm:pt modelId="{3DE372DD-77EB-4A63-980E-943444BB82BB}" type="pres">
      <dgm:prSet presAssocID="{16607035-F168-4C00-BEBE-507324D5BECC}" presName="text_3" presStyleLbl="node1" presStyleIdx="2" presStyleCnt="5">
        <dgm:presLayoutVars>
          <dgm:bulletEnabled val="1"/>
        </dgm:presLayoutVars>
      </dgm:prSet>
      <dgm:spPr/>
    </dgm:pt>
    <dgm:pt modelId="{EC555CEE-8E14-41CB-827E-0EB4594FCED4}" type="pres">
      <dgm:prSet presAssocID="{16607035-F168-4C00-BEBE-507324D5BECC}" presName="accent_3" presStyleCnt="0"/>
      <dgm:spPr/>
    </dgm:pt>
    <dgm:pt modelId="{429069BF-72F8-4E30-B0F7-D0DC045A7347}" type="pres">
      <dgm:prSet presAssocID="{16607035-F168-4C00-BEBE-507324D5BECC}" presName="accentRepeatNode" presStyleLbl="solidFgAcc1" presStyleIdx="2" presStyleCnt="5"/>
      <dgm:spPr/>
    </dgm:pt>
    <dgm:pt modelId="{1E924D05-929A-4C00-BF8D-5FEEBF5002F8}" type="pres">
      <dgm:prSet presAssocID="{C2CB4E92-9BD4-416D-AA2B-3147613C83E8}" presName="text_4" presStyleLbl="node1" presStyleIdx="3" presStyleCnt="5">
        <dgm:presLayoutVars>
          <dgm:bulletEnabled val="1"/>
        </dgm:presLayoutVars>
      </dgm:prSet>
      <dgm:spPr/>
    </dgm:pt>
    <dgm:pt modelId="{E024E966-9A1C-4277-BDD1-38DAEEB9C6DA}" type="pres">
      <dgm:prSet presAssocID="{C2CB4E92-9BD4-416D-AA2B-3147613C83E8}" presName="accent_4" presStyleCnt="0"/>
      <dgm:spPr/>
    </dgm:pt>
    <dgm:pt modelId="{8A272A56-0818-4665-96DE-64681C0BA936}" type="pres">
      <dgm:prSet presAssocID="{C2CB4E92-9BD4-416D-AA2B-3147613C83E8}" presName="accentRepeatNode" presStyleLbl="solidFgAcc1" presStyleIdx="3" presStyleCnt="5"/>
      <dgm:spPr/>
    </dgm:pt>
    <dgm:pt modelId="{D000632F-BDB0-4605-A352-783ED7BE7B67}" type="pres">
      <dgm:prSet presAssocID="{2B8C9DA4-7289-49BF-A9D8-D47B7E40E486}" presName="text_5" presStyleLbl="node1" presStyleIdx="4" presStyleCnt="5">
        <dgm:presLayoutVars>
          <dgm:bulletEnabled val="1"/>
        </dgm:presLayoutVars>
      </dgm:prSet>
      <dgm:spPr/>
    </dgm:pt>
    <dgm:pt modelId="{82B341D9-612F-42A8-B462-639D60D2C086}" type="pres">
      <dgm:prSet presAssocID="{2B8C9DA4-7289-49BF-A9D8-D47B7E40E486}" presName="accent_5" presStyleCnt="0"/>
      <dgm:spPr/>
    </dgm:pt>
    <dgm:pt modelId="{1D446CDB-7F57-41B3-A715-0AB8EFDDFED0}" type="pres">
      <dgm:prSet presAssocID="{2B8C9DA4-7289-49BF-A9D8-D47B7E40E486}" presName="accentRepeatNode" presStyleLbl="solidFgAcc1" presStyleIdx="4" presStyleCnt="5"/>
      <dgm:spPr/>
    </dgm:pt>
  </dgm:ptLst>
  <dgm:cxnLst>
    <dgm:cxn modelId="{1B406A01-DF76-42E3-99C8-E0258B323FD2}" srcId="{603533F1-31C6-48CC-B0A9-30CAACE1719C}" destId="{C0FCFEFD-9633-4647-8017-BADE918C08DC}" srcOrd="1" destOrd="0" parTransId="{BA508738-12D2-4089-A2AF-33409F344147}" sibTransId="{9E693B13-5E51-498D-BB13-548E6C97F946}"/>
    <dgm:cxn modelId="{73E6980A-69D3-4AC3-82DF-260929CF4570}" type="presOf" srcId="{2B8C9DA4-7289-49BF-A9D8-D47B7E40E486}" destId="{D000632F-BDB0-4605-A352-783ED7BE7B67}" srcOrd="0" destOrd="0" presId="urn:microsoft.com/office/officeart/2008/layout/VerticalCurvedList"/>
    <dgm:cxn modelId="{B2CB4E32-908F-4323-8AD2-BFEFB04487B9}" srcId="{603533F1-31C6-48CC-B0A9-30CAACE1719C}" destId="{710BCE7E-45A9-4CD3-A37B-EC8219F9BB0D}" srcOrd="0" destOrd="0" parTransId="{EA2DFD87-4A9E-4A34-849E-0DECCBC922E3}" sibTransId="{678E3132-534C-4EDB-B3FB-C447FA6F93D1}"/>
    <dgm:cxn modelId="{01398534-A756-4C18-B8D6-0958A96A4A81}" srcId="{603533F1-31C6-48CC-B0A9-30CAACE1719C}" destId="{2B8C9DA4-7289-49BF-A9D8-D47B7E40E486}" srcOrd="4" destOrd="0" parTransId="{8900EF88-1490-47E4-97DA-19112397EA6B}" sibTransId="{AC3F2445-6102-493B-830C-0CAC2366AEBA}"/>
    <dgm:cxn modelId="{513D825F-D27F-460A-B7EF-968164204CAB}" srcId="{603533F1-31C6-48CC-B0A9-30CAACE1719C}" destId="{C2CB4E92-9BD4-416D-AA2B-3147613C83E8}" srcOrd="3" destOrd="0" parTransId="{8525DEA4-0400-4F77-B743-727FED3492A5}" sibTransId="{1178E1B5-0A99-4397-9424-0C59E53B80DF}"/>
    <dgm:cxn modelId="{2F411E64-AC6C-4B5D-A53E-3EAA00B77B0A}" type="presOf" srcId="{603533F1-31C6-48CC-B0A9-30CAACE1719C}" destId="{AACB8FBC-E9B8-4867-9919-F2A6BA67022C}" srcOrd="0" destOrd="0" presId="urn:microsoft.com/office/officeart/2008/layout/VerticalCurvedList"/>
    <dgm:cxn modelId="{CBFD9B66-008F-47DB-918E-E4D8E5D22A4C}" type="presOf" srcId="{C2CB4E92-9BD4-416D-AA2B-3147613C83E8}" destId="{1E924D05-929A-4C00-BF8D-5FEEBF5002F8}" srcOrd="0" destOrd="0" presId="urn:microsoft.com/office/officeart/2008/layout/VerticalCurvedList"/>
    <dgm:cxn modelId="{47F97089-AC1B-478F-B746-E9C59AE5F693}" type="presOf" srcId="{C0FCFEFD-9633-4647-8017-BADE918C08DC}" destId="{516A212E-6841-4F16-9EE3-27EF7795C6EE}" srcOrd="0" destOrd="0" presId="urn:microsoft.com/office/officeart/2008/layout/VerticalCurvedList"/>
    <dgm:cxn modelId="{CE978AA5-7370-406B-9FD5-60FD7CDD3E42}" type="presOf" srcId="{710BCE7E-45A9-4CD3-A37B-EC8219F9BB0D}" destId="{1F64744F-710D-46E2-B850-642AABA5A522}" srcOrd="0" destOrd="0" presId="urn:microsoft.com/office/officeart/2008/layout/VerticalCurvedList"/>
    <dgm:cxn modelId="{DE26CFCB-77E8-4748-8F2C-AF8DAB110A37}" type="presOf" srcId="{16607035-F168-4C00-BEBE-507324D5BECC}" destId="{3DE372DD-77EB-4A63-980E-943444BB82BB}" srcOrd="0" destOrd="0" presId="urn:microsoft.com/office/officeart/2008/layout/VerticalCurvedList"/>
    <dgm:cxn modelId="{2E5D71CE-C0FB-4FD3-B7B8-A63795031487}" srcId="{603533F1-31C6-48CC-B0A9-30CAACE1719C}" destId="{16607035-F168-4C00-BEBE-507324D5BECC}" srcOrd="2" destOrd="0" parTransId="{F6683F49-68B1-4946-BBF4-939527960240}" sibTransId="{7ABC5EC1-4C9D-4DD5-A57C-37F9A955B021}"/>
    <dgm:cxn modelId="{FAC539DA-51D5-4D74-B9E4-FFA1D2AAA9CB}" type="presOf" srcId="{678E3132-534C-4EDB-B3FB-C447FA6F93D1}" destId="{A214C7C4-0B41-4E16-80C3-37B9D01593D3}" srcOrd="0" destOrd="0" presId="urn:microsoft.com/office/officeart/2008/layout/VerticalCurvedList"/>
    <dgm:cxn modelId="{CD059224-9D3B-42E9-819C-5231D6EEB2DA}" type="presParOf" srcId="{AACB8FBC-E9B8-4867-9919-F2A6BA67022C}" destId="{84951E66-07B7-4FDD-9516-57AEE40E4E5B}" srcOrd="0" destOrd="0" presId="urn:microsoft.com/office/officeart/2008/layout/VerticalCurvedList"/>
    <dgm:cxn modelId="{637709E7-567A-4FEE-BFB7-A22C8573D89F}" type="presParOf" srcId="{84951E66-07B7-4FDD-9516-57AEE40E4E5B}" destId="{C77B475F-7C42-40FF-B421-CB3525054B06}" srcOrd="0" destOrd="0" presId="urn:microsoft.com/office/officeart/2008/layout/VerticalCurvedList"/>
    <dgm:cxn modelId="{F2DAD01E-4FD4-4871-B3C2-81B49D15C6CD}" type="presParOf" srcId="{C77B475F-7C42-40FF-B421-CB3525054B06}" destId="{C01A223C-329E-44B5-A7F5-49378A07A424}" srcOrd="0" destOrd="0" presId="urn:microsoft.com/office/officeart/2008/layout/VerticalCurvedList"/>
    <dgm:cxn modelId="{DB993F3E-F1C2-4940-978F-2676362CF743}" type="presParOf" srcId="{C77B475F-7C42-40FF-B421-CB3525054B06}" destId="{A214C7C4-0B41-4E16-80C3-37B9D01593D3}" srcOrd="1" destOrd="0" presId="urn:microsoft.com/office/officeart/2008/layout/VerticalCurvedList"/>
    <dgm:cxn modelId="{4E83A1AD-F7CD-48F6-8CC9-FB821B4196FA}" type="presParOf" srcId="{C77B475F-7C42-40FF-B421-CB3525054B06}" destId="{08C27341-37A1-4323-B4E5-9915229BA0F1}" srcOrd="2" destOrd="0" presId="urn:microsoft.com/office/officeart/2008/layout/VerticalCurvedList"/>
    <dgm:cxn modelId="{5B01217A-1B55-4FAA-B4EF-D64E6918DCAA}" type="presParOf" srcId="{C77B475F-7C42-40FF-B421-CB3525054B06}" destId="{774B5371-AF4C-41B7-A4E3-F9D76AF37C67}" srcOrd="3" destOrd="0" presId="urn:microsoft.com/office/officeart/2008/layout/VerticalCurvedList"/>
    <dgm:cxn modelId="{1A2FAF98-4D52-4F92-B501-D0C65AE4D61F}" type="presParOf" srcId="{84951E66-07B7-4FDD-9516-57AEE40E4E5B}" destId="{1F64744F-710D-46E2-B850-642AABA5A522}" srcOrd="1" destOrd="0" presId="urn:microsoft.com/office/officeart/2008/layout/VerticalCurvedList"/>
    <dgm:cxn modelId="{2BA2053E-3161-4E0B-9E5F-850EFBE7AA09}" type="presParOf" srcId="{84951E66-07B7-4FDD-9516-57AEE40E4E5B}" destId="{4F63EE61-B42F-4B9E-A0D5-82A8AB133940}" srcOrd="2" destOrd="0" presId="urn:microsoft.com/office/officeart/2008/layout/VerticalCurvedList"/>
    <dgm:cxn modelId="{8B906877-DB58-464E-8EA5-9BAE06C54174}" type="presParOf" srcId="{4F63EE61-B42F-4B9E-A0D5-82A8AB133940}" destId="{42EE0A12-32FC-4DD5-8A23-E1FF56FE5889}" srcOrd="0" destOrd="0" presId="urn:microsoft.com/office/officeart/2008/layout/VerticalCurvedList"/>
    <dgm:cxn modelId="{66D4553C-4F9E-4E75-BFFB-D3A3EE0CCFB2}" type="presParOf" srcId="{84951E66-07B7-4FDD-9516-57AEE40E4E5B}" destId="{516A212E-6841-4F16-9EE3-27EF7795C6EE}" srcOrd="3" destOrd="0" presId="urn:microsoft.com/office/officeart/2008/layout/VerticalCurvedList"/>
    <dgm:cxn modelId="{B1871B88-0A67-4E90-BF47-C082E6823EA9}" type="presParOf" srcId="{84951E66-07B7-4FDD-9516-57AEE40E4E5B}" destId="{7463CB7A-E094-4F74-96BC-A2F5DD999B6C}" srcOrd="4" destOrd="0" presId="urn:microsoft.com/office/officeart/2008/layout/VerticalCurvedList"/>
    <dgm:cxn modelId="{207D7CD5-CC45-419B-8EEC-4AAEAF53279F}" type="presParOf" srcId="{7463CB7A-E094-4F74-96BC-A2F5DD999B6C}" destId="{CFDF3A2C-F9CE-4445-85E0-8A0E96257D7C}" srcOrd="0" destOrd="0" presId="urn:microsoft.com/office/officeart/2008/layout/VerticalCurvedList"/>
    <dgm:cxn modelId="{8E83C3F4-E2C4-4F9E-865A-DF25F2A117E4}" type="presParOf" srcId="{84951E66-07B7-4FDD-9516-57AEE40E4E5B}" destId="{3DE372DD-77EB-4A63-980E-943444BB82BB}" srcOrd="5" destOrd="0" presId="urn:microsoft.com/office/officeart/2008/layout/VerticalCurvedList"/>
    <dgm:cxn modelId="{70367711-5047-48CE-8851-0658D052B286}" type="presParOf" srcId="{84951E66-07B7-4FDD-9516-57AEE40E4E5B}" destId="{EC555CEE-8E14-41CB-827E-0EB4594FCED4}" srcOrd="6" destOrd="0" presId="urn:microsoft.com/office/officeart/2008/layout/VerticalCurvedList"/>
    <dgm:cxn modelId="{0CE1B629-82E8-4724-A9A5-73D337F46886}" type="presParOf" srcId="{EC555CEE-8E14-41CB-827E-0EB4594FCED4}" destId="{429069BF-72F8-4E30-B0F7-D0DC045A7347}" srcOrd="0" destOrd="0" presId="urn:microsoft.com/office/officeart/2008/layout/VerticalCurvedList"/>
    <dgm:cxn modelId="{9C3DF467-AB30-4DB9-B4CA-CBA02A533450}" type="presParOf" srcId="{84951E66-07B7-4FDD-9516-57AEE40E4E5B}" destId="{1E924D05-929A-4C00-BF8D-5FEEBF5002F8}" srcOrd="7" destOrd="0" presId="urn:microsoft.com/office/officeart/2008/layout/VerticalCurvedList"/>
    <dgm:cxn modelId="{50C94EB7-0088-4668-AE39-642D52D5EBC1}" type="presParOf" srcId="{84951E66-07B7-4FDD-9516-57AEE40E4E5B}" destId="{E024E966-9A1C-4277-BDD1-38DAEEB9C6DA}" srcOrd="8" destOrd="0" presId="urn:microsoft.com/office/officeart/2008/layout/VerticalCurvedList"/>
    <dgm:cxn modelId="{B4B6066A-207F-49C9-AA66-2D99C7BCD62D}" type="presParOf" srcId="{E024E966-9A1C-4277-BDD1-38DAEEB9C6DA}" destId="{8A272A56-0818-4665-96DE-64681C0BA936}" srcOrd="0" destOrd="0" presId="urn:microsoft.com/office/officeart/2008/layout/VerticalCurvedList"/>
    <dgm:cxn modelId="{F9BA6735-7671-4452-BE19-7451E5AF8903}" type="presParOf" srcId="{84951E66-07B7-4FDD-9516-57AEE40E4E5B}" destId="{D000632F-BDB0-4605-A352-783ED7BE7B67}" srcOrd="9" destOrd="0" presId="urn:microsoft.com/office/officeart/2008/layout/VerticalCurvedList"/>
    <dgm:cxn modelId="{528A8B0B-03EB-4CF3-88D3-C9B2C8371D67}" type="presParOf" srcId="{84951E66-07B7-4FDD-9516-57AEE40E4E5B}" destId="{82B341D9-612F-42A8-B462-639D60D2C086}" srcOrd="10" destOrd="0" presId="urn:microsoft.com/office/officeart/2008/layout/VerticalCurvedList"/>
    <dgm:cxn modelId="{C97BD234-D8FC-4BFE-AC9C-D0052AA1BFD8}" type="presParOf" srcId="{82B341D9-612F-42A8-B462-639D60D2C086}" destId="{1D446CDB-7F57-41B3-A715-0AB8EFDDFED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A8ABDBAE-A216-4DFE-9772-A1A1580A280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ABF3F4-4336-44AD-8C21-C9B833FFADF0}">
      <dgm:prSet/>
      <dgm:spPr/>
      <dgm:t>
        <a:bodyPr/>
        <a:lstStyle/>
        <a:p>
          <a:r>
            <a:rPr lang="ru-RU" b="0" i="0" dirty="0"/>
            <a:t>Ярослава </a:t>
          </a:r>
          <a:r>
            <a:rPr lang="ru-RU" b="0" i="0" dirty="0" err="1"/>
            <a:t>Осмомисла</a:t>
          </a:r>
          <a:r>
            <a:rPr lang="ru-RU" b="0" i="0" dirty="0"/>
            <a:t>.</a:t>
          </a:r>
          <a:endParaRPr lang="uk-UA" dirty="0"/>
        </a:p>
      </dgm:t>
    </dgm:pt>
    <dgm:pt modelId="{2D822BC9-1CED-465A-934D-EAEFAB034F0B}" type="parTrans" cxnId="{BE711D74-0DE8-4B95-95DF-EE8CB31E0652}">
      <dgm:prSet/>
      <dgm:spPr/>
      <dgm:t>
        <a:bodyPr/>
        <a:lstStyle/>
        <a:p>
          <a:endParaRPr lang="uk-UA"/>
        </a:p>
      </dgm:t>
    </dgm:pt>
    <dgm:pt modelId="{DF332063-6249-4D24-95F9-5C8415AE7BD8}" type="sibTrans" cxnId="{BE711D74-0DE8-4B95-95DF-EE8CB31E0652}">
      <dgm:prSet/>
      <dgm:spPr/>
      <dgm:t>
        <a:bodyPr/>
        <a:lstStyle/>
        <a:p>
          <a:endParaRPr lang="uk-UA"/>
        </a:p>
      </dgm:t>
    </dgm:pt>
    <dgm:pt modelId="{7413AE3C-1DC7-4D52-BE2B-5D187357A501}">
      <dgm:prSet/>
      <dgm:spPr/>
      <dgm:t>
        <a:bodyPr/>
        <a:lstStyle/>
        <a:p>
          <a:r>
            <a:rPr lang="ru-RU" b="0" i="0"/>
            <a:t>Романа Мстиславовича.</a:t>
          </a:r>
          <a:endParaRPr lang="uk-UA"/>
        </a:p>
      </dgm:t>
    </dgm:pt>
    <dgm:pt modelId="{9A43DC53-65AF-497E-8A6E-BFEBE79055AC}" type="parTrans" cxnId="{4A9ECDD1-1B7C-4E73-A01C-DA6C08CA27D2}">
      <dgm:prSet/>
      <dgm:spPr/>
      <dgm:t>
        <a:bodyPr/>
        <a:lstStyle/>
        <a:p>
          <a:endParaRPr lang="uk-UA"/>
        </a:p>
      </dgm:t>
    </dgm:pt>
    <dgm:pt modelId="{401164FD-54B3-4CAB-9A63-707372E8C9BB}" type="sibTrans" cxnId="{4A9ECDD1-1B7C-4E73-A01C-DA6C08CA27D2}">
      <dgm:prSet/>
      <dgm:spPr/>
      <dgm:t>
        <a:bodyPr/>
        <a:lstStyle/>
        <a:p>
          <a:endParaRPr lang="uk-UA"/>
        </a:p>
      </dgm:t>
    </dgm:pt>
    <dgm:pt modelId="{7A9B2989-CAAA-4155-B35A-B7C998D01A77}">
      <dgm:prSet/>
      <dgm:spPr/>
      <dgm:t>
        <a:bodyPr/>
        <a:lstStyle/>
        <a:p>
          <a:r>
            <a:rPr lang="ru-RU" b="0" i="0" dirty="0"/>
            <a:t>Лева Даниловича.</a:t>
          </a:r>
          <a:endParaRPr lang="uk-UA" dirty="0"/>
        </a:p>
      </dgm:t>
    </dgm:pt>
    <dgm:pt modelId="{0A98AB11-6E5B-45A7-9FF4-BBC9A5C69BCF}" type="parTrans" cxnId="{351BAA84-89E4-424C-BAB4-CC9EE5C69C5E}">
      <dgm:prSet/>
      <dgm:spPr/>
      <dgm:t>
        <a:bodyPr/>
        <a:lstStyle/>
        <a:p>
          <a:endParaRPr lang="uk-UA"/>
        </a:p>
      </dgm:t>
    </dgm:pt>
    <dgm:pt modelId="{8370513C-B85C-45E0-962C-79042697839B}" type="sibTrans" cxnId="{351BAA84-89E4-424C-BAB4-CC9EE5C69C5E}">
      <dgm:prSet/>
      <dgm:spPr/>
      <dgm:t>
        <a:bodyPr/>
        <a:lstStyle/>
        <a:p>
          <a:endParaRPr lang="uk-UA"/>
        </a:p>
      </dgm:t>
    </dgm:pt>
    <dgm:pt modelId="{F4FB5A59-EACB-465B-954A-F92E98FEF59F}">
      <dgm:prSet/>
      <dgm:spPr/>
      <dgm:t>
        <a:bodyPr/>
        <a:lstStyle/>
        <a:p>
          <a:r>
            <a:rPr lang="ru-RU" b="0" i="0" dirty="0" err="1"/>
            <a:t>Юрія</a:t>
          </a:r>
          <a:r>
            <a:rPr lang="ru-RU" b="0" i="0" dirty="0"/>
            <a:t> ІІ Болеслава</a:t>
          </a:r>
          <a:endParaRPr lang="uk-UA" dirty="0"/>
        </a:p>
      </dgm:t>
    </dgm:pt>
    <dgm:pt modelId="{ABCF384D-1482-40F4-96D5-30BA2475B496}" type="parTrans" cxnId="{03E9D2F7-C968-4A61-97B1-ABE8529CDB16}">
      <dgm:prSet/>
      <dgm:spPr/>
      <dgm:t>
        <a:bodyPr/>
        <a:lstStyle/>
        <a:p>
          <a:endParaRPr lang="uk-UA"/>
        </a:p>
      </dgm:t>
    </dgm:pt>
    <dgm:pt modelId="{D62C2D80-F7B5-4568-9290-8D00EC285BCD}" type="sibTrans" cxnId="{03E9D2F7-C968-4A61-97B1-ABE8529CDB16}">
      <dgm:prSet/>
      <dgm:spPr/>
      <dgm:t>
        <a:bodyPr/>
        <a:lstStyle/>
        <a:p>
          <a:endParaRPr lang="uk-UA"/>
        </a:p>
      </dgm:t>
    </dgm:pt>
    <dgm:pt modelId="{AF49E041-7B98-4928-9717-FFAF3BBA6D2E}" type="pres">
      <dgm:prSet presAssocID="{A8ABDBAE-A216-4DFE-9772-A1A1580A2807}" presName="Name0" presStyleCnt="0">
        <dgm:presLayoutVars>
          <dgm:chMax val="7"/>
          <dgm:chPref val="7"/>
          <dgm:dir/>
        </dgm:presLayoutVars>
      </dgm:prSet>
      <dgm:spPr/>
    </dgm:pt>
    <dgm:pt modelId="{65F20AF2-49B7-44E0-BEB8-043B654174F5}" type="pres">
      <dgm:prSet presAssocID="{A8ABDBAE-A216-4DFE-9772-A1A1580A2807}" presName="Name1" presStyleCnt="0"/>
      <dgm:spPr/>
    </dgm:pt>
    <dgm:pt modelId="{27FB37AF-94D2-4BFC-B8DF-E646D3AF08A9}" type="pres">
      <dgm:prSet presAssocID="{A8ABDBAE-A216-4DFE-9772-A1A1580A2807}" presName="cycle" presStyleCnt="0"/>
      <dgm:spPr/>
    </dgm:pt>
    <dgm:pt modelId="{01E19448-5AD6-46A3-A3A4-9F886B1D9F0F}" type="pres">
      <dgm:prSet presAssocID="{A8ABDBAE-A216-4DFE-9772-A1A1580A2807}" presName="srcNode" presStyleLbl="node1" presStyleIdx="0" presStyleCnt="4"/>
      <dgm:spPr/>
    </dgm:pt>
    <dgm:pt modelId="{ACFED5CA-1AF7-49F4-8609-951C4A16F200}" type="pres">
      <dgm:prSet presAssocID="{A8ABDBAE-A216-4DFE-9772-A1A1580A2807}" presName="conn" presStyleLbl="parChTrans1D2" presStyleIdx="0" presStyleCnt="1"/>
      <dgm:spPr/>
    </dgm:pt>
    <dgm:pt modelId="{594F1D94-2A58-40CE-BBFC-101714B07FD5}" type="pres">
      <dgm:prSet presAssocID="{A8ABDBAE-A216-4DFE-9772-A1A1580A2807}" presName="extraNode" presStyleLbl="node1" presStyleIdx="0" presStyleCnt="4"/>
      <dgm:spPr/>
    </dgm:pt>
    <dgm:pt modelId="{75C1B0D5-B53E-4D67-8305-D704252D1D6E}" type="pres">
      <dgm:prSet presAssocID="{A8ABDBAE-A216-4DFE-9772-A1A1580A2807}" presName="dstNode" presStyleLbl="node1" presStyleIdx="0" presStyleCnt="4"/>
      <dgm:spPr/>
    </dgm:pt>
    <dgm:pt modelId="{F42ECA33-F81B-4DD3-A052-4DA0C6487694}" type="pres">
      <dgm:prSet presAssocID="{B4ABF3F4-4336-44AD-8C21-C9B833FFADF0}" presName="text_1" presStyleLbl="node1" presStyleIdx="0" presStyleCnt="4">
        <dgm:presLayoutVars>
          <dgm:bulletEnabled val="1"/>
        </dgm:presLayoutVars>
      </dgm:prSet>
      <dgm:spPr/>
    </dgm:pt>
    <dgm:pt modelId="{A23DF7C2-292B-43FE-81AB-35C4605D606A}" type="pres">
      <dgm:prSet presAssocID="{B4ABF3F4-4336-44AD-8C21-C9B833FFADF0}" presName="accent_1" presStyleCnt="0"/>
      <dgm:spPr/>
    </dgm:pt>
    <dgm:pt modelId="{5C317349-E00B-493E-BAFC-FA9052BE8347}" type="pres">
      <dgm:prSet presAssocID="{B4ABF3F4-4336-44AD-8C21-C9B833FFADF0}" presName="accentRepeatNode" presStyleLbl="solidFgAcc1" presStyleIdx="0" presStyleCnt="4"/>
      <dgm:spPr/>
    </dgm:pt>
    <dgm:pt modelId="{779CE440-1AAA-4028-A4F6-3BE194CDD478}" type="pres">
      <dgm:prSet presAssocID="{7413AE3C-1DC7-4D52-BE2B-5D187357A501}" presName="text_2" presStyleLbl="node1" presStyleIdx="1" presStyleCnt="4">
        <dgm:presLayoutVars>
          <dgm:bulletEnabled val="1"/>
        </dgm:presLayoutVars>
      </dgm:prSet>
      <dgm:spPr/>
    </dgm:pt>
    <dgm:pt modelId="{7D85EAE8-4958-4406-8733-0F8BEE56A291}" type="pres">
      <dgm:prSet presAssocID="{7413AE3C-1DC7-4D52-BE2B-5D187357A501}" presName="accent_2" presStyleCnt="0"/>
      <dgm:spPr/>
    </dgm:pt>
    <dgm:pt modelId="{7648CBF5-16C0-4C81-93D7-ABA2854065A7}" type="pres">
      <dgm:prSet presAssocID="{7413AE3C-1DC7-4D52-BE2B-5D187357A501}" presName="accentRepeatNode" presStyleLbl="solidFgAcc1" presStyleIdx="1" presStyleCnt="4"/>
      <dgm:spPr/>
    </dgm:pt>
    <dgm:pt modelId="{85BB5DF9-653B-4CB5-BCC4-4451B644F2F4}" type="pres">
      <dgm:prSet presAssocID="{7A9B2989-CAAA-4155-B35A-B7C998D01A77}" presName="text_3" presStyleLbl="node1" presStyleIdx="2" presStyleCnt="4">
        <dgm:presLayoutVars>
          <dgm:bulletEnabled val="1"/>
        </dgm:presLayoutVars>
      </dgm:prSet>
      <dgm:spPr/>
    </dgm:pt>
    <dgm:pt modelId="{2D0446D0-E0EF-4D4F-8BBA-9E51EA68F984}" type="pres">
      <dgm:prSet presAssocID="{7A9B2989-CAAA-4155-B35A-B7C998D01A77}" presName="accent_3" presStyleCnt="0"/>
      <dgm:spPr/>
    </dgm:pt>
    <dgm:pt modelId="{7A80FE9F-0594-4B20-83FB-F44A91BA42F5}" type="pres">
      <dgm:prSet presAssocID="{7A9B2989-CAAA-4155-B35A-B7C998D01A77}" presName="accentRepeatNode" presStyleLbl="solidFgAcc1" presStyleIdx="2" presStyleCnt="4"/>
      <dgm:spPr/>
    </dgm:pt>
    <dgm:pt modelId="{25B3183C-1DF4-41C2-B2CB-AC45B79579BF}" type="pres">
      <dgm:prSet presAssocID="{F4FB5A59-EACB-465B-954A-F92E98FEF59F}" presName="text_4" presStyleLbl="node1" presStyleIdx="3" presStyleCnt="4">
        <dgm:presLayoutVars>
          <dgm:bulletEnabled val="1"/>
        </dgm:presLayoutVars>
      </dgm:prSet>
      <dgm:spPr/>
    </dgm:pt>
    <dgm:pt modelId="{7FF1FA53-8CF6-4861-BE97-B71993713ABE}" type="pres">
      <dgm:prSet presAssocID="{F4FB5A59-EACB-465B-954A-F92E98FEF59F}" presName="accent_4" presStyleCnt="0"/>
      <dgm:spPr/>
    </dgm:pt>
    <dgm:pt modelId="{072E7AB7-939C-48E3-84B8-6FFC9EC392F4}" type="pres">
      <dgm:prSet presAssocID="{F4FB5A59-EACB-465B-954A-F92E98FEF59F}" presName="accentRepeatNode" presStyleLbl="solidFgAcc1" presStyleIdx="3" presStyleCnt="4"/>
      <dgm:spPr/>
    </dgm:pt>
  </dgm:ptLst>
  <dgm:cxnLst>
    <dgm:cxn modelId="{12B8E00D-4C2F-4D57-9D3A-D156C108A556}" type="presOf" srcId="{A8ABDBAE-A216-4DFE-9772-A1A1580A2807}" destId="{AF49E041-7B98-4928-9717-FFAF3BBA6D2E}" srcOrd="0" destOrd="0" presId="urn:microsoft.com/office/officeart/2008/layout/VerticalCurvedList"/>
    <dgm:cxn modelId="{01016D36-5A51-4E25-B927-3D2A4DF15786}" type="presOf" srcId="{B4ABF3F4-4336-44AD-8C21-C9B833FFADF0}" destId="{F42ECA33-F81B-4DD3-A052-4DA0C6487694}" srcOrd="0" destOrd="0" presId="urn:microsoft.com/office/officeart/2008/layout/VerticalCurvedList"/>
    <dgm:cxn modelId="{BE711D74-0DE8-4B95-95DF-EE8CB31E0652}" srcId="{A8ABDBAE-A216-4DFE-9772-A1A1580A2807}" destId="{B4ABF3F4-4336-44AD-8C21-C9B833FFADF0}" srcOrd="0" destOrd="0" parTransId="{2D822BC9-1CED-465A-934D-EAEFAB034F0B}" sibTransId="{DF332063-6249-4D24-95F9-5C8415AE7BD8}"/>
    <dgm:cxn modelId="{C2F7CA7A-00EB-4CC8-9FED-A2C4FA5A375C}" type="presOf" srcId="{F4FB5A59-EACB-465B-954A-F92E98FEF59F}" destId="{25B3183C-1DF4-41C2-B2CB-AC45B79579BF}" srcOrd="0" destOrd="0" presId="urn:microsoft.com/office/officeart/2008/layout/VerticalCurvedList"/>
    <dgm:cxn modelId="{351BAA84-89E4-424C-BAB4-CC9EE5C69C5E}" srcId="{A8ABDBAE-A216-4DFE-9772-A1A1580A2807}" destId="{7A9B2989-CAAA-4155-B35A-B7C998D01A77}" srcOrd="2" destOrd="0" parTransId="{0A98AB11-6E5B-45A7-9FF4-BBC9A5C69BCF}" sibTransId="{8370513C-B85C-45E0-962C-79042697839B}"/>
    <dgm:cxn modelId="{B8A5F4BB-CAF4-45B4-97FC-F0815DDE1E07}" type="presOf" srcId="{7A9B2989-CAAA-4155-B35A-B7C998D01A77}" destId="{85BB5DF9-653B-4CB5-BCC4-4451B644F2F4}" srcOrd="0" destOrd="0" presId="urn:microsoft.com/office/officeart/2008/layout/VerticalCurvedList"/>
    <dgm:cxn modelId="{6C8EC0BC-13BE-4711-96BF-F90DB7B2E58A}" type="presOf" srcId="{DF332063-6249-4D24-95F9-5C8415AE7BD8}" destId="{ACFED5CA-1AF7-49F4-8609-951C4A16F200}" srcOrd="0" destOrd="0" presId="urn:microsoft.com/office/officeart/2008/layout/VerticalCurvedList"/>
    <dgm:cxn modelId="{4A9ECDD1-1B7C-4E73-A01C-DA6C08CA27D2}" srcId="{A8ABDBAE-A216-4DFE-9772-A1A1580A2807}" destId="{7413AE3C-1DC7-4D52-BE2B-5D187357A501}" srcOrd="1" destOrd="0" parTransId="{9A43DC53-65AF-497E-8A6E-BFEBE79055AC}" sibTransId="{401164FD-54B3-4CAB-9A63-707372E8C9BB}"/>
    <dgm:cxn modelId="{74BC0CE6-FF9D-41C0-A687-00FAEE533FF0}" type="presOf" srcId="{7413AE3C-1DC7-4D52-BE2B-5D187357A501}" destId="{779CE440-1AAA-4028-A4F6-3BE194CDD478}" srcOrd="0" destOrd="0" presId="urn:microsoft.com/office/officeart/2008/layout/VerticalCurvedList"/>
    <dgm:cxn modelId="{03E9D2F7-C968-4A61-97B1-ABE8529CDB16}" srcId="{A8ABDBAE-A216-4DFE-9772-A1A1580A2807}" destId="{F4FB5A59-EACB-465B-954A-F92E98FEF59F}" srcOrd="3" destOrd="0" parTransId="{ABCF384D-1482-40F4-96D5-30BA2475B496}" sibTransId="{D62C2D80-F7B5-4568-9290-8D00EC285BCD}"/>
    <dgm:cxn modelId="{D2E45398-5669-4A86-80EC-91DC1CEF1DE3}" type="presParOf" srcId="{AF49E041-7B98-4928-9717-FFAF3BBA6D2E}" destId="{65F20AF2-49B7-44E0-BEB8-043B654174F5}" srcOrd="0" destOrd="0" presId="urn:microsoft.com/office/officeart/2008/layout/VerticalCurvedList"/>
    <dgm:cxn modelId="{F8C8F13E-FE73-4935-8294-01BFAC56348B}" type="presParOf" srcId="{65F20AF2-49B7-44E0-BEB8-043B654174F5}" destId="{27FB37AF-94D2-4BFC-B8DF-E646D3AF08A9}" srcOrd="0" destOrd="0" presId="urn:microsoft.com/office/officeart/2008/layout/VerticalCurvedList"/>
    <dgm:cxn modelId="{49302251-15BC-40FA-9642-EAB2A637DEBF}" type="presParOf" srcId="{27FB37AF-94D2-4BFC-B8DF-E646D3AF08A9}" destId="{01E19448-5AD6-46A3-A3A4-9F886B1D9F0F}" srcOrd="0" destOrd="0" presId="urn:microsoft.com/office/officeart/2008/layout/VerticalCurvedList"/>
    <dgm:cxn modelId="{C839E285-1BB2-4722-B901-B8D0E34EBCED}" type="presParOf" srcId="{27FB37AF-94D2-4BFC-B8DF-E646D3AF08A9}" destId="{ACFED5CA-1AF7-49F4-8609-951C4A16F200}" srcOrd="1" destOrd="0" presId="urn:microsoft.com/office/officeart/2008/layout/VerticalCurvedList"/>
    <dgm:cxn modelId="{0C85C239-EF9F-4397-9A8A-32B52B8772A6}" type="presParOf" srcId="{27FB37AF-94D2-4BFC-B8DF-E646D3AF08A9}" destId="{594F1D94-2A58-40CE-BBFC-101714B07FD5}" srcOrd="2" destOrd="0" presId="urn:microsoft.com/office/officeart/2008/layout/VerticalCurvedList"/>
    <dgm:cxn modelId="{9F5AB6D5-C6E5-4D45-B95A-9718F33633DB}" type="presParOf" srcId="{27FB37AF-94D2-4BFC-B8DF-E646D3AF08A9}" destId="{75C1B0D5-B53E-4D67-8305-D704252D1D6E}" srcOrd="3" destOrd="0" presId="urn:microsoft.com/office/officeart/2008/layout/VerticalCurvedList"/>
    <dgm:cxn modelId="{7AF57A86-2DF1-42EA-8A4B-01DBCF5F41FC}" type="presParOf" srcId="{65F20AF2-49B7-44E0-BEB8-043B654174F5}" destId="{F42ECA33-F81B-4DD3-A052-4DA0C6487694}" srcOrd="1" destOrd="0" presId="urn:microsoft.com/office/officeart/2008/layout/VerticalCurvedList"/>
    <dgm:cxn modelId="{FD1CC08A-3A98-4E58-B5F8-C64D643E2B35}" type="presParOf" srcId="{65F20AF2-49B7-44E0-BEB8-043B654174F5}" destId="{A23DF7C2-292B-43FE-81AB-35C4605D606A}" srcOrd="2" destOrd="0" presId="urn:microsoft.com/office/officeart/2008/layout/VerticalCurvedList"/>
    <dgm:cxn modelId="{C2F0AFEE-2FF3-46AF-B44B-3AE3EC16A3B2}" type="presParOf" srcId="{A23DF7C2-292B-43FE-81AB-35C4605D606A}" destId="{5C317349-E00B-493E-BAFC-FA9052BE8347}" srcOrd="0" destOrd="0" presId="urn:microsoft.com/office/officeart/2008/layout/VerticalCurvedList"/>
    <dgm:cxn modelId="{30E38782-6D6C-4D67-B025-CD4ECB5A7B8D}" type="presParOf" srcId="{65F20AF2-49B7-44E0-BEB8-043B654174F5}" destId="{779CE440-1AAA-4028-A4F6-3BE194CDD478}" srcOrd="3" destOrd="0" presId="urn:microsoft.com/office/officeart/2008/layout/VerticalCurvedList"/>
    <dgm:cxn modelId="{B9AD4466-947A-4518-8EC7-334B9A429C33}" type="presParOf" srcId="{65F20AF2-49B7-44E0-BEB8-043B654174F5}" destId="{7D85EAE8-4958-4406-8733-0F8BEE56A291}" srcOrd="4" destOrd="0" presId="urn:microsoft.com/office/officeart/2008/layout/VerticalCurvedList"/>
    <dgm:cxn modelId="{EE0F15B9-4365-410B-97FA-4D5B1E40E9D3}" type="presParOf" srcId="{7D85EAE8-4958-4406-8733-0F8BEE56A291}" destId="{7648CBF5-16C0-4C81-93D7-ABA2854065A7}" srcOrd="0" destOrd="0" presId="urn:microsoft.com/office/officeart/2008/layout/VerticalCurvedList"/>
    <dgm:cxn modelId="{6F954055-51CF-4E89-AD54-07EB374D58A0}" type="presParOf" srcId="{65F20AF2-49B7-44E0-BEB8-043B654174F5}" destId="{85BB5DF9-653B-4CB5-BCC4-4451B644F2F4}" srcOrd="5" destOrd="0" presId="urn:microsoft.com/office/officeart/2008/layout/VerticalCurvedList"/>
    <dgm:cxn modelId="{EC6A897D-8189-4D42-9369-E2C1FEC27229}" type="presParOf" srcId="{65F20AF2-49B7-44E0-BEB8-043B654174F5}" destId="{2D0446D0-E0EF-4D4F-8BBA-9E51EA68F984}" srcOrd="6" destOrd="0" presId="urn:microsoft.com/office/officeart/2008/layout/VerticalCurvedList"/>
    <dgm:cxn modelId="{0DE86832-717F-43C9-9349-7D7F572D4221}" type="presParOf" srcId="{2D0446D0-E0EF-4D4F-8BBA-9E51EA68F984}" destId="{7A80FE9F-0594-4B20-83FB-F44A91BA42F5}" srcOrd="0" destOrd="0" presId="urn:microsoft.com/office/officeart/2008/layout/VerticalCurvedList"/>
    <dgm:cxn modelId="{B1A8154C-E4D0-48A0-8957-92FB8B5F4721}" type="presParOf" srcId="{65F20AF2-49B7-44E0-BEB8-043B654174F5}" destId="{25B3183C-1DF4-41C2-B2CB-AC45B79579BF}" srcOrd="7" destOrd="0" presId="urn:microsoft.com/office/officeart/2008/layout/VerticalCurvedList"/>
    <dgm:cxn modelId="{52D59A1B-FFF2-4077-A652-BC4647648957}" type="presParOf" srcId="{65F20AF2-49B7-44E0-BEB8-043B654174F5}" destId="{7FF1FA53-8CF6-4861-BE97-B71993713ABE}" srcOrd="8" destOrd="0" presId="urn:microsoft.com/office/officeart/2008/layout/VerticalCurvedList"/>
    <dgm:cxn modelId="{0053BD87-093F-40F4-88B9-6A3046DB50A0}" type="presParOf" srcId="{7FF1FA53-8CF6-4861-BE97-B71993713ABE}" destId="{072E7AB7-939C-48E3-84B8-6FFC9EC392F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C65BF634-165D-4537-B789-271FD85487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7CAA7D-4F4E-4ACD-BAFA-4689251F7BAB}">
      <dgm:prSet/>
      <dgm:spPr/>
      <dgm:t>
        <a:bodyPr/>
        <a:lstStyle/>
        <a:p>
          <a:r>
            <a:rPr lang="uk-UA" b="0" i="0" dirty="0"/>
            <a:t>утворення та становлення єдиної держави, поширення влади князя на Київ і Київську землю.</a:t>
          </a:r>
          <a:endParaRPr lang="uk-UA" dirty="0"/>
        </a:p>
      </dgm:t>
    </dgm:pt>
    <dgm:pt modelId="{CB9B7819-FC2D-43E4-B994-4D35EBA69D16}" type="parTrans" cxnId="{0B096ABB-BB2D-4795-92F8-26A560608EA3}">
      <dgm:prSet/>
      <dgm:spPr/>
      <dgm:t>
        <a:bodyPr/>
        <a:lstStyle/>
        <a:p>
          <a:endParaRPr lang="uk-UA"/>
        </a:p>
      </dgm:t>
    </dgm:pt>
    <dgm:pt modelId="{40A9AC24-F3C9-4B62-9C4D-0583088A77FA}" type="sibTrans" cxnId="{0B096ABB-BB2D-4795-92F8-26A560608EA3}">
      <dgm:prSet/>
      <dgm:spPr/>
      <dgm:t>
        <a:bodyPr/>
        <a:lstStyle/>
        <a:p>
          <a:endParaRPr lang="uk-UA"/>
        </a:p>
      </dgm:t>
    </dgm:pt>
    <dgm:pt modelId="{7C2C66FC-21F8-4539-8FBA-4C6F6AF68C97}">
      <dgm:prSet/>
      <dgm:spPr/>
      <dgm:t>
        <a:bodyPr/>
        <a:lstStyle/>
        <a:p>
          <a:r>
            <a:rPr lang="uk-UA" b="0" i="0" dirty="0"/>
            <a:t>розпад єдиної держави, зростання самостійності бояр, втручання у внутрішні справи сусідніх держав.</a:t>
          </a:r>
          <a:endParaRPr lang="uk-UA" dirty="0"/>
        </a:p>
      </dgm:t>
    </dgm:pt>
    <dgm:pt modelId="{AF098CE7-EA61-4F55-8E36-D47D852F48C8}" type="parTrans" cxnId="{EE86F484-0D95-4278-83CA-4C9373519D2D}">
      <dgm:prSet/>
      <dgm:spPr/>
      <dgm:t>
        <a:bodyPr/>
        <a:lstStyle/>
        <a:p>
          <a:endParaRPr lang="uk-UA"/>
        </a:p>
      </dgm:t>
    </dgm:pt>
    <dgm:pt modelId="{394C5A2C-F482-4B98-99B7-5FF7F3BFB67D}" type="sibTrans" cxnId="{EE86F484-0D95-4278-83CA-4C9373519D2D}">
      <dgm:prSet/>
      <dgm:spPr/>
      <dgm:t>
        <a:bodyPr/>
        <a:lstStyle/>
        <a:p>
          <a:endParaRPr lang="uk-UA"/>
        </a:p>
      </dgm:t>
    </dgm:pt>
    <dgm:pt modelId="{74BD2C61-4B32-4012-A611-27648DC5B69C}" type="pres">
      <dgm:prSet presAssocID="{C65BF634-165D-4537-B789-271FD85487B0}" presName="linear" presStyleCnt="0">
        <dgm:presLayoutVars>
          <dgm:animLvl val="lvl"/>
          <dgm:resizeHandles val="exact"/>
        </dgm:presLayoutVars>
      </dgm:prSet>
      <dgm:spPr/>
    </dgm:pt>
    <dgm:pt modelId="{3C5D3690-60B5-4FB4-8C97-7C3A03797C82}" type="pres">
      <dgm:prSet presAssocID="{487CAA7D-4F4E-4ACD-BAFA-4689251F7BA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C71643-35E7-4B76-B910-CEA46D14776D}" type="pres">
      <dgm:prSet presAssocID="{40A9AC24-F3C9-4B62-9C4D-0583088A77FA}" presName="spacer" presStyleCnt="0"/>
      <dgm:spPr/>
    </dgm:pt>
    <dgm:pt modelId="{6B107616-BD13-4894-B2E8-264777A5B4D4}" type="pres">
      <dgm:prSet presAssocID="{7C2C66FC-21F8-4539-8FBA-4C6F6AF68C9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262D348-B8BB-47F4-B4BE-D1ACCBF38EEB}" type="presOf" srcId="{C65BF634-165D-4537-B789-271FD85487B0}" destId="{74BD2C61-4B32-4012-A611-27648DC5B69C}" srcOrd="0" destOrd="0" presId="urn:microsoft.com/office/officeart/2005/8/layout/vList2"/>
    <dgm:cxn modelId="{EE86F484-0D95-4278-83CA-4C9373519D2D}" srcId="{C65BF634-165D-4537-B789-271FD85487B0}" destId="{7C2C66FC-21F8-4539-8FBA-4C6F6AF68C97}" srcOrd="1" destOrd="0" parTransId="{AF098CE7-EA61-4F55-8E36-D47D852F48C8}" sibTransId="{394C5A2C-F482-4B98-99B7-5FF7F3BFB67D}"/>
    <dgm:cxn modelId="{A03DC69E-1761-4D85-AE57-72AF00945742}" type="presOf" srcId="{7C2C66FC-21F8-4539-8FBA-4C6F6AF68C97}" destId="{6B107616-BD13-4894-B2E8-264777A5B4D4}" srcOrd="0" destOrd="0" presId="urn:microsoft.com/office/officeart/2005/8/layout/vList2"/>
    <dgm:cxn modelId="{415911AE-6717-4C5B-B3F2-22C3EBE8DD47}" type="presOf" srcId="{487CAA7D-4F4E-4ACD-BAFA-4689251F7BAB}" destId="{3C5D3690-60B5-4FB4-8C97-7C3A03797C82}" srcOrd="0" destOrd="0" presId="urn:microsoft.com/office/officeart/2005/8/layout/vList2"/>
    <dgm:cxn modelId="{0B096ABB-BB2D-4795-92F8-26A560608EA3}" srcId="{C65BF634-165D-4537-B789-271FD85487B0}" destId="{487CAA7D-4F4E-4ACD-BAFA-4689251F7BAB}" srcOrd="0" destOrd="0" parTransId="{CB9B7819-FC2D-43E4-B994-4D35EBA69D16}" sibTransId="{40A9AC24-F3C9-4B62-9C4D-0583088A77FA}"/>
    <dgm:cxn modelId="{D1B23961-192B-4404-8CBB-0EAD9B4F9994}" type="presParOf" srcId="{74BD2C61-4B32-4012-A611-27648DC5B69C}" destId="{3C5D3690-60B5-4FB4-8C97-7C3A03797C82}" srcOrd="0" destOrd="0" presId="urn:microsoft.com/office/officeart/2005/8/layout/vList2"/>
    <dgm:cxn modelId="{A2B7D560-0251-4B20-88F6-E8B95690BB2A}" type="presParOf" srcId="{74BD2C61-4B32-4012-A611-27648DC5B69C}" destId="{7EC71643-35E7-4B76-B910-CEA46D14776D}" srcOrd="1" destOrd="0" presId="urn:microsoft.com/office/officeart/2005/8/layout/vList2"/>
    <dgm:cxn modelId="{E0001B27-B112-4642-9FD4-172A8B01D642}" type="presParOf" srcId="{74BD2C61-4B32-4012-A611-27648DC5B69C}" destId="{6B107616-BD13-4894-B2E8-264777A5B4D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33FB78AA-B7EE-443D-AF81-72DEF87696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36D705-F61E-442C-A869-520F5709CEE6}">
      <dgm:prSet/>
      <dgm:spPr/>
      <dgm:t>
        <a:bodyPr/>
        <a:lstStyle/>
        <a:p>
          <a:r>
            <a:rPr lang="uk-UA" dirty="0"/>
            <a:t>відновлення державної єдності, намагання створити </a:t>
          </a:r>
          <a:r>
            <a:rPr lang="uk-UA" dirty="0" err="1"/>
            <a:t>антимонгольську</a:t>
          </a:r>
          <a:r>
            <a:rPr lang="uk-UA" dirty="0"/>
            <a:t> коаліцію європейських держав.</a:t>
          </a:r>
        </a:p>
      </dgm:t>
    </dgm:pt>
    <dgm:pt modelId="{EBCDF4D7-2338-4DED-B8C6-61BF7FC90D75}" type="parTrans" cxnId="{8BF99021-9E9F-4497-A453-82C7440513E7}">
      <dgm:prSet/>
      <dgm:spPr/>
      <dgm:t>
        <a:bodyPr/>
        <a:lstStyle/>
        <a:p>
          <a:endParaRPr lang="uk-UA"/>
        </a:p>
      </dgm:t>
    </dgm:pt>
    <dgm:pt modelId="{06257130-0C55-45C8-A2A5-5573C7148554}" type="sibTrans" cxnId="{8BF99021-9E9F-4497-A453-82C7440513E7}">
      <dgm:prSet/>
      <dgm:spPr/>
      <dgm:t>
        <a:bodyPr/>
        <a:lstStyle/>
        <a:p>
          <a:endParaRPr lang="uk-UA"/>
        </a:p>
      </dgm:t>
    </dgm:pt>
    <dgm:pt modelId="{90FDE6F8-1CF5-435E-B4D3-06DB18C34FE6}">
      <dgm:prSet/>
      <dgm:spPr/>
      <dgm:t>
        <a:bodyPr/>
        <a:lstStyle/>
        <a:p>
          <a:r>
            <a:rPr lang="uk-UA" dirty="0"/>
            <a:t>ослаблення золотоординської залежності, боротьба з Польщею й Литвою за Люблінську та Берестейську землі.</a:t>
          </a:r>
        </a:p>
      </dgm:t>
    </dgm:pt>
    <dgm:pt modelId="{8513FF3C-70FB-48AC-97E7-A003B129CD6A}" type="parTrans" cxnId="{E6B64DB7-C48F-4D84-8C56-D54A475E3826}">
      <dgm:prSet/>
      <dgm:spPr/>
      <dgm:t>
        <a:bodyPr/>
        <a:lstStyle/>
        <a:p>
          <a:endParaRPr lang="uk-UA"/>
        </a:p>
      </dgm:t>
    </dgm:pt>
    <dgm:pt modelId="{7D2E5572-7E1A-49CE-BD88-3E0FEFCFDD1B}" type="sibTrans" cxnId="{E6B64DB7-C48F-4D84-8C56-D54A475E3826}">
      <dgm:prSet/>
      <dgm:spPr/>
      <dgm:t>
        <a:bodyPr/>
        <a:lstStyle/>
        <a:p>
          <a:endParaRPr lang="uk-UA"/>
        </a:p>
      </dgm:t>
    </dgm:pt>
    <dgm:pt modelId="{C1EF62F8-8823-4C19-A9B2-E07CFA6D4876}" type="pres">
      <dgm:prSet presAssocID="{33FB78AA-B7EE-443D-AF81-72DEF8769637}" presName="linear" presStyleCnt="0">
        <dgm:presLayoutVars>
          <dgm:animLvl val="lvl"/>
          <dgm:resizeHandles val="exact"/>
        </dgm:presLayoutVars>
      </dgm:prSet>
      <dgm:spPr/>
    </dgm:pt>
    <dgm:pt modelId="{877B0044-16D3-4691-935A-21154BD30FC1}" type="pres">
      <dgm:prSet presAssocID="{6736D705-F61E-442C-A869-520F5709CEE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8AFDA2-3723-4D44-8880-E47D47B73774}" type="pres">
      <dgm:prSet presAssocID="{06257130-0C55-45C8-A2A5-5573C7148554}" presName="spacer" presStyleCnt="0"/>
      <dgm:spPr/>
    </dgm:pt>
    <dgm:pt modelId="{B3F70A5E-CF4C-4A58-B778-B3F68B9EA6BC}" type="pres">
      <dgm:prSet presAssocID="{90FDE6F8-1CF5-435E-B4D3-06DB18C34FE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BF99021-9E9F-4497-A453-82C7440513E7}" srcId="{33FB78AA-B7EE-443D-AF81-72DEF8769637}" destId="{6736D705-F61E-442C-A869-520F5709CEE6}" srcOrd="0" destOrd="0" parTransId="{EBCDF4D7-2338-4DED-B8C6-61BF7FC90D75}" sibTransId="{06257130-0C55-45C8-A2A5-5573C7148554}"/>
    <dgm:cxn modelId="{8898C99D-64EB-4794-AA33-49789F9B9B54}" type="presOf" srcId="{90FDE6F8-1CF5-435E-B4D3-06DB18C34FE6}" destId="{B3F70A5E-CF4C-4A58-B778-B3F68B9EA6BC}" srcOrd="0" destOrd="0" presId="urn:microsoft.com/office/officeart/2005/8/layout/vList2"/>
    <dgm:cxn modelId="{E6B64DB7-C48F-4D84-8C56-D54A475E3826}" srcId="{33FB78AA-B7EE-443D-AF81-72DEF8769637}" destId="{90FDE6F8-1CF5-435E-B4D3-06DB18C34FE6}" srcOrd="1" destOrd="0" parTransId="{8513FF3C-70FB-48AC-97E7-A003B129CD6A}" sibTransId="{7D2E5572-7E1A-49CE-BD88-3E0FEFCFDD1B}"/>
    <dgm:cxn modelId="{EDC952D9-B0FA-4319-BFE8-B3DCBB1FCA68}" type="presOf" srcId="{6736D705-F61E-442C-A869-520F5709CEE6}" destId="{877B0044-16D3-4691-935A-21154BD30FC1}" srcOrd="0" destOrd="0" presId="urn:microsoft.com/office/officeart/2005/8/layout/vList2"/>
    <dgm:cxn modelId="{8E93F1E4-DECD-4600-ABA9-006F140664DE}" type="presOf" srcId="{33FB78AA-B7EE-443D-AF81-72DEF8769637}" destId="{C1EF62F8-8823-4C19-A9B2-E07CFA6D4876}" srcOrd="0" destOrd="0" presId="urn:microsoft.com/office/officeart/2005/8/layout/vList2"/>
    <dgm:cxn modelId="{80404BC8-B302-4BCB-B4AC-D2C7644BC3C4}" type="presParOf" srcId="{C1EF62F8-8823-4C19-A9B2-E07CFA6D4876}" destId="{877B0044-16D3-4691-935A-21154BD30FC1}" srcOrd="0" destOrd="0" presId="urn:microsoft.com/office/officeart/2005/8/layout/vList2"/>
    <dgm:cxn modelId="{EDD2DDDB-7C36-4B57-AA11-464E89F26D80}" type="presParOf" srcId="{C1EF62F8-8823-4C19-A9B2-E07CFA6D4876}" destId="{B08AFDA2-3723-4D44-8880-E47D47B73774}" srcOrd="1" destOrd="0" presId="urn:microsoft.com/office/officeart/2005/8/layout/vList2"/>
    <dgm:cxn modelId="{6656F90E-1579-4A61-9F4D-AACADA787DFE}" type="presParOf" srcId="{C1EF62F8-8823-4C19-A9B2-E07CFA6D4876}" destId="{B3F70A5E-CF4C-4A58-B778-B3F68B9EA6B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84514494-6BFF-480C-B2BD-7F8A05AE53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FA2100-0C59-4801-8ECE-E0AC23B82F3B}">
      <dgm:prSet/>
      <dgm:spPr/>
      <dgm:t>
        <a:bodyPr/>
        <a:lstStyle/>
        <a:p>
          <a:r>
            <a:rPr lang="uk-UA" b="0" i="0" dirty="0"/>
            <a:t>перебіг і результат польської агресії в Галичині.</a:t>
          </a:r>
          <a:endParaRPr lang="uk-UA" dirty="0"/>
        </a:p>
      </dgm:t>
    </dgm:pt>
    <dgm:pt modelId="{C092391D-CFCD-4373-B00B-AB1AC3E23A3B}" type="parTrans" cxnId="{62BF27B0-55A8-4567-B5F8-FBC75D490E86}">
      <dgm:prSet/>
      <dgm:spPr/>
      <dgm:t>
        <a:bodyPr/>
        <a:lstStyle/>
        <a:p>
          <a:endParaRPr lang="uk-UA"/>
        </a:p>
      </dgm:t>
    </dgm:pt>
    <dgm:pt modelId="{275729FD-9CB0-4710-8041-12FF7392D8CD}" type="sibTrans" cxnId="{62BF27B0-55A8-4567-B5F8-FBC75D490E86}">
      <dgm:prSet/>
      <dgm:spPr/>
      <dgm:t>
        <a:bodyPr/>
        <a:lstStyle/>
        <a:p>
          <a:endParaRPr lang="uk-UA"/>
        </a:p>
      </dgm:t>
    </dgm:pt>
    <dgm:pt modelId="{5C3A93C9-06CB-436F-830A-C640FCD7B415}">
      <dgm:prSet/>
      <dgm:spPr/>
      <dgm:t>
        <a:bodyPr/>
        <a:lstStyle/>
        <a:p>
          <a:r>
            <a:rPr lang="uk-UA" b="0" i="0"/>
            <a:t>привід і причину загарбання Польщею Галичини.</a:t>
          </a:r>
          <a:endParaRPr lang="uk-UA"/>
        </a:p>
      </dgm:t>
    </dgm:pt>
    <dgm:pt modelId="{C06A98BB-8F49-47E9-897A-46548AFC3910}" type="parTrans" cxnId="{19AE840B-D3B9-4D5C-A58F-DBFE690985E4}">
      <dgm:prSet/>
      <dgm:spPr/>
      <dgm:t>
        <a:bodyPr/>
        <a:lstStyle/>
        <a:p>
          <a:endParaRPr lang="uk-UA"/>
        </a:p>
      </dgm:t>
    </dgm:pt>
    <dgm:pt modelId="{C0FCD793-32A4-4ADB-A950-BE73244BEC73}" type="sibTrans" cxnId="{19AE840B-D3B9-4D5C-A58F-DBFE690985E4}">
      <dgm:prSet/>
      <dgm:spPr/>
      <dgm:t>
        <a:bodyPr/>
        <a:lstStyle/>
        <a:p>
          <a:endParaRPr lang="uk-UA"/>
        </a:p>
      </dgm:t>
    </dgm:pt>
    <dgm:pt modelId="{787C336C-414A-45C9-B266-6FCBFEF67976}">
      <dgm:prSet/>
      <dgm:spPr/>
      <dgm:t>
        <a:bodyPr/>
        <a:lstStyle/>
        <a:p>
          <a:r>
            <a:rPr lang="uk-UA" b="0" i="0"/>
            <a:t>масштаби та наслідки нападу Польщі на Галичину.</a:t>
          </a:r>
          <a:endParaRPr lang="uk-UA"/>
        </a:p>
      </dgm:t>
    </dgm:pt>
    <dgm:pt modelId="{F174C36B-5687-4196-AADB-4F2512F2B28A}" type="parTrans" cxnId="{F14D2687-A750-4F4B-94E4-5BD210902173}">
      <dgm:prSet/>
      <dgm:spPr/>
      <dgm:t>
        <a:bodyPr/>
        <a:lstStyle/>
        <a:p>
          <a:endParaRPr lang="uk-UA"/>
        </a:p>
      </dgm:t>
    </dgm:pt>
    <dgm:pt modelId="{C890B8D6-13E1-4274-B1E1-7F5030804005}" type="sibTrans" cxnId="{F14D2687-A750-4F4B-94E4-5BD210902173}">
      <dgm:prSet/>
      <dgm:spPr/>
      <dgm:t>
        <a:bodyPr/>
        <a:lstStyle/>
        <a:p>
          <a:endParaRPr lang="uk-UA"/>
        </a:p>
      </dgm:t>
    </dgm:pt>
    <dgm:pt modelId="{596640C0-380A-44E2-B992-94B0BF3FE1D0}">
      <dgm:prSet/>
      <dgm:spPr/>
      <dgm:t>
        <a:bodyPr/>
        <a:lstStyle/>
        <a:p>
          <a:r>
            <a:rPr lang="uk-UA" b="0" i="0" dirty="0"/>
            <a:t>перебіг агресивних дій і реакцію населення Галичини.</a:t>
          </a:r>
          <a:endParaRPr lang="uk-UA" dirty="0"/>
        </a:p>
      </dgm:t>
    </dgm:pt>
    <dgm:pt modelId="{BAE8B214-8346-400B-B224-5EDF632E3191}" type="parTrans" cxnId="{3490FB3F-04B6-439A-B216-85298F4616E8}">
      <dgm:prSet/>
      <dgm:spPr/>
      <dgm:t>
        <a:bodyPr/>
        <a:lstStyle/>
        <a:p>
          <a:endParaRPr lang="uk-UA"/>
        </a:p>
      </dgm:t>
    </dgm:pt>
    <dgm:pt modelId="{B03BC7AE-D09D-4D7A-A4F0-E0B053350732}" type="sibTrans" cxnId="{3490FB3F-04B6-439A-B216-85298F4616E8}">
      <dgm:prSet/>
      <dgm:spPr/>
      <dgm:t>
        <a:bodyPr/>
        <a:lstStyle/>
        <a:p>
          <a:endParaRPr lang="uk-UA"/>
        </a:p>
      </dgm:t>
    </dgm:pt>
    <dgm:pt modelId="{97D44463-46DC-4039-BCB7-AD495DF37864}" type="pres">
      <dgm:prSet presAssocID="{84514494-6BFF-480C-B2BD-7F8A05AE538B}" presName="linear" presStyleCnt="0">
        <dgm:presLayoutVars>
          <dgm:animLvl val="lvl"/>
          <dgm:resizeHandles val="exact"/>
        </dgm:presLayoutVars>
      </dgm:prSet>
      <dgm:spPr/>
    </dgm:pt>
    <dgm:pt modelId="{17367662-0853-432B-B4DB-808B5B6A0DBC}" type="pres">
      <dgm:prSet presAssocID="{F3FA2100-0C59-4801-8ECE-E0AC23B82F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0D492E-A4D0-4BA7-8162-CDDFAEAA1D2C}" type="pres">
      <dgm:prSet presAssocID="{275729FD-9CB0-4710-8041-12FF7392D8CD}" presName="spacer" presStyleCnt="0"/>
      <dgm:spPr/>
    </dgm:pt>
    <dgm:pt modelId="{BC17B6CB-D110-45C6-99E4-C61EEA3964FC}" type="pres">
      <dgm:prSet presAssocID="{5C3A93C9-06CB-436F-830A-C640FCD7B4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4BBE02-9ED4-45AF-A54A-1CBF2726F22C}" type="pres">
      <dgm:prSet presAssocID="{C0FCD793-32A4-4ADB-A950-BE73244BEC73}" presName="spacer" presStyleCnt="0"/>
      <dgm:spPr/>
    </dgm:pt>
    <dgm:pt modelId="{1DD13A77-E536-48C8-9930-AD2ACE5D9143}" type="pres">
      <dgm:prSet presAssocID="{787C336C-414A-45C9-B266-6FCBFEF679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622F21-B775-4C71-8C44-65FD067D0413}" type="pres">
      <dgm:prSet presAssocID="{C890B8D6-13E1-4274-B1E1-7F5030804005}" presName="spacer" presStyleCnt="0"/>
      <dgm:spPr/>
    </dgm:pt>
    <dgm:pt modelId="{5E6D3C03-6CB4-43EF-99C9-2C2C4F717C0C}" type="pres">
      <dgm:prSet presAssocID="{596640C0-380A-44E2-B992-94B0BF3FE1D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AE840B-D3B9-4D5C-A58F-DBFE690985E4}" srcId="{84514494-6BFF-480C-B2BD-7F8A05AE538B}" destId="{5C3A93C9-06CB-436F-830A-C640FCD7B415}" srcOrd="1" destOrd="0" parTransId="{C06A98BB-8F49-47E9-897A-46548AFC3910}" sibTransId="{C0FCD793-32A4-4ADB-A950-BE73244BEC73}"/>
    <dgm:cxn modelId="{3869EA10-F384-40A5-B994-4109CFE2DC2B}" type="presOf" srcId="{5C3A93C9-06CB-436F-830A-C640FCD7B415}" destId="{BC17B6CB-D110-45C6-99E4-C61EEA3964FC}" srcOrd="0" destOrd="0" presId="urn:microsoft.com/office/officeart/2005/8/layout/vList2"/>
    <dgm:cxn modelId="{3490FB3F-04B6-439A-B216-85298F4616E8}" srcId="{84514494-6BFF-480C-B2BD-7F8A05AE538B}" destId="{596640C0-380A-44E2-B992-94B0BF3FE1D0}" srcOrd="3" destOrd="0" parTransId="{BAE8B214-8346-400B-B224-5EDF632E3191}" sibTransId="{B03BC7AE-D09D-4D7A-A4F0-E0B053350732}"/>
    <dgm:cxn modelId="{751DB456-40A8-4646-9598-9E61AA554129}" type="presOf" srcId="{596640C0-380A-44E2-B992-94B0BF3FE1D0}" destId="{5E6D3C03-6CB4-43EF-99C9-2C2C4F717C0C}" srcOrd="0" destOrd="0" presId="urn:microsoft.com/office/officeart/2005/8/layout/vList2"/>
    <dgm:cxn modelId="{BD86B87B-FABD-42E6-82C8-E477B40CEE00}" type="presOf" srcId="{84514494-6BFF-480C-B2BD-7F8A05AE538B}" destId="{97D44463-46DC-4039-BCB7-AD495DF37864}" srcOrd="0" destOrd="0" presId="urn:microsoft.com/office/officeart/2005/8/layout/vList2"/>
    <dgm:cxn modelId="{F14D2687-A750-4F4B-94E4-5BD210902173}" srcId="{84514494-6BFF-480C-B2BD-7F8A05AE538B}" destId="{787C336C-414A-45C9-B266-6FCBFEF67976}" srcOrd="2" destOrd="0" parTransId="{F174C36B-5687-4196-AADB-4F2512F2B28A}" sibTransId="{C890B8D6-13E1-4274-B1E1-7F5030804005}"/>
    <dgm:cxn modelId="{62BF27B0-55A8-4567-B5F8-FBC75D490E86}" srcId="{84514494-6BFF-480C-B2BD-7F8A05AE538B}" destId="{F3FA2100-0C59-4801-8ECE-E0AC23B82F3B}" srcOrd="0" destOrd="0" parTransId="{C092391D-CFCD-4373-B00B-AB1AC3E23A3B}" sibTransId="{275729FD-9CB0-4710-8041-12FF7392D8CD}"/>
    <dgm:cxn modelId="{CB151DBA-7FE1-4EF1-83CF-46A01A34CE1B}" type="presOf" srcId="{787C336C-414A-45C9-B266-6FCBFEF67976}" destId="{1DD13A77-E536-48C8-9930-AD2ACE5D9143}" srcOrd="0" destOrd="0" presId="urn:microsoft.com/office/officeart/2005/8/layout/vList2"/>
    <dgm:cxn modelId="{F5791BCA-2C6A-4551-B781-7EDE1AD57642}" type="presOf" srcId="{F3FA2100-0C59-4801-8ECE-E0AC23B82F3B}" destId="{17367662-0853-432B-B4DB-808B5B6A0DBC}" srcOrd="0" destOrd="0" presId="urn:microsoft.com/office/officeart/2005/8/layout/vList2"/>
    <dgm:cxn modelId="{E2FDE5E2-DC31-4227-A049-F074F93E04A0}" type="presParOf" srcId="{97D44463-46DC-4039-BCB7-AD495DF37864}" destId="{17367662-0853-432B-B4DB-808B5B6A0DBC}" srcOrd="0" destOrd="0" presId="urn:microsoft.com/office/officeart/2005/8/layout/vList2"/>
    <dgm:cxn modelId="{B33C7410-6933-4A49-9D80-3FCF196AA7A7}" type="presParOf" srcId="{97D44463-46DC-4039-BCB7-AD495DF37864}" destId="{940D492E-A4D0-4BA7-8162-CDDFAEAA1D2C}" srcOrd="1" destOrd="0" presId="urn:microsoft.com/office/officeart/2005/8/layout/vList2"/>
    <dgm:cxn modelId="{8C3513AC-0A36-4DEF-BCCD-CDF04F0C67C6}" type="presParOf" srcId="{97D44463-46DC-4039-BCB7-AD495DF37864}" destId="{BC17B6CB-D110-45C6-99E4-C61EEA3964FC}" srcOrd="2" destOrd="0" presId="urn:microsoft.com/office/officeart/2005/8/layout/vList2"/>
    <dgm:cxn modelId="{5A0D4A4E-87A5-49C2-BDA9-DC29DE9A8E36}" type="presParOf" srcId="{97D44463-46DC-4039-BCB7-AD495DF37864}" destId="{C44BBE02-9ED4-45AF-A54A-1CBF2726F22C}" srcOrd="3" destOrd="0" presId="urn:microsoft.com/office/officeart/2005/8/layout/vList2"/>
    <dgm:cxn modelId="{C7E5FEBC-B6C5-4419-B2F3-C8408CD383BD}" type="presParOf" srcId="{97D44463-46DC-4039-BCB7-AD495DF37864}" destId="{1DD13A77-E536-48C8-9930-AD2ACE5D9143}" srcOrd="4" destOrd="0" presId="urn:microsoft.com/office/officeart/2005/8/layout/vList2"/>
    <dgm:cxn modelId="{04589189-89CC-4357-AF25-45DDB1E6E1F9}" type="presParOf" srcId="{97D44463-46DC-4039-BCB7-AD495DF37864}" destId="{2C622F21-B775-4C71-8C44-65FD067D0413}" srcOrd="5" destOrd="0" presId="urn:microsoft.com/office/officeart/2005/8/layout/vList2"/>
    <dgm:cxn modelId="{A023E94E-737C-4CB4-8D41-92B201785A93}" type="presParOf" srcId="{97D44463-46DC-4039-BCB7-AD495DF37864}" destId="{5E6D3C03-6CB4-43EF-99C9-2C2C4F717C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413873AC-E14E-491A-B6C9-26CC405D659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A1C134-D186-4A3E-90EF-BC4730982627}">
      <dgm:prSet/>
      <dgm:spPr/>
      <dgm:t>
        <a:bodyPr/>
        <a:lstStyle/>
        <a:p>
          <a:r>
            <a:rPr lang="ru-RU" b="0" i="0"/>
            <a:t>«Києво-Печерський патерик».</a:t>
          </a:r>
          <a:endParaRPr lang="uk-UA"/>
        </a:p>
      </dgm:t>
    </dgm:pt>
    <dgm:pt modelId="{36DFC48C-6251-47C9-A91F-78C831A4C107}" type="parTrans" cxnId="{A46FC581-3BEE-49F1-8357-05167F739FFD}">
      <dgm:prSet/>
      <dgm:spPr/>
      <dgm:t>
        <a:bodyPr/>
        <a:lstStyle/>
        <a:p>
          <a:endParaRPr lang="uk-UA"/>
        </a:p>
      </dgm:t>
    </dgm:pt>
    <dgm:pt modelId="{09514394-1857-40D8-949D-D736CD6A8885}" type="sibTrans" cxnId="{A46FC581-3BEE-49F1-8357-05167F739FFD}">
      <dgm:prSet/>
      <dgm:spPr/>
      <dgm:t>
        <a:bodyPr/>
        <a:lstStyle/>
        <a:p>
          <a:endParaRPr lang="uk-UA"/>
        </a:p>
      </dgm:t>
    </dgm:pt>
    <dgm:pt modelId="{2DF5DE69-64C7-42EF-A93D-22E3C4238A11}">
      <dgm:prSet/>
      <dgm:spPr/>
      <dgm:t>
        <a:bodyPr/>
        <a:lstStyle/>
        <a:p>
          <a:r>
            <a:rPr lang="ru-RU" b="0" i="0"/>
            <a:t>«Остромирове Євангеліє».</a:t>
          </a:r>
          <a:endParaRPr lang="uk-UA"/>
        </a:p>
      </dgm:t>
    </dgm:pt>
    <dgm:pt modelId="{594CC205-9D3F-47F3-879C-0E687C529176}" type="parTrans" cxnId="{BCE306B1-4D3C-4B69-B3F0-288504A148BC}">
      <dgm:prSet/>
      <dgm:spPr/>
      <dgm:t>
        <a:bodyPr/>
        <a:lstStyle/>
        <a:p>
          <a:endParaRPr lang="uk-UA"/>
        </a:p>
      </dgm:t>
    </dgm:pt>
    <dgm:pt modelId="{E8B31B38-581E-4669-BE97-5A79D1109249}" type="sibTrans" cxnId="{BCE306B1-4D3C-4B69-B3F0-288504A148BC}">
      <dgm:prSet/>
      <dgm:spPr/>
      <dgm:t>
        <a:bodyPr/>
        <a:lstStyle/>
        <a:p>
          <a:endParaRPr lang="uk-UA"/>
        </a:p>
      </dgm:t>
    </dgm:pt>
    <dgm:pt modelId="{C5B87E4C-D80A-4178-9221-789B73FCA0C7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».</a:t>
          </a:r>
          <a:endParaRPr lang="uk-UA" dirty="0"/>
        </a:p>
      </dgm:t>
    </dgm:pt>
    <dgm:pt modelId="{897CC6A6-CDFB-4C44-A1F3-29E530C7449F}" type="parTrans" cxnId="{6F9132EA-B14A-4AF9-BDE4-E50C7E4ECE67}">
      <dgm:prSet/>
      <dgm:spPr/>
      <dgm:t>
        <a:bodyPr/>
        <a:lstStyle/>
        <a:p>
          <a:endParaRPr lang="uk-UA"/>
        </a:p>
      </dgm:t>
    </dgm:pt>
    <dgm:pt modelId="{9876B03A-4467-4008-8917-ADECECCD97C0}" type="sibTrans" cxnId="{6F9132EA-B14A-4AF9-BDE4-E50C7E4ECE67}">
      <dgm:prSet/>
      <dgm:spPr/>
      <dgm:t>
        <a:bodyPr/>
        <a:lstStyle/>
        <a:p>
          <a:endParaRPr lang="uk-UA"/>
        </a:p>
      </dgm:t>
    </dgm:pt>
    <dgm:pt modelId="{3A82DAEA-2D7B-4876-A6CD-3263DD1BA159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Повість</a:t>
          </a:r>
          <a:r>
            <a:rPr lang="ru-RU" b="0" i="0" dirty="0"/>
            <a:t> </a:t>
          </a:r>
          <a:r>
            <a:rPr lang="ru-RU" b="0" i="0" dirty="0" err="1"/>
            <a:t>минулих</a:t>
          </a:r>
          <a:r>
            <a:rPr lang="ru-RU" b="0" i="0" dirty="0"/>
            <a:t> </a:t>
          </a:r>
          <a:r>
            <a:rPr lang="ru-RU" b="0" i="0" dirty="0" err="1"/>
            <a:t>літ</a:t>
          </a:r>
          <a:r>
            <a:rPr lang="ru-RU" b="0" i="0" dirty="0"/>
            <a:t>».</a:t>
          </a:r>
          <a:endParaRPr lang="uk-UA" dirty="0"/>
        </a:p>
      </dgm:t>
    </dgm:pt>
    <dgm:pt modelId="{1DE75E96-F29D-4155-81B8-6F05F620C68F}" type="parTrans" cxnId="{F07B15F2-F0DF-4CD4-A388-907CFC49B5AE}">
      <dgm:prSet/>
      <dgm:spPr/>
      <dgm:t>
        <a:bodyPr/>
        <a:lstStyle/>
        <a:p>
          <a:endParaRPr lang="uk-UA"/>
        </a:p>
      </dgm:t>
    </dgm:pt>
    <dgm:pt modelId="{ACF6608D-F1F6-4325-883A-FEDAEBFCE5D0}" type="sibTrans" cxnId="{F07B15F2-F0DF-4CD4-A388-907CFC49B5AE}">
      <dgm:prSet/>
      <dgm:spPr/>
      <dgm:t>
        <a:bodyPr/>
        <a:lstStyle/>
        <a:p>
          <a:endParaRPr lang="uk-UA"/>
        </a:p>
      </dgm:t>
    </dgm:pt>
    <dgm:pt modelId="{3C6FAEAF-8D44-43FC-B04E-F51E83A7E9C8}" type="pres">
      <dgm:prSet presAssocID="{413873AC-E14E-491A-B6C9-26CC405D659B}" presName="Name0" presStyleCnt="0">
        <dgm:presLayoutVars>
          <dgm:chMax val="7"/>
          <dgm:chPref val="7"/>
          <dgm:dir/>
        </dgm:presLayoutVars>
      </dgm:prSet>
      <dgm:spPr/>
    </dgm:pt>
    <dgm:pt modelId="{EE3F22AF-F6FC-40C3-8006-E698DD195B4C}" type="pres">
      <dgm:prSet presAssocID="{413873AC-E14E-491A-B6C9-26CC405D659B}" presName="Name1" presStyleCnt="0"/>
      <dgm:spPr/>
    </dgm:pt>
    <dgm:pt modelId="{F2028A5D-C1FD-4EE2-862B-E23E1A5722FE}" type="pres">
      <dgm:prSet presAssocID="{413873AC-E14E-491A-B6C9-26CC405D659B}" presName="cycle" presStyleCnt="0"/>
      <dgm:spPr/>
    </dgm:pt>
    <dgm:pt modelId="{A82D3DE3-2E34-4185-B82C-0B96B863F79B}" type="pres">
      <dgm:prSet presAssocID="{413873AC-E14E-491A-B6C9-26CC405D659B}" presName="srcNode" presStyleLbl="node1" presStyleIdx="0" presStyleCnt="4"/>
      <dgm:spPr/>
    </dgm:pt>
    <dgm:pt modelId="{513E9D41-E2A0-4C54-B359-60B8D05A3530}" type="pres">
      <dgm:prSet presAssocID="{413873AC-E14E-491A-B6C9-26CC405D659B}" presName="conn" presStyleLbl="parChTrans1D2" presStyleIdx="0" presStyleCnt="1"/>
      <dgm:spPr/>
    </dgm:pt>
    <dgm:pt modelId="{46108A5F-0061-4955-8B8B-F2C7BC8E783B}" type="pres">
      <dgm:prSet presAssocID="{413873AC-E14E-491A-B6C9-26CC405D659B}" presName="extraNode" presStyleLbl="node1" presStyleIdx="0" presStyleCnt="4"/>
      <dgm:spPr/>
    </dgm:pt>
    <dgm:pt modelId="{09599358-EC26-41B8-8CCA-00FB80D6A7DA}" type="pres">
      <dgm:prSet presAssocID="{413873AC-E14E-491A-B6C9-26CC405D659B}" presName="dstNode" presStyleLbl="node1" presStyleIdx="0" presStyleCnt="4"/>
      <dgm:spPr/>
    </dgm:pt>
    <dgm:pt modelId="{ABFA6836-C6F6-43F7-A8B2-6C45483A0AD4}" type="pres">
      <dgm:prSet presAssocID="{85A1C134-D186-4A3E-90EF-BC4730982627}" presName="text_1" presStyleLbl="node1" presStyleIdx="0" presStyleCnt="4">
        <dgm:presLayoutVars>
          <dgm:bulletEnabled val="1"/>
        </dgm:presLayoutVars>
      </dgm:prSet>
      <dgm:spPr/>
    </dgm:pt>
    <dgm:pt modelId="{312B0AD1-2D58-497F-B26C-24898E491A58}" type="pres">
      <dgm:prSet presAssocID="{85A1C134-D186-4A3E-90EF-BC4730982627}" presName="accent_1" presStyleCnt="0"/>
      <dgm:spPr/>
    </dgm:pt>
    <dgm:pt modelId="{0140B90C-ABCA-4DFB-926C-954D5885A943}" type="pres">
      <dgm:prSet presAssocID="{85A1C134-D186-4A3E-90EF-BC4730982627}" presName="accentRepeatNode" presStyleLbl="solidFgAcc1" presStyleIdx="0" presStyleCnt="4"/>
      <dgm:spPr/>
    </dgm:pt>
    <dgm:pt modelId="{AC9A5785-FDFB-42D5-BE56-B85D9537A730}" type="pres">
      <dgm:prSet presAssocID="{2DF5DE69-64C7-42EF-A93D-22E3C4238A11}" presName="text_2" presStyleLbl="node1" presStyleIdx="1" presStyleCnt="4">
        <dgm:presLayoutVars>
          <dgm:bulletEnabled val="1"/>
        </dgm:presLayoutVars>
      </dgm:prSet>
      <dgm:spPr/>
    </dgm:pt>
    <dgm:pt modelId="{6DB8D7F8-09B1-45B4-B58A-DD7FFA428D85}" type="pres">
      <dgm:prSet presAssocID="{2DF5DE69-64C7-42EF-A93D-22E3C4238A11}" presName="accent_2" presStyleCnt="0"/>
      <dgm:spPr/>
    </dgm:pt>
    <dgm:pt modelId="{563E4D19-A244-48F8-BA7D-91A28DD47B1C}" type="pres">
      <dgm:prSet presAssocID="{2DF5DE69-64C7-42EF-A93D-22E3C4238A11}" presName="accentRepeatNode" presStyleLbl="solidFgAcc1" presStyleIdx="1" presStyleCnt="4"/>
      <dgm:spPr/>
    </dgm:pt>
    <dgm:pt modelId="{D4CE1FD6-B934-4FB5-AD13-760988B336CF}" type="pres">
      <dgm:prSet presAssocID="{C5B87E4C-D80A-4178-9221-789B73FCA0C7}" presName="text_3" presStyleLbl="node1" presStyleIdx="2" presStyleCnt="4">
        <dgm:presLayoutVars>
          <dgm:bulletEnabled val="1"/>
        </dgm:presLayoutVars>
      </dgm:prSet>
      <dgm:spPr/>
    </dgm:pt>
    <dgm:pt modelId="{7F1B6A67-B551-4597-8534-1A0248C14209}" type="pres">
      <dgm:prSet presAssocID="{C5B87E4C-D80A-4178-9221-789B73FCA0C7}" presName="accent_3" presStyleCnt="0"/>
      <dgm:spPr/>
    </dgm:pt>
    <dgm:pt modelId="{8385BE91-4435-41C5-8E1D-B6A12B04855C}" type="pres">
      <dgm:prSet presAssocID="{C5B87E4C-D80A-4178-9221-789B73FCA0C7}" presName="accentRepeatNode" presStyleLbl="solidFgAcc1" presStyleIdx="2" presStyleCnt="4"/>
      <dgm:spPr/>
    </dgm:pt>
    <dgm:pt modelId="{6D412831-2154-430C-BB87-CCA5ED4CB943}" type="pres">
      <dgm:prSet presAssocID="{3A82DAEA-2D7B-4876-A6CD-3263DD1BA159}" presName="text_4" presStyleLbl="node1" presStyleIdx="3" presStyleCnt="4">
        <dgm:presLayoutVars>
          <dgm:bulletEnabled val="1"/>
        </dgm:presLayoutVars>
      </dgm:prSet>
      <dgm:spPr/>
    </dgm:pt>
    <dgm:pt modelId="{CCEA1FEC-9DDA-4C9D-994F-20D67B8B95BA}" type="pres">
      <dgm:prSet presAssocID="{3A82DAEA-2D7B-4876-A6CD-3263DD1BA159}" presName="accent_4" presStyleCnt="0"/>
      <dgm:spPr/>
    </dgm:pt>
    <dgm:pt modelId="{3E03964F-A067-427C-825D-0872A0643ADB}" type="pres">
      <dgm:prSet presAssocID="{3A82DAEA-2D7B-4876-A6CD-3263DD1BA159}" presName="accentRepeatNode" presStyleLbl="solidFgAcc1" presStyleIdx="3" presStyleCnt="4"/>
      <dgm:spPr/>
    </dgm:pt>
  </dgm:ptLst>
  <dgm:cxnLst>
    <dgm:cxn modelId="{2237EF06-03AD-4356-8DE9-143F40ED97C7}" type="presOf" srcId="{3A82DAEA-2D7B-4876-A6CD-3263DD1BA159}" destId="{6D412831-2154-430C-BB87-CCA5ED4CB943}" srcOrd="0" destOrd="0" presId="urn:microsoft.com/office/officeart/2008/layout/VerticalCurvedList"/>
    <dgm:cxn modelId="{D75AC719-5A6C-4565-ADBA-A0FC8D72B299}" type="presOf" srcId="{C5B87E4C-D80A-4178-9221-789B73FCA0C7}" destId="{D4CE1FD6-B934-4FB5-AD13-760988B336CF}" srcOrd="0" destOrd="0" presId="urn:microsoft.com/office/officeart/2008/layout/VerticalCurvedList"/>
    <dgm:cxn modelId="{681A1123-9BC3-4099-BA78-D9FEFE9B31AE}" type="presOf" srcId="{2DF5DE69-64C7-42EF-A93D-22E3C4238A11}" destId="{AC9A5785-FDFB-42D5-BE56-B85D9537A730}" srcOrd="0" destOrd="0" presId="urn:microsoft.com/office/officeart/2008/layout/VerticalCurvedList"/>
    <dgm:cxn modelId="{01413655-F2D7-4454-BB3C-93520192C4DC}" type="presOf" srcId="{85A1C134-D186-4A3E-90EF-BC4730982627}" destId="{ABFA6836-C6F6-43F7-A8B2-6C45483A0AD4}" srcOrd="0" destOrd="0" presId="urn:microsoft.com/office/officeart/2008/layout/VerticalCurvedList"/>
    <dgm:cxn modelId="{A46FC581-3BEE-49F1-8357-05167F739FFD}" srcId="{413873AC-E14E-491A-B6C9-26CC405D659B}" destId="{85A1C134-D186-4A3E-90EF-BC4730982627}" srcOrd="0" destOrd="0" parTransId="{36DFC48C-6251-47C9-A91F-78C831A4C107}" sibTransId="{09514394-1857-40D8-949D-D736CD6A8885}"/>
    <dgm:cxn modelId="{0FBA4E83-D600-49BF-A302-9136F863777A}" type="presOf" srcId="{09514394-1857-40D8-949D-D736CD6A8885}" destId="{513E9D41-E2A0-4C54-B359-60B8D05A3530}" srcOrd="0" destOrd="0" presId="urn:microsoft.com/office/officeart/2008/layout/VerticalCurvedList"/>
    <dgm:cxn modelId="{BCE306B1-4D3C-4B69-B3F0-288504A148BC}" srcId="{413873AC-E14E-491A-B6C9-26CC405D659B}" destId="{2DF5DE69-64C7-42EF-A93D-22E3C4238A11}" srcOrd="1" destOrd="0" parTransId="{594CC205-9D3F-47F3-879C-0E687C529176}" sibTransId="{E8B31B38-581E-4669-BE97-5A79D1109249}"/>
    <dgm:cxn modelId="{6F9132EA-B14A-4AF9-BDE4-E50C7E4ECE67}" srcId="{413873AC-E14E-491A-B6C9-26CC405D659B}" destId="{C5B87E4C-D80A-4178-9221-789B73FCA0C7}" srcOrd="2" destOrd="0" parTransId="{897CC6A6-CDFB-4C44-A1F3-29E530C7449F}" sibTransId="{9876B03A-4467-4008-8917-ADECECCD97C0}"/>
    <dgm:cxn modelId="{D9658DED-9878-4103-8B21-0E6142BAA41F}" type="presOf" srcId="{413873AC-E14E-491A-B6C9-26CC405D659B}" destId="{3C6FAEAF-8D44-43FC-B04E-F51E83A7E9C8}" srcOrd="0" destOrd="0" presId="urn:microsoft.com/office/officeart/2008/layout/VerticalCurvedList"/>
    <dgm:cxn modelId="{F07B15F2-F0DF-4CD4-A388-907CFC49B5AE}" srcId="{413873AC-E14E-491A-B6C9-26CC405D659B}" destId="{3A82DAEA-2D7B-4876-A6CD-3263DD1BA159}" srcOrd="3" destOrd="0" parTransId="{1DE75E96-F29D-4155-81B8-6F05F620C68F}" sibTransId="{ACF6608D-F1F6-4325-883A-FEDAEBFCE5D0}"/>
    <dgm:cxn modelId="{ED7AAFB2-01AD-4F53-A33D-7E6A116D765D}" type="presParOf" srcId="{3C6FAEAF-8D44-43FC-B04E-F51E83A7E9C8}" destId="{EE3F22AF-F6FC-40C3-8006-E698DD195B4C}" srcOrd="0" destOrd="0" presId="urn:microsoft.com/office/officeart/2008/layout/VerticalCurvedList"/>
    <dgm:cxn modelId="{0A7C7C0D-B496-4257-9542-FF7817799B3A}" type="presParOf" srcId="{EE3F22AF-F6FC-40C3-8006-E698DD195B4C}" destId="{F2028A5D-C1FD-4EE2-862B-E23E1A5722FE}" srcOrd="0" destOrd="0" presId="urn:microsoft.com/office/officeart/2008/layout/VerticalCurvedList"/>
    <dgm:cxn modelId="{312CAADD-4191-414F-8CD5-1B8470199B9F}" type="presParOf" srcId="{F2028A5D-C1FD-4EE2-862B-E23E1A5722FE}" destId="{A82D3DE3-2E34-4185-B82C-0B96B863F79B}" srcOrd="0" destOrd="0" presId="urn:microsoft.com/office/officeart/2008/layout/VerticalCurvedList"/>
    <dgm:cxn modelId="{489AB7E3-9FBC-4A27-BDE3-EAFD27BBBBF3}" type="presParOf" srcId="{F2028A5D-C1FD-4EE2-862B-E23E1A5722FE}" destId="{513E9D41-E2A0-4C54-B359-60B8D05A3530}" srcOrd="1" destOrd="0" presId="urn:microsoft.com/office/officeart/2008/layout/VerticalCurvedList"/>
    <dgm:cxn modelId="{283E7750-C958-4B74-92B8-424AF1C145E4}" type="presParOf" srcId="{F2028A5D-C1FD-4EE2-862B-E23E1A5722FE}" destId="{46108A5F-0061-4955-8B8B-F2C7BC8E783B}" srcOrd="2" destOrd="0" presId="urn:microsoft.com/office/officeart/2008/layout/VerticalCurvedList"/>
    <dgm:cxn modelId="{B8FACA36-92EF-4281-9964-A9EDD1ECC0AD}" type="presParOf" srcId="{F2028A5D-C1FD-4EE2-862B-E23E1A5722FE}" destId="{09599358-EC26-41B8-8CCA-00FB80D6A7DA}" srcOrd="3" destOrd="0" presId="urn:microsoft.com/office/officeart/2008/layout/VerticalCurvedList"/>
    <dgm:cxn modelId="{90E6412A-E3EC-479E-8A56-D6E69D7B0380}" type="presParOf" srcId="{EE3F22AF-F6FC-40C3-8006-E698DD195B4C}" destId="{ABFA6836-C6F6-43F7-A8B2-6C45483A0AD4}" srcOrd="1" destOrd="0" presId="urn:microsoft.com/office/officeart/2008/layout/VerticalCurvedList"/>
    <dgm:cxn modelId="{17168D14-BED5-4064-974D-DF2BA1C2E2F4}" type="presParOf" srcId="{EE3F22AF-F6FC-40C3-8006-E698DD195B4C}" destId="{312B0AD1-2D58-497F-B26C-24898E491A58}" srcOrd="2" destOrd="0" presId="urn:microsoft.com/office/officeart/2008/layout/VerticalCurvedList"/>
    <dgm:cxn modelId="{9FEFF99E-05D6-48F8-B8B7-34B8D64D55A3}" type="presParOf" srcId="{312B0AD1-2D58-497F-B26C-24898E491A58}" destId="{0140B90C-ABCA-4DFB-926C-954D5885A943}" srcOrd="0" destOrd="0" presId="urn:microsoft.com/office/officeart/2008/layout/VerticalCurvedList"/>
    <dgm:cxn modelId="{EF4F1B14-3C48-41C5-A74C-35AB0C1C5402}" type="presParOf" srcId="{EE3F22AF-F6FC-40C3-8006-E698DD195B4C}" destId="{AC9A5785-FDFB-42D5-BE56-B85D9537A730}" srcOrd="3" destOrd="0" presId="urn:microsoft.com/office/officeart/2008/layout/VerticalCurvedList"/>
    <dgm:cxn modelId="{998E6B80-6AF3-44CD-8393-FC3BDBD67405}" type="presParOf" srcId="{EE3F22AF-F6FC-40C3-8006-E698DD195B4C}" destId="{6DB8D7F8-09B1-45B4-B58A-DD7FFA428D85}" srcOrd="4" destOrd="0" presId="urn:microsoft.com/office/officeart/2008/layout/VerticalCurvedList"/>
    <dgm:cxn modelId="{0C1AF72D-1D7A-45CA-ADC7-F1D82EC40D61}" type="presParOf" srcId="{6DB8D7F8-09B1-45B4-B58A-DD7FFA428D85}" destId="{563E4D19-A244-48F8-BA7D-91A28DD47B1C}" srcOrd="0" destOrd="0" presId="urn:microsoft.com/office/officeart/2008/layout/VerticalCurvedList"/>
    <dgm:cxn modelId="{02744BA3-9003-449F-8D4B-E84B2064E6E4}" type="presParOf" srcId="{EE3F22AF-F6FC-40C3-8006-E698DD195B4C}" destId="{D4CE1FD6-B934-4FB5-AD13-760988B336CF}" srcOrd="5" destOrd="0" presId="urn:microsoft.com/office/officeart/2008/layout/VerticalCurvedList"/>
    <dgm:cxn modelId="{6D4922BD-F7FE-497F-8ABB-BEE70F28E7FE}" type="presParOf" srcId="{EE3F22AF-F6FC-40C3-8006-E698DD195B4C}" destId="{7F1B6A67-B551-4597-8534-1A0248C14209}" srcOrd="6" destOrd="0" presId="urn:microsoft.com/office/officeart/2008/layout/VerticalCurvedList"/>
    <dgm:cxn modelId="{C1A14B4F-28A6-4637-8F54-4090F2655B25}" type="presParOf" srcId="{7F1B6A67-B551-4597-8534-1A0248C14209}" destId="{8385BE91-4435-41C5-8E1D-B6A12B04855C}" srcOrd="0" destOrd="0" presId="urn:microsoft.com/office/officeart/2008/layout/VerticalCurvedList"/>
    <dgm:cxn modelId="{E3DBCF2B-6EEA-4CB2-98AB-F0ED091B9FD0}" type="presParOf" srcId="{EE3F22AF-F6FC-40C3-8006-E698DD195B4C}" destId="{6D412831-2154-430C-BB87-CCA5ED4CB943}" srcOrd="7" destOrd="0" presId="urn:microsoft.com/office/officeart/2008/layout/VerticalCurvedList"/>
    <dgm:cxn modelId="{3DE76B89-56AC-4873-A6F3-F7335C3932DD}" type="presParOf" srcId="{EE3F22AF-F6FC-40C3-8006-E698DD195B4C}" destId="{CCEA1FEC-9DDA-4C9D-994F-20D67B8B95BA}" srcOrd="8" destOrd="0" presId="urn:microsoft.com/office/officeart/2008/layout/VerticalCurvedList"/>
    <dgm:cxn modelId="{428634E1-1F03-436F-B24B-F200FEC95B44}" type="presParOf" srcId="{CCEA1FEC-9DDA-4C9D-994F-20D67B8B95BA}" destId="{3E03964F-A067-427C-825D-0872A0643AD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A8ABDBAE-A216-4DFE-9772-A1A1580A280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ABF3F4-4336-44AD-8C21-C9B833FFADF0}">
      <dgm:prSet/>
      <dgm:spPr/>
      <dgm:t>
        <a:bodyPr/>
        <a:lstStyle/>
        <a:p>
          <a:r>
            <a:rPr lang="ru-RU" b="0" i="0" dirty="0"/>
            <a:t>Ярослава </a:t>
          </a:r>
          <a:r>
            <a:rPr lang="ru-RU" b="0" i="0" dirty="0" err="1"/>
            <a:t>Осмомисла</a:t>
          </a:r>
          <a:r>
            <a:rPr lang="ru-RU" b="0" i="0" dirty="0"/>
            <a:t>.</a:t>
          </a:r>
          <a:endParaRPr lang="uk-UA" dirty="0"/>
        </a:p>
      </dgm:t>
    </dgm:pt>
    <dgm:pt modelId="{2D822BC9-1CED-465A-934D-EAEFAB034F0B}" type="parTrans" cxnId="{BE711D74-0DE8-4B95-95DF-EE8CB31E0652}">
      <dgm:prSet/>
      <dgm:spPr/>
      <dgm:t>
        <a:bodyPr/>
        <a:lstStyle/>
        <a:p>
          <a:endParaRPr lang="uk-UA"/>
        </a:p>
      </dgm:t>
    </dgm:pt>
    <dgm:pt modelId="{DF332063-6249-4D24-95F9-5C8415AE7BD8}" type="sibTrans" cxnId="{BE711D74-0DE8-4B95-95DF-EE8CB31E0652}">
      <dgm:prSet/>
      <dgm:spPr/>
      <dgm:t>
        <a:bodyPr/>
        <a:lstStyle/>
        <a:p>
          <a:endParaRPr lang="uk-UA"/>
        </a:p>
      </dgm:t>
    </dgm:pt>
    <dgm:pt modelId="{7413AE3C-1DC7-4D52-BE2B-5D187357A501}">
      <dgm:prSet/>
      <dgm:spPr/>
      <dgm:t>
        <a:bodyPr/>
        <a:lstStyle/>
        <a:p>
          <a:r>
            <a:rPr lang="ru-RU" b="0" i="0"/>
            <a:t>Романа Мстиславовича.</a:t>
          </a:r>
          <a:endParaRPr lang="uk-UA"/>
        </a:p>
      </dgm:t>
    </dgm:pt>
    <dgm:pt modelId="{9A43DC53-65AF-497E-8A6E-BFEBE79055AC}" type="parTrans" cxnId="{4A9ECDD1-1B7C-4E73-A01C-DA6C08CA27D2}">
      <dgm:prSet/>
      <dgm:spPr/>
      <dgm:t>
        <a:bodyPr/>
        <a:lstStyle/>
        <a:p>
          <a:endParaRPr lang="uk-UA"/>
        </a:p>
      </dgm:t>
    </dgm:pt>
    <dgm:pt modelId="{401164FD-54B3-4CAB-9A63-707372E8C9BB}" type="sibTrans" cxnId="{4A9ECDD1-1B7C-4E73-A01C-DA6C08CA27D2}">
      <dgm:prSet/>
      <dgm:spPr/>
      <dgm:t>
        <a:bodyPr/>
        <a:lstStyle/>
        <a:p>
          <a:endParaRPr lang="uk-UA"/>
        </a:p>
      </dgm:t>
    </dgm:pt>
    <dgm:pt modelId="{7A9B2989-CAAA-4155-B35A-B7C998D01A77}">
      <dgm:prSet/>
      <dgm:spPr/>
      <dgm:t>
        <a:bodyPr/>
        <a:lstStyle/>
        <a:p>
          <a:r>
            <a:rPr lang="ru-RU" b="0" i="0" dirty="0"/>
            <a:t>Лева Даниловича.</a:t>
          </a:r>
          <a:endParaRPr lang="uk-UA" dirty="0"/>
        </a:p>
      </dgm:t>
    </dgm:pt>
    <dgm:pt modelId="{0A98AB11-6E5B-45A7-9FF4-BBC9A5C69BCF}" type="parTrans" cxnId="{351BAA84-89E4-424C-BAB4-CC9EE5C69C5E}">
      <dgm:prSet/>
      <dgm:spPr/>
      <dgm:t>
        <a:bodyPr/>
        <a:lstStyle/>
        <a:p>
          <a:endParaRPr lang="uk-UA"/>
        </a:p>
      </dgm:t>
    </dgm:pt>
    <dgm:pt modelId="{8370513C-B85C-45E0-962C-79042697839B}" type="sibTrans" cxnId="{351BAA84-89E4-424C-BAB4-CC9EE5C69C5E}">
      <dgm:prSet/>
      <dgm:spPr/>
      <dgm:t>
        <a:bodyPr/>
        <a:lstStyle/>
        <a:p>
          <a:endParaRPr lang="uk-UA"/>
        </a:p>
      </dgm:t>
    </dgm:pt>
    <dgm:pt modelId="{F4FB5A59-EACB-465B-954A-F92E98FEF59F}">
      <dgm:prSet/>
      <dgm:spPr/>
      <dgm:t>
        <a:bodyPr/>
        <a:lstStyle/>
        <a:p>
          <a:r>
            <a:rPr lang="ru-RU" b="0" i="0" dirty="0" err="1"/>
            <a:t>Юрія</a:t>
          </a:r>
          <a:r>
            <a:rPr lang="ru-RU" b="0" i="0" dirty="0"/>
            <a:t> ІІ Болеслава</a:t>
          </a:r>
          <a:endParaRPr lang="uk-UA" dirty="0"/>
        </a:p>
      </dgm:t>
    </dgm:pt>
    <dgm:pt modelId="{ABCF384D-1482-40F4-96D5-30BA2475B496}" type="parTrans" cxnId="{03E9D2F7-C968-4A61-97B1-ABE8529CDB16}">
      <dgm:prSet/>
      <dgm:spPr/>
      <dgm:t>
        <a:bodyPr/>
        <a:lstStyle/>
        <a:p>
          <a:endParaRPr lang="uk-UA"/>
        </a:p>
      </dgm:t>
    </dgm:pt>
    <dgm:pt modelId="{D62C2D80-F7B5-4568-9290-8D00EC285BCD}" type="sibTrans" cxnId="{03E9D2F7-C968-4A61-97B1-ABE8529CDB16}">
      <dgm:prSet/>
      <dgm:spPr/>
      <dgm:t>
        <a:bodyPr/>
        <a:lstStyle/>
        <a:p>
          <a:endParaRPr lang="uk-UA"/>
        </a:p>
      </dgm:t>
    </dgm:pt>
    <dgm:pt modelId="{AF49E041-7B98-4928-9717-FFAF3BBA6D2E}" type="pres">
      <dgm:prSet presAssocID="{A8ABDBAE-A216-4DFE-9772-A1A1580A2807}" presName="Name0" presStyleCnt="0">
        <dgm:presLayoutVars>
          <dgm:chMax val="7"/>
          <dgm:chPref val="7"/>
          <dgm:dir/>
        </dgm:presLayoutVars>
      </dgm:prSet>
      <dgm:spPr/>
    </dgm:pt>
    <dgm:pt modelId="{65F20AF2-49B7-44E0-BEB8-043B654174F5}" type="pres">
      <dgm:prSet presAssocID="{A8ABDBAE-A216-4DFE-9772-A1A1580A2807}" presName="Name1" presStyleCnt="0"/>
      <dgm:spPr/>
    </dgm:pt>
    <dgm:pt modelId="{27FB37AF-94D2-4BFC-B8DF-E646D3AF08A9}" type="pres">
      <dgm:prSet presAssocID="{A8ABDBAE-A216-4DFE-9772-A1A1580A2807}" presName="cycle" presStyleCnt="0"/>
      <dgm:spPr/>
    </dgm:pt>
    <dgm:pt modelId="{01E19448-5AD6-46A3-A3A4-9F886B1D9F0F}" type="pres">
      <dgm:prSet presAssocID="{A8ABDBAE-A216-4DFE-9772-A1A1580A2807}" presName="srcNode" presStyleLbl="node1" presStyleIdx="0" presStyleCnt="4"/>
      <dgm:spPr/>
    </dgm:pt>
    <dgm:pt modelId="{ACFED5CA-1AF7-49F4-8609-951C4A16F200}" type="pres">
      <dgm:prSet presAssocID="{A8ABDBAE-A216-4DFE-9772-A1A1580A2807}" presName="conn" presStyleLbl="parChTrans1D2" presStyleIdx="0" presStyleCnt="1"/>
      <dgm:spPr/>
    </dgm:pt>
    <dgm:pt modelId="{594F1D94-2A58-40CE-BBFC-101714B07FD5}" type="pres">
      <dgm:prSet presAssocID="{A8ABDBAE-A216-4DFE-9772-A1A1580A2807}" presName="extraNode" presStyleLbl="node1" presStyleIdx="0" presStyleCnt="4"/>
      <dgm:spPr/>
    </dgm:pt>
    <dgm:pt modelId="{75C1B0D5-B53E-4D67-8305-D704252D1D6E}" type="pres">
      <dgm:prSet presAssocID="{A8ABDBAE-A216-4DFE-9772-A1A1580A2807}" presName="dstNode" presStyleLbl="node1" presStyleIdx="0" presStyleCnt="4"/>
      <dgm:spPr/>
    </dgm:pt>
    <dgm:pt modelId="{F42ECA33-F81B-4DD3-A052-4DA0C6487694}" type="pres">
      <dgm:prSet presAssocID="{B4ABF3F4-4336-44AD-8C21-C9B833FFADF0}" presName="text_1" presStyleLbl="node1" presStyleIdx="0" presStyleCnt="4">
        <dgm:presLayoutVars>
          <dgm:bulletEnabled val="1"/>
        </dgm:presLayoutVars>
      </dgm:prSet>
      <dgm:spPr/>
    </dgm:pt>
    <dgm:pt modelId="{A23DF7C2-292B-43FE-81AB-35C4605D606A}" type="pres">
      <dgm:prSet presAssocID="{B4ABF3F4-4336-44AD-8C21-C9B833FFADF0}" presName="accent_1" presStyleCnt="0"/>
      <dgm:spPr/>
    </dgm:pt>
    <dgm:pt modelId="{5C317349-E00B-493E-BAFC-FA9052BE8347}" type="pres">
      <dgm:prSet presAssocID="{B4ABF3F4-4336-44AD-8C21-C9B833FFADF0}" presName="accentRepeatNode" presStyleLbl="solidFgAcc1" presStyleIdx="0" presStyleCnt="4"/>
      <dgm:spPr/>
    </dgm:pt>
    <dgm:pt modelId="{779CE440-1AAA-4028-A4F6-3BE194CDD478}" type="pres">
      <dgm:prSet presAssocID="{7413AE3C-1DC7-4D52-BE2B-5D187357A501}" presName="text_2" presStyleLbl="node1" presStyleIdx="1" presStyleCnt="4">
        <dgm:presLayoutVars>
          <dgm:bulletEnabled val="1"/>
        </dgm:presLayoutVars>
      </dgm:prSet>
      <dgm:spPr/>
    </dgm:pt>
    <dgm:pt modelId="{7D85EAE8-4958-4406-8733-0F8BEE56A291}" type="pres">
      <dgm:prSet presAssocID="{7413AE3C-1DC7-4D52-BE2B-5D187357A501}" presName="accent_2" presStyleCnt="0"/>
      <dgm:spPr/>
    </dgm:pt>
    <dgm:pt modelId="{7648CBF5-16C0-4C81-93D7-ABA2854065A7}" type="pres">
      <dgm:prSet presAssocID="{7413AE3C-1DC7-4D52-BE2B-5D187357A501}" presName="accentRepeatNode" presStyleLbl="solidFgAcc1" presStyleIdx="1" presStyleCnt="4"/>
      <dgm:spPr/>
    </dgm:pt>
    <dgm:pt modelId="{85BB5DF9-653B-4CB5-BCC4-4451B644F2F4}" type="pres">
      <dgm:prSet presAssocID="{7A9B2989-CAAA-4155-B35A-B7C998D01A77}" presName="text_3" presStyleLbl="node1" presStyleIdx="2" presStyleCnt="4">
        <dgm:presLayoutVars>
          <dgm:bulletEnabled val="1"/>
        </dgm:presLayoutVars>
      </dgm:prSet>
      <dgm:spPr/>
    </dgm:pt>
    <dgm:pt modelId="{2D0446D0-E0EF-4D4F-8BBA-9E51EA68F984}" type="pres">
      <dgm:prSet presAssocID="{7A9B2989-CAAA-4155-B35A-B7C998D01A77}" presName="accent_3" presStyleCnt="0"/>
      <dgm:spPr/>
    </dgm:pt>
    <dgm:pt modelId="{7A80FE9F-0594-4B20-83FB-F44A91BA42F5}" type="pres">
      <dgm:prSet presAssocID="{7A9B2989-CAAA-4155-B35A-B7C998D01A77}" presName="accentRepeatNode" presStyleLbl="solidFgAcc1" presStyleIdx="2" presStyleCnt="4"/>
      <dgm:spPr/>
    </dgm:pt>
    <dgm:pt modelId="{25B3183C-1DF4-41C2-B2CB-AC45B79579BF}" type="pres">
      <dgm:prSet presAssocID="{F4FB5A59-EACB-465B-954A-F92E98FEF59F}" presName="text_4" presStyleLbl="node1" presStyleIdx="3" presStyleCnt="4">
        <dgm:presLayoutVars>
          <dgm:bulletEnabled val="1"/>
        </dgm:presLayoutVars>
      </dgm:prSet>
      <dgm:spPr/>
    </dgm:pt>
    <dgm:pt modelId="{7FF1FA53-8CF6-4861-BE97-B71993713ABE}" type="pres">
      <dgm:prSet presAssocID="{F4FB5A59-EACB-465B-954A-F92E98FEF59F}" presName="accent_4" presStyleCnt="0"/>
      <dgm:spPr/>
    </dgm:pt>
    <dgm:pt modelId="{072E7AB7-939C-48E3-84B8-6FFC9EC392F4}" type="pres">
      <dgm:prSet presAssocID="{F4FB5A59-EACB-465B-954A-F92E98FEF59F}" presName="accentRepeatNode" presStyleLbl="solidFgAcc1" presStyleIdx="3" presStyleCnt="4"/>
      <dgm:spPr/>
    </dgm:pt>
  </dgm:ptLst>
  <dgm:cxnLst>
    <dgm:cxn modelId="{12B8E00D-4C2F-4D57-9D3A-D156C108A556}" type="presOf" srcId="{A8ABDBAE-A216-4DFE-9772-A1A1580A2807}" destId="{AF49E041-7B98-4928-9717-FFAF3BBA6D2E}" srcOrd="0" destOrd="0" presId="urn:microsoft.com/office/officeart/2008/layout/VerticalCurvedList"/>
    <dgm:cxn modelId="{01016D36-5A51-4E25-B927-3D2A4DF15786}" type="presOf" srcId="{B4ABF3F4-4336-44AD-8C21-C9B833FFADF0}" destId="{F42ECA33-F81B-4DD3-A052-4DA0C6487694}" srcOrd="0" destOrd="0" presId="urn:microsoft.com/office/officeart/2008/layout/VerticalCurvedList"/>
    <dgm:cxn modelId="{BE711D74-0DE8-4B95-95DF-EE8CB31E0652}" srcId="{A8ABDBAE-A216-4DFE-9772-A1A1580A2807}" destId="{B4ABF3F4-4336-44AD-8C21-C9B833FFADF0}" srcOrd="0" destOrd="0" parTransId="{2D822BC9-1CED-465A-934D-EAEFAB034F0B}" sibTransId="{DF332063-6249-4D24-95F9-5C8415AE7BD8}"/>
    <dgm:cxn modelId="{C2F7CA7A-00EB-4CC8-9FED-A2C4FA5A375C}" type="presOf" srcId="{F4FB5A59-EACB-465B-954A-F92E98FEF59F}" destId="{25B3183C-1DF4-41C2-B2CB-AC45B79579BF}" srcOrd="0" destOrd="0" presId="urn:microsoft.com/office/officeart/2008/layout/VerticalCurvedList"/>
    <dgm:cxn modelId="{351BAA84-89E4-424C-BAB4-CC9EE5C69C5E}" srcId="{A8ABDBAE-A216-4DFE-9772-A1A1580A2807}" destId="{7A9B2989-CAAA-4155-B35A-B7C998D01A77}" srcOrd="2" destOrd="0" parTransId="{0A98AB11-6E5B-45A7-9FF4-BBC9A5C69BCF}" sibTransId="{8370513C-B85C-45E0-962C-79042697839B}"/>
    <dgm:cxn modelId="{B8A5F4BB-CAF4-45B4-97FC-F0815DDE1E07}" type="presOf" srcId="{7A9B2989-CAAA-4155-B35A-B7C998D01A77}" destId="{85BB5DF9-653B-4CB5-BCC4-4451B644F2F4}" srcOrd="0" destOrd="0" presId="urn:microsoft.com/office/officeart/2008/layout/VerticalCurvedList"/>
    <dgm:cxn modelId="{6C8EC0BC-13BE-4711-96BF-F90DB7B2E58A}" type="presOf" srcId="{DF332063-6249-4D24-95F9-5C8415AE7BD8}" destId="{ACFED5CA-1AF7-49F4-8609-951C4A16F200}" srcOrd="0" destOrd="0" presId="urn:microsoft.com/office/officeart/2008/layout/VerticalCurvedList"/>
    <dgm:cxn modelId="{4A9ECDD1-1B7C-4E73-A01C-DA6C08CA27D2}" srcId="{A8ABDBAE-A216-4DFE-9772-A1A1580A2807}" destId="{7413AE3C-1DC7-4D52-BE2B-5D187357A501}" srcOrd="1" destOrd="0" parTransId="{9A43DC53-65AF-497E-8A6E-BFEBE79055AC}" sibTransId="{401164FD-54B3-4CAB-9A63-707372E8C9BB}"/>
    <dgm:cxn modelId="{74BC0CE6-FF9D-41C0-A687-00FAEE533FF0}" type="presOf" srcId="{7413AE3C-1DC7-4D52-BE2B-5D187357A501}" destId="{779CE440-1AAA-4028-A4F6-3BE194CDD478}" srcOrd="0" destOrd="0" presId="urn:microsoft.com/office/officeart/2008/layout/VerticalCurvedList"/>
    <dgm:cxn modelId="{03E9D2F7-C968-4A61-97B1-ABE8529CDB16}" srcId="{A8ABDBAE-A216-4DFE-9772-A1A1580A2807}" destId="{F4FB5A59-EACB-465B-954A-F92E98FEF59F}" srcOrd="3" destOrd="0" parTransId="{ABCF384D-1482-40F4-96D5-30BA2475B496}" sibTransId="{D62C2D80-F7B5-4568-9290-8D00EC285BCD}"/>
    <dgm:cxn modelId="{D2E45398-5669-4A86-80EC-91DC1CEF1DE3}" type="presParOf" srcId="{AF49E041-7B98-4928-9717-FFAF3BBA6D2E}" destId="{65F20AF2-49B7-44E0-BEB8-043B654174F5}" srcOrd="0" destOrd="0" presId="urn:microsoft.com/office/officeart/2008/layout/VerticalCurvedList"/>
    <dgm:cxn modelId="{F8C8F13E-FE73-4935-8294-01BFAC56348B}" type="presParOf" srcId="{65F20AF2-49B7-44E0-BEB8-043B654174F5}" destId="{27FB37AF-94D2-4BFC-B8DF-E646D3AF08A9}" srcOrd="0" destOrd="0" presId="urn:microsoft.com/office/officeart/2008/layout/VerticalCurvedList"/>
    <dgm:cxn modelId="{49302251-15BC-40FA-9642-EAB2A637DEBF}" type="presParOf" srcId="{27FB37AF-94D2-4BFC-B8DF-E646D3AF08A9}" destId="{01E19448-5AD6-46A3-A3A4-9F886B1D9F0F}" srcOrd="0" destOrd="0" presId="urn:microsoft.com/office/officeart/2008/layout/VerticalCurvedList"/>
    <dgm:cxn modelId="{C839E285-1BB2-4722-B901-B8D0E34EBCED}" type="presParOf" srcId="{27FB37AF-94D2-4BFC-B8DF-E646D3AF08A9}" destId="{ACFED5CA-1AF7-49F4-8609-951C4A16F200}" srcOrd="1" destOrd="0" presId="urn:microsoft.com/office/officeart/2008/layout/VerticalCurvedList"/>
    <dgm:cxn modelId="{0C85C239-EF9F-4397-9A8A-32B52B8772A6}" type="presParOf" srcId="{27FB37AF-94D2-4BFC-B8DF-E646D3AF08A9}" destId="{594F1D94-2A58-40CE-BBFC-101714B07FD5}" srcOrd="2" destOrd="0" presId="urn:microsoft.com/office/officeart/2008/layout/VerticalCurvedList"/>
    <dgm:cxn modelId="{9F5AB6D5-C6E5-4D45-B95A-9718F33633DB}" type="presParOf" srcId="{27FB37AF-94D2-4BFC-B8DF-E646D3AF08A9}" destId="{75C1B0D5-B53E-4D67-8305-D704252D1D6E}" srcOrd="3" destOrd="0" presId="urn:microsoft.com/office/officeart/2008/layout/VerticalCurvedList"/>
    <dgm:cxn modelId="{7AF57A86-2DF1-42EA-8A4B-01DBCF5F41FC}" type="presParOf" srcId="{65F20AF2-49B7-44E0-BEB8-043B654174F5}" destId="{F42ECA33-F81B-4DD3-A052-4DA0C6487694}" srcOrd="1" destOrd="0" presId="urn:microsoft.com/office/officeart/2008/layout/VerticalCurvedList"/>
    <dgm:cxn modelId="{FD1CC08A-3A98-4E58-B5F8-C64D643E2B35}" type="presParOf" srcId="{65F20AF2-49B7-44E0-BEB8-043B654174F5}" destId="{A23DF7C2-292B-43FE-81AB-35C4605D606A}" srcOrd="2" destOrd="0" presId="urn:microsoft.com/office/officeart/2008/layout/VerticalCurvedList"/>
    <dgm:cxn modelId="{C2F0AFEE-2FF3-46AF-B44B-3AE3EC16A3B2}" type="presParOf" srcId="{A23DF7C2-292B-43FE-81AB-35C4605D606A}" destId="{5C317349-E00B-493E-BAFC-FA9052BE8347}" srcOrd="0" destOrd="0" presId="urn:microsoft.com/office/officeart/2008/layout/VerticalCurvedList"/>
    <dgm:cxn modelId="{30E38782-6D6C-4D67-B025-CD4ECB5A7B8D}" type="presParOf" srcId="{65F20AF2-49B7-44E0-BEB8-043B654174F5}" destId="{779CE440-1AAA-4028-A4F6-3BE194CDD478}" srcOrd="3" destOrd="0" presId="urn:microsoft.com/office/officeart/2008/layout/VerticalCurvedList"/>
    <dgm:cxn modelId="{B9AD4466-947A-4518-8EC7-334B9A429C33}" type="presParOf" srcId="{65F20AF2-49B7-44E0-BEB8-043B654174F5}" destId="{7D85EAE8-4958-4406-8733-0F8BEE56A291}" srcOrd="4" destOrd="0" presId="urn:microsoft.com/office/officeart/2008/layout/VerticalCurvedList"/>
    <dgm:cxn modelId="{EE0F15B9-4365-410B-97FA-4D5B1E40E9D3}" type="presParOf" srcId="{7D85EAE8-4958-4406-8733-0F8BEE56A291}" destId="{7648CBF5-16C0-4C81-93D7-ABA2854065A7}" srcOrd="0" destOrd="0" presId="urn:microsoft.com/office/officeart/2008/layout/VerticalCurvedList"/>
    <dgm:cxn modelId="{6F954055-51CF-4E89-AD54-07EB374D58A0}" type="presParOf" srcId="{65F20AF2-49B7-44E0-BEB8-043B654174F5}" destId="{85BB5DF9-653B-4CB5-BCC4-4451B644F2F4}" srcOrd="5" destOrd="0" presId="urn:microsoft.com/office/officeart/2008/layout/VerticalCurvedList"/>
    <dgm:cxn modelId="{EC6A897D-8189-4D42-9369-E2C1FEC27229}" type="presParOf" srcId="{65F20AF2-49B7-44E0-BEB8-043B654174F5}" destId="{2D0446D0-E0EF-4D4F-8BBA-9E51EA68F984}" srcOrd="6" destOrd="0" presId="urn:microsoft.com/office/officeart/2008/layout/VerticalCurvedList"/>
    <dgm:cxn modelId="{0DE86832-717F-43C9-9349-7D7F572D4221}" type="presParOf" srcId="{2D0446D0-E0EF-4D4F-8BBA-9E51EA68F984}" destId="{7A80FE9F-0594-4B20-83FB-F44A91BA42F5}" srcOrd="0" destOrd="0" presId="urn:microsoft.com/office/officeart/2008/layout/VerticalCurvedList"/>
    <dgm:cxn modelId="{B1A8154C-E4D0-48A0-8957-92FB8B5F4721}" type="presParOf" srcId="{65F20AF2-49B7-44E0-BEB8-043B654174F5}" destId="{25B3183C-1DF4-41C2-B2CB-AC45B79579BF}" srcOrd="7" destOrd="0" presId="urn:microsoft.com/office/officeart/2008/layout/VerticalCurvedList"/>
    <dgm:cxn modelId="{52D59A1B-FFF2-4077-A652-BC4647648957}" type="presParOf" srcId="{65F20AF2-49B7-44E0-BEB8-043B654174F5}" destId="{7FF1FA53-8CF6-4861-BE97-B71993713ABE}" srcOrd="8" destOrd="0" presId="urn:microsoft.com/office/officeart/2008/layout/VerticalCurvedList"/>
    <dgm:cxn modelId="{0053BD87-093F-40F4-88B9-6A3046DB50A0}" type="presParOf" srcId="{7FF1FA53-8CF6-4861-BE97-B71993713ABE}" destId="{072E7AB7-939C-48E3-84B8-6FFC9EC392F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C65BF634-165D-4537-B789-271FD85487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7CAA7D-4F4E-4ACD-BAFA-4689251F7BAB}">
      <dgm:prSet/>
      <dgm:spPr/>
      <dgm:t>
        <a:bodyPr/>
        <a:lstStyle/>
        <a:p>
          <a:r>
            <a:rPr lang="uk-UA" b="0" i="0" dirty="0"/>
            <a:t>утворення та становлення єдиної держави, поширення влади князя на Київ і Київську землю.</a:t>
          </a:r>
          <a:endParaRPr lang="uk-UA" dirty="0"/>
        </a:p>
      </dgm:t>
    </dgm:pt>
    <dgm:pt modelId="{CB9B7819-FC2D-43E4-B994-4D35EBA69D16}" type="parTrans" cxnId="{0B096ABB-BB2D-4795-92F8-26A560608EA3}">
      <dgm:prSet/>
      <dgm:spPr/>
      <dgm:t>
        <a:bodyPr/>
        <a:lstStyle/>
        <a:p>
          <a:endParaRPr lang="uk-UA"/>
        </a:p>
      </dgm:t>
    </dgm:pt>
    <dgm:pt modelId="{40A9AC24-F3C9-4B62-9C4D-0583088A77FA}" type="sibTrans" cxnId="{0B096ABB-BB2D-4795-92F8-26A560608EA3}">
      <dgm:prSet/>
      <dgm:spPr/>
      <dgm:t>
        <a:bodyPr/>
        <a:lstStyle/>
        <a:p>
          <a:endParaRPr lang="uk-UA"/>
        </a:p>
      </dgm:t>
    </dgm:pt>
    <dgm:pt modelId="{7C2C66FC-21F8-4539-8FBA-4C6F6AF68C97}">
      <dgm:prSet/>
      <dgm:spPr/>
      <dgm:t>
        <a:bodyPr/>
        <a:lstStyle/>
        <a:p>
          <a:r>
            <a:rPr lang="uk-UA" b="0" i="0" dirty="0"/>
            <a:t>розпад єдиної держави, зростання самостійності бояр, втручання у внутрішні справи сусідніх держав.</a:t>
          </a:r>
          <a:endParaRPr lang="uk-UA" dirty="0"/>
        </a:p>
      </dgm:t>
    </dgm:pt>
    <dgm:pt modelId="{AF098CE7-EA61-4F55-8E36-D47D852F48C8}" type="parTrans" cxnId="{EE86F484-0D95-4278-83CA-4C9373519D2D}">
      <dgm:prSet/>
      <dgm:spPr/>
      <dgm:t>
        <a:bodyPr/>
        <a:lstStyle/>
        <a:p>
          <a:endParaRPr lang="uk-UA"/>
        </a:p>
      </dgm:t>
    </dgm:pt>
    <dgm:pt modelId="{394C5A2C-F482-4B98-99B7-5FF7F3BFB67D}" type="sibTrans" cxnId="{EE86F484-0D95-4278-83CA-4C9373519D2D}">
      <dgm:prSet/>
      <dgm:spPr/>
      <dgm:t>
        <a:bodyPr/>
        <a:lstStyle/>
        <a:p>
          <a:endParaRPr lang="uk-UA"/>
        </a:p>
      </dgm:t>
    </dgm:pt>
    <dgm:pt modelId="{74BD2C61-4B32-4012-A611-27648DC5B69C}" type="pres">
      <dgm:prSet presAssocID="{C65BF634-165D-4537-B789-271FD85487B0}" presName="linear" presStyleCnt="0">
        <dgm:presLayoutVars>
          <dgm:animLvl val="lvl"/>
          <dgm:resizeHandles val="exact"/>
        </dgm:presLayoutVars>
      </dgm:prSet>
      <dgm:spPr/>
    </dgm:pt>
    <dgm:pt modelId="{3C5D3690-60B5-4FB4-8C97-7C3A03797C82}" type="pres">
      <dgm:prSet presAssocID="{487CAA7D-4F4E-4ACD-BAFA-4689251F7BA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C71643-35E7-4B76-B910-CEA46D14776D}" type="pres">
      <dgm:prSet presAssocID="{40A9AC24-F3C9-4B62-9C4D-0583088A77FA}" presName="spacer" presStyleCnt="0"/>
      <dgm:spPr/>
    </dgm:pt>
    <dgm:pt modelId="{6B107616-BD13-4894-B2E8-264777A5B4D4}" type="pres">
      <dgm:prSet presAssocID="{7C2C66FC-21F8-4539-8FBA-4C6F6AF68C9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262D348-B8BB-47F4-B4BE-D1ACCBF38EEB}" type="presOf" srcId="{C65BF634-165D-4537-B789-271FD85487B0}" destId="{74BD2C61-4B32-4012-A611-27648DC5B69C}" srcOrd="0" destOrd="0" presId="urn:microsoft.com/office/officeart/2005/8/layout/vList2"/>
    <dgm:cxn modelId="{EE86F484-0D95-4278-83CA-4C9373519D2D}" srcId="{C65BF634-165D-4537-B789-271FD85487B0}" destId="{7C2C66FC-21F8-4539-8FBA-4C6F6AF68C97}" srcOrd="1" destOrd="0" parTransId="{AF098CE7-EA61-4F55-8E36-D47D852F48C8}" sibTransId="{394C5A2C-F482-4B98-99B7-5FF7F3BFB67D}"/>
    <dgm:cxn modelId="{A03DC69E-1761-4D85-AE57-72AF00945742}" type="presOf" srcId="{7C2C66FC-21F8-4539-8FBA-4C6F6AF68C97}" destId="{6B107616-BD13-4894-B2E8-264777A5B4D4}" srcOrd="0" destOrd="0" presId="urn:microsoft.com/office/officeart/2005/8/layout/vList2"/>
    <dgm:cxn modelId="{415911AE-6717-4C5B-B3F2-22C3EBE8DD47}" type="presOf" srcId="{487CAA7D-4F4E-4ACD-BAFA-4689251F7BAB}" destId="{3C5D3690-60B5-4FB4-8C97-7C3A03797C82}" srcOrd="0" destOrd="0" presId="urn:microsoft.com/office/officeart/2005/8/layout/vList2"/>
    <dgm:cxn modelId="{0B096ABB-BB2D-4795-92F8-26A560608EA3}" srcId="{C65BF634-165D-4537-B789-271FD85487B0}" destId="{487CAA7D-4F4E-4ACD-BAFA-4689251F7BAB}" srcOrd="0" destOrd="0" parTransId="{CB9B7819-FC2D-43E4-B994-4D35EBA69D16}" sibTransId="{40A9AC24-F3C9-4B62-9C4D-0583088A77FA}"/>
    <dgm:cxn modelId="{D1B23961-192B-4404-8CBB-0EAD9B4F9994}" type="presParOf" srcId="{74BD2C61-4B32-4012-A611-27648DC5B69C}" destId="{3C5D3690-60B5-4FB4-8C97-7C3A03797C82}" srcOrd="0" destOrd="0" presId="urn:microsoft.com/office/officeart/2005/8/layout/vList2"/>
    <dgm:cxn modelId="{A2B7D560-0251-4B20-88F6-E8B95690BB2A}" type="presParOf" srcId="{74BD2C61-4B32-4012-A611-27648DC5B69C}" destId="{7EC71643-35E7-4B76-B910-CEA46D14776D}" srcOrd="1" destOrd="0" presId="urn:microsoft.com/office/officeart/2005/8/layout/vList2"/>
    <dgm:cxn modelId="{E0001B27-B112-4642-9FD4-172A8B01D642}" type="presParOf" srcId="{74BD2C61-4B32-4012-A611-27648DC5B69C}" destId="{6B107616-BD13-4894-B2E8-264777A5B4D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33FB78AA-B7EE-443D-AF81-72DEF87696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36D705-F61E-442C-A869-520F5709CEE6}">
      <dgm:prSet/>
      <dgm:spPr/>
      <dgm:t>
        <a:bodyPr/>
        <a:lstStyle/>
        <a:p>
          <a:r>
            <a:rPr lang="uk-UA" dirty="0"/>
            <a:t>відновлення державної єдності, намагання створити </a:t>
          </a:r>
          <a:r>
            <a:rPr lang="uk-UA" dirty="0" err="1"/>
            <a:t>антимонгольську</a:t>
          </a:r>
          <a:r>
            <a:rPr lang="uk-UA" dirty="0"/>
            <a:t> коаліцію європейських держав.</a:t>
          </a:r>
        </a:p>
      </dgm:t>
    </dgm:pt>
    <dgm:pt modelId="{EBCDF4D7-2338-4DED-B8C6-61BF7FC90D75}" type="parTrans" cxnId="{8BF99021-9E9F-4497-A453-82C7440513E7}">
      <dgm:prSet/>
      <dgm:spPr/>
      <dgm:t>
        <a:bodyPr/>
        <a:lstStyle/>
        <a:p>
          <a:endParaRPr lang="uk-UA"/>
        </a:p>
      </dgm:t>
    </dgm:pt>
    <dgm:pt modelId="{06257130-0C55-45C8-A2A5-5573C7148554}" type="sibTrans" cxnId="{8BF99021-9E9F-4497-A453-82C7440513E7}">
      <dgm:prSet/>
      <dgm:spPr/>
      <dgm:t>
        <a:bodyPr/>
        <a:lstStyle/>
        <a:p>
          <a:endParaRPr lang="uk-UA"/>
        </a:p>
      </dgm:t>
    </dgm:pt>
    <dgm:pt modelId="{90FDE6F8-1CF5-435E-B4D3-06DB18C34FE6}">
      <dgm:prSet/>
      <dgm:spPr/>
      <dgm:t>
        <a:bodyPr/>
        <a:lstStyle/>
        <a:p>
          <a:r>
            <a:rPr lang="uk-UA" dirty="0"/>
            <a:t>ослаблення золотоординської залежності, боротьба з Польщею й Литвою за Люблінську та Берестейську землі.</a:t>
          </a:r>
        </a:p>
      </dgm:t>
    </dgm:pt>
    <dgm:pt modelId="{8513FF3C-70FB-48AC-97E7-A003B129CD6A}" type="parTrans" cxnId="{E6B64DB7-C48F-4D84-8C56-D54A475E3826}">
      <dgm:prSet/>
      <dgm:spPr/>
      <dgm:t>
        <a:bodyPr/>
        <a:lstStyle/>
        <a:p>
          <a:endParaRPr lang="uk-UA"/>
        </a:p>
      </dgm:t>
    </dgm:pt>
    <dgm:pt modelId="{7D2E5572-7E1A-49CE-BD88-3E0FEFCFDD1B}" type="sibTrans" cxnId="{E6B64DB7-C48F-4D84-8C56-D54A475E3826}">
      <dgm:prSet/>
      <dgm:spPr/>
      <dgm:t>
        <a:bodyPr/>
        <a:lstStyle/>
        <a:p>
          <a:endParaRPr lang="uk-UA"/>
        </a:p>
      </dgm:t>
    </dgm:pt>
    <dgm:pt modelId="{C1EF62F8-8823-4C19-A9B2-E07CFA6D4876}" type="pres">
      <dgm:prSet presAssocID="{33FB78AA-B7EE-443D-AF81-72DEF8769637}" presName="linear" presStyleCnt="0">
        <dgm:presLayoutVars>
          <dgm:animLvl val="lvl"/>
          <dgm:resizeHandles val="exact"/>
        </dgm:presLayoutVars>
      </dgm:prSet>
      <dgm:spPr/>
    </dgm:pt>
    <dgm:pt modelId="{877B0044-16D3-4691-935A-21154BD30FC1}" type="pres">
      <dgm:prSet presAssocID="{6736D705-F61E-442C-A869-520F5709CEE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8AFDA2-3723-4D44-8880-E47D47B73774}" type="pres">
      <dgm:prSet presAssocID="{06257130-0C55-45C8-A2A5-5573C7148554}" presName="spacer" presStyleCnt="0"/>
      <dgm:spPr/>
    </dgm:pt>
    <dgm:pt modelId="{B3F70A5E-CF4C-4A58-B778-B3F68B9EA6BC}" type="pres">
      <dgm:prSet presAssocID="{90FDE6F8-1CF5-435E-B4D3-06DB18C34FE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BF99021-9E9F-4497-A453-82C7440513E7}" srcId="{33FB78AA-B7EE-443D-AF81-72DEF8769637}" destId="{6736D705-F61E-442C-A869-520F5709CEE6}" srcOrd="0" destOrd="0" parTransId="{EBCDF4D7-2338-4DED-B8C6-61BF7FC90D75}" sibTransId="{06257130-0C55-45C8-A2A5-5573C7148554}"/>
    <dgm:cxn modelId="{8898C99D-64EB-4794-AA33-49789F9B9B54}" type="presOf" srcId="{90FDE6F8-1CF5-435E-B4D3-06DB18C34FE6}" destId="{B3F70A5E-CF4C-4A58-B778-B3F68B9EA6BC}" srcOrd="0" destOrd="0" presId="urn:microsoft.com/office/officeart/2005/8/layout/vList2"/>
    <dgm:cxn modelId="{E6B64DB7-C48F-4D84-8C56-D54A475E3826}" srcId="{33FB78AA-B7EE-443D-AF81-72DEF8769637}" destId="{90FDE6F8-1CF5-435E-B4D3-06DB18C34FE6}" srcOrd="1" destOrd="0" parTransId="{8513FF3C-70FB-48AC-97E7-A003B129CD6A}" sibTransId="{7D2E5572-7E1A-49CE-BD88-3E0FEFCFDD1B}"/>
    <dgm:cxn modelId="{EDC952D9-B0FA-4319-BFE8-B3DCBB1FCA68}" type="presOf" srcId="{6736D705-F61E-442C-A869-520F5709CEE6}" destId="{877B0044-16D3-4691-935A-21154BD30FC1}" srcOrd="0" destOrd="0" presId="urn:microsoft.com/office/officeart/2005/8/layout/vList2"/>
    <dgm:cxn modelId="{8E93F1E4-DECD-4600-ABA9-006F140664DE}" type="presOf" srcId="{33FB78AA-B7EE-443D-AF81-72DEF8769637}" destId="{C1EF62F8-8823-4C19-A9B2-E07CFA6D4876}" srcOrd="0" destOrd="0" presId="urn:microsoft.com/office/officeart/2005/8/layout/vList2"/>
    <dgm:cxn modelId="{80404BC8-B302-4BCB-B4AC-D2C7644BC3C4}" type="presParOf" srcId="{C1EF62F8-8823-4C19-A9B2-E07CFA6D4876}" destId="{877B0044-16D3-4691-935A-21154BD30FC1}" srcOrd="0" destOrd="0" presId="urn:microsoft.com/office/officeart/2005/8/layout/vList2"/>
    <dgm:cxn modelId="{EDD2DDDB-7C36-4B57-AA11-464E89F26D80}" type="presParOf" srcId="{C1EF62F8-8823-4C19-A9B2-E07CFA6D4876}" destId="{B08AFDA2-3723-4D44-8880-E47D47B73774}" srcOrd="1" destOrd="0" presId="urn:microsoft.com/office/officeart/2005/8/layout/vList2"/>
    <dgm:cxn modelId="{6656F90E-1579-4A61-9F4D-AACADA787DFE}" type="presParOf" srcId="{C1EF62F8-8823-4C19-A9B2-E07CFA6D4876}" destId="{B3F70A5E-CF4C-4A58-B778-B3F68B9EA6B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84514494-6BFF-480C-B2BD-7F8A05AE53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FA2100-0C59-4801-8ECE-E0AC23B82F3B}">
      <dgm:prSet/>
      <dgm:spPr/>
      <dgm:t>
        <a:bodyPr/>
        <a:lstStyle/>
        <a:p>
          <a:r>
            <a:rPr lang="uk-UA" b="0" i="0" dirty="0"/>
            <a:t>перебіг і результат польської агресії в Галичині.</a:t>
          </a:r>
          <a:endParaRPr lang="uk-UA" dirty="0"/>
        </a:p>
      </dgm:t>
    </dgm:pt>
    <dgm:pt modelId="{C092391D-CFCD-4373-B00B-AB1AC3E23A3B}" type="parTrans" cxnId="{62BF27B0-55A8-4567-B5F8-FBC75D490E86}">
      <dgm:prSet/>
      <dgm:spPr/>
      <dgm:t>
        <a:bodyPr/>
        <a:lstStyle/>
        <a:p>
          <a:endParaRPr lang="uk-UA"/>
        </a:p>
      </dgm:t>
    </dgm:pt>
    <dgm:pt modelId="{275729FD-9CB0-4710-8041-12FF7392D8CD}" type="sibTrans" cxnId="{62BF27B0-55A8-4567-B5F8-FBC75D490E86}">
      <dgm:prSet/>
      <dgm:spPr/>
      <dgm:t>
        <a:bodyPr/>
        <a:lstStyle/>
        <a:p>
          <a:endParaRPr lang="uk-UA"/>
        </a:p>
      </dgm:t>
    </dgm:pt>
    <dgm:pt modelId="{5C3A93C9-06CB-436F-830A-C640FCD7B415}">
      <dgm:prSet/>
      <dgm:spPr/>
      <dgm:t>
        <a:bodyPr/>
        <a:lstStyle/>
        <a:p>
          <a:r>
            <a:rPr lang="uk-UA" b="0" i="0"/>
            <a:t>привід і причину загарбання Польщею Галичини.</a:t>
          </a:r>
          <a:endParaRPr lang="uk-UA"/>
        </a:p>
      </dgm:t>
    </dgm:pt>
    <dgm:pt modelId="{C06A98BB-8F49-47E9-897A-46548AFC3910}" type="parTrans" cxnId="{19AE840B-D3B9-4D5C-A58F-DBFE690985E4}">
      <dgm:prSet/>
      <dgm:spPr/>
      <dgm:t>
        <a:bodyPr/>
        <a:lstStyle/>
        <a:p>
          <a:endParaRPr lang="uk-UA"/>
        </a:p>
      </dgm:t>
    </dgm:pt>
    <dgm:pt modelId="{C0FCD793-32A4-4ADB-A950-BE73244BEC73}" type="sibTrans" cxnId="{19AE840B-D3B9-4D5C-A58F-DBFE690985E4}">
      <dgm:prSet/>
      <dgm:spPr/>
      <dgm:t>
        <a:bodyPr/>
        <a:lstStyle/>
        <a:p>
          <a:endParaRPr lang="uk-UA"/>
        </a:p>
      </dgm:t>
    </dgm:pt>
    <dgm:pt modelId="{787C336C-414A-45C9-B266-6FCBFEF67976}">
      <dgm:prSet/>
      <dgm:spPr/>
      <dgm:t>
        <a:bodyPr/>
        <a:lstStyle/>
        <a:p>
          <a:r>
            <a:rPr lang="uk-UA" b="0" i="0"/>
            <a:t>масштаби та наслідки нападу Польщі на Галичину.</a:t>
          </a:r>
          <a:endParaRPr lang="uk-UA"/>
        </a:p>
      </dgm:t>
    </dgm:pt>
    <dgm:pt modelId="{F174C36B-5687-4196-AADB-4F2512F2B28A}" type="parTrans" cxnId="{F14D2687-A750-4F4B-94E4-5BD210902173}">
      <dgm:prSet/>
      <dgm:spPr/>
      <dgm:t>
        <a:bodyPr/>
        <a:lstStyle/>
        <a:p>
          <a:endParaRPr lang="uk-UA"/>
        </a:p>
      </dgm:t>
    </dgm:pt>
    <dgm:pt modelId="{C890B8D6-13E1-4274-B1E1-7F5030804005}" type="sibTrans" cxnId="{F14D2687-A750-4F4B-94E4-5BD210902173}">
      <dgm:prSet/>
      <dgm:spPr/>
      <dgm:t>
        <a:bodyPr/>
        <a:lstStyle/>
        <a:p>
          <a:endParaRPr lang="uk-UA"/>
        </a:p>
      </dgm:t>
    </dgm:pt>
    <dgm:pt modelId="{596640C0-380A-44E2-B992-94B0BF3FE1D0}">
      <dgm:prSet/>
      <dgm:spPr/>
      <dgm:t>
        <a:bodyPr/>
        <a:lstStyle/>
        <a:p>
          <a:r>
            <a:rPr lang="uk-UA" b="0" i="0" dirty="0"/>
            <a:t>перебіг агресивних дій і реакцію населення Галичини.</a:t>
          </a:r>
          <a:endParaRPr lang="uk-UA" dirty="0"/>
        </a:p>
      </dgm:t>
    </dgm:pt>
    <dgm:pt modelId="{BAE8B214-8346-400B-B224-5EDF632E3191}" type="parTrans" cxnId="{3490FB3F-04B6-439A-B216-85298F4616E8}">
      <dgm:prSet/>
      <dgm:spPr/>
      <dgm:t>
        <a:bodyPr/>
        <a:lstStyle/>
        <a:p>
          <a:endParaRPr lang="uk-UA"/>
        </a:p>
      </dgm:t>
    </dgm:pt>
    <dgm:pt modelId="{B03BC7AE-D09D-4D7A-A4F0-E0B053350732}" type="sibTrans" cxnId="{3490FB3F-04B6-439A-B216-85298F4616E8}">
      <dgm:prSet/>
      <dgm:spPr/>
      <dgm:t>
        <a:bodyPr/>
        <a:lstStyle/>
        <a:p>
          <a:endParaRPr lang="uk-UA"/>
        </a:p>
      </dgm:t>
    </dgm:pt>
    <dgm:pt modelId="{97D44463-46DC-4039-BCB7-AD495DF37864}" type="pres">
      <dgm:prSet presAssocID="{84514494-6BFF-480C-B2BD-7F8A05AE538B}" presName="linear" presStyleCnt="0">
        <dgm:presLayoutVars>
          <dgm:animLvl val="lvl"/>
          <dgm:resizeHandles val="exact"/>
        </dgm:presLayoutVars>
      </dgm:prSet>
      <dgm:spPr/>
    </dgm:pt>
    <dgm:pt modelId="{17367662-0853-432B-B4DB-808B5B6A0DBC}" type="pres">
      <dgm:prSet presAssocID="{F3FA2100-0C59-4801-8ECE-E0AC23B82F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0D492E-A4D0-4BA7-8162-CDDFAEAA1D2C}" type="pres">
      <dgm:prSet presAssocID="{275729FD-9CB0-4710-8041-12FF7392D8CD}" presName="spacer" presStyleCnt="0"/>
      <dgm:spPr/>
    </dgm:pt>
    <dgm:pt modelId="{BC17B6CB-D110-45C6-99E4-C61EEA3964FC}" type="pres">
      <dgm:prSet presAssocID="{5C3A93C9-06CB-436F-830A-C640FCD7B4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4BBE02-9ED4-45AF-A54A-1CBF2726F22C}" type="pres">
      <dgm:prSet presAssocID="{C0FCD793-32A4-4ADB-A950-BE73244BEC73}" presName="spacer" presStyleCnt="0"/>
      <dgm:spPr/>
    </dgm:pt>
    <dgm:pt modelId="{1DD13A77-E536-48C8-9930-AD2ACE5D9143}" type="pres">
      <dgm:prSet presAssocID="{787C336C-414A-45C9-B266-6FCBFEF679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622F21-B775-4C71-8C44-65FD067D0413}" type="pres">
      <dgm:prSet presAssocID="{C890B8D6-13E1-4274-B1E1-7F5030804005}" presName="spacer" presStyleCnt="0"/>
      <dgm:spPr/>
    </dgm:pt>
    <dgm:pt modelId="{5E6D3C03-6CB4-43EF-99C9-2C2C4F717C0C}" type="pres">
      <dgm:prSet presAssocID="{596640C0-380A-44E2-B992-94B0BF3FE1D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AE840B-D3B9-4D5C-A58F-DBFE690985E4}" srcId="{84514494-6BFF-480C-B2BD-7F8A05AE538B}" destId="{5C3A93C9-06CB-436F-830A-C640FCD7B415}" srcOrd="1" destOrd="0" parTransId="{C06A98BB-8F49-47E9-897A-46548AFC3910}" sibTransId="{C0FCD793-32A4-4ADB-A950-BE73244BEC73}"/>
    <dgm:cxn modelId="{3869EA10-F384-40A5-B994-4109CFE2DC2B}" type="presOf" srcId="{5C3A93C9-06CB-436F-830A-C640FCD7B415}" destId="{BC17B6CB-D110-45C6-99E4-C61EEA3964FC}" srcOrd="0" destOrd="0" presId="urn:microsoft.com/office/officeart/2005/8/layout/vList2"/>
    <dgm:cxn modelId="{3490FB3F-04B6-439A-B216-85298F4616E8}" srcId="{84514494-6BFF-480C-B2BD-7F8A05AE538B}" destId="{596640C0-380A-44E2-B992-94B0BF3FE1D0}" srcOrd="3" destOrd="0" parTransId="{BAE8B214-8346-400B-B224-5EDF632E3191}" sibTransId="{B03BC7AE-D09D-4D7A-A4F0-E0B053350732}"/>
    <dgm:cxn modelId="{751DB456-40A8-4646-9598-9E61AA554129}" type="presOf" srcId="{596640C0-380A-44E2-B992-94B0BF3FE1D0}" destId="{5E6D3C03-6CB4-43EF-99C9-2C2C4F717C0C}" srcOrd="0" destOrd="0" presId="urn:microsoft.com/office/officeart/2005/8/layout/vList2"/>
    <dgm:cxn modelId="{BD86B87B-FABD-42E6-82C8-E477B40CEE00}" type="presOf" srcId="{84514494-6BFF-480C-B2BD-7F8A05AE538B}" destId="{97D44463-46DC-4039-BCB7-AD495DF37864}" srcOrd="0" destOrd="0" presId="urn:microsoft.com/office/officeart/2005/8/layout/vList2"/>
    <dgm:cxn modelId="{F14D2687-A750-4F4B-94E4-5BD210902173}" srcId="{84514494-6BFF-480C-B2BD-7F8A05AE538B}" destId="{787C336C-414A-45C9-B266-6FCBFEF67976}" srcOrd="2" destOrd="0" parTransId="{F174C36B-5687-4196-AADB-4F2512F2B28A}" sibTransId="{C890B8D6-13E1-4274-B1E1-7F5030804005}"/>
    <dgm:cxn modelId="{62BF27B0-55A8-4567-B5F8-FBC75D490E86}" srcId="{84514494-6BFF-480C-B2BD-7F8A05AE538B}" destId="{F3FA2100-0C59-4801-8ECE-E0AC23B82F3B}" srcOrd="0" destOrd="0" parTransId="{C092391D-CFCD-4373-B00B-AB1AC3E23A3B}" sibTransId="{275729FD-9CB0-4710-8041-12FF7392D8CD}"/>
    <dgm:cxn modelId="{CB151DBA-7FE1-4EF1-83CF-46A01A34CE1B}" type="presOf" srcId="{787C336C-414A-45C9-B266-6FCBFEF67976}" destId="{1DD13A77-E536-48C8-9930-AD2ACE5D9143}" srcOrd="0" destOrd="0" presId="urn:microsoft.com/office/officeart/2005/8/layout/vList2"/>
    <dgm:cxn modelId="{F5791BCA-2C6A-4551-B781-7EDE1AD57642}" type="presOf" srcId="{F3FA2100-0C59-4801-8ECE-E0AC23B82F3B}" destId="{17367662-0853-432B-B4DB-808B5B6A0DBC}" srcOrd="0" destOrd="0" presId="urn:microsoft.com/office/officeart/2005/8/layout/vList2"/>
    <dgm:cxn modelId="{E2FDE5E2-DC31-4227-A049-F074F93E04A0}" type="presParOf" srcId="{97D44463-46DC-4039-BCB7-AD495DF37864}" destId="{17367662-0853-432B-B4DB-808B5B6A0DBC}" srcOrd="0" destOrd="0" presId="urn:microsoft.com/office/officeart/2005/8/layout/vList2"/>
    <dgm:cxn modelId="{B33C7410-6933-4A49-9D80-3FCF196AA7A7}" type="presParOf" srcId="{97D44463-46DC-4039-BCB7-AD495DF37864}" destId="{940D492E-A4D0-4BA7-8162-CDDFAEAA1D2C}" srcOrd="1" destOrd="0" presId="urn:microsoft.com/office/officeart/2005/8/layout/vList2"/>
    <dgm:cxn modelId="{8C3513AC-0A36-4DEF-BCCD-CDF04F0C67C6}" type="presParOf" srcId="{97D44463-46DC-4039-BCB7-AD495DF37864}" destId="{BC17B6CB-D110-45C6-99E4-C61EEA3964FC}" srcOrd="2" destOrd="0" presId="urn:microsoft.com/office/officeart/2005/8/layout/vList2"/>
    <dgm:cxn modelId="{5A0D4A4E-87A5-49C2-BDA9-DC29DE9A8E36}" type="presParOf" srcId="{97D44463-46DC-4039-BCB7-AD495DF37864}" destId="{C44BBE02-9ED4-45AF-A54A-1CBF2726F22C}" srcOrd="3" destOrd="0" presId="urn:microsoft.com/office/officeart/2005/8/layout/vList2"/>
    <dgm:cxn modelId="{C7E5FEBC-B6C5-4419-B2F3-C8408CD383BD}" type="presParOf" srcId="{97D44463-46DC-4039-BCB7-AD495DF37864}" destId="{1DD13A77-E536-48C8-9930-AD2ACE5D9143}" srcOrd="4" destOrd="0" presId="urn:microsoft.com/office/officeart/2005/8/layout/vList2"/>
    <dgm:cxn modelId="{04589189-89CC-4357-AF25-45DDB1E6E1F9}" type="presParOf" srcId="{97D44463-46DC-4039-BCB7-AD495DF37864}" destId="{2C622F21-B775-4C71-8C44-65FD067D0413}" srcOrd="5" destOrd="0" presId="urn:microsoft.com/office/officeart/2005/8/layout/vList2"/>
    <dgm:cxn modelId="{A023E94E-737C-4CB4-8D41-92B201785A93}" type="presParOf" srcId="{97D44463-46DC-4039-BCB7-AD495DF37864}" destId="{5E6D3C03-6CB4-43EF-99C9-2C2C4F717C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413873AC-E14E-491A-B6C9-26CC405D659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A1C134-D186-4A3E-90EF-BC4730982627}">
      <dgm:prSet/>
      <dgm:spPr/>
      <dgm:t>
        <a:bodyPr/>
        <a:lstStyle/>
        <a:p>
          <a:r>
            <a:rPr lang="ru-RU" b="0" i="0"/>
            <a:t>«Києво-Печерський патерик».</a:t>
          </a:r>
          <a:endParaRPr lang="uk-UA"/>
        </a:p>
      </dgm:t>
    </dgm:pt>
    <dgm:pt modelId="{36DFC48C-6251-47C9-A91F-78C831A4C107}" type="parTrans" cxnId="{A46FC581-3BEE-49F1-8357-05167F739FFD}">
      <dgm:prSet/>
      <dgm:spPr/>
      <dgm:t>
        <a:bodyPr/>
        <a:lstStyle/>
        <a:p>
          <a:endParaRPr lang="uk-UA"/>
        </a:p>
      </dgm:t>
    </dgm:pt>
    <dgm:pt modelId="{09514394-1857-40D8-949D-D736CD6A8885}" type="sibTrans" cxnId="{A46FC581-3BEE-49F1-8357-05167F739FFD}">
      <dgm:prSet/>
      <dgm:spPr/>
      <dgm:t>
        <a:bodyPr/>
        <a:lstStyle/>
        <a:p>
          <a:endParaRPr lang="uk-UA"/>
        </a:p>
      </dgm:t>
    </dgm:pt>
    <dgm:pt modelId="{2DF5DE69-64C7-42EF-A93D-22E3C4238A11}">
      <dgm:prSet/>
      <dgm:spPr/>
      <dgm:t>
        <a:bodyPr/>
        <a:lstStyle/>
        <a:p>
          <a:r>
            <a:rPr lang="ru-RU" b="0" i="0"/>
            <a:t>«Остромирове Євангеліє».</a:t>
          </a:r>
          <a:endParaRPr lang="uk-UA"/>
        </a:p>
      </dgm:t>
    </dgm:pt>
    <dgm:pt modelId="{594CC205-9D3F-47F3-879C-0E687C529176}" type="parTrans" cxnId="{BCE306B1-4D3C-4B69-B3F0-288504A148BC}">
      <dgm:prSet/>
      <dgm:spPr/>
      <dgm:t>
        <a:bodyPr/>
        <a:lstStyle/>
        <a:p>
          <a:endParaRPr lang="uk-UA"/>
        </a:p>
      </dgm:t>
    </dgm:pt>
    <dgm:pt modelId="{E8B31B38-581E-4669-BE97-5A79D1109249}" type="sibTrans" cxnId="{BCE306B1-4D3C-4B69-B3F0-288504A148BC}">
      <dgm:prSet/>
      <dgm:spPr/>
      <dgm:t>
        <a:bodyPr/>
        <a:lstStyle/>
        <a:p>
          <a:endParaRPr lang="uk-UA"/>
        </a:p>
      </dgm:t>
    </dgm:pt>
    <dgm:pt modelId="{C5B87E4C-D80A-4178-9221-789B73FCA0C7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».</a:t>
          </a:r>
          <a:endParaRPr lang="uk-UA" dirty="0"/>
        </a:p>
      </dgm:t>
    </dgm:pt>
    <dgm:pt modelId="{897CC6A6-CDFB-4C44-A1F3-29E530C7449F}" type="parTrans" cxnId="{6F9132EA-B14A-4AF9-BDE4-E50C7E4ECE67}">
      <dgm:prSet/>
      <dgm:spPr/>
      <dgm:t>
        <a:bodyPr/>
        <a:lstStyle/>
        <a:p>
          <a:endParaRPr lang="uk-UA"/>
        </a:p>
      </dgm:t>
    </dgm:pt>
    <dgm:pt modelId="{9876B03A-4467-4008-8917-ADECECCD97C0}" type="sibTrans" cxnId="{6F9132EA-B14A-4AF9-BDE4-E50C7E4ECE67}">
      <dgm:prSet/>
      <dgm:spPr/>
      <dgm:t>
        <a:bodyPr/>
        <a:lstStyle/>
        <a:p>
          <a:endParaRPr lang="uk-UA"/>
        </a:p>
      </dgm:t>
    </dgm:pt>
    <dgm:pt modelId="{3A82DAEA-2D7B-4876-A6CD-3263DD1BA159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Повість</a:t>
          </a:r>
          <a:r>
            <a:rPr lang="ru-RU" b="0" i="0" dirty="0"/>
            <a:t> </a:t>
          </a:r>
          <a:r>
            <a:rPr lang="ru-RU" b="0" i="0" dirty="0" err="1"/>
            <a:t>минулих</a:t>
          </a:r>
          <a:r>
            <a:rPr lang="ru-RU" b="0" i="0" dirty="0"/>
            <a:t> </a:t>
          </a:r>
          <a:r>
            <a:rPr lang="ru-RU" b="0" i="0" dirty="0" err="1"/>
            <a:t>літ</a:t>
          </a:r>
          <a:r>
            <a:rPr lang="ru-RU" b="0" i="0" dirty="0"/>
            <a:t>».</a:t>
          </a:r>
          <a:endParaRPr lang="uk-UA" dirty="0"/>
        </a:p>
      </dgm:t>
    </dgm:pt>
    <dgm:pt modelId="{1DE75E96-F29D-4155-81B8-6F05F620C68F}" type="parTrans" cxnId="{F07B15F2-F0DF-4CD4-A388-907CFC49B5AE}">
      <dgm:prSet/>
      <dgm:spPr/>
      <dgm:t>
        <a:bodyPr/>
        <a:lstStyle/>
        <a:p>
          <a:endParaRPr lang="uk-UA"/>
        </a:p>
      </dgm:t>
    </dgm:pt>
    <dgm:pt modelId="{ACF6608D-F1F6-4325-883A-FEDAEBFCE5D0}" type="sibTrans" cxnId="{F07B15F2-F0DF-4CD4-A388-907CFC49B5AE}">
      <dgm:prSet/>
      <dgm:spPr/>
      <dgm:t>
        <a:bodyPr/>
        <a:lstStyle/>
        <a:p>
          <a:endParaRPr lang="uk-UA"/>
        </a:p>
      </dgm:t>
    </dgm:pt>
    <dgm:pt modelId="{3C6FAEAF-8D44-43FC-B04E-F51E83A7E9C8}" type="pres">
      <dgm:prSet presAssocID="{413873AC-E14E-491A-B6C9-26CC405D659B}" presName="Name0" presStyleCnt="0">
        <dgm:presLayoutVars>
          <dgm:chMax val="7"/>
          <dgm:chPref val="7"/>
          <dgm:dir/>
        </dgm:presLayoutVars>
      </dgm:prSet>
      <dgm:spPr/>
    </dgm:pt>
    <dgm:pt modelId="{EE3F22AF-F6FC-40C3-8006-E698DD195B4C}" type="pres">
      <dgm:prSet presAssocID="{413873AC-E14E-491A-B6C9-26CC405D659B}" presName="Name1" presStyleCnt="0"/>
      <dgm:spPr/>
    </dgm:pt>
    <dgm:pt modelId="{F2028A5D-C1FD-4EE2-862B-E23E1A5722FE}" type="pres">
      <dgm:prSet presAssocID="{413873AC-E14E-491A-B6C9-26CC405D659B}" presName="cycle" presStyleCnt="0"/>
      <dgm:spPr/>
    </dgm:pt>
    <dgm:pt modelId="{A82D3DE3-2E34-4185-B82C-0B96B863F79B}" type="pres">
      <dgm:prSet presAssocID="{413873AC-E14E-491A-B6C9-26CC405D659B}" presName="srcNode" presStyleLbl="node1" presStyleIdx="0" presStyleCnt="4"/>
      <dgm:spPr/>
    </dgm:pt>
    <dgm:pt modelId="{513E9D41-E2A0-4C54-B359-60B8D05A3530}" type="pres">
      <dgm:prSet presAssocID="{413873AC-E14E-491A-B6C9-26CC405D659B}" presName="conn" presStyleLbl="parChTrans1D2" presStyleIdx="0" presStyleCnt="1"/>
      <dgm:spPr/>
    </dgm:pt>
    <dgm:pt modelId="{46108A5F-0061-4955-8B8B-F2C7BC8E783B}" type="pres">
      <dgm:prSet presAssocID="{413873AC-E14E-491A-B6C9-26CC405D659B}" presName="extraNode" presStyleLbl="node1" presStyleIdx="0" presStyleCnt="4"/>
      <dgm:spPr/>
    </dgm:pt>
    <dgm:pt modelId="{09599358-EC26-41B8-8CCA-00FB80D6A7DA}" type="pres">
      <dgm:prSet presAssocID="{413873AC-E14E-491A-B6C9-26CC405D659B}" presName="dstNode" presStyleLbl="node1" presStyleIdx="0" presStyleCnt="4"/>
      <dgm:spPr/>
    </dgm:pt>
    <dgm:pt modelId="{ABFA6836-C6F6-43F7-A8B2-6C45483A0AD4}" type="pres">
      <dgm:prSet presAssocID="{85A1C134-D186-4A3E-90EF-BC4730982627}" presName="text_1" presStyleLbl="node1" presStyleIdx="0" presStyleCnt="4">
        <dgm:presLayoutVars>
          <dgm:bulletEnabled val="1"/>
        </dgm:presLayoutVars>
      </dgm:prSet>
      <dgm:spPr/>
    </dgm:pt>
    <dgm:pt modelId="{312B0AD1-2D58-497F-B26C-24898E491A58}" type="pres">
      <dgm:prSet presAssocID="{85A1C134-D186-4A3E-90EF-BC4730982627}" presName="accent_1" presStyleCnt="0"/>
      <dgm:spPr/>
    </dgm:pt>
    <dgm:pt modelId="{0140B90C-ABCA-4DFB-926C-954D5885A943}" type="pres">
      <dgm:prSet presAssocID="{85A1C134-D186-4A3E-90EF-BC4730982627}" presName="accentRepeatNode" presStyleLbl="solidFgAcc1" presStyleIdx="0" presStyleCnt="4"/>
      <dgm:spPr/>
    </dgm:pt>
    <dgm:pt modelId="{AC9A5785-FDFB-42D5-BE56-B85D9537A730}" type="pres">
      <dgm:prSet presAssocID="{2DF5DE69-64C7-42EF-A93D-22E3C4238A11}" presName="text_2" presStyleLbl="node1" presStyleIdx="1" presStyleCnt="4">
        <dgm:presLayoutVars>
          <dgm:bulletEnabled val="1"/>
        </dgm:presLayoutVars>
      </dgm:prSet>
      <dgm:spPr/>
    </dgm:pt>
    <dgm:pt modelId="{6DB8D7F8-09B1-45B4-B58A-DD7FFA428D85}" type="pres">
      <dgm:prSet presAssocID="{2DF5DE69-64C7-42EF-A93D-22E3C4238A11}" presName="accent_2" presStyleCnt="0"/>
      <dgm:spPr/>
    </dgm:pt>
    <dgm:pt modelId="{563E4D19-A244-48F8-BA7D-91A28DD47B1C}" type="pres">
      <dgm:prSet presAssocID="{2DF5DE69-64C7-42EF-A93D-22E3C4238A11}" presName="accentRepeatNode" presStyleLbl="solidFgAcc1" presStyleIdx="1" presStyleCnt="4"/>
      <dgm:spPr/>
    </dgm:pt>
    <dgm:pt modelId="{D4CE1FD6-B934-4FB5-AD13-760988B336CF}" type="pres">
      <dgm:prSet presAssocID="{C5B87E4C-D80A-4178-9221-789B73FCA0C7}" presName="text_3" presStyleLbl="node1" presStyleIdx="2" presStyleCnt="4">
        <dgm:presLayoutVars>
          <dgm:bulletEnabled val="1"/>
        </dgm:presLayoutVars>
      </dgm:prSet>
      <dgm:spPr/>
    </dgm:pt>
    <dgm:pt modelId="{7F1B6A67-B551-4597-8534-1A0248C14209}" type="pres">
      <dgm:prSet presAssocID="{C5B87E4C-D80A-4178-9221-789B73FCA0C7}" presName="accent_3" presStyleCnt="0"/>
      <dgm:spPr/>
    </dgm:pt>
    <dgm:pt modelId="{8385BE91-4435-41C5-8E1D-B6A12B04855C}" type="pres">
      <dgm:prSet presAssocID="{C5B87E4C-D80A-4178-9221-789B73FCA0C7}" presName="accentRepeatNode" presStyleLbl="solidFgAcc1" presStyleIdx="2" presStyleCnt="4"/>
      <dgm:spPr/>
    </dgm:pt>
    <dgm:pt modelId="{6D412831-2154-430C-BB87-CCA5ED4CB943}" type="pres">
      <dgm:prSet presAssocID="{3A82DAEA-2D7B-4876-A6CD-3263DD1BA159}" presName="text_4" presStyleLbl="node1" presStyleIdx="3" presStyleCnt="4">
        <dgm:presLayoutVars>
          <dgm:bulletEnabled val="1"/>
        </dgm:presLayoutVars>
      </dgm:prSet>
      <dgm:spPr/>
    </dgm:pt>
    <dgm:pt modelId="{CCEA1FEC-9DDA-4C9D-994F-20D67B8B95BA}" type="pres">
      <dgm:prSet presAssocID="{3A82DAEA-2D7B-4876-A6CD-3263DD1BA159}" presName="accent_4" presStyleCnt="0"/>
      <dgm:spPr/>
    </dgm:pt>
    <dgm:pt modelId="{3E03964F-A067-427C-825D-0872A0643ADB}" type="pres">
      <dgm:prSet presAssocID="{3A82DAEA-2D7B-4876-A6CD-3263DD1BA159}" presName="accentRepeatNode" presStyleLbl="solidFgAcc1" presStyleIdx="3" presStyleCnt="4"/>
      <dgm:spPr/>
    </dgm:pt>
  </dgm:ptLst>
  <dgm:cxnLst>
    <dgm:cxn modelId="{2237EF06-03AD-4356-8DE9-143F40ED97C7}" type="presOf" srcId="{3A82DAEA-2D7B-4876-A6CD-3263DD1BA159}" destId="{6D412831-2154-430C-BB87-CCA5ED4CB943}" srcOrd="0" destOrd="0" presId="urn:microsoft.com/office/officeart/2008/layout/VerticalCurvedList"/>
    <dgm:cxn modelId="{D75AC719-5A6C-4565-ADBA-A0FC8D72B299}" type="presOf" srcId="{C5B87E4C-D80A-4178-9221-789B73FCA0C7}" destId="{D4CE1FD6-B934-4FB5-AD13-760988B336CF}" srcOrd="0" destOrd="0" presId="urn:microsoft.com/office/officeart/2008/layout/VerticalCurvedList"/>
    <dgm:cxn modelId="{681A1123-9BC3-4099-BA78-D9FEFE9B31AE}" type="presOf" srcId="{2DF5DE69-64C7-42EF-A93D-22E3C4238A11}" destId="{AC9A5785-FDFB-42D5-BE56-B85D9537A730}" srcOrd="0" destOrd="0" presId="urn:microsoft.com/office/officeart/2008/layout/VerticalCurvedList"/>
    <dgm:cxn modelId="{01413655-F2D7-4454-BB3C-93520192C4DC}" type="presOf" srcId="{85A1C134-D186-4A3E-90EF-BC4730982627}" destId="{ABFA6836-C6F6-43F7-A8B2-6C45483A0AD4}" srcOrd="0" destOrd="0" presId="urn:microsoft.com/office/officeart/2008/layout/VerticalCurvedList"/>
    <dgm:cxn modelId="{A46FC581-3BEE-49F1-8357-05167F739FFD}" srcId="{413873AC-E14E-491A-B6C9-26CC405D659B}" destId="{85A1C134-D186-4A3E-90EF-BC4730982627}" srcOrd="0" destOrd="0" parTransId="{36DFC48C-6251-47C9-A91F-78C831A4C107}" sibTransId="{09514394-1857-40D8-949D-D736CD6A8885}"/>
    <dgm:cxn modelId="{0FBA4E83-D600-49BF-A302-9136F863777A}" type="presOf" srcId="{09514394-1857-40D8-949D-D736CD6A8885}" destId="{513E9D41-E2A0-4C54-B359-60B8D05A3530}" srcOrd="0" destOrd="0" presId="urn:microsoft.com/office/officeart/2008/layout/VerticalCurvedList"/>
    <dgm:cxn modelId="{BCE306B1-4D3C-4B69-B3F0-288504A148BC}" srcId="{413873AC-E14E-491A-B6C9-26CC405D659B}" destId="{2DF5DE69-64C7-42EF-A93D-22E3C4238A11}" srcOrd="1" destOrd="0" parTransId="{594CC205-9D3F-47F3-879C-0E687C529176}" sibTransId="{E8B31B38-581E-4669-BE97-5A79D1109249}"/>
    <dgm:cxn modelId="{6F9132EA-B14A-4AF9-BDE4-E50C7E4ECE67}" srcId="{413873AC-E14E-491A-B6C9-26CC405D659B}" destId="{C5B87E4C-D80A-4178-9221-789B73FCA0C7}" srcOrd="2" destOrd="0" parTransId="{897CC6A6-CDFB-4C44-A1F3-29E530C7449F}" sibTransId="{9876B03A-4467-4008-8917-ADECECCD97C0}"/>
    <dgm:cxn modelId="{D9658DED-9878-4103-8B21-0E6142BAA41F}" type="presOf" srcId="{413873AC-E14E-491A-B6C9-26CC405D659B}" destId="{3C6FAEAF-8D44-43FC-B04E-F51E83A7E9C8}" srcOrd="0" destOrd="0" presId="urn:microsoft.com/office/officeart/2008/layout/VerticalCurvedList"/>
    <dgm:cxn modelId="{F07B15F2-F0DF-4CD4-A388-907CFC49B5AE}" srcId="{413873AC-E14E-491A-B6C9-26CC405D659B}" destId="{3A82DAEA-2D7B-4876-A6CD-3263DD1BA159}" srcOrd="3" destOrd="0" parTransId="{1DE75E96-F29D-4155-81B8-6F05F620C68F}" sibTransId="{ACF6608D-F1F6-4325-883A-FEDAEBFCE5D0}"/>
    <dgm:cxn modelId="{ED7AAFB2-01AD-4F53-A33D-7E6A116D765D}" type="presParOf" srcId="{3C6FAEAF-8D44-43FC-B04E-F51E83A7E9C8}" destId="{EE3F22AF-F6FC-40C3-8006-E698DD195B4C}" srcOrd="0" destOrd="0" presId="urn:microsoft.com/office/officeart/2008/layout/VerticalCurvedList"/>
    <dgm:cxn modelId="{0A7C7C0D-B496-4257-9542-FF7817799B3A}" type="presParOf" srcId="{EE3F22AF-F6FC-40C3-8006-E698DD195B4C}" destId="{F2028A5D-C1FD-4EE2-862B-E23E1A5722FE}" srcOrd="0" destOrd="0" presId="urn:microsoft.com/office/officeart/2008/layout/VerticalCurvedList"/>
    <dgm:cxn modelId="{312CAADD-4191-414F-8CD5-1B8470199B9F}" type="presParOf" srcId="{F2028A5D-C1FD-4EE2-862B-E23E1A5722FE}" destId="{A82D3DE3-2E34-4185-B82C-0B96B863F79B}" srcOrd="0" destOrd="0" presId="urn:microsoft.com/office/officeart/2008/layout/VerticalCurvedList"/>
    <dgm:cxn modelId="{489AB7E3-9FBC-4A27-BDE3-EAFD27BBBBF3}" type="presParOf" srcId="{F2028A5D-C1FD-4EE2-862B-E23E1A5722FE}" destId="{513E9D41-E2A0-4C54-B359-60B8D05A3530}" srcOrd="1" destOrd="0" presId="urn:microsoft.com/office/officeart/2008/layout/VerticalCurvedList"/>
    <dgm:cxn modelId="{283E7750-C958-4B74-92B8-424AF1C145E4}" type="presParOf" srcId="{F2028A5D-C1FD-4EE2-862B-E23E1A5722FE}" destId="{46108A5F-0061-4955-8B8B-F2C7BC8E783B}" srcOrd="2" destOrd="0" presId="urn:microsoft.com/office/officeart/2008/layout/VerticalCurvedList"/>
    <dgm:cxn modelId="{B8FACA36-92EF-4281-9964-A9EDD1ECC0AD}" type="presParOf" srcId="{F2028A5D-C1FD-4EE2-862B-E23E1A5722FE}" destId="{09599358-EC26-41B8-8CCA-00FB80D6A7DA}" srcOrd="3" destOrd="0" presId="urn:microsoft.com/office/officeart/2008/layout/VerticalCurvedList"/>
    <dgm:cxn modelId="{90E6412A-E3EC-479E-8A56-D6E69D7B0380}" type="presParOf" srcId="{EE3F22AF-F6FC-40C3-8006-E698DD195B4C}" destId="{ABFA6836-C6F6-43F7-A8B2-6C45483A0AD4}" srcOrd="1" destOrd="0" presId="urn:microsoft.com/office/officeart/2008/layout/VerticalCurvedList"/>
    <dgm:cxn modelId="{17168D14-BED5-4064-974D-DF2BA1C2E2F4}" type="presParOf" srcId="{EE3F22AF-F6FC-40C3-8006-E698DD195B4C}" destId="{312B0AD1-2D58-497F-B26C-24898E491A58}" srcOrd="2" destOrd="0" presId="urn:microsoft.com/office/officeart/2008/layout/VerticalCurvedList"/>
    <dgm:cxn modelId="{9FEFF99E-05D6-48F8-B8B7-34B8D64D55A3}" type="presParOf" srcId="{312B0AD1-2D58-497F-B26C-24898E491A58}" destId="{0140B90C-ABCA-4DFB-926C-954D5885A943}" srcOrd="0" destOrd="0" presId="urn:microsoft.com/office/officeart/2008/layout/VerticalCurvedList"/>
    <dgm:cxn modelId="{EF4F1B14-3C48-41C5-A74C-35AB0C1C5402}" type="presParOf" srcId="{EE3F22AF-F6FC-40C3-8006-E698DD195B4C}" destId="{AC9A5785-FDFB-42D5-BE56-B85D9537A730}" srcOrd="3" destOrd="0" presId="urn:microsoft.com/office/officeart/2008/layout/VerticalCurvedList"/>
    <dgm:cxn modelId="{998E6B80-6AF3-44CD-8393-FC3BDBD67405}" type="presParOf" srcId="{EE3F22AF-F6FC-40C3-8006-E698DD195B4C}" destId="{6DB8D7F8-09B1-45B4-B58A-DD7FFA428D85}" srcOrd="4" destOrd="0" presId="urn:microsoft.com/office/officeart/2008/layout/VerticalCurvedList"/>
    <dgm:cxn modelId="{0C1AF72D-1D7A-45CA-ADC7-F1D82EC40D61}" type="presParOf" srcId="{6DB8D7F8-09B1-45B4-B58A-DD7FFA428D85}" destId="{563E4D19-A244-48F8-BA7D-91A28DD47B1C}" srcOrd="0" destOrd="0" presId="urn:microsoft.com/office/officeart/2008/layout/VerticalCurvedList"/>
    <dgm:cxn modelId="{02744BA3-9003-449F-8D4B-E84B2064E6E4}" type="presParOf" srcId="{EE3F22AF-F6FC-40C3-8006-E698DD195B4C}" destId="{D4CE1FD6-B934-4FB5-AD13-760988B336CF}" srcOrd="5" destOrd="0" presId="urn:microsoft.com/office/officeart/2008/layout/VerticalCurvedList"/>
    <dgm:cxn modelId="{6D4922BD-F7FE-497F-8ABB-BEE70F28E7FE}" type="presParOf" srcId="{EE3F22AF-F6FC-40C3-8006-E698DD195B4C}" destId="{7F1B6A67-B551-4597-8534-1A0248C14209}" srcOrd="6" destOrd="0" presId="urn:microsoft.com/office/officeart/2008/layout/VerticalCurvedList"/>
    <dgm:cxn modelId="{C1A14B4F-28A6-4637-8F54-4090F2655B25}" type="presParOf" srcId="{7F1B6A67-B551-4597-8534-1A0248C14209}" destId="{8385BE91-4435-41C5-8E1D-B6A12B04855C}" srcOrd="0" destOrd="0" presId="urn:microsoft.com/office/officeart/2008/layout/VerticalCurvedList"/>
    <dgm:cxn modelId="{E3DBCF2B-6EEA-4CB2-98AB-F0ED091B9FD0}" type="presParOf" srcId="{EE3F22AF-F6FC-40C3-8006-E698DD195B4C}" destId="{6D412831-2154-430C-BB87-CCA5ED4CB943}" srcOrd="7" destOrd="0" presId="urn:microsoft.com/office/officeart/2008/layout/VerticalCurvedList"/>
    <dgm:cxn modelId="{3DE76B89-56AC-4873-A6F3-F7335C3932DD}" type="presParOf" srcId="{EE3F22AF-F6FC-40C3-8006-E698DD195B4C}" destId="{CCEA1FEC-9DDA-4C9D-994F-20D67B8B95BA}" srcOrd="8" destOrd="0" presId="urn:microsoft.com/office/officeart/2008/layout/VerticalCurvedList"/>
    <dgm:cxn modelId="{428634E1-1F03-436F-B24B-F200FEC95B44}" type="presParOf" srcId="{CCEA1FEC-9DDA-4C9D-994F-20D67B8B95BA}" destId="{3E03964F-A067-427C-825D-0872A0643AD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68058C89-88FC-4E4F-96F5-59AF3A70B7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3C4075-BA1D-4264-A6DE-C2F96F41AD4F}">
      <dgm:prSet/>
      <dgm:spPr/>
      <dgm:t>
        <a:bodyPr/>
        <a:lstStyle/>
        <a:p>
          <a:r>
            <a:rPr lang="uk-UA" b="0" i="0" dirty="0"/>
            <a:t>господарство розорене постійними набігами половців</a:t>
          </a:r>
          <a:endParaRPr lang="uk-UA" dirty="0"/>
        </a:p>
      </dgm:t>
    </dgm:pt>
    <dgm:pt modelId="{5DE040F0-1C2A-4625-9CD5-71A09565E52E}" type="parTrans" cxnId="{11C32C5A-BF77-4085-AA0B-65472DF260B0}">
      <dgm:prSet/>
      <dgm:spPr/>
      <dgm:t>
        <a:bodyPr/>
        <a:lstStyle/>
        <a:p>
          <a:endParaRPr lang="uk-UA"/>
        </a:p>
      </dgm:t>
    </dgm:pt>
    <dgm:pt modelId="{A4B7D6D4-606B-48A9-83B7-A45E79A7BDAF}" type="sibTrans" cxnId="{11C32C5A-BF77-4085-AA0B-65472DF260B0}">
      <dgm:prSet/>
      <dgm:spPr/>
      <dgm:t>
        <a:bodyPr/>
        <a:lstStyle/>
        <a:p>
          <a:endParaRPr lang="uk-UA"/>
        </a:p>
      </dgm:t>
    </dgm:pt>
    <dgm:pt modelId="{E61AF28C-5383-4DB7-9219-F7BFC2A6C137}">
      <dgm:prSet/>
      <dgm:spPr/>
      <dgm:t>
        <a:bodyPr/>
        <a:lstStyle/>
        <a:p>
          <a:r>
            <a:rPr lang="uk-UA" b="0" i="0" dirty="0"/>
            <a:t>політична нестабільність</a:t>
          </a:r>
          <a:endParaRPr lang="uk-UA" dirty="0"/>
        </a:p>
      </dgm:t>
    </dgm:pt>
    <dgm:pt modelId="{33CB2B93-CAF5-45E2-B6D0-0435121C794A}" type="parTrans" cxnId="{1D2BDC65-769E-4282-9935-FEDD65A0F442}">
      <dgm:prSet/>
      <dgm:spPr/>
      <dgm:t>
        <a:bodyPr/>
        <a:lstStyle/>
        <a:p>
          <a:endParaRPr lang="uk-UA"/>
        </a:p>
      </dgm:t>
    </dgm:pt>
    <dgm:pt modelId="{9F63DDB6-4CC3-4680-85FF-1FF2CEA0B6B9}" type="sibTrans" cxnId="{1D2BDC65-769E-4282-9935-FEDD65A0F442}">
      <dgm:prSet/>
      <dgm:spPr/>
      <dgm:t>
        <a:bodyPr/>
        <a:lstStyle/>
        <a:p>
          <a:endParaRPr lang="uk-UA"/>
        </a:p>
      </dgm:t>
    </dgm:pt>
    <dgm:pt modelId="{15F7EF9A-AFE1-4FF1-A723-F1F2E4C19024}">
      <dgm:prSet/>
      <dgm:spPr/>
      <dgm:t>
        <a:bodyPr/>
        <a:lstStyle/>
        <a:p>
          <a:r>
            <a:rPr lang="uk-UA" b="0" i="0"/>
            <a:t>центр релігійного життя Русі</a:t>
          </a:r>
          <a:endParaRPr lang="uk-UA"/>
        </a:p>
      </dgm:t>
    </dgm:pt>
    <dgm:pt modelId="{C2C6B3B8-EA0D-4D15-9162-C82B058640A5}" type="parTrans" cxnId="{22428860-A9F5-4B28-B129-AD82263FDEB8}">
      <dgm:prSet/>
      <dgm:spPr/>
      <dgm:t>
        <a:bodyPr/>
        <a:lstStyle/>
        <a:p>
          <a:endParaRPr lang="uk-UA"/>
        </a:p>
      </dgm:t>
    </dgm:pt>
    <dgm:pt modelId="{E85F918A-D765-4144-AD0A-8962F3F1A7AF}" type="sibTrans" cxnId="{22428860-A9F5-4B28-B129-AD82263FDEB8}">
      <dgm:prSet/>
      <dgm:spPr/>
      <dgm:t>
        <a:bodyPr/>
        <a:lstStyle/>
        <a:p>
          <a:endParaRPr lang="uk-UA"/>
        </a:p>
      </dgm:t>
    </dgm:pt>
    <dgm:pt modelId="{16594127-E654-40FB-9798-8EF5E1E8B5EE}">
      <dgm:prSet/>
      <dgm:spPr/>
      <dgm:t>
        <a:bodyPr/>
        <a:lstStyle/>
        <a:p>
          <a:r>
            <a:rPr lang="uk-UA" b="0" i="0" dirty="0"/>
            <a:t>один з найбільш розвинених і густонаселених регіонів Русі</a:t>
          </a:r>
          <a:endParaRPr lang="uk-UA" dirty="0"/>
        </a:p>
      </dgm:t>
    </dgm:pt>
    <dgm:pt modelId="{493A44B9-9217-44FA-B294-7646D708AD44}" type="parTrans" cxnId="{17C4A4EC-8006-4AF3-80D4-F368EBCA6707}">
      <dgm:prSet/>
      <dgm:spPr/>
      <dgm:t>
        <a:bodyPr/>
        <a:lstStyle/>
        <a:p>
          <a:endParaRPr lang="uk-UA"/>
        </a:p>
      </dgm:t>
    </dgm:pt>
    <dgm:pt modelId="{45699BFF-0042-449E-8087-8D4E7778614D}" type="sibTrans" cxnId="{17C4A4EC-8006-4AF3-80D4-F368EBCA6707}">
      <dgm:prSet/>
      <dgm:spPr/>
      <dgm:t>
        <a:bodyPr/>
        <a:lstStyle/>
        <a:p>
          <a:endParaRPr lang="uk-UA"/>
        </a:p>
      </dgm:t>
    </dgm:pt>
    <dgm:pt modelId="{E398629A-D84E-4E08-B24E-935A04E0EB7C}" type="pres">
      <dgm:prSet presAssocID="{68058C89-88FC-4E4F-96F5-59AF3A70B737}" presName="linear" presStyleCnt="0">
        <dgm:presLayoutVars>
          <dgm:animLvl val="lvl"/>
          <dgm:resizeHandles val="exact"/>
        </dgm:presLayoutVars>
      </dgm:prSet>
      <dgm:spPr/>
    </dgm:pt>
    <dgm:pt modelId="{80FB0742-56D5-4181-9899-D49EEDBFDC76}" type="pres">
      <dgm:prSet presAssocID="{933C4075-BA1D-4264-A6DE-C2F96F41AD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3C025EB-DDC6-4697-9CA9-769CAF6F2A17}" type="pres">
      <dgm:prSet presAssocID="{A4B7D6D4-606B-48A9-83B7-A45E79A7BDAF}" presName="spacer" presStyleCnt="0"/>
      <dgm:spPr/>
    </dgm:pt>
    <dgm:pt modelId="{1560BEF6-4959-4EDC-814E-C7C7E9B1D478}" type="pres">
      <dgm:prSet presAssocID="{E61AF28C-5383-4DB7-9219-F7BFC2A6C13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7B4F8C-E671-4638-9476-D92B8CF34180}" type="pres">
      <dgm:prSet presAssocID="{9F63DDB6-4CC3-4680-85FF-1FF2CEA0B6B9}" presName="spacer" presStyleCnt="0"/>
      <dgm:spPr/>
    </dgm:pt>
    <dgm:pt modelId="{1D596E67-3361-43B1-93DF-13BC989D9C32}" type="pres">
      <dgm:prSet presAssocID="{15F7EF9A-AFE1-4FF1-A723-F1F2E4C1902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A9C9F7-65FB-4508-B80C-F6DDABAC915B}" type="pres">
      <dgm:prSet presAssocID="{E85F918A-D765-4144-AD0A-8962F3F1A7AF}" presName="spacer" presStyleCnt="0"/>
      <dgm:spPr/>
    </dgm:pt>
    <dgm:pt modelId="{00C4E797-985D-4D83-AD80-D92D571962D3}" type="pres">
      <dgm:prSet presAssocID="{16594127-E654-40FB-9798-8EF5E1E8B5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BD0C34-E1F3-4B4C-AB49-F73A48E60041}" type="presOf" srcId="{E61AF28C-5383-4DB7-9219-F7BFC2A6C137}" destId="{1560BEF6-4959-4EDC-814E-C7C7E9B1D478}" srcOrd="0" destOrd="0" presId="urn:microsoft.com/office/officeart/2005/8/layout/vList2"/>
    <dgm:cxn modelId="{34758836-5B4F-455B-B3BC-F2627F46F844}" type="presOf" srcId="{16594127-E654-40FB-9798-8EF5E1E8B5EE}" destId="{00C4E797-985D-4D83-AD80-D92D571962D3}" srcOrd="0" destOrd="0" presId="urn:microsoft.com/office/officeart/2005/8/layout/vList2"/>
    <dgm:cxn modelId="{22428860-A9F5-4B28-B129-AD82263FDEB8}" srcId="{68058C89-88FC-4E4F-96F5-59AF3A70B737}" destId="{15F7EF9A-AFE1-4FF1-A723-F1F2E4C19024}" srcOrd="2" destOrd="0" parTransId="{C2C6B3B8-EA0D-4D15-9162-C82B058640A5}" sibTransId="{E85F918A-D765-4144-AD0A-8962F3F1A7AF}"/>
    <dgm:cxn modelId="{9E016E44-09C6-4EAD-9E12-CF4C66934025}" type="presOf" srcId="{68058C89-88FC-4E4F-96F5-59AF3A70B737}" destId="{E398629A-D84E-4E08-B24E-935A04E0EB7C}" srcOrd="0" destOrd="0" presId="urn:microsoft.com/office/officeart/2005/8/layout/vList2"/>
    <dgm:cxn modelId="{1D2BDC65-769E-4282-9935-FEDD65A0F442}" srcId="{68058C89-88FC-4E4F-96F5-59AF3A70B737}" destId="{E61AF28C-5383-4DB7-9219-F7BFC2A6C137}" srcOrd="1" destOrd="0" parTransId="{33CB2B93-CAF5-45E2-B6D0-0435121C794A}" sibTransId="{9F63DDB6-4CC3-4680-85FF-1FF2CEA0B6B9}"/>
    <dgm:cxn modelId="{A729126E-E45B-43E9-BE9B-631604C7C6ED}" type="presOf" srcId="{15F7EF9A-AFE1-4FF1-A723-F1F2E4C19024}" destId="{1D596E67-3361-43B1-93DF-13BC989D9C32}" srcOrd="0" destOrd="0" presId="urn:microsoft.com/office/officeart/2005/8/layout/vList2"/>
    <dgm:cxn modelId="{11C32C5A-BF77-4085-AA0B-65472DF260B0}" srcId="{68058C89-88FC-4E4F-96F5-59AF3A70B737}" destId="{933C4075-BA1D-4264-A6DE-C2F96F41AD4F}" srcOrd="0" destOrd="0" parTransId="{5DE040F0-1C2A-4625-9CD5-71A09565E52E}" sibTransId="{A4B7D6D4-606B-48A9-83B7-A45E79A7BDAF}"/>
    <dgm:cxn modelId="{17C4A4EC-8006-4AF3-80D4-F368EBCA6707}" srcId="{68058C89-88FC-4E4F-96F5-59AF3A70B737}" destId="{16594127-E654-40FB-9798-8EF5E1E8B5EE}" srcOrd="3" destOrd="0" parTransId="{493A44B9-9217-44FA-B294-7646D708AD44}" sibTransId="{45699BFF-0042-449E-8087-8D4E7778614D}"/>
    <dgm:cxn modelId="{383753F2-B534-4C52-B513-458543875A24}" type="presOf" srcId="{933C4075-BA1D-4264-A6DE-C2F96F41AD4F}" destId="{80FB0742-56D5-4181-9899-D49EEDBFDC76}" srcOrd="0" destOrd="0" presId="urn:microsoft.com/office/officeart/2005/8/layout/vList2"/>
    <dgm:cxn modelId="{F90F48F0-7780-4286-9511-7C18D5223A94}" type="presParOf" srcId="{E398629A-D84E-4E08-B24E-935A04E0EB7C}" destId="{80FB0742-56D5-4181-9899-D49EEDBFDC76}" srcOrd="0" destOrd="0" presId="urn:microsoft.com/office/officeart/2005/8/layout/vList2"/>
    <dgm:cxn modelId="{39DE746D-313D-4539-BCDD-2B122C49680D}" type="presParOf" srcId="{E398629A-D84E-4E08-B24E-935A04E0EB7C}" destId="{83C025EB-DDC6-4697-9CA9-769CAF6F2A17}" srcOrd="1" destOrd="0" presId="urn:microsoft.com/office/officeart/2005/8/layout/vList2"/>
    <dgm:cxn modelId="{457C8BDF-2FCD-4C84-BEEF-47C684C23C0D}" type="presParOf" srcId="{E398629A-D84E-4E08-B24E-935A04E0EB7C}" destId="{1560BEF6-4959-4EDC-814E-C7C7E9B1D478}" srcOrd="2" destOrd="0" presId="urn:microsoft.com/office/officeart/2005/8/layout/vList2"/>
    <dgm:cxn modelId="{9CF7CED6-DBCD-4D38-88DC-1D647A1A1DCE}" type="presParOf" srcId="{E398629A-D84E-4E08-B24E-935A04E0EB7C}" destId="{E37B4F8C-E671-4638-9476-D92B8CF34180}" srcOrd="3" destOrd="0" presId="urn:microsoft.com/office/officeart/2005/8/layout/vList2"/>
    <dgm:cxn modelId="{884C26D5-5B0F-4E86-98BD-804C357623F7}" type="presParOf" srcId="{E398629A-D84E-4E08-B24E-935A04E0EB7C}" destId="{1D596E67-3361-43B1-93DF-13BC989D9C32}" srcOrd="4" destOrd="0" presId="urn:microsoft.com/office/officeart/2005/8/layout/vList2"/>
    <dgm:cxn modelId="{EE157FEA-F571-439E-A257-F396892E5429}" type="presParOf" srcId="{E398629A-D84E-4E08-B24E-935A04E0EB7C}" destId="{4EA9C9F7-65FB-4508-B80C-F6DDABAC915B}" srcOrd="5" destOrd="0" presId="urn:microsoft.com/office/officeart/2005/8/layout/vList2"/>
    <dgm:cxn modelId="{9BCB65B3-FC61-4DB8-937F-50B07360C3D2}" type="presParOf" srcId="{E398629A-D84E-4E08-B24E-935A04E0EB7C}" destId="{00C4E797-985D-4D83-AD80-D92D571962D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B9CBBD81-108B-43DD-B784-161AF3CFC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E4649E-E5AA-4C63-AB6A-EFD65C6102BD}">
      <dgm:prSet/>
      <dgm:spPr/>
      <dgm:t>
        <a:bodyPr/>
        <a:lstStyle/>
        <a:p>
          <a:r>
            <a:rPr lang="uk-UA" dirty="0"/>
            <a:t>домінування в політичному житті родового боярства</a:t>
          </a:r>
        </a:p>
      </dgm:t>
    </dgm:pt>
    <dgm:pt modelId="{4969618E-4F51-4276-84FC-6510FB69B9AD}" type="parTrans" cxnId="{96687C2F-4313-4987-BA2D-FE99BEBA65F2}">
      <dgm:prSet/>
      <dgm:spPr/>
      <dgm:t>
        <a:bodyPr/>
        <a:lstStyle/>
        <a:p>
          <a:endParaRPr lang="uk-UA"/>
        </a:p>
      </dgm:t>
    </dgm:pt>
    <dgm:pt modelId="{9A4B3AEF-BDC4-4EE7-BBC4-78892FB4B924}" type="sibTrans" cxnId="{96687C2F-4313-4987-BA2D-FE99BEBA65F2}">
      <dgm:prSet/>
      <dgm:spPr/>
      <dgm:t>
        <a:bodyPr/>
        <a:lstStyle/>
        <a:p>
          <a:endParaRPr lang="uk-UA"/>
        </a:p>
      </dgm:t>
    </dgm:pt>
    <dgm:pt modelId="{B5419058-2412-4629-B85F-36CD424A6E1B}">
      <dgm:prSet/>
      <dgm:spPr/>
      <dgm:t>
        <a:bodyPr/>
        <a:lstStyle/>
        <a:p>
          <a:r>
            <a:rPr lang="uk-UA"/>
            <a:t>постійні династичні зазіхання Польщі та Угорщини</a:t>
          </a:r>
        </a:p>
      </dgm:t>
    </dgm:pt>
    <dgm:pt modelId="{75911EAC-D8CC-4FE3-BCA7-2BF0185883CB}" type="parTrans" cxnId="{82E3CD16-C449-44EE-A9FF-9D77086B0444}">
      <dgm:prSet/>
      <dgm:spPr/>
      <dgm:t>
        <a:bodyPr/>
        <a:lstStyle/>
        <a:p>
          <a:endParaRPr lang="uk-UA"/>
        </a:p>
      </dgm:t>
    </dgm:pt>
    <dgm:pt modelId="{D9FE1C88-BEB6-4D08-8986-AFD076970DF4}" type="sibTrans" cxnId="{82E3CD16-C449-44EE-A9FF-9D77086B0444}">
      <dgm:prSet/>
      <dgm:spPr/>
      <dgm:t>
        <a:bodyPr/>
        <a:lstStyle/>
        <a:p>
          <a:endParaRPr lang="uk-UA"/>
        </a:p>
      </dgm:t>
    </dgm:pt>
    <dgm:pt modelId="{794730A7-9615-486A-A41D-782FF29D41F5}">
      <dgm:prSet/>
      <dgm:spPr/>
      <dgm:t>
        <a:bodyPr/>
        <a:lstStyle/>
        <a:p>
          <a:r>
            <a:rPr lang="uk-UA" dirty="0"/>
            <a:t>установлення золотоординського панування</a:t>
          </a:r>
        </a:p>
      </dgm:t>
    </dgm:pt>
    <dgm:pt modelId="{A1BD90B7-3DC6-4090-9EBC-2BBB820A346C}" type="parTrans" cxnId="{48DA27E5-273F-4D7D-A786-6E150163408C}">
      <dgm:prSet/>
      <dgm:spPr/>
      <dgm:t>
        <a:bodyPr/>
        <a:lstStyle/>
        <a:p>
          <a:endParaRPr lang="uk-UA"/>
        </a:p>
      </dgm:t>
    </dgm:pt>
    <dgm:pt modelId="{5FD596C9-DD5D-4B08-9A79-92D7B9ED5341}" type="sibTrans" cxnId="{48DA27E5-273F-4D7D-A786-6E150163408C}">
      <dgm:prSet/>
      <dgm:spPr/>
      <dgm:t>
        <a:bodyPr/>
        <a:lstStyle/>
        <a:p>
          <a:endParaRPr lang="uk-UA"/>
        </a:p>
      </dgm:t>
    </dgm:pt>
    <dgm:pt modelId="{44CDD4BA-1FB1-4E5B-AC37-25C5896F5644}" type="pres">
      <dgm:prSet presAssocID="{B9CBBD81-108B-43DD-B784-161AF3CFC22E}" presName="linear" presStyleCnt="0">
        <dgm:presLayoutVars>
          <dgm:animLvl val="lvl"/>
          <dgm:resizeHandles val="exact"/>
        </dgm:presLayoutVars>
      </dgm:prSet>
      <dgm:spPr/>
    </dgm:pt>
    <dgm:pt modelId="{6E6019D6-7CBF-4EA8-836D-F0E24D919A1F}" type="pres">
      <dgm:prSet presAssocID="{F9E4649E-E5AA-4C63-AB6A-EFD65C6102B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686DAB1-C9BC-4F3D-BFA0-A2DCC4C37CB0}" type="pres">
      <dgm:prSet presAssocID="{9A4B3AEF-BDC4-4EE7-BBC4-78892FB4B924}" presName="spacer" presStyleCnt="0"/>
      <dgm:spPr/>
    </dgm:pt>
    <dgm:pt modelId="{492F3CB8-71C1-4637-81A6-EB539C39B6FC}" type="pres">
      <dgm:prSet presAssocID="{B5419058-2412-4629-B85F-36CD424A6E1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AFFA47-CD8E-4DE2-A317-990A13F4B07C}" type="pres">
      <dgm:prSet presAssocID="{D9FE1C88-BEB6-4D08-8986-AFD076970DF4}" presName="spacer" presStyleCnt="0"/>
      <dgm:spPr/>
    </dgm:pt>
    <dgm:pt modelId="{CEA4AE56-3630-45DF-BE5D-7A71CEEA2524}" type="pres">
      <dgm:prSet presAssocID="{794730A7-9615-486A-A41D-782FF29D41F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2E3CD16-C449-44EE-A9FF-9D77086B0444}" srcId="{B9CBBD81-108B-43DD-B784-161AF3CFC22E}" destId="{B5419058-2412-4629-B85F-36CD424A6E1B}" srcOrd="1" destOrd="0" parTransId="{75911EAC-D8CC-4FE3-BCA7-2BF0185883CB}" sibTransId="{D9FE1C88-BEB6-4D08-8986-AFD076970DF4}"/>
    <dgm:cxn modelId="{96687C2F-4313-4987-BA2D-FE99BEBA65F2}" srcId="{B9CBBD81-108B-43DD-B784-161AF3CFC22E}" destId="{F9E4649E-E5AA-4C63-AB6A-EFD65C6102BD}" srcOrd="0" destOrd="0" parTransId="{4969618E-4F51-4276-84FC-6510FB69B9AD}" sibTransId="{9A4B3AEF-BDC4-4EE7-BBC4-78892FB4B924}"/>
    <dgm:cxn modelId="{BF072D3F-9053-4386-9495-D50761CDD27C}" type="presOf" srcId="{B9CBBD81-108B-43DD-B784-161AF3CFC22E}" destId="{44CDD4BA-1FB1-4E5B-AC37-25C5896F5644}" srcOrd="0" destOrd="0" presId="urn:microsoft.com/office/officeart/2005/8/layout/vList2"/>
    <dgm:cxn modelId="{F219F26B-2822-47A2-8E10-C3DFF32D6C7B}" type="presOf" srcId="{B5419058-2412-4629-B85F-36CD424A6E1B}" destId="{492F3CB8-71C1-4637-81A6-EB539C39B6FC}" srcOrd="0" destOrd="0" presId="urn:microsoft.com/office/officeart/2005/8/layout/vList2"/>
    <dgm:cxn modelId="{E06644C4-3A37-4199-B827-A46C01DF1D9D}" type="presOf" srcId="{F9E4649E-E5AA-4C63-AB6A-EFD65C6102BD}" destId="{6E6019D6-7CBF-4EA8-836D-F0E24D919A1F}" srcOrd="0" destOrd="0" presId="urn:microsoft.com/office/officeart/2005/8/layout/vList2"/>
    <dgm:cxn modelId="{48DA27E5-273F-4D7D-A786-6E150163408C}" srcId="{B9CBBD81-108B-43DD-B784-161AF3CFC22E}" destId="{794730A7-9615-486A-A41D-782FF29D41F5}" srcOrd="2" destOrd="0" parTransId="{A1BD90B7-3DC6-4090-9EBC-2BBB820A346C}" sibTransId="{5FD596C9-DD5D-4B08-9A79-92D7B9ED5341}"/>
    <dgm:cxn modelId="{A10658E6-7F3D-4E78-8A66-F5548715FBAE}" type="presOf" srcId="{794730A7-9615-486A-A41D-782FF29D41F5}" destId="{CEA4AE56-3630-45DF-BE5D-7A71CEEA2524}" srcOrd="0" destOrd="0" presId="urn:microsoft.com/office/officeart/2005/8/layout/vList2"/>
    <dgm:cxn modelId="{3A49AED7-BBAC-4198-B5CE-B7905A9DEE37}" type="presParOf" srcId="{44CDD4BA-1FB1-4E5B-AC37-25C5896F5644}" destId="{6E6019D6-7CBF-4EA8-836D-F0E24D919A1F}" srcOrd="0" destOrd="0" presId="urn:microsoft.com/office/officeart/2005/8/layout/vList2"/>
    <dgm:cxn modelId="{8BB9717D-3445-4A28-9A41-CCB93015FE96}" type="presParOf" srcId="{44CDD4BA-1FB1-4E5B-AC37-25C5896F5644}" destId="{5686DAB1-C9BC-4F3D-BFA0-A2DCC4C37CB0}" srcOrd="1" destOrd="0" presId="urn:microsoft.com/office/officeart/2005/8/layout/vList2"/>
    <dgm:cxn modelId="{A9C3C5D4-A9EF-4FC5-BFE0-E0C04268843C}" type="presParOf" srcId="{44CDD4BA-1FB1-4E5B-AC37-25C5896F5644}" destId="{492F3CB8-71C1-4637-81A6-EB539C39B6FC}" srcOrd="2" destOrd="0" presId="urn:microsoft.com/office/officeart/2005/8/layout/vList2"/>
    <dgm:cxn modelId="{F1DB7C96-0DBF-4C68-AEC7-6B4DCBC87F89}" type="presParOf" srcId="{44CDD4BA-1FB1-4E5B-AC37-25C5896F5644}" destId="{3AAFFA47-CD8E-4DE2-A317-990A13F4B07C}" srcOrd="3" destOrd="0" presId="urn:microsoft.com/office/officeart/2005/8/layout/vList2"/>
    <dgm:cxn modelId="{D20DDB1C-FC56-4DAE-9C17-29B9375570A3}" type="presParOf" srcId="{44CDD4BA-1FB1-4E5B-AC37-25C5896F5644}" destId="{CEA4AE56-3630-45DF-BE5D-7A71CEEA252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2963642E-E0C4-4D8B-ADE9-0175C8F5C9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013DDD-A741-4B2B-B9C3-BBB256F526BF}">
      <dgm:prSet/>
      <dgm:spPr/>
      <dgm:t>
        <a:bodyPr/>
        <a:lstStyle/>
        <a:p>
          <a:r>
            <a:rPr lang="ru-RU" b="0" i="0"/>
            <a:t>загроза завоювання хозарами</a:t>
          </a:r>
          <a:endParaRPr lang="uk-UA"/>
        </a:p>
      </dgm:t>
    </dgm:pt>
    <dgm:pt modelId="{03309B93-31DE-4081-B6C7-B1F6C26854C5}" type="parTrans" cxnId="{BE4E10B3-F582-44D7-A23D-7443DDE0A3E8}">
      <dgm:prSet/>
      <dgm:spPr/>
      <dgm:t>
        <a:bodyPr/>
        <a:lstStyle/>
        <a:p>
          <a:endParaRPr lang="uk-UA"/>
        </a:p>
      </dgm:t>
    </dgm:pt>
    <dgm:pt modelId="{4A2B83A6-582A-493F-9195-7B7393121761}" type="sibTrans" cxnId="{BE4E10B3-F582-44D7-A23D-7443DDE0A3E8}">
      <dgm:prSet/>
      <dgm:spPr/>
      <dgm:t>
        <a:bodyPr/>
        <a:lstStyle/>
        <a:p>
          <a:endParaRPr lang="uk-UA"/>
        </a:p>
      </dgm:t>
    </dgm:pt>
    <dgm:pt modelId="{F7A438C5-F9D8-4070-B535-EB0136E142C1}">
      <dgm:prSet/>
      <dgm:spPr/>
      <dgm:t>
        <a:bodyPr/>
        <a:lstStyle/>
        <a:p>
          <a:r>
            <a:rPr lang="ru-RU" b="0" i="0"/>
            <a:t>численні набіги печенігів</a:t>
          </a:r>
          <a:endParaRPr lang="uk-UA"/>
        </a:p>
      </dgm:t>
    </dgm:pt>
    <dgm:pt modelId="{5A03A5CC-50A6-4E08-8458-450C13347A5C}" type="parTrans" cxnId="{64E05B54-2476-4430-A74C-52FDEA088309}">
      <dgm:prSet/>
      <dgm:spPr/>
      <dgm:t>
        <a:bodyPr/>
        <a:lstStyle/>
        <a:p>
          <a:endParaRPr lang="uk-UA"/>
        </a:p>
      </dgm:t>
    </dgm:pt>
    <dgm:pt modelId="{0BE873E9-F4ED-4420-B967-91942A9CA9EA}" type="sibTrans" cxnId="{64E05B54-2476-4430-A74C-52FDEA088309}">
      <dgm:prSet/>
      <dgm:spPr/>
      <dgm:t>
        <a:bodyPr/>
        <a:lstStyle/>
        <a:p>
          <a:endParaRPr lang="uk-UA"/>
        </a:p>
      </dgm:t>
    </dgm:pt>
    <dgm:pt modelId="{6D2D6EA3-06EC-4D95-B1A5-86D927668A93}">
      <dgm:prSet/>
      <dgm:spPr/>
      <dgm:t>
        <a:bodyPr/>
        <a:lstStyle/>
        <a:p>
          <a:r>
            <a:rPr lang="ru-RU" b="0" i="0"/>
            <a:t>часті напади половців</a:t>
          </a:r>
          <a:endParaRPr lang="uk-UA"/>
        </a:p>
      </dgm:t>
    </dgm:pt>
    <dgm:pt modelId="{422B6A5D-6878-4809-9B42-4A22534BFF58}" type="parTrans" cxnId="{311DA110-E448-42ED-A01D-E062CEB3B9CB}">
      <dgm:prSet/>
      <dgm:spPr/>
      <dgm:t>
        <a:bodyPr/>
        <a:lstStyle/>
        <a:p>
          <a:endParaRPr lang="uk-UA"/>
        </a:p>
      </dgm:t>
    </dgm:pt>
    <dgm:pt modelId="{293581A7-225D-47A4-BC07-FEC4DD2239BB}" type="sibTrans" cxnId="{311DA110-E448-42ED-A01D-E062CEB3B9CB}">
      <dgm:prSet/>
      <dgm:spPr/>
      <dgm:t>
        <a:bodyPr/>
        <a:lstStyle/>
        <a:p>
          <a:endParaRPr lang="uk-UA"/>
        </a:p>
      </dgm:t>
    </dgm:pt>
    <dgm:pt modelId="{120E8701-C74E-4527-9481-8A29409A3F57}">
      <dgm:prSet/>
      <dgm:spPr/>
      <dgm:t>
        <a:bodyPr/>
        <a:lstStyle/>
        <a:p>
          <a:r>
            <a:rPr lang="ru-RU" b="0" i="0" dirty="0" err="1"/>
            <a:t>уторгнення</a:t>
          </a:r>
          <a:r>
            <a:rPr lang="ru-RU" b="0" i="0" dirty="0"/>
            <a:t> </a:t>
          </a:r>
          <a:r>
            <a:rPr lang="ru-RU" b="0" i="0" dirty="0" err="1"/>
            <a:t>монголів</a:t>
          </a:r>
          <a:endParaRPr lang="uk-UA" dirty="0"/>
        </a:p>
      </dgm:t>
    </dgm:pt>
    <dgm:pt modelId="{82B46629-0202-4238-B8DC-F40506233D2B}" type="parTrans" cxnId="{479F0D16-E024-4498-BB94-9EA1DDF92D8A}">
      <dgm:prSet/>
      <dgm:spPr/>
      <dgm:t>
        <a:bodyPr/>
        <a:lstStyle/>
        <a:p>
          <a:endParaRPr lang="uk-UA"/>
        </a:p>
      </dgm:t>
    </dgm:pt>
    <dgm:pt modelId="{6645E304-6452-4F0D-BEFA-B4C3D4A74D73}" type="sibTrans" cxnId="{479F0D16-E024-4498-BB94-9EA1DDF92D8A}">
      <dgm:prSet/>
      <dgm:spPr/>
      <dgm:t>
        <a:bodyPr/>
        <a:lstStyle/>
        <a:p>
          <a:endParaRPr lang="uk-UA"/>
        </a:p>
      </dgm:t>
    </dgm:pt>
    <dgm:pt modelId="{3E65740B-0F4C-4BE2-9D0F-72FE349B4D57}" type="pres">
      <dgm:prSet presAssocID="{2963642E-E0C4-4D8B-ADE9-0175C8F5C99D}" presName="linear" presStyleCnt="0">
        <dgm:presLayoutVars>
          <dgm:animLvl val="lvl"/>
          <dgm:resizeHandles val="exact"/>
        </dgm:presLayoutVars>
      </dgm:prSet>
      <dgm:spPr/>
    </dgm:pt>
    <dgm:pt modelId="{E9869233-141E-4037-BFD4-25535E30F4BA}" type="pres">
      <dgm:prSet presAssocID="{8D013DDD-A741-4B2B-B9C3-BBB256F526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BBE5A2-BAA6-4BAB-91FE-2A3D8533C9EA}" type="pres">
      <dgm:prSet presAssocID="{4A2B83A6-582A-493F-9195-7B7393121761}" presName="spacer" presStyleCnt="0"/>
      <dgm:spPr/>
    </dgm:pt>
    <dgm:pt modelId="{D3C16C9B-E09B-44B7-B161-AA63EE435DD5}" type="pres">
      <dgm:prSet presAssocID="{F7A438C5-F9D8-4070-B535-EB0136E142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37179B-9B21-4014-9C63-98D25B332DD9}" type="pres">
      <dgm:prSet presAssocID="{0BE873E9-F4ED-4420-B967-91942A9CA9EA}" presName="spacer" presStyleCnt="0"/>
      <dgm:spPr/>
    </dgm:pt>
    <dgm:pt modelId="{75457B8E-1032-49D6-8BC0-06F7645D7408}" type="pres">
      <dgm:prSet presAssocID="{6D2D6EA3-06EC-4D95-B1A5-86D927668A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37F5AFC-4EF7-4C7E-9EA6-AF94AB66B3E6}" type="pres">
      <dgm:prSet presAssocID="{293581A7-225D-47A4-BC07-FEC4DD2239BB}" presName="spacer" presStyleCnt="0"/>
      <dgm:spPr/>
    </dgm:pt>
    <dgm:pt modelId="{58503801-479D-4D0F-AAD1-024CAB4651E7}" type="pres">
      <dgm:prSet presAssocID="{120E8701-C74E-4527-9481-8A29409A3F5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11DA110-E448-42ED-A01D-E062CEB3B9CB}" srcId="{2963642E-E0C4-4D8B-ADE9-0175C8F5C99D}" destId="{6D2D6EA3-06EC-4D95-B1A5-86D927668A93}" srcOrd="2" destOrd="0" parTransId="{422B6A5D-6878-4809-9B42-4A22534BFF58}" sibTransId="{293581A7-225D-47A4-BC07-FEC4DD2239BB}"/>
    <dgm:cxn modelId="{479F0D16-E024-4498-BB94-9EA1DDF92D8A}" srcId="{2963642E-E0C4-4D8B-ADE9-0175C8F5C99D}" destId="{120E8701-C74E-4527-9481-8A29409A3F57}" srcOrd="3" destOrd="0" parTransId="{82B46629-0202-4238-B8DC-F40506233D2B}" sibTransId="{6645E304-6452-4F0D-BEFA-B4C3D4A74D73}"/>
    <dgm:cxn modelId="{E6B7386D-97D3-4250-A7BC-352DFEE04270}" type="presOf" srcId="{8D013DDD-A741-4B2B-B9C3-BBB256F526BF}" destId="{E9869233-141E-4037-BFD4-25535E30F4BA}" srcOrd="0" destOrd="0" presId="urn:microsoft.com/office/officeart/2005/8/layout/vList2"/>
    <dgm:cxn modelId="{64E05B54-2476-4430-A74C-52FDEA088309}" srcId="{2963642E-E0C4-4D8B-ADE9-0175C8F5C99D}" destId="{F7A438C5-F9D8-4070-B535-EB0136E142C1}" srcOrd="1" destOrd="0" parTransId="{5A03A5CC-50A6-4E08-8458-450C13347A5C}" sibTransId="{0BE873E9-F4ED-4420-B967-91942A9CA9EA}"/>
    <dgm:cxn modelId="{9AF2117F-AEA3-410C-BA52-4D4010598F6B}" type="presOf" srcId="{6D2D6EA3-06EC-4D95-B1A5-86D927668A93}" destId="{75457B8E-1032-49D6-8BC0-06F7645D7408}" srcOrd="0" destOrd="0" presId="urn:microsoft.com/office/officeart/2005/8/layout/vList2"/>
    <dgm:cxn modelId="{FEBCBD99-714B-4C52-9C04-414CBE552ADC}" type="presOf" srcId="{F7A438C5-F9D8-4070-B535-EB0136E142C1}" destId="{D3C16C9B-E09B-44B7-B161-AA63EE435DD5}" srcOrd="0" destOrd="0" presId="urn:microsoft.com/office/officeart/2005/8/layout/vList2"/>
    <dgm:cxn modelId="{412127A6-4DBD-4C5A-B5E2-26050DC5B81A}" type="presOf" srcId="{2963642E-E0C4-4D8B-ADE9-0175C8F5C99D}" destId="{3E65740B-0F4C-4BE2-9D0F-72FE349B4D57}" srcOrd="0" destOrd="0" presId="urn:microsoft.com/office/officeart/2005/8/layout/vList2"/>
    <dgm:cxn modelId="{FF7959AF-FA0A-4132-809D-7756DC7E7D36}" type="presOf" srcId="{120E8701-C74E-4527-9481-8A29409A3F57}" destId="{58503801-479D-4D0F-AAD1-024CAB4651E7}" srcOrd="0" destOrd="0" presId="urn:microsoft.com/office/officeart/2005/8/layout/vList2"/>
    <dgm:cxn modelId="{BE4E10B3-F582-44D7-A23D-7443DDE0A3E8}" srcId="{2963642E-E0C4-4D8B-ADE9-0175C8F5C99D}" destId="{8D013DDD-A741-4B2B-B9C3-BBB256F526BF}" srcOrd="0" destOrd="0" parTransId="{03309B93-31DE-4081-B6C7-B1F6C26854C5}" sibTransId="{4A2B83A6-582A-493F-9195-7B7393121761}"/>
    <dgm:cxn modelId="{65246BBF-74ED-4DD1-ACAB-EDFBCB8446F5}" type="presParOf" srcId="{3E65740B-0F4C-4BE2-9D0F-72FE349B4D57}" destId="{E9869233-141E-4037-BFD4-25535E30F4BA}" srcOrd="0" destOrd="0" presId="urn:microsoft.com/office/officeart/2005/8/layout/vList2"/>
    <dgm:cxn modelId="{BF8C06F3-EC3C-4A5E-9C64-72585CFD3D32}" type="presParOf" srcId="{3E65740B-0F4C-4BE2-9D0F-72FE349B4D57}" destId="{8FBBE5A2-BAA6-4BAB-91FE-2A3D8533C9EA}" srcOrd="1" destOrd="0" presId="urn:microsoft.com/office/officeart/2005/8/layout/vList2"/>
    <dgm:cxn modelId="{50DAA51D-609A-41B8-87C3-CD52193A6351}" type="presParOf" srcId="{3E65740B-0F4C-4BE2-9D0F-72FE349B4D57}" destId="{D3C16C9B-E09B-44B7-B161-AA63EE435DD5}" srcOrd="2" destOrd="0" presId="urn:microsoft.com/office/officeart/2005/8/layout/vList2"/>
    <dgm:cxn modelId="{63028C8E-48E3-460D-AAAD-25C98E1C9DBB}" type="presParOf" srcId="{3E65740B-0F4C-4BE2-9D0F-72FE349B4D57}" destId="{E637179B-9B21-4014-9C63-98D25B332DD9}" srcOrd="3" destOrd="0" presId="urn:microsoft.com/office/officeart/2005/8/layout/vList2"/>
    <dgm:cxn modelId="{0CEF4324-D4E3-41C1-BD9B-10AA1E574D1C}" type="presParOf" srcId="{3E65740B-0F4C-4BE2-9D0F-72FE349B4D57}" destId="{75457B8E-1032-49D6-8BC0-06F7645D7408}" srcOrd="4" destOrd="0" presId="urn:microsoft.com/office/officeart/2005/8/layout/vList2"/>
    <dgm:cxn modelId="{FF83E448-D8E0-4584-9244-C3830D6E7EAC}" type="presParOf" srcId="{3E65740B-0F4C-4BE2-9D0F-72FE349B4D57}" destId="{737F5AFC-4EF7-4C7E-9EA6-AF94AB66B3E6}" srcOrd="5" destOrd="0" presId="urn:microsoft.com/office/officeart/2005/8/layout/vList2"/>
    <dgm:cxn modelId="{E2038AEB-1A56-45EB-A429-B91FE651FA6C}" type="presParOf" srcId="{3E65740B-0F4C-4BE2-9D0F-72FE349B4D57}" destId="{58503801-479D-4D0F-AAD1-024CAB4651E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CEC1692E-8DEE-4183-BAAF-988AB87D9F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27E5F77-AE39-435F-99B2-0981BF4E0E2A}">
      <dgm:prSet/>
      <dgm:spPr/>
      <dgm:t>
        <a:bodyPr/>
        <a:lstStyle/>
        <a:p>
          <a:r>
            <a:rPr lang="ru-RU" b="0" i="0" dirty="0"/>
            <a:t>один </a:t>
          </a:r>
          <a:r>
            <a:rPr lang="ru-RU" b="0" i="0" dirty="0" err="1"/>
            <a:t>із</a:t>
          </a:r>
          <a:r>
            <a:rPr lang="ru-RU" b="0" i="0" dirty="0"/>
            <a:t> </a:t>
          </a:r>
          <a:r>
            <a:rPr lang="ru-RU" b="0" i="0" dirty="0" err="1"/>
            <a:t>походів</a:t>
          </a:r>
          <a:r>
            <a:rPr lang="ru-RU" b="0" i="0" dirty="0"/>
            <a:t> руських </a:t>
          </a:r>
          <a:r>
            <a:rPr lang="ru-RU" b="0" i="0" dirty="0" err="1"/>
            <a:t>князів</a:t>
          </a:r>
          <a:r>
            <a:rPr lang="ru-RU" b="0" i="0" dirty="0"/>
            <a:t> на </a:t>
          </a:r>
          <a:r>
            <a:rPr lang="ru-RU" b="0" i="0" dirty="0" err="1"/>
            <a:t>половців</a:t>
          </a:r>
          <a:r>
            <a:rPr lang="ru-RU" b="0" i="0" dirty="0"/>
            <a:t>.</a:t>
          </a:r>
          <a:endParaRPr lang="uk-UA" dirty="0"/>
        </a:p>
      </dgm:t>
    </dgm:pt>
    <dgm:pt modelId="{349962E7-FFB3-4F3F-B834-EA64102ABF2C}" type="parTrans" cxnId="{15CC4B01-56BC-4692-BF75-56E9E5AB9759}">
      <dgm:prSet/>
      <dgm:spPr/>
      <dgm:t>
        <a:bodyPr/>
        <a:lstStyle/>
        <a:p>
          <a:endParaRPr lang="uk-UA"/>
        </a:p>
      </dgm:t>
    </dgm:pt>
    <dgm:pt modelId="{78693DEB-DE84-4EEB-A73E-79574D91D8B3}" type="sibTrans" cxnId="{15CC4B01-56BC-4692-BF75-56E9E5AB9759}">
      <dgm:prSet/>
      <dgm:spPr/>
      <dgm:t>
        <a:bodyPr/>
        <a:lstStyle/>
        <a:p>
          <a:endParaRPr lang="uk-UA"/>
        </a:p>
      </dgm:t>
    </dgm:pt>
    <dgm:pt modelId="{1D5CA810-30B6-4861-A1A1-5AED0C777062}">
      <dgm:prSet/>
      <dgm:spPr/>
      <dgm:t>
        <a:bodyPr/>
        <a:lstStyle/>
        <a:p>
          <a:r>
            <a:rPr lang="ru-RU" b="0" i="0" dirty="0" err="1"/>
            <a:t>монгольську</a:t>
          </a:r>
          <a:r>
            <a:rPr lang="ru-RU" b="0" i="0" dirty="0"/>
            <a:t> навалу на </a:t>
          </a:r>
          <a:r>
            <a:rPr lang="ru-RU" b="0" i="0" dirty="0" err="1"/>
            <a:t>руські</a:t>
          </a:r>
          <a:r>
            <a:rPr lang="ru-RU" b="0" i="0" dirty="0"/>
            <a:t> </a:t>
          </a:r>
          <a:r>
            <a:rPr lang="ru-RU" b="0" i="0" dirty="0" err="1"/>
            <a:t>князівства</a:t>
          </a:r>
          <a:r>
            <a:rPr lang="ru-RU" b="0" i="0" dirty="0"/>
            <a:t>.</a:t>
          </a:r>
          <a:endParaRPr lang="uk-UA" dirty="0"/>
        </a:p>
      </dgm:t>
    </dgm:pt>
    <dgm:pt modelId="{66CB25A9-F68A-4C4C-A328-D3275CD9EAB4}" type="parTrans" cxnId="{A6A70FD2-C2CA-484F-91EA-F8E371F542FE}">
      <dgm:prSet/>
      <dgm:spPr/>
      <dgm:t>
        <a:bodyPr/>
        <a:lstStyle/>
        <a:p>
          <a:endParaRPr lang="uk-UA"/>
        </a:p>
      </dgm:t>
    </dgm:pt>
    <dgm:pt modelId="{600399BA-A6DC-419A-AE5B-D072522B1943}" type="sibTrans" cxnId="{A6A70FD2-C2CA-484F-91EA-F8E371F542FE}">
      <dgm:prSet/>
      <dgm:spPr/>
      <dgm:t>
        <a:bodyPr/>
        <a:lstStyle/>
        <a:p>
          <a:endParaRPr lang="uk-UA"/>
        </a:p>
      </dgm:t>
    </dgm:pt>
    <dgm:pt modelId="{6F0662B8-D9F5-4149-B91A-07297AE4B21C}">
      <dgm:prSet/>
      <dgm:spPr/>
      <dgm:t>
        <a:bodyPr/>
        <a:lstStyle/>
        <a:p>
          <a:r>
            <a:rPr lang="ru-RU" b="0" i="0"/>
            <a:t>розгром Хозарського каганату.</a:t>
          </a:r>
          <a:endParaRPr lang="uk-UA"/>
        </a:p>
      </dgm:t>
    </dgm:pt>
    <dgm:pt modelId="{ED9E9CA3-73D1-4D35-9A5F-92BDF4EEC1DF}" type="parTrans" cxnId="{8B89D08D-FCF0-4B17-BE0F-4C5908B71236}">
      <dgm:prSet/>
      <dgm:spPr/>
      <dgm:t>
        <a:bodyPr/>
        <a:lstStyle/>
        <a:p>
          <a:endParaRPr lang="uk-UA"/>
        </a:p>
      </dgm:t>
    </dgm:pt>
    <dgm:pt modelId="{408ABD3A-AECC-444A-BE36-7C5005D6854F}" type="sibTrans" cxnId="{8B89D08D-FCF0-4B17-BE0F-4C5908B71236}">
      <dgm:prSet/>
      <dgm:spPr/>
      <dgm:t>
        <a:bodyPr/>
        <a:lstStyle/>
        <a:p>
          <a:endParaRPr lang="uk-UA"/>
        </a:p>
      </dgm:t>
    </dgm:pt>
    <dgm:pt modelId="{1D865ADF-9559-41D5-AB98-A2BAFA29ACD7}">
      <dgm:prSet/>
      <dgm:spPr/>
      <dgm:t>
        <a:bodyPr/>
        <a:lstStyle/>
        <a:p>
          <a:r>
            <a:rPr lang="ru-RU" b="0" i="0" dirty="0" err="1"/>
            <a:t>набіги</a:t>
          </a:r>
          <a:r>
            <a:rPr lang="ru-RU" b="0" i="0" dirty="0"/>
            <a:t> </a:t>
          </a:r>
          <a:r>
            <a:rPr lang="ru-RU" b="0" i="0" dirty="0" err="1"/>
            <a:t>печенігів</a:t>
          </a:r>
          <a:r>
            <a:rPr lang="ru-RU" b="0" i="0" dirty="0"/>
            <a:t> на </a:t>
          </a:r>
          <a:r>
            <a:rPr lang="ru-RU" b="0" i="0" dirty="0" err="1"/>
            <a:t>руські</a:t>
          </a:r>
          <a:r>
            <a:rPr lang="ru-RU" b="0" i="0" dirty="0"/>
            <a:t> </a:t>
          </a:r>
          <a:r>
            <a:rPr lang="ru-RU" b="0" i="0" dirty="0" err="1"/>
            <a:t>землі</a:t>
          </a:r>
          <a:r>
            <a:rPr lang="ru-RU" b="0" i="0" dirty="0"/>
            <a:t>.</a:t>
          </a:r>
          <a:endParaRPr lang="uk-UA" dirty="0"/>
        </a:p>
      </dgm:t>
    </dgm:pt>
    <dgm:pt modelId="{3FCF7F8A-6272-4DE1-A65E-F509AC4DABE0}" type="parTrans" cxnId="{38DDEE07-30D8-42BD-9995-6618111D0AEE}">
      <dgm:prSet/>
      <dgm:spPr/>
      <dgm:t>
        <a:bodyPr/>
        <a:lstStyle/>
        <a:p>
          <a:endParaRPr lang="uk-UA"/>
        </a:p>
      </dgm:t>
    </dgm:pt>
    <dgm:pt modelId="{500624ED-9F13-4FF3-8461-ECCF6CCC6A3F}" type="sibTrans" cxnId="{38DDEE07-30D8-42BD-9995-6618111D0AEE}">
      <dgm:prSet/>
      <dgm:spPr/>
      <dgm:t>
        <a:bodyPr/>
        <a:lstStyle/>
        <a:p>
          <a:endParaRPr lang="uk-UA"/>
        </a:p>
      </dgm:t>
    </dgm:pt>
    <dgm:pt modelId="{F43F2F71-CF96-45AA-BE84-7644B3786397}" type="pres">
      <dgm:prSet presAssocID="{CEC1692E-8DEE-4183-BAAF-988AB87D9FB1}" presName="linear" presStyleCnt="0">
        <dgm:presLayoutVars>
          <dgm:animLvl val="lvl"/>
          <dgm:resizeHandles val="exact"/>
        </dgm:presLayoutVars>
      </dgm:prSet>
      <dgm:spPr/>
    </dgm:pt>
    <dgm:pt modelId="{C8090942-FDD1-422D-A58A-533810540682}" type="pres">
      <dgm:prSet presAssocID="{927E5F77-AE39-435F-99B2-0981BF4E0E2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80C3684-7EE7-4201-93DA-284CD9424860}" type="pres">
      <dgm:prSet presAssocID="{78693DEB-DE84-4EEB-A73E-79574D91D8B3}" presName="spacer" presStyleCnt="0"/>
      <dgm:spPr/>
    </dgm:pt>
    <dgm:pt modelId="{4EFDAF67-76F9-4CB3-ADD2-2A1ABF747451}" type="pres">
      <dgm:prSet presAssocID="{1D5CA810-30B6-4861-A1A1-5AED0C7770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0DD17A2-BDE8-432E-97E7-3058B9BE23B8}" type="pres">
      <dgm:prSet presAssocID="{600399BA-A6DC-419A-AE5B-D072522B1943}" presName="spacer" presStyleCnt="0"/>
      <dgm:spPr/>
    </dgm:pt>
    <dgm:pt modelId="{BCD03DB6-7421-4894-93C1-3092F365215A}" type="pres">
      <dgm:prSet presAssocID="{6F0662B8-D9F5-4149-B91A-07297AE4B21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F967FD-023A-4C23-991A-A6D65D0044B0}" type="pres">
      <dgm:prSet presAssocID="{408ABD3A-AECC-444A-BE36-7C5005D6854F}" presName="spacer" presStyleCnt="0"/>
      <dgm:spPr/>
    </dgm:pt>
    <dgm:pt modelId="{4CA23463-B70F-40AE-90DF-AC2D70CB03D0}" type="pres">
      <dgm:prSet presAssocID="{1D865ADF-9559-41D5-AB98-A2BAFA29ACD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CC4B01-56BC-4692-BF75-56E9E5AB9759}" srcId="{CEC1692E-8DEE-4183-BAAF-988AB87D9FB1}" destId="{927E5F77-AE39-435F-99B2-0981BF4E0E2A}" srcOrd="0" destOrd="0" parTransId="{349962E7-FFB3-4F3F-B834-EA64102ABF2C}" sibTransId="{78693DEB-DE84-4EEB-A73E-79574D91D8B3}"/>
    <dgm:cxn modelId="{38DDEE07-30D8-42BD-9995-6618111D0AEE}" srcId="{CEC1692E-8DEE-4183-BAAF-988AB87D9FB1}" destId="{1D865ADF-9559-41D5-AB98-A2BAFA29ACD7}" srcOrd="3" destOrd="0" parTransId="{3FCF7F8A-6272-4DE1-A65E-F509AC4DABE0}" sibTransId="{500624ED-9F13-4FF3-8461-ECCF6CCC6A3F}"/>
    <dgm:cxn modelId="{4907EF07-BE2E-42C5-9F35-039E73F4B335}" type="presOf" srcId="{1D865ADF-9559-41D5-AB98-A2BAFA29ACD7}" destId="{4CA23463-B70F-40AE-90DF-AC2D70CB03D0}" srcOrd="0" destOrd="0" presId="urn:microsoft.com/office/officeart/2005/8/layout/vList2"/>
    <dgm:cxn modelId="{0880FD8B-6A56-4482-ADE0-C57FEF468BFE}" type="presOf" srcId="{1D5CA810-30B6-4861-A1A1-5AED0C777062}" destId="{4EFDAF67-76F9-4CB3-ADD2-2A1ABF747451}" srcOrd="0" destOrd="0" presId="urn:microsoft.com/office/officeart/2005/8/layout/vList2"/>
    <dgm:cxn modelId="{8B89D08D-FCF0-4B17-BE0F-4C5908B71236}" srcId="{CEC1692E-8DEE-4183-BAAF-988AB87D9FB1}" destId="{6F0662B8-D9F5-4149-B91A-07297AE4B21C}" srcOrd="2" destOrd="0" parTransId="{ED9E9CA3-73D1-4D35-9A5F-92BDF4EEC1DF}" sibTransId="{408ABD3A-AECC-444A-BE36-7C5005D6854F}"/>
    <dgm:cxn modelId="{B7094C9A-731A-4F3D-AF96-29AB8825C0B5}" type="presOf" srcId="{6F0662B8-D9F5-4149-B91A-07297AE4B21C}" destId="{BCD03DB6-7421-4894-93C1-3092F365215A}" srcOrd="0" destOrd="0" presId="urn:microsoft.com/office/officeart/2005/8/layout/vList2"/>
    <dgm:cxn modelId="{02EA9DBE-549D-4AF0-B2D8-07B30FD132F0}" type="presOf" srcId="{CEC1692E-8DEE-4183-BAAF-988AB87D9FB1}" destId="{F43F2F71-CF96-45AA-BE84-7644B3786397}" srcOrd="0" destOrd="0" presId="urn:microsoft.com/office/officeart/2005/8/layout/vList2"/>
    <dgm:cxn modelId="{A6A70FD2-C2CA-484F-91EA-F8E371F542FE}" srcId="{CEC1692E-8DEE-4183-BAAF-988AB87D9FB1}" destId="{1D5CA810-30B6-4861-A1A1-5AED0C777062}" srcOrd="1" destOrd="0" parTransId="{66CB25A9-F68A-4C4C-A328-D3275CD9EAB4}" sibTransId="{600399BA-A6DC-419A-AE5B-D072522B1943}"/>
    <dgm:cxn modelId="{F8C3C5E9-512E-486E-A490-DED723FC4625}" type="presOf" srcId="{927E5F77-AE39-435F-99B2-0981BF4E0E2A}" destId="{C8090942-FDD1-422D-A58A-533810540682}" srcOrd="0" destOrd="0" presId="urn:microsoft.com/office/officeart/2005/8/layout/vList2"/>
    <dgm:cxn modelId="{D68C1350-379A-4AB0-8600-5458D065922B}" type="presParOf" srcId="{F43F2F71-CF96-45AA-BE84-7644B3786397}" destId="{C8090942-FDD1-422D-A58A-533810540682}" srcOrd="0" destOrd="0" presId="urn:microsoft.com/office/officeart/2005/8/layout/vList2"/>
    <dgm:cxn modelId="{AECA9C6B-CD4A-4433-AF7E-2FCAC04E84A5}" type="presParOf" srcId="{F43F2F71-CF96-45AA-BE84-7644B3786397}" destId="{180C3684-7EE7-4201-93DA-284CD9424860}" srcOrd="1" destOrd="0" presId="urn:microsoft.com/office/officeart/2005/8/layout/vList2"/>
    <dgm:cxn modelId="{9C421DA3-4123-453B-B95B-D9815A73E7CD}" type="presParOf" srcId="{F43F2F71-CF96-45AA-BE84-7644B3786397}" destId="{4EFDAF67-76F9-4CB3-ADD2-2A1ABF747451}" srcOrd="2" destOrd="0" presId="urn:microsoft.com/office/officeart/2005/8/layout/vList2"/>
    <dgm:cxn modelId="{9A3FFC90-4457-42CB-835F-8451CF19DA5E}" type="presParOf" srcId="{F43F2F71-CF96-45AA-BE84-7644B3786397}" destId="{80DD17A2-BDE8-432E-97E7-3058B9BE23B8}" srcOrd="3" destOrd="0" presId="urn:microsoft.com/office/officeart/2005/8/layout/vList2"/>
    <dgm:cxn modelId="{9E92A36F-36B3-439A-89B1-FF9761A8899B}" type="presParOf" srcId="{F43F2F71-CF96-45AA-BE84-7644B3786397}" destId="{BCD03DB6-7421-4894-93C1-3092F365215A}" srcOrd="4" destOrd="0" presId="urn:microsoft.com/office/officeart/2005/8/layout/vList2"/>
    <dgm:cxn modelId="{0BE9BC82-512C-49D5-9549-48692C9DD2DD}" type="presParOf" srcId="{F43F2F71-CF96-45AA-BE84-7644B3786397}" destId="{66F967FD-023A-4C23-991A-A6D65D0044B0}" srcOrd="5" destOrd="0" presId="urn:microsoft.com/office/officeart/2005/8/layout/vList2"/>
    <dgm:cxn modelId="{4D8A5A82-9D08-41AB-9C48-FAE1A45BF09C}" type="presParOf" srcId="{F43F2F71-CF96-45AA-BE84-7644B3786397}" destId="{4CA23463-B70F-40AE-90DF-AC2D70CB03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CBCAFA6B-64D1-479E-A35B-6536C2A91BA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B303D6-1C30-4D03-9356-CAEA2AF17E83}">
      <dgm:prSet/>
      <dgm:spPr/>
      <dgm:t>
        <a:bodyPr/>
        <a:lstStyle/>
        <a:p>
          <a:r>
            <a:rPr lang="uk-UA" b="0" i="0"/>
            <a:t>під Ітілем (близько 965 р.)</a:t>
          </a:r>
          <a:endParaRPr lang="uk-UA"/>
        </a:p>
      </dgm:t>
    </dgm:pt>
    <dgm:pt modelId="{E3BB1A5A-4B4D-4E2E-B758-BA9901F29D93}" type="parTrans" cxnId="{84422645-9DBD-4F78-8DE2-2DA88E17F0A3}">
      <dgm:prSet/>
      <dgm:spPr/>
      <dgm:t>
        <a:bodyPr/>
        <a:lstStyle/>
        <a:p>
          <a:endParaRPr lang="uk-UA"/>
        </a:p>
      </dgm:t>
    </dgm:pt>
    <dgm:pt modelId="{5F859B9B-D28C-4B26-B41D-22B3BC9BD16D}" type="sibTrans" cxnId="{84422645-9DBD-4F78-8DE2-2DA88E17F0A3}">
      <dgm:prSet/>
      <dgm:spPr/>
      <dgm:t>
        <a:bodyPr/>
        <a:lstStyle/>
        <a:p>
          <a:endParaRPr lang="uk-UA"/>
        </a:p>
      </dgm:t>
    </dgm:pt>
    <dgm:pt modelId="{5C82E38A-7086-4616-A3EE-09A0B687FB6B}">
      <dgm:prSet/>
      <dgm:spPr/>
      <dgm:t>
        <a:bodyPr/>
        <a:lstStyle/>
        <a:p>
          <a:r>
            <a:rPr lang="uk-UA" b="0" i="0" dirty="0"/>
            <a:t>під Києвом (1036 р.)</a:t>
          </a:r>
          <a:endParaRPr lang="uk-UA" dirty="0"/>
        </a:p>
      </dgm:t>
    </dgm:pt>
    <dgm:pt modelId="{5AE1B85A-FF34-4FBB-8ECB-7B3C71B6462D}" type="parTrans" cxnId="{E4670E33-E2A0-402A-9A58-061712DCF797}">
      <dgm:prSet/>
      <dgm:spPr/>
      <dgm:t>
        <a:bodyPr/>
        <a:lstStyle/>
        <a:p>
          <a:endParaRPr lang="uk-UA"/>
        </a:p>
      </dgm:t>
    </dgm:pt>
    <dgm:pt modelId="{6BC583D1-0380-4C07-B502-FA4D71A1AC4A}" type="sibTrans" cxnId="{E4670E33-E2A0-402A-9A58-061712DCF797}">
      <dgm:prSet/>
      <dgm:spPr/>
      <dgm:t>
        <a:bodyPr/>
        <a:lstStyle/>
        <a:p>
          <a:endParaRPr lang="uk-UA"/>
        </a:p>
      </dgm:t>
    </dgm:pt>
    <dgm:pt modelId="{10BB234A-60BE-4E1A-847F-7843F5ABC111}">
      <dgm:prSet/>
      <dgm:spPr/>
      <dgm:t>
        <a:bodyPr/>
        <a:lstStyle/>
        <a:p>
          <a:r>
            <a:rPr lang="uk-UA" b="0" i="0"/>
            <a:t>біля річки Альта (1068 р.)</a:t>
          </a:r>
          <a:endParaRPr lang="uk-UA"/>
        </a:p>
      </dgm:t>
    </dgm:pt>
    <dgm:pt modelId="{FE3F1E42-7126-46D2-87B6-601D79B8961B}" type="parTrans" cxnId="{F80F9D8D-30F4-40D4-9B4D-AFDBB6C67A45}">
      <dgm:prSet/>
      <dgm:spPr/>
      <dgm:t>
        <a:bodyPr/>
        <a:lstStyle/>
        <a:p>
          <a:endParaRPr lang="uk-UA"/>
        </a:p>
      </dgm:t>
    </dgm:pt>
    <dgm:pt modelId="{832F4270-5036-4016-BCC7-5CAAD42D6B74}" type="sibTrans" cxnId="{F80F9D8D-30F4-40D4-9B4D-AFDBB6C67A45}">
      <dgm:prSet/>
      <dgm:spPr/>
      <dgm:t>
        <a:bodyPr/>
        <a:lstStyle/>
        <a:p>
          <a:endParaRPr lang="uk-UA"/>
        </a:p>
      </dgm:t>
    </dgm:pt>
    <dgm:pt modelId="{17F0D72D-2FF6-4DD6-9895-70694BE40D9A}">
      <dgm:prSet/>
      <dgm:spPr/>
      <dgm:t>
        <a:bodyPr/>
        <a:lstStyle/>
        <a:p>
          <a:r>
            <a:rPr lang="uk-UA" b="0" i="0" dirty="0"/>
            <a:t>біля річки Калка (1223 р.)</a:t>
          </a:r>
          <a:endParaRPr lang="uk-UA" dirty="0"/>
        </a:p>
      </dgm:t>
    </dgm:pt>
    <dgm:pt modelId="{52A18F1B-F2D2-48E7-8145-CA0E06E2C168}" type="parTrans" cxnId="{7191D13A-94EB-40F6-B2F9-7FCD3128FF78}">
      <dgm:prSet/>
      <dgm:spPr/>
      <dgm:t>
        <a:bodyPr/>
        <a:lstStyle/>
        <a:p>
          <a:endParaRPr lang="uk-UA"/>
        </a:p>
      </dgm:t>
    </dgm:pt>
    <dgm:pt modelId="{A7397DCE-9FC4-431F-B239-F3E2D1C653A7}" type="sibTrans" cxnId="{7191D13A-94EB-40F6-B2F9-7FCD3128FF78}">
      <dgm:prSet/>
      <dgm:spPr/>
      <dgm:t>
        <a:bodyPr/>
        <a:lstStyle/>
        <a:p>
          <a:endParaRPr lang="uk-UA"/>
        </a:p>
      </dgm:t>
    </dgm:pt>
    <dgm:pt modelId="{E28F5B3E-9DD6-4D89-BCC4-7DC2B0DD3031}" type="pres">
      <dgm:prSet presAssocID="{CBCAFA6B-64D1-479E-A35B-6536C2A91BAE}" presName="Name0" presStyleCnt="0">
        <dgm:presLayoutVars>
          <dgm:chMax val="7"/>
          <dgm:chPref val="7"/>
          <dgm:dir/>
        </dgm:presLayoutVars>
      </dgm:prSet>
      <dgm:spPr/>
    </dgm:pt>
    <dgm:pt modelId="{F8C12AF1-2E0A-4103-9FEE-A380B5D1AFD0}" type="pres">
      <dgm:prSet presAssocID="{CBCAFA6B-64D1-479E-A35B-6536C2A91BAE}" presName="Name1" presStyleCnt="0"/>
      <dgm:spPr/>
    </dgm:pt>
    <dgm:pt modelId="{F280A182-7C3B-4E8C-8D24-929299135CE0}" type="pres">
      <dgm:prSet presAssocID="{CBCAFA6B-64D1-479E-A35B-6536C2A91BAE}" presName="cycle" presStyleCnt="0"/>
      <dgm:spPr/>
    </dgm:pt>
    <dgm:pt modelId="{65D65DAF-9DAB-492B-B633-BD9A955A6DE9}" type="pres">
      <dgm:prSet presAssocID="{CBCAFA6B-64D1-479E-A35B-6536C2A91BAE}" presName="srcNode" presStyleLbl="node1" presStyleIdx="0" presStyleCnt="4"/>
      <dgm:spPr/>
    </dgm:pt>
    <dgm:pt modelId="{33F015F0-5825-43BD-A85E-75AE1CD3E1C9}" type="pres">
      <dgm:prSet presAssocID="{CBCAFA6B-64D1-479E-A35B-6536C2A91BAE}" presName="conn" presStyleLbl="parChTrans1D2" presStyleIdx="0" presStyleCnt="1"/>
      <dgm:spPr/>
    </dgm:pt>
    <dgm:pt modelId="{5F637CA1-0FE4-43B8-9B95-4DBB591F46E4}" type="pres">
      <dgm:prSet presAssocID="{CBCAFA6B-64D1-479E-A35B-6536C2A91BAE}" presName="extraNode" presStyleLbl="node1" presStyleIdx="0" presStyleCnt="4"/>
      <dgm:spPr/>
    </dgm:pt>
    <dgm:pt modelId="{F155A0C7-46B8-4758-A23C-7E008A385615}" type="pres">
      <dgm:prSet presAssocID="{CBCAFA6B-64D1-479E-A35B-6536C2A91BAE}" presName="dstNode" presStyleLbl="node1" presStyleIdx="0" presStyleCnt="4"/>
      <dgm:spPr/>
    </dgm:pt>
    <dgm:pt modelId="{4FDF186C-B52C-4A98-8900-7B98E7C83F73}" type="pres">
      <dgm:prSet presAssocID="{4FB303D6-1C30-4D03-9356-CAEA2AF17E83}" presName="text_1" presStyleLbl="node1" presStyleIdx="0" presStyleCnt="4">
        <dgm:presLayoutVars>
          <dgm:bulletEnabled val="1"/>
        </dgm:presLayoutVars>
      </dgm:prSet>
      <dgm:spPr/>
    </dgm:pt>
    <dgm:pt modelId="{3472C80D-B727-464E-8E79-9C971FE8EA2F}" type="pres">
      <dgm:prSet presAssocID="{4FB303D6-1C30-4D03-9356-CAEA2AF17E83}" presName="accent_1" presStyleCnt="0"/>
      <dgm:spPr/>
    </dgm:pt>
    <dgm:pt modelId="{A0C8C2FE-1237-4639-8E8F-9CDF4C058DB0}" type="pres">
      <dgm:prSet presAssocID="{4FB303D6-1C30-4D03-9356-CAEA2AF17E83}" presName="accentRepeatNode" presStyleLbl="solidFgAcc1" presStyleIdx="0" presStyleCnt="4"/>
      <dgm:spPr/>
    </dgm:pt>
    <dgm:pt modelId="{404B3617-FE63-47C0-8FDB-E0742BC7C5B9}" type="pres">
      <dgm:prSet presAssocID="{5C82E38A-7086-4616-A3EE-09A0B687FB6B}" presName="text_2" presStyleLbl="node1" presStyleIdx="1" presStyleCnt="4">
        <dgm:presLayoutVars>
          <dgm:bulletEnabled val="1"/>
        </dgm:presLayoutVars>
      </dgm:prSet>
      <dgm:spPr/>
    </dgm:pt>
    <dgm:pt modelId="{DA076C87-FCA1-466A-8771-34E5C631BCD7}" type="pres">
      <dgm:prSet presAssocID="{5C82E38A-7086-4616-A3EE-09A0B687FB6B}" presName="accent_2" presStyleCnt="0"/>
      <dgm:spPr/>
    </dgm:pt>
    <dgm:pt modelId="{BD1E5BF1-B762-4A55-8E26-9BD7F25CF954}" type="pres">
      <dgm:prSet presAssocID="{5C82E38A-7086-4616-A3EE-09A0B687FB6B}" presName="accentRepeatNode" presStyleLbl="solidFgAcc1" presStyleIdx="1" presStyleCnt="4"/>
      <dgm:spPr/>
    </dgm:pt>
    <dgm:pt modelId="{921FED69-AEA0-4F77-AE01-CD45555B8408}" type="pres">
      <dgm:prSet presAssocID="{10BB234A-60BE-4E1A-847F-7843F5ABC111}" presName="text_3" presStyleLbl="node1" presStyleIdx="2" presStyleCnt="4">
        <dgm:presLayoutVars>
          <dgm:bulletEnabled val="1"/>
        </dgm:presLayoutVars>
      </dgm:prSet>
      <dgm:spPr/>
    </dgm:pt>
    <dgm:pt modelId="{E3FA3EDC-7AED-477B-8FE7-5A19A3463893}" type="pres">
      <dgm:prSet presAssocID="{10BB234A-60BE-4E1A-847F-7843F5ABC111}" presName="accent_3" presStyleCnt="0"/>
      <dgm:spPr/>
    </dgm:pt>
    <dgm:pt modelId="{8FD508C5-C010-4558-AD84-6DC1F36C0D22}" type="pres">
      <dgm:prSet presAssocID="{10BB234A-60BE-4E1A-847F-7843F5ABC111}" presName="accentRepeatNode" presStyleLbl="solidFgAcc1" presStyleIdx="2" presStyleCnt="4"/>
      <dgm:spPr/>
    </dgm:pt>
    <dgm:pt modelId="{C6647539-5D18-470B-A2D8-DFDCD4799ABA}" type="pres">
      <dgm:prSet presAssocID="{17F0D72D-2FF6-4DD6-9895-70694BE40D9A}" presName="text_4" presStyleLbl="node1" presStyleIdx="3" presStyleCnt="4">
        <dgm:presLayoutVars>
          <dgm:bulletEnabled val="1"/>
        </dgm:presLayoutVars>
      </dgm:prSet>
      <dgm:spPr/>
    </dgm:pt>
    <dgm:pt modelId="{A7522F0B-1414-4B5E-B5EB-DFE92EC97B76}" type="pres">
      <dgm:prSet presAssocID="{17F0D72D-2FF6-4DD6-9895-70694BE40D9A}" presName="accent_4" presStyleCnt="0"/>
      <dgm:spPr/>
    </dgm:pt>
    <dgm:pt modelId="{674D2B6F-4F26-44CD-8C83-913CB15666A1}" type="pres">
      <dgm:prSet presAssocID="{17F0D72D-2FF6-4DD6-9895-70694BE40D9A}" presName="accentRepeatNode" presStyleLbl="solidFgAcc1" presStyleIdx="3" presStyleCnt="4"/>
      <dgm:spPr/>
    </dgm:pt>
  </dgm:ptLst>
  <dgm:cxnLst>
    <dgm:cxn modelId="{E4670E33-E2A0-402A-9A58-061712DCF797}" srcId="{CBCAFA6B-64D1-479E-A35B-6536C2A91BAE}" destId="{5C82E38A-7086-4616-A3EE-09A0B687FB6B}" srcOrd="1" destOrd="0" parTransId="{5AE1B85A-FF34-4FBB-8ECB-7B3C71B6462D}" sibTransId="{6BC583D1-0380-4C07-B502-FA4D71A1AC4A}"/>
    <dgm:cxn modelId="{7191D13A-94EB-40F6-B2F9-7FCD3128FF78}" srcId="{CBCAFA6B-64D1-479E-A35B-6536C2A91BAE}" destId="{17F0D72D-2FF6-4DD6-9895-70694BE40D9A}" srcOrd="3" destOrd="0" parTransId="{52A18F1B-F2D2-48E7-8145-CA0E06E2C168}" sibTransId="{A7397DCE-9FC4-431F-B239-F3E2D1C653A7}"/>
    <dgm:cxn modelId="{84422645-9DBD-4F78-8DE2-2DA88E17F0A3}" srcId="{CBCAFA6B-64D1-479E-A35B-6536C2A91BAE}" destId="{4FB303D6-1C30-4D03-9356-CAEA2AF17E83}" srcOrd="0" destOrd="0" parTransId="{E3BB1A5A-4B4D-4E2E-B758-BA9901F29D93}" sibTransId="{5F859B9B-D28C-4B26-B41D-22B3BC9BD16D}"/>
    <dgm:cxn modelId="{CFA35D4C-376B-4E2D-9956-3A253D897D74}" type="presOf" srcId="{5C82E38A-7086-4616-A3EE-09A0B687FB6B}" destId="{404B3617-FE63-47C0-8FDB-E0742BC7C5B9}" srcOrd="0" destOrd="0" presId="urn:microsoft.com/office/officeart/2008/layout/VerticalCurvedList"/>
    <dgm:cxn modelId="{F80F9D8D-30F4-40D4-9B4D-AFDBB6C67A45}" srcId="{CBCAFA6B-64D1-479E-A35B-6536C2A91BAE}" destId="{10BB234A-60BE-4E1A-847F-7843F5ABC111}" srcOrd="2" destOrd="0" parTransId="{FE3F1E42-7126-46D2-87B6-601D79B8961B}" sibTransId="{832F4270-5036-4016-BCC7-5CAAD42D6B74}"/>
    <dgm:cxn modelId="{91385193-C3DE-48CD-BBED-389E5290E41C}" type="presOf" srcId="{17F0D72D-2FF6-4DD6-9895-70694BE40D9A}" destId="{C6647539-5D18-470B-A2D8-DFDCD4799ABA}" srcOrd="0" destOrd="0" presId="urn:microsoft.com/office/officeart/2008/layout/VerticalCurvedList"/>
    <dgm:cxn modelId="{7D1870EB-9AA9-4BD9-9BCF-93959D64B3CA}" type="presOf" srcId="{5F859B9B-D28C-4B26-B41D-22B3BC9BD16D}" destId="{33F015F0-5825-43BD-A85E-75AE1CD3E1C9}" srcOrd="0" destOrd="0" presId="urn:microsoft.com/office/officeart/2008/layout/VerticalCurvedList"/>
    <dgm:cxn modelId="{22FB08ED-1837-4C4F-8BE2-B52755F7A9D5}" type="presOf" srcId="{CBCAFA6B-64D1-479E-A35B-6536C2A91BAE}" destId="{E28F5B3E-9DD6-4D89-BCC4-7DC2B0DD3031}" srcOrd="0" destOrd="0" presId="urn:microsoft.com/office/officeart/2008/layout/VerticalCurvedList"/>
    <dgm:cxn modelId="{30A1B9F6-26D8-4770-B552-EBCA01E5D868}" type="presOf" srcId="{4FB303D6-1C30-4D03-9356-CAEA2AF17E83}" destId="{4FDF186C-B52C-4A98-8900-7B98E7C83F73}" srcOrd="0" destOrd="0" presId="urn:microsoft.com/office/officeart/2008/layout/VerticalCurvedList"/>
    <dgm:cxn modelId="{0913A0FD-4849-4F9D-A9FA-1C23A28B7FDB}" type="presOf" srcId="{10BB234A-60BE-4E1A-847F-7843F5ABC111}" destId="{921FED69-AEA0-4F77-AE01-CD45555B8408}" srcOrd="0" destOrd="0" presId="urn:microsoft.com/office/officeart/2008/layout/VerticalCurvedList"/>
    <dgm:cxn modelId="{48669EBF-4B09-43BB-AB07-338C33F2BFC3}" type="presParOf" srcId="{E28F5B3E-9DD6-4D89-BCC4-7DC2B0DD3031}" destId="{F8C12AF1-2E0A-4103-9FEE-A380B5D1AFD0}" srcOrd="0" destOrd="0" presId="urn:microsoft.com/office/officeart/2008/layout/VerticalCurvedList"/>
    <dgm:cxn modelId="{CF779839-0E82-4BC5-864D-6F57406418A6}" type="presParOf" srcId="{F8C12AF1-2E0A-4103-9FEE-A380B5D1AFD0}" destId="{F280A182-7C3B-4E8C-8D24-929299135CE0}" srcOrd="0" destOrd="0" presId="urn:microsoft.com/office/officeart/2008/layout/VerticalCurvedList"/>
    <dgm:cxn modelId="{EA885796-C222-42B4-8CE1-3411B1A9284E}" type="presParOf" srcId="{F280A182-7C3B-4E8C-8D24-929299135CE0}" destId="{65D65DAF-9DAB-492B-B633-BD9A955A6DE9}" srcOrd="0" destOrd="0" presId="urn:microsoft.com/office/officeart/2008/layout/VerticalCurvedList"/>
    <dgm:cxn modelId="{A8DC2EE1-255A-4028-A229-95446CD1DBEA}" type="presParOf" srcId="{F280A182-7C3B-4E8C-8D24-929299135CE0}" destId="{33F015F0-5825-43BD-A85E-75AE1CD3E1C9}" srcOrd="1" destOrd="0" presId="urn:microsoft.com/office/officeart/2008/layout/VerticalCurvedList"/>
    <dgm:cxn modelId="{E5ACD66A-1C3C-460B-B2E1-DDCE94A92EC1}" type="presParOf" srcId="{F280A182-7C3B-4E8C-8D24-929299135CE0}" destId="{5F637CA1-0FE4-43B8-9B95-4DBB591F46E4}" srcOrd="2" destOrd="0" presId="urn:microsoft.com/office/officeart/2008/layout/VerticalCurvedList"/>
    <dgm:cxn modelId="{D2BE3A83-53B9-44DE-B99D-D0B2C5E4CC6C}" type="presParOf" srcId="{F280A182-7C3B-4E8C-8D24-929299135CE0}" destId="{F155A0C7-46B8-4758-A23C-7E008A385615}" srcOrd="3" destOrd="0" presId="urn:microsoft.com/office/officeart/2008/layout/VerticalCurvedList"/>
    <dgm:cxn modelId="{218BB367-E466-4E0F-89FB-FA1E202D6FE9}" type="presParOf" srcId="{F8C12AF1-2E0A-4103-9FEE-A380B5D1AFD0}" destId="{4FDF186C-B52C-4A98-8900-7B98E7C83F73}" srcOrd="1" destOrd="0" presId="urn:microsoft.com/office/officeart/2008/layout/VerticalCurvedList"/>
    <dgm:cxn modelId="{034B4B76-74EB-4D36-9A5E-FE883A311E36}" type="presParOf" srcId="{F8C12AF1-2E0A-4103-9FEE-A380B5D1AFD0}" destId="{3472C80D-B727-464E-8E79-9C971FE8EA2F}" srcOrd="2" destOrd="0" presId="urn:microsoft.com/office/officeart/2008/layout/VerticalCurvedList"/>
    <dgm:cxn modelId="{4D014623-D761-4CDB-8DE7-F10408924010}" type="presParOf" srcId="{3472C80D-B727-464E-8E79-9C971FE8EA2F}" destId="{A0C8C2FE-1237-4639-8E8F-9CDF4C058DB0}" srcOrd="0" destOrd="0" presId="urn:microsoft.com/office/officeart/2008/layout/VerticalCurvedList"/>
    <dgm:cxn modelId="{20BACCC5-B7E7-4EEE-9F8F-226CD198EE68}" type="presParOf" srcId="{F8C12AF1-2E0A-4103-9FEE-A380B5D1AFD0}" destId="{404B3617-FE63-47C0-8FDB-E0742BC7C5B9}" srcOrd="3" destOrd="0" presId="urn:microsoft.com/office/officeart/2008/layout/VerticalCurvedList"/>
    <dgm:cxn modelId="{0953B351-8678-4D59-8556-17E1EDDF1C50}" type="presParOf" srcId="{F8C12AF1-2E0A-4103-9FEE-A380B5D1AFD0}" destId="{DA076C87-FCA1-466A-8771-34E5C631BCD7}" srcOrd="4" destOrd="0" presId="urn:microsoft.com/office/officeart/2008/layout/VerticalCurvedList"/>
    <dgm:cxn modelId="{2F813AF7-8C68-413E-80F7-78678C3444AB}" type="presParOf" srcId="{DA076C87-FCA1-466A-8771-34E5C631BCD7}" destId="{BD1E5BF1-B762-4A55-8E26-9BD7F25CF954}" srcOrd="0" destOrd="0" presId="urn:microsoft.com/office/officeart/2008/layout/VerticalCurvedList"/>
    <dgm:cxn modelId="{240D0B38-D7E7-48FB-B8A2-E90999C9CB06}" type="presParOf" srcId="{F8C12AF1-2E0A-4103-9FEE-A380B5D1AFD0}" destId="{921FED69-AEA0-4F77-AE01-CD45555B8408}" srcOrd="5" destOrd="0" presId="urn:microsoft.com/office/officeart/2008/layout/VerticalCurvedList"/>
    <dgm:cxn modelId="{4F30EA34-9BF5-4FD6-AB18-655BBAF87613}" type="presParOf" srcId="{F8C12AF1-2E0A-4103-9FEE-A380B5D1AFD0}" destId="{E3FA3EDC-7AED-477B-8FE7-5A19A3463893}" srcOrd="6" destOrd="0" presId="urn:microsoft.com/office/officeart/2008/layout/VerticalCurvedList"/>
    <dgm:cxn modelId="{48C79F4A-06B7-4105-9DDF-6EA652680377}" type="presParOf" srcId="{E3FA3EDC-7AED-477B-8FE7-5A19A3463893}" destId="{8FD508C5-C010-4558-AD84-6DC1F36C0D22}" srcOrd="0" destOrd="0" presId="urn:microsoft.com/office/officeart/2008/layout/VerticalCurvedList"/>
    <dgm:cxn modelId="{0D77294A-0F77-44EB-AB80-C907320A8A44}" type="presParOf" srcId="{F8C12AF1-2E0A-4103-9FEE-A380B5D1AFD0}" destId="{C6647539-5D18-470B-A2D8-DFDCD4799ABA}" srcOrd="7" destOrd="0" presId="urn:microsoft.com/office/officeart/2008/layout/VerticalCurvedList"/>
    <dgm:cxn modelId="{471528ED-8DB7-4702-AD69-DA556B868C3E}" type="presParOf" srcId="{F8C12AF1-2E0A-4103-9FEE-A380B5D1AFD0}" destId="{A7522F0B-1414-4B5E-B5EB-DFE92EC97B76}" srcOrd="8" destOrd="0" presId="urn:microsoft.com/office/officeart/2008/layout/VerticalCurvedList"/>
    <dgm:cxn modelId="{A4319113-4B2F-43BB-B519-80A60A9912A0}" type="presParOf" srcId="{A7522F0B-1414-4B5E-B5EB-DFE92EC97B76}" destId="{674D2B6F-4F26-44CD-8C83-913CB15666A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3E51FD70-428F-4571-9C05-49C15775490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D02536-91AC-4B31-B473-8B29E37DAB99}">
      <dgm:prSet/>
      <dgm:spPr/>
      <dgm:t>
        <a:bodyPr/>
        <a:lstStyle/>
        <a:p>
          <a:r>
            <a:rPr lang="ru-RU" b="0" i="0"/>
            <a:t>угорці</a:t>
          </a:r>
          <a:endParaRPr lang="uk-UA"/>
        </a:p>
      </dgm:t>
    </dgm:pt>
    <dgm:pt modelId="{B084FE18-0993-47FD-821E-E7AFFE0531DC}" type="parTrans" cxnId="{607D3231-9180-4A72-A120-A0094A5CC304}">
      <dgm:prSet/>
      <dgm:spPr/>
      <dgm:t>
        <a:bodyPr/>
        <a:lstStyle/>
        <a:p>
          <a:endParaRPr lang="uk-UA"/>
        </a:p>
      </dgm:t>
    </dgm:pt>
    <dgm:pt modelId="{E835B55C-8AF8-4C79-834D-45BF38E5B876}" type="sibTrans" cxnId="{607D3231-9180-4A72-A120-A0094A5CC304}">
      <dgm:prSet/>
      <dgm:spPr/>
      <dgm:t>
        <a:bodyPr/>
        <a:lstStyle/>
        <a:p>
          <a:endParaRPr lang="uk-UA"/>
        </a:p>
      </dgm:t>
    </dgm:pt>
    <dgm:pt modelId="{A1FA417A-6538-4C6A-BDEF-F618739894F7}">
      <dgm:prSet/>
      <dgm:spPr/>
      <dgm:t>
        <a:bodyPr/>
        <a:lstStyle/>
        <a:p>
          <a:r>
            <a:rPr lang="ru-RU" b="0" i="0"/>
            <a:t>монголи</a:t>
          </a:r>
          <a:endParaRPr lang="uk-UA"/>
        </a:p>
      </dgm:t>
    </dgm:pt>
    <dgm:pt modelId="{7203A1DA-1CDB-4F8D-93ED-6D92E974FD7C}" type="parTrans" cxnId="{91DFE280-536C-40E2-9882-C67546C7F988}">
      <dgm:prSet/>
      <dgm:spPr/>
      <dgm:t>
        <a:bodyPr/>
        <a:lstStyle/>
        <a:p>
          <a:endParaRPr lang="uk-UA"/>
        </a:p>
      </dgm:t>
    </dgm:pt>
    <dgm:pt modelId="{1ADC5218-B001-41EC-9EB1-28F979A8A980}" type="sibTrans" cxnId="{91DFE280-536C-40E2-9882-C67546C7F988}">
      <dgm:prSet/>
      <dgm:spPr/>
      <dgm:t>
        <a:bodyPr/>
        <a:lstStyle/>
        <a:p>
          <a:endParaRPr lang="uk-UA"/>
        </a:p>
      </dgm:t>
    </dgm:pt>
    <dgm:pt modelId="{69B7340D-FD36-436E-9AC5-497727107F74}">
      <dgm:prSet/>
      <dgm:spPr/>
      <dgm:t>
        <a:bodyPr/>
        <a:lstStyle/>
        <a:p>
          <a:r>
            <a:rPr lang="ru-RU" b="0" i="0" dirty="0" err="1"/>
            <a:t>хозари</a:t>
          </a:r>
          <a:endParaRPr lang="uk-UA" dirty="0"/>
        </a:p>
      </dgm:t>
    </dgm:pt>
    <dgm:pt modelId="{CB2C62FB-E393-417A-AD83-4C3DC4918FBD}" type="parTrans" cxnId="{164B1F13-80BE-43EC-8641-09C36C31CEC7}">
      <dgm:prSet/>
      <dgm:spPr/>
      <dgm:t>
        <a:bodyPr/>
        <a:lstStyle/>
        <a:p>
          <a:endParaRPr lang="uk-UA"/>
        </a:p>
      </dgm:t>
    </dgm:pt>
    <dgm:pt modelId="{27841852-DBD7-4850-A0E4-F9D067B70873}" type="sibTrans" cxnId="{164B1F13-80BE-43EC-8641-09C36C31CEC7}">
      <dgm:prSet/>
      <dgm:spPr/>
      <dgm:t>
        <a:bodyPr/>
        <a:lstStyle/>
        <a:p>
          <a:endParaRPr lang="uk-UA"/>
        </a:p>
      </dgm:t>
    </dgm:pt>
    <dgm:pt modelId="{EB6291F3-8E2D-4765-BF68-088C4D41BA78}">
      <dgm:prSet/>
      <dgm:spPr/>
      <dgm:t>
        <a:bodyPr/>
        <a:lstStyle/>
        <a:p>
          <a:r>
            <a:rPr lang="ru-RU" b="0" i="0"/>
            <a:t>половці</a:t>
          </a:r>
          <a:endParaRPr lang="uk-UA"/>
        </a:p>
      </dgm:t>
    </dgm:pt>
    <dgm:pt modelId="{C8308175-DF64-455D-A5F4-289A65B23DD3}" type="parTrans" cxnId="{32D37D0F-855E-4339-90B7-F7EA51EFE6D9}">
      <dgm:prSet/>
      <dgm:spPr/>
      <dgm:t>
        <a:bodyPr/>
        <a:lstStyle/>
        <a:p>
          <a:endParaRPr lang="uk-UA"/>
        </a:p>
      </dgm:t>
    </dgm:pt>
    <dgm:pt modelId="{271C47E6-ADEE-4660-9C0F-9BE946614656}" type="sibTrans" cxnId="{32D37D0F-855E-4339-90B7-F7EA51EFE6D9}">
      <dgm:prSet/>
      <dgm:spPr/>
      <dgm:t>
        <a:bodyPr/>
        <a:lstStyle/>
        <a:p>
          <a:endParaRPr lang="uk-UA"/>
        </a:p>
      </dgm:t>
    </dgm:pt>
    <dgm:pt modelId="{9C12A609-0F0C-4110-A4B9-62F163E81E8D}">
      <dgm:prSet/>
      <dgm:spPr/>
      <dgm:t>
        <a:bodyPr/>
        <a:lstStyle/>
        <a:p>
          <a:r>
            <a:rPr lang="ru-RU" b="0" i="0" dirty="0" err="1"/>
            <a:t>печеніги</a:t>
          </a:r>
          <a:endParaRPr lang="uk-UA" dirty="0"/>
        </a:p>
      </dgm:t>
    </dgm:pt>
    <dgm:pt modelId="{78876FFF-8DFC-420E-B21F-7748BB45B0B1}" type="parTrans" cxnId="{15E9C130-5475-44D9-AFBD-A639F67B320F}">
      <dgm:prSet/>
      <dgm:spPr/>
      <dgm:t>
        <a:bodyPr/>
        <a:lstStyle/>
        <a:p>
          <a:endParaRPr lang="uk-UA"/>
        </a:p>
      </dgm:t>
    </dgm:pt>
    <dgm:pt modelId="{CE4FD99F-E93B-42B1-87B6-A245232D4A11}" type="sibTrans" cxnId="{15E9C130-5475-44D9-AFBD-A639F67B320F}">
      <dgm:prSet/>
      <dgm:spPr/>
      <dgm:t>
        <a:bodyPr/>
        <a:lstStyle/>
        <a:p>
          <a:endParaRPr lang="uk-UA"/>
        </a:p>
      </dgm:t>
    </dgm:pt>
    <dgm:pt modelId="{728476D9-72C1-4D6C-9AE2-10DC90F5C054}" type="pres">
      <dgm:prSet presAssocID="{3E51FD70-428F-4571-9C05-49C157754908}" presName="compositeShape" presStyleCnt="0">
        <dgm:presLayoutVars>
          <dgm:chMax val="7"/>
          <dgm:dir/>
          <dgm:resizeHandles val="exact"/>
        </dgm:presLayoutVars>
      </dgm:prSet>
      <dgm:spPr/>
    </dgm:pt>
    <dgm:pt modelId="{2F1DC09A-05DE-4B81-830E-56129B940C2A}" type="pres">
      <dgm:prSet presAssocID="{ADD02536-91AC-4B31-B473-8B29E37DAB99}" presName="circ1" presStyleLbl="vennNode1" presStyleIdx="0" presStyleCnt="5"/>
      <dgm:spPr/>
    </dgm:pt>
    <dgm:pt modelId="{2186ADB4-A88D-4C3A-8426-EFEA10678590}" type="pres">
      <dgm:prSet presAssocID="{ADD02536-91AC-4B31-B473-8B29E37DAB9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155B3D8-7B00-4222-B76B-2A81BF7AE427}" type="pres">
      <dgm:prSet presAssocID="{A1FA417A-6538-4C6A-BDEF-F618739894F7}" presName="circ2" presStyleLbl="vennNode1" presStyleIdx="1" presStyleCnt="5"/>
      <dgm:spPr/>
    </dgm:pt>
    <dgm:pt modelId="{91AE0445-A7EE-49DD-BB8A-DFD07B0AE060}" type="pres">
      <dgm:prSet presAssocID="{A1FA417A-6538-4C6A-BDEF-F618739894F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7F404D3-DD64-43D0-B9AF-D154D50206D8}" type="pres">
      <dgm:prSet presAssocID="{69B7340D-FD36-436E-9AC5-497727107F74}" presName="circ3" presStyleLbl="vennNode1" presStyleIdx="2" presStyleCnt="5"/>
      <dgm:spPr/>
    </dgm:pt>
    <dgm:pt modelId="{FDB09EEA-31DD-47B6-A312-93773BE161DE}" type="pres">
      <dgm:prSet presAssocID="{69B7340D-FD36-436E-9AC5-497727107F7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9868A9D-23F9-4DF4-B337-0E208A9E2522}" type="pres">
      <dgm:prSet presAssocID="{EB6291F3-8E2D-4765-BF68-088C4D41BA78}" presName="circ4" presStyleLbl="vennNode1" presStyleIdx="3" presStyleCnt="5"/>
      <dgm:spPr/>
    </dgm:pt>
    <dgm:pt modelId="{55FD1DD6-35A0-430C-8E1B-353ED52949EA}" type="pres">
      <dgm:prSet presAssocID="{EB6291F3-8E2D-4765-BF68-088C4D41BA78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096C80A-1422-4CE6-8F2C-E2868AC75F31}" type="pres">
      <dgm:prSet presAssocID="{9C12A609-0F0C-4110-A4B9-62F163E81E8D}" presName="circ5" presStyleLbl="vennNode1" presStyleIdx="4" presStyleCnt="5"/>
      <dgm:spPr/>
    </dgm:pt>
    <dgm:pt modelId="{7ADE5F1D-716C-44B9-91F5-31C1F3FBBD0A}" type="pres">
      <dgm:prSet presAssocID="{9C12A609-0F0C-4110-A4B9-62F163E81E8D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709AC02-F89A-4CC0-A92D-8A9D011EFD26}" type="presOf" srcId="{3E51FD70-428F-4571-9C05-49C157754908}" destId="{728476D9-72C1-4D6C-9AE2-10DC90F5C054}" srcOrd="0" destOrd="0" presId="urn:microsoft.com/office/officeart/2005/8/layout/venn1"/>
    <dgm:cxn modelId="{32D37D0F-855E-4339-90B7-F7EA51EFE6D9}" srcId="{3E51FD70-428F-4571-9C05-49C157754908}" destId="{EB6291F3-8E2D-4765-BF68-088C4D41BA78}" srcOrd="3" destOrd="0" parTransId="{C8308175-DF64-455D-A5F4-289A65B23DD3}" sibTransId="{271C47E6-ADEE-4660-9C0F-9BE946614656}"/>
    <dgm:cxn modelId="{164B1F13-80BE-43EC-8641-09C36C31CEC7}" srcId="{3E51FD70-428F-4571-9C05-49C157754908}" destId="{69B7340D-FD36-436E-9AC5-497727107F74}" srcOrd="2" destOrd="0" parTransId="{CB2C62FB-E393-417A-AD83-4C3DC4918FBD}" sibTransId="{27841852-DBD7-4850-A0E4-F9D067B70873}"/>
    <dgm:cxn modelId="{15E9C130-5475-44D9-AFBD-A639F67B320F}" srcId="{3E51FD70-428F-4571-9C05-49C157754908}" destId="{9C12A609-0F0C-4110-A4B9-62F163E81E8D}" srcOrd="4" destOrd="0" parTransId="{78876FFF-8DFC-420E-B21F-7748BB45B0B1}" sibTransId="{CE4FD99F-E93B-42B1-87B6-A245232D4A11}"/>
    <dgm:cxn modelId="{607D3231-9180-4A72-A120-A0094A5CC304}" srcId="{3E51FD70-428F-4571-9C05-49C157754908}" destId="{ADD02536-91AC-4B31-B473-8B29E37DAB99}" srcOrd="0" destOrd="0" parTransId="{B084FE18-0993-47FD-821E-E7AFFE0531DC}" sibTransId="{E835B55C-8AF8-4C79-834D-45BF38E5B876}"/>
    <dgm:cxn modelId="{FCE05042-4227-4F14-B0F2-952ABB606FB3}" type="presOf" srcId="{ADD02536-91AC-4B31-B473-8B29E37DAB99}" destId="{2186ADB4-A88D-4C3A-8426-EFEA10678590}" srcOrd="0" destOrd="0" presId="urn:microsoft.com/office/officeart/2005/8/layout/venn1"/>
    <dgm:cxn modelId="{91DFE280-536C-40E2-9882-C67546C7F988}" srcId="{3E51FD70-428F-4571-9C05-49C157754908}" destId="{A1FA417A-6538-4C6A-BDEF-F618739894F7}" srcOrd="1" destOrd="0" parTransId="{7203A1DA-1CDB-4F8D-93ED-6D92E974FD7C}" sibTransId="{1ADC5218-B001-41EC-9EB1-28F979A8A980}"/>
    <dgm:cxn modelId="{B0F1F59F-A04C-4D25-929A-F7FBC4516979}" type="presOf" srcId="{69B7340D-FD36-436E-9AC5-497727107F74}" destId="{FDB09EEA-31DD-47B6-A312-93773BE161DE}" srcOrd="0" destOrd="0" presId="urn:microsoft.com/office/officeart/2005/8/layout/venn1"/>
    <dgm:cxn modelId="{1100B9B5-8492-4964-9DE9-25773BC84168}" type="presOf" srcId="{EB6291F3-8E2D-4765-BF68-088C4D41BA78}" destId="{55FD1DD6-35A0-430C-8E1B-353ED52949EA}" srcOrd="0" destOrd="0" presId="urn:microsoft.com/office/officeart/2005/8/layout/venn1"/>
    <dgm:cxn modelId="{7A7A43CE-3EEE-4CEB-BA21-E3F982B4EA85}" type="presOf" srcId="{A1FA417A-6538-4C6A-BDEF-F618739894F7}" destId="{91AE0445-A7EE-49DD-BB8A-DFD07B0AE060}" srcOrd="0" destOrd="0" presId="urn:microsoft.com/office/officeart/2005/8/layout/venn1"/>
    <dgm:cxn modelId="{89E060F4-04ED-4947-AB6B-03A6A24322F6}" type="presOf" srcId="{9C12A609-0F0C-4110-A4B9-62F163E81E8D}" destId="{7ADE5F1D-716C-44B9-91F5-31C1F3FBBD0A}" srcOrd="0" destOrd="0" presId="urn:microsoft.com/office/officeart/2005/8/layout/venn1"/>
    <dgm:cxn modelId="{CDB903AA-9B00-43F7-9E85-42F7D90BD591}" type="presParOf" srcId="{728476D9-72C1-4D6C-9AE2-10DC90F5C054}" destId="{2F1DC09A-05DE-4B81-830E-56129B940C2A}" srcOrd="0" destOrd="0" presId="urn:microsoft.com/office/officeart/2005/8/layout/venn1"/>
    <dgm:cxn modelId="{71F57963-B87D-42EC-8023-49C7C1C9893F}" type="presParOf" srcId="{728476D9-72C1-4D6C-9AE2-10DC90F5C054}" destId="{2186ADB4-A88D-4C3A-8426-EFEA10678590}" srcOrd="1" destOrd="0" presId="urn:microsoft.com/office/officeart/2005/8/layout/venn1"/>
    <dgm:cxn modelId="{043F7A33-7F19-4009-9F60-6644434D057C}" type="presParOf" srcId="{728476D9-72C1-4D6C-9AE2-10DC90F5C054}" destId="{9155B3D8-7B00-4222-B76B-2A81BF7AE427}" srcOrd="2" destOrd="0" presId="urn:microsoft.com/office/officeart/2005/8/layout/venn1"/>
    <dgm:cxn modelId="{A07C5E82-458D-425B-8BBD-FB54852246BE}" type="presParOf" srcId="{728476D9-72C1-4D6C-9AE2-10DC90F5C054}" destId="{91AE0445-A7EE-49DD-BB8A-DFD07B0AE060}" srcOrd="3" destOrd="0" presId="urn:microsoft.com/office/officeart/2005/8/layout/venn1"/>
    <dgm:cxn modelId="{5CACF1A8-0449-4EB8-AEEC-6D73883DDF0F}" type="presParOf" srcId="{728476D9-72C1-4D6C-9AE2-10DC90F5C054}" destId="{97F404D3-DD64-43D0-B9AF-D154D50206D8}" srcOrd="4" destOrd="0" presId="urn:microsoft.com/office/officeart/2005/8/layout/venn1"/>
    <dgm:cxn modelId="{DFEA3241-B238-413F-A537-B705DDC8B9ED}" type="presParOf" srcId="{728476D9-72C1-4D6C-9AE2-10DC90F5C054}" destId="{FDB09EEA-31DD-47B6-A312-93773BE161DE}" srcOrd="5" destOrd="0" presId="urn:microsoft.com/office/officeart/2005/8/layout/venn1"/>
    <dgm:cxn modelId="{B80D36B9-D97F-40A8-BE2F-38E8A40C89F5}" type="presParOf" srcId="{728476D9-72C1-4D6C-9AE2-10DC90F5C054}" destId="{09868A9D-23F9-4DF4-B337-0E208A9E2522}" srcOrd="6" destOrd="0" presId="urn:microsoft.com/office/officeart/2005/8/layout/venn1"/>
    <dgm:cxn modelId="{14B9821F-990B-493E-B789-483904607BB8}" type="presParOf" srcId="{728476D9-72C1-4D6C-9AE2-10DC90F5C054}" destId="{55FD1DD6-35A0-430C-8E1B-353ED52949EA}" srcOrd="7" destOrd="0" presId="urn:microsoft.com/office/officeart/2005/8/layout/venn1"/>
    <dgm:cxn modelId="{8609D8C6-47EE-4D96-89EC-6BAD753F03CD}" type="presParOf" srcId="{728476D9-72C1-4D6C-9AE2-10DC90F5C054}" destId="{4096C80A-1422-4CE6-8F2C-E2868AC75F31}" srcOrd="8" destOrd="0" presId="urn:microsoft.com/office/officeart/2005/8/layout/venn1"/>
    <dgm:cxn modelId="{81ABE090-E694-401D-B4DA-0FC68941B0B7}" type="presParOf" srcId="{728476D9-72C1-4D6C-9AE2-10DC90F5C054}" destId="{7ADE5F1D-716C-44B9-91F5-31C1F3FBBD0A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89C7BAB8-9585-40ED-A463-A8C028B56C90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4362E9-9AAD-42B5-95CD-7200418FC66B}">
      <dgm:prSet/>
      <dgm:spPr/>
      <dgm:t>
        <a:bodyPr/>
        <a:lstStyle/>
        <a:p>
          <a:r>
            <a:rPr lang="uk-UA" b="0" i="0"/>
            <a:t>1223 р.</a:t>
          </a:r>
          <a:endParaRPr lang="uk-UA"/>
        </a:p>
      </dgm:t>
    </dgm:pt>
    <dgm:pt modelId="{59C6AECC-1419-49CA-9746-1BB333C0BC3C}" type="parTrans" cxnId="{059A6C1E-7547-412A-ACE6-93F51EFD0386}">
      <dgm:prSet/>
      <dgm:spPr/>
      <dgm:t>
        <a:bodyPr/>
        <a:lstStyle/>
        <a:p>
          <a:endParaRPr lang="uk-UA"/>
        </a:p>
      </dgm:t>
    </dgm:pt>
    <dgm:pt modelId="{7BDDED70-2FD1-417E-A860-60DC97FEF078}" type="sibTrans" cxnId="{059A6C1E-7547-412A-ACE6-93F51EFD0386}">
      <dgm:prSet/>
      <dgm:spPr/>
      <dgm:t>
        <a:bodyPr/>
        <a:lstStyle/>
        <a:p>
          <a:endParaRPr lang="uk-UA"/>
        </a:p>
      </dgm:t>
    </dgm:pt>
    <dgm:pt modelId="{720E56F2-D17E-42CE-B111-6E941B0D0958}">
      <dgm:prSet/>
      <dgm:spPr/>
      <dgm:t>
        <a:bodyPr/>
        <a:lstStyle/>
        <a:p>
          <a:r>
            <a:rPr lang="uk-UA" b="0" i="0"/>
            <a:t>1238 р.</a:t>
          </a:r>
          <a:endParaRPr lang="uk-UA"/>
        </a:p>
      </dgm:t>
    </dgm:pt>
    <dgm:pt modelId="{6B3D3C55-79F4-4FB5-AB4F-C89379401C1E}" type="parTrans" cxnId="{036BEC32-26A2-407B-8F51-F30618F54B75}">
      <dgm:prSet/>
      <dgm:spPr/>
      <dgm:t>
        <a:bodyPr/>
        <a:lstStyle/>
        <a:p>
          <a:endParaRPr lang="uk-UA"/>
        </a:p>
      </dgm:t>
    </dgm:pt>
    <dgm:pt modelId="{2021F38C-3D30-451F-81EE-6F075615F5F4}" type="sibTrans" cxnId="{036BEC32-26A2-407B-8F51-F30618F54B75}">
      <dgm:prSet/>
      <dgm:spPr/>
      <dgm:t>
        <a:bodyPr/>
        <a:lstStyle/>
        <a:p>
          <a:endParaRPr lang="uk-UA"/>
        </a:p>
      </dgm:t>
    </dgm:pt>
    <dgm:pt modelId="{4F49C22E-1498-41C0-B71F-366410EBE8F2}">
      <dgm:prSet/>
      <dgm:spPr/>
      <dgm:t>
        <a:bodyPr/>
        <a:lstStyle/>
        <a:p>
          <a:r>
            <a:rPr lang="uk-UA" b="0" i="0" dirty="0"/>
            <a:t>1245 р.</a:t>
          </a:r>
          <a:endParaRPr lang="uk-UA" dirty="0"/>
        </a:p>
      </dgm:t>
    </dgm:pt>
    <dgm:pt modelId="{36CBA02D-2474-4C84-872A-139EE300D909}" type="parTrans" cxnId="{52495A0F-47F4-478D-8CB3-1DD290D0AEBB}">
      <dgm:prSet/>
      <dgm:spPr/>
      <dgm:t>
        <a:bodyPr/>
        <a:lstStyle/>
        <a:p>
          <a:endParaRPr lang="uk-UA"/>
        </a:p>
      </dgm:t>
    </dgm:pt>
    <dgm:pt modelId="{6CB258EC-0B11-4104-94B1-A94E807B9F7D}" type="sibTrans" cxnId="{52495A0F-47F4-478D-8CB3-1DD290D0AEBB}">
      <dgm:prSet/>
      <dgm:spPr/>
      <dgm:t>
        <a:bodyPr/>
        <a:lstStyle/>
        <a:p>
          <a:endParaRPr lang="uk-UA"/>
        </a:p>
      </dgm:t>
    </dgm:pt>
    <dgm:pt modelId="{6709F42C-8906-428C-8B02-4393C1446E8F}">
      <dgm:prSet/>
      <dgm:spPr/>
      <dgm:t>
        <a:bodyPr/>
        <a:lstStyle/>
        <a:p>
          <a:r>
            <a:rPr lang="uk-UA" b="0" i="0" dirty="0"/>
            <a:t>1253 р.</a:t>
          </a:r>
          <a:endParaRPr lang="uk-UA" dirty="0"/>
        </a:p>
      </dgm:t>
    </dgm:pt>
    <dgm:pt modelId="{747A6B13-EEC6-4F8E-B374-A3D80B7A7798}" type="parTrans" cxnId="{028DCF5D-76A7-4CC4-969E-2EB20F3F7482}">
      <dgm:prSet/>
      <dgm:spPr/>
      <dgm:t>
        <a:bodyPr/>
        <a:lstStyle/>
        <a:p>
          <a:endParaRPr lang="uk-UA"/>
        </a:p>
      </dgm:t>
    </dgm:pt>
    <dgm:pt modelId="{BE926D89-3F4C-4BE1-9187-25BD5F722ABC}" type="sibTrans" cxnId="{028DCF5D-76A7-4CC4-969E-2EB20F3F7482}">
      <dgm:prSet/>
      <dgm:spPr/>
      <dgm:t>
        <a:bodyPr/>
        <a:lstStyle/>
        <a:p>
          <a:endParaRPr lang="uk-UA"/>
        </a:p>
      </dgm:t>
    </dgm:pt>
    <dgm:pt modelId="{9A787EEA-5EAE-473D-87C1-E71610B92F23}" type="pres">
      <dgm:prSet presAssocID="{89C7BAB8-9585-40ED-A463-A8C028B56C90}" presName="compositeShape" presStyleCnt="0">
        <dgm:presLayoutVars>
          <dgm:chMax val="7"/>
          <dgm:dir/>
          <dgm:resizeHandles val="exact"/>
        </dgm:presLayoutVars>
      </dgm:prSet>
      <dgm:spPr/>
    </dgm:pt>
    <dgm:pt modelId="{E046731C-0B0E-4160-8567-8AA99D21ADE4}" type="pres">
      <dgm:prSet presAssocID="{F24362E9-9AAD-42B5-95CD-7200418FC66B}" presName="circ1" presStyleLbl="vennNode1" presStyleIdx="0" presStyleCnt="4"/>
      <dgm:spPr/>
    </dgm:pt>
    <dgm:pt modelId="{61B5F60C-29D7-4BDB-90CE-4719E7E57974}" type="pres">
      <dgm:prSet presAssocID="{F24362E9-9AAD-42B5-95CD-7200418FC66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49CFE7-17E4-453A-94B2-BDB7E56A64D9}" type="pres">
      <dgm:prSet presAssocID="{720E56F2-D17E-42CE-B111-6E941B0D0958}" presName="circ2" presStyleLbl="vennNode1" presStyleIdx="1" presStyleCnt="4"/>
      <dgm:spPr/>
    </dgm:pt>
    <dgm:pt modelId="{08C917E3-0605-48DD-9B07-5D509EDE4212}" type="pres">
      <dgm:prSet presAssocID="{720E56F2-D17E-42CE-B111-6E941B0D095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43EC19A-8191-4B3D-83F0-90084A6D9FE5}" type="pres">
      <dgm:prSet presAssocID="{4F49C22E-1498-41C0-B71F-366410EBE8F2}" presName="circ3" presStyleLbl="vennNode1" presStyleIdx="2" presStyleCnt="4"/>
      <dgm:spPr/>
    </dgm:pt>
    <dgm:pt modelId="{C76E5A04-CFD7-41E8-B0EA-135F9A34CBE3}" type="pres">
      <dgm:prSet presAssocID="{4F49C22E-1498-41C0-B71F-366410EBE8F2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FFC3FC3-56DC-45A5-895A-2A3BEDCD9B4D}" type="pres">
      <dgm:prSet presAssocID="{6709F42C-8906-428C-8B02-4393C1446E8F}" presName="circ4" presStyleLbl="vennNode1" presStyleIdx="3" presStyleCnt="4"/>
      <dgm:spPr/>
    </dgm:pt>
    <dgm:pt modelId="{D47BE494-F2A0-4E13-93B1-150B2BB8BD32}" type="pres">
      <dgm:prSet presAssocID="{6709F42C-8906-428C-8B02-4393C1446E8F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2495A0F-47F4-478D-8CB3-1DD290D0AEBB}" srcId="{89C7BAB8-9585-40ED-A463-A8C028B56C90}" destId="{4F49C22E-1498-41C0-B71F-366410EBE8F2}" srcOrd="2" destOrd="0" parTransId="{36CBA02D-2474-4C84-872A-139EE300D909}" sibTransId="{6CB258EC-0B11-4104-94B1-A94E807B9F7D}"/>
    <dgm:cxn modelId="{7ABB7110-99F8-4FFB-8292-57A3374C4728}" type="presOf" srcId="{F24362E9-9AAD-42B5-95CD-7200418FC66B}" destId="{E046731C-0B0E-4160-8567-8AA99D21ADE4}" srcOrd="0" destOrd="0" presId="urn:microsoft.com/office/officeart/2005/8/layout/venn1"/>
    <dgm:cxn modelId="{059A6C1E-7547-412A-ACE6-93F51EFD0386}" srcId="{89C7BAB8-9585-40ED-A463-A8C028B56C90}" destId="{F24362E9-9AAD-42B5-95CD-7200418FC66B}" srcOrd="0" destOrd="0" parTransId="{59C6AECC-1419-49CA-9746-1BB333C0BC3C}" sibTransId="{7BDDED70-2FD1-417E-A860-60DC97FEF078}"/>
    <dgm:cxn modelId="{036BEC32-26A2-407B-8F51-F30618F54B75}" srcId="{89C7BAB8-9585-40ED-A463-A8C028B56C90}" destId="{720E56F2-D17E-42CE-B111-6E941B0D0958}" srcOrd="1" destOrd="0" parTransId="{6B3D3C55-79F4-4FB5-AB4F-C89379401C1E}" sibTransId="{2021F38C-3D30-451F-81EE-6F075615F5F4}"/>
    <dgm:cxn modelId="{028DCF5D-76A7-4CC4-969E-2EB20F3F7482}" srcId="{89C7BAB8-9585-40ED-A463-A8C028B56C90}" destId="{6709F42C-8906-428C-8B02-4393C1446E8F}" srcOrd="3" destOrd="0" parTransId="{747A6B13-EEC6-4F8E-B374-A3D80B7A7798}" sibTransId="{BE926D89-3F4C-4BE1-9187-25BD5F722ABC}"/>
    <dgm:cxn modelId="{005E4B4F-55F0-40B3-BEEF-A95B3F96B7DE}" type="presOf" srcId="{720E56F2-D17E-42CE-B111-6E941B0D0958}" destId="{2A49CFE7-17E4-453A-94B2-BDB7E56A64D9}" srcOrd="0" destOrd="0" presId="urn:microsoft.com/office/officeart/2005/8/layout/venn1"/>
    <dgm:cxn modelId="{46E70C50-0B23-40C8-BD9A-60F447EAF576}" type="presOf" srcId="{6709F42C-8906-428C-8B02-4393C1446E8F}" destId="{0FFC3FC3-56DC-45A5-895A-2A3BEDCD9B4D}" srcOrd="0" destOrd="0" presId="urn:microsoft.com/office/officeart/2005/8/layout/venn1"/>
    <dgm:cxn modelId="{000C8F95-7AC9-4C99-A0B8-8450880447A2}" type="presOf" srcId="{6709F42C-8906-428C-8B02-4393C1446E8F}" destId="{D47BE494-F2A0-4E13-93B1-150B2BB8BD32}" srcOrd="1" destOrd="0" presId="urn:microsoft.com/office/officeart/2005/8/layout/venn1"/>
    <dgm:cxn modelId="{33A298A9-02AC-4ABD-B906-7FEBC3AAAF44}" type="presOf" srcId="{720E56F2-D17E-42CE-B111-6E941B0D0958}" destId="{08C917E3-0605-48DD-9B07-5D509EDE4212}" srcOrd="1" destOrd="0" presId="urn:microsoft.com/office/officeart/2005/8/layout/venn1"/>
    <dgm:cxn modelId="{8CA3D6C8-513E-402F-BE52-F0117A538A19}" type="presOf" srcId="{F24362E9-9AAD-42B5-95CD-7200418FC66B}" destId="{61B5F60C-29D7-4BDB-90CE-4719E7E57974}" srcOrd="1" destOrd="0" presId="urn:microsoft.com/office/officeart/2005/8/layout/venn1"/>
    <dgm:cxn modelId="{4CA9A8D3-9BBB-4FEC-BC2C-B19DB531E0B8}" type="presOf" srcId="{4F49C22E-1498-41C0-B71F-366410EBE8F2}" destId="{C76E5A04-CFD7-41E8-B0EA-135F9A34CBE3}" srcOrd="1" destOrd="0" presId="urn:microsoft.com/office/officeart/2005/8/layout/venn1"/>
    <dgm:cxn modelId="{209C24D8-46D4-4B14-B81D-A7B28A21E64E}" type="presOf" srcId="{4F49C22E-1498-41C0-B71F-366410EBE8F2}" destId="{C43EC19A-8191-4B3D-83F0-90084A6D9FE5}" srcOrd="0" destOrd="0" presId="urn:microsoft.com/office/officeart/2005/8/layout/venn1"/>
    <dgm:cxn modelId="{EA810CDE-CA9E-4FFB-87AC-5467A4CEA3C5}" type="presOf" srcId="{89C7BAB8-9585-40ED-A463-A8C028B56C90}" destId="{9A787EEA-5EAE-473D-87C1-E71610B92F23}" srcOrd="0" destOrd="0" presId="urn:microsoft.com/office/officeart/2005/8/layout/venn1"/>
    <dgm:cxn modelId="{1286A108-B920-45E2-9BDC-C7FC08E6FEBF}" type="presParOf" srcId="{9A787EEA-5EAE-473D-87C1-E71610B92F23}" destId="{E046731C-0B0E-4160-8567-8AA99D21ADE4}" srcOrd="0" destOrd="0" presId="urn:microsoft.com/office/officeart/2005/8/layout/venn1"/>
    <dgm:cxn modelId="{DF8856FF-BED6-4939-86E7-CA8E6E45A21B}" type="presParOf" srcId="{9A787EEA-5EAE-473D-87C1-E71610B92F23}" destId="{61B5F60C-29D7-4BDB-90CE-4719E7E57974}" srcOrd="1" destOrd="0" presId="urn:microsoft.com/office/officeart/2005/8/layout/venn1"/>
    <dgm:cxn modelId="{0E7E644B-E555-451C-82A3-883BB08C336C}" type="presParOf" srcId="{9A787EEA-5EAE-473D-87C1-E71610B92F23}" destId="{2A49CFE7-17E4-453A-94B2-BDB7E56A64D9}" srcOrd="2" destOrd="0" presId="urn:microsoft.com/office/officeart/2005/8/layout/venn1"/>
    <dgm:cxn modelId="{973EB742-9F91-42DC-B146-3D880448CEE4}" type="presParOf" srcId="{9A787EEA-5EAE-473D-87C1-E71610B92F23}" destId="{08C917E3-0605-48DD-9B07-5D509EDE4212}" srcOrd="3" destOrd="0" presId="urn:microsoft.com/office/officeart/2005/8/layout/venn1"/>
    <dgm:cxn modelId="{D829816E-4F8E-4F32-8E25-41CB24AA8B55}" type="presParOf" srcId="{9A787EEA-5EAE-473D-87C1-E71610B92F23}" destId="{C43EC19A-8191-4B3D-83F0-90084A6D9FE5}" srcOrd="4" destOrd="0" presId="urn:microsoft.com/office/officeart/2005/8/layout/venn1"/>
    <dgm:cxn modelId="{CF966F31-4D0E-4494-882D-79EDF4F2E02C}" type="presParOf" srcId="{9A787EEA-5EAE-473D-87C1-E71610B92F23}" destId="{C76E5A04-CFD7-41E8-B0EA-135F9A34CBE3}" srcOrd="5" destOrd="0" presId="urn:microsoft.com/office/officeart/2005/8/layout/venn1"/>
    <dgm:cxn modelId="{1A93CD18-0A70-43E4-8D9F-9791DBCB3406}" type="presParOf" srcId="{9A787EEA-5EAE-473D-87C1-E71610B92F23}" destId="{0FFC3FC3-56DC-45A5-895A-2A3BEDCD9B4D}" srcOrd="6" destOrd="0" presId="urn:microsoft.com/office/officeart/2005/8/layout/venn1"/>
    <dgm:cxn modelId="{B6C2A6F2-DD14-4E29-9013-8B642B780F47}" type="presParOf" srcId="{9A787EEA-5EAE-473D-87C1-E71610B92F23}" destId="{D47BE494-F2A0-4E13-93B1-150B2BB8BD32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6C0E7F5F-47F6-421F-8D10-130A47C983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DCB415-FBC8-44EE-8B3C-C785E32D634C}">
      <dgm:prSet/>
      <dgm:spPr/>
      <dgm:t>
        <a:bodyPr/>
        <a:lstStyle/>
        <a:p>
          <a:r>
            <a:rPr lang="ru-RU" b="0" i="1"/>
            <a:t>«Данило вийшов з військом із Холма та на третій день став у Галичі... увійшов у свій город... та прийняв стіл батька, та проголосив перемогу, заткнувши свою хоругву на Німецьких воротах...»</a:t>
          </a:r>
          <a:endParaRPr lang="uk-UA"/>
        </a:p>
      </dgm:t>
    </dgm:pt>
    <dgm:pt modelId="{72CFB0D5-2B71-45E2-ADDE-7A95C3B0BA46}" type="parTrans" cxnId="{75AD331C-C365-4798-8DF7-B7E1CEE9F38D}">
      <dgm:prSet/>
      <dgm:spPr/>
      <dgm:t>
        <a:bodyPr/>
        <a:lstStyle/>
        <a:p>
          <a:endParaRPr lang="uk-UA"/>
        </a:p>
      </dgm:t>
    </dgm:pt>
    <dgm:pt modelId="{3AF87C52-DE67-4B27-8559-2698B302424A}" type="sibTrans" cxnId="{75AD331C-C365-4798-8DF7-B7E1CEE9F38D}">
      <dgm:prSet/>
      <dgm:spPr/>
      <dgm:t>
        <a:bodyPr/>
        <a:lstStyle/>
        <a:p>
          <a:endParaRPr lang="uk-UA"/>
        </a:p>
      </dgm:t>
    </dgm:pt>
    <dgm:pt modelId="{0C510FEE-D03D-44D5-BC8F-DD98DD1E748F}">
      <dgm:prSet/>
      <dgm:spPr/>
      <dgm:t>
        <a:bodyPr/>
        <a:lstStyle/>
        <a:p>
          <a:r>
            <a:rPr lang="ru-RU" b="0" i="1" dirty="0"/>
            <a:t>«У той же час прислав Папа </a:t>
          </a:r>
          <a:r>
            <a:rPr lang="ru-RU" b="0" i="1" dirty="0" err="1"/>
            <a:t>послів</a:t>
          </a:r>
          <a:r>
            <a:rPr lang="ru-RU" b="0" i="1" dirty="0"/>
            <a:t> </a:t>
          </a:r>
          <a:r>
            <a:rPr lang="ru-RU" b="0" i="1" dirty="0" err="1"/>
            <a:t>достойних</a:t>
          </a:r>
          <a:r>
            <a:rPr lang="ru-RU" b="0" i="1" dirty="0"/>
            <a:t>, </a:t>
          </a:r>
          <a:r>
            <a:rPr lang="ru-RU" b="0" i="1" dirty="0" err="1"/>
            <a:t>що</a:t>
          </a:r>
          <a:r>
            <a:rPr lang="ru-RU" b="0" i="1" dirty="0"/>
            <a:t> принесли </a:t>
          </a:r>
          <a:r>
            <a:rPr lang="ru-RU" b="0" i="1" dirty="0" err="1"/>
            <a:t>Данилові</a:t>
          </a:r>
          <a:r>
            <a:rPr lang="ru-RU" b="0" i="1" dirty="0"/>
            <a:t> </a:t>
          </a:r>
          <a:r>
            <a:rPr lang="ru-RU" b="0" i="1" dirty="0" err="1"/>
            <a:t>вінець</a:t>
          </a:r>
          <a:r>
            <a:rPr lang="ru-RU" b="0" i="1" dirty="0"/>
            <a:t>, і </a:t>
          </a:r>
          <a:r>
            <a:rPr lang="ru-RU" b="0" i="1" dirty="0" err="1"/>
            <a:t>скіпетр</a:t>
          </a:r>
          <a:r>
            <a:rPr lang="ru-RU" b="0" i="1" dirty="0"/>
            <a:t>, і корону, </a:t>
          </a:r>
          <a:r>
            <a:rPr lang="ru-RU" b="0" i="1" dirty="0" err="1"/>
            <a:t>які</a:t>
          </a:r>
          <a:r>
            <a:rPr lang="ru-RU" b="0" i="1" dirty="0"/>
            <a:t> </a:t>
          </a:r>
          <a:r>
            <a:rPr lang="ru-RU" b="0" i="1" dirty="0" err="1"/>
            <a:t>означають</a:t>
          </a:r>
          <a:r>
            <a:rPr lang="ru-RU" b="0" i="1" dirty="0"/>
            <a:t> </a:t>
          </a:r>
          <a:r>
            <a:rPr lang="ru-RU" b="0" i="1" dirty="0" err="1"/>
            <a:t>королівський</a:t>
          </a:r>
          <a:r>
            <a:rPr lang="ru-RU" b="0" i="1" dirty="0"/>
            <a:t> сан, </a:t>
          </a:r>
          <a:r>
            <a:rPr lang="ru-RU" b="0" i="1" dirty="0" err="1"/>
            <a:t>кажучи</a:t>
          </a:r>
          <a:r>
            <a:rPr lang="ru-RU" b="0" i="1" dirty="0"/>
            <a:t>: “Сину! </a:t>
          </a:r>
          <a:r>
            <a:rPr lang="ru-RU" b="0" i="1" dirty="0" err="1"/>
            <a:t>Прийми</a:t>
          </a:r>
          <a:r>
            <a:rPr lang="ru-RU" b="0" i="1" dirty="0"/>
            <a:t> од нас </a:t>
          </a:r>
          <a:r>
            <a:rPr lang="ru-RU" b="0" i="1" dirty="0" err="1"/>
            <a:t>вінець</a:t>
          </a:r>
          <a:r>
            <a:rPr lang="ru-RU" b="0" i="1" dirty="0"/>
            <a:t> </a:t>
          </a:r>
          <a:r>
            <a:rPr lang="ru-RU" b="0" i="1" dirty="0" err="1"/>
            <a:t>королівства</a:t>
          </a:r>
          <a:r>
            <a:rPr lang="ru-RU" b="0" i="1" dirty="0"/>
            <a:t>...”»</a:t>
          </a:r>
          <a:endParaRPr lang="uk-UA" dirty="0"/>
        </a:p>
      </dgm:t>
    </dgm:pt>
    <dgm:pt modelId="{BD3F1E35-FBD3-428C-B2D2-A0A2F98EDF8B}" type="parTrans" cxnId="{B8727C54-5603-42C5-8A7E-E6FB8F2342A2}">
      <dgm:prSet/>
      <dgm:spPr/>
      <dgm:t>
        <a:bodyPr/>
        <a:lstStyle/>
        <a:p>
          <a:endParaRPr lang="uk-UA"/>
        </a:p>
      </dgm:t>
    </dgm:pt>
    <dgm:pt modelId="{73676D4D-FB28-4C3D-ADFE-F1AD374260A2}" type="sibTrans" cxnId="{B8727C54-5603-42C5-8A7E-E6FB8F2342A2}">
      <dgm:prSet/>
      <dgm:spPr/>
      <dgm:t>
        <a:bodyPr/>
        <a:lstStyle/>
        <a:p>
          <a:endParaRPr lang="uk-UA"/>
        </a:p>
      </dgm:t>
    </dgm:pt>
    <dgm:pt modelId="{0AE40585-58A3-40C3-BB56-8F9284B89BF5}">
      <dgm:prSet/>
      <dgm:spPr/>
      <dgm:t>
        <a:bodyPr/>
        <a:lstStyle/>
        <a:p>
          <a:r>
            <a:rPr lang="ru-RU" b="0" i="1" dirty="0"/>
            <a:t>«На </a:t>
          </a:r>
          <a:r>
            <a:rPr lang="ru-RU" b="0" i="1" dirty="0" err="1"/>
            <a:t>річці</a:t>
          </a:r>
          <a:r>
            <a:rPr lang="ru-RU" b="0" i="1" dirty="0"/>
            <a:t> </a:t>
          </a:r>
          <a:r>
            <a:rPr lang="ru-RU" b="0" i="1" dirty="0" err="1"/>
            <a:t>Калці</a:t>
          </a:r>
          <a:r>
            <a:rPr lang="ru-RU" b="0" i="1" dirty="0"/>
            <a:t> </a:t>
          </a:r>
          <a:r>
            <a:rPr lang="ru-RU" b="0" i="1" dirty="0" err="1"/>
            <a:t>татари</a:t>
          </a:r>
          <a:r>
            <a:rPr lang="ru-RU" b="0" i="1" dirty="0"/>
            <a:t> </a:t>
          </a:r>
          <a:r>
            <a:rPr lang="ru-RU" b="0" i="1" dirty="0" err="1"/>
            <a:t>встріли</a:t>
          </a:r>
          <a:r>
            <a:rPr lang="ru-RU" b="0" i="1" dirty="0"/>
            <a:t> </a:t>
          </a:r>
          <a:r>
            <a:rPr lang="ru-RU" b="0" i="1" dirty="0" err="1"/>
            <a:t>їх</a:t>
          </a:r>
          <a:r>
            <a:rPr lang="ru-RU" b="0" i="1" dirty="0"/>
            <a:t>, </a:t>
          </a:r>
          <a:r>
            <a:rPr lang="ru-RU" b="0" i="1" dirty="0" err="1"/>
            <a:t>війська</a:t>
          </a:r>
          <a:r>
            <a:rPr lang="ru-RU" b="0" i="1" dirty="0"/>
            <a:t> </a:t>
          </a:r>
          <a:r>
            <a:rPr lang="ru-RU" b="0" i="1" dirty="0" err="1"/>
            <a:t>половецькі</a:t>
          </a:r>
          <a:r>
            <a:rPr lang="ru-RU" b="0" i="1" dirty="0"/>
            <a:t> й </a:t>
          </a:r>
          <a:r>
            <a:rPr lang="ru-RU" b="0" i="1" dirty="0" err="1"/>
            <a:t>руські</a:t>
          </a:r>
          <a:r>
            <a:rPr lang="ru-RU" b="0" i="1" dirty="0"/>
            <a:t>. Мстислав Мстиславич </a:t>
          </a:r>
          <a:r>
            <a:rPr lang="ru-RU" b="0" i="1" dirty="0" err="1"/>
            <a:t>тим</a:t>
          </a:r>
          <a:r>
            <a:rPr lang="ru-RU" b="0" i="1" dirty="0"/>
            <a:t> часом </a:t>
          </a:r>
          <a:r>
            <a:rPr lang="ru-RU" b="0" i="1" dirty="0" err="1"/>
            <a:t>повелів</a:t>
          </a:r>
          <a:r>
            <a:rPr lang="ru-RU" b="0" i="1" dirty="0"/>
            <a:t> </a:t>
          </a:r>
          <a:r>
            <a:rPr lang="ru-RU" b="0" i="1" dirty="0" err="1"/>
            <a:t>Данилові</a:t>
          </a:r>
          <a:r>
            <a:rPr lang="ru-RU" b="0" i="1" dirty="0"/>
            <a:t> </a:t>
          </a:r>
          <a:r>
            <a:rPr lang="ru-RU" b="0" i="1" dirty="0" err="1"/>
            <a:t>попереду</a:t>
          </a:r>
          <a:r>
            <a:rPr lang="ru-RU" b="0" i="1" dirty="0"/>
            <a:t> перейти з полками </a:t>
          </a:r>
          <a:r>
            <a:rPr lang="ru-RU" b="0" i="1" dirty="0" err="1"/>
            <a:t>річку</a:t>
          </a:r>
          <a:r>
            <a:rPr lang="ru-RU" b="0" i="1" dirty="0"/>
            <a:t> Калку... Коли </a:t>
          </a:r>
          <a:r>
            <a:rPr lang="ru-RU" b="0" i="1" dirty="0" err="1"/>
            <a:t>зітнулися</a:t>
          </a:r>
          <a:r>
            <a:rPr lang="ru-RU" b="0" i="1" dirty="0"/>
            <a:t> </a:t>
          </a:r>
          <a:r>
            <a:rPr lang="ru-RU" b="0" i="1" dirty="0" err="1"/>
            <a:t>війська</a:t>
          </a:r>
          <a:r>
            <a:rPr lang="ru-RU" b="0" i="1" dirty="0"/>
            <a:t> </a:t>
          </a:r>
          <a:r>
            <a:rPr lang="ru-RU" b="0" i="1" dirty="0" err="1"/>
            <a:t>між</a:t>
          </a:r>
          <a:r>
            <a:rPr lang="ru-RU" b="0" i="1" dirty="0"/>
            <a:t> собою, то Данило </a:t>
          </a:r>
          <a:r>
            <a:rPr lang="ru-RU" b="0" i="1" dirty="0" err="1"/>
            <a:t>виїхав</a:t>
          </a:r>
          <a:r>
            <a:rPr lang="ru-RU" b="0" i="1" dirty="0"/>
            <a:t> наперед... Ударили вони в полки </a:t>
          </a:r>
          <a:r>
            <a:rPr lang="ru-RU" b="0" i="1" dirty="0" err="1"/>
            <a:t>татарські</a:t>
          </a:r>
          <a:r>
            <a:rPr lang="ru-RU" b="0" i="1" dirty="0"/>
            <a:t>... Данило поранений </a:t>
          </a:r>
          <a:r>
            <a:rPr lang="ru-RU" b="0" i="1" dirty="0" err="1"/>
            <a:t>був</a:t>
          </a:r>
          <a:r>
            <a:rPr lang="ru-RU" b="0" i="1" dirty="0"/>
            <a:t> у груди...»</a:t>
          </a:r>
          <a:endParaRPr lang="uk-UA" dirty="0"/>
        </a:p>
      </dgm:t>
    </dgm:pt>
    <dgm:pt modelId="{FFDDA666-03DA-445C-99CD-1C9217056BDB}" type="parTrans" cxnId="{02F9A95E-EB7A-4B05-8AF0-A03540F2CD2F}">
      <dgm:prSet/>
      <dgm:spPr/>
      <dgm:t>
        <a:bodyPr/>
        <a:lstStyle/>
        <a:p>
          <a:endParaRPr lang="uk-UA"/>
        </a:p>
      </dgm:t>
    </dgm:pt>
    <dgm:pt modelId="{C95EDC6B-F552-49F1-A9F4-6BC8188F4A0A}" type="sibTrans" cxnId="{02F9A95E-EB7A-4B05-8AF0-A03540F2CD2F}">
      <dgm:prSet/>
      <dgm:spPr/>
      <dgm:t>
        <a:bodyPr/>
        <a:lstStyle/>
        <a:p>
          <a:endParaRPr lang="uk-UA"/>
        </a:p>
      </dgm:t>
    </dgm:pt>
    <dgm:pt modelId="{87CC113D-5D99-4EFA-84FD-886228C1CE1A}" type="pres">
      <dgm:prSet presAssocID="{6C0E7F5F-47F6-421F-8D10-130A47C9833B}" presName="linear" presStyleCnt="0">
        <dgm:presLayoutVars>
          <dgm:animLvl val="lvl"/>
          <dgm:resizeHandles val="exact"/>
        </dgm:presLayoutVars>
      </dgm:prSet>
      <dgm:spPr/>
    </dgm:pt>
    <dgm:pt modelId="{E21A2B39-F6DC-4F05-B7EB-B9A961D8255F}" type="pres">
      <dgm:prSet presAssocID="{D1DCB415-FBC8-44EE-8B3C-C785E32D63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7EA8D1-2B81-4CF1-A64F-6E0CA49EF8E0}" type="pres">
      <dgm:prSet presAssocID="{3AF87C52-DE67-4B27-8559-2698B302424A}" presName="spacer" presStyleCnt="0"/>
      <dgm:spPr/>
    </dgm:pt>
    <dgm:pt modelId="{FB37C691-1EAA-4743-8BF6-A41C21594322}" type="pres">
      <dgm:prSet presAssocID="{0C510FEE-D03D-44D5-BC8F-DD98DD1E748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DC13B5-BCCF-4849-89F4-63FDC3BD5CD9}" type="pres">
      <dgm:prSet presAssocID="{73676D4D-FB28-4C3D-ADFE-F1AD374260A2}" presName="spacer" presStyleCnt="0"/>
      <dgm:spPr/>
    </dgm:pt>
    <dgm:pt modelId="{3607CECE-728E-4978-8D0F-AFA43BA48E4E}" type="pres">
      <dgm:prSet presAssocID="{0AE40585-58A3-40C3-BB56-8F9284B89BF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7052C0C-4DC4-4C0A-9DAA-A27D58D3A9BC}" type="presOf" srcId="{D1DCB415-FBC8-44EE-8B3C-C785E32D634C}" destId="{E21A2B39-F6DC-4F05-B7EB-B9A961D8255F}" srcOrd="0" destOrd="0" presId="urn:microsoft.com/office/officeart/2005/8/layout/vList2"/>
    <dgm:cxn modelId="{75AD331C-C365-4798-8DF7-B7E1CEE9F38D}" srcId="{6C0E7F5F-47F6-421F-8D10-130A47C9833B}" destId="{D1DCB415-FBC8-44EE-8B3C-C785E32D634C}" srcOrd="0" destOrd="0" parTransId="{72CFB0D5-2B71-45E2-ADDE-7A95C3B0BA46}" sibTransId="{3AF87C52-DE67-4B27-8559-2698B302424A}"/>
    <dgm:cxn modelId="{AF447D2F-F0AB-4E02-8594-00FF6479C81B}" type="presOf" srcId="{6C0E7F5F-47F6-421F-8D10-130A47C9833B}" destId="{87CC113D-5D99-4EFA-84FD-886228C1CE1A}" srcOrd="0" destOrd="0" presId="urn:microsoft.com/office/officeart/2005/8/layout/vList2"/>
    <dgm:cxn modelId="{02F9A95E-EB7A-4B05-8AF0-A03540F2CD2F}" srcId="{6C0E7F5F-47F6-421F-8D10-130A47C9833B}" destId="{0AE40585-58A3-40C3-BB56-8F9284B89BF5}" srcOrd="2" destOrd="0" parTransId="{FFDDA666-03DA-445C-99CD-1C9217056BDB}" sibTransId="{C95EDC6B-F552-49F1-A9F4-6BC8188F4A0A}"/>
    <dgm:cxn modelId="{601DF872-FB18-4557-AF0A-43125E694CDB}" type="presOf" srcId="{0AE40585-58A3-40C3-BB56-8F9284B89BF5}" destId="{3607CECE-728E-4978-8D0F-AFA43BA48E4E}" srcOrd="0" destOrd="0" presId="urn:microsoft.com/office/officeart/2005/8/layout/vList2"/>
    <dgm:cxn modelId="{B8727C54-5603-42C5-8A7E-E6FB8F2342A2}" srcId="{6C0E7F5F-47F6-421F-8D10-130A47C9833B}" destId="{0C510FEE-D03D-44D5-BC8F-DD98DD1E748F}" srcOrd="1" destOrd="0" parTransId="{BD3F1E35-FBD3-428C-B2D2-A0A2F98EDF8B}" sibTransId="{73676D4D-FB28-4C3D-ADFE-F1AD374260A2}"/>
    <dgm:cxn modelId="{C3D026DB-4A2F-4CC5-AC2A-90EF50AF6F79}" type="presOf" srcId="{0C510FEE-D03D-44D5-BC8F-DD98DD1E748F}" destId="{FB37C691-1EAA-4743-8BF6-A41C21594322}" srcOrd="0" destOrd="0" presId="urn:microsoft.com/office/officeart/2005/8/layout/vList2"/>
    <dgm:cxn modelId="{97ECDADF-68AB-402E-BC28-4C06CD6EC447}" type="presParOf" srcId="{87CC113D-5D99-4EFA-84FD-886228C1CE1A}" destId="{E21A2B39-F6DC-4F05-B7EB-B9A961D8255F}" srcOrd="0" destOrd="0" presId="urn:microsoft.com/office/officeart/2005/8/layout/vList2"/>
    <dgm:cxn modelId="{4B2A4CBA-B398-4BC1-9EF3-9FFD20606D75}" type="presParOf" srcId="{87CC113D-5D99-4EFA-84FD-886228C1CE1A}" destId="{5A7EA8D1-2B81-4CF1-A64F-6E0CA49EF8E0}" srcOrd="1" destOrd="0" presId="urn:microsoft.com/office/officeart/2005/8/layout/vList2"/>
    <dgm:cxn modelId="{74A96B1F-CC14-4E8B-AE62-8D75C39114AC}" type="presParOf" srcId="{87CC113D-5D99-4EFA-84FD-886228C1CE1A}" destId="{FB37C691-1EAA-4743-8BF6-A41C21594322}" srcOrd="2" destOrd="0" presId="urn:microsoft.com/office/officeart/2005/8/layout/vList2"/>
    <dgm:cxn modelId="{DE290062-B5B5-4AFA-A1F6-4476D7DCB9A3}" type="presParOf" srcId="{87CC113D-5D99-4EFA-84FD-886228C1CE1A}" destId="{D0DC13B5-BCCF-4849-89F4-63FDC3BD5CD9}" srcOrd="3" destOrd="0" presId="urn:microsoft.com/office/officeart/2005/8/layout/vList2"/>
    <dgm:cxn modelId="{FD8DD501-E11C-43EA-97AB-F6A6D840FB9E}" type="presParOf" srcId="{87CC113D-5D99-4EFA-84FD-886228C1CE1A}" destId="{3607CECE-728E-4978-8D0F-AFA43BA48E4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692E4401-8A2F-48DB-BFB4-7763BACBD12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ECE008-6889-4622-9F8B-31E66E37FFF7}">
      <dgm:prSet/>
      <dgm:spPr/>
      <dgm:t>
        <a:bodyPr/>
        <a:lstStyle/>
        <a:p>
          <a:r>
            <a:rPr lang="ru-RU" b="0" i="1" dirty="0"/>
            <a:t>«І коли </a:t>
          </a:r>
          <a:r>
            <a:rPr lang="ru-RU" b="0" i="1" dirty="0" err="1"/>
            <a:t>побачив</a:t>
          </a:r>
          <a:r>
            <a:rPr lang="ru-RU" b="0" i="1" dirty="0"/>
            <a:t> Данило, </a:t>
          </a:r>
          <a:r>
            <a:rPr lang="ru-RU" b="0" i="1" dirty="0" err="1"/>
            <a:t>що</a:t>
          </a:r>
          <a:r>
            <a:rPr lang="ru-RU" b="0" i="1" dirty="0"/>
            <a:t> ляхи </a:t>
          </a:r>
          <a:r>
            <a:rPr lang="ru-RU" b="0" i="1" dirty="0" err="1"/>
            <a:t>кріпко</a:t>
          </a:r>
          <a:r>
            <a:rPr lang="ru-RU" b="0" i="1" dirty="0"/>
            <a:t> </a:t>
          </a:r>
          <a:r>
            <a:rPr lang="ru-RU" b="0" i="1" dirty="0" err="1"/>
            <a:t>йдуть</a:t>
          </a:r>
          <a:r>
            <a:rPr lang="ru-RU" b="0" i="1" dirty="0"/>
            <a:t> на Василька.., то рушив на [них]... і </a:t>
          </a:r>
          <a:r>
            <a:rPr lang="ru-RU" b="0" i="1" dirty="0" err="1"/>
            <a:t>розтрощив</a:t>
          </a:r>
          <a:r>
            <a:rPr lang="ru-RU" b="0" i="1" dirty="0"/>
            <a:t> </a:t>
          </a:r>
          <a:r>
            <a:rPr lang="ru-RU" b="0" i="1" dirty="0" err="1"/>
            <a:t>військо</a:t>
          </a:r>
          <a:r>
            <a:rPr lang="ru-RU" b="0" i="1" dirty="0"/>
            <a:t> [</a:t>
          </a:r>
          <a:r>
            <a:rPr lang="ru-RU" b="0" i="1" dirty="0" err="1"/>
            <a:t>ляхів</a:t>
          </a:r>
          <a:r>
            <a:rPr lang="ru-RU" b="0" i="1" dirty="0"/>
            <a:t>], і </a:t>
          </a:r>
          <a:r>
            <a:rPr lang="ru-RU" b="0" i="1" dirty="0" err="1"/>
            <a:t>хоругов</a:t>
          </a:r>
          <a:r>
            <a:rPr lang="ru-RU" b="0" i="1" dirty="0"/>
            <a:t> [</a:t>
          </a:r>
          <a:r>
            <a:rPr lang="ru-RU" b="0" i="1" dirty="0" err="1"/>
            <a:t>їхніх</a:t>
          </a:r>
          <a:r>
            <a:rPr lang="ru-RU" b="0" i="1" dirty="0"/>
            <a:t>] </a:t>
          </a:r>
          <a:r>
            <a:rPr lang="ru-RU" b="0" i="1" dirty="0" err="1"/>
            <a:t>роздер</a:t>
          </a:r>
          <a:r>
            <a:rPr lang="ru-RU" b="0" i="1" dirty="0"/>
            <a:t> </a:t>
          </a:r>
          <a:r>
            <a:rPr lang="ru-RU" b="0" i="1" dirty="0" err="1"/>
            <a:t>навпіл</a:t>
          </a:r>
          <a:r>
            <a:rPr lang="ru-RU" b="0" i="1" dirty="0"/>
            <a:t>. </a:t>
          </a:r>
          <a:r>
            <a:rPr lang="ru-RU" b="0" i="1" dirty="0" err="1"/>
            <a:t>Побачивши</a:t>
          </a:r>
          <a:r>
            <a:rPr lang="ru-RU" b="0" i="1" dirty="0"/>
            <a:t> ж </a:t>
          </a:r>
          <a:r>
            <a:rPr lang="ru-RU" b="0" i="1" dirty="0" err="1"/>
            <a:t>це</a:t>
          </a:r>
          <a:r>
            <a:rPr lang="ru-RU" b="0" i="1" dirty="0"/>
            <a:t>, Ростислав </a:t>
          </a:r>
          <a:r>
            <a:rPr lang="ru-RU" b="0" i="1" dirty="0" err="1"/>
            <a:t>побіг</a:t>
          </a:r>
          <a:r>
            <a:rPr lang="ru-RU" b="0" i="1" dirty="0"/>
            <a:t>, і повернули угри </a:t>
          </a:r>
          <a:r>
            <a:rPr lang="ru-RU" b="0" i="1" dirty="0" err="1"/>
            <a:t>навтікача</a:t>
          </a:r>
          <a:r>
            <a:rPr lang="ru-RU" b="0" i="1" dirty="0"/>
            <a:t>...»</a:t>
          </a:r>
          <a:endParaRPr lang="uk-UA" dirty="0"/>
        </a:p>
      </dgm:t>
    </dgm:pt>
    <dgm:pt modelId="{9DF78985-4ABA-4A0D-ADCC-B482354BC4BB}" type="parTrans" cxnId="{40203C24-2775-4463-AD70-68F8C023B0E2}">
      <dgm:prSet/>
      <dgm:spPr/>
      <dgm:t>
        <a:bodyPr/>
        <a:lstStyle/>
        <a:p>
          <a:endParaRPr lang="uk-UA"/>
        </a:p>
      </dgm:t>
    </dgm:pt>
    <dgm:pt modelId="{B24E78DC-AE0B-449E-95E1-96A736E26266}" type="sibTrans" cxnId="{40203C24-2775-4463-AD70-68F8C023B0E2}">
      <dgm:prSet/>
      <dgm:spPr/>
      <dgm:t>
        <a:bodyPr/>
        <a:lstStyle/>
        <a:p>
          <a:endParaRPr lang="uk-UA"/>
        </a:p>
      </dgm:t>
    </dgm:pt>
    <dgm:pt modelId="{A51CBA18-B8C5-4BA6-9392-D4C0109E0FD7}">
      <dgm:prSet/>
      <dgm:spPr/>
      <dgm:t>
        <a:bodyPr/>
        <a:lstStyle/>
        <a:p>
          <a:r>
            <a:rPr lang="ru-RU" b="0" i="1" dirty="0"/>
            <a:t>«У той же час </a:t>
          </a:r>
          <a:r>
            <a:rPr lang="ru-RU" b="0" i="1" dirty="0" err="1"/>
            <a:t>поїхав</a:t>
          </a:r>
          <a:r>
            <a:rPr lang="ru-RU" b="0" i="1" dirty="0"/>
            <a:t> </a:t>
          </a:r>
          <a:r>
            <a:rPr lang="ru-RU" b="0" i="1" dirty="0" err="1"/>
            <a:t>був</a:t>
          </a:r>
          <a:r>
            <a:rPr lang="ru-RU" b="0" i="1" dirty="0"/>
            <a:t> Данило в Угри до короля (Бели), </a:t>
          </a:r>
          <a:r>
            <a:rPr lang="ru-RU" b="0" i="1" dirty="0" err="1"/>
            <a:t>бо</a:t>
          </a:r>
          <a:r>
            <a:rPr lang="ru-RU" b="0" i="1" dirty="0"/>
            <a:t> </a:t>
          </a:r>
          <a:r>
            <a:rPr lang="ru-RU" b="0" i="1" dirty="0" err="1"/>
            <a:t>він</a:t>
          </a:r>
          <a:r>
            <a:rPr lang="ru-RU" b="0" i="1" dirty="0"/>
            <a:t> </a:t>
          </a:r>
          <a:r>
            <a:rPr lang="ru-RU" b="0" i="1" dirty="0" err="1"/>
            <a:t>іще</a:t>
          </a:r>
          <a:r>
            <a:rPr lang="ru-RU" b="0" i="1" dirty="0"/>
            <a:t> не чув про </a:t>
          </a:r>
          <a:r>
            <a:rPr lang="ru-RU" b="0" i="1" dirty="0" err="1"/>
            <a:t>прихід</a:t>
          </a:r>
          <a:r>
            <a:rPr lang="ru-RU" b="0" i="1" dirty="0"/>
            <a:t> татар на </a:t>
          </a:r>
          <a:r>
            <a:rPr lang="ru-RU" b="0" i="1" dirty="0" err="1"/>
            <a:t>Київ</a:t>
          </a:r>
          <a:r>
            <a:rPr lang="ru-RU" b="0" i="1" dirty="0"/>
            <a:t>. А коли </a:t>
          </a:r>
          <a:r>
            <a:rPr lang="ru-RU" b="0" i="1" dirty="0" err="1"/>
            <a:t>Батий</a:t>
          </a:r>
          <a:r>
            <a:rPr lang="ru-RU" b="0" i="1" dirty="0"/>
            <a:t> </a:t>
          </a:r>
          <a:r>
            <a:rPr lang="ru-RU" b="0" i="1" dirty="0" err="1"/>
            <a:t>узяв</a:t>
          </a:r>
          <a:r>
            <a:rPr lang="ru-RU" b="0" i="1" dirty="0"/>
            <a:t> </a:t>
          </a:r>
          <a:r>
            <a:rPr lang="ru-RU" b="0" i="1" dirty="0" err="1"/>
            <a:t>Київ</a:t>
          </a:r>
          <a:r>
            <a:rPr lang="ru-RU" b="0" i="1" dirty="0"/>
            <a:t> і </a:t>
          </a:r>
          <a:r>
            <a:rPr lang="ru-RU" b="0" i="1" dirty="0" err="1"/>
            <a:t>почув</a:t>
          </a:r>
          <a:r>
            <a:rPr lang="ru-RU" b="0" i="1" dirty="0"/>
            <a:t> </a:t>
          </a:r>
          <a:r>
            <a:rPr lang="ru-RU" b="0" i="1" dirty="0" err="1"/>
            <a:t>він</a:t>
          </a:r>
          <a:r>
            <a:rPr lang="ru-RU" b="0" i="1" dirty="0"/>
            <a:t> про Данила, </a:t>
          </a:r>
          <a:r>
            <a:rPr lang="ru-RU" b="0" i="1" dirty="0" err="1"/>
            <a:t>що</a:t>
          </a:r>
          <a:r>
            <a:rPr lang="ru-RU" b="0" i="1" dirty="0"/>
            <a:t> той в Уграх є, то рушив сам до (города) </a:t>
          </a:r>
          <a:r>
            <a:rPr lang="ru-RU" b="0" i="1" dirty="0" err="1"/>
            <a:t>Володимира</a:t>
          </a:r>
          <a:r>
            <a:rPr lang="ru-RU" b="0" i="1" dirty="0"/>
            <a:t>...»</a:t>
          </a:r>
          <a:endParaRPr lang="uk-UA" dirty="0"/>
        </a:p>
      </dgm:t>
    </dgm:pt>
    <dgm:pt modelId="{BB80B459-D783-4A97-A080-1D5515140596}" type="parTrans" cxnId="{FAA334B8-78A4-45C6-99A7-3F0845CC1919}">
      <dgm:prSet/>
      <dgm:spPr/>
      <dgm:t>
        <a:bodyPr/>
        <a:lstStyle/>
        <a:p>
          <a:endParaRPr lang="uk-UA"/>
        </a:p>
      </dgm:t>
    </dgm:pt>
    <dgm:pt modelId="{E874BDA6-799F-4712-AEFD-D7574FBD1418}" type="sibTrans" cxnId="{FAA334B8-78A4-45C6-99A7-3F0845CC1919}">
      <dgm:prSet/>
      <dgm:spPr/>
      <dgm:t>
        <a:bodyPr/>
        <a:lstStyle/>
        <a:p>
          <a:endParaRPr lang="uk-UA"/>
        </a:p>
      </dgm:t>
    </dgm:pt>
    <dgm:pt modelId="{D9F71622-3BD5-48C1-9001-89FF1624569D}" type="pres">
      <dgm:prSet presAssocID="{692E4401-8A2F-48DB-BFB4-7763BACBD12D}" presName="linear" presStyleCnt="0">
        <dgm:presLayoutVars>
          <dgm:animLvl val="lvl"/>
          <dgm:resizeHandles val="exact"/>
        </dgm:presLayoutVars>
      </dgm:prSet>
      <dgm:spPr/>
    </dgm:pt>
    <dgm:pt modelId="{7C4351D2-D58D-43D5-86BC-9553CBCA1CAC}" type="pres">
      <dgm:prSet presAssocID="{C8ECE008-6889-4622-9F8B-31E66E37FFF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6756736-2FC3-4BA1-A32F-C31DF25F72BE}" type="pres">
      <dgm:prSet presAssocID="{B24E78DC-AE0B-449E-95E1-96A736E26266}" presName="spacer" presStyleCnt="0"/>
      <dgm:spPr/>
    </dgm:pt>
    <dgm:pt modelId="{1F2D6AD2-C0E5-48D0-A6B4-93F5590CE725}" type="pres">
      <dgm:prSet presAssocID="{A51CBA18-B8C5-4BA6-9392-D4C0109E0FD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0203C24-2775-4463-AD70-68F8C023B0E2}" srcId="{692E4401-8A2F-48DB-BFB4-7763BACBD12D}" destId="{C8ECE008-6889-4622-9F8B-31E66E37FFF7}" srcOrd="0" destOrd="0" parTransId="{9DF78985-4ABA-4A0D-ADCC-B482354BC4BB}" sibTransId="{B24E78DC-AE0B-449E-95E1-96A736E26266}"/>
    <dgm:cxn modelId="{DB777B2B-C50A-4C23-A8B4-3DA29655C424}" type="presOf" srcId="{C8ECE008-6889-4622-9F8B-31E66E37FFF7}" destId="{7C4351D2-D58D-43D5-86BC-9553CBCA1CAC}" srcOrd="0" destOrd="0" presId="urn:microsoft.com/office/officeart/2005/8/layout/vList2"/>
    <dgm:cxn modelId="{CC8E8E3F-1A95-4C73-90F2-FF2528D0867D}" type="presOf" srcId="{692E4401-8A2F-48DB-BFB4-7763BACBD12D}" destId="{D9F71622-3BD5-48C1-9001-89FF1624569D}" srcOrd="0" destOrd="0" presId="urn:microsoft.com/office/officeart/2005/8/layout/vList2"/>
    <dgm:cxn modelId="{FAA334B8-78A4-45C6-99A7-3F0845CC1919}" srcId="{692E4401-8A2F-48DB-BFB4-7763BACBD12D}" destId="{A51CBA18-B8C5-4BA6-9392-D4C0109E0FD7}" srcOrd="1" destOrd="0" parTransId="{BB80B459-D783-4A97-A080-1D5515140596}" sibTransId="{E874BDA6-799F-4712-AEFD-D7574FBD1418}"/>
    <dgm:cxn modelId="{438572CB-9219-4850-9340-5405FC6E76A2}" type="presOf" srcId="{A51CBA18-B8C5-4BA6-9392-D4C0109E0FD7}" destId="{1F2D6AD2-C0E5-48D0-A6B4-93F5590CE725}" srcOrd="0" destOrd="0" presId="urn:microsoft.com/office/officeart/2005/8/layout/vList2"/>
    <dgm:cxn modelId="{17FF86AD-4921-4D38-80A3-E0F202A50444}" type="presParOf" srcId="{D9F71622-3BD5-48C1-9001-89FF1624569D}" destId="{7C4351D2-D58D-43D5-86BC-9553CBCA1CAC}" srcOrd="0" destOrd="0" presId="urn:microsoft.com/office/officeart/2005/8/layout/vList2"/>
    <dgm:cxn modelId="{5994EE24-6B0B-4414-BBFC-B1CB39205CC0}" type="presParOf" srcId="{D9F71622-3BD5-48C1-9001-89FF1624569D}" destId="{56756736-2FC3-4BA1-A32F-C31DF25F72BE}" srcOrd="1" destOrd="0" presId="urn:microsoft.com/office/officeart/2005/8/layout/vList2"/>
    <dgm:cxn modelId="{A27CD35E-1A4D-4F5D-A53B-5CF4B2DA0546}" type="presParOf" srcId="{D9F71622-3BD5-48C1-9001-89FF1624569D}" destId="{1F2D6AD2-C0E5-48D0-A6B4-93F5590CE72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50250A6E-078C-489B-81C1-FE121A59CB7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3D5233A-D471-4C4E-898F-69BEBB0204A4}">
      <dgm:prSet/>
      <dgm:spPr/>
      <dgm:t>
        <a:bodyPr/>
        <a:lstStyle/>
        <a:p>
          <a:r>
            <a:rPr lang="uk-UA" b="0" i="0" dirty="0"/>
            <a:t>Переяслава</a:t>
          </a:r>
          <a:endParaRPr lang="uk-UA" dirty="0"/>
        </a:p>
      </dgm:t>
    </dgm:pt>
    <dgm:pt modelId="{CE8D7B02-EA34-4F2E-A5FF-087406F8D9AD}" type="parTrans" cxnId="{F8C2072E-1141-4671-A673-E631CF6449E3}">
      <dgm:prSet/>
      <dgm:spPr/>
      <dgm:t>
        <a:bodyPr/>
        <a:lstStyle/>
        <a:p>
          <a:endParaRPr lang="uk-UA"/>
        </a:p>
      </dgm:t>
    </dgm:pt>
    <dgm:pt modelId="{2B1A8AB4-5993-48DB-840F-BB9C8E1F0E4D}" type="sibTrans" cxnId="{F8C2072E-1141-4671-A673-E631CF6449E3}">
      <dgm:prSet/>
      <dgm:spPr/>
      <dgm:t>
        <a:bodyPr/>
        <a:lstStyle/>
        <a:p>
          <a:endParaRPr lang="uk-UA"/>
        </a:p>
      </dgm:t>
    </dgm:pt>
    <dgm:pt modelId="{E200ED18-1555-4E10-BCC9-860CDF39FFC6}">
      <dgm:prSet/>
      <dgm:spPr/>
      <dgm:t>
        <a:bodyPr/>
        <a:lstStyle/>
        <a:p>
          <a:r>
            <a:rPr lang="uk-UA" b="0" i="0" dirty="0"/>
            <a:t>Володимира</a:t>
          </a:r>
          <a:endParaRPr lang="uk-UA" dirty="0"/>
        </a:p>
      </dgm:t>
    </dgm:pt>
    <dgm:pt modelId="{EAB5C13E-46BC-4CFC-8125-EA97E214EC19}" type="parTrans" cxnId="{FE1B9D26-4F73-4888-989C-71FB35B151FE}">
      <dgm:prSet/>
      <dgm:spPr/>
      <dgm:t>
        <a:bodyPr/>
        <a:lstStyle/>
        <a:p>
          <a:endParaRPr lang="uk-UA"/>
        </a:p>
      </dgm:t>
    </dgm:pt>
    <dgm:pt modelId="{2431757E-D1AA-43CA-B8C7-2DD7EF477EDE}" type="sibTrans" cxnId="{FE1B9D26-4F73-4888-989C-71FB35B151FE}">
      <dgm:prSet/>
      <dgm:spPr/>
      <dgm:t>
        <a:bodyPr/>
        <a:lstStyle/>
        <a:p>
          <a:endParaRPr lang="uk-UA"/>
        </a:p>
      </dgm:t>
    </dgm:pt>
    <dgm:pt modelId="{AC21D526-8D36-4329-982A-999D9139E085}">
      <dgm:prSet/>
      <dgm:spPr/>
      <dgm:t>
        <a:bodyPr/>
        <a:lstStyle/>
        <a:p>
          <a:r>
            <a:rPr lang="uk-UA" b="0" i="0"/>
            <a:t>Чернігова</a:t>
          </a:r>
          <a:endParaRPr lang="uk-UA"/>
        </a:p>
      </dgm:t>
    </dgm:pt>
    <dgm:pt modelId="{51A12E9B-D2C9-4F7B-9B5F-BD2B4E8234D1}" type="parTrans" cxnId="{58FE2467-F7E6-47AA-8DD0-FF41F7D94C1D}">
      <dgm:prSet/>
      <dgm:spPr/>
      <dgm:t>
        <a:bodyPr/>
        <a:lstStyle/>
        <a:p>
          <a:endParaRPr lang="uk-UA"/>
        </a:p>
      </dgm:t>
    </dgm:pt>
    <dgm:pt modelId="{2E7F4B6D-82C1-4DB7-86C0-D0F952606652}" type="sibTrans" cxnId="{58FE2467-F7E6-47AA-8DD0-FF41F7D94C1D}">
      <dgm:prSet/>
      <dgm:spPr/>
      <dgm:t>
        <a:bodyPr/>
        <a:lstStyle/>
        <a:p>
          <a:endParaRPr lang="uk-UA"/>
        </a:p>
      </dgm:t>
    </dgm:pt>
    <dgm:pt modelId="{CC179F64-78A0-4F1D-8F94-006B39CA02E7}">
      <dgm:prSet/>
      <dgm:spPr/>
      <dgm:t>
        <a:bodyPr/>
        <a:lstStyle/>
        <a:p>
          <a:r>
            <a:rPr lang="uk-UA" b="0" i="0" dirty="0"/>
            <a:t>Києва</a:t>
          </a:r>
          <a:endParaRPr lang="uk-UA" dirty="0"/>
        </a:p>
      </dgm:t>
    </dgm:pt>
    <dgm:pt modelId="{A76AEB23-A191-4707-A3B6-720C5FC2FC45}" type="parTrans" cxnId="{ED86244B-EFE9-4889-9E34-1B31671C659E}">
      <dgm:prSet/>
      <dgm:spPr/>
      <dgm:t>
        <a:bodyPr/>
        <a:lstStyle/>
        <a:p>
          <a:endParaRPr lang="uk-UA"/>
        </a:p>
      </dgm:t>
    </dgm:pt>
    <dgm:pt modelId="{7A4F10CE-9299-4163-82A6-923387D14FD1}" type="sibTrans" cxnId="{ED86244B-EFE9-4889-9E34-1B31671C659E}">
      <dgm:prSet/>
      <dgm:spPr/>
      <dgm:t>
        <a:bodyPr/>
        <a:lstStyle/>
        <a:p>
          <a:endParaRPr lang="uk-UA"/>
        </a:p>
      </dgm:t>
    </dgm:pt>
    <dgm:pt modelId="{0F63F8A0-9E69-4E68-AE0D-F17FB1251543}" type="pres">
      <dgm:prSet presAssocID="{50250A6E-078C-489B-81C1-FE121A59CB7A}" presName="matrix" presStyleCnt="0">
        <dgm:presLayoutVars>
          <dgm:chMax val="1"/>
          <dgm:dir/>
          <dgm:resizeHandles val="exact"/>
        </dgm:presLayoutVars>
      </dgm:prSet>
      <dgm:spPr/>
    </dgm:pt>
    <dgm:pt modelId="{C65FD421-F967-48E9-99E4-6DC609573090}" type="pres">
      <dgm:prSet presAssocID="{50250A6E-078C-489B-81C1-FE121A59CB7A}" presName="diamond" presStyleLbl="bgShp" presStyleIdx="0" presStyleCnt="1"/>
      <dgm:spPr/>
    </dgm:pt>
    <dgm:pt modelId="{8C1D68D1-3AAA-474D-88C8-B4C2DD425997}" type="pres">
      <dgm:prSet presAssocID="{50250A6E-078C-489B-81C1-FE121A59CB7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F2BBF71-533A-4DE4-BF7D-D93904596D6E}" type="pres">
      <dgm:prSet presAssocID="{50250A6E-078C-489B-81C1-FE121A59CB7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E9CDC3B-F50B-4B5E-B19A-B44F2BDDF93F}" type="pres">
      <dgm:prSet presAssocID="{50250A6E-078C-489B-81C1-FE121A59CB7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CE88BC9-5D0C-46E0-902E-C1CC23B5A70A}" type="pres">
      <dgm:prSet presAssocID="{50250A6E-078C-489B-81C1-FE121A59CB7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E1B9D26-4F73-4888-989C-71FB35B151FE}" srcId="{50250A6E-078C-489B-81C1-FE121A59CB7A}" destId="{E200ED18-1555-4E10-BCC9-860CDF39FFC6}" srcOrd="1" destOrd="0" parTransId="{EAB5C13E-46BC-4CFC-8125-EA97E214EC19}" sibTransId="{2431757E-D1AA-43CA-B8C7-2DD7EF477EDE}"/>
    <dgm:cxn modelId="{F8C2072E-1141-4671-A673-E631CF6449E3}" srcId="{50250A6E-078C-489B-81C1-FE121A59CB7A}" destId="{B3D5233A-D471-4C4E-898F-69BEBB0204A4}" srcOrd="0" destOrd="0" parTransId="{CE8D7B02-EA34-4F2E-A5FF-087406F8D9AD}" sibTransId="{2B1A8AB4-5993-48DB-840F-BB9C8E1F0E4D}"/>
    <dgm:cxn modelId="{58FE2467-F7E6-47AA-8DD0-FF41F7D94C1D}" srcId="{50250A6E-078C-489B-81C1-FE121A59CB7A}" destId="{AC21D526-8D36-4329-982A-999D9139E085}" srcOrd="2" destOrd="0" parTransId="{51A12E9B-D2C9-4F7B-9B5F-BD2B4E8234D1}" sibTransId="{2E7F4B6D-82C1-4DB7-86C0-D0F952606652}"/>
    <dgm:cxn modelId="{ED86244B-EFE9-4889-9E34-1B31671C659E}" srcId="{50250A6E-078C-489B-81C1-FE121A59CB7A}" destId="{CC179F64-78A0-4F1D-8F94-006B39CA02E7}" srcOrd="3" destOrd="0" parTransId="{A76AEB23-A191-4707-A3B6-720C5FC2FC45}" sibTransId="{7A4F10CE-9299-4163-82A6-923387D14FD1}"/>
    <dgm:cxn modelId="{46551E71-4960-4ABC-9FBD-DA052869900E}" type="presOf" srcId="{B3D5233A-D471-4C4E-898F-69BEBB0204A4}" destId="{8C1D68D1-3AAA-474D-88C8-B4C2DD425997}" srcOrd="0" destOrd="0" presId="urn:microsoft.com/office/officeart/2005/8/layout/matrix3"/>
    <dgm:cxn modelId="{CC3CDB71-42FE-453D-BB23-E690DEB79C67}" type="presOf" srcId="{AC21D526-8D36-4329-982A-999D9139E085}" destId="{8E9CDC3B-F50B-4B5E-B19A-B44F2BDDF93F}" srcOrd="0" destOrd="0" presId="urn:microsoft.com/office/officeart/2005/8/layout/matrix3"/>
    <dgm:cxn modelId="{CA1392EA-4775-49E5-92F3-A04DDBF74081}" type="presOf" srcId="{50250A6E-078C-489B-81C1-FE121A59CB7A}" destId="{0F63F8A0-9E69-4E68-AE0D-F17FB1251543}" srcOrd="0" destOrd="0" presId="urn:microsoft.com/office/officeart/2005/8/layout/matrix3"/>
    <dgm:cxn modelId="{1E5F22EE-8B6B-41C5-9B0E-F480F966AB99}" type="presOf" srcId="{E200ED18-1555-4E10-BCC9-860CDF39FFC6}" destId="{2F2BBF71-533A-4DE4-BF7D-D93904596D6E}" srcOrd="0" destOrd="0" presId="urn:microsoft.com/office/officeart/2005/8/layout/matrix3"/>
    <dgm:cxn modelId="{97A4AAFC-C2F0-413B-9E3C-C082BAFB4408}" type="presOf" srcId="{CC179F64-78A0-4F1D-8F94-006B39CA02E7}" destId="{BCE88BC9-5D0C-46E0-902E-C1CC23B5A70A}" srcOrd="0" destOrd="0" presId="urn:microsoft.com/office/officeart/2005/8/layout/matrix3"/>
    <dgm:cxn modelId="{BCE629C5-BE3B-4F5F-8798-7D1C87DA21AE}" type="presParOf" srcId="{0F63F8A0-9E69-4E68-AE0D-F17FB1251543}" destId="{C65FD421-F967-48E9-99E4-6DC609573090}" srcOrd="0" destOrd="0" presId="urn:microsoft.com/office/officeart/2005/8/layout/matrix3"/>
    <dgm:cxn modelId="{483494FF-3DC7-4EDF-A13B-BF60525E4C20}" type="presParOf" srcId="{0F63F8A0-9E69-4E68-AE0D-F17FB1251543}" destId="{8C1D68D1-3AAA-474D-88C8-B4C2DD425997}" srcOrd="1" destOrd="0" presId="urn:microsoft.com/office/officeart/2005/8/layout/matrix3"/>
    <dgm:cxn modelId="{549AAD98-FB0F-4E68-B338-F03BBC43179E}" type="presParOf" srcId="{0F63F8A0-9E69-4E68-AE0D-F17FB1251543}" destId="{2F2BBF71-533A-4DE4-BF7D-D93904596D6E}" srcOrd="2" destOrd="0" presId="urn:microsoft.com/office/officeart/2005/8/layout/matrix3"/>
    <dgm:cxn modelId="{BF9762B2-3AEB-4A0F-BC88-40E2C97B3612}" type="presParOf" srcId="{0F63F8A0-9E69-4E68-AE0D-F17FB1251543}" destId="{8E9CDC3B-F50B-4B5E-B19A-B44F2BDDF93F}" srcOrd="3" destOrd="0" presId="urn:microsoft.com/office/officeart/2005/8/layout/matrix3"/>
    <dgm:cxn modelId="{1F8486CD-31EE-4937-B357-72A2311536D3}" type="presParOf" srcId="{0F63F8A0-9E69-4E68-AE0D-F17FB1251543}" destId="{BCE88BC9-5D0C-46E0-902E-C1CC23B5A70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A9408A71-45A7-4329-845E-2C3A98DF4E4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607793-B11F-4CC8-B208-B1D69C46EF19}">
      <dgm:prSet/>
      <dgm:spPr/>
      <dgm:t>
        <a:bodyPr/>
        <a:lstStyle/>
        <a:p>
          <a:r>
            <a:rPr lang="ru-RU" b="0" i="0" dirty="0" err="1"/>
            <a:t>похід</a:t>
          </a:r>
          <a:r>
            <a:rPr lang="ru-RU" b="0" i="0" dirty="0"/>
            <a:t> князя Аскольда на Константинополь</a:t>
          </a:r>
          <a:endParaRPr lang="uk-UA" dirty="0"/>
        </a:p>
      </dgm:t>
    </dgm:pt>
    <dgm:pt modelId="{A3529DA3-9ECB-4BE7-8826-8EBDA8CE1625}" type="parTrans" cxnId="{1015C4BE-379D-437E-8E36-2638B3D3F74B}">
      <dgm:prSet/>
      <dgm:spPr/>
      <dgm:t>
        <a:bodyPr/>
        <a:lstStyle/>
        <a:p>
          <a:endParaRPr lang="uk-UA"/>
        </a:p>
      </dgm:t>
    </dgm:pt>
    <dgm:pt modelId="{982F6CA9-98C0-4568-93BD-A93A93551842}" type="sibTrans" cxnId="{1015C4BE-379D-437E-8E36-2638B3D3F74B}">
      <dgm:prSet/>
      <dgm:spPr/>
      <dgm:t>
        <a:bodyPr/>
        <a:lstStyle/>
        <a:p>
          <a:endParaRPr lang="uk-UA"/>
        </a:p>
      </dgm:t>
    </dgm:pt>
    <dgm:pt modelId="{4723067A-6D33-4FFD-A140-F7E93A3EDEC0}">
      <dgm:prSet/>
      <dgm:spPr/>
      <dgm:t>
        <a:bodyPr/>
        <a:lstStyle/>
        <a:p>
          <a:r>
            <a:rPr lang="ru-RU" b="0" i="0"/>
            <a:t>розгром князем Святославом Хозарського каганату</a:t>
          </a:r>
          <a:endParaRPr lang="uk-UA"/>
        </a:p>
      </dgm:t>
    </dgm:pt>
    <dgm:pt modelId="{9EC3FB31-1B57-4369-B21C-C167539A90E0}" type="parTrans" cxnId="{D20713E7-D9DA-4907-9F3E-01023B2A2616}">
      <dgm:prSet/>
      <dgm:spPr/>
      <dgm:t>
        <a:bodyPr/>
        <a:lstStyle/>
        <a:p>
          <a:endParaRPr lang="uk-UA"/>
        </a:p>
      </dgm:t>
    </dgm:pt>
    <dgm:pt modelId="{CCF033B8-6DFB-4A0C-9AC4-9B731AAEE995}" type="sibTrans" cxnId="{D20713E7-D9DA-4907-9F3E-01023B2A2616}">
      <dgm:prSet/>
      <dgm:spPr/>
      <dgm:t>
        <a:bodyPr/>
        <a:lstStyle/>
        <a:p>
          <a:endParaRPr lang="uk-UA"/>
        </a:p>
      </dgm:t>
    </dgm:pt>
    <dgm:pt modelId="{D955B4FC-94D8-417E-9629-52B7DF2E9110}">
      <dgm:prSet/>
      <dgm:spPr/>
      <dgm:t>
        <a:bodyPr/>
        <a:lstStyle/>
        <a:p>
          <a:r>
            <a:rPr lang="ru-RU" b="0" i="0"/>
            <a:t>об’єднання князем Романом Мстиславовичем Галицького та Волинського князівств у єдину державу</a:t>
          </a:r>
          <a:endParaRPr lang="uk-UA"/>
        </a:p>
      </dgm:t>
    </dgm:pt>
    <dgm:pt modelId="{51FC4323-EF06-4A0D-A4DD-9198D7D118AA}" type="parTrans" cxnId="{7F7B21E1-EBB6-4C19-BE9A-86C09937E53F}">
      <dgm:prSet/>
      <dgm:spPr/>
      <dgm:t>
        <a:bodyPr/>
        <a:lstStyle/>
        <a:p>
          <a:endParaRPr lang="uk-UA"/>
        </a:p>
      </dgm:t>
    </dgm:pt>
    <dgm:pt modelId="{97A15B9F-CBE4-4F8A-A297-1EA68420D291}" type="sibTrans" cxnId="{7F7B21E1-EBB6-4C19-BE9A-86C09937E53F}">
      <dgm:prSet/>
      <dgm:spPr/>
      <dgm:t>
        <a:bodyPr/>
        <a:lstStyle/>
        <a:p>
          <a:endParaRPr lang="uk-UA"/>
        </a:p>
      </dgm:t>
    </dgm:pt>
    <dgm:pt modelId="{D35D199C-D63D-4922-92EF-E9EF9CD14BF8}">
      <dgm:prSet/>
      <dgm:spPr/>
      <dgm:t>
        <a:bodyPr/>
        <a:lstStyle/>
        <a:p>
          <a:r>
            <a:rPr lang="ru-RU" b="0" i="0" dirty="0" err="1"/>
            <a:t>похід</a:t>
          </a:r>
          <a:r>
            <a:rPr lang="ru-RU" b="0" i="0" dirty="0"/>
            <a:t> на Русь </a:t>
          </a:r>
          <a:r>
            <a:rPr lang="ru-RU" b="0" i="0" dirty="0" err="1"/>
            <a:t>монгольських</a:t>
          </a:r>
          <a:r>
            <a:rPr lang="ru-RU" b="0" i="0" dirty="0"/>
            <a:t> орд </a:t>
          </a:r>
          <a:r>
            <a:rPr lang="ru-RU" b="0" i="0" dirty="0" err="1"/>
            <a:t>Батия</a:t>
          </a:r>
          <a:endParaRPr lang="uk-UA" dirty="0"/>
        </a:p>
      </dgm:t>
    </dgm:pt>
    <dgm:pt modelId="{0E4E3C91-4677-4712-B2F1-6FAB20D53986}" type="parTrans" cxnId="{B807B472-0A74-4803-9344-4F767DFCEEB9}">
      <dgm:prSet/>
      <dgm:spPr/>
      <dgm:t>
        <a:bodyPr/>
        <a:lstStyle/>
        <a:p>
          <a:endParaRPr lang="uk-UA"/>
        </a:p>
      </dgm:t>
    </dgm:pt>
    <dgm:pt modelId="{C66C6870-E8EB-4521-A664-BF7D07341B96}" type="sibTrans" cxnId="{B807B472-0A74-4803-9344-4F767DFCEEB9}">
      <dgm:prSet/>
      <dgm:spPr/>
      <dgm:t>
        <a:bodyPr/>
        <a:lstStyle/>
        <a:p>
          <a:endParaRPr lang="uk-UA"/>
        </a:p>
      </dgm:t>
    </dgm:pt>
    <dgm:pt modelId="{F7B90B1E-47AC-4133-A891-C9EC750D394E}" type="pres">
      <dgm:prSet presAssocID="{A9408A71-45A7-4329-845E-2C3A98DF4E42}" presName="linearFlow" presStyleCnt="0">
        <dgm:presLayoutVars>
          <dgm:dir/>
          <dgm:resizeHandles val="exact"/>
        </dgm:presLayoutVars>
      </dgm:prSet>
      <dgm:spPr/>
    </dgm:pt>
    <dgm:pt modelId="{01D508AE-11D8-49F8-B237-DE97BADB8994}" type="pres">
      <dgm:prSet presAssocID="{DB607793-B11F-4CC8-B208-B1D69C46EF19}" presName="composite" presStyleCnt="0"/>
      <dgm:spPr/>
    </dgm:pt>
    <dgm:pt modelId="{50A562E0-7BCF-4181-B4A3-F2C585689570}" type="pres">
      <dgm:prSet presAssocID="{DB607793-B11F-4CC8-B208-B1D69C46EF19}" presName="imgShp" presStyleLbl="fgImgPlace1" presStyleIdx="0" presStyleCnt="4"/>
      <dgm:spPr/>
    </dgm:pt>
    <dgm:pt modelId="{9EA24AA0-3354-4FB8-AFF3-E5A52B46C823}" type="pres">
      <dgm:prSet presAssocID="{DB607793-B11F-4CC8-B208-B1D69C46EF19}" presName="txShp" presStyleLbl="node1" presStyleIdx="0" presStyleCnt="4">
        <dgm:presLayoutVars>
          <dgm:bulletEnabled val="1"/>
        </dgm:presLayoutVars>
      </dgm:prSet>
      <dgm:spPr/>
    </dgm:pt>
    <dgm:pt modelId="{D79EF44D-E576-43A8-B1FF-7B669483A6B1}" type="pres">
      <dgm:prSet presAssocID="{982F6CA9-98C0-4568-93BD-A93A93551842}" presName="spacing" presStyleCnt="0"/>
      <dgm:spPr/>
    </dgm:pt>
    <dgm:pt modelId="{9041C919-A477-4C99-ACB1-D1391115C29F}" type="pres">
      <dgm:prSet presAssocID="{4723067A-6D33-4FFD-A140-F7E93A3EDEC0}" presName="composite" presStyleCnt="0"/>
      <dgm:spPr/>
    </dgm:pt>
    <dgm:pt modelId="{4F553DA3-B9DA-4368-8832-68925AE15C3C}" type="pres">
      <dgm:prSet presAssocID="{4723067A-6D33-4FFD-A140-F7E93A3EDEC0}" presName="imgShp" presStyleLbl="fgImgPlace1" presStyleIdx="1" presStyleCnt="4"/>
      <dgm:spPr/>
    </dgm:pt>
    <dgm:pt modelId="{A0D0CD69-FA34-4786-9F4C-126837744DF1}" type="pres">
      <dgm:prSet presAssocID="{4723067A-6D33-4FFD-A140-F7E93A3EDEC0}" presName="txShp" presStyleLbl="node1" presStyleIdx="1" presStyleCnt="4">
        <dgm:presLayoutVars>
          <dgm:bulletEnabled val="1"/>
        </dgm:presLayoutVars>
      </dgm:prSet>
      <dgm:spPr/>
    </dgm:pt>
    <dgm:pt modelId="{E4247CD9-0D8C-4256-8F62-A8E8310033C5}" type="pres">
      <dgm:prSet presAssocID="{CCF033B8-6DFB-4A0C-9AC4-9B731AAEE995}" presName="spacing" presStyleCnt="0"/>
      <dgm:spPr/>
    </dgm:pt>
    <dgm:pt modelId="{C3A4CEE7-87B7-4A62-A98E-E5FD665D6C53}" type="pres">
      <dgm:prSet presAssocID="{D955B4FC-94D8-417E-9629-52B7DF2E9110}" presName="composite" presStyleCnt="0"/>
      <dgm:spPr/>
    </dgm:pt>
    <dgm:pt modelId="{97C91C36-9F1C-4A0A-89BF-8DA2CC17D23D}" type="pres">
      <dgm:prSet presAssocID="{D955B4FC-94D8-417E-9629-52B7DF2E9110}" presName="imgShp" presStyleLbl="fgImgPlace1" presStyleIdx="2" presStyleCnt="4"/>
      <dgm:spPr/>
    </dgm:pt>
    <dgm:pt modelId="{74E8C881-7DE9-4F37-BEE1-F4444A611A33}" type="pres">
      <dgm:prSet presAssocID="{D955B4FC-94D8-417E-9629-52B7DF2E9110}" presName="txShp" presStyleLbl="node1" presStyleIdx="2" presStyleCnt="4">
        <dgm:presLayoutVars>
          <dgm:bulletEnabled val="1"/>
        </dgm:presLayoutVars>
      </dgm:prSet>
      <dgm:spPr/>
    </dgm:pt>
    <dgm:pt modelId="{EA1EFF01-71F0-4639-9510-06A4E3C4E1F5}" type="pres">
      <dgm:prSet presAssocID="{97A15B9F-CBE4-4F8A-A297-1EA68420D291}" presName="spacing" presStyleCnt="0"/>
      <dgm:spPr/>
    </dgm:pt>
    <dgm:pt modelId="{C97DCD01-7B3B-4615-B19E-6BA76BB41F94}" type="pres">
      <dgm:prSet presAssocID="{D35D199C-D63D-4922-92EF-E9EF9CD14BF8}" presName="composite" presStyleCnt="0"/>
      <dgm:spPr/>
    </dgm:pt>
    <dgm:pt modelId="{6B3AB19B-09E4-4E0E-BC61-4DAA7B63D73A}" type="pres">
      <dgm:prSet presAssocID="{D35D199C-D63D-4922-92EF-E9EF9CD14BF8}" presName="imgShp" presStyleLbl="fgImgPlace1" presStyleIdx="3" presStyleCnt="4"/>
      <dgm:spPr/>
    </dgm:pt>
    <dgm:pt modelId="{0C189D30-14AA-47AF-9573-928E2BBA4F80}" type="pres">
      <dgm:prSet presAssocID="{D35D199C-D63D-4922-92EF-E9EF9CD14BF8}" presName="txShp" presStyleLbl="node1" presStyleIdx="3" presStyleCnt="4">
        <dgm:presLayoutVars>
          <dgm:bulletEnabled val="1"/>
        </dgm:presLayoutVars>
      </dgm:prSet>
      <dgm:spPr/>
    </dgm:pt>
  </dgm:ptLst>
  <dgm:cxnLst>
    <dgm:cxn modelId="{ACD04201-9656-47D8-BE05-F81EA2F07BAC}" type="presOf" srcId="{D955B4FC-94D8-417E-9629-52B7DF2E9110}" destId="{74E8C881-7DE9-4F37-BEE1-F4444A611A33}" srcOrd="0" destOrd="0" presId="urn:microsoft.com/office/officeart/2005/8/layout/vList3"/>
    <dgm:cxn modelId="{1DD4BA4D-EADD-426A-871A-FF8C32385851}" type="presOf" srcId="{D35D199C-D63D-4922-92EF-E9EF9CD14BF8}" destId="{0C189D30-14AA-47AF-9573-928E2BBA4F80}" srcOrd="0" destOrd="0" presId="urn:microsoft.com/office/officeart/2005/8/layout/vList3"/>
    <dgm:cxn modelId="{B807B472-0A74-4803-9344-4F767DFCEEB9}" srcId="{A9408A71-45A7-4329-845E-2C3A98DF4E42}" destId="{D35D199C-D63D-4922-92EF-E9EF9CD14BF8}" srcOrd="3" destOrd="0" parTransId="{0E4E3C91-4677-4712-B2F1-6FAB20D53986}" sibTransId="{C66C6870-E8EB-4521-A664-BF7D07341B96}"/>
    <dgm:cxn modelId="{A6C5DEA0-9440-4B0C-9CDA-98CA3629EB7C}" type="presOf" srcId="{A9408A71-45A7-4329-845E-2C3A98DF4E42}" destId="{F7B90B1E-47AC-4133-A891-C9EC750D394E}" srcOrd="0" destOrd="0" presId="urn:microsoft.com/office/officeart/2005/8/layout/vList3"/>
    <dgm:cxn modelId="{1015C4BE-379D-437E-8E36-2638B3D3F74B}" srcId="{A9408A71-45A7-4329-845E-2C3A98DF4E42}" destId="{DB607793-B11F-4CC8-B208-B1D69C46EF19}" srcOrd="0" destOrd="0" parTransId="{A3529DA3-9ECB-4BE7-8826-8EBDA8CE1625}" sibTransId="{982F6CA9-98C0-4568-93BD-A93A93551842}"/>
    <dgm:cxn modelId="{32024AD9-E5F1-468B-91F8-AA2426D88425}" type="presOf" srcId="{DB607793-B11F-4CC8-B208-B1D69C46EF19}" destId="{9EA24AA0-3354-4FB8-AFF3-E5A52B46C823}" srcOrd="0" destOrd="0" presId="urn:microsoft.com/office/officeart/2005/8/layout/vList3"/>
    <dgm:cxn modelId="{2AE1DAD9-2C45-49B3-B99B-36712B06C1CF}" type="presOf" srcId="{4723067A-6D33-4FFD-A140-F7E93A3EDEC0}" destId="{A0D0CD69-FA34-4786-9F4C-126837744DF1}" srcOrd="0" destOrd="0" presId="urn:microsoft.com/office/officeart/2005/8/layout/vList3"/>
    <dgm:cxn modelId="{7F7B21E1-EBB6-4C19-BE9A-86C09937E53F}" srcId="{A9408A71-45A7-4329-845E-2C3A98DF4E42}" destId="{D955B4FC-94D8-417E-9629-52B7DF2E9110}" srcOrd="2" destOrd="0" parTransId="{51FC4323-EF06-4A0D-A4DD-9198D7D118AA}" sibTransId="{97A15B9F-CBE4-4F8A-A297-1EA68420D291}"/>
    <dgm:cxn modelId="{D20713E7-D9DA-4907-9F3E-01023B2A2616}" srcId="{A9408A71-45A7-4329-845E-2C3A98DF4E42}" destId="{4723067A-6D33-4FFD-A140-F7E93A3EDEC0}" srcOrd="1" destOrd="0" parTransId="{9EC3FB31-1B57-4369-B21C-C167539A90E0}" sibTransId="{CCF033B8-6DFB-4A0C-9AC4-9B731AAEE995}"/>
    <dgm:cxn modelId="{ABEA0B14-DA04-40CF-8C05-6E2099015FC6}" type="presParOf" srcId="{F7B90B1E-47AC-4133-A891-C9EC750D394E}" destId="{01D508AE-11D8-49F8-B237-DE97BADB8994}" srcOrd="0" destOrd="0" presId="urn:microsoft.com/office/officeart/2005/8/layout/vList3"/>
    <dgm:cxn modelId="{032E6D3E-CF13-489D-A2A3-9D6E35898A6C}" type="presParOf" srcId="{01D508AE-11D8-49F8-B237-DE97BADB8994}" destId="{50A562E0-7BCF-4181-B4A3-F2C585689570}" srcOrd="0" destOrd="0" presId="urn:microsoft.com/office/officeart/2005/8/layout/vList3"/>
    <dgm:cxn modelId="{E994E6EC-F0D2-44FE-B468-34DB6189C420}" type="presParOf" srcId="{01D508AE-11D8-49F8-B237-DE97BADB8994}" destId="{9EA24AA0-3354-4FB8-AFF3-E5A52B46C823}" srcOrd="1" destOrd="0" presId="urn:microsoft.com/office/officeart/2005/8/layout/vList3"/>
    <dgm:cxn modelId="{EB17ED26-55BE-41A3-9405-0B485BF67E47}" type="presParOf" srcId="{F7B90B1E-47AC-4133-A891-C9EC750D394E}" destId="{D79EF44D-E576-43A8-B1FF-7B669483A6B1}" srcOrd="1" destOrd="0" presId="urn:microsoft.com/office/officeart/2005/8/layout/vList3"/>
    <dgm:cxn modelId="{7278C425-94CC-430B-9810-0F6DEE2F6B13}" type="presParOf" srcId="{F7B90B1E-47AC-4133-A891-C9EC750D394E}" destId="{9041C919-A477-4C99-ACB1-D1391115C29F}" srcOrd="2" destOrd="0" presId="urn:microsoft.com/office/officeart/2005/8/layout/vList3"/>
    <dgm:cxn modelId="{429B9059-2E9E-4F96-8D7A-732365EB480C}" type="presParOf" srcId="{9041C919-A477-4C99-ACB1-D1391115C29F}" destId="{4F553DA3-B9DA-4368-8832-68925AE15C3C}" srcOrd="0" destOrd="0" presId="urn:microsoft.com/office/officeart/2005/8/layout/vList3"/>
    <dgm:cxn modelId="{1FF82B98-212F-49FB-AF20-D8ADBD27884A}" type="presParOf" srcId="{9041C919-A477-4C99-ACB1-D1391115C29F}" destId="{A0D0CD69-FA34-4786-9F4C-126837744DF1}" srcOrd="1" destOrd="0" presId="urn:microsoft.com/office/officeart/2005/8/layout/vList3"/>
    <dgm:cxn modelId="{38AA2D6A-E76C-40B5-AF72-4B7A0C57395F}" type="presParOf" srcId="{F7B90B1E-47AC-4133-A891-C9EC750D394E}" destId="{E4247CD9-0D8C-4256-8F62-A8E8310033C5}" srcOrd="3" destOrd="0" presId="urn:microsoft.com/office/officeart/2005/8/layout/vList3"/>
    <dgm:cxn modelId="{E9ACC5CD-D4BB-4ADC-83D0-88B582155313}" type="presParOf" srcId="{F7B90B1E-47AC-4133-A891-C9EC750D394E}" destId="{C3A4CEE7-87B7-4A62-A98E-E5FD665D6C53}" srcOrd="4" destOrd="0" presId="urn:microsoft.com/office/officeart/2005/8/layout/vList3"/>
    <dgm:cxn modelId="{3A2B5EDE-E4C7-46B4-9839-9C8DEC632BAB}" type="presParOf" srcId="{C3A4CEE7-87B7-4A62-A98E-E5FD665D6C53}" destId="{97C91C36-9F1C-4A0A-89BF-8DA2CC17D23D}" srcOrd="0" destOrd="0" presId="urn:microsoft.com/office/officeart/2005/8/layout/vList3"/>
    <dgm:cxn modelId="{43A5E5FA-3EB8-497C-B782-787D93698247}" type="presParOf" srcId="{C3A4CEE7-87B7-4A62-A98E-E5FD665D6C53}" destId="{74E8C881-7DE9-4F37-BEE1-F4444A611A33}" srcOrd="1" destOrd="0" presId="urn:microsoft.com/office/officeart/2005/8/layout/vList3"/>
    <dgm:cxn modelId="{7E7AD478-6F70-431D-9D45-BE050495197C}" type="presParOf" srcId="{F7B90B1E-47AC-4133-A891-C9EC750D394E}" destId="{EA1EFF01-71F0-4639-9510-06A4E3C4E1F5}" srcOrd="5" destOrd="0" presId="urn:microsoft.com/office/officeart/2005/8/layout/vList3"/>
    <dgm:cxn modelId="{48F7C847-03D1-4707-9446-1A3EA7D9D791}" type="presParOf" srcId="{F7B90B1E-47AC-4133-A891-C9EC750D394E}" destId="{C97DCD01-7B3B-4615-B19E-6BA76BB41F94}" srcOrd="6" destOrd="0" presId="urn:microsoft.com/office/officeart/2005/8/layout/vList3"/>
    <dgm:cxn modelId="{1400C4D4-4F8E-43DB-B7DD-2FCCA21841F1}" type="presParOf" srcId="{C97DCD01-7B3B-4615-B19E-6BA76BB41F94}" destId="{6B3AB19B-09E4-4E0E-BC61-4DAA7B63D73A}" srcOrd="0" destOrd="0" presId="urn:microsoft.com/office/officeart/2005/8/layout/vList3"/>
    <dgm:cxn modelId="{C55D761C-E51C-4BB9-96F0-47F5B96D66F2}" type="presParOf" srcId="{C97DCD01-7B3B-4615-B19E-6BA76BB41F94}" destId="{0C189D30-14AA-47AF-9573-928E2BBA4F8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D49DC2AA-FABC-46FF-AAA0-5A9AB80399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00E6FE-1DD5-496D-9D0B-7FBEEA7502AC}">
      <dgm:prSet/>
      <dgm:spPr/>
      <dgm:t>
        <a:bodyPr/>
        <a:lstStyle/>
        <a:p>
          <a:r>
            <a:rPr lang="uk-UA" b="0" i="0"/>
            <a:t>руйнування міст, занепад ремесел та торгівлі на Русі</a:t>
          </a:r>
          <a:endParaRPr lang="uk-UA"/>
        </a:p>
      </dgm:t>
    </dgm:pt>
    <dgm:pt modelId="{AA211A35-E89D-489D-AD7C-9E5AF23B6AAD}" type="parTrans" cxnId="{AE9B7D12-7A56-4528-A90A-47FB18248ADC}">
      <dgm:prSet/>
      <dgm:spPr/>
      <dgm:t>
        <a:bodyPr/>
        <a:lstStyle/>
        <a:p>
          <a:endParaRPr lang="uk-UA"/>
        </a:p>
      </dgm:t>
    </dgm:pt>
    <dgm:pt modelId="{5E34251B-E294-45C5-A968-D8E1A0C6454B}" type="sibTrans" cxnId="{AE9B7D12-7A56-4528-A90A-47FB18248ADC}">
      <dgm:prSet/>
      <dgm:spPr/>
      <dgm:t>
        <a:bodyPr/>
        <a:lstStyle/>
        <a:p>
          <a:endParaRPr lang="uk-UA"/>
        </a:p>
      </dgm:t>
    </dgm:pt>
    <dgm:pt modelId="{CE487417-31F4-4634-954F-64979FE95ABC}">
      <dgm:prSet/>
      <dgm:spPr/>
      <dgm:t>
        <a:bodyPr/>
        <a:lstStyle/>
        <a:p>
          <a:r>
            <a:rPr lang="uk-UA" b="0" i="0" dirty="0"/>
            <a:t>формування нового центру суспільно-політичного та економічного життя Русі</a:t>
          </a:r>
          <a:endParaRPr lang="uk-UA" dirty="0"/>
        </a:p>
      </dgm:t>
    </dgm:pt>
    <dgm:pt modelId="{37FE5B9B-9C4C-428A-9800-BF7B001FE22C}" type="parTrans" cxnId="{B4713152-EF29-422C-B2B5-AD1B6D8A6F23}">
      <dgm:prSet/>
      <dgm:spPr/>
      <dgm:t>
        <a:bodyPr/>
        <a:lstStyle/>
        <a:p>
          <a:endParaRPr lang="uk-UA"/>
        </a:p>
      </dgm:t>
    </dgm:pt>
    <dgm:pt modelId="{E1BB753C-6C6A-4A58-AE67-61C0817F17C9}" type="sibTrans" cxnId="{B4713152-EF29-422C-B2B5-AD1B6D8A6F23}">
      <dgm:prSet/>
      <dgm:spPr/>
      <dgm:t>
        <a:bodyPr/>
        <a:lstStyle/>
        <a:p>
          <a:endParaRPr lang="uk-UA"/>
        </a:p>
      </dgm:t>
    </dgm:pt>
    <dgm:pt modelId="{CEAF906F-1EA2-46D1-96AE-F17407BCB0CC}">
      <dgm:prSet/>
      <dgm:spPr/>
      <dgm:t>
        <a:bodyPr/>
        <a:lstStyle/>
        <a:p>
          <a:r>
            <a:rPr lang="uk-UA" b="0" i="0" dirty="0"/>
            <a:t>відкриття шляху на Русь кочовим ордам Сходу</a:t>
          </a:r>
          <a:endParaRPr lang="uk-UA" dirty="0"/>
        </a:p>
      </dgm:t>
    </dgm:pt>
    <dgm:pt modelId="{5E149F5F-7C78-4CD5-97FA-A680BAD4DFA9}" type="parTrans" cxnId="{5003245E-5E4B-4C24-8081-A6F2F0580333}">
      <dgm:prSet/>
      <dgm:spPr/>
      <dgm:t>
        <a:bodyPr/>
        <a:lstStyle/>
        <a:p>
          <a:endParaRPr lang="uk-UA"/>
        </a:p>
      </dgm:t>
    </dgm:pt>
    <dgm:pt modelId="{8ED86FDD-350F-4BB6-91E1-BA97D797B96B}" type="sibTrans" cxnId="{5003245E-5E4B-4C24-8081-A6F2F0580333}">
      <dgm:prSet/>
      <dgm:spPr/>
      <dgm:t>
        <a:bodyPr/>
        <a:lstStyle/>
        <a:p>
          <a:endParaRPr lang="uk-UA"/>
        </a:p>
      </dgm:t>
    </dgm:pt>
    <dgm:pt modelId="{81BA12D7-2F17-4542-80CB-E255196512D6}">
      <dgm:prSet/>
      <dgm:spPr/>
      <dgm:t>
        <a:bodyPr/>
        <a:lstStyle/>
        <a:p>
          <a:r>
            <a:rPr lang="uk-UA" b="0" i="0"/>
            <a:t>вихід Русі на міжнародну арену, початок її дипломатичної діяльності</a:t>
          </a:r>
          <a:endParaRPr lang="uk-UA"/>
        </a:p>
      </dgm:t>
    </dgm:pt>
    <dgm:pt modelId="{40034512-E8BE-43C7-9445-4EB2F3C314A2}" type="parTrans" cxnId="{E6F5FA2D-E787-4D78-8C9E-80FB53B1F6E3}">
      <dgm:prSet/>
      <dgm:spPr/>
      <dgm:t>
        <a:bodyPr/>
        <a:lstStyle/>
        <a:p>
          <a:endParaRPr lang="uk-UA"/>
        </a:p>
      </dgm:t>
    </dgm:pt>
    <dgm:pt modelId="{25FFBC1C-A9D4-42B0-B818-D72E18344761}" type="sibTrans" cxnId="{E6F5FA2D-E787-4D78-8C9E-80FB53B1F6E3}">
      <dgm:prSet/>
      <dgm:spPr/>
      <dgm:t>
        <a:bodyPr/>
        <a:lstStyle/>
        <a:p>
          <a:endParaRPr lang="uk-UA"/>
        </a:p>
      </dgm:t>
    </dgm:pt>
    <dgm:pt modelId="{5A53B60B-AB55-473F-B63C-CD993BC6582C}">
      <dgm:prSet/>
      <dgm:spPr/>
      <dgm:t>
        <a:bodyPr/>
        <a:lstStyle/>
        <a:p>
          <a:r>
            <a:rPr lang="uk-UA" b="0" i="0" dirty="0"/>
            <a:t>розширення рівноправних </a:t>
          </a:r>
          <a:r>
            <a:rPr lang="uk-UA" b="0" i="0" dirty="0" err="1"/>
            <a:t>зв’язків</a:t>
          </a:r>
          <a:r>
            <a:rPr lang="uk-UA" b="0" i="0" dirty="0"/>
            <a:t> Русі з європейськими державами</a:t>
          </a:r>
          <a:endParaRPr lang="uk-UA" dirty="0"/>
        </a:p>
      </dgm:t>
    </dgm:pt>
    <dgm:pt modelId="{E0AEC1A0-4620-4639-A781-7DC45558ABD4}" type="parTrans" cxnId="{D7FFEC40-D3FA-4824-97D9-BAD65204B095}">
      <dgm:prSet/>
      <dgm:spPr/>
      <dgm:t>
        <a:bodyPr/>
        <a:lstStyle/>
        <a:p>
          <a:endParaRPr lang="uk-UA"/>
        </a:p>
      </dgm:t>
    </dgm:pt>
    <dgm:pt modelId="{5D685160-B73F-4A5F-9DFE-32BA648AEE1E}" type="sibTrans" cxnId="{D7FFEC40-D3FA-4824-97D9-BAD65204B095}">
      <dgm:prSet/>
      <dgm:spPr/>
      <dgm:t>
        <a:bodyPr/>
        <a:lstStyle/>
        <a:p>
          <a:endParaRPr lang="uk-UA"/>
        </a:p>
      </dgm:t>
    </dgm:pt>
    <dgm:pt modelId="{E52DB01E-9D7D-4447-8AF4-002C2FDB76A2}" type="pres">
      <dgm:prSet presAssocID="{D49DC2AA-FABC-46FF-AAA0-5A9AB8039998}" presName="linear" presStyleCnt="0">
        <dgm:presLayoutVars>
          <dgm:animLvl val="lvl"/>
          <dgm:resizeHandles val="exact"/>
        </dgm:presLayoutVars>
      </dgm:prSet>
      <dgm:spPr/>
    </dgm:pt>
    <dgm:pt modelId="{CA98006A-A982-4FD6-A50F-EC4EE7803336}" type="pres">
      <dgm:prSet presAssocID="{9300E6FE-1DD5-496D-9D0B-7FBEEA7502A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B46A5D8-7A9D-49C1-BB5E-054C35418153}" type="pres">
      <dgm:prSet presAssocID="{5E34251B-E294-45C5-A968-D8E1A0C6454B}" presName="spacer" presStyleCnt="0"/>
      <dgm:spPr/>
    </dgm:pt>
    <dgm:pt modelId="{0FBD626B-1266-4FF1-83E9-FC6FFE5B0673}" type="pres">
      <dgm:prSet presAssocID="{CE487417-31F4-4634-954F-64979FE95AB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D9386F9-4AD8-43DE-9890-028B88F4B22E}" type="pres">
      <dgm:prSet presAssocID="{E1BB753C-6C6A-4A58-AE67-61C0817F17C9}" presName="spacer" presStyleCnt="0"/>
      <dgm:spPr/>
    </dgm:pt>
    <dgm:pt modelId="{AB4B0642-FE22-477D-BBA1-DD32E2D1CBA4}" type="pres">
      <dgm:prSet presAssocID="{CEAF906F-1EA2-46D1-96AE-F17407BCB0C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BF4EC4A-C8AE-47FE-BE94-E76035D79814}" type="pres">
      <dgm:prSet presAssocID="{8ED86FDD-350F-4BB6-91E1-BA97D797B96B}" presName="spacer" presStyleCnt="0"/>
      <dgm:spPr/>
    </dgm:pt>
    <dgm:pt modelId="{36C742D6-D712-4077-982E-EB3B214C0F12}" type="pres">
      <dgm:prSet presAssocID="{81BA12D7-2F17-4542-80CB-E255196512D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22334E3-A4AC-4158-8261-6BD5FE380FFF}" type="pres">
      <dgm:prSet presAssocID="{25FFBC1C-A9D4-42B0-B818-D72E18344761}" presName="spacer" presStyleCnt="0"/>
      <dgm:spPr/>
    </dgm:pt>
    <dgm:pt modelId="{F7686873-64C0-4D26-BFFF-2A74334D4241}" type="pres">
      <dgm:prSet presAssocID="{5A53B60B-AB55-473F-B63C-CD993BC6582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E9B7D12-7A56-4528-A90A-47FB18248ADC}" srcId="{D49DC2AA-FABC-46FF-AAA0-5A9AB8039998}" destId="{9300E6FE-1DD5-496D-9D0B-7FBEEA7502AC}" srcOrd="0" destOrd="0" parTransId="{AA211A35-E89D-489D-AD7C-9E5AF23B6AAD}" sibTransId="{5E34251B-E294-45C5-A968-D8E1A0C6454B}"/>
    <dgm:cxn modelId="{EA36311A-845A-4B92-8218-966303C31255}" type="presOf" srcId="{5A53B60B-AB55-473F-B63C-CD993BC6582C}" destId="{F7686873-64C0-4D26-BFFF-2A74334D4241}" srcOrd="0" destOrd="0" presId="urn:microsoft.com/office/officeart/2005/8/layout/vList2"/>
    <dgm:cxn modelId="{E6F5FA2D-E787-4D78-8C9E-80FB53B1F6E3}" srcId="{D49DC2AA-FABC-46FF-AAA0-5A9AB8039998}" destId="{81BA12D7-2F17-4542-80CB-E255196512D6}" srcOrd="3" destOrd="0" parTransId="{40034512-E8BE-43C7-9445-4EB2F3C314A2}" sibTransId="{25FFBC1C-A9D4-42B0-B818-D72E18344761}"/>
    <dgm:cxn modelId="{D7FFEC40-D3FA-4824-97D9-BAD65204B095}" srcId="{D49DC2AA-FABC-46FF-AAA0-5A9AB8039998}" destId="{5A53B60B-AB55-473F-B63C-CD993BC6582C}" srcOrd="4" destOrd="0" parTransId="{E0AEC1A0-4620-4639-A781-7DC45558ABD4}" sibTransId="{5D685160-B73F-4A5F-9DFE-32BA648AEE1E}"/>
    <dgm:cxn modelId="{5003245E-5E4B-4C24-8081-A6F2F0580333}" srcId="{D49DC2AA-FABC-46FF-AAA0-5A9AB8039998}" destId="{CEAF906F-1EA2-46D1-96AE-F17407BCB0CC}" srcOrd="2" destOrd="0" parTransId="{5E149F5F-7C78-4CD5-97FA-A680BAD4DFA9}" sibTransId="{8ED86FDD-350F-4BB6-91E1-BA97D797B96B}"/>
    <dgm:cxn modelId="{C1F26D66-60E7-4284-AF4E-2DC0B9490A42}" type="presOf" srcId="{CE487417-31F4-4634-954F-64979FE95ABC}" destId="{0FBD626B-1266-4FF1-83E9-FC6FFE5B0673}" srcOrd="0" destOrd="0" presId="urn:microsoft.com/office/officeart/2005/8/layout/vList2"/>
    <dgm:cxn modelId="{92B5876D-EB18-466E-9BDC-BE07EA505E79}" type="presOf" srcId="{81BA12D7-2F17-4542-80CB-E255196512D6}" destId="{36C742D6-D712-4077-982E-EB3B214C0F12}" srcOrd="0" destOrd="0" presId="urn:microsoft.com/office/officeart/2005/8/layout/vList2"/>
    <dgm:cxn modelId="{B4713152-EF29-422C-B2B5-AD1B6D8A6F23}" srcId="{D49DC2AA-FABC-46FF-AAA0-5A9AB8039998}" destId="{CE487417-31F4-4634-954F-64979FE95ABC}" srcOrd="1" destOrd="0" parTransId="{37FE5B9B-9C4C-428A-9800-BF7B001FE22C}" sibTransId="{E1BB753C-6C6A-4A58-AE67-61C0817F17C9}"/>
    <dgm:cxn modelId="{C7897A81-F5F7-4EAA-BB30-60AD1F5DFF5E}" type="presOf" srcId="{CEAF906F-1EA2-46D1-96AE-F17407BCB0CC}" destId="{AB4B0642-FE22-477D-BBA1-DD32E2D1CBA4}" srcOrd="0" destOrd="0" presId="urn:microsoft.com/office/officeart/2005/8/layout/vList2"/>
    <dgm:cxn modelId="{927AF4BF-1F32-436F-B7AE-C638BC481CF2}" type="presOf" srcId="{9300E6FE-1DD5-496D-9D0B-7FBEEA7502AC}" destId="{CA98006A-A982-4FD6-A50F-EC4EE7803336}" srcOrd="0" destOrd="0" presId="urn:microsoft.com/office/officeart/2005/8/layout/vList2"/>
    <dgm:cxn modelId="{FFEAD8E2-155F-40FC-A672-F38E774E05FF}" type="presOf" srcId="{D49DC2AA-FABC-46FF-AAA0-5A9AB8039998}" destId="{E52DB01E-9D7D-4447-8AF4-002C2FDB76A2}" srcOrd="0" destOrd="0" presId="urn:microsoft.com/office/officeart/2005/8/layout/vList2"/>
    <dgm:cxn modelId="{B2C23402-50D8-4136-A57B-E7EB90C5BCD9}" type="presParOf" srcId="{E52DB01E-9D7D-4447-8AF4-002C2FDB76A2}" destId="{CA98006A-A982-4FD6-A50F-EC4EE7803336}" srcOrd="0" destOrd="0" presId="urn:microsoft.com/office/officeart/2005/8/layout/vList2"/>
    <dgm:cxn modelId="{BA10F80C-B3CB-4291-A429-E1F2D7537E94}" type="presParOf" srcId="{E52DB01E-9D7D-4447-8AF4-002C2FDB76A2}" destId="{1B46A5D8-7A9D-49C1-BB5E-054C35418153}" srcOrd="1" destOrd="0" presId="urn:microsoft.com/office/officeart/2005/8/layout/vList2"/>
    <dgm:cxn modelId="{82C5B4EE-8DCB-4A1E-A35D-2F35F68F80CD}" type="presParOf" srcId="{E52DB01E-9D7D-4447-8AF4-002C2FDB76A2}" destId="{0FBD626B-1266-4FF1-83E9-FC6FFE5B0673}" srcOrd="2" destOrd="0" presId="urn:microsoft.com/office/officeart/2005/8/layout/vList2"/>
    <dgm:cxn modelId="{378161B4-87B2-4D9F-9666-648119AEC68A}" type="presParOf" srcId="{E52DB01E-9D7D-4447-8AF4-002C2FDB76A2}" destId="{3D9386F9-4AD8-43DE-9890-028B88F4B22E}" srcOrd="3" destOrd="0" presId="urn:microsoft.com/office/officeart/2005/8/layout/vList2"/>
    <dgm:cxn modelId="{855B8BA2-FA3F-4F77-8C84-89A0CBF7B675}" type="presParOf" srcId="{E52DB01E-9D7D-4447-8AF4-002C2FDB76A2}" destId="{AB4B0642-FE22-477D-BBA1-DD32E2D1CBA4}" srcOrd="4" destOrd="0" presId="urn:microsoft.com/office/officeart/2005/8/layout/vList2"/>
    <dgm:cxn modelId="{0CF79975-D9B3-4E52-8461-E89AD3DAAC38}" type="presParOf" srcId="{E52DB01E-9D7D-4447-8AF4-002C2FDB76A2}" destId="{CBF4EC4A-C8AE-47FE-BE94-E76035D79814}" srcOrd="5" destOrd="0" presId="urn:microsoft.com/office/officeart/2005/8/layout/vList2"/>
    <dgm:cxn modelId="{B2BC25B4-AC82-4CB0-9AF3-46B3D867CB4D}" type="presParOf" srcId="{E52DB01E-9D7D-4447-8AF4-002C2FDB76A2}" destId="{36C742D6-D712-4077-982E-EB3B214C0F12}" srcOrd="6" destOrd="0" presId="urn:microsoft.com/office/officeart/2005/8/layout/vList2"/>
    <dgm:cxn modelId="{A6FC87F4-0971-48F5-B4A1-4EA50079C0E8}" type="presParOf" srcId="{E52DB01E-9D7D-4447-8AF4-002C2FDB76A2}" destId="{722334E3-A4AC-4158-8261-6BD5FE380FFF}" srcOrd="7" destOrd="0" presId="urn:microsoft.com/office/officeart/2005/8/layout/vList2"/>
    <dgm:cxn modelId="{BE1BE8ED-9FFC-46D3-A038-D2E187EBCCAD}" type="presParOf" srcId="{E52DB01E-9D7D-4447-8AF4-002C2FDB76A2}" destId="{F7686873-64C0-4D26-BFFF-2A74334D424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3B78552A-5104-4D86-8E59-D99278C53AE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8B5062-24C1-478D-84B4-80E40D274624}">
      <dgm:prSet/>
      <dgm:spPr/>
      <dgm:t>
        <a:bodyPr/>
        <a:lstStyle/>
        <a:p>
          <a:r>
            <a:rPr lang="uk-UA" b="0" i="0"/>
            <a:t>хозари.</a:t>
          </a:r>
          <a:endParaRPr lang="uk-UA"/>
        </a:p>
      </dgm:t>
    </dgm:pt>
    <dgm:pt modelId="{F5BEC75B-A1C3-43C8-9E09-23776C92E30D}" type="parTrans" cxnId="{1F89DFD6-03B6-4E43-A6CF-6E5CADABF18D}">
      <dgm:prSet/>
      <dgm:spPr/>
      <dgm:t>
        <a:bodyPr/>
        <a:lstStyle/>
        <a:p>
          <a:endParaRPr lang="uk-UA"/>
        </a:p>
      </dgm:t>
    </dgm:pt>
    <dgm:pt modelId="{68984708-7F57-4383-A926-B0EB5B60CE36}" type="sibTrans" cxnId="{1F89DFD6-03B6-4E43-A6CF-6E5CADABF18D}">
      <dgm:prSet/>
      <dgm:spPr/>
      <dgm:t>
        <a:bodyPr/>
        <a:lstStyle/>
        <a:p>
          <a:endParaRPr lang="uk-UA"/>
        </a:p>
      </dgm:t>
    </dgm:pt>
    <dgm:pt modelId="{5F50BBE4-1955-4839-9535-152836583439}">
      <dgm:prSet/>
      <dgm:spPr/>
      <dgm:t>
        <a:bodyPr/>
        <a:lstStyle/>
        <a:p>
          <a:r>
            <a:rPr lang="uk-UA" b="0" i="0"/>
            <a:t>половці.</a:t>
          </a:r>
          <a:endParaRPr lang="uk-UA"/>
        </a:p>
      </dgm:t>
    </dgm:pt>
    <dgm:pt modelId="{5BAB8E9A-56DD-4133-BAF9-C3B4A9F397DB}" type="parTrans" cxnId="{2D9E6B3B-919D-4641-B4BC-31F665C6B7BE}">
      <dgm:prSet/>
      <dgm:spPr/>
      <dgm:t>
        <a:bodyPr/>
        <a:lstStyle/>
        <a:p>
          <a:endParaRPr lang="uk-UA"/>
        </a:p>
      </dgm:t>
    </dgm:pt>
    <dgm:pt modelId="{9A356993-CB28-4C14-B141-48587B0EC04C}" type="sibTrans" cxnId="{2D9E6B3B-919D-4641-B4BC-31F665C6B7BE}">
      <dgm:prSet/>
      <dgm:spPr/>
      <dgm:t>
        <a:bodyPr/>
        <a:lstStyle/>
        <a:p>
          <a:endParaRPr lang="uk-UA"/>
        </a:p>
      </dgm:t>
    </dgm:pt>
    <dgm:pt modelId="{0E0AE2D6-5270-4306-B1EF-B59E42A2BEF5}">
      <dgm:prSet/>
      <dgm:spPr/>
      <dgm:t>
        <a:bodyPr/>
        <a:lstStyle/>
        <a:p>
          <a:r>
            <a:rPr lang="uk-UA" b="0" i="0" dirty="0"/>
            <a:t>монголи.</a:t>
          </a:r>
          <a:endParaRPr lang="uk-UA" dirty="0"/>
        </a:p>
      </dgm:t>
    </dgm:pt>
    <dgm:pt modelId="{AE2EAF7A-0E1D-4EA3-9566-4E8B4B2B085B}" type="parTrans" cxnId="{569A2E9E-72CB-4327-A03C-A5ACFA012FC4}">
      <dgm:prSet/>
      <dgm:spPr/>
      <dgm:t>
        <a:bodyPr/>
        <a:lstStyle/>
        <a:p>
          <a:endParaRPr lang="uk-UA"/>
        </a:p>
      </dgm:t>
    </dgm:pt>
    <dgm:pt modelId="{CF43F382-B69C-4A93-B0E5-1C4D6BFE10CA}" type="sibTrans" cxnId="{569A2E9E-72CB-4327-A03C-A5ACFA012FC4}">
      <dgm:prSet/>
      <dgm:spPr/>
      <dgm:t>
        <a:bodyPr/>
        <a:lstStyle/>
        <a:p>
          <a:endParaRPr lang="uk-UA"/>
        </a:p>
      </dgm:t>
    </dgm:pt>
    <dgm:pt modelId="{46C9365E-933C-492E-A955-DDFA5CAE9B83}">
      <dgm:prSet/>
      <dgm:spPr/>
      <dgm:t>
        <a:bodyPr/>
        <a:lstStyle/>
        <a:p>
          <a:r>
            <a:rPr lang="uk-UA" b="0" i="0" dirty="0"/>
            <a:t>печеніги.</a:t>
          </a:r>
          <a:endParaRPr lang="uk-UA" dirty="0"/>
        </a:p>
      </dgm:t>
    </dgm:pt>
    <dgm:pt modelId="{63FE9DEE-96FD-4A28-9C6B-49942169AB77}" type="parTrans" cxnId="{5BF21BCF-02DB-4609-96D6-A7D185396E66}">
      <dgm:prSet/>
      <dgm:spPr/>
      <dgm:t>
        <a:bodyPr/>
        <a:lstStyle/>
        <a:p>
          <a:endParaRPr lang="uk-UA"/>
        </a:p>
      </dgm:t>
    </dgm:pt>
    <dgm:pt modelId="{2401527C-743E-4D3D-B44D-4172D12E7C98}" type="sibTrans" cxnId="{5BF21BCF-02DB-4609-96D6-A7D185396E66}">
      <dgm:prSet/>
      <dgm:spPr/>
      <dgm:t>
        <a:bodyPr/>
        <a:lstStyle/>
        <a:p>
          <a:endParaRPr lang="uk-UA"/>
        </a:p>
      </dgm:t>
    </dgm:pt>
    <dgm:pt modelId="{4B842333-30CD-431C-A285-57D9F0647B92}" type="pres">
      <dgm:prSet presAssocID="{3B78552A-5104-4D86-8E59-D99278C53AEB}" presName="Name0" presStyleCnt="0">
        <dgm:presLayoutVars>
          <dgm:chMax val="7"/>
          <dgm:chPref val="7"/>
          <dgm:dir/>
        </dgm:presLayoutVars>
      </dgm:prSet>
      <dgm:spPr/>
    </dgm:pt>
    <dgm:pt modelId="{E7497EBA-7CD8-45A4-93E2-86BC4BE2EBE6}" type="pres">
      <dgm:prSet presAssocID="{3B78552A-5104-4D86-8E59-D99278C53AEB}" presName="Name1" presStyleCnt="0"/>
      <dgm:spPr/>
    </dgm:pt>
    <dgm:pt modelId="{C3E4D265-27D9-460B-AB2C-E7230025A77A}" type="pres">
      <dgm:prSet presAssocID="{3B78552A-5104-4D86-8E59-D99278C53AEB}" presName="cycle" presStyleCnt="0"/>
      <dgm:spPr/>
    </dgm:pt>
    <dgm:pt modelId="{D06ED77E-FD31-47AB-B3BD-29F095C7783A}" type="pres">
      <dgm:prSet presAssocID="{3B78552A-5104-4D86-8E59-D99278C53AEB}" presName="srcNode" presStyleLbl="node1" presStyleIdx="0" presStyleCnt="4"/>
      <dgm:spPr/>
    </dgm:pt>
    <dgm:pt modelId="{83618332-2E42-4330-905B-BEDF98A4B7C2}" type="pres">
      <dgm:prSet presAssocID="{3B78552A-5104-4D86-8E59-D99278C53AEB}" presName="conn" presStyleLbl="parChTrans1D2" presStyleIdx="0" presStyleCnt="1"/>
      <dgm:spPr/>
    </dgm:pt>
    <dgm:pt modelId="{8F65D86B-E722-4F40-967E-56F2B9A68748}" type="pres">
      <dgm:prSet presAssocID="{3B78552A-5104-4D86-8E59-D99278C53AEB}" presName="extraNode" presStyleLbl="node1" presStyleIdx="0" presStyleCnt="4"/>
      <dgm:spPr/>
    </dgm:pt>
    <dgm:pt modelId="{2EC75992-551A-4205-80D9-3A739061BE0F}" type="pres">
      <dgm:prSet presAssocID="{3B78552A-5104-4D86-8E59-D99278C53AEB}" presName="dstNode" presStyleLbl="node1" presStyleIdx="0" presStyleCnt="4"/>
      <dgm:spPr/>
    </dgm:pt>
    <dgm:pt modelId="{6108116E-0F08-4B75-9DBD-70A4168F9AA6}" type="pres">
      <dgm:prSet presAssocID="{908B5062-24C1-478D-84B4-80E40D274624}" presName="text_1" presStyleLbl="node1" presStyleIdx="0" presStyleCnt="4">
        <dgm:presLayoutVars>
          <dgm:bulletEnabled val="1"/>
        </dgm:presLayoutVars>
      </dgm:prSet>
      <dgm:spPr/>
    </dgm:pt>
    <dgm:pt modelId="{F0A55850-4980-4944-852E-2D41731C6BC7}" type="pres">
      <dgm:prSet presAssocID="{908B5062-24C1-478D-84B4-80E40D274624}" presName="accent_1" presStyleCnt="0"/>
      <dgm:spPr/>
    </dgm:pt>
    <dgm:pt modelId="{445D0029-8D59-4583-BA4F-12D405378A1A}" type="pres">
      <dgm:prSet presAssocID="{908B5062-24C1-478D-84B4-80E40D274624}" presName="accentRepeatNode" presStyleLbl="solidFgAcc1" presStyleIdx="0" presStyleCnt="4"/>
      <dgm:spPr/>
    </dgm:pt>
    <dgm:pt modelId="{1E3D2D17-4853-4D5D-89D8-B3FEEE634291}" type="pres">
      <dgm:prSet presAssocID="{5F50BBE4-1955-4839-9535-152836583439}" presName="text_2" presStyleLbl="node1" presStyleIdx="1" presStyleCnt="4">
        <dgm:presLayoutVars>
          <dgm:bulletEnabled val="1"/>
        </dgm:presLayoutVars>
      </dgm:prSet>
      <dgm:spPr/>
    </dgm:pt>
    <dgm:pt modelId="{AD34042D-522C-4474-BA65-51D188B01E3D}" type="pres">
      <dgm:prSet presAssocID="{5F50BBE4-1955-4839-9535-152836583439}" presName="accent_2" presStyleCnt="0"/>
      <dgm:spPr/>
    </dgm:pt>
    <dgm:pt modelId="{34F48A73-7C9F-4479-8C4D-E8F1F776EFC2}" type="pres">
      <dgm:prSet presAssocID="{5F50BBE4-1955-4839-9535-152836583439}" presName="accentRepeatNode" presStyleLbl="solidFgAcc1" presStyleIdx="1" presStyleCnt="4"/>
      <dgm:spPr/>
    </dgm:pt>
    <dgm:pt modelId="{5E4E2259-A1E5-4229-98E2-24CA6D276089}" type="pres">
      <dgm:prSet presAssocID="{0E0AE2D6-5270-4306-B1EF-B59E42A2BEF5}" presName="text_3" presStyleLbl="node1" presStyleIdx="2" presStyleCnt="4">
        <dgm:presLayoutVars>
          <dgm:bulletEnabled val="1"/>
        </dgm:presLayoutVars>
      </dgm:prSet>
      <dgm:spPr/>
    </dgm:pt>
    <dgm:pt modelId="{3A96CF12-45D2-41DF-B05B-A40AA23DF8D2}" type="pres">
      <dgm:prSet presAssocID="{0E0AE2D6-5270-4306-B1EF-B59E42A2BEF5}" presName="accent_3" presStyleCnt="0"/>
      <dgm:spPr/>
    </dgm:pt>
    <dgm:pt modelId="{8E99B07A-AA33-4C94-9915-F81701FD34F8}" type="pres">
      <dgm:prSet presAssocID="{0E0AE2D6-5270-4306-B1EF-B59E42A2BEF5}" presName="accentRepeatNode" presStyleLbl="solidFgAcc1" presStyleIdx="2" presStyleCnt="4"/>
      <dgm:spPr/>
    </dgm:pt>
    <dgm:pt modelId="{D5755DEC-5677-44EF-9879-E59FD7A7D437}" type="pres">
      <dgm:prSet presAssocID="{46C9365E-933C-492E-A955-DDFA5CAE9B83}" presName="text_4" presStyleLbl="node1" presStyleIdx="3" presStyleCnt="4">
        <dgm:presLayoutVars>
          <dgm:bulletEnabled val="1"/>
        </dgm:presLayoutVars>
      </dgm:prSet>
      <dgm:spPr/>
    </dgm:pt>
    <dgm:pt modelId="{D43FFA6E-1E47-4B8A-A865-18CD8FD9E455}" type="pres">
      <dgm:prSet presAssocID="{46C9365E-933C-492E-A955-DDFA5CAE9B83}" presName="accent_4" presStyleCnt="0"/>
      <dgm:spPr/>
    </dgm:pt>
    <dgm:pt modelId="{273DA84D-EFC9-4624-85EB-7FB9E040E4EE}" type="pres">
      <dgm:prSet presAssocID="{46C9365E-933C-492E-A955-DDFA5CAE9B83}" presName="accentRepeatNode" presStyleLbl="solidFgAcc1" presStyleIdx="3" presStyleCnt="4"/>
      <dgm:spPr/>
    </dgm:pt>
  </dgm:ptLst>
  <dgm:cxnLst>
    <dgm:cxn modelId="{3BDA4B3A-684A-47F8-9218-401BDB665C45}" type="presOf" srcId="{0E0AE2D6-5270-4306-B1EF-B59E42A2BEF5}" destId="{5E4E2259-A1E5-4229-98E2-24CA6D276089}" srcOrd="0" destOrd="0" presId="urn:microsoft.com/office/officeart/2008/layout/VerticalCurvedList"/>
    <dgm:cxn modelId="{2D9E6B3B-919D-4641-B4BC-31F665C6B7BE}" srcId="{3B78552A-5104-4D86-8E59-D99278C53AEB}" destId="{5F50BBE4-1955-4839-9535-152836583439}" srcOrd="1" destOrd="0" parTransId="{5BAB8E9A-56DD-4133-BAF9-C3B4A9F397DB}" sibTransId="{9A356993-CB28-4C14-B141-48587B0EC04C}"/>
    <dgm:cxn modelId="{346B213C-E42B-42AB-9229-3139634D7267}" type="presOf" srcId="{908B5062-24C1-478D-84B4-80E40D274624}" destId="{6108116E-0F08-4B75-9DBD-70A4168F9AA6}" srcOrd="0" destOrd="0" presId="urn:microsoft.com/office/officeart/2008/layout/VerticalCurvedList"/>
    <dgm:cxn modelId="{B6893D76-DF81-449E-949B-B99A187B640E}" type="presOf" srcId="{46C9365E-933C-492E-A955-DDFA5CAE9B83}" destId="{D5755DEC-5677-44EF-9879-E59FD7A7D437}" srcOrd="0" destOrd="0" presId="urn:microsoft.com/office/officeart/2008/layout/VerticalCurvedList"/>
    <dgm:cxn modelId="{C50D209C-D953-43EA-BD6C-825D865AE845}" type="presOf" srcId="{68984708-7F57-4383-A926-B0EB5B60CE36}" destId="{83618332-2E42-4330-905B-BEDF98A4B7C2}" srcOrd="0" destOrd="0" presId="urn:microsoft.com/office/officeart/2008/layout/VerticalCurvedList"/>
    <dgm:cxn modelId="{569A2E9E-72CB-4327-A03C-A5ACFA012FC4}" srcId="{3B78552A-5104-4D86-8E59-D99278C53AEB}" destId="{0E0AE2D6-5270-4306-B1EF-B59E42A2BEF5}" srcOrd="2" destOrd="0" parTransId="{AE2EAF7A-0E1D-4EA3-9566-4E8B4B2B085B}" sibTransId="{CF43F382-B69C-4A93-B0E5-1C4D6BFE10CA}"/>
    <dgm:cxn modelId="{0C1E2ABB-0947-4BF8-818D-D9199D29F6EA}" type="presOf" srcId="{5F50BBE4-1955-4839-9535-152836583439}" destId="{1E3D2D17-4853-4D5D-89D8-B3FEEE634291}" srcOrd="0" destOrd="0" presId="urn:microsoft.com/office/officeart/2008/layout/VerticalCurvedList"/>
    <dgm:cxn modelId="{5BF21BCF-02DB-4609-96D6-A7D185396E66}" srcId="{3B78552A-5104-4D86-8E59-D99278C53AEB}" destId="{46C9365E-933C-492E-A955-DDFA5CAE9B83}" srcOrd="3" destOrd="0" parTransId="{63FE9DEE-96FD-4A28-9C6B-49942169AB77}" sibTransId="{2401527C-743E-4D3D-B44D-4172D12E7C98}"/>
    <dgm:cxn modelId="{1F89DFD6-03B6-4E43-A6CF-6E5CADABF18D}" srcId="{3B78552A-5104-4D86-8E59-D99278C53AEB}" destId="{908B5062-24C1-478D-84B4-80E40D274624}" srcOrd="0" destOrd="0" parTransId="{F5BEC75B-A1C3-43C8-9E09-23776C92E30D}" sibTransId="{68984708-7F57-4383-A926-B0EB5B60CE36}"/>
    <dgm:cxn modelId="{2E8F57DF-2211-43C2-AEA1-47BF01176608}" type="presOf" srcId="{3B78552A-5104-4D86-8E59-D99278C53AEB}" destId="{4B842333-30CD-431C-A285-57D9F0647B92}" srcOrd="0" destOrd="0" presId="urn:microsoft.com/office/officeart/2008/layout/VerticalCurvedList"/>
    <dgm:cxn modelId="{2D6521A8-8D62-42A1-9753-F850F62EC982}" type="presParOf" srcId="{4B842333-30CD-431C-A285-57D9F0647B92}" destId="{E7497EBA-7CD8-45A4-93E2-86BC4BE2EBE6}" srcOrd="0" destOrd="0" presId="urn:microsoft.com/office/officeart/2008/layout/VerticalCurvedList"/>
    <dgm:cxn modelId="{BC0E7274-9AFC-4E6D-B5C8-74A4205481CC}" type="presParOf" srcId="{E7497EBA-7CD8-45A4-93E2-86BC4BE2EBE6}" destId="{C3E4D265-27D9-460B-AB2C-E7230025A77A}" srcOrd="0" destOrd="0" presId="urn:microsoft.com/office/officeart/2008/layout/VerticalCurvedList"/>
    <dgm:cxn modelId="{6E3B0DC4-710C-4490-9441-6DDCD90EE827}" type="presParOf" srcId="{C3E4D265-27D9-460B-AB2C-E7230025A77A}" destId="{D06ED77E-FD31-47AB-B3BD-29F095C7783A}" srcOrd="0" destOrd="0" presId="urn:microsoft.com/office/officeart/2008/layout/VerticalCurvedList"/>
    <dgm:cxn modelId="{71850613-C88E-44E7-8A14-36CC29560DDA}" type="presParOf" srcId="{C3E4D265-27D9-460B-AB2C-E7230025A77A}" destId="{83618332-2E42-4330-905B-BEDF98A4B7C2}" srcOrd="1" destOrd="0" presId="urn:microsoft.com/office/officeart/2008/layout/VerticalCurvedList"/>
    <dgm:cxn modelId="{B7A14DE1-0FD3-4346-92ED-92C0342EA4BB}" type="presParOf" srcId="{C3E4D265-27D9-460B-AB2C-E7230025A77A}" destId="{8F65D86B-E722-4F40-967E-56F2B9A68748}" srcOrd="2" destOrd="0" presId="urn:microsoft.com/office/officeart/2008/layout/VerticalCurvedList"/>
    <dgm:cxn modelId="{37B0DE4C-08C8-4D1C-B14B-9380E5955573}" type="presParOf" srcId="{C3E4D265-27D9-460B-AB2C-E7230025A77A}" destId="{2EC75992-551A-4205-80D9-3A739061BE0F}" srcOrd="3" destOrd="0" presId="urn:microsoft.com/office/officeart/2008/layout/VerticalCurvedList"/>
    <dgm:cxn modelId="{500D2BD2-A43D-4A7F-8CA9-085EB3677371}" type="presParOf" srcId="{E7497EBA-7CD8-45A4-93E2-86BC4BE2EBE6}" destId="{6108116E-0F08-4B75-9DBD-70A4168F9AA6}" srcOrd="1" destOrd="0" presId="urn:microsoft.com/office/officeart/2008/layout/VerticalCurvedList"/>
    <dgm:cxn modelId="{E1F5FD9B-7163-4D53-B96C-27F8F6A727F3}" type="presParOf" srcId="{E7497EBA-7CD8-45A4-93E2-86BC4BE2EBE6}" destId="{F0A55850-4980-4944-852E-2D41731C6BC7}" srcOrd="2" destOrd="0" presId="urn:microsoft.com/office/officeart/2008/layout/VerticalCurvedList"/>
    <dgm:cxn modelId="{3F9D0A85-8A64-4BDC-9C9A-24C3B5A6C92C}" type="presParOf" srcId="{F0A55850-4980-4944-852E-2D41731C6BC7}" destId="{445D0029-8D59-4583-BA4F-12D405378A1A}" srcOrd="0" destOrd="0" presId="urn:microsoft.com/office/officeart/2008/layout/VerticalCurvedList"/>
    <dgm:cxn modelId="{69A1F324-6654-44C6-8E51-D2B28FA6488A}" type="presParOf" srcId="{E7497EBA-7CD8-45A4-93E2-86BC4BE2EBE6}" destId="{1E3D2D17-4853-4D5D-89D8-B3FEEE634291}" srcOrd="3" destOrd="0" presId="urn:microsoft.com/office/officeart/2008/layout/VerticalCurvedList"/>
    <dgm:cxn modelId="{712BF8BE-7A00-4703-95BD-A4058539BC0D}" type="presParOf" srcId="{E7497EBA-7CD8-45A4-93E2-86BC4BE2EBE6}" destId="{AD34042D-522C-4474-BA65-51D188B01E3D}" srcOrd="4" destOrd="0" presId="urn:microsoft.com/office/officeart/2008/layout/VerticalCurvedList"/>
    <dgm:cxn modelId="{E9894785-9C7D-44F1-8834-6DB7666FD6B0}" type="presParOf" srcId="{AD34042D-522C-4474-BA65-51D188B01E3D}" destId="{34F48A73-7C9F-4479-8C4D-E8F1F776EFC2}" srcOrd="0" destOrd="0" presId="urn:microsoft.com/office/officeart/2008/layout/VerticalCurvedList"/>
    <dgm:cxn modelId="{DDD470D2-F59C-43DD-9FB7-EDE88A592CC0}" type="presParOf" srcId="{E7497EBA-7CD8-45A4-93E2-86BC4BE2EBE6}" destId="{5E4E2259-A1E5-4229-98E2-24CA6D276089}" srcOrd="5" destOrd="0" presId="urn:microsoft.com/office/officeart/2008/layout/VerticalCurvedList"/>
    <dgm:cxn modelId="{9F398D34-0E9C-49E3-959C-7F02DE135968}" type="presParOf" srcId="{E7497EBA-7CD8-45A4-93E2-86BC4BE2EBE6}" destId="{3A96CF12-45D2-41DF-B05B-A40AA23DF8D2}" srcOrd="6" destOrd="0" presId="urn:microsoft.com/office/officeart/2008/layout/VerticalCurvedList"/>
    <dgm:cxn modelId="{6E9FC5CB-16EB-4BF6-A322-0DF9C976D71B}" type="presParOf" srcId="{3A96CF12-45D2-41DF-B05B-A40AA23DF8D2}" destId="{8E99B07A-AA33-4C94-9915-F81701FD34F8}" srcOrd="0" destOrd="0" presId="urn:microsoft.com/office/officeart/2008/layout/VerticalCurvedList"/>
    <dgm:cxn modelId="{A4F31C49-9022-4894-A18E-1D7B80FB30E6}" type="presParOf" srcId="{E7497EBA-7CD8-45A4-93E2-86BC4BE2EBE6}" destId="{D5755DEC-5677-44EF-9879-E59FD7A7D437}" srcOrd="7" destOrd="0" presId="urn:microsoft.com/office/officeart/2008/layout/VerticalCurvedList"/>
    <dgm:cxn modelId="{0209B217-74D4-4F1D-9F30-112ABF6AD1C6}" type="presParOf" srcId="{E7497EBA-7CD8-45A4-93E2-86BC4BE2EBE6}" destId="{D43FFA6E-1E47-4B8A-A865-18CD8FD9E455}" srcOrd="8" destOrd="0" presId="urn:microsoft.com/office/officeart/2008/layout/VerticalCurvedList"/>
    <dgm:cxn modelId="{82A4C023-9613-4668-A28E-A100AF8C488F}" type="presParOf" srcId="{D43FFA6E-1E47-4B8A-A865-18CD8FD9E455}" destId="{273DA84D-EFC9-4624-85EB-7FB9E040E4E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E428C90A-03FA-4192-8A4C-253CFBE5C0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80B169-7CC4-4927-BF32-818EEFC36B10}">
      <dgm:prSet/>
      <dgm:spPr/>
      <dgm:t>
        <a:bodyPr/>
        <a:lstStyle/>
        <a:p>
          <a:r>
            <a:rPr lang="uk-UA" b="0" i="0"/>
            <a:t>монголам.</a:t>
          </a:r>
          <a:endParaRPr lang="uk-UA"/>
        </a:p>
      </dgm:t>
    </dgm:pt>
    <dgm:pt modelId="{CBD9EDE8-2893-47DF-916E-5FD29CDF9831}" type="parTrans" cxnId="{19401125-8FC3-452F-9239-6C960C8321BE}">
      <dgm:prSet/>
      <dgm:spPr/>
      <dgm:t>
        <a:bodyPr/>
        <a:lstStyle/>
        <a:p>
          <a:endParaRPr lang="uk-UA"/>
        </a:p>
      </dgm:t>
    </dgm:pt>
    <dgm:pt modelId="{4D8D55C7-CFEF-40C3-95F1-40605D825D10}" type="sibTrans" cxnId="{19401125-8FC3-452F-9239-6C960C8321BE}">
      <dgm:prSet/>
      <dgm:spPr/>
      <dgm:t>
        <a:bodyPr/>
        <a:lstStyle/>
        <a:p>
          <a:endParaRPr lang="uk-UA"/>
        </a:p>
      </dgm:t>
    </dgm:pt>
    <dgm:pt modelId="{4E9E1AE8-1E05-4920-A434-BA8BDD4C1A96}">
      <dgm:prSet/>
      <dgm:spPr/>
      <dgm:t>
        <a:bodyPr/>
        <a:lstStyle/>
        <a:p>
          <a:r>
            <a:rPr lang="uk-UA" b="0" i="0"/>
            <a:t>угорцям.</a:t>
          </a:r>
          <a:endParaRPr lang="uk-UA"/>
        </a:p>
      </dgm:t>
    </dgm:pt>
    <dgm:pt modelId="{A269D0F6-5C91-4C30-9292-3F3FDED0CB63}" type="parTrans" cxnId="{513E3FED-182D-4E78-BF92-B28099007574}">
      <dgm:prSet/>
      <dgm:spPr/>
      <dgm:t>
        <a:bodyPr/>
        <a:lstStyle/>
        <a:p>
          <a:endParaRPr lang="uk-UA"/>
        </a:p>
      </dgm:t>
    </dgm:pt>
    <dgm:pt modelId="{930A19F1-326F-495E-B918-4E72C4FC95DD}" type="sibTrans" cxnId="{513E3FED-182D-4E78-BF92-B28099007574}">
      <dgm:prSet/>
      <dgm:spPr/>
      <dgm:t>
        <a:bodyPr/>
        <a:lstStyle/>
        <a:p>
          <a:endParaRPr lang="uk-UA"/>
        </a:p>
      </dgm:t>
    </dgm:pt>
    <dgm:pt modelId="{FB1BFAD9-9598-49E1-BAE1-028231DBE3C9}">
      <dgm:prSet/>
      <dgm:spPr/>
      <dgm:t>
        <a:bodyPr/>
        <a:lstStyle/>
        <a:p>
          <a:r>
            <a:rPr lang="uk-UA" b="0" i="0" dirty="0"/>
            <a:t>полякам.</a:t>
          </a:r>
          <a:endParaRPr lang="uk-UA" dirty="0"/>
        </a:p>
      </dgm:t>
    </dgm:pt>
    <dgm:pt modelId="{B78FB120-09D0-4CD8-A32A-02804D2BE306}" type="parTrans" cxnId="{26F3CC0D-B4EE-4486-BE2B-BA073EABD54D}">
      <dgm:prSet/>
      <dgm:spPr/>
      <dgm:t>
        <a:bodyPr/>
        <a:lstStyle/>
        <a:p>
          <a:endParaRPr lang="uk-UA"/>
        </a:p>
      </dgm:t>
    </dgm:pt>
    <dgm:pt modelId="{CE5C83D6-345A-406C-B72A-2CA52F03EA14}" type="sibTrans" cxnId="{26F3CC0D-B4EE-4486-BE2B-BA073EABD54D}">
      <dgm:prSet/>
      <dgm:spPr/>
      <dgm:t>
        <a:bodyPr/>
        <a:lstStyle/>
        <a:p>
          <a:endParaRPr lang="uk-UA"/>
        </a:p>
      </dgm:t>
    </dgm:pt>
    <dgm:pt modelId="{6FF8F77D-25DC-4A22-BCDC-144FB3E5B1BD}">
      <dgm:prSet/>
      <dgm:spPr/>
      <dgm:t>
        <a:bodyPr/>
        <a:lstStyle/>
        <a:p>
          <a:r>
            <a:rPr lang="uk-UA" b="0" i="0" dirty="0"/>
            <a:t>хрестоносцям.</a:t>
          </a:r>
          <a:endParaRPr lang="uk-UA" dirty="0"/>
        </a:p>
      </dgm:t>
    </dgm:pt>
    <dgm:pt modelId="{05EE3BC6-0DBC-4521-8D38-C1659284A399}" type="parTrans" cxnId="{227600B6-DC2A-41CA-B619-647C7DBB634E}">
      <dgm:prSet/>
      <dgm:spPr/>
      <dgm:t>
        <a:bodyPr/>
        <a:lstStyle/>
        <a:p>
          <a:endParaRPr lang="uk-UA"/>
        </a:p>
      </dgm:t>
    </dgm:pt>
    <dgm:pt modelId="{69AA98FC-072A-46B6-9E33-3DE0696DB77D}" type="sibTrans" cxnId="{227600B6-DC2A-41CA-B619-647C7DBB634E}">
      <dgm:prSet/>
      <dgm:spPr/>
      <dgm:t>
        <a:bodyPr/>
        <a:lstStyle/>
        <a:p>
          <a:endParaRPr lang="uk-UA"/>
        </a:p>
      </dgm:t>
    </dgm:pt>
    <dgm:pt modelId="{01481C2E-BAD0-4F3D-A2F3-947C5E255BCD}" type="pres">
      <dgm:prSet presAssocID="{E428C90A-03FA-4192-8A4C-253CFBE5C087}" presName="linear" presStyleCnt="0">
        <dgm:presLayoutVars>
          <dgm:animLvl val="lvl"/>
          <dgm:resizeHandles val="exact"/>
        </dgm:presLayoutVars>
      </dgm:prSet>
      <dgm:spPr/>
    </dgm:pt>
    <dgm:pt modelId="{5A4B7A0E-6F4D-4DEC-AFEE-85185A0C6F1A}" type="pres">
      <dgm:prSet presAssocID="{3080B169-7CC4-4927-BF32-818EEFC36B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CB487A-83CD-429D-B5B3-BA966DC5B913}" type="pres">
      <dgm:prSet presAssocID="{4D8D55C7-CFEF-40C3-95F1-40605D825D10}" presName="spacer" presStyleCnt="0"/>
      <dgm:spPr/>
    </dgm:pt>
    <dgm:pt modelId="{2D9F77BC-E886-407A-9B6A-383809FD8438}" type="pres">
      <dgm:prSet presAssocID="{4E9E1AE8-1E05-4920-A434-BA8BDD4C1A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D2FBC5-0161-42CC-AFFE-7C3DDD98D00A}" type="pres">
      <dgm:prSet presAssocID="{930A19F1-326F-495E-B918-4E72C4FC95DD}" presName="spacer" presStyleCnt="0"/>
      <dgm:spPr/>
    </dgm:pt>
    <dgm:pt modelId="{3B657FFB-E73F-4617-BEA5-2FE8A62311B4}" type="pres">
      <dgm:prSet presAssocID="{FB1BFAD9-9598-49E1-BAE1-028231DBE3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BE6FA9-E849-4D6E-A5FD-C0F27E8B9DAA}" type="pres">
      <dgm:prSet presAssocID="{CE5C83D6-345A-406C-B72A-2CA52F03EA14}" presName="spacer" presStyleCnt="0"/>
      <dgm:spPr/>
    </dgm:pt>
    <dgm:pt modelId="{6808B518-49C4-472C-AD33-EAE64FEE1118}" type="pres">
      <dgm:prSet presAssocID="{6FF8F77D-25DC-4A22-BCDC-144FB3E5B1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6F3CC0D-B4EE-4486-BE2B-BA073EABD54D}" srcId="{E428C90A-03FA-4192-8A4C-253CFBE5C087}" destId="{FB1BFAD9-9598-49E1-BAE1-028231DBE3C9}" srcOrd="2" destOrd="0" parTransId="{B78FB120-09D0-4CD8-A32A-02804D2BE306}" sibTransId="{CE5C83D6-345A-406C-B72A-2CA52F03EA14}"/>
    <dgm:cxn modelId="{D65EDB1D-4517-4D04-AA26-A0CBF7CE0AA1}" type="presOf" srcId="{FB1BFAD9-9598-49E1-BAE1-028231DBE3C9}" destId="{3B657FFB-E73F-4617-BEA5-2FE8A62311B4}" srcOrd="0" destOrd="0" presId="urn:microsoft.com/office/officeart/2005/8/layout/vList2"/>
    <dgm:cxn modelId="{FC1E1623-6FD6-4E00-9A04-089EBC68226E}" type="presOf" srcId="{4E9E1AE8-1E05-4920-A434-BA8BDD4C1A96}" destId="{2D9F77BC-E886-407A-9B6A-383809FD8438}" srcOrd="0" destOrd="0" presId="urn:microsoft.com/office/officeart/2005/8/layout/vList2"/>
    <dgm:cxn modelId="{19401125-8FC3-452F-9239-6C960C8321BE}" srcId="{E428C90A-03FA-4192-8A4C-253CFBE5C087}" destId="{3080B169-7CC4-4927-BF32-818EEFC36B10}" srcOrd="0" destOrd="0" parTransId="{CBD9EDE8-2893-47DF-916E-5FD29CDF9831}" sibTransId="{4D8D55C7-CFEF-40C3-95F1-40605D825D10}"/>
    <dgm:cxn modelId="{B84B5693-BF1F-40A4-B9E0-E5422BA8CF83}" type="presOf" srcId="{6FF8F77D-25DC-4A22-BCDC-144FB3E5B1BD}" destId="{6808B518-49C4-472C-AD33-EAE64FEE1118}" srcOrd="0" destOrd="0" presId="urn:microsoft.com/office/officeart/2005/8/layout/vList2"/>
    <dgm:cxn modelId="{33981F9C-F4C7-4905-A418-9C5AB0E5863E}" type="presOf" srcId="{E428C90A-03FA-4192-8A4C-253CFBE5C087}" destId="{01481C2E-BAD0-4F3D-A2F3-947C5E255BCD}" srcOrd="0" destOrd="0" presId="urn:microsoft.com/office/officeart/2005/8/layout/vList2"/>
    <dgm:cxn modelId="{227600B6-DC2A-41CA-B619-647C7DBB634E}" srcId="{E428C90A-03FA-4192-8A4C-253CFBE5C087}" destId="{6FF8F77D-25DC-4A22-BCDC-144FB3E5B1BD}" srcOrd="3" destOrd="0" parTransId="{05EE3BC6-0DBC-4521-8D38-C1659284A399}" sibTransId="{69AA98FC-072A-46B6-9E33-3DE0696DB77D}"/>
    <dgm:cxn modelId="{B8782BE4-C8F8-41C6-BA09-2D4E03E2B934}" type="presOf" srcId="{3080B169-7CC4-4927-BF32-818EEFC36B10}" destId="{5A4B7A0E-6F4D-4DEC-AFEE-85185A0C6F1A}" srcOrd="0" destOrd="0" presId="urn:microsoft.com/office/officeart/2005/8/layout/vList2"/>
    <dgm:cxn modelId="{513E3FED-182D-4E78-BF92-B28099007574}" srcId="{E428C90A-03FA-4192-8A4C-253CFBE5C087}" destId="{4E9E1AE8-1E05-4920-A434-BA8BDD4C1A96}" srcOrd="1" destOrd="0" parTransId="{A269D0F6-5C91-4C30-9292-3F3FDED0CB63}" sibTransId="{930A19F1-326F-495E-B918-4E72C4FC95DD}"/>
    <dgm:cxn modelId="{261B55EB-190B-4543-B0B2-AE99E0E60534}" type="presParOf" srcId="{01481C2E-BAD0-4F3D-A2F3-947C5E255BCD}" destId="{5A4B7A0E-6F4D-4DEC-AFEE-85185A0C6F1A}" srcOrd="0" destOrd="0" presId="urn:microsoft.com/office/officeart/2005/8/layout/vList2"/>
    <dgm:cxn modelId="{D1C48A56-A0E1-4BC6-8C87-B2272820176A}" type="presParOf" srcId="{01481C2E-BAD0-4F3D-A2F3-947C5E255BCD}" destId="{D1CB487A-83CD-429D-B5B3-BA966DC5B913}" srcOrd="1" destOrd="0" presId="urn:microsoft.com/office/officeart/2005/8/layout/vList2"/>
    <dgm:cxn modelId="{3BC0E4C7-CEF6-43C3-A3F4-BF3D3426A52E}" type="presParOf" srcId="{01481C2E-BAD0-4F3D-A2F3-947C5E255BCD}" destId="{2D9F77BC-E886-407A-9B6A-383809FD8438}" srcOrd="2" destOrd="0" presId="urn:microsoft.com/office/officeart/2005/8/layout/vList2"/>
    <dgm:cxn modelId="{03CB50EF-BCA1-4A52-93BB-C6A682DDF6DA}" type="presParOf" srcId="{01481C2E-BAD0-4F3D-A2F3-947C5E255BCD}" destId="{72D2FBC5-0161-42CC-AFFE-7C3DDD98D00A}" srcOrd="3" destOrd="0" presId="urn:microsoft.com/office/officeart/2005/8/layout/vList2"/>
    <dgm:cxn modelId="{FE1A608E-B6FE-462E-A12E-2A1B9809D379}" type="presParOf" srcId="{01481C2E-BAD0-4F3D-A2F3-947C5E255BCD}" destId="{3B657FFB-E73F-4617-BEA5-2FE8A62311B4}" srcOrd="4" destOrd="0" presId="urn:microsoft.com/office/officeart/2005/8/layout/vList2"/>
    <dgm:cxn modelId="{02677E49-1611-4502-97F4-D63284648903}" type="presParOf" srcId="{01481C2E-BAD0-4F3D-A2F3-947C5E255BCD}" destId="{F7BE6FA9-E849-4D6E-A5FD-C0F27E8B9DAA}" srcOrd="5" destOrd="0" presId="urn:microsoft.com/office/officeart/2005/8/layout/vList2"/>
    <dgm:cxn modelId="{3E351C0B-47AB-4B9F-B2AD-6E8BDD8E7779}" type="presParOf" srcId="{01481C2E-BAD0-4F3D-A2F3-947C5E255BCD}" destId="{6808B518-49C4-472C-AD33-EAE64FEE111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4117BF69-2A14-4310-A2E0-1D03EBE11D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60C602-91B9-4180-A55D-5ACF4B556DEC}">
      <dgm:prSet/>
      <dgm:spPr/>
      <dgm:t>
        <a:bodyPr/>
        <a:lstStyle/>
        <a:p>
          <a:r>
            <a:rPr lang="ru-RU" b="0" i="0"/>
            <a:t>облога та розорення Києва військами хана Батия</a:t>
          </a:r>
          <a:endParaRPr lang="uk-UA"/>
        </a:p>
      </dgm:t>
    </dgm:pt>
    <dgm:pt modelId="{BD74FECE-F2E9-4755-A260-DF962EA34DB7}" type="parTrans" cxnId="{5C1661A8-20C0-4E82-9215-CDB99CCAC6F3}">
      <dgm:prSet/>
      <dgm:spPr/>
      <dgm:t>
        <a:bodyPr/>
        <a:lstStyle/>
        <a:p>
          <a:endParaRPr lang="uk-UA"/>
        </a:p>
      </dgm:t>
    </dgm:pt>
    <dgm:pt modelId="{2808E925-7696-40BB-9AD9-78CE251A5F36}" type="sibTrans" cxnId="{5C1661A8-20C0-4E82-9215-CDB99CCAC6F3}">
      <dgm:prSet/>
      <dgm:spPr/>
      <dgm:t>
        <a:bodyPr/>
        <a:lstStyle/>
        <a:p>
          <a:endParaRPr lang="uk-UA"/>
        </a:p>
      </dgm:t>
    </dgm:pt>
    <dgm:pt modelId="{1906BC6C-F6AA-482D-A60A-4D55716E55B6}">
      <dgm:prSet/>
      <dgm:spPr/>
      <dgm:t>
        <a:bodyPr/>
        <a:lstStyle/>
        <a:p>
          <a:r>
            <a:rPr lang="ru-RU" b="0" i="0"/>
            <a:t>битва русько-половецьких військ з монголами на р. Калка</a:t>
          </a:r>
          <a:endParaRPr lang="uk-UA"/>
        </a:p>
      </dgm:t>
    </dgm:pt>
    <dgm:pt modelId="{32E3C3DA-6FA5-407A-8AD4-0CBB1B84A330}" type="parTrans" cxnId="{E14A99C9-C1AC-4A76-BCF5-EF6421D9D77C}">
      <dgm:prSet/>
      <dgm:spPr/>
      <dgm:t>
        <a:bodyPr/>
        <a:lstStyle/>
        <a:p>
          <a:endParaRPr lang="uk-UA"/>
        </a:p>
      </dgm:t>
    </dgm:pt>
    <dgm:pt modelId="{25DEAC68-456C-4CE0-8E4F-F6DDEDF05E1D}" type="sibTrans" cxnId="{E14A99C9-C1AC-4A76-BCF5-EF6421D9D77C}">
      <dgm:prSet/>
      <dgm:spPr/>
      <dgm:t>
        <a:bodyPr/>
        <a:lstStyle/>
        <a:p>
          <a:endParaRPr lang="uk-UA"/>
        </a:p>
      </dgm:t>
    </dgm:pt>
    <dgm:pt modelId="{91D13267-1C86-40EA-B932-31841CE1B093}">
      <dgm:prSet/>
      <dgm:spPr/>
      <dgm:t>
        <a:bodyPr/>
        <a:lstStyle/>
        <a:p>
          <a:r>
            <a:rPr lang="ru-RU" b="0" i="0" dirty="0" err="1"/>
            <a:t>розорення</a:t>
          </a:r>
          <a:r>
            <a:rPr lang="ru-RU" b="0" i="0" dirty="0"/>
            <a:t> монголами Переяслава та </a:t>
          </a:r>
          <a:r>
            <a:rPr lang="ru-RU" b="0" i="0" dirty="0" err="1"/>
            <a:t>Чернігова</a:t>
          </a:r>
          <a:endParaRPr lang="uk-UA" dirty="0"/>
        </a:p>
      </dgm:t>
    </dgm:pt>
    <dgm:pt modelId="{9314FAF4-4548-4B9D-85DB-87CD87CA7B23}" type="parTrans" cxnId="{658E68AE-4E19-46CF-9221-3EB68378875F}">
      <dgm:prSet/>
      <dgm:spPr/>
      <dgm:t>
        <a:bodyPr/>
        <a:lstStyle/>
        <a:p>
          <a:endParaRPr lang="uk-UA"/>
        </a:p>
      </dgm:t>
    </dgm:pt>
    <dgm:pt modelId="{24DB5C02-25B7-4074-A42C-4728B3095B34}" type="sibTrans" cxnId="{658E68AE-4E19-46CF-9221-3EB68378875F}">
      <dgm:prSet/>
      <dgm:spPr/>
      <dgm:t>
        <a:bodyPr/>
        <a:lstStyle/>
        <a:p>
          <a:endParaRPr lang="uk-UA"/>
        </a:p>
      </dgm:t>
    </dgm:pt>
    <dgm:pt modelId="{71866661-4040-4C6D-AA81-89BD9BE76AD8}">
      <dgm:prSet/>
      <dgm:spPr/>
      <dgm:t>
        <a:bodyPr/>
        <a:lstStyle/>
        <a:p>
          <a:r>
            <a:rPr lang="ru-RU" b="0" i="0" dirty="0" err="1"/>
            <a:t>спустошення</a:t>
          </a:r>
          <a:r>
            <a:rPr lang="ru-RU" b="0" i="0" dirty="0"/>
            <a:t> </a:t>
          </a:r>
          <a:r>
            <a:rPr lang="ru-RU" b="0" i="0" dirty="0" err="1"/>
            <a:t>монгольськими</a:t>
          </a:r>
          <a:r>
            <a:rPr lang="ru-RU" b="0" i="0" dirty="0"/>
            <a:t> ордами </a:t>
          </a:r>
          <a:r>
            <a:rPr lang="ru-RU" b="0" i="0" dirty="0" err="1"/>
            <a:t>Галицько-Волинської</a:t>
          </a:r>
          <a:r>
            <a:rPr lang="ru-RU" b="0" i="0" dirty="0"/>
            <a:t> </a:t>
          </a:r>
          <a:r>
            <a:rPr lang="ru-RU" b="0" i="0" dirty="0" err="1"/>
            <a:t>держави</a:t>
          </a:r>
          <a:endParaRPr lang="uk-UA" dirty="0"/>
        </a:p>
      </dgm:t>
    </dgm:pt>
    <dgm:pt modelId="{FE07499D-AE46-447F-9CFC-863F80F60442}" type="parTrans" cxnId="{73A32011-96F1-4575-9565-315FC2D002D0}">
      <dgm:prSet/>
      <dgm:spPr/>
      <dgm:t>
        <a:bodyPr/>
        <a:lstStyle/>
        <a:p>
          <a:endParaRPr lang="uk-UA"/>
        </a:p>
      </dgm:t>
    </dgm:pt>
    <dgm:pt modelId="{63EEAB18-F8AA-4C1B-8E78-751C6CBD029B}" type="sibTrans" cxnId="{73A32011-96F1-4575-9565-315FC2D002D0}">
      <dgm:prSet/>
      <dgm:spPr/>
      <dgm:t>
        <a:bodyPr/>
        <a:lstStyle/>
        <a:p>
          <a:endParaRPr lang="uk-UA"/>
        </a:p>
      </dgm:t>
    </dgm:pt>
    <dgm:pt modelId="{D3984DA0-ADA5-450E-A8BC-EEE422A8ABBB}" type="pres">
      <dgm:prSet presAssocID="{4117BF69-2A14-4310-A2E0-1D03EBE11DE6}" presName="linear" presStyleCnt="0">
        <dgm:presLayoutVars>
          <dgm:animLvl val="lvl"/>
          <dgm:resizeHandles val="exact"/>
        </dgm:presLayoutVars>
      </dgm:prSet>
      <dgm:spPr/>
    </dgm:pt>
    <dgm:pt modelId="{7D21DBF4-0680-44F6-A180-7673DA2A43CF}" type="pres">
      <dgm:prSet presAssocID="{0660C602-91B9-4180-A55D-5ACF4B556DE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4C24669-DC31-41AF-AE88-8EF3B3F6F0F0}" type="pres">
      <dgm:prSet presAssocID="{2808E925-7696-40BB-9AD9-78CE251A5F36}" presName="spacer" presStyleCnt="0"/>
      <dgm:spPr/>
    </dgm:pt>
    <dgm:pt modelId="{EDC63472-41FE-4C27-AA19-460F03408CE4}" type="pres">
      <dgm:prSet presAssocID="{1906BC6C-F6AA-482D-A60A-4D55716E55B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4247E2-128F-44C8-B7A4-E074569A71DC}" type="pres">
      <dgm:prSet presAssocID="{25DEAC68-456C-4CE0-8E4F-F6DDEDF05E1D}" presName="spacer" presStyleCnt="0"/>
      <dgm:spPr/>
    </dgm:pt>
    <dgm:pt modelId="{13F13F48-942E-405E-A92C-A23B875164DE}" type="pres">
      <dgm:prSet presAssocID="{91D13267-1C86-40EA-B932-31841CE1B0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A759AE-DA75-4818-A25F-CFE5BEE18269}" type="pres">
      <dgm:prSet presAssocID="{24DB5C02-25B7-4074-A42C-4728B3095B34}" presName="spacer" presStyleCnt="0"/>
      <dgm:spPr/>
    </dgm:pt>
    <dgm:pt modelId="{971DADCB-D0CA-4771-AB85-750DD35170B9}" type="pres">
      <dgm:prSet presAssocID="{71866661-4040-4C6D-AA81-89BD9BE76AD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3A32011-96F1-4575-9565-315FC2D002D0}" srcId="{4117BF69-2A14-4310-A2E0-1D03EBE11DE6}" destId="{71866661-4040-4C6D-AA81-89BD9BE76AD8}" srcOrd="3" destOrd="0" parTransId="{FE07499D-AE46-447F-9CFC-863F80F60442}" sibTransId="{63EEAB18-F8AA-4C1B-8E78-751C6CBD029B}"/>
    <dgm:cxn modelId="{5719241F-9BD8-4D6E-BB25-C163BF9E8360}" type="presOf" srcId="{71866661-4040-4C6D-AA81-89BD9BE76AD8}" destId="{971DADCB-D0CA-4771-AB85-750DD35170B9}" srcOrd="0" destOrd="0" presId="urn:microsoft.com/office/officeart/2005/8/layout/vList2"/>
    <dgm:cxn modelId="{5FFF7922-9867-4D54-850D-A9E8AB25E344}" type="presOf" srcId="{1906BC6C-F6AA-482D-A60A-4D55716E55B6}" destId="{EDC63472-41FE-4C27-AA19-460F03408CE4}" srcOrd="0" destOrd="0" presId="urn:microsoft.com/office/officeart/2005/8/layout/vList2"/>
    <dgm:cxn modelId="{53A91667-6254-4A8E-8C07-3BCECD931A7C}" type="presOf" srcId="{0660C602-91B9-4180-A55D-5ACF4B556DEC}" destId="{7D21DBF4-0680-44F6-A180-7673DA2A43CF}" srcOrd="0" destOrd="0" presId="urn:microsoft.com/office/officeart/2005/8/layout/vList2"/>
    <dgm:cxn modelId="{3FEE0E8B-8D52-4171-98DD-8DE0642508FE}" type="presOf" srcId="{4117BF69-2A14-4310-A2E0-1D03EBE11DE6}" destId="{D3984DA0-ADA5-450E-A8BC-EEE422A8ABBB}" srcOrd="0" destOrd="0" presId="urn:microsoft.com/office/officeart/2005/8/layout/vList2"/>
    <dgm:cxn modelId="{5C1661A8-20C0-4E82-9215-CDB99CCAC6F3}" srcId="{4117BF69-2A14-4310-A2E0-1D03EBE11DE6}" destId="{0660C602-91B9-4180-A55D-5ACF4B556DEC}" srcOrd="0" destOrd="0" parTransId="{BD74FECE-F2E9-4755-A260-DF962EA34DB7}" sibTransId="{2808E925-7696-40BB-9AD9-78CE251A5F36}"/>
    <dgm:cxn modelId="{658E68AE-4E19-46CF-9221-3EB68378875F}" srcId="{4117BF69-2A14-4310-A2E0-1D03EBE11DE6}" destId="{91D13267-1C86-40EA-B932-31841CE1B093}" srcOrd="2" destOrd="0" parTransId="{9314FAF4-4548-4B9D-85DB-87CD87CA7B23}" sibTransId="{24DB5C02-25B7-4074-A42C-4728B3095B34}"/>
    <dgm:cxn modelId="{E14A99C9-C1AC-4A76-BCF5-EF6421D9D77C}" srcId="{4117BF69-2A14-4310-A2E0-1D03EBE11DE6}" destId="{1906BC6C-F6AA-482D-A60A-4D55716E55B6}" srcOrd="1" destOrd="0" parTransId="{32E3C3DA-6FA5-407A-8AD4-0CBB1B84A330}" sibTransId="{25DEAC68-456C-4CE0-8E4F-F6DDEDF05E1D}"/>
    <dgm:cxn modelId="{FDE7B5DE-2694-4512-A1A1-77B3B668D429}" type="presOf" srcId="{91D13267-1C86-40EA-B932-31841CE1B093}" destId="{13F13F48-942E-405E-A92C-A23B875164DE}" srcOrd="0" destOrd="0" presId="urn:microsoft.com/office/officeart/2005/8/layout/vList2"/>
    <dgm:cxn modelId="{52DEBAD3-07D6-42D9-9C38-2DD89BCDDA35}" type="presParOf" srcId="{D3984DA0-ADA5-450E-A8BC-EEE422A8ABBB}" destId="{7D21DBF4-0680-44F6-A180-7673DA2A43CF}" srcOrd="0" destOrd="0" presId="urn:microsoft.com/office/officeart/2005/8/layout/vList2"/>
    <dgm:cxn modelId="{975127A9-6DE1-4C0D-B5B2-09EEBC610580}" type="presParOf" srcId="{D3984DA0-ADA5-450E-A8BC-EEE422A8ABBB}" destId="{04C24669-DC31-41AF-AE88-8EF3B3F6F0F0}" srcOrd="1" destOrd="0" presId="urn:microsoft.com/office/officeart/2005/8/layout/vList2"/>
    <dgm:cxn modelId="{AB5A219B-8B71-495A-B5CC-D29DC5F3B168}" type="presParOf" srcId="{D3984DA0-ADA5-450E-A8BC-EEE422A8ABBB}" destId="{EDC63472-41FE-4C27-AA19-460F03408CE4}" srcOrd="2" destOrd="0" presId="urn:microsoft.com/office/officeart/2005/8/layout/vList2"/>
    <dgm:cxn modelId="{A7C75430-0106-406A-97B4-86A325EA6405}" type="presParOf" srcId="{D3984DA0-ADA5-450E-A8BC-EEE422A8ABBB}" destId="{C44247E2-128F-44C8-B7A4-E074569A71DC}" srcOrd="3" destOrd="0" presId="urn:microsoft.com/office/officeart/2005/8/layout/vList2"/>
    <dgm:cxn modelId="{950FE12F-A8A2-4D1D-8167-413555B65B24}" type="presParOf" srcId="{D3984DA0-ADA5-450E-A8BC-EEE422A8ABBB}" destId="{13F13F48-942E-405E-A92C-A23B875164DE}" srcOrd="4" destOrd="0" presId="urn:microsoft.com/office/officeart/2005/8/layout/vList2"/>
    <dgm:cxn modelId="{72FEF0B4-4DE2-4D35-9029-03E644CDB6E8}" type="presParOf" srcId="{D3984DA0-ADA5-450E-A8BC-EEE422A8ABBB}" destId="{AFA759AE-DA75-4818-A25F-CFE5BEE18269}" srcOrd="5" destOrd="0" presId="urn:microsoft.com/office/officeart/2005/8/layout/vList2"/>
    <dgm:cxn modelId="{63345535-07C6-4FC7-A088-D2C1B0667A99}" type="presParOf" srcId="{D3984DA0-ADA5-450E-A8BC-EEE422A8ABBB}" destId="{971DADCB-D0CA-4771-AB85-750DD35170B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9FA7784B-BF65-4AA3-B943-0599CC52758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C99DCB5-88E6-49C3-BEDF-BD1A02C01F08}">
      <dgm:prSet/>
      <dgm:spPr/>
      <dgm:t>
        <a:bodyPr/>
        <a:lstStyle/>
        <a:p>
          <a:r>
            <a:rPr lang="uk-UA" b="0" i="0" dirty="0"/>
            <a:t>хозари</a:t>
          </a:r>
          <a:endParaRPr lang="uk-UA" dirty="0"/>
        </a:p>
      </dgm:t>
    </dgm:pt>
    <dgm:pt modelId="{CBBBD218-0506-41D5-A745-9D2E916E1F61}" type="parTrans" cxnId="{318D303B-F672-43E6-AD52-8E3B6FA94400}">
      <dgm:prSet/>
      <dgm:spPr/>
      <dgm:t>
        <a:bodyPr/>
        <a:lstStyle/>
        <a:p>
          <a:endParaRPr lang="uk-UA"/>
        </a:p>
      </dgm:t>
    </dgm:pt>
    <dgm:pt modelId="{CFE559E1-491E-44AB-83E4-2A7FED9303F5}" type="sibTrans" cxnId="{318D303B-F672-43E6-AD52-8E3B6FA94400}">
      <dgm:prSet/>
      <dgm:spPr/>
      <dgm:t>
        <a:bodyPr/>
        <a:lstStyle/>
        <a:p>
          <a:endParaRPr lang="uk-UA"/>
        </a:p>
      </dgm:t>
    </dgm:pt>
    <dgm:pt modelId="{01A1D1A5-FB76-485D-8AF4-64D533854A64}">
      <dgm:prSet/>
      <dgm:spPr/>
      <dgm:t>
        <a:bodyPr/>
        <a:lstStyle/>
        <a:p>
          <a:r>
            <a:rPr lang="uk-UA" b="0" i="0"/>
            <a:t>половці</a:t>
          </a:r>
          <a:endParaRPr lang="uk-UA"/>
        </a:p>
      </dgm:t>
    </dgm:pt>
    <dgm:pt modelId="{F280EB2D-6334-4D60-84F6-AB554391D7ED}" type="parTrans" cxnId="{2ECDD3CD-74EA-41CD-BB11-CBCA6471CF69}">
      <dgm:prSet/>
      <dgm:spPr/>
      <dgm:t>
        <a:bodyPr/>
        <a:lstStyle/>
        <a:p>
          <a:endParaRPr lang="uk-UA"/>
        </a:p>
      </dgm:t>
    </dgm:pt>
    <dgm:pt modelId="{79B9E31E-2882-469E-8ABB-C2CD969BDBC0}" type="sibTrans" cxnId="{2ECDD3CD-74EA-41CD-BB11-CBCA6471CF69}">
      <dgm:prSet/>
      <dgm:spPr/>
      <dgm:t>
        <a:bodyPr/>
        <a:lstStyle/>
        <a:p>
          <a:endParaRPr lang="uk-UA"/>
        </a:p>
      </dgm:t>
    </dgm:pt>
    <dgm:pt modelId="{71B1DFCA-BE71-40CD-B2C6-870327EF6357}">
      <dgm:prSet/>
      <dgm:spPr/>
      <dgm:t>
        <a:bodyPr/>
        <a:lstStyle/>
        <a:p>
          <a:r>
            <a:rPr lang="uk-UA" b="0" i="0"/>
            <a:t>монголи</a:t>
          </a:r>
          <a:endParaRPr lang="uk-UA"/>
        </a:p>
      </dgm:t>
    </dgm:pt>
    <dgm:pt modelId="{9B238423-BDC0-46E8-A221-7491C9A6B8F3}" type="parTrans" cxnId="{EA4AE38D-9ED1-4250-86FE-3EB93A40248A}">
      <dgm:prSet/>
      <dgm:spPr/>
      <dgm:t>
        <a:bodyPr/>
        <a:lstStyle/>
        <a:p>
          <a:endParaRPr lang="uk-UA"/>
        </a:p>
      </dgm:t>
    </dgm:pt>
    <dgm:pt modelId="{BEB119C7-265E-40EC-8FAC-71047B3BBAEA}" type="sibTrans" cxnId="{EA4AE38D-9ED1-4250-86FE-3EB93A40248A}">
      <dgm:prSet/>
      <dgm:spPr/>
      <dgm:t>
        <a:bodyPr/>
        <a:lstStyle/>
        <a:p>
          <a:endParaRPr lang="uk-UA"/>
        </a:p>
      </dgm:t>
    </dgm:pt>
    <dgm:pt modelId="{CB40BA4D-5262-457B-BD3A-7169454065E6}">
      <dgm:prSet/>
      <dgm:spPr/>
      <dgm:t>
        <a:bodyPr/>
        <a:lstStyle/>
        <a:p>
          <a:r>
            <a:rPr lang="uk-UA" b="0" i="0" dirty="0"/>
            <a:t>печеніги</a:t>
          </a:r>
          <a:endParaRPr lang="uk-UA" dirty="0"/>
        </a:p>
      </dgm:t>
    </dgm:pt>
    <dgm:pt modelId="{1A8AC55C-5162-463D-981A-76290B347F07}" type="parTrans" cxnId="{BC5AD4CE-CDED-4A6F-A4E1-E460F189E3DB}">
      <dgm:prSet/>
      <dgm:spPr/>
      <dgm:t>
        <a:bodyPr/>
        <a:lstStyle/>
        <a:p>
          <a:endParaRPr lang="uk-UA"/>
        </a:p>
      </dgm:t>
    </dgm:pt>
    <dgm:pt modelId="{0A05CB7C-21DC-47A9-ABF7-C47C2FF07BFF}" type="sibTrans" cxnId="{BC5AD4CE-CDED-4A6F-A4E1-E460F189E3DB}">
      <dgm:prSet/>
      <dgm:spPr/>
      <dgm:t>
        <a:bodyPr/>
        <a:lstStyle/>
        <a:p>
          <a:endParaRPr lang="uk-UA"/>
        </a:p>
      </dgm:t>
    </dgm:pt>
    <dgm:pt modelId="{9CC8769C-7F27-47D5-8B3F-8EBBC3DFB737}" type="pres">
      <dgm:prSet presAssocID="{9FA7784B-BF65-4AA3-B943-0599CC52758E}" presName="matrix" presStyleCnt="0">
        <dgm:presLayoutVars>
          <dgm:chMax val="1"/>
          <dgm:dir/>
          <dgm:resizeHandles val="exact"/>
        </dgm:presLayoutVars>
      </dgm:prSet>
      <dgm:spPr/>
    </dgm:pt>
    <dgm:pt modelId="{3ED3D654-B6A2-4FFB-BC68-4CE484AEF1AC}" type="pres">
      <dgm:prSet presAssocID="{9FA7784B-BF65-4AA3-B943-0599CC52758E}" presName="diamond" presStyleLbl="bgShp" presStyleIdx="0" presStyleCnt="1"/>
      <dgm:spPr/>
    </dgm:pt>
    <dgm:pt modelId="{146FC083-9497-4EEA-9133-5366CCF92D13}" type="pres">
      <dgm:prSet presAssocID="{9FA7784B-BF65-4AA3-B943-0599CC5275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45EBEF4-3598-42D1-AB66-8CD22546D467}" type="pres">
      <dgm:prSet presAssocID="{9FA7784B-BF65-4AA3-B943-0599CC5275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2222F18-2515-4CBA-BFF3-C9A4B1C46ADD}" type="pres">
      <dgm:prSet presAssocID="{9FA7784B-BF65-4AA3-B943-0599CC5275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C860616-09C0-4177-B8C2-6E5563ED2B35}" type="pres">
      <dgm:prSet presAssocID="{9FA7784B-BF65-4AA3-B943-0599CC5275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E5A4218-C817-48A0-9F67-553C9F0836A3}" type="presOf" srcId="{71B1DFCA-BE71-40CD-B2C6-870327EF6357}" destId="{22222F18-2515-4CBA-BFF3-C9A4B1C46ADD}" srcOrd="0" destOrd="0" presId="urn:microsoft.com/office/officeart/2005/8/layout/matrix3"/>
    <dgm:cxn modelId="{318D303B-F672-43E6-AD52-8E3B6FA94400}" srcId="{9FA7784B-BF65-4AA3-B943-0599CC52758E}" destId="{DC99DCB5-88E6-49C3-BEDF-BD1A02C01F08}" srcOrd="0" destOrd="0" parTransId="{CBBBD218-0506-41D5-A745-9D2E916E1F61}" sibTransId="{CFE559E1-491E-44AB-83E4-2A7FED9303F5}"/>
    <dgm:cxn modelId="{43888248-35AF-4425-AD4F-738D9F0ACBC6}" type="presOf" srcId="{01A1D1A5-FB76-485D-8AF4-64D533854A64}" destId="{145EBEF4-3598-42D1-AB66-8CD22546D467}" srcOrd="0" destOrd="0" presId="urn:microsoft.com/office/officeart/2005/8/layout/matrix3"/>
    <dgm:cxn modelId="{91EB6A6F-B426-416A-A938-21885582ACBC}" type="presOf" srcId="{CB40BA4D-5262-457B-BD3A-7169454065E6}" destId="{CC860616-09C0-4177-B8C2-6E5563ED2B35}" srcOrd="0" destOrd="0" presId="urn:microsoft.com/office/officeart/2005/8/layout/matrix3"/>
    <dgm:cxn modelId="{624BCA58-3A89-4556-8F73-4BC989690A77}" type="presOf" srcId="{DC99DCB5-88E6-49C3-BEDF-BD1A02C01F08}" destId="{146FC083-9497-4EEA-9133-5366CCF92D13}" srcOrd="0" destOrd="0" presId="urn:microsoft.com/office/officeart/2005/8/layout/matrix3"/>
    <dgm:cxn modelId="{EA4AE38D-9ED1-4250-86FE-3EB93A40248A}" srcId="{9FA7784B-BF65-4AA3-B943-0599CC52758E}" destId="{71B1DFCA-BE71-40CD-B2C6-870327EF6357}" srcOrd="2" destOrd="0" parTransId="{9B238423-BDC0-46E8-A221-7491C9A6B8F3}" sibTransId="{BEB119C7-265E-40EC-8FAC-71047B3BBAEA}"/>
    <dgm:cxn modelId="{5C397A9D-A120-4528-86DA-B562106EB528}" type="presOf" srcId="{9FA7784B-BF65-4AA3-B943-0599CC52758E}" destId="{9CC8769C-7F27-47D5-8B3F-8EBBC3DFB737}" srcOrd="0" destOrd="0" presId="urn:microsoft.com/office/officeart/2005/8/layout/matrix3"/>
    <dgm:cxn modelId="{2ECDD3CD-74EA-41CD-BB11-CBCA6471CF69}" srcId="{9FA7784B-BF65-4AA3-B943-0599CC52758E}" destId="{01A1D1A5-FB76-485D-8AF4-64D533854A64}" srcOrd="1" destOrd="0" parTransId="{F280EB2D-6334-4D60-84F6-AB554391D7ED}" sibTransId="{79B9E31E-2882-469E-8ABB-C2CD969BDBC0}"/>
    <dgm:cxn modelId="{BC5AD4CE-CDED-4A6F-A4E1-E460F189E3DB}" srcId="{9FA7784B-BF65-4AA3-B943-0599CC52758E}" destId="{CB40BA4D-5262-457B-BD3A-7169454065E6}" srcOrd="3" destOrd="0" parTransId="{1A8AC55C-5162-463D-981A-76290B347F07}" sibTransId="{0A05CB7C-21DC-47A9-ABF7-C47C2FF07BFF}"/>
    <dgm:cxn modelId="{65091E78-1C04-44F3-A7BF-B7A23551BABC}" type="presParOf" srcId="{9CC8769C-7F27-47D5-8B3F-8EBBC3DFB737}" destId="{3ED3D654-B6A2-4FFB-BC68-4CE484AEF1AC}" srcOrd="0" destOrd="0" presId="urn:microsoft.com/office/officeart/2005/8/layout/matrix3"/>
    <dgm:cxn modelId="{76C7DD24-C827-476E-A546-B3DA6FD2CDDC}" type="presParOf" srcId="{9CC8769C-7F27-47D5-8B3F-8EBBC3DFB737}" destId="{146FC083-9497-4EEA-9133-5366CCF92D13}" srcOrd="1" destOrd="0" presId="urn:microsoft.com/office/officeart/2005/8/layout/matrix3"/>
    <dgm:cxn modelId="{8CD75AB1-A3E8-4A16-A739-3E59830CEEB3}" type="presParOf" srcId="{9CC8769C-7F27-47D5-8B3F-8EBBC3DFB737}" destId="{145EBEF4-3598-42D1-AB66-8CD22546D467}" srcOrd="2" destOrd="0" presId="urn:microsoft.com/office/officeart/2005/8/layout/matrix3"/>
    <dgm:cxn modelId="{5A6F3613-AD4A-4A53-B45D-DEDEB9AA0BAB}" type="presParOf" srcId="{9CC8769C-7F27-47D5-8B3F-8EBBC3DFB737}" destId="{22222F18-2515-4CBA-BFF3-C9A4B1C46ADD}" srcOrd="3" destOrd="0" presId="urn:microsoft.com/office/officeart/2005/8/layout/matrix3"/>
    <dgm:cxn modelId="{25BC1262-F804-4F1A-B1CC-250F91929273}" type="presParOf" srcId="{9CC8769C-7F27-47D5-8B3F-8EBBC3DFB737}" destId="{CC860616-09C0-4177-B8C2-6E5563ED2B3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3B78552A-5104-4D86-8E59-D99278C53AE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8B5062-24C1-478D-84B4-80E40D274624}">
      <dgm:prSet/>
      <dgm:spPr/>
      <dgm:t>
        <a:bodyPr/>
        <a:lstStyle/>
        <a:p>
          <a:r>
            <a:rPr lang="uk-UA" b="0" i="0"/>
            <a:t>хозари.</a:t>
          </a:r>
          <a:endParaRPr lang="uk-UA"/>
        </a:p>
      </dgm:t>
    </dgm:pt>
    <dgm:pt modelId="{F5BEC75B-A1C3-43C8-9E09-23776C92E30D}" type="parTrans" cxnId="{1F89DFD6-03B6-4E43-A6CF-6E5CADABF18D}">
      <dgm:prSet/>
      <dgm:spPr/>
      <dgm:t>
        <a:bodyPr/>
        <a:lstStyle/>
        <a:p>
          <a:endParaRPr lang="uk-UA"/>
        </a:p>
      </dgm:t>
    </dgm:pt>
    <dgm:pt modelId="{68984708-7F57-4383-A926-B0EB5B60CE36}" type="sibTrans" cxnId="{1F89DFD6-03B6-4E43-A6CF-6E5CADABF18D}">
      <dgm:prSet/>
      <dgm:spPr/>
      <dgm:t>
        <a:bodyPr/>
        <a:lstStyle/>
        <a:p>
          <a:endParaRPr lang="uk-UA"/>
        </a:p>
      </dgm:t>
    </dgm:pt>
    <dgm:pt modelId="{5F50BBE4-1955-4839-9535-152836583439}">
      <dgm:prSet/>
      <dgm:spPr/>
      <dgm:t>
        <a:bodyPr/>
        <a:lstStyle/>
        <a:p>
          <a:r>
            <a:rPr lang="uk-UA" b="0" i="0"/>
            <a:t>половці.</a:t>
          </a:r>
          <a:endParaRPr lang="uk-UA"/>
        </a:p>
      </dgm:t>
    </dgm:pt>
    <dgm:pt modelId="{5BAB8E9A-56DD-4133-BAF9-C3B4A9F397DB}" type="parTrans" cxnId="{2D9E6B3B-919D-4641-B4BC-31F665C6B7BE}">
      <dgm:prSet/>
      <dgm:spPr/>
      <dgm:t>
        <a:bodyPr/>
        <a:lstStyle/>
        <a:p>
          <a:endParaRPr lang="uk-UA"/>
        </a:p>
      </dgm:t>
    </dgm:pt>
    <dgm:pt modelId="{9A356993-CB28-4C14-B141-48587B0EC04C}" type="sibTrans" cxnId="{2D9E6B3B-919D-4641-B4BC-31F665C6B7BE}">
      <dgm:prSet/>
      <dgm:spPr/>
      <dgm:t>
        <a:bodyPr/>
        <a:lstStyle/>
        <a:p>
          <a:endParaRPr lang="uk-UA"/>
        </a:p>
      </dgm:t>
    </dgm:pt>
    <dgm:pt modelId="{0E0AE2D6-5270-4306-B1EF-B59E42A2BEF5}">
      <dgm:prSet/>
      <dgm:spPr/>
      <dgm:t>
        <a:bodyPr/>
        <a:lstStyle/>
        <a:p>
          <a:r>
            <a:rPr lang="uk-UA" b="0" i="0" dirty="0"/>
            <a:t>монголи.</a:t>
          </a:r>
          <a:endParaRPr lang="uk-UA" dirty="0"/>
        </a:p>
      </dgm:t>
    </dgm:pt>
    <dgm:pt modelId="{AE2EAF7A-0E1D-4EA3-9566-4E8B4B2B085B}" type="parTrans" cxnId="{569A2E9E-72CB-4327-A03C-A5ACFA012FC4}">
      <dgm:prSet/>
      <dgm:spPr/>
      <dgm:t>
        <a:bodyPr/>
        <a:lstStyle/>
        <a:p>
          <a:endParaRPr lang="uk-UA"/>
        </a:p>
      </dgm:t>
    </dgm:pt>
    <dgm:pt modelId="{CF43F382-B69C-4A93-B0E5-1C4D6BFE10CA}" type="sibTrans" cxnId="{569A2E9E-72CB-4327-A03C-A5ACFA012FC4}">
      <dgm:prSet/>
      <dgm:spPr/>
      <dgm:t>
        <a:bodyPr/>
        <a:lstStyle/>
        <a:p>
          <a:endParaRPr lang="uk-UA"/>
        </a:p>
      </dgm:t>
    </dgm:pt>
    <dgm:pt modelId="{46C9365E-933C-492E-A955-DDFA5CAE9B83}">
      <dgm:prSet/>
      <dgm:spPr/>
      <dgm:t>
        <a:bodyPr/>
        <a:lstStyle/>
        <a:p>
          <a:r>
            <a:rPr lang="uk-UA" b="0" i="0" dirty="0"/>
            <a:t>печеніги.</a:t>
          </a:r>
          <a:endParaRPr lang="uk-UA" dirty="0"/>
        </a:p>
      </dgm:t>
    </dgm:pt>
    <dgm:pt modelId="{63FE9DEE-96FD-4A28-9C6B-49942169AB77}" type="parTrans" cxnId="{5BF21BCF-02DB-4609-96D6-A7D185396E66}">
      <dgm:prSet/>
      <dgm:spPr/>
      <dgm:t>
        <a:bodyPr/>
        <a:lstStyle/>
        <a:p>
          <a:endParaRPr lang="uk-UA"/>
        </a:p>
      </dgm:t>
    </dgm:pt>
    <dgm:pt modelId="{2401527C-743E-4D3D-B44D-4172D12E7C98}" type="sibTrans" cxnId="{5BF21BCF-02DB-4609-96D6-A7D185396E66}">
      <dgm:prSet/>
      <dgm:spPr/>
      <dgm:t>
        <a:bodyPr/>
        <a:lstStyle/>
        <a:p>
          <a:endParaRPr lang="uk-UA"/>
        </a:p>
      </dgm:t>
    </dgm:pt>
    <dgm:pt modelId="{4B842333-30CD-431C-A285-57D9F0647B92}" type="pres">
      <dgm:prSet presAssocID="{3B78552A-5104-4D86-8E59-D99278C53AEB}" presName="Name0" presStyleCnt="0">
        <dgm:presLayoutVars>
          <dgm:chMax val="7"/>
          <dgm:chPref val="7"/>
          <dgm:dir/>
        </dgm:presLayoutVars>
      </dgm:prSet>
      <dgm:spPr/>
    </dgm:pt>
    <dgm:pt modelId="{E7497EBA-7CD8-45A4-93E2-86BC4BE2EBE6}" type="pres">
      <dgm:prSet presAssocID="{3B78552A-5104-4D86-8E59-D99278C53AEB}" presName="Name1" presStyleCnt="0"/>
      <dgm:spPr/>
    </dgm:pt>
    <dgm:pt modelId="{C3E4D265-27D9-460B-AB2C-E7230025A77A}" type="pres">
      <dgm:prSet presAssocID="{3B78552A-5104-4D86-8E59-D99278C53AEB}" presName="cycle" presStyleCnt="0"/>
      <dgm:spPr/>
    </dgm:pt>
    <dgm:pt modelId="{D06ED77E-FD31-47AB-B3BD-29F095C7783A}" type="pres">
      <dgm:prSet presAssocID="{3B78552A-5104-4D86-8E59-D99278C53AEB}" presName="srcNode" presStyleLbl="node1" presStyleIdx="0" presStyleCnt="4"/>
      <dgm:spPr/>
    </dgm:pt>
    <dgm:pt modelId="{83618332-2E42-4330-905B-BEDF98A4B7C2}" type="pres">
      <dgm:prSet presAssocID="{3B78552A-5104-4D86-8E59-D99278C53AEB}" presName="conn" presStyleLbl="parChTrans1D2" presStyleIdx="0" presStyleCnt="1"/>
      <dgm:spPr/>
    </dgm:pt>
    <dgm:pt modelId="{8F65D86B-E722-4F40-967E-56F2B9A68748}" type="pres">
      <dgm:prSet presAssocID="{3B78552A-5104-4D86-8E59-D99278C53AEB}" presName="extraNode" presStyleLbl="node1" presStyleIdx="0" presStyleCnt="4"/>
      <dgm:spPr/>
    </dgm:pt>
    <dgm:pt modelId="{2EC75992-551A-4205-80D9-3A739061BE0F}" type="pres">
      <dgm:prSet presAssocID="{3B78552A-5104-4D86-8E59-D99278C53AEB}" presName="dstNode" presStyleLbl="node1" presStyleIdx="0" presStyleCnt="4"/>
      <dgm:spPr/>
    </dgm:pt>
    <dgm:pt modelId="{6108116E-0F08-4B75-9DBD-70A4168F9AA6}" type="pres">
      <dgm:prSet presAssocID="{908B5062-24C1-478D-84B4-80E40D274624}" presName="text_1" presStyleLbl="node1" presStyleIdx="0" presStyleCnt="4">
        <dgm:presLayoutVars>
          <dgm:bulletEnabled val="1"/>
        </dgm:presLayoutVars>
      </dgm:prSet>
      <dgm:spPr/>
    </dgm:pt>
    <dgm:pt modelId="{F0A55850-4980-4944-852E-2D41731C6BC7}" type="pres">
      <dgm:prSet presAssocID="{908B5062-24C1-478D-84B4-80E40D274624}" presName="accent_1" presStyleCnt="0"/>
      <dgm:spPr/>
    </dgm:pt>
    <dgm:pt modelId="{445D0029-8D59-4583-BA4F-12D405378A1A}" type="pres">
      <dgm:prSet presAssocID="{908B5062-24C1-478D-84B4-80E40D274624}" presName="accentRepeatNode" presStyleLbl="solidFgAcc1" presStyleIdx="0" presStyleCnt="4"/>
      <dgm:spPr/>
    </dgm:pt>
    <dgm:pt modelId="{1E3D2D17-4853-4D5D-89D8-B3FEEE634291}" type="pres">
      <dgm:prSet presAssocID="{5F50BBE4-1955-4839-9535-152836583439}" presName="text_2" presStyleLbl="node1" presStyleIdx="1" presStyleCnt="4">
        <dgm:presLayoutVars>
          <dgm:bulletEnabled val="1"/>
        </dgm:presLayoutVars>
      </dgm:prSet>
      <dgm:spPr/>
    </dgm:pt>
    <dgm:pt modelId="{AD34042D-522C-4474-BA65-51D188B01E3D}" type="pres">
      <dgm:prSet presAssocID="{5F50BBE4-1955-4839-9535-152836583439}" presName="accent_2" presStyleCnt="0"/>
      <dgm:spPr/>
    </dgm:pt>
    <dgm:pt modelId="{34F48A73-7C9F-4479-8C4D-E8F1F776EFC2}" type="pres">
      <dgm:prSet presAssocID="{5F50BBE4-1955-4839-9535-152836583439}" presName="accentRepeatNode" presStyleLbl="solidFgAcc1" presStyleIdx="1" presStyleCnt="4"/>
      <dgm:spPr/>
    </dgm:pt>
    <dgm:pt modelId="{5E4E2259-A1E5-4229-98E2-24CA6D276089}" type="pres">
      <dgm:prSet presAssocID="{0E0AE2D6-5270-4306-B1EF-B59E42A2BEF5}" presName="text_3" presStyleLbl="node1" presStyleIdx="2" presStyleCnt="4">
        <dgm:presLayoutVars>
          <dgm:bulletEnabled val="1"/>
        </dgm:presLayoutVars>
      </dgm:prSet>
      <dgm:spPr/>
    </dgm:pt>
    <dgm:pt modelId="{3A96CF12-45D2-41DF-B05B-A40AA23DF8D2}" type="pres">
      <dgm:prSet presAssocID="{0E0AE2D6-5270-4306-B1EF-B59E42A2BEF5}" presName="accent_3" presStyleCnt="0"/>
      <dgm:spPr/>
    </dgm:pt>
    <dgm:pt modelId="{8E99B07A-AA33-4C94-9915-F81701FD34F8}" type="pres">
      <dgm:prSet presAssocID="{0E0AE2D6-5270-4306-B1EF-B59E42A2BEF5}" presName="accentRepeatNode" presStyleLbl="solidFgAcc1" presStyleIdx="2" presStyleCnt="4"/>
      <dgm:spPr/>
    </dgm:pt>
    <dgm:pt modelId="{D5755DEC-5677-44EF-9879-E59FD7A7D437}" type="pres">
      <dgm:prSet presAssocID="{46C9365E-933C-492E-A955-DDFA5CAE9B83}" presName="text_4" presStyleLbl="node1" presStyleIdx="3" presStyleCnt="4">
        <dgm:presLayoutVars>
          <dgm:bulletEnabled val="1"/>
        </dgm:presLayoutVars>
      </dgm:prSet>
      <dgm:spPr/>
    </dgm:pt>
    <dgm:pt modelId="{D43FFA6E-1E47-4B8A-A865-18CD8FD9E455}" type="pres">
      <dgm:prSet presAssocID="{46C9365E-933C-492E-A955-DDFA5CAE9B83}" presName="accent_4" presStyleCnt="0"/>
      <dgm:spPr/>
    </dgm:pt>
    <dgm:pt modelId="{273DA84D-EFC9-4624-85EB-7FB9E040E4EE}" type="pres">
      <dgm:prSet presAssocID="{46C9365E-933C-492E-A955-DDFA5CAE9B83}" presName="accentRepeatNode" presStyleLbl="solidFgAcc1" presStyleIdx="3" presStyleCnt="4"/>
      <dgm:spPr/>
    </dgm:pt>
  </dgm:ptLst>
  <dgm:cxnLst>
    <dgm:cxn modelId="{3BDA4B3A-684A-47F8-9218-401BDB665C45}" type="presOf" srcId="{0E0AE2D6-5270-4306-B1EF-B59E42A2BEF5}" destId="{5E4E2259-A1E5-4229-98E2-24CA6D276089}" srcOrd="0" destOrd="0" presId="urn:microsoft.com/office/officeart/2008/layout/VerticalCurvedList"/>
    <dgm:cxn modelId="{2D9E6B3B-919D-4641-B4BC-31F665C6B7BE}" srcId="{3B78552A-5104-4D86-8E59-D99278C53AEB}" destId="{5F50BBE4-1955-4839-9535-152836583439}" srcOrd="1" destOrd="0" parTransId="{5BAB8E9A-56DD-4133-BAF9-C3B4A9F397DB}" sibTransId="{9A356993-CB28-4C14-B141-48587B0EC04C}"/>
    <dgm:cxn modelId="{346B213C-E42B-42AB-9229-3139634D7267}" type="presOf" srcId="{908B5062-24C1-478D-84B4-80E40D274624}" destId="{6108116E-0F08-4B75-9DBD-70A4168F9AA6}" srcOrd="0" destOrd="0" presId="urn:microsoft.com/office/officeart/2008/layout/VerticalCurvedList"/>
    <dgm:cxn modelId="{B6893D76-DF81-449E-949B-B99A187B640E}" type="presOf" srcId="{46C9365E-933C-492E-A955-DDFA5CAE9B83}" destId="{D5755DEC-5677-44EF-9879-E59FD7A7D437}" srcOrd="0" destOrd="0" presId="urn:microsoft.com/office/officeart/2008/layout/VerticalCurvedList"/>
    <dgm:cxn modelId="{C50D209C-D953-43EA-BD6C-825D865AE845}" type="presOf" srcId="{68984708-7F57-4383-A926-B0EB5B60CE36}" destId="{83618332-2E42-4330-905B-BEDF98A4B7C2}" srcOrd="0" destOrd="0" presId="urn:microsoft.com/office/officeart/2008/layout/VerticalCurvedList"/>
    <dgm:cxn modelId="{569A2E9E-72CB-4327-A03C-A5ACFA012FC4}" srcId="{3B78552A-5104-4D86-8E59-D99278C53AEB}" destId="{0E0AE2D6-5270-4306-B1EF-B59E42A2BEF5}" srcOrd="2" destOrd="0" parTransId="{AE2EAF7A-0E1D-4EA3-9566-4E8B4B2B085B}" sibTransId="{CF43F382-B69C-4A93-B0E5-1C4D6BFE10CA}"/>
    <dgm:cxn modelId="{0C1E2ABB-0947-4BF8-818D-D9199D29F6EA}" type="presOf" srcId="{5F50BBE4-1955-4839-9535-152836583439}" destId="{1E3D2D17-4853-4D5D-89D8-B3FEEE634291}" srcOrd="0" destOrd="0" presId="urn:microsoft.com/office/officeart/2008/layout/VerticalCurvedList"/>
    <dgm:cxn modelId="{5BF21BCF-02DB-4609-96D6-A7D185396E66}" srcId="{3B78552A-5104-4D86-8E59-D99278C53AEB}" destId="{46C9365E-933C-492E-A955-DDFA5CAE9B83}" srcOrd="3" destOrd="0" parTransId="{63FE9DEE-96FD-4A28-9C6B-49942169AB77}" sibTransId="{2401527C-743E-4D3D-B44D-4172D12E7C98}"/>
    <dgm:cxn modelId="{1F89DFD6-03B6-4E43-A6CF-6E5CADABF18D}" srcId="{3B78552A-5104-4D86-8E59-D99278C53AEB}" destId="{908B5062-24C1-478D-84B4-80E40D274624}" srcOrd="0" destOrd="0" parTransId="{F5BEC75B-A1C3-43C8-9E09-23776C92E30D}" sibTransId="{68984708-7F57-4383-A926-B0EB5B60CE36}"/>
    <dgm:cxn modelId="{2E8F57DF-2211-43C2-AEA1-47BF01176608}" type="presOf" srcId="{3B78552A-5104-4D86-8E59-D99278C53AEB}" destId="{4B842333-30CD-431C-A285-57D9F0647B92}" srcOrd="0" destOrd="0" presId="urn:microsoft.com/office/officeart/2008/layout/VerticalCurvedList"/>
    <dgm:cxn modelId="{2D6521A8-8D62-42A1-9753-F850F62EC982}" type="presParOf" srcId="{4B842333-30CD-431C-A285-57D9F0647B92}" destId="{E7497EBA-7CD8-45A4-93E2-86BC4BE2EBE6}" srcOrd="0" destOrd="0" presId="urn:microsoft.com/office/officeart/2008/layout/VerticalCurvedList"/>
    <dgm:cxn modelId="{BC0E7274-9AFC-4E6D-B5C8-74A4205481CC}" type="presParOf" srcId="{E7497EBA-7CD8-45A4-93E2-86BC4BE2EBE6}" destId="{C3E4D265-27D9-460B-AB2C-E7230025A77A}" srcOrd="0" destOrd="0" presId="urn:microsoft.com/office/officeart/2008/layout/VerticalCurvedList"/>
    <dgm:cxn modelId="{6E3B0DC4-710C-4490-9441-6DDCD90EE827}" type="presParOf" srcId="{C3E4D265-27D9-460B-AB2C-E7230025A77A}" destId="{D06ED77E-FD31-47AB-B3BD-29F095C7783A}" srcOrd="0" destOrd="0" presId="urn:microsoft.com/office/officeart/2008/layout/VerticalCurvedList"/>
    <dgm:cxn modelId="{71850613-C88E-44E7-8A14-36CC29560DDA}" type="presParOf" srcId="{C3E4D265-27D9-460B-AB2C-E7230025A77A}" destId="{83618332-2E42-4330-905B-BEDF98A4B7C2}" srcOrd="1" destOrd="0" presId="urn:microsoft.com/office/officeart/2008/layout/VerticalCurvedList"/>
    <dgm:cxn modelId="{B7A14DE1-0FD3-4346-92ED-92C0342EA4BB}" type="presParOf" srcId="{C3E4D265-27D9-460B-AB2C-E7230025A77A}" destId="{8F65D86B-E722-4F40-967E-56F2B9A68748}" srcOrd="2" destOrd="0" presId="urn:microsoft.com/office/officeart/2008/layout/VerticalCurvedList"/>
    <dgm:cxn modelId="{37B0DE4C-08C8-4D1C-B14B-9380E5955573}" type="presParOf" srcId="{C3E4D265-27D9-460B-AB2C-E7230025A77A}" destId="{2EC75992-551A-4205-80D9-3A739061BE0F}" srcOrd="3" destOrd="0" presId="urn:microsoft.com/office/officeart/2008/layout/VerticalCurvedList"/>
    <dgm:cxn modelId="{500D2BD2-A43D-4A7F-8CA9-085EB3677371}" type="presParOf" srcId="{E7497EBA-7CD8-45A4-93E2-86BC4BE2EBE6}" destId="{6108116E-0F08-4B75-9DBD-70A4168F9AA6}" srcOrd="1" destOrd="0" presId="urn:microsoft.com/office/officeart/2008/layout/VerticalCurvedList"/>
    <dgm:cxn modelId="{E1F5FD9B-7163-4D53-B96C-27F8F6A727F3}" type="presParOf" srcId="{E7497EBA-7CD8-45A4-93E2-86BC4BE2EBE6}" destId="{F0A55850-4980-4944-852E-2D41731C6BC7}" srcOrd="2" destOrd="0" presId="urn:microsoft.com/office/officeart/2008/layout/VerticalCurvedList"/>
    <dgm:cxn modelId="{3F9D0A85-8A64-4BDC-9C9A-24C3B5A6C92C}" type="presParOf" srcId="{F0A55850-4980-4944-852E-2D41731C6BC7}" destId="{445D0029-8D59-4583-BA4F-12D405378A1A}" srcOrd="0" destOrd="0" presId="urn:microsoft.com/office/officeart/2008/layout/VerticalCurvedList"/>
    <dgm:cxn modelId="{69A1F324-6654-44C6-8E51-D2B28FA6488A}" type="presParOf" srcId="{E7497EBA-7CD8-45A4-93E2-86BC4BE2EBE6}" destId="{1E3D2D17-4853-4D5D-89D8-B3FEEE634291}" srcOrd="3" destOrd="0" presId="urn:microsoft.com/office/officeart/2008/layout/VerticalCurvedList"/>
    <dgm:cxn modelId="{712BF8BE-7A00-4703-95BD-A4058539BC0D}" type="presParOf" srcId="{E7497EBA-7CD8-45A4-93E2-86BC4BE2EBE6}" destId="{AD34042D-522C-4474-BA65-51D188B01E3D}" srcOrd="4" destOrd="0" presId="urn:microsoft.com/office/officeart/2008/layout/VerticalCurvedList"/>
    <dgm:cxn modelId="{E9894785-9C7D-44F1-8834-6DB7666FD6B0}" type="presParOf" srcId="{AD34042D-522C-4474-BA65-51D188B01E3D}" destId="{34F48A73-7C9F-4479-8C4D-E8F1F776EFC2}" srcOrd="0" destOrd="0" presId="urn:microsoft.com/office/officeart/2008/layout/VerticalCurvedList"/>
    <dgm:cxn modelId="{DDD470D2-F59C-43DD-9FB7-EDE88A592CC0}" type="presParOf" srcId="{E7497EBA-7CD8-45A4-93E2-86BC4BE2EBE6}" destId="{5E4E2259-A1E5-4229-98E2-24CA6D276089}" srcOrd="5" destOrd="0" presId="urn:microsoft.com/office/officeart/2008/layout/VerticalCurvedList"/>
    <dgm:cxn modelId="{9F398D34-0E9C-49E3-959C-7F02DE135968}" type="presParOf" srcId="{E7497EBA-7CD8-45A4-93E2-86BC4BE2EBE6}" destId="{3A96CF12-45D2-41DF-B05B-A40AA23DF8D2}" srcOrd="6" destOrd="0" presId="urn:microsoft.com/office/officeart/2008/layout/VerticalCurvedList"/>
    <dgm:cxn modelId="{6E9FC5CB-16EB-4BF6-A322-0DF9C976D71B}" type="presParOf" srcId="{3A96CF12-45D2-41DF-B05B-A40AA23DF8D2}" destId="{8E99B07A-AA33-4C94-9915-F81701FD34F8}" srcOrd="0" destOrd="0" presId="urn:microsoft.com/office/officeart/2008/layout/VerticalCurvedList"/>
    <dgm:cxn modelId="{A4F31C49-9022-4894-A18E-1D7B80FB30E6}" type="presParOf" srcId="{E7497EBA-7CD8-45A4-93E2-86BC4BE2EBE6}" destId="{D5755DEC-5677-44EF-9879-E59FD7A7D437}" srcOrd="7" destOrd="0" presId="urn:microsoft.com/office/officeart/2008/layout/VerticalCurvedList"/>
    <dgm:cxn modelId="{0209B217-74D4-4F1D-9F30-112ABF6AD1C6}" type="presParOf" srcId="{E7497EBA-7CD8-45A4-93E2-86BC4BE2EBE6}" destId="{D43FFA6E-1E47-4B8A-A865-18CD8FD9E455}" srcOrd="8" destOrd="0" presId="urn:microsoft.com/office/officeart/2008/layout/VerticalCurvedList"/>
    <dgm:cxn modelId="{82A4C023-9613-4668-A28E-A100AF8C488F}" type="presParOf" srcId="{D43FFA6E-1E47-4B8A-A865-18CD8FD9E455}" destId="{273DA84D-EFC9-4624-85EB-7FB9E040E4E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E428C90A-03FA-4192-8A4C-253CFBE5C0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80B169-7CC4-4927-BF32-818EEFC36B10}">
      <dgm:prSet/>
      <dgm:spPr/>
      <dgm:t>
        <a:bodyPr/>
        <a:lstStyle/>
        <a:p>
          <a:r>
            <a:rPr lang="uk-UA" b="0" i="0"/>
            <a:t>монголам.</a:t>
          </a:r>
          <a:endParaRPr lang="uk-UA"/>
        </a:p>
      </dgm:t>
    </dgm:pt>
    <dgm:pt modelId="{CBD9EDE8-2893-47DF-916E-5FD29CDF9831}" type="parTrans" cxnId="{19401125-8FC3-452F-9239-6C960C8321BE}">
      <dgm:prSet/>
      <dgm:spPr/>
      <dgm:t>
        <a:bodyPr/>
        <a:lstStyle/>
        <a:p>
          <a:endParaRPr lang="uk-UA"/>
        </a:p>
      </dgm:t>
    </dgm:pt>
    <dgm:pt modelId="{4D8D55C7-CFEF-40C3-95F1-40605D825D10}" type="sibTrans" cxnId="{19401125-8FC3-452F-9239-6C960C8321BE}">
      <dgm:prSet/>
      <dgm:spPr/>
      <dgm:t>
        <a:bodyPr/>
        <a:lstStyle/>
        <a:p>
          <a:endParaRPr lang="uk-UA"/>
        </a:p>
      </dgm:t>
    </dgm:pt>
    <dgm:pt modelId="{4E9E1AE8-1E05-4920-A434-BA8BDD4C1A96}">
      <dgm:prSet/>
      <dgm:spPr/>
      <dgm:t>
        <a:bodyPr/>
        <a:lstStyle/>
        <a:p>
          <a:r>
            <a:rPr lang="uk-UA" b="0" i="0"/>
            <a:t>угорцям.</a:t>
          </a:r>
          <a:endParaRPr lang="uk-UA"/>
        </a:p>
      </dgm:t>
    </dgm:pt>
    <dgm:pt modelId="{A269D0F6-5C91-4C30-9292-3F3FDED0CB63}" type="parTrans" cxnId="{513E3FED-182D-4E78-BF92-B28099007574}">
      <dgm:prSet/>
      <dgm:spPr/>
      <dgm:t>
        <a:bodyPr/>
        <a:lstStyle/>
        <a:p>
          <a:endParaRPr lang="uk-UA"/>
        </a:p>
      </dgm:t>
    </dgm:pt>
    <dgm:pt modelId="{930A19F1-326F-495E-B918-4E72C4FC95DD}" type="sibTrans" cxnId="{513E3FED-182D-4E78-BF92-B28099007574}">
      <dgm:prSet/>
      <dgm:spPr/>
      <dgm:t>
        <a:bodyPr/>
        <a:lstStyle/>
        <a:p>
          <a:endParaRPr lang="uk-UA"/>
        </a:p>
      </dgm:t>
    </dgm:pt>
    <dgm:pt modelId="{FB1BFAD9-9598-49E1-BAE1-028231DBE3C9}">
      <dgm:prSet/>
      <dgm:spPr/>
      <dgm:t>
        <a:bodyPr/>
        <a:lstStyle/>
        <a:p>
          <a:r>
            <a:rPr lang="uk-UA" b="0" i="0" dirty="0"/>
            <a:t>полякам.</a:t>
          </a:r>
          <a:endParaRPr lang="uk-UA" dirty="0"/>
        </a:p>
      </dgm:t>
    </dgm:pt>
    <dgm:pt modelId="{B78FB120-09D0-4CD8-A32A-02804D2BE306}" type="parTrans" cxnId="{26F3CC0D-B4EE-4486-BE2B-BA073EABD54D}">
      <dgm:prSet/>
      <dgm:spPr/>
      <dgm:t>
        <a:bodyPr/>
        <a:lstStyle/>
        <a:p>
          <a:endParaRPr lang="uk-UA"/>
        </a:p>
      </dgm:t>
    </dgm:pt>
    <dgm:pt modelId="{CE5C83D6-345A-406C-B72A-2CA52F03EA14}" type="sibTrans" cxnId="{26F3CC0D-B4EE-4486-BE2B-BA073EABD54D}">
      <dgm:prSet/>
      <dgm:spPr/>
      <dgm:t>
        <a:bodyPr/>
        <a:lstStyle/>
        <a:p>
          <a:endParaRPr lang="uk-UA"/>
        </a:p>
      </dgm:t>
    </dgm:pt>
    <dgm:pt modelId="{6FF8F77D-25DC-4A22-BCDC-144FB3E5B1BD}">
      <dgm:prSet/>
      <dgm:spPr/>
      <dgm:t>
        <a:bodyPr/>
        <a:lstStyle/>
        <a:p>
          <a:r>
            <a:rPr lang="uk-UA" b="0" i="0" dirty="0"/>
            <a:t>хрестоносцям.</a:t>
          </a:r>
          <a:endParaRPr lang="uk-UA" dirty="0"/>
        </a:p>
      </dgm:t>
    </dgm:pt>
    <dgm:pt modelId="{05EE3BC6-0DBC-4521-8D38-C1659284A399}" type="parTrans" cxnId="{227600B6-DC2A-41CA-B619-647C7DBB634E}">
      <dgm:prSet/>
      <dgm:spPr/>
      <dgm:t>
        <a:bodyPr/>
        <a:lstStyle/>
        <a:p>
          <a:endParaRPr lang="uk-UA"/>
        </a:p>
      </dgm:t>
    </dgm:pt>
    <dgm:pt modelId="{69AA98FC-072A-46B6-9E33-3DE0696DB77D}" type="sibTrans" cxnId="{227600B6-DC2A-41CA-B619-647C7DBB634E}">
      <dgm:prSet/>
      <dgm:spPr/>
      <dgm:t>
        <a:bodyPr/>
        <a:lstStyle/>
        <a:p>
          <a:endParaRPr lang="uk-UA"/>
        </a:p>
      </dgm:t>
    </dgm:pt>
    <dgm:pt modelId="{01481C2E-BAD0-4F3D-A2F3-947C5E255BCD}" type="pres">
      <dgm:prSet presAssocID="{E428C90A-03FA-4192-8A4C-253CFBE5C087}" presName="linear" presStyleCnt="0">
        <dgm:presLayoutVars>
          <dgm:animLvl val="lvl"/>
          <dgm:resizeHandles val="exact"/>
        </dgm:presLayoutVars>
      </dgm:prSet>
      <dgm:spPr/>
    </dgm:pt>
    <dgm:pt modelId="{5A4B7A0E-6F4D-4DEC-AFEE-85185A0C6F1A}" type="pres">
      <dgm:prSet presAssocID="{3080B169-7CC4-4927-BF32-818EEFC36B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CB487A-83CD-429D-B5B3-BA966DC5B913}" type="pres">
      <dgm:prSet presAssocID="{4D8D55C7-CFEF-40C3-95F1-40605D825D10}" presName="spacer" presStyleCnt="0"/>
      <dgm:spPr/>
    </dgm:pt>
    <dgm:pt modelId="{2D9F77BC-E886-407A-9B6A-383809FD8438}" type="pres">
      <dgm:prSet presAssocID="{4E9E1AE8-1E05-4920-A434-BA8BDD4C1A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D2FBC5-0161-42CC-AFFE-7C3DDD98D00A}" type="pres">
      <dgm:prSet presAssocID="{930A19F1-326F-495E-B918-4E72C4FC95DD}" presName="spacer" presStyleCnt="0"/>
      <dgm:spPr/>
    </dgm:pt>
    <dgm:pt modelId="{3B657FFB-E73F-4617-BEA5-2FE8A62311B4}" type="pres">
      <dgm:prSet presAssocID="{FB1BFAD9-9598-49E1-BAE1-028231DBE3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BE6FA9-E849-4D6E-A5FD-C0F27E8B9DAA}" type="pres">
      <dgm:prSet presAssocID="{CE5C83D6-345A-406C-B72A-2CA52F03EA14}" presName="spacer" presStyleCnt="0"/>
      <dgm:spPr/>
    </dgm:pt>
    <dgm:pt modelId="{6808B518-49C4-472C-AD33-EAE64FEE1118}" type="pres">
      <dgm:prSet presAssocID="{6FF8F77D-25DC-4A22-BCDC-144FB3E5B1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6F3CC0D-B4EE-4486-BE2B-BA073EABD54D}" srcId="{E428C90A-03FA-4192-8A4C-253CFBE5C087}" destId="{FB1BFAD9-9598-49E1-BAE1-028231DBE3C9}" srcOrd="2" destOrd="0" parTransId="{B78FB120-09D0-4CD8-A32A-02804D2BE306}" sibTransId="{CE5C83D6-345A-406C-B72A-2CA52F03EA14}"/>
    <dgm:cxn modelId="{D65EDB1D-4517-4D04-AA26-A0CBF7CE0AA1}" type="presOf" srcId="{FB1BFAD9-9598-49E1-BAE1-028231DBE3C9}" destId="{3B657FFB-E73F-4617-BEA5-2FE8A62311B4}" srcOrd="0" destOrd="0" presId="urn:microsoft.com/office/officeart/2005/8/layout/vList2"/>
    <dgm:cxn modelId="{FC1E1623-6FD6-4E00-9A04-089EBC68226E}" type="presOf" srcId="{4E9E1AE8-1E05-4920-A434-BA8BDD4C1A96}" destId="{2D9F77BC-E886-407A-9B6A-383809FD8438}" srcOrd="0" destOrd="0" presId="urn:microsoft.com/office/officeart/2005/8/layout/vList2"/>
    <dgm:cxn modelId="{19401125-8FC3-452F-9239-6C960C8321BE}" srcId="{E428C90A-03FA-4192-8A4C-253CFBE5C087}" destId="{3080B169-7CC4-4927-BF32-818EEFC36B10}" srcOrd="0" destOrd="0" parTransId="{CBD9EDE8-2893-47DF-916E-5FD29CDF9831}" sibTransId="{4D8D55C7-CFEF-40C3-95F1-40605D825D10}"/>
    <dgm:cxn modelId="{B84B5693-BF1F-40A4-B9E0-E5422BA8CF83}" type="presOf" srcId="{6FF8F77D-25DC-4A22-BCDC-144FB3E5B1BD}" destId="{6808B518-49C4-472C-AD33-EAE64FEE1118}" srcOrd="0" destOrd="0" presId="urn:microsoft.com/office/officeart/2005/8/layout/vList2"/>
    <dgm:cxn modelId="{33981F9C-F4C7-4905-A418-9C5AB0E5863E}" type="presOf" srcId="{E428C90A-03FA-4192-8A4C-253CFBE5C087}" destId="{01481C2E-BAD0-4F3D-A2F3-947C5E255BCD}" srcOrd="0" destOrd="0" presId="urn:microsoft.com/office/officeart/2005/8/layout/vList2"/>
    <dgm:cxn modelId="{227600B6-DC2A-41CA-B619-647C7DBB634E}" srcId="{E428C90A-03FA-4192-8A4C-253CFBE5C087}" destId="{6FF8F77D-25DC-4A22-BCDC-144FB3E5B1BD}" srcOrd="3" destOrd="0" parTransId="{05EE3BC6-0DBC-4521-8D38-C1659284A399}" sibTransId="{69AA98FC-072A-46B6-9E33-3DE0696DB77D}"/>
    <dgm:cxn modelId="{B8782BE4-C8F8-41C6-BA09-2D4E03E2B934}" type="presOf" srcId="{3080B169-7CC4-4927-BF32-818EEFC36B10}" destId="{5A4B7A0E-6F4D-4DEC-AFEE-85185A0C6F1A}" srcOrd="0" destOrd="0" presId="urn:microsoft.com/office/officeart/2005/8/layout/vList2"/>
    <dgm:cxn modelId="{513E3FED-182D-4E78-BF92-B28099007574}" srcId="{E428C90A-03FA-4192-8A4C-253CFBE5C087}" destId="{4E9E1AE8-1E05-4920-A434-BA8BDD4C1A96}" srcOrd="1" destOrd="0" parTransId="{A269D0F6-5C91-4C30-9292-3F3FDED0CB63}" sibTransId="{930A19F1-326F-495E-B918-4E72C4FC95DD}"/>
    <dgm:cxn modelId="{261B55EB-190B-4543-B0B2-AE99E0E60534}" type="presParOf" srcId="{01481C2E-BAD0-4F3D-A2F3-947C5E255BCD}" destId="{5A4B7A0E-6F4D-4DEC-AFEE-85185A0C6F1A}" srcOrd="0" destOrd="0" presId="urn:microsoft.com/office/officeart/2005/8/layout/vList2"/>
    <dgm:cxn modelId="{D1C48A56-A0E1-4BC6-8C87-B2272820176A}" type="presParOf" srcId="{01481C2E-BAD0-4F3D-A2F3-947C5E255BCD}" destId="{D1CB487A-83CD-429D-B5B3-BA966DC5B913}" srcOrd="1" destOrd="0" presId="urn:microsoft.com/office/officeart/2005/8/layout/vList2"/>
    <dgm:cxn modelId="{3BC0E4C7-CEF6-43C3-A3F4-BF3D3426A52E}" type="presParOf" srcId="{01481C2E-BAD0-4F3D-A2F3-947C5E255BCD}" destId="{2D9F77BC-E886-407A-9B6A-383809FD8438}" srcOrd="2" destOrd="0" presId="urn:microsoft.com/office/officeart/2005/8/layout/vList2"/>
    <dgm:cxn modelId="{03CB50EF-BCA1-4A52-93BB-C6A682DDF6DA}" type="presParOf" srcId="{01481C2E-BAD0-4F3D-A2F3-947C5E255BCD}" destId="{72D2FBC5-0161-42CC-AFFE-7C3DDD98D00A}" srcOrd="3" destOrd="0" presId="urn:microsoft.com/office/officeart/2005/8/layout/vList2"/>
    <dgm:cxn modelId="{FE1A608E-B6FE-462E-A12E-2A1B9809D379}" type="presParOf" srcId="{01481C2E-BAD0-4F3D-A2F3-947C5E255BCD}" destId="{3B657FFB-E73F-4617-BEA5-2FE8A62311B4}" srcOrd="4" destOrd="0" presId="urn:microsoft.com/office/officeart/2005/8/layout/vList2"/>
    <dgm:cxn modelId="{02677E49-1611-4502-97F4-D63284648903}" type="presParOf" srcId="{01481C2E-BAD0-4F3D-A2F3-947C5E255BCD}" destId="{F7BE6FA9-E849-4D6E-A5FD-C0F27E8B9DAA}" srcOrd="5" destOrd="0" presId="urn:microsoft.com/office/officeart/2005/8/layout/vList2"/>
    <dgm:cxn modelId="{3E351C0B-47AB-4B9F-B2AD-6E8BDD8E7779}" type="presParOf" srcId="{01481C2E-BAD0-4F3D-A2F3-947C5E255BCD}" destId="{6808B518-49C4-472C-AD33-EAE64FEE111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4117BF69-2A14-4310-A2E0-1D03EBE11D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60C602-91B9-4180-A55D-5ACF4B556DEC}">
      <dgm:prSet/>
      <dgm:spPr/>
      <dgm:t>
        <a:bodyPr/>
        <a:lstStyle/>
        <a:p>
          <a:r>
            <a:rPr lang="ru-RU" b="0" i="0"/>
            <a:t>облога та розорення Києва військами хана Батия</a:t>
          </a:r>
          <a:endParaRPr lang="uk-UA"/>
        </a:p>
      </dgm:t>
    </dgm:pt>
    <dgm:pt modelId="{BD74FECE-F2E9-4755-A260-DF962EA34DB7}" type="parTrans" cxnId="{5C1661A8-20C0-4E82-9215-CDB99CCAC6F3}">
      <dgm:prSet/>
      <dgm:spPr/>
      <dgm:t>
        <a:bodyPr/>
        <a:lstStyle/>
        <a:p>
          <a:endParaRPr lang="uk-UA"/>
        </a:p>
      </dgm:t>
    </dgm:pt>
    <dgm:pt modelId="{2808E925-7696-40BB-9AD9-78CE251A5F36}" type="sibTrans" cxnId="{5C1661A8-20C0-4E82-9215-CDB99CCAC6F3}">
      <dgm:prSet/>
      <dgm:spPr/>
      <dgm:t>
        <a:bodyPr/>
        <a:lstStyle/>
        <a:p>
          <a:endParaRPr lang="uk-UA"/>
        </a:p>
      </dgm:t>
    </dgm:pt>
    <dgm:pt modelId="{1906BC6C-F6AA-482D-A60A-4D55716E55B6}">
      <dgm:prSet/>
      <dgm:spPr/>
      <dgm:t>
        <a:bodyPr/>
        <a:lstStyle/>
        <a:p>
          <a:r>
            <a:rPr lang="ru-RU" b="0" i="0"/>
            <a:t>битва русько-половецьких військ з монголами на р. Калка</a:t>
          </a:r>
          <a:endParaRPr lang="uk-UA"/>
        </a:p>
      </dgm:t>
    </dgm:pt>
    <dgm:pt modelId="{32E3C3DA-6FA5-407A-8AD4-0CBB1B84A330}" type="parTrans" cxnId="{E14A99C9-C1AC-4A76-BCF5-EF6421D9D77C}">
      <dgm:prSet/>
      <dgm:spPr/>
      <dgm:t>
        <a:bodyPr/>
        <a:lstStyle/>
        <a:p>
          <a:endParaRPr lang="uk-UA"/>
        </a:p>
      </dgm:t>
    </dgm:pt>
    <dgm:pt modelId="{25DEAC68-456C-4CE0-8E4F-F6DDEDF05E1D}" type="sibTrans" cxnId="{E14A99C9-C1AC-4A76-BCF5-EF6421D9D77C}">
      <dgm:prSet/>
      <dgm:spPr/>
      <dgm:t>
        <a:bodyPr/>
        <a:lstStyle/>
        <a:p>
          <a:endParaRPr lang="uk-UA"/>
        </a:p>
      </dgm:t>
    </dgm:pt>
    <dgm:pt modelId="{91D13267-1C86-40EA-B932-31841CE1B093}">
      <dgm:prSet/>
      <dgm:spPr/>
      <dgm:t>
        <a:bodyPr/>
        <a:lstStyle/>
        <a:p>
          <a:r>
            <a:rPr lang="ru-RU" b="0" i="0" dirty="0" err="1"/>
            <a:t>розорення</a:t>
          </a:r>
          <a:r>
            <a:rPr lang="ru-RU" b="0" i="0" dirty="0"/>
            <a:t> монголами Переяслава та </a:t>
          </a:r>
          <a:r>
            <a:rPr lang="ru-RU" b="0" i="0" dirty="0" err="1"/>
            <a:t>Чернігова</a:t>
          </a:r>
          <a:endParaRPr lang="uk-UA" dirty="0"/>
        </a:p>
      </dgm:t>
    </dgm:pt>
    <dgm:pt modelId="{9314FAF4-4548-4B9D-85DB-87CD87CA7B23}" type="parTrans" cxnId="{658E68AE-4E19-46CF-9221-3EB68378875F}">
      <dgm:prSet/>
      <dgm:spPr/>
      <dgm:t>
        <a:bodyPr/>
        <a:lstStyle/>
        <a:p>
          <a:endParaRPr lang="uk-UA"/>
        </a:p>
      </dgm:t>
    </dgm:pt>
    <dgm:pt modelId="{24DB5C02-25B7-4074-A42C-4728B3095B34}" type="sibTrans" cxnId="{658E68AE-4E19-46CF-9221-3EB68378875F}">
      <dgm:prSet/>
      <dgm:spPr/>
      <dgm:t>
        <a:bodyPr/>
        <a:lstStyle/>
        <a:p>
          <a:endParaRPr lang="uk-UA"/>
        </a:p>
      </dgm:t>
    </dgm:pt>
    <dgm:pt modelId="{71866661-4040-4C6D-AA81-89BD9BE76AD8}">
      <dgm:prSet/>
      <dgm:spPr/>
      <dgm:t>
        <a:bodyPr/>
        <a:lstStyle/>
        <a:p>
          <a:r>
            <a:rPr lang="ru-RU" b="0" i="0" dirty="0" err="1"/>
            <a:t>спустошення</a:t>
          </a:r>
          <a:r>
            <a:rPr lang="ru-RU" b="0" i="0" dirty="0"/>
            <a:t> </a:t>
          </a:r>
          <a:r>
            <a:rPr lang="ru-RU" b="0" i="0" dirty="0" err="1"/>
            <a:t>монгольськими</a:t>
          </a:r>
          <a:r>
            <a:rPr lang="ru-RU" b="0" i="0" dirty="0"/>
            <a:t> ордами </a:t>
          </a:r>
          <a:r>
            <a:rPr lang="ru-RU" b="0" i="0" dirty="0" err="1"/>
            <a:t>Галицько-Волинської</a:t>
          </a:r>
          <a:r>
            <a:rPr lang="ru-RU" b="0" i="0" dirty="0"/>
            <a:t> </a:t>
          </a:r>
          <a:r>
            <a:rPr lang="ru-RU" b="0" i="0" dirty="0" err="1"/>
            <a:t>держави</a:t>
          </a:r>
          <a:endParaRPr lang="uk-UA" dirty="0"/>
        </a:p>
      </dgm:t>
    </dgm:pt>
    <dgm:pt modelId="{FE07499D-AE46-447F-9CFC-863F80F60442}" type="parTrans" cxnId="{73A32011-96F1-4575-9565-315FC2D002D0}">
      <dgm:prSet/>
      <dgm:spPr/>
      <dgm:t>
        <a:bodyPr/>
        <a:lstStyle/>
        <a:p>
          <a:endParaRPr lang="uk-UA"/>
        </a:p>
      </dgm:t>
    </dgm:pt>
    <dgm:pt modelId="{63EEAB18-F8AA-4C1B-8E78-751C6CBD029B}" type="sibTrans" cxnId="{73A32011-96F1-4575-9565-315FC2D002D0}">
      <dgm:prSet/>
      <dgm:spPr/>
      <dgm:t>
        <a:bodyPr/>
        <a:lstStyle/>
        <a:p>
          <a:endParaRPr lang="uk-UA"/>
        </a:p>
      </dgm:t>
    </dgm:pt>
    <dgm:pt modelId="{D3984DA0-ADA5-450E-A8BC-EEE422A8ABBB}" type="pres">
      <dgm:prSet presAssocID="{4117BF69-2A14-4310-A2E0-1D03EBE11DE6}" presName="linear" presStyleCnt="0">
        <dgm:presLayoutVars>
          <dgm:animLvl val="lvl"/>
          <dgm:resizeHandles val="exact"/>
        </dgm:presLayoutVars>
      </dgm:prSet>
      <dgm:spPr/>
    </dgm:pt>
    <dgm:pt modelId="{7D21DBF4-0680-44F6-A180-7673DA2A43CF}" type="pres">
      <dgm:prSet presAssocID="{0660C602-91B9-4180-A55D-5ACF4B556DE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4C24669-DC31-41AF-AE88-8EF3B3F6F0F0}" type="pres">
      <dgm:prSet presAssocID="{2808E925-7696-40BB-9AD9-78CE251A5F36}" presName="spacer" presStyleCnt="0"/>
      <dgm:spPr/>
    </dgm:pt>
    <dgm:pt modelId="{EDC63472-41FE-4C27-AA19-460F03408CE4}" type="pres">
      <dgm:prSet presAssocID="{1906BC6C-F6AA-482D-A60A-4D55716E55B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4247E2-128F-44C8-B7A4-E074569A71DC}" type="pres">
      <dgm:prSet presAssocID="{25DEAC68-456C-4CE0-8E4F-F6DDEDF05E1D}" presName="spacer" presStyleCnt="0"/>
      <dgm:spPr/>
    </dgm:pt>
    <dgm:pt modelId="{13F13F48-942E-405E-A92C-A23B875164DE}" type="pres">
      <dgm:prSet presAssocID="{91D13267-1C86-40EA-B932-31841CE1B0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A759AE-DA75-4818-A25F-CFE5BEE18269}" type="pres">
      <dgm:prSet presAssocID="{24DB5C02-25B7-4074-A42C-4728B3095B34}" presName="spacer" presStyleCnt="0"/>
      <dgm:spPr/>
    </dgm:pt>
    <dgm:pt modelId="{971DADCB-D0CA-4771-AB85-750DD35170B9}" type="pres">
      <dgm:prSet presAssocID="{71866661-4040-4C6D-AA81-89BD9BE76AD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3A32011-96F1-4575-9565-315FC2D002D0}" srcId="{4117BF69-2A14-4310-A2E0-1D03EBE11DE6}" destId="{71866661-4040-4C6D-AA81-89BD9BE76AD8}" srcOrd="3" destOrd="0" parTransId="{FE07499D-AE46-447F-9CFC-863F80F60442}" sibTransId="{63EEAB18-F8AA-4C1B-8E78-751C6CBD029B}"/>
    <dgm:cxn modelId="{5719241F-9BD8-4D6E-BB25-C163BF9E8360}" type="presOf" srcId="{71866661-4040-4C6D-AA81-89BD9BE76AD8}" destId="{971DADCB-D0CA-4771-AB85-750DD35170B9}" srcOrd="0" destOrd="0" presId="urn:microsoft.com/office/officeart/2005/8/layout/vList2"/>
    <dgm:cxn modelId="{5FFF7922-9867-4D54-850D-A9E8AB25E344}" type="presOf" srcId="{1906BC6C-F6AA-482D-A60A-4D55716E55B6}" destId="{EDC63472-41FE-4C27-AA19-460F03408CE4}" srcOrd="0" destOrd="0" presId="urn:microsoft.com/office/officeart/2005/8/layout/vList2"/>
    <dgm:cxn modelId="{53A91667-6254-4A8E-8C07-3BCECD931A7C}" type="presOf" srcId="{0660C602-91B9-4180-A55D-5ACF4B556DEC}" destId="{7D21DBF4-0680-44F6-A180-7673DA2A43CF}" srcOrd="0" destOrd="0" presId="urn:microsoft.com/office/officeart/2005/8/layout/vList2"/>
    <dgm:cxn modelId="{3FEE0E8B-8D52-4171-98DD-8DE0642508FE}" type="presOf" srcId="{4117BF69-2A14-4310-A2E0-1D03EBE11DE6}" destId="{D3984DA0-ADA5-450E-A8BC-EEE422A8ABBB}" srcOrd="0" destOrd="0" presId="urn:microsoft.com/office/officeart/2005/8/layout/vList2"/>
    <dgm:cxn modelId="{5C1661A8-20C0-4E82-9215-CDB99CCAC6F3}" srcId="{4117BF69-2A14-4310-A2E0-1D03EBE11DE6}" destId="{0660C602-91B9-4180-A55D-5ACF4B556DEC}" srcOrd="0" destOrd="0" parTransId="{BD74FECE-F2E9-4755-A260-DF962EA34DB7}" sibTransId="{2808E925-7696-40BB-9AD9-78CE251A5F36}"/>
    <dgm:cxn modelId="{658E68AE-4E19-46CF-9221-3EB68378875F}" srcId="{4117BF69-2A14-4310-A2E0-1D03EBE11DE6}" destId="{91D13267-1C86-40EA-B932-31841CE1B093}" srcOrd="2" destOrd="0" parTransId="{9314FAF4-4548-4B9D-85DB-87CD87CA7B23}" sibTransId="{24DB5C02-25B7-4074-A42C-4728B3095B34}"/>
    <dgm:cxn modelId="{E14A99C9-C1AC-4A76-BCF5-EF6421D9D77C}" srcId="{4117BF69-2A14-4310-A2E0-1D03EBE11DE6}" destId="{1906BC6C-F6AA-482D-A60A-4D55716E55B6}" srcOrd="1" destOrd="0" parTransId="{32E3C3DA-6FA5-407A-8AD4-0CBB1B84A330}" sibTransId="{25DEAC68-456C-4CE0-8E4F-F6DDEDF05E1D}"/>
    <dgm:cxn modelId="{FDE7B5DE-2694-4512-A1A1-77B3B668D429}" type="presOf" srcId="{91D13267-1C86-40EA-B932-31841CE1B093}" destId="{13F13F48-942E-405E-A92C-A23B875164DE}" srcOrd="0" destOrd="0" presId="urn:microsoft.com/office/officeart/2005/8/layout/vList2"/>
    <dgm:cxn modelId="{52DEBAD3-07D6-42D9-9C38-2DD89BCDDA35}" type="presParOf" srcId="{D3984DA0-ADA5-450E-A8BC-EEE422A8ABBB}" destId="{7D21DBF4-0680-44F6-A180-7673DA2A43CF}" srcOrd="0" destOrd="0" presId="urn:microsoft.com/office/officeart/2005/8/layout/vList2"/>
    <dgm:cxn modelId="{975127A9-6DE1-4C0D-B5B2-09EEBC610580}" type="presParOf" srcId="{D3984DA0-ADA5-450E-A8BC-EEE422A8ABBB}" destId="{04C24669-DC31-41AF-AE88-8EF3B3F6F0F0}" srcOrd="1" destOrd="0" presId="urn:microsoft.com/office/officeart/2005/8/layout/vList2"/>
    <dgm:cxn modelId="{AB5A219B-8B71-495A-B5CC-D29DC5F3B168}" type="presParOf" srcId="{D3984DA0-ADA5-450E-A8BC-EEE422A8ABBB}" destId="{EDC63472-41FE-4C27-AA19-460F03408CE4}" srcOrd="2" destOrd="0" presId="urn:microsoft.com/office/officeart/2005/8/layout/vList2"/>
    <dgm:cxn modelId="{A7C75430-0106-406A-97B4-86A325EA6405}" type="presParOf" srcId="{D3984DA0-ADA5-450E-A8BC-EEE422A8ABBB}" destId="{C44247E2-128F-44C8-B7A4-E074569A71DC}" srcOrd="3" destOrd="0" presId="urn:microsoft.com/office/officeart/2005/8/layout/vList2"/>
    <dgm:cxn modelId="{950FE12F-A8A2-4D1D-8167-413555B65B24}" type="presParOf" srcId="{D3984DA0-ADA5-450E-A8BC-EEE422A8ABBB}" destId="{13F13F48-942E-405E-A92C-A23B875164DE}" srcOrd="4" destOrd="0" presId="urn:microsoft.com/office/officeart/2005/8/layout/vList2"/>
    <dgm:cxn modelId="{72FEF0B4-4DE2-4D35-9029-03E644CDB6E8}" type="presParOf" srcId="{D3984DA0-ADA5-450E-A8BC-EEE422A8ABBB}" destId="{AFA759AE-DA75-4818-A25F-CFE5BEE18269}" srcOrd="5" destOrd="0" presId="urn:microsoft.com/office/officeart/2005/8/layout/vList2"/>
    <dgm:cxn modelId="{63345535-07C6-4FC7-A088-D2C1B0667A99}" type="presParOf" srcId="{D3984DA0-ADA5-450E-A8BC-EEE422A8ABBB}" destId="{971DADCB-D0CA-4771-AB85-750DD35170B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9FA7784B-BF65-4AA3-B943-0599CC52758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C99DCB5-88E6-49C3-BEDF-BD1A02C01F08}">
      <dgm:prSet/>
      <dgm:spPr/>
      <dgm:t>
        <a:bodyPr/>
        <a:lstStyle/>
        <a:p>
          <a:r>
            <a:rPr lang="uk-UA" b="0" i="0" dirty="0"/>
            <a:t>хозари</a:t>
          </a:r>
          <a:endParaRPr lang="uk-UA" dirty="0"/>
        </a:p>
      </dgm:t>
    </dgm:pt>
    <dgm:pt modelId="{CBBBD218-0506-41D5-A745-9D2E916E1F61}" type="parTrans" cxnId="{318D303B-F672-43E6-AD52-8E3B6FA94400}">
      <dgm:prSet/>
      <dgm:spPr/>
      <dgm:t>
        <a:bodyPr/>
        <a:lstStyle/>
        <a:p>
          <a:endParaRPr lang="uk-UA"/>
        </a:p>
      </dgm:t>
    </dgm:pt>
    <dgm:pt modelId="{CFE559E1-491E-44AB-83E4-2A7FED9303F5}" type="sibTrans" cxnId="{318D303B-F672-43E6-AD52-8E3B6FA94400}">
      <dgm:prSet/>
      <dgm:spPr/>
      <dgm:t>
        <a:bodyPr/>
        <a:lstStyle/>
        <a:p>
          <a:endParaRPr lang="uk-UA"/>
        </a:p>
      </dgm:t>
    </dgm:pt>
    <dgm:pt modelId="{01A1D1A5-FB76-485D-8AF4-64D533854A64}">
      <dgm:prSet/>
      <dgm:spPr/>
      <dgm:t>
        <a:bodyPr/>
        <a:lstStyle/>
        <a:p>
          <a:r>
            <a:rPr lang="uk-UA" b="0" i="0"/>
            <a:t>половці</a:t>
          </a:r>
          <a:endParaRPr lang="uk-UA"/>
        </a:p>
      </dgm:t>
    </dgm:pt>
    <dgm:pt modelId="{F280EB2D-6334-4D60-84F6-AB554391D7ED}" type="parTrans" cxnId="{2ECDD3CD-74EA-41CD-BB11-CBCA6471CF69}">
      <dgm:prSet/>
      <dgm:spPr/>
      <dgm:t>
        <a:bodyPr/>
        <a:lstStyle/>
        <a:p>
          <a:endParaRPr lang="uk-UA"/>
        </a:p>
      </dgm:t>
    </dgm:pt>
    <dgm:pt modelId="{79B9E31E-2882-469E-8ABB-C2CD969BDBC0}" type="sibTrans" cxnId="{2ECDD3CD-74EA-41CD-BB11-CBCA6471CF69}">
      <dgm:prSet/>
      <dgm:spPr/>
      <dgm:t>
        <a:bodyPr/>
        <a:lstStyle/>
        <a:p>
          <a:endParaRPr lang="uk-UA"/>
        </a:p>
      </dgm:t>
    </dgm:pt>
    <dgm:pt modelId="{71B1DFCA-BE71-40CD-B2C6-870327EF6357}">
      <dgm:prSet/>
      <dgm:spPr/>
      <dgm:t>
        <a:bodyPr/>
        <a:lstStyle/>
        <a:p>
          <a:r>
            <a:rPr lang="uk-UA" b="0" i="0"/>
            <a:t>монголи</a:t>
          </a:r>
          <a:endParaRPr lang="uk-UA"/>
        </a:p>
      </dgm:t>
    </dgm:pt>
    <dgm:pt modelId="{9B238423-BDC0-46E8-A221-7491C9A6B8F3}" type="parTrans" cxnId="{EA4AE38D-9ED1-4250-86FE-3EB93A40248A}">
      <dgm:prSet/>
      <dgm:spPr/>
      <dgm:t>
        <a:bodyPr/>
        <a:lstStyle/>
        <a:p>
          <a:endParaRPr lang="uk-UA"/>
        </a:p>
      </dgm:t>
    </dgm:pt>
    <dgm:pt modelId="{BEB119C7-265E-40EC-8FAC-71047B3BBAEA}" type="sibTrans" cxnId="{EA4AE38D-9ED1-4250-86FE-3EB93A40248A}">
      <dgm:prSet/>
      <dgm:spPr/>
      <dgm:t>
        <a:bodyPr/>
        <a:lstStyle/>
        <a:p>
          <a:endParaRPr lang="uk-UA"/>
        </a:p>
      </dgm:t>
    </dgm:pt>
    <dgm:pt modelId="{CB40BA4D-5262-457B-BD3A-7169454065E6}">
      <dgm:prSet/>
      <dgm:spPr/>
      <dgm:t>
        <a:bodyPr/>
        <a:lstStyle/>
        <a:p>
          <a:r>
            <a:rPr lang="uk-UA" b="0" i="0" dirty="0"/>
            <a:t>печеніги</a:t>
          </a:r>
          <a:endParaRPr lang="uk-UA" dirty="0"/>
        </a:p>
      </dgm:t>
    </dgm:pt>
    <dgm:pt modelId="{1A8AC55C-5162-463D-981A-76290B347F07}" type="parTrans" cxnId="{BC5AD4CE-CDED-4A6F-A4E1-E460F189E3DB}">
      <dgm:prSet/>
      <dgm:spPr/>
      <dgm:t>
        <a:bodyPr/>
        <a:lstStyle/>
        <a:p>
          <a:endParaRPr lang="uk-UA"/>
        </a:p>
      </dgm:t>
    </dgm:pt>
    <dgm:pt modelId="{0A05CB7C-21DC-47A9-ABF7-C47C2FF07BFF}" type="sibTrans" cxnId="{BC5AD4CE-CDED-4A6F-A4E1-E460F189E3DB}">
      <dgm:prSet/>
      <dgm:spPr/>
      <dgm:t>
        <a:bodyPr/>
        <a:lstStyle/>
        <a:p>
          <a:endParaRPr lang="uk-UA"/>
        </a:p>
      </dgm:t>
    </dgm:pt>
    <dgm:pt modelId="{9CC8769C-7F27-47D5-8B3F-8EBBC3DFB737}" type="pres">
      <dgm:prSet presAssocID="{9FA7784B-BF65-4AA3-B943-0599CC52758E}" presName="matrix" presStyleCnt="0">
        <dgm:presLayoutVars>
          <dgm:chMax val="1"/>
          <dgm:dir/>
          <dgm:resizeHandles val="exact"/>
        </dgm:presLayoutVars>
      </dgm:prSet>
      <dgm:spPr/>
    </dgm:pt>
    <dgm:pt modelId="{3ED3D654-B6A2-4FFB-BC68-4CE484AEF1AC}" type="pres">
      <dgm:prSet presAssocID="{9FA7784B-BF65-4AA3-B943-0599CC52758E}" presName="diamond" presStyleLbl="bgShp" presStyleIdx="0" presStyleCnt="1"/>
      <dgm:spPr/>
    </dgm:pt>
    <dgm:pt modelId="{146FC083-9497-4EEA-9133-5366CCF92D13}" type="pres">
      <dgm:prSet presAssocID="{9FA7784B-BF65-4AA3-B943-0599CC5275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45EBEF4-3598-42D1-AB66-8CD22546D467}" type="pres">
      <dgm:prSet presAssocID="{9FA7784B-BF65-4AA3-B943-0599CC5275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2222F18-2515-4CBA-BFF3-C9A4B1C46ADD}" type="pres">
      <dgm:prSet presAssocID="{9FA7784B-BF65-4AA3-B943-0599CC5275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C860616-09C0-4177-B8C2-6E5563ED2B35}" type="pres">
      <dgm:prSet presAssocID="{9FA7784B-BF65-4AA3-B943-0599CC5275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E5A4218-C817-48A0-9F67-553C9F0836A3}" type="presOf" srcId="{71B1DFCA-BE71-40CD-B2C6-870327EF6357}" destId="{22222F18-2515-4CBA-BFF3-C9A4B1C46ADD}" srcOrd="0" destOrd="0" presId="urn:microsoft.com/office/officeart/2005/8/layout/matrix3"/>
    <dgm:cxn modelId="{318D303B-F672-43E6-AD52-8E3B6FA94400}" srcId="{9FA7784B-BF65-4AA3-B943-0599CC52758E}" destId="{DC99DCB5-88E6-49C3-BEDF-BD1A02C01F08}" srcOrd="0" destOrd="0" parTransId="{CBBBD218-0506-41D5-A745-9D2E916E1F61}" sibTransId="{CFE559E1-491E-44AB-83E4-2A7FED9303F5}"/>
    <dgm:cxn modelId="{43888248-35AF-4425-AD4F-738D9F0ACBC6}" type="presOf" srcId="{01A1D1A5-FB76-485D-8AF4-64D533854A64}" destId="{145EBEF4-3598-42D1-AB66-8CD22546D467}" srcOrd="0" destOrd="0" presId="urn:microsoft.com/office/officeart/2005/8/layout/matrix3"/>
    <dgm:cxn modelId="{91EB6A6F-B426-416A-A938-21885582ACBC}" type="presOf" srcId="{CB40BA4D-5262-457B-BD3A-7169454065E6}" destId="{CC860616-09C0-4177-B8C2-6E5563ED2B35}" srcOrd="0" destOrd="0" presId="urn:microsoft.com/office/officeart/2005/8/layout/matrix3"/>
    <dgm:cxn modelId="{624BCA58-3A89-4556-8F73-4BC989690A77}" type="presOf" srcId="{DC99DCB5-88E6-49C3-BEDF-BD1A02C01F08}" destId="{146FC083-9497-4EEA-9133-5366CCF92D13}" srcOrd="0" destOrd="0" presId="urn:microsoft.com/office/officeart/2005/8/layout/matrix3"/>
    <dgm:cxn modelId="{EA4AE38D-9ED1-4250-86FE-3EB93A40248A}" srcId="{9FA7784B-BF65-4AA3-B943-0599CC52758E}" destId="{71B1DFCA-BE71-40CD-B2C6-870327EF6357}" srcOrd="2" destOrd="0" parTransId="{9B238423-BDC0-46E8-A221-7491C9A6B8F3}" sibTransId="{BEB119C7-265E-40EC-8FAC-71047B3BBAEA}"/>
    <dgm:cxn modelId="{5C397A9D-A120-4528-86DA-B562106EB528}" type="presOf" srcId="{9FA7784B-BF65-4AA3-B943-0599CC52758E}" destId="{9CC8769C-7F27-47D5-8B3F-8EBBC3DFB737}" srcOrd="0" destOrd="0" presId="urn:microsoft.com/office/officeart/2005/8/layout/matrix3"/>
    <dgm:cxn modelId="{2ECDD3CD-74EA-41CD-BB11-CBCA6471CF69}" srcId="{9FA7784B-BF65-4AA3-B943-0599CC52758E}" destId="{01A1D1A5-FB76-485D-8AF4-64D533854A64}" srcOrd="1" destOrd="0" parTransId="{F280EB2D-6334-4D60-84F6-AB554391D7ED}" sibTransId="{79B9E31E-2882-469E-8ABB-C2CD969BDBC0}"/>
    <dgm:cxn modelId="{BC5AD4CE-CDED-4A6F-A4E1-E460F189E3DB}" srcId="{9FA7784B-BF65-4AA3-B943-0599CC52758E}" destId="{CB40BA4D-5262-457B-BD3A-7169454065E6}" srcOrd="3" destOrd="0" parTransId="{1A8AC55C-5162-463D-981A-76290B347F07}" sibTransId="{0A05CB7C-21DC-47A9-ABF7-C47C2FF07BFF}"/>
    <dgm:cxn modelId="{65091E78-1C04-44F3-A7BF-B7A23551BABC}" type="presParOf" srcId="{9CC8769C-7F27-47D5-8B3F-8EBBC3DFB737}" destId="{3ED3D654-B6A2-4FFB-BC68-4CE484AEF1AC}" srcOrd="0" destOrd="0" presId="urn:microsoft.com/office/officeart/2005/8/layout/matrix3"/>
    <dgm:cxn modelId="{76C7DD24-C827-476E-A546-B3DA6FD2CDDC}" type="presParOf" srcId="{9CC8769C-7F27-47D5-8B3F-8EBBC3DFB737}" destId="{146FC083-9497-4EEA-9133-5366CCF92D13}" srcOrd="1" destOrd="0" presId="urn:microsoft.com/office/officeart/2005/8/layout/matrix3"/>
    <dgm:cxn modelId="{8CD75AB1-A3E8-4A16-A739-3E59830CEEB3}" type="presParOf" srcId="{9CC8769C-7F27-47D5-8B3F-8EBBC3DFB737}" destId="{145EBEF4-3598-42D1-AB66-8CD22546D467}" srcOrd="2" destOrd="0" presId="urn:microsoft.com/office/officeart/2005/8/layout/matrix3"/>
    <dgm:cxn modelId="{5A6F3613-AD4A-4A53-B45D-DEDEB9AA0BAB}" type="presParOf" srcId="{9CC8769C-7F27-47D5-8B3F-8EBBC3DFB737}" destId="{22222F18-2515-4CBA-BFF3-C9A4B1C46ADD}" srcOrd="3" destOrd="0" presId="urn:microsoft.com/office/officeart/2005/8/layout/matrix3"/>
    <dgm:cxn modelId="{25BC1262-F804-4F1A-B1CC-250F91929273}" type="presParOf" srcId="{9CC8769C-7F27-47D5-8B3F-8EBBC3DFB737}" destId="{CC860616-09C0-4177-B8C2-6E5563ED2B3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4BB4A554-4AE4-40BE-9F34-8555551175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B289FA3-3750-4736-907C-DE712ADB9470}">
      <dgm:prSet/>
      <dgm:spPr/>
      <dgm:t>
        <a:bodyPr/>
        <a:lstStyle/>
        <a:p>
          <a:r>
            <a:rPr lang="uk-UA" b="0" i="0"/>
            <a:t>хозарів.</a:t>
          </a:r>
          <a:endParaRPr lang="uk-UA"/>
        </a:p>
      </dgm:t>
    </dgm:pt>
    <dgm:pt modelId="{BAFF5474-B354-488E-BE14-667D80AE5B2E}" type="parTrans" cxnId="{8341FC87-3119-481F-9FAD-9FC6737FA409}">
      <dgm:prSet/>
      <dgm:spPr/>
      <dgm:t>
        <a:bodyPr/>
        <a:lstStyle/>
        <a:p>
          <a:endParaRPr lang="uk-UA"/>
        </a:p>
      </dgm:t>
    </dgm:pt>
    <dgm:pt modelId="{E1783497-91B1-4B8C-A83B-C3C51B3AAB6E}" type="sibTrans" cxnId="{8341FC87-3119-481F-9FAD-9FC6737FA409}">
      <dgm:prSet/>
      <dgm:spPr/>
      <dgm:t>
        <a:bodyPr/>
        <a:lstStyle/>
        <a:p>
          <a:endParaRPr lang="uk-UA"/>
        </a:p>
      </dgm:t>
    </dgm:pt>
    <dgm:pt modelId="{164A3322-829A-4831-8187-ECDC1EF0D4A9}">
      <dgm:prSet/>
      <dgm:spPr/>
      <dgm:t>
        <a:bodyPr/>
        <a:lstStyle/>
        <a:p>
          <a:r>
            <a:rPr lang="uk-UA" b="0" i="0"/>
            <a:t>половців.</a:t>
          </a:r>
          <a:endParaRPr lang="uk-UA"/>
        </a:p>
      </dgm:t>
    </dgm:pt>
    <dgm:pt modelId="{0C6B507C-4A60-4793-A2D7-8C45B5BBF3E9}" type="parTrans" cxnId="{4AB31069-B011-461D-A77E-8D4386D74EA1}">
      <dgm:prSet/>
      <dgm:spPr/>
      <dgm:t>
        <a:bodyPr/>
        <a:lstStyle/>
        <a:p>
          <a:endParaRPr lang="uk-UA"/>
        </a:p>
      </dgm:t>
    </dgm:pt>
    <dgm:pt modelId="{38EC9E27-17CE-4628-9596-EB3F290A8A9D}" type="sibTrans" cxnId="{4AB31069-B011-461D-A77E-8D4386D74EA1}">
      <dgm:prSet/>
      <dgm:spPr/>
      <dgm:t>
        <a:bodyPr/>
        <a:lstStyle/>
        <a:p>
          <a:endParaRPr lang="uk-UA"/>
        </a:p>
      </dgm:t>
    </dgm:pt>
    <dgm:pt modelId="{1D4FCDD8-3FDB-40F9-89D0-76CD0BC82414}">
      <dgm:prSet/>
      <dgm:spPr/>
      <dgm:t>
        <a:bodyPr/>
        <a:lstStyle/>
        <a:p>
          <a:r>
            <a:rPr lang="uk-UA" b="0" i="0" dirty="0"/>
            <a:t>печенігів.</a:t>
          </a:r>
          <a:endParaRPr lang="uk-UA" dirty="0"/>
        </a:p>
      </dgm:t>
    </dgm:pt>
    <dgm:pt modelId="{BFAC0CA9-05C2-41B8-8DBE-C7363C0DE3F0}" type="parTrans" cxnId="{E040B302-6633-4384-B747-0DB12E569900}">
      <dgm:prSet/>
      <dgm:spPr/>
      <dgm:t>
        <a:bodyPr/>
        <a:lstStyle/>
        <a:p>
          <a:endParaRPr lang="uk-UA"/>
        </a:p>
      </dgm:t>
    </dgm:pt>
    <dgm:pt modelId="{473FA449-A16F-4339-B8DD-DD60288D4C95}" type="sibTrans" cxnId="{E040B302-6633-4384-B747-0DB12E569900}">
      <dgm:prSet/>
      <dgm:spPr/>
      <dgm:t>
        <a:bodyPr/>
        <a:lstStyle/>
        <a:p>
          <a:endParaRPr lang="uk-UA"/>
        </a:p>
      </dgm:t>
    </dgm:pt>
    <dgm:pt modelId="{02B10878-B7AE-4B4F-851B-BB9AFCA52B8A}">
      <dgm:prSet/>
      <dgm:spPr/>
      <dgm:t>
        <a:bodyPr/>
        <a:lstStyle/>
        <a:p>
          <a:r>
            <a:rPr lang="uk-UA" b="0" i="0" dirty="0"/>
            <a:t>монголів.</a:t>
          </a:r>
          <a:endParaRPr lang="uk-UA" dirty="0"/>
        </a:p>
      </dgm:t>
    </dgm:pt>
    <dgm:pt modelId="{15C5FD2E-22BE-4980-A748-0EF82A91F108}" type="parTrans" cxnId="{158E5FB6-3DB0-4D53-8A60-4A4114FA9C93}">
      <dgm:prSet/>
      <dgm:spPr/>
      <dgm:t>
        <a:bodyPr/>
        <a:lstStyle/>
        <a:p>
          <a:endParaRPr lang="uk-UA"/>
        </a:p>
      </dgm:t>
    </dgm:pt>
    <dgm:pt modelId="{5B3F5BD2-4284-4945-92E6-57894931F475}" type="sibTrans" cxnId="{158E5FB6-3DB0-4D53-8A60-4A4114FA9C93}">
      <dgm:prSet/>
      <dgm:spPr/>
      <dgm:t>
        <a:bodyPr/>
        <a:lstStyle/>
        <a:p>
          <a:endParaRPr lang="uk-UA"/>
        </a:p>
      </dgm:t>
    </dgm:pt>
    <dgm:pt modelId="{F5CD0F38-9BA0-4B3D-9FD4-AF605F3FC0DB}" type="pres">
      <dgm:prSet presAssocID="{4BB4A554-4AE4-40BE-9F34-85555511750D}" presName="linear" presStyleCnt="0">
        <dgm:presLayoutVars>
          <dgm:animLvl val="lvl"/>
          <dgm:resizeHandles val="exact"/>
        </dgm:presLayoutVars>
      </dgm:prSet>
      <dgm:spPr/>
    </dgm:pt>
    <dgm:pt modelId="{FCDE8E11-F17B-4185-BEFF-F4810C6A32C9}" type="pres">
      <dgm:prSet presAssocID="{5B289FA3-3750-4736-907C-DE712ADB94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C725DD-F279-4C96-8A9F-B22D4EC26491}" type="pres">
      <dgm:prSet presAssocID="{E1783497-91B1-4B8C-A83B-C3C51B3AAB6E}" presName="spacer" presStyleCnt="0"/>
      <dgm:spPr/>
    </dgm:pt>
    <dgm:pt modelId="{7557BB38-2758-401E-AE0E-BF9C31F96E55}" type="pres">
      <dgm:prSet presAssocID="{164A3322-829A-4831-8187-ECDC1EF0D4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FB61BA-C139-4A43-BCC3-A4E6D6F074F3}" type="pres">
      <dgm:prSet presAssocID="{38EC9E27-17CE-4628-9596-EB3F290A8A9D}" presName="spacer" presStyleCnt="0"/>
      <dgm:spPr/>
    </dgm:pt>
    <dgm:pt modelId="{ACCD7081-F000-4E49-887A-EA927AE0F163}" type="pres">
      <dgm:prSet presAssocID="{1D4FCDD8-3FDB-40F9-89D0-76CD0BC824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BF70B9-730C-4AD4-AFC7-A280CA730B0D}" type="pres">
      <dgm:prSet presAssocID="{473FA449-A16F-4339-B8DD-DD60288D4C95}" presName="spacer" presStyleCnt="0"/>
      <dgm:spPr/>
    </dgm:pt>
    <dgm:pt modelId="{1306AA26-CEC6-40E4-BB52-746B70A8F0F6}" type="pres">
      <dgm:prSet presAssocID="{02B10878-B7AE-4B4F-851B-BB9AFCA52B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040B302-6633-4384-B747-0DB12E569900}" srcId="{4BB4A554-4AE4-40BE-9F34-85555511750D}" destId="{1D4FCDD8-3FDB-40F9-89D0-76CD0BC82414}" srcOrd="2" destOrd="0" parTransId="{BFAC0CA9-05C2-41B8-8DBE-C7363C0DE3F0}" sibTransId="{473FA449-A16F-4339-B8DD-DD60288D4C95}"/>
    <dgm:cxn modelId="{565A810B-76D4-4784-8706-43B555B943A1}" type="presOf" srcId="{4BB4A554-4AE4-40BE-9F34-85555511750D}" destId="{F5CD0F38-9BA0-4B3D-9FD4-AF605F3FC0DB}" srcOrd="0" destOrd="0" presId="urn:microsoft.com/office/officeart/2005/8/layout/vList2"/>
    <dgm:cxn modelId="{4AB31069-B011-461D-A77E-8D4386D74EA1}" srcId="{4BB4A554-4AE4-40BE-9F34-85555511750D}" destId="{164A3322-829A-4831-8187-ECDC1EF0D4A9}" srcOrd="1" destOrd="0" parTransId="{0C6B507C-4A60-4793-A2D7-8C45B5BBF3E9}" sibTransId="{38EC9E27-17CE-4628-9596-EB3F290A8A9D}"/>
    <dgm:cxn modelId="{91AAC869-05D3-4A4F-AC30-D608957897F2}" type="presOf" srcId="{1D4FCDD8-3FDB-40F9-89D0-76CD0BC82414}" destId="{ACCD7081-F000-4E49-887A-EA927AE0F163}" srcOrd="0" destOrd="0" presId="urn:microsoft.com/office/officeart/2005/8/layout/vList2"/>
    <dgm:cxn modelId="{8341FC87-3119-481F-9FAD-9FC6737FA409}" srcId="{4BB4A554-4AE4-40BE-9F34-85555511750D}" destId="{5B289FA3-3750-4736-907C-DE712ADB9470}" srcOrd="0" destOrd="0" parTransId="{BAFF5474-B354-488E-BE14-667D80AE5B2E}" sibTransId="{E1783497-91B1-4B8C-A83B-C3C51B3AAB6E}"/>
    <dgm:cxn modelId="{FA4E2490-7DAC-41EE-8EA6-07B3B0116EB8}" type="presOf" srcId="{5B289FA3-3750-4736-907C-DE712ADB9470}" destId="{FCDE8E11-F17B-4185-BEFF-F4810C6A32C9}" srcOrd="0" destOrd="0" presId="urn:microsoft.com/office/officeart/2005/8/layout/vList2"/>
    <dgm:cxn modelId="{A0A3F2A6-4AA5-433C-87F1-D843C0A29924}" type="presOf" srcId="{164A3322-829A-4831-8187-ECDC1EF0D4A9}" destId="{7557BB38-2758-401E-AE0E-BF9C31F96E55}" srcOrd="0" destOrd="0" presId="urn:microsoft.com/office/officeart/2005/8/layout/vList2"/>
    <dgm:cxn modelId="{158E5FB6-3DB0-4D53-8A60-4A4114FA9C93}" srcId="{4BB4A554-4AE4-40BE-9F34-85555511750D}" destId="{02B10878-B7AE-4B4F-851B-BB9AFCA52B8A}" srcOrd="3" destOrd="0" parTransId="{15C5FD2E-22BE-4980-A748-0EF82A91F108}" sibTransId="{5B3F5BD2-4284-4945-92E6-57894931F475}"/>
    <dgm:cxn modelId="{FFAA32E0-F1BF-41FA-83DD-9D4E5F23005F}" type="presOf" srcId="{02B10878-B7AE-4B4F-851B-BB9AFCA52B8A}" destId="{1306AA26-CEC6-40E4-BB52-746B70A8F0F6}" srcOrd="0" destOrd="0" presId="urn:microsoft.com/office/officeart/2005/8/layout/vList2"/>
    <dgm:cxn modelId="{91532BCE-F043-41EF-A437-57E39C7A1912}" type="presParOf" srcId="{F5CD0F38-9BA0-4B3D-9FD4-AF605F3FC0DB}" destId="{FCDE8E11-F17B-4185-BEFF-F4810C6A32C9}" srcOrd="0" destOrd="0" presId="urn:microsoft.com/office/officeart/2005/8/layout/vList2"/>
    <dgm:cxn modelId="{8B3BA8A3-222C-46FB-BF30-2166D9D4FDE6}" type="presParOf" srcId="{F5CD0F38-9BA0-4B3D-9FD4-AF605F3FC0DB}" destId="{C8C725DD-F279-4C96-8A9F-B22D4EC26491}" srcOrd="1" destOrd="0" presId="urn:microsoft.com/office/officeart/2005/8/layout/vList2"/>
    <dgm:cxn modelId="{A8E33622-EACC-4E06-BD7C-5AC242E587B5}" type="presParOf" srcId="{F5CD0F38-9BA0-4B3D-9FD4-AF605F3FC0DB}" destId="{7557BB38-2758-401E-AE0E-BF9C31F96E55}" srcOrd="2" destOrd="0" presId="urn:microsoft.com/office/officeart/2005/8/layout/vList2"/>
    <dgm:cxn modelId="{C05FDD92-DF40-400D-991D-3116C2254644}" type="presParOf" srcId="{F5CD0F38-9BA0-4B3D-9FD4-AF605F3FC0DB}" destId="{92FB61BA-C139-4A43-BCC3-A4E6D6F074F3}" srcOrd="3" destOrd="0" presId="urn:microsoft.com/office/officeart/2005/8/layout/vList2"/>
    <dgm:cxn modelId="{11266FF8-D1A2-4A30-AFFF-4B7B62AF202F}" type="presParOf" srcId="{F5CD0F38-9BA0-4B3D-9FD4-AF605F3FC0DB}" destId="{ACCD7081-F000-4E49-887A-EA927AE0F163}" srcOrd="4" destOrd="0" presId="urn:microsoft.com/office/officeart/2005/8/layout/vList2"/>
    <dgm:cxn modelId="{FA8EF0C5-2E38-427E-A617-AD8953171A2D}" type="presParOf" srcId="{F5CD0F38-9BA0-4B3D-9FD4-AF605F3FC0DB}" destId="{D6BF70B9-730C-4AD4-AFC7-A280CA730B0D}" srcOrd="5" destOrd="0" presId="urn:microsoft.com/office/officeart/2005/8/layout/vList2"/>
    <dgm:cxn modelId="{3EEC2575-8171-4C14-8946-C715EEA2B7D2}" type="presParOf" srcId="{F5CD0F38-9BA0-4B3D-9FD4-AF605F3FC0DB}" destId="{1306AA26-CEC6-40E4-BB52-746B70A8F0F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CB3FF933-1004-47A5-B696-DF9B5E7BE5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B7E9F6-2C9B-472E-AD9E-AD442145F162}">
      <dgm:prSet/>
      <dgm:spPr/>
      <dgm:t>
        <a:bodyPr/>
        <a:lstStyle/>
        <a:p>
          <a:r>
            <a:rPr lang="uk-UA" b="0" i="1" dirty="0"/>
            <a:t>«Прийшли іноплемінники на Руську землю... А Ізяслав, і Святослав, і Всеволод вийшли супроти них на [річку] Альту… І побігли руські князі, і перемогли [половці]…»</a:t>
          </a:r>
          <a:endParaRPr lang="uk-UA" dirty="0"/>
        </a:p>
      </dgm:t>
    </dgm:pt>
    <dgm:pt modelId="{9BDCF39F-146E-4936-9C83-22984A121061}" type="parTrans" cxnId="{9AFB529D-BAED-44AB-8C9C-43A828F91785}">
      <dgm:prSet/>
      <dgm:spPr/>
      <dgm:t>
        <a:bodyPr/>
        <a:lstStyle/>
        <a:p>
          <a:endParaRPr lang="uk-UA"/>
        </a:p>
      </dgm:t>
    </dgm:pt>
    <dgm:pt modelId="{9DD8DB36-45A2-42CD-8E6A-E1FE68840317}" type="sibTrans" cxnId="{9AFB529D-BAED-44AB-8C9C-43A828F91785}">
      <dgm:prSet/>
      <dgm:spPr/>
      <dgm:t>
        <a:bodyPr/>
        <a:lstStyle/>
        <a:p>
          <a:endParaRPr lang="uk-UA"/>
        </a:p>
      </dgm:t>
    </dgm:pt>
    <dgm:pt modelId="{9467D7DF-BF42-4C8C-A93A-DFEAFE5A2A6F}">
      <dgm:prSet/>
      <dgm:spPr/>
      <dgm:t>
        <a:bodyPr/>
        <a:lstStyle/>
        <a:p>
          <a:r>
            <a:rPr lang="uk-UA" b="0" i="1" dirty="0"/>
            <a:t>«Половці пустошили багато й вернулись до </a:t>
          </a:r>
          <a:r>
            <a:rPr lang="uk-UA" b="0" i="1" dirty="0" err="1"/>
            <a:t>Торчського</a:t>
          </a:r>
          <a:r>
            <a:rPr lang="uk-UA" b="0" i="1" dirty="0"/>
            <a:t>. І знемагали люди в городі од голоду, і здалися ворогам. Половці ж, узявши город, запалили його вогнем…»</a:t>
          </a:r>
          <a:endParaRPr lang="uk-UA" dirty="0"/>
        </a:p>
      </dgm:t>
    </dgm:pt>
    <dgm:pt modelId="{5C55E4FC-26A0-4558-A4ED-CA125C8BCA30}" type="parTrans" cxnId="{82DB965D-ECEA-4A49-8AD4-F984F84067D4}">
      <dgm:prSet/>
      <dgm:spPr/>
      <dgm:t>
        <a:bodyPr/>
        <a:lstStyle/>
        <a:p>
          <a:endParaRPr lang="uk-UA"/>
        </a:p>
      </dgm:t>
    </dgm:pt>
    <dgm:pt modelId="{50A79DD8-F6FB-4E7D-81D8-7FF451681F59}" type="sibTrans" cxnId="{82DB965D-ECEA-4A49-8AD4-F984F84067D4}">
      <dgm:prSet/>
      <dgm:spPr/>
      <dgm:t>
        <a:bodyPr/>
        <a:lstStyle/>
        <a:p>
          <a:endParaRPr lang="uk-UA"/>
        </a:p>
      </dgm:t>
    </dgm:pt>
    <dgm:pt modelId="{2132C8C5-153F-453D-AA91-7409EA5830F8}" type="pres">
      <dgm:prSet presAssocID="{CB3FF933-1004-47A5-B696-DF9B5E7BE579}" presName="linear" presStyleCnt="0">
        <dgm:presLayoutVars>
          <dgm:animLvl val="lvl"/>
          <dgm:resizeHandles val="exact"/>
        </dgm:presLayoutVars>
      </dgm:prSet>
      <dgm:spPr/>
    </dgm:pt>
    <dgm:pt modelId="{7925CB8C-7619-4879-9989-35D100F34C89}" type="pres">
      <dgm:prSet presAssocID="{D0B7E9F6-2C9B-472E-AD9E-AD442145F16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5829CD7-2262-4D1B-AC63-8D6F83AA848F}" type="pres">
      <dgm:prSet presAssocID="{9DD8DB36-45A2-42CD-8E6A-E1FE68840317}" presName="spacer" presStyleCnt="0"/>
      <dgm:spPr/>
    </dgm:pt>
    <dgm:pt modelId="{33450E70-45EF-4518-A7F7-B8B3D6991244}" type="pres">
      <dgm:prSet presAssocID="{9467D7DF-BF42-4C8C-A93A-DFEAFE5A2A6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2DB965D-ECEA-4A49-8AD4-F984F84067D4}" srcId="{CB3FF933-1004-47A5-B696-DF9B5E7BE579}" destId="{9467D7DF-BF42-4C8C-A93A-DFEAFE5A2A6F}" srcOrd="1" destOrd="0" parTransId="{5C55E4FC-26A0-4558-A4ED-CA125C8BCA30}" sibTransId="{50A79DD8-F6FB-4E7D-81D8-7FF451681F59}"/>
    <dgm:cxn modelId="{54A75478-688C-4244-BA6E-7F20CE09E978}" type="presOf" srcId="{9467D7DF-BF42-4C8C-A93A-DFEAFE5A2A6F}" destId="{33450E70-45EF-4518-A7F7-B8B3D6991244}" srcOrd="0" destOrd="0" presId="urn:microsoft.com/office/officeart/2005/8/layout/vList2"/>
    <dgm:cxn modelId="{26B2AF92-9DBE-4FAC-8130-18412B16C046}" type="presOf" srcId="{D0B7E9F6-2C9B-472E-AD9E-AD442145F162}" destId="{7925CB8C-7619-4879-9989-35D100F34C89}" srcOrd="0" destOrd="0" presId="urn:microsoft.com/office/officeart/2005/8/layout/vList2"/>
    <dgm:cxn modelId="{9AFB529D-BAED-44AB-8C9C-43A828F91785}" srcId="{CB3FF933-1004-47A5-B696-DF9B5E7BE579}" destId="{D0B7E9F6-2C9B-472E-AD9E-AD442145F162}" srcOrd="0" destOrd="0" parTransId="{9BDCF39F-146E-4936-9C83-22984A121061}" sibTransId="{9DD8DB36-45A2-42CD-8E6A-E1FE68840317}"/>
    <dgm:cxn modelId="{38E356C9-76E9-4EC4-9627-E08BC735F1CF}" type="presOf" srcId="{CB3FF933-1004-47A5-B696-DF9B5E7BE579}" destId="{2132C8C5-153F-453D-AA91-7409EA5830F8}" srcOrd="0" destOrd="0" presId="urn:microsoft.com/office/officeart/2005/8/layout/vList2"/>
    <dgm:cxn modelId="{DFB9BEBD-4264-4A2C-BBE7-7277A08D6325}" type="presParOf" srcId="{2132C8C5-153F-453D-AA91-7409EA5830F8}" destId="{7925CB8C-7619-4879-9989-35D100F34C89}" srcOrd="0" destOrd="0" presId="urn:microsoft.com/office/officeart/2005/8/layout/vList2"/>
    <dgm:cxn modelId="{FCC6C897-DFEE-41D6-AC2F-CD7B47CE2440}" type="presParOf" srcId="{2132C8C5-153F-453D-AA91-7409EA5830F8}" destId="{35829CD7-2262-4D1B-AC63-8D6F83AA848F}" srcOrd="1" destOrd="0" presId="urn:microsoft.com/office/officeart/2005/8/layout/vList2"/>
    <dgm:cxn modelId="{45E8F0FD-12CF-4FDB-AC0D-CA5B568BA73B}" type="presParOf" srcId="{2132C8C5-153F-453D-AA91-7409EA5830F8}" destId="{33450E70-45EF-4518-A7F7-B8B3D699124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1.xml><?xml version="1.0" encoding="utf-8"?>
<dgm:dataModel xmlns:dgm="http://schemas.openxmlformats.org/drawingml/2006/diagram" xmlns:a="http://schemas.openxmlformats.org/drawingml/2006/main">
  <dgm:ptLst>
    <dgm:pt modelId="{8CAE453E-3200-4C15-89BF-BC1BB31D4CF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666988-2472-4094-82FD-57CF6B19C56E}">
      <dgm:prSet/>
      <dgm:spPr/>
      <dgm:t>
        <a:bodyPr/>
        <a:lstStyle/>
        <a:p>
          <a:r>
            <a:rPr lang="uk-UA" b="0" i="1" dirty="0"/>
            <a:t>«І коли приблизився Ігор до полків своїх, то поїхали [половці] навпоперек, і тут схопили його віддалі одного </a:t>
          </a:r>
          <a:r>
            <a:rPr lang="uk-UA" b="0" i="1" dirty="0" err="1"/>
            <a:t>перестрілу</a:t>
          </a:r>
          <a:r>
            <a:rPr lang="uk-UA" b="0" i="1" dirty="0"/>
            <a:t> од полку свого. І схоплений Ігор бачив брата свого Всеволода… і просив він душі своїй смерті, щоби не бачити загибелі брата свого…»</a:t>
          </a:r>
          <a:endParaRPr lang="uk-UA" dirty="0"/>
        </a:p>
      </dgm:t>
    </dgm:pt>
    <dgm:pt modelId="{2ACAB8B1-97CC-4DF9-B04D-09001EAB87B2}" type="parTrans" cxnId="{82AA3ED0-81EE-47A3-90F5-B406E5350450}">
      <dgm:prSet/>
      <dgm:spPr/>
      <dgm:t>
        <a:bodyPr/>
        <a:lstStyle/>
        <a:p>
          <a:endParaRPr lang="uk-UA"/>
        </a:p>
      </dgm:t>
    </dgm:pt>
    <dgm:pt modelId="{C8530CC1-68F6-4093-B365-6A75C590584E}" type="sibTrans" cxnId="{82AA3ED0-81EE-47A3-90F5-B406E5350450}">
      <dgm:prSet/>
      <dgm:spPr/>
      <dgm:t>
        <a:bodyPr/>
        <a:lstStyle/>
        <a:p>
          <a:endParaRPr lang="uk-UA"/>
        </a:p>
      </dgm:t>
    </dgm:pt>
    <dgm:pt modelId="{6271E085-A01C-40BE-9A06-5BADC8FBBEE0}">
      <dgm:prSet/>
      <dgm:spPr/>
      <dgm:t>
        <a:bodyPr/>
        <a:lstStyle/>
        <a:p>
          <a:r>
            <a:rPr lang="uk-UA" b="0" i="1" dirty="0"/>
            <a:t>«Це був найзавзятіший з боїв: він тривав кілька днів, але татари нарешті стали переможцями; половці й русичі зазнали цілковитої поразки. Ті, які встали, урятувалися, дісталися Русі в </a:t>
          </a:r>
          <a:r>
            <a:rPr lang="uk-UA" b="0" i="1" dirty="0" err="1"/>
            <a:t>найнещаснішому</a:t>
          </a:r>
          <a:r>
            <a:rPr lang="uk-UA" b="0" i="1" dirty="0"/>
            <a:t> вигляді…»</a:t>
          </a:r>
          <a:endParaRPr lang="uk-UA" dirty="0"/>
        </a:p>
      </dgm:t>
    </dgm:pt>
    <dgm:pt modelId="{7AD5893D-4155-42A0-A543-4F9841607AFA}" type="parTrans" cxnId="{0E272208-1269-4AAF-A638-39D68B1836FC}">
      <dgm:prSet/>
      <dgm:spPr/>
      <dgm:t>
        <a:bodyPr/>
        <a:lstStyle/>
        <a:p>
          <a:endParaRPr lang="uk-UA"/>
        </a:p>
      </dgm:t>
    </dgm:pt>
    <dgm:pt modelId="{5FF3AA8B-D241-4DCB-9812-188D2DE3CB48}" type="sibTrans" cxnId="{0E272208-1269-4AAF-A638-39D68B1836FC}">
      <dgm:prSet/>
      <dgm:spPr/>
      <dgm:t>
        <a:bodyPr/>
        <a:lstStyle/>
        <a:p>
          <a:endParaRPr lang="uk-UA"/>
        </a:p>
      </dgm:t>
    </dgm:pt>
    <dgm:pt modelId="{B6D2A088-AA21-45C2-A175-884F86247B59}" type="pres">
      <dgm:prSet presAssocID="{8CAE453E-3200-4C15-89BF-BC1BB31D4CFF}" presName="linear" presStyleCnt="0">
        <dgm:presLayoutVars>
          <dgm:animLvl val="lvl"/>
          <dgm:resizeHandles val="exact"/>
        </dgm:presLayoutVars>
      </dgm:prSet>
      <dgm:spPr/>
    </dgm:pt>
    <dgm:pt modelId="{31BA780E-A0BC-453A-BAA8-7F286FD5D042}" type="pres">
      <dgm:prSet presAssocID="{AB666988-2472-4094-82FD-57CF6B19C56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DD3F609-AE0E-4DFE-B6BB-594DDA87F120}" type="pres">
      <dgm:prSet presAssocID="{C8530CC1-68F6-4093-B365-6A75C590584E}" presName="spacer" presStyleCnt="0"/>
      <dgm:spPr/>
    </dgm:pt>
    <dgm:pt modelId="{7B1B0A86-49D9-45A3-A7D8-78CB28AE9057}" type="pres">
      <dgm:prSet presAssocID="{6271E085-A01C-40BE-9A06-5BADC8FBBEE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272208-1269-4AAF-A638-39D68B1836FC}" srcId="{8CAE453E-3200-4C15-89BF-BC1BB31D4CFF}" destId="{6271E085-A01C-40BE-9A06-5BADC8FBBEE0}" srcOrd="1" destOrd="0" parTransId="{7AD5893D-4155-42A0-A543-4F9841607AFA}" sibTransId="{5FF3AA8B-D241-4DCB-9812-188D2DE3CB48}"/>
    <dgm:cxn modelId="{7D92A958-FE62-4B48-8423-8804F711C16E}" type="presOf" srcId="{8CAE453E-3200-4C15-89BF-BC1BB31D4CFF}" destId="{B6D2A088-AA21-45C2-A175-884F86247B59}" srcOrd="0" destOrd="0" presId="urn:microsoft.com/office/officeart/2005/8/layout/vList2"/>
    <dgm:cxn modelId="{C2EAFF9E-820C-4C70-8EC5-73FA009F383D}" type="presOf" srcId="{AB666988-2472-4094-82FD-57CF6B19C56E}" destId="{31BA780E-A0BC-453A-BAA8-7F286FD5D042}" srcOrd="0" destOrd="0" presId="urn:microsoft.com/office/officeart/2005/8/layout/vList2"/>
    <dgm:cxn modelId="{400DDFB3-4147-4E88-951C-E15E398C8BBB}" type="presOf" srcId="{6271E085-A01C-40BE-9A06-5BADC8FBBEE0}" destId="{7B1B0A86-49D9-45A3-A7D8-78CB28AE9057}" srcOrd="0" destOrd="0" presId="urn:microsoft.com/office/officeart/2005/8/layout/vList2"/>
    <dgm:cxn modelId="{82AA3ED0-81EE-47A3-90F5-B406E5350450}" srcId="{8CAE453E-3200-4C15-89BF-BC1BB31D4CFF}" destId="{AB666988-2472-4094-82FD-57CF6B19C56E}" srcOrd="0" destOrd="0" parTransId="{2ACAB8B1-97CC-4DF9-B04D-09001EAB87B2}" sibTransId="{C8530CC1-68F6-4093-B365-6A75C590584E}"/>
    <dgm:cxn modelId="{BCDF5438-AA80-4832-9501-9C6A3750C629}" type="presParOf" srcId="{B6D2A088-AA21-45C2-A175-884F86247B59}" destId="{31BA780E-A0BC-453A-BAA8-7F286FD5D042}" srcOrd="0" destOrd="0" presId="urn:microsoft.com/office/officeart/2005/8/layout/vList2"/>
    <dgm:cxn modelId="{1481F077-0599-4CF2-929A-D4BCB47F52BD}" type="presParOf" srcId="{B6D2A088-AA21-45C2-A175-884F86247B59}" destId="{6DD3F609-AE0E-4DFE-B6BB-594DDA87F120}" srcOrd="1" destOrd="0" presId="urn:microsoft.com/office/officeart/2005/8/layout/vList2"/>
    <dgm:cxn modelId="{2B1271A9-DC4A-41BA-B8EB-CF1677F942C1}" type="presParOf" srcId="{B6D2A088-AA21-45C2-A175-884F86247B59}" destId="{7B1B0A86-49D9-45A3-A7D8-78CB28AE90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2.xml><?xml version="1.0" encoding="utf-8"?>
<dgm:dataModel xmlns:dgm="http://schemas.openxmlformats.org/drawingml/2006/diagram" xmlns:a="http://schemas.openxmlformats.org/drawingml/2006/main">
  <dgm:ptLst>
    <dgm:pt modelId="{A76C74C6-F364-4944-99C2-2B05A0A90B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D1F8911-1BAD-4AAB-9899-9218AB138675}">
      <dgm:prSet/>
      <dgm:spPr/>
      <dgm:t>
        <a:bodyPr/>
        <a:lstStyle/>
        <a:p>
          <a:r>
            <a:rPr lang="uk-UA" b="0" i="0"/>
            <a:t>київського князя Володимира Великого на Червенські міста.</a:t>
          </a:r>
          <a:endParaRPr lang="uk-UA"/>
        </a:p>
      </dgm:t>
    </dgm:pt>
    <dgm:pt modelId="{6DBC3807-08B1-4B5B-B538-AAAEEB447C20}" type="parTrans" cxnId="{5A551AD4-6E7C-45D1-8BF8-152B36B8C3B1}">
      <dgm:prSet/>
      <dgm:spPr/>
      <dgm:t>
        <a:bodyPr/>
        <a:lstStyle/>
        <a:p>
          <a:endParaRPr lang="uk-UA"/>
        </a:p>
      </dgm:t>
    </dgm:pt>
    <dgm:pt modelId="{80BF659B-732F-4262-A90D-CCFC912B63BE}" type="sibTrans" cxnId="{5A551AD4-6E7C-45D1-8BF8-152B36B8C3B1}">
      <dgm:prSet/>
      <dgm:spPr/>
      <dgm:t>
        <a:bodyPr/>
        <a:lstStyle/>
        <a:p>
          <a:endParaRPr lang="uk-UA"/>
        </a:p>
      </dgm:t>
    </dgm:pt>
    <dgm:pt modelId="{D9E980EF-BF38-427B-A3E2-91389199310E}">
      <dgm:prSet/>
      <dgm:spPr/>
      <dgm:t>
        <a:bodyPr/>
        <a:lstStyle/>
        <a:p>
          <a:r>
            <a:rPr lang="uk-UA" b="0" i="0" dirty="0"/>
            <a:t>переяславського князя Володимира Мономаха проти половців.</a:t>
          </a:r>
          <a:endParaRPr lang="uk-UA" dirty="0"/>
        </a:p>
      </dgm:t>
    </dgm:pt>
    <dgm:pt modelId="{6852FDB9-3515-471C-993E-2A77960119FE}" type="parTrans" cxnId="{CD5DFAAC-A357-4180-9AAA-ADCBFEECA2FE}">
      <dgm:prSet/>
      <dgm:spPr/>
      <dgm:t>
        <a:bodyPr/>
        <a:lstStyle/>
        <a:p>
          <a:endParaRPr lang="uk-UA"/>
        </a:p>
      </dgm:t>
    </dgm:pt>
    <dgm:pt modelId="{95F46CBB-8ABF-4794-878A-6C1DB76AD4E6}" type="sibTrans" cxnId="{CD5DFAAC-A357-4180-9AAA-ADCBFEECA2FE}">
      <dgm:prSet/>
      <dgm:spPr/>
      <dgm:t>
        <a:bodyPr/>
        <a:lstStyle/>
        <a:p>
          <a:endParaRPr lang="uk-UA"/>
        </a:p>
      </dgm:t>
    </dgm:pt>
    <dgm:pt modelId="{94EFB0DB-089E-4717-A18A-557E68BB7F7B}">
      <dgm:prSet/>
      <dgm:spPr/>
      <dgm:t>
        <a:bodyPr/>
        <a:lstStyle/>
        <a:p>
          <a:r>
            <a:rPr lang="uk-UA" b="0" i="0"/>
            <a:t>монгольського хана Батия на землі Південно-Західної Русі.</a:t>
          </a:r>
          <a:endParaRPr lang="uk-UA"/>
        </a:p>
      </dgm:t>
    </dgm:pt>
    <dgm:pt modelId="{2E047E5A-002F-43C2-93BF-9FFCE5C8D917}" type="parTrans" cxnId="{A83F8272-08A0-4A63-AC85-05F3D8D08A48}">
      <dgm:prSet/>
      <dgm:spPr/>
      <dgm:t>
        <a:bodyPr/>
        <a:lstStyle/>
        <a:p>
          <a:endParaRPr lang="uk-UA"/>
        </a:p>
      </dgm:t>
    </dgm:pt>
    <dgm:pt modelId="{135A6E5D-715A-4614-ADE8-13A70808D6E5}" type="sibTrans" cxnId="{A83F8272-08A0-4A63-AC85-05F3D8D08A48}">
      <dgm:prSet/>
      <dgm:spPr/>
      <dgm:t>
        <a:bodyPr/>
        <a:lstStyle/>
        <a:p>
          <a:endParaRPr lang="uk-UA"/>
        </a:p>
      </dgm:t>
    </dgm:pt>
    <dgm:pt modelId="{568DCFE6-EE0D-4ACA-86A7-74E54C16CBFF}">
      <dgm:prSet/>
      <dgm:spPr/>
      <dgm:t>
        <a:bodyPr/>
        <a:lstStyle/>
        <a:p>
          <a:r>
            <a:rPr lang="uk-UA" b="0" i="0" dirty="0"/>
            <a:t>литовського князя Ольгерда на землі Західної Русі та Польщі.</a:t>
          </a:r>
          <a:endParaRPr lang="uk-UA" dirty="0"/>
        </a:p>
      </dgm:t>
    </dgm:pt>
    <dgm:pt modelId="{47EF771B-CDFF-4D1E-B984-A38EFAF96A2F}" type="parTrans" cxnId="{A5F9F2E7-1D44-47C4-B5DD-AD741E89E7BA}">
      <dgm:prSet/>
      <dgm:spPr/>
      <dgm:t>
        <a:bodyPr/>
        <a:lstStyle/>
        <a:p>
          <a:endParaRPr lang="uk-UA"/>
        </a:p>
      </dgm:t>
    </dgm:pt>
    <dgm:pt modelId="{70856C6B-01C0-4E7A-AB8D-7DE9B43E9C3A}" type="sibTrans" cxnId="{A5F9F2E7-1D44-47C4-B5DD-AD741E89E7BA}">
      <dgm:prSet/>
      <dgm:spPr/>
      <dgm:t>
        <a:bodyPr/>
        <a:lstStyle/>
        <a:p>
          <a:endParaRPr lang="uk-UA"/>
        </a:p>
      </dgm:t>
    </dgm:pt>
    <dgm:pt modelId="{96ABC358-7D20-409B-8526-29E39D0A49E1}" type="pres">
      <dgm:prSet presAssocID="{A76C74C6-F364-4944-99C2-2B05A0A90B4B}" presName="linear" presStyleCnt="0">
        <dgm:presLayoutVars>
          <dgm:animLvl val="lvl"/>
          <dgm:resizeHandles val="exact"/>
        </dgm:presLayoutVars>
      </dgm:prSet>
      <dgm:spPr/>
    </dgm:pt>
    <dgm:pt modelId="{DDAF56BD-4BEC-4CAF-9B13-0AC991D8B4B3}" type="pres">
      <dgm:prSet presAssocID="{4D1F8911-1BAD-4AAB-9899-9218AB13867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1E1D456-0558-4743-B34D-EBCD864E1FD8}" type="pres">
      <dgm:prSet presAssocID="{80BF659B-732F-4262-A90D-CCFC912B63BE}" presName="spacer" presStyleCnt="0"/>
      <dgm:spPr/>
    </dgm:pt>
    <dgm:pt modelId="{1B69D9D4-ABCD-46AA-86F0-1300BA51AB0D}" type="pres">
      <dgm:prSet presAssocID="{D9E980EF-BF38-427B-A3E2-91389199310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5FB647-2D58-43AB-BB76-241DDD777327}" type="pres">
      <dgm:prSet presAssocID="{95F46CBB-8ABF-4794-878A-6C1DB76AD4E6}" presName="spacer" presStyleCnt="0"/>
      <dgm:spPr/>
    </dgm:pt>
    <dgm:pt modelId="{DD3AEBFE-540E-4417-9BC7-C280AE7EEB58}" type="pres">
      <dgm:prSet presAssocID="{94EFB0DB-089E-4717-A18A-557E68BB7F7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FDA4F1-D3BF-45EE-9D01-DED2F9E840DD}" type="pres">
      <dgm:prSet presAssocID="{135A6E5D-715A-4614-ADE8-13A70808D6E5}" presName="spacer" presStyleCnt="0"/>
      <dgm:spPr/>
    </dgm:pt>
    <dgm:pt modelId="{C42C1F59-6318-481C-90B4-1D6E8944ABF7}" type="pres">
      <dgm:prSet presAssocID="{568DCFE6-EE0D-4ACA-86A7-74E54C16CBF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00DD811-F702-4298-97B5-BDA5DAB108B2}" type="presOf" srcId="{D9E980EF-BF38-427B-A3E2-91389199310E}" destId="{1B69D9D4-ABCD-46AA-86F0-1300BA51AB0D}" srcOrd="0" destOrd="0" presId="urn:microsoft.com/office/officeart/2005/8/layout/vList2"/>
    <dgm:cxn modelId="{C87A7129-5FAD-4271-9CE8-8620BF644DAB}" type="presOf" srcId="{94EFB0DB-089E-4717-A18A-557E68BB7F7B}" destId="{DD3AEBFE-540E-4417-9BC7-C280AE7EEB58}" srcOrd="0" destOrd="0" presId="urn:microsoft.com/office/officeart/2005/8/layout/vList2"/>
    <dgm:cxn modelId="{A83F8272-08A0-4A63-AC85-05F3D8D08A48}" srcId="{A76C74C6-F364-4944-99C2-2B05A0A90B4B}" destId="{94EFB0DB-089E-4717-A18A-557E68BB7F7B}" srcOrd="2" destOrd="0" parTransId="{2E047E5A-002F-43C2-93BF-9FFCE5C8D917}" sibTransId="{135A6E5D-715A-4614-ADE8-13A70808D6E5}"/>
    <dgm:cxn modelId="{C6F287A7-EFA6-4932-B9D6-15D91EEE2601}" type="presOf" srcId="{4D1F8911-1BAD-4AAB-9899-9218AB138675}" destId="{DDAF56BD-4BEC-4CAF-9B13-0AC991D8B4B3}" srcOrd="0" destOrd="0" presId="urn:microsoft.com/office/officeart/2005/8/layout/vList2"/>
    <dgm:cxn modelId="{CD5DFAAC-A357-4180-9AAA-ADCBFEECA2FE}" srcId="{A76C74C6-F364-4944-99C2-2B05A0A90B4B}" destId="{D9E980EF-BF38-427B-A3E2-91389199310E}" srcOrd="1" destOrd="0" parTransId="{6852FDB9-3515-471C-993E-2A77960119FE}" sibTransId="{95F46CBB-8ABF-4794-878A-6C1DB76AD4E6}"/>
    <dgm:cxn modelId="{5A551AD4-6E7C-45D1-8BF8-152B36B8C3B1}" srcId="{A76C74C6-F364-4944-99C2-2B05A0A90B4B}" destId="{4D1F8911-1BAD-4AAB-9899-9218AB138675}" srcOrd="0" destOrd="0" parTransId="{6DBC3807-08B1-4B5B-B538-AAAEEB447C20}" sibTransId="{80BF659B-732F-4262-A90D-CCFC912B63BE}"/>
    <dgm:cxn modelId="{1F04C0DD-F2DA-4AC3-89DA-F936C641758B}" type="presOf" srcId="{568DCFE6-EE0D-4ACA-86A7-74E54C16CBFF}" destId="{C42C1F59-6318-481C-90B4-1D6E8944ABF7}" srcOrd="0" destOrd="0" presId="urn:microsoft.com/office/officeart/2005/8/layout/vList2"/>
    <dgm:cxn modelId="{A5F9F2E7-1D44-47C4-B5DD-AD741E89E7BA}" srcId="{A76C74C6-F364-4944-99C2-2B05A0A90B4B}" destId="{568DCFE6-EE0D-4ACA-86A7-74E54C16CBFF}" srcOrd="3" destOrd="0" parTransId="{47EF771B-CDFF-4D1E-B984-A38EFAF96A2F}" sibTransId="{70856C6B-01C0-4E7A-AB8D-7DE9B43E9C3A}"/>
    <dgm:cxn modelId="{F361B0F2-3915-4FBF-A451-E929731A3E91}" type="presOf" srcId="{A76C74C6-F364-4944-99C2-2B05A0A90B4B}" destId="{96ABC358-7D20-409B-8526-29E39D0A49E1}" srcOrd="0" destOrd="0" presId="urn:microsoft.com/office/officeart/2005/8/layout/vList2"/>
    <dgm:cxn modelId="{39C0EA78-4CBE-428F-8DBB-678BC35DBAE2}" type="presParOf" srcId="{96ABC358-7D20-409B-8526-29E39D0A49E1}" destId="{DDAF56BD-4BEC-4CAF-9B13-0AC991D8B4B3}" srcOrd="0" destOrd="0" presId="urn:microsoft.com/office/officeart/2005/8/layout/vList2"/>
    <dgm:cxn modelId="{9F8754EE-4BF6-4B91-899B-E82BBB9D2596}" type="presParOf" srcId="{96ABC358-7D20-409B-8526-29E39D0A49E1}" destId="{41E1D456-0558-4743-B34D-EBCD864E1FD8}" srcOrd="1" destOrd="0" presId="urn:microsoft.com/office/officeart/2005/8/layout/vList2"/>
    <dgm:cxn modelId="{A8DE6642-C4A6-4B53-B8BD-51A9B5558AE8}" type="presParOf" srcId="{96ABC358-7D20-409B-8526-29E39D0A49E1}" destId="{1B69D9D4-ABCD-46AA-86F0-1300BA51AB0D}" srcOrd="2" destOrd="0" presId="urn:microsoft.com/office/officeart/2005/8/layout/vList2"/>
    <dgm:cxn modelId="{C6EC86FA-A7FA-4B44-A717-CB4745B00593}" type="presParOf" srcId="{96ABC358-7D20-409B-8526-29E39D0A49E1}" destId="{585FB647-2D58-43AB-BB76-241DDD777327}" srcOrd="3" destOrd="0" presId="urn:microsoft.com/office/officeart/2005/8/layout/vList2"/>
    <dgm:cxn modelId="{BCD41A00-4CBA-42AC-AC78-F41EF9574D9E}" type="presParOf" srcId="{96ABC358-7D20-409B-8526-29E39D0A49E1}" destId="{DD3AEBFE-540E-4417-9BC7-C280AE7EEB58}" srcOrd="4" destOrd="0" presId="urn:microsoft.com/office/officeart/2005/8/layout/vList2"/>
    <dgm:cxn modelId="{DB668A7D-3033-4243-8C84-476E6E18584D}" type="presParOf" srcId="{96ABC358-7D20-409B-8526-29E39D0A49E1}" destId="{A8FDA4F1-D3BF-45EE-9D01-DED2F9E840DD}" srcOrd="5" destOrd="0" presId="urn:microsoft.com/office/officeart/2005/8/layout/vList2"/>
    <dgm:cxn modelId="{3B5103BD-C31E-4AA8-AE55-152403780A50}" type="presParOf" srcId="{96ABC358-7D20-409B-8526-29E39D0A49E1}" destId="{C42C1F59-6318-481C-90B4-1D6E8944ABF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3.xml><?xml version="1.0" encoding="utf-8"?>
<dgm:dataModel xmlns:dgm="http://schemas.openxmlformats.org/drawingml/2006/diagram" xmlns:a="http://schemas.openxmlformats.org/drawingml/2006/main">
  <dgm:ptLst>
    <dgm:pt modelId="{2022B340-29CC-4963-8456-6DC7EA6C23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5A91EE-3264-4CB7-8372-5E4716E558C4}">
      <dgm:prSet/>
      <dgm:spPr/>
      <dgm:t>
        <a:bodyPr/>
        <a:lstStyle/>
        <a:p>
          <a:r>
            <a:rPr lang="ru-RU" b="0" i="0" dirty="0" err="1"/>
            <a:t>міста</a:t>
          </a:r>
          <a:r>
            <a:rPr lang="ru-RU" b="0" i="0" dirty="0"/>
            <a:t> Ярослава.</a:t>
          </a:r>
          <a:endParaRPr lang="uk-UA" dirty="0"/>
        </a:p>
      </dgm:t>
    </dgm:pt>
    <dgm:pt modelId="{97C89A74-0231-4FCD-968E-0B6FAFA84E35}" type="parTrans" cxnId="{84A5D9E5-DA2B-4B6E-9830-52A0030600B4}">
      <dgm:prSet/>
      <dgm:spPr/>
      <dgm:t>
        <a:bodyPr/>
        <a:lstStyle/>
        <a:p>
          <a:endParaRPr lang="uk-UA"/>
        </a:p>
      </dgm:t>
    </dgm:pt>
    <dgm:pt modelId="{737CAECD-E3A3-403D-98D9-41C749C4492A}" type="sibTrans" cxnId="{84A5D9E5-DA2B-4B6E-9830-52A0030600B4}">
      <dgm:prSet/>
      <dgm:spPr/>
      <dgm:t>
        <a:bodyPr/>
        <a:lstStyle/>
        <a:p>
          <a:endParaRPr lang="uk-UA"/>
        </a:p>
      </dgm:t>
    </dgm:pt>
    <dgm:pt modelId="{CCCB9D27-4BA4-40FD-A1BF-DB5D38ECCB71}">
      <dgm:prSet/>
      <dgm:spPr/>
      <dgm:t>
        <a:bodyPr/>
        <a:lstStyle/>
        <a:p>
          <a:r>
            <a:rPr lang="ru-RU" b="0" i="0"/>
            <a:t>річки Калки.</a:t>
          </a:r>
          <a:endParaRPr lang="uk-UA"/>
        </a:p>
      </dgm:t>
    </dgm:pt>
    <dgm:pt modelId="{57B1BBC7-20E8-4ACA-AAAB-194632DDBC13}" type="parTrans" cxnId="{D1B37D69-9CD0-4DAE-BAAF-39645F49D6A0}">
      <dgm:prSet/>
      <dgm:spPr/>
      <dgm:t>
        <a:bodyPr/>
        <a:lstStyle/>
        <a:p>
          <a:endParaRPr lang="uk-UA"/>
        </a:p>
      </dgm:t>
    </dgm:pt>
    <dgm:pt modelId="{708D10CF-FB3A-4E20-A23C-0FCFAB8FC113}" type="sibTrans" cxnId="{D1B37D69-9CD0-4DAE-BAAF-39645F49D6A0}">
      <dgm:prSet/>
      <dgm:spPr/>
      <dgm:t>
        <a:bodyPr/>
        <a:lstStyle/>
        <a:p>
          <a:endParaRPr lang="uk-UA"/>
        </a:p>
      </dgm:t>
    </dgm:pt>
    <dgm:pt modelId="{A847922B-9D56-4127-9EA8-D163EC3289F7}">
      <dgm:prSet/>
      <dgm:spPr/>
      <dgm:t>
        <a:bodyPr/>
        <a:lstStyle/>
        <a:p>
          <a:r>
            <a:rPr lang="ru-RU" b="0" i="0" dirty="0" err="1"/>
            <a:t>міста</a:t>
          </a:r>
          <a:r>
            <a:rPr lang="ru-RU" b="0" i="0" dirty="0"/>
            <a:t> </a:t>
          </a:r>
          <a:r>
            <a:rPr lang="ru-RU" b="0" i="0" dirty="0" err="1"/>
            <a:t>Орші</a:t>
          </a:r>
          <a:r>
            <a:rPr lang="ru-RU" b="0" i="0" dirty="0"/>
            <a:t>.</a:t>
          </a:r>
          <a:endParaRPr lang="uk-UA" dirty="0"/>
        </a:p>
      </dgm:t>
    </dgm:pt>
    <dgm:pt modelId="{C230DE53-228A-4FD7-90D7-234747E538B2}" type="parTrans" cxnId="{A2165229-1895-4A2B-BDD3-7F7C42F27201}">
      <dgm:prSet/>
      <dgm:spPr/>
      <dgm:t>
        <a:bodyPr/>
        <a:lstStyle/>
        <a:p>
          <a:endParaRPr lang="uk-UA"/>
        </a:p>
      </dgm:t>
    </dgm:pt>
    <dgm:pt modelId="{6D78D4F3-426A-45C2-B34B-70A426A42C41}" type="sibTrans" cxnId="{A2165229-1895-4A2B-BDD3-7F7C42F27201}">
      <dgm:prSet/>
      <dgm:spPr/>
      <dgm:t>
        <a:bodyPr/>
        <a:lstStyle/>
        <a:p>
          <a:endParaRPr lang="uk-UA"/>
        </a:p>
      </dgm:t>
    </dgm:pt>
    <dgm:pt modelId="{42EE42E6-DDB4-4B28-AB36-AA59EA9513A8}">
      <dgm:prSet/>
      <dgm:spPr/>
      <dgm:t>
        <a:bodyPr/>
        <a:lstStyle/>
        <a:p>
          <a:r>
            <a:rPr lang="ru-RU" b="0" i="0" dirty="0" err="1"/>
            <a:t>річки</a:t>
          </a:r>
          <a:r>
            <a:rPr lang="ru-RU" b="0" i="0" dirty="0"/>
            <a:t> </a:t>
          </a:r>
          <a:r>
            <a:rPr lang="ru-RU" b="0" i="0" dirty="0" err="1"/>
            <a:t>Сині</a:t>
          </a:r>
          <a:r>
            <a:rPr lang="ru-RU" b="0" i="0" dirty="0"/>
            <a:t> Води</a:t>
          </a:r>
          <a:endParaRPr lang="uk-UA" dirty="0"/>
        </a:p>
      </dgm:t>
    </dgm:pt>
    <dgm:pt modelId="{1D7D03B5-5E31-427E-AB99-C9E92AF286AD}" type="parTrans" cxnId="{EC06A5EB-50D3-4253-9B9F-B6BAC5F6CE9A}">
      <dgm:prSet/>
      <dgm:spPr/>
      <dgm:t>
        <a:bodyPr/>
        <a:lstStyle/>
        <a:p>
          <a:endParaRPr lang="uk-UA"/>
        </a:p>
      </dgm:t>
    </dgm:pt>
    <dgm:pt modelId="{AD465F00-7450-4D2C-A1BA-C0CA2F5FCCD0}" type="sibTrans" cxnId="{EC06A5EB-50D3-4253-9B9F-B6BAC5F6CE9A}">
      <dgm:prSet/>
      <dgm:spPr/>
      <dgm:t>
        <a:bodyPr/>
        <a:lstStyle/>
        <a:p>
          <a:endParaRPr lang="uk-UA"/>
        </a:p>
      </dgm:t>
    </dgm:pt>
    <dgm:pt modelId="{2CCDD754-7661-4E19-A298-161EDA85A5BC}" type="pres">
      <dgm:prSet presAssocID="{2022B340-29CC-4963-8456-6DC7EA6C23A3}" presName="linear" presStyleCnt="0">
        <dgm:presLayoutVars>
          <dgm:animLvl val="lvl"/>
          <dgm:resizeHandles val="exact"/>
        </dgm:presLayoutVars>
      </dgm:prSet>
      <dgm:spPr/>
    </dgm:pt>
    <dgm:pt modelId="{F961D801-C743-41D9-BAF4-2CF62D0FA328}" type="pres">
      <dgm:prSet presAssocID="{A55A91EE-3264-4CB7-8372-5E4716E558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79F2B9-4421-465E-8387-0D1ED41A5F64}" type="pres">
      <dgm:prSet presAssocID="{737CAECD-E3A3-403D-98D9-41C749C4492A}" presName="spacer" presStyleCnt="0"/>
      <dgm:spPr/>
    </dgm:pt>
    <dgm:pt modelId="{04A5231B-B9E1-436C-B187-4503B14E8C5A}" type="pres">
      <dgm:prSet presAssocID="{CCCB9D27-4BA4-40FD-A1BF-DB5D38ECCB7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EDF4DF-3D18-40F3-9DDA-9A7971EC1FA3}" type="pres">
      <dgm:prSet presAssocID="{708D10CF-FB3A-4E20-A23C-0FCFAB8FC113}" presName="spacer" presStyleCnt="0"/>
      <dgm:spPr/>
    </dgm:pt>
    <dgm:pt modelId="{0D9E4EE7-B334-42EE-B575-0E6946309492}" type="pres">
      <dgm:prSet presAssocID="{A847922B-9D56-4127-9EA8-D163EC3289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F41578-2A42-4EDD-BADE-D77D96EBF07A}" type="pres">
      <dgm:prSet presAssocID="{6D78D4F3-426A-45C2-B34B-70A426A42C41}" presName="spacer" presStyleCnt="0"/>
      <dgm:spPr/>
    </dgm:pt>
    <dgm:pt modelId="{FBEB38E8-B18C-4136-A1DB-5EDA212EB126}" type="pres">
      <dgm:prSet presAssocID="{42EE42E6-DDB4-4B28-AB36-AA59EA9513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165229-1895-4A2B-BDD3-7F7C42F27201}" srcId="{2022B340-29CC-4963-8456-6DC7EA6C23A3}" destId="{A847922B-9D56-4127-9EA8-D163EC3289F7}" srcOrd="2" destOrd="0" parTransId="{C230DE53-228A-4FD7-90D7-234747E538B2}" sibTransId="{6D78D4F3-426A-45C2-B34B-70A426A42C41}"/>
    <dgm:cxn modelId="{351B363A-AF75-468A-9D51-D7BA7E63979F}" type="presOf" srcId="{A847922B-9D56-4127-9EA8-D163EC3289F7}" destId="{0D9E4EE7-B334-42EE-B575-0E6946309492}" srcOrd="0" destOrd="0" presId="urn:microsoft.com/office/officeart/2005/8/layout/vList2"/>
    <dgm:cxn modelId="{844F623D-8B60-4941-8A03-52411C1FB8DC}" type="presOf" srcId="{A55A91EE-3264-4CB7-8372-5E4716E558C4}" destId="{F961D801-C743-41D9-BAF4-2CF62D0FA328}" srcOrd="0" destOrd="0" presId="urn:microsoft.com/office/officeart/2005/8/layout/vList2"/>
    <dgm:cxn modelId="{D1B37D69-9CD0-4DAE-BAAF-39645F49D6A0}" srcId="{2022B340-29CC-4963-8456-6DC7EA6C23A3}" destId="{CCCB9D27-4BA4-40FD-A1BF-DB5D38ECCB71}" srcOrd="1" destOrd="0" parTransId="{57B1BBC7-20E8-4ACA-AAAB-194632DDBC13}" sibTransId="{708D10CF-FB3A-4E20-A23C-0FCFAB8FC113}"/>
    <dgm:cxn modelId="{645D6A59-0787-466F-BD63-5B96FCEDF2D3}" type="presOf" srcId="{2022B340-29CC-4963-8456-6DC7EA6C23A3}" destId="{2CCDD754-7661-4E19-A298-161EDA85A5BC}" srcOrd="0" destOrd="0" presId="urn:microsoft.com/office/officeart/2005/8/layout/vList2"/>
    <dgm:cxn modelId="{6FA94EAB-5A8C-47C1-82D7-FFAF77693F86}" type="presOf" srcId="{CCCB9D27-4BA4-40FD-A1BF-DB5D38ECCB71}" destId="{04A5231B-B9E1-436C-B187-4503B14E8C5A}" srcOrd="0" destOrd="0" presId="urn:microsoft.com/office/officeart/2005/8/layout/vList2"/>
    <dgm:cxn modelId="{1F603CD6-C557-462E-B9B3-9F5AA599E278}" type="presOf" srcId="{42EE42E6-DDB4-4B28-AB36-AA59EA9513A8}" destId="{FBEB38E8-B18C-4136-A1DB-5EDA212EB126}" srcOrd="0" destOrd="0" presId="urn:microsoft.com/office/officeart/2005/8/layout/vList2"/>
    <dgm:cxn modelId="{84A5D9E5-DA2B-4B6E-9830-52A0030600B4}" srcId="{2022B340-29CC-4963-8456-6DC7EA6C23A3}" destId="{A55A91EE-3264-4CB7-8372-5E4716E558C4}" srcOrd="0" destOrd="0" parTransId="{97C89A74-0231-4FCD-968E-0B6FAFA84E35}" sibTransId="{737CAECD-E3A3-403D-98D9-41C749C4492A}"/>
    <dgm:cxn modelId="{EC06A5EB-50D3-4253-9B9F-B6BAC5F6CE9A}" srcId="{2022B340-29CC-4963-8456-6DC7EA6C23A3}" destId="{42EE42E6-DDB4-4B28-AB36-AA59EA9513A8}" srcOrd="3" destOrd="0" parTransId="{1D7D03B5-5E31-427E-AB99-C9E92AF286AD}" sibTransId="{AD465F00-7450-4D2C-A1BA-C0CA2F5FCCD0}"/>
    <dgm:cxn modelId="{AEAA2AAA-1AD6-41DD-99D2-91FE5F25536B}" type="presParOf" srcId="{2CCDD754-7661-4E19-A298-161EDA85A5BC}" destId="{F961D801-C743-41D9-BAF4-2CF62D0FA328}" srcOrd="0" destOrd="0" presId="urn:microsoft.com/office/officeart/2005/8/layout/vList2"/>
    <dgm:cxn modelId="{5688722C-83DB-4936-97C2-3014D51949DF}" type="presParOf" srcId="{2CCDD754-7661-4E19-A298-161EDA85A5BC}" destId="{1379F2B9-4421-465E-8387-0D1ED41A5F64}" srcOrd="1" destOrd="0" presId="urn:microsoft.com/office/officeart/2005/8/layout/vList2"/>
    <dgm:cxn modelId="{7A58600D-61DA-4B08-979A-0BABD9DE650B}" type="presParOf" srcId="{2CCDD754-7661-4E19-A298-161EDA85A5BC}" destId="{04A5231B-B9E1-436C-B187-4503B14E8C5A}" srcOrd="2" destOrd="0" presId="urn:microsoft.com/office/officeart/2005/8/layout/vList2"/>
    <dgm:cxn modelId="{0E778B1D-5B4D-4270-96AD-7B9EE70F0BC1}" type="presParOf" srcId="{2CCDD754-7661-4E19-A298-161EDA85A5BC}" destId="{E7EDF4DF-3D18-40F3-9DDA-9A7971EC1FA3}" srcOrd="3" destOrd="0" presId="urn:microsoft.com/office/officeart/2005/8/layout/vList2"/>
    <dgm:cxn modelId="{57FD466B-811B-4D29-B70A-B23399EFCAF2}" type="presParOf" srcId="{2CCDD754-7661-4E19-A298-161EDA85A5BC}" destId="{0D9E4EE7-B334-42EE-B575-0E6946309492}" srcOrd="4" destOrd="0" presId="urn:microsoft.com/office/officeart/2005/8/layout/vList2"/>
    <dgm:cxn modelId="{A3B31CC2-E7E7-4419-9132-EB2127C1AE28}" type="presParOf" srcId="{2CCDD754-7661-4E19-A298-161EDA85A5BC}" destId="{34F41578-2A42-4EDD-BADE-D77D96EBF07A}" srcOrd="5" destOrd="0" presId="urn:microsoft.com/office/officeart/2005/8/layout/vList2"/>
    <dgm:cxn modelId="{F592942F-698C-41B5-A291-0488442D39F4}" type="presParOf" srcId="{2CCDD754-7661-4E19-A298-161EDA85A5BC}" destId="{FBEB38E8-B18C-4136-A1DB-5EDA212EB1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4.xml><?xml version="1.0" encoding="utf-8"?>
<dgm:dataModel xmlns:dgm="http://schemas.openxmlformats.org/drawingml/2006/diagram" xmlns:a="http://schemas.openxmlformats.org/drawingml/2006/main">
  <dgm:ptLst>
    <dgm:pt modelId="{6C0D9998-B642-4BE5-B481-BAB364D5E2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300FB1-ADE2-47A8-88C7-118EE8397E88}">
      <dgm:prSet/>
      <dgm:spPr/>
      <dgm:t>
        <a:bodyPr/>
        <a:lstStyle/>
        <a:p>
          <a:r>
            <a:rPr lang="uk-UA" b="0" i="0" dirty="0"/>
            <a:t>приєднання до князівства Закарпаття й Буковини</a:t>
          </a:r>
          <a:endParaRPr lang="uk-UA" dirty="0"/>
        </a:p>
      </dgm:t>
    </dgm:pt>
    <dgm:pt modelId="{1BD9E70C-1774-4711-90C2-A4C5EDDFEBDE}" type="parTrans" cxnId="{CEBF0264-8D87-45D5-9F73-A411B0ED65AA}">
      <dgm:prSet/>
      <dgm:spPr/>
      <dgm:t>
        <a:bodyPr/>
        <a:lstStyle/>
        <a:p>
          <a:endParaRPr lang="uk-UA"/>
        </a:p>
      </dgm:t>
    </dgm:pt>
    <dgm:pt modelId="{9F57B7B7-CCCE-430C-91F2-7F2335F4170B}" type="sibTrans" cxnId="{CEBF0264-8D87-45D5-9F73-A411B0ED65AA}">
      <dgm:prSet/>
      <dgm:spPr/>
      <dgm:t>
        <a:bodyPr/>
        <a:lstStyle/>
        <a:p>
          <a:endParaRPr lang="uk-UA"/>
        </a:p>
      </dgm:t>
    </dgm:pt>
    <dgm:pt modelId="{98508D51-B1A0-4E9C-8CF0-5D3CFA367D54}">
      <dgm:prSet/>
      <dgm:spPr/>
      <dgm:t>
        <a:bodyPr/>
        <a:lstStyle/>
        <a:p>
          <a:r>
            <a:rPr lang="uk-UA" b="0" i="0"/>
            <a:t>зміцнення влади князя Галицько-Волинської держави</a:t>
          </a:r>
          <a:endParaRPr lang="uk-UA"/>
        </a:p>
      </dgm:t>
    </dgm:pt>
    <dgm:pt modelId="{76E9FD30-C6CF-4F6E-B59A-5F739DC4F067}" type="parTrans" cxnId="{82A08448-A0F6-40EE-A2DC-09066A1136BD}">
      <dgm:prSet/>
      <dgm:spPr/>
      <dgm:t>
        <a:bodyPr/>
        <a:lstStyle/>
        <a:p>
          <a:endParaRPr lang="uk-UA"/>
        </a:p>
      </dgm:t>
    </dgm:pt>
    <dgm:pt modelId="{57E2B8C5-7081-438D-8CC7-A431A42222AF}" type="sibTrans" cxnId="{82A08448-A0F6-40EE-A2DC-09066A1136BD}">
      <dgm:prSet/>
      <dgm:spPr/>
      <dgm:t>
        <a:bodyPr/>
        <a:lstStyle/>
        <a:p>
          <a:endParaRPr lang="uk-UA"/>
        </a:p>
      </dgm:t>
    </dgm:pt>
    <dgm:pt modelId="{3ECDBA2F-9757-4C1D-8815-E89002022FF5}">
      <dgm:prSet/>
      <dgm:spPr/>
      <dgm:t>
        <a:bodyPr/>
        <a:lstStyle/>
        <a:p>
          <a:r>
            <a:rPr lang="uk-UA" b="0" i="0"/>
            <a:t>коронація галицько-волинського князя в Дорогичині</a:t>
          </a:r>
          <a:endParaRPr lang="uk-UA"/>
        </a:p>
      </dgm:t>
    </dgm:pt>
    <dgm:pt modelId="{9B9ADDCF-E711-4C2C-9F0F-FBCD4BCEDA7A}" type="parTrans" cxnId="{43FEF556-5933-4232-9DD8-5CDDC011A989}">
      <dgm:prSet/>
      <dgm:spPr/>
      <dgm:t>
        <a:bodyPr/>
        <a:lstStyle/>
        <a:p>
          <a:endParaRPr lang="uk-UA"/>
        </a:p>
      </dgm:t>
    </dgm:pt>
    <dgm:pt modelId="{0EBC70D4-FF84-494F-AC9F-B70AFAE46223}" type="sibTrans" cxnId="{43FEF556-5933-4232-9DD8-5CDDC011A989}">
      <dgm:prSet/>
      <dgm:spPr/>
      <dgm:t>
        <a:bodyPr/>
        <a:lstStyle/>
        <a:p>
          <a:endParaRPr lang="uk-UA"/>
        </a:p>
      </dgm:t>
    </dgm:pt>
    <dgm:pt modelId="{80051899-7F3D-46BC-98C6-E5CB9B927F45}">
      <dgm:prSet/>
      <dgm:spPr/>
      <dgm:t>
        <a:bodyPr/>
        <a:lstStyle/>
        <a:p>
          <a:r>
            <a:rPr lang="uk-UA" b="0" i="0" dirty="0"/>
            <a:t>укладення союзницької угоди з Тевтонським орденом</a:t>
          </a:r>
          <a:endParaRPr lang="uk-UA" dirty="0"/>
        </a:p>
      </dgm:t>
    </dgm:pt>
    <dgm:pt modelId="{F73BB52D-6046-419C-95F2-F2B545AF874E}" type="parTrans" cxnId="{06222813-1D6B-4ED2-BEBB-5CD11FC8FA99}">
      <dgm:prSet/>
      <dgm:spPr/>
      <dgm:t>
        <a:bodyPr/>
        <a:lstStyle/>
        <a:p>
          <a:endParaRPr lang="uk-UA"/>
        </a:p>
      </dgm:t>
    </dgm:pt>
    <dgm:pt modelId="{5411DD7E-5F08-4BFC-B5A5-0563CCFD7CD5}" type="sibTrans" cxnId="{06222813-1D6B-4ED2-BEBB-5CD11FC8FA99}">
      <dgm:prSet/>
      <dgm:spPr/>
      <dgm:t>
        <a:bodyPr/>
        <a:lstStyle/>
        <a:p>
          <a:endParaRPr lang="uk-UA"/>
        </a:p>
      </dgm:t>
    </dgm:pt>
    <dgm:pt modelId="{65D23806-A3AA-406D-9B62-6016619B617A}" type="pres">
      <dgm:prSet presAssocID="{6C0D9998-B642-4BE5-B481-BAB364D5E20A}" presName="linear" presStyleCnt="0">
        <dgm:presLayoutVars>
          <dgm:animLvl val="lvl"/>
          <dgm:resizeHandles val="exact"/>
        </dgm:presLayoutVars>
      </dgm:prSet>
      <dgm:spPr/>
    </dgm:pt>
    <dgm:pt modelId="{316975A3-9444-4C05-A19F-A8907CEA0E0A}" type="pres">
      <dgm:prSet presAssocID="{F5300FB1-ADE2-47A8-88C7-118EE8397E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F1CDF7-8AB1-4004-957C-F9DB07CC2AB6}" type="pres">
      <dgm:prSet presAssocID="{9F57B7B7-CCCE-430C-91F2-7F2335F4170B}" presName="spacer" presStyleCnt="0"/>
      <dgm:spPr/>
    </dgm:pt>
    <dgm:pt modelId="{84210B71-28A4-438F-ABB6-E1B4AC6E0025}" type="pres">
      <dgm:prSet presAssocID="{98508D51-B1A0-4E9C-8CF0-5D3CFA367D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B0A074-804E-4CCF-8EDB-901F8CC5DBA1}" type="pres">
      <dgm:prSet presAssocID="{57E2B8C5-7081-438D-8CC7-A431A42222AF}" presName="spacer" presStyleCnt="0"/>
      <dgm:spPr/>
    </dgm:pt>
    <dgm:pt modelId="{5F6EB26A-565A-42D5-9F9F-F33BEA15E3FA}" type="pres">
      <dgm:prSet presAssocID="{3ECDBA2F-9757-4C1D-8815-E89002022F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A70745-FCEC-4ABD-9EEE-E158A9DF444F}" type="pres">
      <dgm:prSet presAssocID="{0EBC70D4-FF84-494F-AC9F-B70AFAE46223}" presName="spacer" presStyleCnt="0"/>
      <dgm:spPr/>
    </dgm:pt>
    <dgm:pt modelId="{81D227A0-C7A8-40FA-A189-EDA2951F6649}" type="pres">
      <dgm:prSet presAssocID="{80051899-7F3D-46BC-98C6-E5CB9B927F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6222813-1D6B-4ED2-BEBB-5CD11FC8FA99}" srcId="{6C0D9998-B642-4BE5-B481-BAB364D5E20A}" destId="{80051899-7F3D-46BC-98C6-E5CB9B927F45}" srcOrd="3" destOrd="0" parTransId="{F73BB52D-6046-419C-95F2-F2B545AF874E}" sibTransId="{5411DD7E-5F08-4BFC-B5A5-0563CCFD7CD5}"/>
    <dgm:cxn modelId="{88D33528-701D-4C14-8BA9-2520056F0C2C}" type="presOf" srcId="{3ECDBA2F-9757-4C1D-8815-E89002022FF5}" destId="{5F6EB26A-565A-42D5-9F9F-F33BEA15E3FA}" srcOrd="0" destOrd="0" presId="urn:microsoft.com/office/officeart/2005/8/layout/vList2"/>
    <dgm:cxn modelId="{CEBF0264-8D87-45D5-9F73-A411B0ED65AA}" srcId="{6C0D9998-B642-4BE5-B481-BAB364D5E20A}" destId="{F5300FB1-ADE2-47A8-88C7-118EE8397E88}" srcOrd="0" destOrd="0" parTransId="{1BD9E70C-1774-4711-90C2-A4C5EDDFEBDE}" sibTransId="{9F57B7B7-CCCE-430C-91F2-7F2335F4170B}"/>
    <dgm:cxn modelId="{34622466-76DD-4526-9F2E-FDB61D532D7E}" type="presOf" srcId="{98508D51-B1A0-4E9C-8CF0-5D3CFA367D54}" destId="{84210B71-28A4-438F-ABB6-E1B4AC6E0025}" srcOrd="0" destOrd="0" presId="urn:microsoft.com/office/officeart/2005/8/layout/vList2"/>
    <dgm:cxn modelId="{82A08448-A0F6-40EE-A2DC-09066A1136BD}" srcId="{6C0D9998-B642-4BE5-B481-BAB364D5E20A}" destId="{98508D51-B1A0-4E9C-8CF0-5D3CFA367D54}" srcOrd="1" destOrd="0" parTransId="{76E9FD30-C6CF-4F6E-B59A-5F739DC4F067}" sibTransId="{57E2B8C5-7081-438D-8CC7-A431A42222AF}"/>
    <dgm:cxn modelId="{5969AE6C-63BB-41F5-B4BB-DDDCE803B3EB}" type="presOf" srcId="{F5300FB1-ADE2-47A8-88C7-118EE8397E88}" destId="{316975A3-9444-4C05-A19F-A8907CEA0E0A}" srcOrd="0" destOrd="0" presId="urn:microsoft.com/office/officeart/2005/8/layout/vList2"/>
    <dgm:cxn modelId="{43FEF556-5933-4232-9DD8-5CDDC011A989}" srcId="{6C0D9998-B642-4BE5-B481-BAB364D5E20A}" destId="{3ECDBA2F-9757-4C1D-8815-E89002022FF5}" srcOrd="2" destOrd="0" parTransId="{9B9ADDCF-E711-4C2C-9F0F-FBCD4BCEDA7A}" sibTransId="{0EBC70D4-FF84-494F-AC9F-B70AFAE46223}"/>
    <dgm:cxn modelId="{F74244A4-A674-4C74-9511-180FB87B2BB1}" type="presOf" srcId="{6C0D9998-B642-4BE5-B481-BAB364D5E20A}" destId="{65D23806-A3AA-406D-9B62-6016619B617A}" srcOrd="0" destOrd="0" presId="urn:microsoft.com/office/officeart/2005/8/layout/vList2"/>
    <dgm:cxn modelId="{2F3678C9-8F98-4D04-B50B-ECAFAC53493D}" type="presOf" srcId="{80051899-7F3D-46BC-98C6-E5CB9B927F45}" destId="{81D227A0-C7A8-40FA-A189-EDA2951F6649}" srcOrd="0" destOrd="0" presId="urn:microsoft.com/office/officeart/2005/8/layout/vList2"/>
    <dgm:cxn modelId="{C7904F44-5909-42E5-8598-12F21DE7F8E9}" type="presParOf" srcId="{65D23806-A3AA-406D-9B62-6016619B617A}" destId="{316975A3-9444-4C05-A19F-A8907CEA0E0A}" srcOrd="0" destOrd="0" presId="urn:microsoft.com/office/officeart/2005/8/layout/vList2"/>
    <dgm:cxn modelId="{89289581-0221-4F6D-B9DB-FFDED37B0864}" type="presParOf" srcId="{65D23806-A3AA-406D-9B62-6016619B617A}" destId="{09F1CDF7-8AB1-4004-957C-F9DB07CC2AB6}" srcOrd="1" destOrd="0" presId="urn:microsoft.com/office/officeart/2005/8/layout/vList2"/>
    <dgm:cxn modelId="{CDFDCFA2-7682-44CF-8D5F-D707065F6FFB}" type="presParOf" srcId="{65D23806-A3AA-406D-9B62-6016619B617A}" destId="{84210B71-28A4-438F-ABB6-E1B4AC6E0025}" srcOrd="2" destOrd="0" presId="urn:microsoft.com/office/officeart/2005/8/layout/vList2"/>
    <dgm:cxn modelId="{6EB3DCDD-37DF-4A98-BFCD-16F35920F3C9}" type="presParOf" srcId="{65D23806-A3AA-406D-9B62-6016619B617A}" destId="{B6B0A074-804E-4CCF-8EDB-901F8CC5DBA1}" srcOrd="3" destOrd="0" presId="urn:microsoft.com/office/officeart/2005/8/layout/vList2"/>
    <dgm:cxn modelId="{F2E34063-EA7E-47B4-8FD0-5C13178CC040}" type="presParOf" srcId="{65D23806-A3AA-406D-9B62-6016619B617A}" destId="{5F6EB26A-565A-42D5-9F9F-F33BEA15E3FA}" srcOrd="4" destOrd="0" presId="urn:microsoft.com/office/officeart/2005/8/layout/vList2"/>
    <dgm:cxn modelId="{9365DD22-F1F8-4195-81D5-B36C4CF25CE9}" type="presParOf" srcId="{65D23806-A3AA-406D-9B62-6016619B617A}" destId="{BAA70745-FCEC-4ABD-9EEE-E158A9DF444F}" srcOrd="5" destOrd="0" presId="urn:microsoft.com/office/officeart/2005/8/layout/vList2"/>
    <dgm:cxn modelId="{1D2132E4-D7B3-4CB7-8264-406840F6AF94}" type="presParOf" srcId="{65D23806-A3AA-406D-9B62-6016619B617A}" destId="{81D227A0-C7A8-40FA-A189-EDA2951F66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5.xml><?xml version="1.0" encoding="utf-8"?>
<dgm:dataModel xmlns:dgm="http://schemas.openxmlformats.org/drawingml/2006/diagram" xmlns:a="http://schemas.openxmlformats.org/drawingml/2006/main">
  <dgm:ptLst>
    <dgm:pt modelId="{C915241B-F364-478D-9A4E-598801A1C7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C342E50-FF28-48A0-B2FB-71CE0A2220AF}">
      <dgm:prSet/>
      <dgm:spPr/>
      <dgm:t>
        <a:bodyPr/>
        <a:lstStyle/>
        <a:p>
          <a:r>
            <a:rPr lang="uk-UA" b="0" i="0"/>
            <a:t>позбувся політичної залежності від ханів Золотої Орди.</a:t>
          </a:r>
          <a:endParaRPr lang="uk-UA"/>
        </a:p>
      </dgm:t>
    </dgm:pt>
    <dgm:pt modelId="{52ABBFA6-FC46-48CA-86E0-85E2A8A6B8A1}" type="parTrans" cxnId="{E6F0C124-37DE-4A3D-BAB3-9B3553726E18}">
      <dgm:prSet/>
      <dgm:spPr/>
      <dgm:t>
        <a:bodyPr/>
        <a:lstStyle/>
        <a:p>
          <a:endParaRPr lang="uk-UA"/>
        </a:p>
      </dgm:t>
    </dgm:pt>
    <dgm:pt modelId="{471939BB-B10F-4161-BB6B-97502F3FBB26}" type="sibTrans" cxnId="{E6F0C124-37DE-4A3D-BAB3-9B3553726E18}">
      <dgm:prSet/>
      <dgm:spPr/>
      <dgm:t>
        <a:bodyPr/>
        <a:lstStyle/>
        <a:p>
          <a:endParaRPr lang="uk-UA"/>
        </a:p>
      </dgm:t>
    </dgm:pt>
    <dgm:pt modelId="{3FD229BE-C7AB-4D19-8AA2-C5861FE3AF89}">
      <dgm:prSet/>
      <dgm:spPr/>
      <dgm:t>
        <a:bodyPr/>
        <a:lstStyle/>
        <a:p>
          <a:r>
            <a:rPr lang="uk-UA" b="0" i="0" dirty="0"/>
            <a:t>зламав опір галицького боярства та остаточно утвердився при владі.</a:t>
          </a:r>
          <a:endParaRPr lang="uk-UA" dirty="0"/>
        </a:p>
      </dgm:t>
    </dgm:pt>
    <dgm:pt modelId="{9C2A3E3E-A90D-47FD-B82C-6BD3F7471DC6}" type="parTrans" cxnId="{E6EF5540-4B28-4202-BFC2-01EAACDB4CC0}">
      <dgm:prSet/>
      <dgm:spPr/>
      <dgm:t>
        <a:bodyPr/>
        <a:lstStyle/>
        <a:p>
          <a:endParaRPr lang="uk-UA"/>
        </a:p>
      </dgm:t>
    </dgm:pt>
    <dgm:pt modelId="{817BED25-7331-4D53-B2CF-B3B04D50535D}" type="sibTrans" cxnId="{E6EF5540-4B28-4202-BFC2-01EAACDB4CC0}">
      <dgm:prSet/>
      <dgm:spPr/>
      <dgm:t>
        <a:bodyPr/>
        <a:lstStyle/>
        <a:p>
          <a:endParaRPr lang="uk-UA"/>
        </a:p>
      </dgm:t>
    </dgm:pt>
    <dgm:pt modelId="{9C1BF4FE-F426-469B-B329-8290CD866779}">
      <dgm:prSet/>
      <dgm:spPr/>
      <dgm:t>
        <a:bodyPr/>
        <a:lstStyle/>
        <a:p>
          <a:r>
            <a:rPr lang="uk-UA" b="0" i="0"/>
            <a:t>зупинив просування тевтонських рицарів-хрестоносців на руські землі.</a:t>
          </a:r>
          <a:endParaRPr lang="uk-UA"/>
        </a:p>
      </dgm:t>
    </dgm:pt>
    <dgm:pt modelId="{9B1330CB-0818-42D3-8E6C-323C739D0555}" type="parTrans" cxnId="{E3AD86E2-69D7-470F-BF8A-DF3A9311E4DC}">
      <dgm:prSet/>
      <dgm:spPr/>
      <dgm:t>
        <a:bodyPr/>
        <a:lstStyle/>
        <a:p>
          <a:endParaRPr lang="uk-UA"/>
        </a:p>
      </dgm:t>
    </dgm:pt>
    <dgm:pt modelId="{84EA563F-32C3-4ECB-BEFE-C5B8C9A0E170}" type="sibTrans" cxnId="{E3AD86E2-69D7-470F-BF8A-DF3A9311E4DC}">
      <dgm:prSet/>
      <dgm:spPr/>
      <dgm:t>
        <a:bodyPr/>
        <a:lstStyle/>
        <a:p>
          <a:endParaRPr lang="uk-UA"/>
        </a:p>
      </dgm:t>
    </dgm:pt>
    <dgm:pt modelId="{DF63B60C-F62F-4513-941D-9B1F0CB29540}">
      <dgm:prSet/>
      <dgm:spPr/>
      <dgm:t>
        <a:bodyPr/>
        <a:lstStyle/>
        <a:p>
          <a:r>
            <a:rPr lang="uk-UA" b="0" i="0" dirty="0"/>
            <a:t>поширив свою владу на Волинь і відновив єдність держави свого батька.</a:t>
          </a:r>
          <a:endParaRPr lang="uk-UA" dirty="0"/>
        </a:p>
      </dgm:t>
    </dgm:pt>
    <dgm:pt modelId="{3338299A-53E0-40D8-A07C-6699AC6F836A}" type="parTrans" cxnId="{F097E1E0-A5B9-4C79-9512-E6190E0E05CE}">
      <dgm:prSet/>
      <dgm:spPr/>
      <dgm:t>
        <a:bodyPr/>
        <a:lstStyle/>
        <a:p>
          <a:endParaRPr lang="uk-UA"/>
        </a:p>
      </dgm:t>
    </dgm:pt>
    <dgm:pt modelId="{F80C3613-B9BE-47B5-ABA6-A9AB4487FA7D}" type="sibTrans" cxnId="{F097E1E0-A5B9-4C79-9512-E6190E0E05CE}">
      <dgm:prSet/>
      <dgm:spPr/>
      <dgm:t>
        <a:bodyPr/>
        <a:lstStyle/>
        <a:p>
          <a:endParaRPr lang="uk-UA"/>
        </a:p>
      </dgm:t>
    </dgm:pt>
    <dgm:pt modelId="{2CE4A1F6-29C0-4319-B7D8-8E64C494B245}" type="pres">
      <dgm:prSet presAssocID="{C915241B-F364-478D-9A4E-598801A1C74B}" presName="linear" presStyleCnt="0">
        <dgm:presLayoutVars>
          <dgm:animLvl val="lvl"/>
          <dgm:resizeHandles val="exact"/>
        </dgm:presLayoutVars>
      </dgm:prSet>
      <dgm:spPr/>
    </dgm:pt>
    <dgm:pt modelId="{E3CF62F5-5645-4D57-9D0D-7158B6F2D707}" type="pres">
      <dgm:prSet presAssocID="{3C342E50-FF28-48A0-B2FB-71CE0A2220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B7A499-341B-4078-AE65-FDA8652B15F3}" type="pres">
      <dgm:prSet presAssocID="{471939BB-B10F-4161-BB6B-97502F3FBB26}" presName="spacer" presStyleCnt="0"/>
      <dgm:spPr/>
    </dgm:pt>
    <dgm:pt modelId="{1073EBD3-F419-4781-AF61-73CB40DD8E9E}" type="pres">
      <dgm:prSet presAssocID="{3FD229BE-C7AB-4D19-8AA2-C5861FE3AF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D72CA0-96A7-4DE6-87E7-E209E861464F}" type="pres">
      <dgm:prSet presAssocID="{817BED25-7331-4D53-B2CF-B3B04D50535D}" presName="spacer" presStyleCnt="0"/>
      <dgm:spPr/>
    </dgm:pt>
    <dgm:pt modelId="{2E045A8E-84DD-453D-B13E-16C9B9DC48E8}" type="pres">
      <dgm:prSet presAssocID="{9C1BF4FE-F426-469B-B329-8290CD8667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95F19C-0D5B-4756-A5D5-5B71A86B2355}" type="pres">
      <dgm:prSet presAssocID="{84EA563F-32C3-4ECB-BEFE-C5B8C9A0E170}" presName="spacer" presStyleCnt="0"/>
      <dgm:spPr/>
    </dgm:pt>
    <dgm:pt modelId="{15F9D673-188C-401A-BC82-045D3A26EA46}" type="pres">
      <dgm:prSet presAssocID="{DF63B60C-F62F-4513-941D-9B1F0CB295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B85B0A-A93F-4147-91B3-C9D83E26D039}" type="presOf" srcId="{3FD229BE-C7AB-4D19-8AA2-C5861FE3AF89}" destId="{1073EBD3-F419-4781-AF61-73CB40DD8E9E}" srcOrd="0" destOrd="0" presId="urn:microsoft.com/office/officeart/2005/8/layout/vList2"/>
    <dgm:cxn modelId="{E6F0C124-37DE-4A3D-BAB3-9B3553726E18}" srcId="{C915241B-F364-478D-9A4E-598801A1C74B}" destId="{3C342E50-FF28-48A0-B2FB-71CE0A2220AF}" srcOrd="0" destOrd="0" parTransId="{52ABBFA6-FC46-48CA-86E0-85E2A8A6B8A1}" sibTransId="{471939BB-B10F-4161-BB6B-97502F3FBB26}"/>
    <dgm:cxn modelId="{E6EF5540-4B28-4202-BFC2-01EAACDB4CC0}" srcId="{C915241B-F364-478D-9A4E-598801A1C74B}" destId="{3FD229BE-C7AB-4D19-8AA2-C5861FE3AF89}" srcOrd="1" destOrd="0" parTransId="{9C2A3E3E-A90D-47FD-B82C-6BD3F7471DC6}" sibTransId="{817BED25-7331-4D53-B2CF-B3B04D50535D}"/>
    <dgm:cxn modelId="{729C0A5C-B0D8-4800-B9F2-16860E031F8E}" type="presOf" srcId="{C915241B-F364-478D-9A4E-598801A1C74B}" destId="{2CE4A1F6-29C0-4319-B7D8-8E64C494B245}" srcOrd="0" destOrd="0" presId="urn:microsoft.com/office/officeart/2005/8/layout/vList2"/>
    <dgm:cxn modelId="{D2769772-B215-4BB4-87F1-C8FA63686701}" type="presOf" srcId="{3C342E50-FF28-48A0-B2FB-71CE0A2220AF}" destId="{E3CF62F5-5645-4D57-9D0D-7158B6F2D707}" srcOrd="0" destOrd="0" presId="urn:microsoft.com/office/officeart/2005/8/layout/vList2"/>
    <dgm:cxn modelId="{06F4B879-817F-4351-9399-8758BBC52A79}" type="presOf" srcId="{9C1BF4FE-F426-469B-B329-8290CD866779}" destId="{2E045A8E-84DD-453D-B13E-16C9B9DC48E8}" srcOrd="0" destOrd="0" presId="urn:microsoft.com/office/officeart/2005/8/layout/vList2"/>
    <dgm:cxn modelId="{1653F0C9-E539-4ED7-B890-87E332017696}" type="presOf" srcId="{DF63B60C-F62F-4513-941D-9B1F0CB29540}" destId="{15F9D673-188C-401A-BC82-045D3A26EA46}" srcOrd="0" destOrd="0" presId="urn:microsoft.com/office/officeart/2005/8/layout/vList2"/>
    <dgm:cxn modelId="{F097E1E0-A5B9-4C79-9512-E6190E0E05CE}" srcId="{C915241B-F364-478D-9A4E-598801A1C74B}" destId="{DF63B60C-F62F-4513-941D-9B1F0CB29540}" srcOrd="3" destOrd="0" parTransId="{3338299A-53E0-40D8-A07C-6699AC6F836A}" sibTransId="{F80C3613-B9BE-47B5-ABA6-A9AB4487FA7D}"/>
    <dgm:cxn modelId="{E3AD86E2-69D7-470F-BF8A-DF3A9311E4DC}" srcId="{C915241B-F364-478D-9A4E-598801A1C74B}" destId="{9C1BF4FE-F426-469B-B329-8290CD866779}" srcOrd="2" destOrd="0" parTransId="{9B1330CB-0818-42D3-8E6C-323C739D0555}" sibTransId="{84EA563F-32C3-4ECB-BEFE-C5B8C9A0E170}"/>
    <dgm:cxn modelId="{73A22C4F-A679-4FB7-9F98-517FFADD74DA}" type="presParOf" srcId="{2CE4A1F6-29C0-4319-B7D8-8E64C494B245}" destId="{E3CF62F5-5645-4D57-9D0D-7158B6F2D707}" srcOrd="0" destOrd="0" presId="urn:microsoft.com/office/officeart/2005/8/layout/vList2"/>
    <dgm:cxn modelId="{5FF13F15-ED6A-4271-BA10-50B7742B821B}" type="presParOf" srcId="{2CE4A1F6-29C0-4319-B7D8-8E64C494B245}" destId="{39B7A499-341B-4078-AE65-FDA8652B15F3}" srcOrd="1" destOrd="0" presId="urn:microsoft.com/office/officeart/2005/8/layout/vList2"/>
    <dgm:cxn modelId="{D1630B87-9346-4790-A252-D7D979C12C16}" type="presParOf" srcId="{2CE4A1F6-29C0-4319-B7D8-8E64C494B245}" destId="{1073EBD3-F419-4781-AF61-73CB40DD8E9E}" srcOrd="2" destOrd="0" presId="urn:microsoft.com/office/officeart/2005/8/layout/vList2"/>
    <dgm:cxn modelId="{A0D870A7-7E96-44B5-B0F4-D7ACA68BEA1E}" type="presParOf" srcId="{2CE4A1F6-29C0-4319-B7D8-8E64C494B245}" destId="{F2D72CA0-96A7-4DE6-87E7-E209E861464F}" srcOrd="3" destOrd="0" presId="urn:microsoft.com/office/officeart/2005/8/layout/vList2"/>
    <dgm:cxn modelId="{AE264135-8345-492D-9D4C-FFE7D48B51F8}" type="presParOf" srcId="{2CE4A1F6-29C0-4319-B7D8-8E64C494B245}" destId="{2E045A8E-84DD-453D-B13E-16C9B9DC48E8}" srcOrd="4" destOrd="0" presId="urn:microsoft.com/office/officeart/2005/8/layout/vList2"/>
    <dgm:cxn modelId="{78DDB2A2-5E64-47EB-A7C5-EE8B4FAA48D4}" type="presParOf" srcId="{2CE4A1F6-29C0-4319-B7D8-8E64C494B245}" destId="{AD95F19C-0D5B-4756-A5D5-5B71A86B2355}" srcOrd="5" destOrd="0" presId="urn:microsoft.com/office/officeart/2005/8/layout/vList2"/>
    <dgm:cxn modelId="{A9256C59-887A-4B7B-9DAB-933C46C1FE56}" type="presParOf" srcId="{2CE4A1F6-29C0-4319-B7D8-8E64C494B245}" destId="{15F9D673-188C-401A-BC82-045D3A26EA4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6.xml><?xml version="1.0" encoding="utf-8"?>
<dgm:dataModel xmlns:dgm="http://schemas.openxmlformats.org/drawingml/2006/diagram" xmlns:a="http://schemas.openxmlformats.org/drawingml/2006/main">
  <dgm:ptLst>
    <dgm:pt modelId="{BF825C89-F431-490F-A1FE-BF69C7031B7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0F93A6-3B57-462F-AD30-BB9592442FC4}">
      <dgm:prSet/>
      <dgm:spPr/>
      <dgm:t>
        <a:bodyPr/>
        <a:lstStyle/>
        <a:p>
          <a:r>
            <a:rPr lang="uk-UA" b="0" i="0" dirty="0"/>
            <a:t>хозарами</a:t>
          </a:r>
          <a:endParaRPr lang="uk-UA" dirty="0"/>
        </a:p>
      </dgm:t>
    </dgm:pt>
    <dgm:pt modelId="{159EED91-706B-40D4-B232-A710E27A4BD7}" type="parTrans" cxnId="{969FA136-A714-4073-9B3B-8110FF85F819}">
      <dgm:prSet/>
      <dgm:spPr/>
      <dgm:t>
        <a:bodyPr/>
        <a:lstStyle/>
        <a:p>
          <a:endParaRPr lang="uk-UA"/>
        </a:p>
      </dgm:t>
    </dgm:pt>
    <dgm:pt modelId="{A5E3FD49-91BF-4AC2-A4A8-014E3EC84A47}" type="sibTrans" cxnId="{969FA136-A714-4073-9B3B-8110FF85F819}">
      <dgm:prSet/>
      <dgm:spPr/>
      <dgm:t>
        <a:bodyPr/>
        <a:lstStyle/>
        <a:p>
          <a:endParaRPr lang="uk-UA"/>
        </a:p>
      </dgm:t>
    </dgm:pt>
    <dgm:pt modelId="{2F6E4F4D-E6D3-4397-A43E-64EDF514B33E}">
      <dgm:prSet/>
      <dgm:spPr/>
      <dgm:t>
        <a:bodyPr/>
        <a:lstStyle/>
        <a:p>
          <a:r>
            <a:rPr lang="uk-UA" b="0" i="0" dirty="0"/>
            <a:t>монголами</a:t>
          </a:r>
          <a:endParaRPr lang="uk-UA" dirty="0"/>
        </a:p>
      </dgm:t>
    </dgm:pt>
    <dgm:pt modelId="{8394F098-91A2-4165-80E0-B97BB9AB4624}" type="parTrans" cxnId="{164AA031-5E4A-44DE-BD8B-28749AA06A86}">
      <dgm:prSet/>
      <dgm:spPr/>
      <dgm:t>
        <a:bodyPr/>
        <a:lstStyle/>
        <a:p>
          <a:endParaRPr lang="uk-UA"/>
        </a:p>
      </dgm:t>
    </dgm:pt>
    <dgm:pt modelId="{C9230F57-C565-462F-A6E7-060F7E6E856F}" type="sibTrans" cxnId="{164AA031-5E4A-44DE-BD8B-28749AA06A86}">
      <dgm:prSet/>
      <dgm:spPr/>
      <dgm:t>
        <a:bodyPr/>
        <a:lstStyle/>
        <a:p>
          <a:endParaRPr lang="uk-UA"/>
        </a:p>
      </dgm:t>
    </dgm:pt>
    <dgm:pt modelId="{B11DD398-3452-4C69-89C5-6B8FDCB0674C}">
      <dgm:prSet/>
      <dgm:spPr/>
      <dgm:t>
        <a:bodyPr/>
        <a:lstStyle/>
        <a:p>
          <a:r>
            <a:rPr lang="uk-UA" b="0" i="0"/>
            <a:t>печенігами</a:t>
          </a:r>
          <a:endParaRPr lang="uk-UA"/>
        </a:p>
      </dgm:t>
    </dgm:pt>
    <dgm:pt modelId="{6B688585-5F33-4CC3-B088-DC863646E1DC}" type="parTrans" cxnId="{F1C7D77E-BE8D-47DE-825D-5AA01B8DF1F7}">
      <dgm:prSet/>
      <dgm:spPr/>
      <dgm:t>
        <a:bodyPr/>
        <a:lstStyle/>
        <a:p>
          <a:endParaRPr lang="uk-UA"/>
        </a:p>
      </dgm:t>
    </dgm:pt>
    <dgm:pt modelId="{C065EDB1-D339-4830-8C8A-E6E6C4B3119C}" type="sibTrans" cxnId="{F1C7D77E-BE8D-47DE-825D-5AA01B8DF1F7}">
      <dgm:prSet/>
      <dgm:spPr/>
      <dgm:t>
        <a:bodyPr/>
        <a:lstStyle/>
        <a:p>
          <a:endParaRPr lang="uk-UA"/>
        </a:p>
      </dgm:t>
    </dgm:pt>
    <dgm:pt modelId="{C92AD156-7A69-4F09-9FD7-DA51FD1E894C}">
      <dgm:prSet/>
      <dgm:spPr/>
      <dgm:t>
        <a:bodyPr/>
        <a:lstStyle/>
        <a:p>
          <a:r>
            <a:rPr lang="uk-UA" b="0" i="0" dirty="0"/>
            <a:t>половцями</a:t>
          </a:r>
          <a:endParaRPr lang="uk-UA" dirty="0"/>
        </a:p>
      </dgm:t>
    </dgm:pt>
    <dgm:pt modelId="{3F3B7A3A-247B-458D-ADFF-8374D7321470}" type="parTrans" cxnId="{9507F34C-72CE-44F0-B519-A01D5947B4C6}">
      <dgm:prSet/>
      <dgm:spPr/>
      <dgm:t>
        <a:bodyPr/>
        <a:lstStyle/>
        <a:p>
          <a:endParaRPr lang="uk-UA"/>
        </a:p>
      </dgm:t>
    </dgm:pt>
    <dgm:pt modelId="{DDFA990B-9F96-4899-8287-7C2BF71BF881}" type="sibTrans" cxnId="{9507F34C-72CE-44F0-B519-A01D5947B4C6}">
      <dgm:prSet/>
      <dgm:spPr/>
      <dgm:t>
        <a:bodyPr/>
        <a:lstStyle/>
        <a:p>
          <a:endParaRPr lang="uk-UA"/>
        </a:p>
      </dgm:t>
    </dgm:pt>
    <dgm:pt modelId="{C1F702CC-5A63-492B-ABA1-E7D70F69AFA7}" type="pres">
      <dgm:prSet presAssocID="{BF825C89-F431-490F-A1FE-BF69C7031B78}" presName="linearFlow" presStyleCnt="0">
        <dgm:presLayoutVars>
          <dgm:dir/>
          <dgm:resizeHandles val="exact"/>
        </dgm:presLayoutVars>
      </dgm:prSet>
      <dgm:spPr/>
    </dgm:pt>
    <dgm:pt modelId="{0B7E2C3E-3E8D-480B-A047-F03743A5BF44}" type="pres">
      <dgm:prSet presAssocID="{8F0F93A6-3B57-462F-AD30-BB9592442FC4}" presName="composite" presStyleCnt="0"/>
      <dgm:spPr/>
    </dgm:pt>
    <dgm:pt modelId="{1ABC03A8-CCFC-43BD-AAA5-9E4E4D5B6148}" type="pres">
      <dgm:prSet presAssocID="{8F0F93A6-3B57-462F-AD30-BB9592442FC4}" presName="imgShp" presStyleLbl="fgImgPlace1" presStyleIdx="0" presStyleCnt="4"/>
      <dgm:spPr/>
    </dgm:pt>
    <dgm:pt modelId="{7DCF94C0-6D4A-42CC-B9A3-52CC32C46B16}" type="pres">
      <dgm:prSet presAssocID="{8F0F93A6-3B57-462F-AD30-BB9592442FC4}" presName="txShp" presStyleLbl="node1" presStyleIdx="0" presStyleCnt="4">
        <dgm:presLayoutVars>
          <dgm:bulletEnabled val="1"/>
        </dgm:presLayoutVars>
      </dgm:prSet>
      <dgm:spPr/>
    </dgm:pt>
    <dgm:pt modelId="{E3A7EBEE-DF87-434E-954A-01147CA90B42}" type="pres">
      <dgm:prSet presAssocID="{A5E3FD49-91BF-4AC2-A4A8-014E3EC84A47}" presName="spacing" presStyleCnt="0"/>
      <dgm:spPr/>
    </dgm:pt>
    <dgm:pt modelId="{607DAAFA-D62F-448F-B837-912713B01AEA}" type="pres">
      <dgm:prSet presAssocID="{2F6E4F4D-E6D3-4397-A43E-64EDF514B33E}" presName="composite" presStyleCnt="0"/>
      <dgm:spPr/>
    </dgm:pt>
    <dgm:pt modelId="{860CA67E-A3B7-46CB-ACC1-0426C68710D3}" type="pres">
      <dgm:prSet presAssocID="{2F6E4F4D-E6D3-4397-A43E-64EDF514B33E}" presName="imgShp" presStyleLbl="fgImgPlace1" presStyleIdx="1" presStyleCnt="4"/>
      <dgm:spPr/>
    </dgm:pt>
    <dgm:pt modelId="{78E83AB6-3398-4201-B760-995F66C8A9C3}" type="pres">
      <dgm:prSet presAssocID="{2F6E4F4D-E6D3-4397-A43E-64EDF514B33E}" presName="txShp" presStyleLbl="node1" presStyleIdx="1" presStyleCnt="4">
        <dgm:presLayoutVars>
          <dgm:bulletEnabled val="1"/>
        </dgm:presLayoutVars>
      </dgm:prSet>
      <dgm:spPr/>
    </dgm:pt>
    <dgm:pt modelId="{2A4CBD25-53E3-40A3-84BE-6F4CFDEF3084}" type="pres">
      <dgm:prSet presAssocID="{C9230F57-C565-462F-A6E7-060F7E6E856F}" presName="spacing" presStyleCnt="0"/>
      <dgm:spPr/>
    </dgm:pt>
    <dgm:pt modelId="{5738CBA3-B654-4D96-93E5-60C2E8364D80}" type="pres">
      <dgm:prSet presAssocID="{B11DD398-3452-4C69-89C5-6B8FDCB0674C}" presName="composite" presStyleCnt="0"/>
      <dgm:spPr/>
    </dgm:pt>
    <dgm:pt modelId="{B48B57F5-75EA-442B-AC68-C0A08C169AE7}" type="pres">
      <dgm:prSet presAssocID="{B11DD398-3452-4C69-89C5-6B8FDCB0674C}" presName="imgShp" presStyleLbl="fgImgPlace1" presStyleIdx="2" presStyleCnt="4"/>
      <dgm:spPr/>
    </dgm:pt>
    <dgm:pt modelId="{7D0926AF-3FCD-47AF-AB94-6BAF915A9FFE}" type="pres">
      <dgm:prSet presAssocID="{B11DD398-3452-4C69-89C5-6B8FDCB0674C}" presName="txShp" presStyleLbl="node1" presStyleIdx="2" presStyleCnt="4">
        <dgm:presLayoutVars>
          <dgm:bulletEnabled val="1"/>
        </dgm:presLayoutVars>
      </dgm:prSet>
      <dgm:spPr/>
    </dgm:pt>
    <dgm:pt modelId="{EEBBEAA2-271F-45DA-AEEE-CA763991ABAF}" type="pres">
      <dgm:prSet presAssocID="{C065EDB1-D339-4830-8C8A-E6E6C4B3119C}" presName="spacing" presStyleCnt="0"/>
      <dgm:spPr/>
    </dgm:pt>
    <dgm:pt modelId="{21E7B634-0F5D-493D-9E5A-4BC76DA65CBF}" type="pres">
      <dgm:prSet presAssocID="{C92AD156-7A69-4F09-9FD7-DA51FD1E894C}" presName="composite" presStyleCnt="0"/>
      <dgm:spPr/>
    </dgm:pt>
    <dgm:pt modelId="{D275EFE4-7C95-4755-A924-8F3EB2863520}" type="pres">
      <dgm:prSet presAssocID="{C92AD156-7A69-4F09-9FD7-DA51FD1E894C}" presName="imgShp" presStyleLbl="fgImgPlace1" presStyleIdx="3" presStyleCnt="4"/>
      <dgm:spPr/>
    </dgm:pt>
    <dgm:pt modelId="{B5C61881-4DAC-41E2-8E12-9D4E1F8A3895}" type="pres">
      <dgm:prSet presAssocID="{C92AD156-7A69-4F09-9FD7-DA51FD1E894C}" presName="txShp" presStyleLbl="node1" presStyleIdx="3" presStyleCnt="4">
        <dgm:presLayoutVars>
          <dgm:bulletEnabled val="1"/>
        </dgm:presLayoutVars>
      </dgm:prSet>
      <dgm:spPr/>
    </dgm:pt>
  </dgm:ptLst>
  <dgm:cxnLst>
    <dgm:cxn modelId="{32E4F11E-5F76-4044-AF65-E4AB6022495E}" type="presOf" srcId="{B11DD398-3452-4C69-89C5-6B8FDCB0674C}" destId="{7D0926AF-3FCD-47AF-AB94-6BAF915A9FFE}" srcOrd="0" destOrd="0" presId="urn:microsoft.com/office/officeart/2005/8/layout/vList3"/>
    <dgm:cxn modelId="{164AA031-5E4A-44DE-BD8B-28749AA06A86}" srcId="{BF825C89-F431-490F-A1FE-BF69C7031B78}" destId="{2F6E4F4D-E6D3-4397-A43E-64EDF514B33E}" srcOrd="1" destOrd="0" parTransId="{8394F098-91A2-4165-80E0-B97BB9AB4624}" sibTransId="{C9230F57-C565-462F-A6E7-060F7E6E856F}"/>
    <dgm:cxn modelId="{969FA136-A714-4073-9B3B-8110FF85F819}" srcId="{BF825C89-F431-490F-A1FE-BF69C7031B78}" destId="{8F0F93A6-3B57-462F-AD30-BB9592442FC4}" srcOrd="0" destOrd="0" parTransId="{159EED91-706B-40D4-B232-A710E27A4BD7}" sibTransId="{A5E3FD49-91BF-4AC2-A4A8-014E3EC84A47}"/>
    <dgm:cxn modelId="{5E4CC040-70ED-4FA0-959E-7EC9CF29B6D4}" type="presOf" srcId="{2F6E4F4D-E6D3-4397-A43E-64EDF514B33E}" destId="{78E83AB6-3398-4201-B760-995F66C8A9C3}" srcOrd="0" destOrd="0" presId="urn:microsoft.com/office/officeart/2005/8/layout/vList3"/>
    <dgm:cxn modelId="{9507F34C-72CE-44F0-B519-A01D5947B4C6}" srcId="{BF825C89-F431-490F-A1FE-BF69C7031B78}" destId="{C92AD156-7A69-4F09-9FD7-DA51FD1E894C}" srcOrd="3" destOrd="0" parTransId="{3F3B7A3A-247B-458D-ADFF-8374D7321470}" sibTransId="{DDFA990B-9F96-4899-8287-7C2BF71BF881}"/>
    <dgm:cxn modelId="{F1C7D77E-BE8D-47DE-825D-5AA01B8DF1F7}" srcId="{BF825C89-F431-490F-A1FE-BF69C7031B78}" destId="{B11DD398-3452-4C69-89C5-6B8FDCB0674C}" srcOrd="2" destOrd="0" parTransId="{6B688585-5F33-4CC3-B088-DC863646E1DC}" sibTransId="{C065EDB1-D339-4830-8C8A-E6E6C4B3119C}"/>
    <dgm:cxn modelId="{7D7EE693-283D-49C8-ADFC-3766C2D92FEF}" type="presOf" srcId="{8F0F93A6-3B57-462F-AD30-BB9592442FC4}" destId="{7DCF94C0-6D4A-42CC-B9A3-52CC32C46B16}" srcOrd="0" destOrd="0" presId="urn:microsoft.com/office/officeart/2005/8/layout/vList3"/>
    <dgm:cxn modelId="{A4D386B5-B7B7-43DE-8F96-4C3EF05FC3FE}" type="presOf" srcId="{C92AD156-7A69-4F09-9FD7-DA51FD1E894C}" destId="{B5C61881-4DAC-41E2-8E12-9D4E1F8A3895}" srcOrd="0" destOrd="0" presId="urn:microsoft.com/office/officeart/2005/8/layout/vList3"/>
    <dgm:cxn modelId="{ED627DF8-79F9-48FB-9FAC-F041A450654A}" type="presOf" srcId="{BF825C89-F431-490F-A1FE-BF69C7031B78}" destId="{C1F702CC-5A63-492B-ABA1-E7D70F69AFA7}" srcOrd="0" destOrd="0" presId="urn:microsoft.com/office/officeart/2005/8/layout/vList3"/>
    <dgm:cxn modelId="{1B235201-8737-4C5E-9F56-0005C4087E9D}" type="presParOf" srcId="{C1F702CC-5A63-492B-ABA1-E7D70F69AFA7}" destId="{0B7E2C3E-3E8D-480B-A047-F03743A5BF44}" srcOrd="0" destOrd="0" presId="urn:microsoft.com/office/officeart/2005/8/layout/vList3"/>
    <dgm:cxn modelId="{CBBCB8A4-DA95-46CD-9355-4B3E41E987CB}" type="presParOf" srcId="{0B7E2C3E-3E8D-480B-A047-F03743A5BF44}" destId="{1ABC03A8-CCFC-43BD-AAA5-9E4E4D5B6148}" srcOrd="0" destOrd="0" presId="urn:microsoft.com/office/officeart/2005/8/layout/vList3"/>
    <dgm:cxn modelId="{086BDB90-D980-4492-BC81-600FC5F89B32}" type="presParOf" srcId="{0B7E2C3E-3E8D-480B-A047-F03743A5BF44}" destId="{7DCF94C0-6D4A-42CC-B9A3-52CC32C46B16}" srcOrd="1" destOrd="0" presId="urn:microsoft.com/office/officeart/2005/8/layout/vList3"/>
    <dgm:cxn modelId="{38D8226B-B837-4A6B-B058-8BD60B9928F2}" type="presParOf" srcId="{C1F702CC-5A63-492B-ABA1-E7D70F69AFA7}" destId="{E3A7EBEE-DF87-434E-954A-01147CA90B42}" srcOrd="1" destOrd="0" presId="urn:microsoft.com/office/officeart/2005/8/layout/vList3"/>
    <dgm:cxn modelId="{98C2A67D-812C-42A2-9BB6-AC0B78453842}" type="presParOf" srcId="{C1F702CC-5A63-492B-ABA1-E7D70F69AFA7}" destId="{607DAAFA-D62F-448F-B837-912713B01AEA}" srcOrd="2" destOrd="0" presId="urn:microsoft.com/office/officeart/2005/8/layout/vList3"/>
    <dgm:cxn modelId="{C9BC4FAA-960A-4584-8233-487E9E150642}" type="presParOf" srcId="{607DAAFA-D62F-448F-B837-912713B01AEA}" destId="{860CA67E-A3B7-46CB-ACC1-0426C68710D3}" srcOrd="0" destOrd="0" presId="urn:microsoft.com/office/officeart/2005/8/layout/vList3"/>
    <dgm:cxn modelId="{828CF937-AFE9-4BF8-B768-65AF30B7E5AC}" type="presParOf" srcId="{607DAAFA-D62F-448F-B837-912713B01AEA}" destId="{78E83AB6-3398-4201-B760-995F66C8A9C3}" srcOrd="1" destOrd="0" presId="urn:microsoft.com/office/officeart/2005/8/layout/vList3"/>
    <dgm:cxn modelId="{B66F3A9F-89D2-4629-AA23-6836CB2096C2}" type="presParOf" srcId="{C1F702CC-5A63-492B-ABA1-E7D70F69AFA7}" destId="{2A4CBD25-53E3-40A3-84BE-6F4CFDEF3084}" srcOrd="3" destOrd="0" presId="urn:microsoft.com/office/officeart/2005/8/layout/vList3"/>
    <dgm:cxn modelId="{849AE03B-16E6-46F5-B6CB-546D90A7EB8E}" type="presParOf" srcId="{C1F702CC-5A63-492B-ABA1-E7D70F69AFA7}" destId="{5738CBA3-B654-4D96-93E5-60C2E8364D80}" srcOrd="4" destOrd="0" presId="urn:microsoft.com/office/officeart/2005/8/layout/vList3"/>
    <dgm:cxn modelId="{16C41E16-0DCE-4AE5-9483-B449351E3112}" type="presParOf" srcId="{5738CBA3-B654-4D96-93E5-60C2E8364D80}" destId="{B48B57F5-75EA-442B-AC68-C0A08C169AE7}" srcOrd="0" destOrd="0" presId="urn:microsoft.com/office/officeart/2005/8/layout/vList3"/>
    <dgm:cxn modelId="{1D52B22D-8669-46B0-B0E1-3F9E89702B3D}" type="presParOf" srcId="{5738CBA3-B654-4D96-93E5-60C2E8364D80}" destId="{7D0926AF-3FCD-47AF-AB94-6BAF915A9FFE}" srcOrd="1" destOrd="0" presId="urn:microsoft.com/office/officeart/2005/8/layout/vList3"/>
    <dgm:cxn modelId="{DC054BF7-9C08-4C76-8397-E0CD19F15A84}" type="presParOf" srcId="{C1F702CC-5A63-492B-ABA1-E7D70F69AFA7}" destId="{EEBBEAA2-271F-45DA-AEEE-CA763991ABAF}" srcOrd="5" destOrd="0" presId="urn:microsoft.com/office/officeart/2005/8/layout/vList3"/>
    <dgm:cxn modelId="{401D221A-BF44-4918-BD2C-5ACEBD151C05}" type="presParOf" srcId="{C1F702CC-5A63-492B-ABA1-E7D70F69AFA7}" destId="{21E7B634-0F5D-493D-9E5A-4BC76DA65CBF}" srcOrd="6" destOrd="0" presId="urn:microsoft.com/office/officeart/2005/8/layout/vList3"/>
    <dgm:cxn modelId="{6DBBDFD4-DBA6-408D-B0DC-DFE1BE7F0457}" type="presParOf" srcId="{21E7B634-0F5D-493D-9E5A-4BC76DA65CBF}" destId="{D275EFE4-7C95-4755-A924-8F3EB2863520}" srcOrd="0" destOrd="0" presId="urn:microsoft.com/office/officeart/2005/8/layout/vList3"/>
    <dgm:cxn modelId="{44311035-AE69-40EC-B8F8-DBCF3FE12602}" type="presParOf" srcId="{21E7B634-0F5D-493D-9E5A-4BC76DA65CBF}" destId="{B5C61881-4DAC-41E2-8E12-9D4E1F8A389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7.xml><?xml version="1.0" encoding="utf-8"?>
<dgm:dataModel xmlns:dgm="http://schemas.openxmlformats.org/drawingml/2006/diagram" xmlns:a="http://schemas.openxmlformats.org/drawingml/2006/main">
  <dgm:ptLst>
    <dgm:pt modelId="{2022B340-29CC-4963-8456-6DC7EA6C23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5A91EE-3264-4CB7-8372-5E4716E558C4}">
      <dgm:prSet/>
      <dgm:spPr/>
      <dgm:t>
        <a:bodyPr/>
        <a:lstStyle/>
        <a:p>
          <a:r>
            <a:rPr lang="ru-RU" b="0" i="0" dirty="0" err="1"/>
            <a:t>міста</a:t>
          </a:r>
          <a:r>
            <a:rPr lang="ru-RU" b="0" i="0" dirty="0"/>
            <a:t> Ярослава.</a:t>
          </a:r>
          <a:endParaRPr lang="uk-UA" dirty="0"/>
        </a:p>
      </dgm:t>
    </dgm:pt>
    <dgm:pt modelId="{97C89A74-0231-4FCD-968E-0B6FAFA84E35}" type="parTrans" cxnId="{84A5D9E5-DA2B-4B6E-9830-52A0030600B4}">
      <dgm:prSet/>
      <dgm:spPr/>
      <dgm:t>
        <a:bodyPr/>
        <a:lstStyle/>
        <a:p>
          <a:endParaRPr lang="uk-UA"/>
        </a:p>
      </dgm:t>
    </dgm:pt>
    <dgm:pt modelId="{737CAECD-E3A3-403D-98D9-41C749C4492A}" type="sibTrans" cxnId="{84A5D9E5-DA2B-4B6E-9830-52A0030600B4}">
      <dgm:prSet/>
      <dgm:spPr/>
      <dgm:t>
        <a:bodyPr/>
        <a:lstStyle/>
        <a:p>
          <a:endParaRPr lang="uk-UA"/>
        </a:p>
      </dgm:t>
    </dgm:pt>
    <dgm:pt modelId="{CCCB9D27-4BA4-40FD-A1BF-DB5D38ECCB71}">
      <dgm:prSet/>
      <dgm:spPr/>
      <dgm:t>
        <a:bodyPr/>
        <a:lstStyle/>
        <a:p>
          <a:r>
            <a:rPr lang="ru-RU" b="0" i="0"/>
            <a:t>річки Калки.</a:t>
          </a:r>
          <a:endParaRPr lang="uk-UA"/>
        </a:p>
      </dgm:t>
    </dgm:pt>
    <dgm:pt modelId="{57B1BBC7-20E8-4ACA-AAAB-194632DDBC13}" type="parTrans" cxnId="{D1B37D69-9CD0-4DAE-BAAF-39645F49D6A0}">
      <dgm:prSet/>
      <dgm:spPr/>
      <dgm:t>
        <a:bodyPr/>
        <a:lstStyle/>
        <a:p>
          <a:endParaRPr lang="uk-UA"/>
        </a:p>
      </dgm:t>
    </dgm:pt>
    <dgm:pt modelId="{708D10CF-FB3A-4E20-A23C-0FCFAB8FC113}" type="sibTrans" cxnId="{D1B37D69-9CD0-4DAE-BAAF-39645F49D6A0}">
      <dgm:prSet/>
      <dgm:spPr/>
      <dgm:t>
        <a:bodyPr/>
        <a:lstStyle/>
        <a:p>
          <a:endParaRPr lang="uk-UA"/>
        </a:p>
      </dgm:t>
    </dgm:pt>
    <dgm:pt modelId="{A847922B-9D56-4127-9EA8-D163EC3289F7}">
      <dgm:prSet/>
      <dgm:spPr/>
      <dgm:t>
        <a:bodyPr/>
        <a:lstStyle/>
        <a:p>
          <a:r>
            <a:rPr lang="ru-RU" b="0" i="0" dirty="0" err="1"/>
            <a:t>міста</a:t>
          </a:r>
          <a:r>
            <a:rPr lang="ru-RU" b="0" i="0" dirty="0"/>
            <a:t> </a:t>
          </a:r>
          <a:r>
            <a:rPr lang="ru-RU" b="0" i="0" dirty="0" err="1"/>
            <a:t>Орші</a:t>
          </a:r>
          <a:r>
            <a:rPr lang="ru-RU" b="0" i="0" dirty="0"/>
            <a:t>.</a:t>
          </a:r>
          <a:endParaRPr lang="uk-UA" dirty="0"/>
        </a:p>
      </dgm:t>
    </dgm:pt>
    <dgm:pt modelId="{C230DE53-228A-4FD7-90D7-234747E538B2}" type="parTrans" cxnId="{A2165229-1895-4A2B-BDD3-7F7C42F27201}">
      <dgm:prSet/>
      <dgm:spPr/>
      <dgm:t>
        <a:bodyPr/>
        <a:lstStyle/>
        <a:p>
          <a:endParaRPr lang="uk-UA"/>
        </a:p>
      </dgm:t>
    </dgm:pt>
    <dgm:pt modelId="{6D78D4F3-426A-45C2-B34B-70A426A42C41}" type="sibTrans" cxnId="{A2165229-1895-4A2B-BDD3-7F7C42F27201}">
      <dgm:prSet/>
      <dgm:spPr/>
      <dgm:t>
        <a:bodyPr/>
        <a:lstStyle/>
        <a:p>
          <a:endParaRPr lang="uk-UA"/>
        </a:p>
      </dgm:t>
    </dgm:pt>
    <dgm:pt modelId="{42EE42E6-DDB4-4B28-AB36-AA59EA9513A8}">
      <dgm:prSet/>
      <dgm:spPr/>
      <dgm:t>
        <a:bodyPr/>
        <a:lstStyle/>
        <a:p>
          <a:r>
            <a:rPr lang="ru-RU" b="0" i="0" dirty="0" err="1"/>
            <a:t>річки</a:t>
          </a:r>
          <a:r>
            <a:rPr lang="ru-RU" b="0" i="0" dirty="0"/>
            <a:t> </a:t>
          </a:r>
          <a:r>
            <a:rPr lang="ru-RU" b="0" i="0" dirty="0" err="1"/>
            <a:t>Сині</a:t>
          </a:r>
          <a:r>
            <a:rPr lang="ru-RU" b="0" i="0" dirty="0"/>
            <a:t> Води</a:t>
          </a:r>
          <a:endParaRPr lang="uk-UA" dirty="0"/>
        </a:p>
      </dgm:t>
    </dgm:pt>
    <dgm:pt modelId="{1D7D03B5-5E31-427E-AB99-C9E92AF286AD}" type="parTrans" cxnId="{EC06A5EB-50D3-4253-9B9F-B6BAC5F6CE9A}">
      <dgm:prSet/>
      <dgm:spPr/>
      <dgm:t>
        <a:bodyPr/>
        <a:lstStyle/>
        <a:p>
          <a:endParaRPr lang="uk-UA"/>
        </a:p>
      </dgm:t>
    </dgm:pt>
    <dgm:pt modelId="{AD465F00-7450-4D2C-A1BA-C0CA2F5FCCD0}" type="sibTrans" cxnId="{EC06A5EB-50D3-4253-9B9F-B6BAC5F6CE9A}">
      <dgm:prSet/>
      <dgm:spPr/>
      <dgm:t>
        <a:bodyPr/>
        <a:lstStyle/>
        <a:p>
          <a:endParaRPr lang="uk-UA"/>
        </a:p>
      </dgm:t>
    </dgm:pt>
    <dgm:pt modelId="{2CCDD754-7661-4E19-A298-161EDA85A5BC}" type="pres">
      <dgm:prSet presAssocID="{2022B340-29CC-4963-8456-6DC7EA6C23A3}" presName="linear" presStyleCnt="0">
        <dgm:presLayoutVars>
          <dgm:animLvl val="lvl"/>
          <dgm:resizeHandles val="exact"/>
        </dgm:presLayoutVars>
      </dgm:prSet>
      <dgm:spPr/>
    </dgm:pt>
    <dgm:pt modelId="{F961D801-C743-41D9-BAF4-2CF62D0FA328}" type="pres">
      <dgm:prSet presAssocID="{A55A91EE-3264-4CB7-8372-5E4716E558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79F2B9-4421-465E-8387-0D1ED41A5F64}" type="pres">
      <dgm:prSet presAssocID="{737CAECD-E3A3-403D-98D9-41C749C4492A}" presName="spacer" presStyleCnt="0"/>
      <dgm:spPr/>
    </dgm:pt>
    <dgm:pt modelId="{04A5231B-B9E1-436C-B187-4503B14E8C5A}" type="pres">
      <dgm:prSet presAssocID="{CCCB9D27-4BA4-40FD-A1BF-DB5D38ECCB7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EDF4DF-3D18-40F3-9DDA-9A7971EC1FA3}" type="pres">
      <dgm:prSet presAssocID="{708D10CF-FB3A-4E20-A23C-0FCFAB8FC113}" presName="spacer" presStyleCnt="0"/>
      <dgm:spPr/>
    </dgm:pt>
    <dgm:pt modelId="{0D9E4EE7-B334-42EE-B575-0E6946309492}" type="pres">
      <dgm:prSet presAssocID="{A847922B-9D56-4127-9EA8-D163EC3289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F41578-2A42-4EDD-BADE-D77D96EBF07A}" type="pres">
      <dgm:prSet presAssocID="{6D78D4F3-426A-45C2-B34B-70A426A42C41}" presName="spacer" presStyleCnt="0"/>
      <dgm:spPr/>
    </dgm:pt>
    <dgm:pt modelId="{FBEB38E8-B18C-4136-A1DB-5EDA212EB126}" type="pres">
      <dgm:prSet presAssocID="{42EE42E6-DDB4-4B28-AB36-AA59EA9513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165229-1895-4A2B-BDD3-7F7C42F27201}" srcId="{2022B340-29CC-4963-8456-6DC7EA6C23A3}" destId="{A847922B-9D56-4127-9EA8-D163EC3289F7}" srcOrd="2" destOrd="0" parTransId="{C230DE53-228A-4FD7-90D7-234747E538B2}" sibTransId="{6D78D4F3-426A-45C2-B34B-70A426A42C41}"/>
    <dgm:cxn modelId="{351B363A-AF75-468A-9D51-D7BA7E63979F}" type="presOf" srcId="{A847922B-9D56-4127-9EA8-D163EC3289F7}" destId="{0D9E4EE7-B334-42EE-B575-0E6946309492}" srcOrd="0" destOrd="0" presId="urn:microsoft.com/office/officeart/2005/8/layout/vList2"/>
    <dgm:cxn modelId="{844F623D-8B60-4941-8A03-52411C1FB8DC}" type="presOf" srcId="{A55A91EE-3264-4CB7-8372-5E4716E558C4}" destId="{F961D801-C743-41D9-BAF4-2CF62D0FA328}" srcOrd="0" destOrd="0" presId="urn:microsoft.com/office/officeart/2005/8/layout/vList2"/>
    <dgm:cxn modelId="{D1B37D69-9CD0-4DAE-BAAF-39645F49D6A0}" srcId="{2022B340-29CC-4963-8456-6DC7EA6C23A3}" destId="{CCCB9D27-4BA4-40FD-A1BF-DB5D38ECCB71}" srcOrd="1" destOrd="0" parTransId="{57B1BBC7-20E8-4ACA-AAAB-194632DDBC13}" sibTransId="{708D10CF-FB3A-4E20-A23C-0FCFAB8FC113}"/>
    <dgm:cxn modelId="{645D6A59-0787-466F-BD63-5B96FCEDF2D3}" type="presOf" srcId="{2022B340-29CC-4963-8456-6DC7EA6C23A3}" destId="{2CCDD754-7661-4E19-A298-161EDA85A5BC}" srcOrd="0" destOrd="0" presId="urn:microsoft.com/office/officeart/2005/8/layout/vList2"/>
    <dgm:cxn modelId="{6FA94EAB-5A8C-47C1-82D7-FFAF77693F86}" type="presOf" srcId="{CCCB9D27-4BA4-40FD-A1BF-DB5D38ECCB71}" destId="{04A5231B-B9E1-436C-B187-4503B14E8C5A}" srcOrd="0" destOrd="0" presId="urn:microsoft.com/office/officeart/2005/8/layout/vList2"/>
    <dgm:cxn modelId="{1F603CD6-C557-462E-B9B3-9F5AA599E278}" type="presOf" srcId="{42EE42E6-DDB4-4B28-AB36-AA59EA9513A8}" destId="{FBEB38E8-B18C-4136-A1DB-5EDA212EB126}" srcOrd="0" destOrd="0" presId="urn:microsoft.com/office/officeart/2005/8/layout/vList2"/>
    <dgm:cxn modelId="{84A5D9E5-DA2B-4B6E-9830-52A0030600B4}" srcId="{2022B340-29CC-4963-8456-6DC7EA6C23A3}" destId="{A55A91EE-3264-4CB7-8372-5E4716E558C4}" srcOrd="0" destOrd="0" parTransId="{97C89A74-0231-4FCD-968E-0B6FAFA84E35}" sibTransId="{737CAECD-E3A3-403D-98D9-41C749C4492A}"/>
    <dgm:cxn modelId="{EC06A5EB-50D3-4253-9B9F-B6BAC5F6CE9A}" srcId="{2022B340-29CC-4963-8456-6DC7EA6C23A3}" destId="{42EE42E6-DDB4-4B28-AB36-AA59EA9513A8}" srcOrd="3" destOrd="0" parTransId="{1D7D03B5-5E31-427E-AB99-C9E92AF286AD}" sibTransId="{AD465F00-7450-4D2C-A1BA-C0CA2F5FCCD0}"/>
    <dgm:cxn modelId="{AEAA2AAA-1AD6-41DD-99D2-91FE5F25536B}" type="presParOf" srcId="{2CCDD754-7661-4E19-A298-161EDA85A5BC}" destId="{F961D801-C743-41D9-BAF4-2CF62D0FA328}" srcOrd="0" destOrd="0" presId="urn:microsoft.com/office/officeart/2005/8/layout/vList2"/>
    <dgm:cxn modelId="{5688722C-83DB-4936-97C2-3014D51949DF}" type="presParOf" srcId="{2CCDD754-7661-4E19-A298-161EDA85A5BC}" destId="{1379F2B9-4421-465E-8387-0D1ED41A5F64}" srcOrd="1" destOrd="0" presId="urn:microsoft.com/office/officeart/2005/8/layout/vList2"/>
    <dgm:cxn modelId="{7A58600D-61DA-4B08-979A-0BABD9DE650B}" type="presParOf" srcId="{2CCDD754-7661-4E19-A298-161EDA85A5BC}" destId="{04A5231B-B9E1-436C-B187-4503B14E8C5A}" srcOrd="2" destOrd="0" presId="urn:microsoft.com/office/officeart/2005/8/layout/vList2"/>
    <dgm:cxn modelId="{0E778B1D-5B4D-4270-96AD-7B9EE70F0BC1}" type="presParOf" srcId="{2CCDD754-7661-4E19-A298-161EDA85A5BC}" destId="{E7EDF4DF-3D18-40F3-9DDA-9A7971EC1FA3}" srcOrd="3" destOrd="0" presId="urn:microsoft.com/office/officeart/2005/8/layout/vList2"/>
    <dgm:cxn modelId="{57FD466B-811B-4D29-B70A-B23399EFCAF2}" type="presParOf" srcId="{2CCDD754-7661-4E19-A298-161EDA85A5BC}" destId="{0D9E4EE7-B334-42EE-B575-0E6946309492}" srcOrd="4" destOrd="0" presId="urn:microsoft.com/office/officeart/2005/8/layout/vList2"/>
    <dgm:cxn modelId="{A3B31CC2-E7E7-4419-9132-EB2127C1AE28}" type="presParOf" srcId="{2CCDD754-7661-4E19-A298-161EDA85A5BC}" destId="{34F41578-2A42-4EDD-BADE-D77D96EBF07A}" srcOrd="5" destOrd="0" presId="urn:microsoft.com/office/officeart/2005/8/layout/vList2"/>
    <dgm:cxn modelId="{F592942F-698C-41B5-A291-0488442D39F4}" type="presParOf" srcId="{2CCDD754-7661-4E19-A298-161EDA85A5BC}" destId="{FBEB38E8-B18C-4136-A1DB-5EDA212EB1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8.xml><?xml version="1.0" encoding="utf-8"?>
<dgm:dataModel xmlns:dgm="http://schemas.openxmlformats.org/drawingml/2006/diagram" xmlns:a="http://schemas.openxmlformats.org/drawingml/2006/main">
  <dgm:ptLst>
    <dgm:pt modelId="{6C0D9998-B642-4BE5-B481-BAB364D5E2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300FB1-ADE2-47A8-88C7-118EE8397E88}">
      <dgm:prSet/>
      <dgm:spPr/>
      <dgm:t>
        <a:bodyPr/>
        <a:lstStyle/>
        <a:p>
          <a:r>
            <a:rPr lang="uk-UA" b="0" i="0" dirty="0"/>
            <a:t>приєднання до князівства Закарпаття й Буковини</a:t>
          </a:r>
          <a:endParaRPr lang="uk-UA" dirty="0"/>
        </a:p>
      </dgm:t>
    </dgm:pt>
    <dgm:pt modelId="{1BD9E70C-1774-4711-90C2-A4C5EDDFEBDE}" type="parTrans" cxnId="{CEBF0264-8D87-45D5-9F73-A411B0ED65AA}">
      <dgm:prSet/>
      <dgm:spPr/>
      <dgm:t>
        <a:bodyPr/>
        <a:lstStyle/>
        <a:p>
          <a:endParaRPr lang="uk-UA"/>
        </a:p>
      </dgm:t>
    </dgm:pt>
    <dgm:pt modelId="{9F57B7B7-CCCE-430C-91F2-7F2335F4170B}" type="sibTrans" cxnId="{CEBF0264-8D87-45D5-9F73-A411B0ED65AA}">
      <dgm:prSet/>
      <dgm:spPr/>
      <dgm:t>
        <a:bodyPr/>
        <a:lstStyle/>
        <a:p>
          <a:endParaRPr lang="uk-UA"/>
        </a:p>
      </dgm:t>
    </dgm:pt>
    <dgm:pt modelId="{98508D51-B1A0-4E9C-8CF0-5D3CFA367D54}">
      <dgm:prSet/>
      <dgm:spPr/>
      <dgm:t>
        <a:bodyPr/>
        <a:lstStyle/>
        <a:p>
          <a:r>
            <a:rPr lang="uk-UA" b="0" i="0"/>
            <a:t>зміцнення влади князя Галицько-Волинської держави</a:t>
          </a:r>
          <a:endParaRPr lang="uk-UA"/>
        </a:p>
      </dgm:t>
    </dgm:pt>
    <dgm:pt modelId="{76E9FD30-C6CF-4F6E-B59A-5F739DC4F067}" type="parTrans" cxnId="{82A08448-A0F6-40EE-A2DC-09066A1136BD}">
      <dgm:prSet/>
      <dgm:spPr/>
      <dgm:t>
        <a:bodyPr/>
        <a:lstStyle/>
        <a:p>
          <a:endParaRPr lang="uk-UA"/>
        </a:p>
      </dgm:t>
    </dgm:pt>
    <dgm:pt modelId="{57E2B8C5-7081-438D-8CC7-A431A42222AF}" type="sibTrans" cxnId="{82A08448-A0F6-40EE-A2DC-09066A1136BD}">
      <dgm:prSet/>
      <dgm:spPr/>
      <dgm:t>
        <a:bodyPr/>
        <a:lstStyle/>
        <a:p>
          <a:endParaRPr lang="uk-UA"/>
        </a:p>
      </dgm:t>
    </dgm:pt>
    <dgm:pt modelId="{3ECDBA2F-9757-4C1D-8815-E89002022FF5}">
      <dgm:prSet/>
      <dgm:spPr/>
      <dgm:t>
        <a:bodyPr/>
        <a:lstStyle/>
        <a:p>
          <a:r>
            <a:rPr lang="uk-UA" b="0" i="0"/>
            <a:t>коронація галицько-волинського князя в Дорогичині</a:t>
          </a:r>
          <a:endParaRPr lang="uk-UA"/>
        </a:p>
      </dgm:t>
    </dgm:pt>
    <dgm:pt modelId="{9B9ADDCF-E711-4C2C-9F0F-FBCD4BCEDA7A}" type="parTrans" cxnId="{43FEF556-5933-4232-9DD8-5CDDC011A989}">
      <dgm:prSet/>
      <dgm:spPr/>
      <dgm:t>
        <a:bodyPr/>
        <a:lstStyle/>
        <a:p>
          <a:endParaRPr lang="uk-UA"/>
        </a:p>
      </dgm:t>
    </dgm:pt>
    <dgm:pt modelId="{0EBC70D4-FF84-494F-AC9F-B70AFAE46223}" type="sibTrans" cxnId="{43FEF556-5933-4232-9DD8-5CDDC011A989}">
      <dgm:prSet/>
      <dgm:spPr/>
      <dgm:t>
        <a:bodyPr/>
        <a:lstStyle/>
        <a:p>
          <a:endParaRPr lang="uk-UA"/>
        </a:p>
      </dgm:t>
    </dgm:pt>
    <dgm:pt modelId="{80051899-7F3D-46BC-98C6-E5CB9B927F45}">
      <dgm:prSet/>
      <dgm:spPr/>
      <dgm:t>
        <a:bodyPr/>
        <a:lstStyle/>
        <a:p>
          <a:r>
            <a:rPr lang="uk-UA" b="0" i="0" dirty="0"/>
            <a:t>укладення союзницької угоди з Тевтонським орденом</a:t>
          </a:r>
          <a:endParaRPr lang="uk-UA" dirty="0"/>
        </a:p>
      </dgm:t>
    </dgm:pt>
    <dgm:pt modelId="{F73BB52D-6046-419C-95F2-F2B545AF874E}" type="parTrans" cxnId="{06222813-1D6B-4ED2-BEBB-5CD11FC8FA99}">
      <dgm:prSet/>
      <dgm:spPr/>
      <dgm:t>
        <a:bodyPr/>
        <a:lstStyle/>
        <a:p>
          <a:endParaRPr lang="uk-UA"/>
        </a:p>
      </dgm:t>
    </dgm:pt>
    <dgm:pt modelId="{5411DD7E-5F08-4BFC-B5A5-0563CCFD7CD5}" type="sibTrans" cxnId="{06222813-1D6B-4ED2-BEBB-5CD11FC8FA99}">
      <dgm:prSet/>
      <dgm:spPr/>
      <dgm:t>
        <a:bodyPr/>
        <a:lstStyle/>
        <a:p>
          <a:endParaRPr lang="uk-UA"/>
        </a:p>
      </dgm:t>
    </dgm:pt>
    <dgm:pt modelId="{65D23806-A3AA-406D-9B62-6016619B617A}" type="pres">
      <dgm:prSet presAssocID="{6C0D9998-B642-4BE5-B481-BAB364D5E20A}" presName="linear" presStyleCnt="0">
        <dgm:presLayoutVars>
          <dgm:animLvl val="lvl"/>
          <dgm:resizeHandles val="exact"/>
        </dgm:presLayoutVars>
      </dgm:prSet>
      <dgm:spPr/>
    </dgm:pt>
    <dgm:pt modelId="{316975A3-9444-4C05-A19F-A8907CEA0E0A}" type="pres">
      <dgm:prSet presAssocID="{F5300FB1-ADE2-47A8-88C7-118EE8397E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F1CDF7-8AB1-4004-957C-F9DB07CC2AB6}" type="pres">
      <dgm:prSet presAssocID="{9F57B7B7-CCCE-430C-91F2-7F2335F4170B}" presName="spacer" presStyleCnt="0"/>
      <dgm:spPr/>
    </dgm:pt>
    <dgm:pt modelId="{84210B71-28A4-438F-ABB6-E1B4AC6E0025}" type="pres">
      <dgm:prSet presAssocID="{98508D51-B1A0-4E9C-8CF0-5D3CFA367D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B0A074-804E-4CCF-8EDB-901F8CC5DBA1}" type="pres">
      <dgm:prSet presAssocID="{57E2B8C5-7081-438D-8CC7-A431A42222AF}" presName="spacer" presStyleCnt="0"/>
      <dgm:spPr/>
    </dgm:pt>
    <dgm:pt modelId="{5F6EB26A-565A-42D5-9F9F-F33BEA15E3FA}" type="pres">
      <dgm:prSet presAssocID="{3ECDBA2F-9757-4C1D-8815-E89002022F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A70745-FCEC-4ABD-9EEE-E158A9DF444F}" type="pres">
      <dgm:prSet presAssocID="{0EBC70D4-FF84-494F-AC9F-B70AFAE46223}" presName="spacer" presStyleCnt="0"/>
      <dgm:spPr/>
    </dgm:pt>
    <dgm:pt modelId="{81D227A0-C7A8-40FA-A189-EDA2951F6649}" type="pres">
      <dgm:prSet presAssocID="{80051899-7F3D-46BC-98C6-E5CB9B927F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6222813-1D6B-4ED2-BEBB-5CD11FC8FA99}" srcId="{6C0D9998-B642-4BE5-B481-BAB364D5E20A}" destId="{80051899-7F3D-46BC-98C6-E5CB9B927F45}" srcOrd="3" destOrd="0" parTransId="{F73BB52D-6046-419C-95F2-F2B545AF874E}" sibTransId="{5411DD7E-5F08-4BFC-B5A5-0563CCFD7CD5}"/>
    <dgm:cxn modelId="{88D33528-701D-4C14-8BA9-2520056F0C2C}" type="presOf" srcId="{3ECDBA2F-9757-4C1D-8815-E89002022FF5}" destId="{5F6EB26A-565A-42D5-9F9F-F33BEA15E3FA}" srcOrd="0" destOrd="0" presId="urn:microsoft.com/office/officeart/2005/8/layout/vList2"/>
    <dgm:cxn modelId="{CEBF0264-8D87-45D5-9F73-A411B0ED65AA}" srcId="{6C0D9998-B642-4BE5-B481-BAB364D5E20A}" destId="{F5300FB1-ADE2-47A8-88C7-118EE8397E88}" srcOrd="0" destOrd="0" parTransId="{1BD9E70C-1774-4711-90C2-A4C5EDDFEBDE}" sibTransId="{9F57B7B7-CCCE-430C-91F2-7F2335F4170B}"/>
    <dgm:cxn modelId="{34622466-76DD-4526-9F2E-FDB61D532D7E}" type="presOf" srcId="{98508D51-B1A0-4E9C-8CF0-5D3CFA367D54}" destId="{84210B71-28A4-438F-ABB6-E1B4AC6E0025}" srcOrd="0" destOrd="0" presId="urn:microsoft.com/office/officeart/2005/8/layout/vList2"/>
    <dgm:cxn modelId="{82A08448-A0F6-40EE-A2DC-09066A1136BD}" srcId="{6C0D9998-B642-4BE5-B481-BAB364D5E20A}" destId="{98508D51-B1A0-4E9C-8CF0-5D3CFA367D54}" srcOrd="1" destOrd="0" parTransId="{76E9FD30-C6CF-4F6E-B59A-5F739DC4F067}" sibTransId="{57E2B8C5-7081-438D-8CC7-A431A42222AF}"/>
    <dgm:cxn modelId="{5969AE6C-63BB-41F5-B4BB-DDDCE803B3EB}" type="presOf" srcId="{F5300FB1-ADE2-47A8-88C7-118EE8397E88}" destId="{316975A3-9444-4C05-A19F-A8907CEA0E0A}" srcOrd="0" destOrd="0" presId="urn:microsoft.com/office/officeart/2005/8/layout/vList2"/>
    <dgm:cxn modelId="{43FEF556-5933-4232-9DD8-5CDDC011A989}" srcId="{6C0D9998-B642-4BE5-B481-BAB364D5E20A}" destId="{3ECDBA2F-9757-4C1D-8815-E89002022FF5}" srcOrd="2" destOrd="0" parTransId="{9B9ADDCF-E711-4C2C-9F0F-FBCD4BCEDA7A}" sibTransId="{0EBC70D4-FF84-494F-AC9F-B70AFAE46223}"/>
    <dgm:cxn modelId="{F74244A4-A674-4C74-9511-180FB87B2BB1}" type="presOf" srcId="{6C0D9998-B642-4BE5-B481-BAB364D5E20A}" destId="{65D23806-A3AA-406D-9B62-6016619B617A}" srcOrd="0" destOrd="0" presId="urn:microsoft.com/office/officeart/2005/8/layout/vList2"/>
    <dgm:cxn modelId="{2F3678C9-8F98-4D04-B50B-ECAFAC53493D}" type="presOf" srcId="{80051899-7F3D-46BC-98C6-E5CB9B927F45}" destId="{81D227A0-C7A8-40FA-A189-EDA2951F6649}" srcOrd="0" destOrd="0" presId="urn:microsoft.com/office/officeart/2005/8/layout/vList2"/>
    <dgm:cxn modelId="{C7904F44-5909-42E5-8598-12F21DE7F8E9}" type="presParOf" srcId="{65D23806-A3AA-406D-9B62-6016619B617A}" destId="{316975A3-9444-4C05-A19F-A8907CEA0E0A}" srcOrd="0" destOrd="0" presId="urn:microsoft.com/office/officeart/2005/8/layout/vList2"/>
    <dgm:cxn modelId="{89289581-0221-4F6D-B9DB-FFDED37B0864}" type="presParOf" srcId="{65D23806-A3AA-406D-9B62-6016619B617A}" destId="{09F1CDF7-8AB1-4004-957C-F9DB07CC2AB6}" srcOrd="1" destOrd="0" presId="urn:microsoft.com/office/officeart/2005/8/layout/vList2"/>
    <dgm:cxn modelId="{CDFDCFA2-7682-44CF-8D5F-D707065F6FFB}" type="presParOf" srcId="{65D23806-A3AA-406D-9B62-6016619B617A}" destId="{84210B71-28A4-438F-ABB6-E1B4AC6E0025}" srcOrd="2" destOrd="0" presId="urn:microsoft.com/office/officeart/2005/8/layout/vList2"/>
    <dgm:cxn modelId="{6EB3DCDD-37DF-4A98-BFCD-16F35920F3C9}" type="presParOf" srcId="{65D23806-A3AA-406D-9B62-6016619B617A}" destId="{B6B0A074-804E-4CCF-8EDB-901F8CC5DBA1}" srcOrd="3" destOrd="0" presId="urn:microsoft.com/office/officeart/2005/8/layout/vList2"/>
    <dgm:cxn modelId="{F2E34063-EA7E-47B4-8FD0-5C13178CC040}" type="presParOf" srcId="{65D23806-A3AA-406D-9B62-6016619B617A}" destId="{5F6EB26A-565A-42D5-9F9F-F33BEA15E3FA}" srcOrd="4" destOrd="0" presId="urn:microsoft.com/office/officeart/2005/8/layout/vList2"/>
    <dgm:cxn modelId="{9365DD22-F1F8-4195-81D5-B36C4CF25CE9}" type="presParOf" srcId="{65D23806-A3AA-406D-9B62-6016619B617A}" destId="{BAA70745-FCEC-4ABD-9EEE-E158A9DF444F}" srcOrd="5" destOrd="0" presId="urn:microsoft.com/office/officeart/2005/8/layout/vList2"/>
    <dgm:cxn modelId="{1D2132E4-D7B3-4CB7-8264-406840F6AF94}" type="presParOf" srcId="{65D23806-A3AA-406D-9B62-6016619B617A}" destId="{81D227A0-C7A8-40FA-A189-EDA2951F66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9.xml><?xml version="1.0" encoding="utf-8"?>
<dgm:dataModel xmlns:dgm="http://schemas.openxmlformats.org/drawingml/2006/diagram" xmlns:a="http://schemas.openxmlformats.org/drawingml/2006/main">
  <dgm:ptLst>
    <dgm:pt modelId="{C915241B-F364-478D-9A4E-598801A1C7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C342E50-FF28-48A0-B2FB-71CE0A2220AF}">
      <dgm:prSet/>
      <dgm:spPr/>
      <dgm:t>
        <a:bodyPr/>
        <a:lstStyle/>
        <a:p>
          <a:r>
            <a:rPr lang="uk-UA" b="0" i="0"/>
            <a:t>позбувся політичної залежності від ханів Золотої Орди.</a:t>
          </a:r>
          <a:endParaRPr lang="uk-UA"/>
        </a:p>
      </dgm:t>
    </dgm:pt>
    <dgm:pt modelId="{52ABBFA6-FC46-48CA-86E0-85E2A8A6B8A1}" type="parTrans" cxnId="{E6F0C124-37DE-4A3D-BAB3-9B3553726E18}">
      <dgm:prSet/>
      <dgm:spPr/>
      <dgm:t>
        <a:bodyPr/>
        <a:lstStyle/>
        <a:p>
          <a:endParaRPr lang="uk-UA"/>
        </a:p>
      </dgm:t>
    </dgm:pt>
    <dgm:pt modelId="{471939BB-B10F-4161-BB6B-97502F3FBB26}" type="sibTrans" cxnId="{E6F0C124-37DE-4A3D-BAB3-9B3553726E18}">
      <dgm:prSet/>
      <dgm:spPr/>
      <dgm:t>
        <a:bodyPr/>
        <a:lstStyle/>
        <a:p>
          <a:endParaRPr lang="uk-UA"/>
        </a:p>
      </dgm:t>
    </dgm:pt>
    <dgm:pt modelId="{3FD229BE-C7AB-4D19-8AA2-C5861FE3AF89}">
      <dgm:prSet/>
      <dgm:spPr/>
      <dgm:t>
        <a:bodyPr/>
        <a:lstStyle/>
        <a:p>
          <a:r>
            <a:rPr lang="uk-UA" b="0" i="0" dirty="0"/>
            <a:t>зламав опір галицького боярства та остаточно утвердився при владі.</a:t>
          </a:r>
          <a:endParaRPr lang="uk-UA" dirty="0"/>
        </a:p>
      </dgm:t>
    </dgm:pt>
    <dgm:pt modelId="{9C2A3E3E-A90D-47FD-B82C-6BD3F7471DC6}" type="parTrans" cxnId="{E6EF5540-4B28-4202-BFC2-01EAACDB4CC0}">
      <dgm:prSet/>
      <dgm:spPr/>
      <dgm:t>
        <a:bodyPr/>
        <a:lstStyle/>
        <a:p>
          <a:endParaRPr lang="uk-UA"/>
        </a:p>
      </dgm:t>
    </dgm:pt>
    <dgm:pt modelId="{817BED25-7331-4D53-B2CF-B3B04D50535D}" type="sibTrans" cxnId="{E6EF5540-4B28-4202-BFC2-01EAACDB4CC0}">
      <dgm:prSet/>
      <dgm:spPr/>
      <dgm:t>
        <a:bodyPr/>
        <a:lstStyle/>
        <a:p>
          <a:endParaRPr lang="uk-UA"/>
        </a:p>
      </dgm:t>
    </dgm:pt>
    <dgm:pt modelId="{9C1BF4FE-F426-469B-B329-8290CD866779}">
      <dgm:prSet/>
      <dgm:spPr/>
      <dgm:t>
        <a:bodyPr/>
        <a:lstStyle/>
        <a:p>
          <a:r>
            <a:rPr lang="uk-UA" b="0" i="0"/>
            <a:t>зупинив просування тевтонських рицарів-хрестоносців на руські землі.</a:t>
          </a:r>
          <a:endParaRPr lang="uk-UA"/>
        </a:p>
      </dgm:t>
    </dgm:pt>
    <dgm:pt modelId="{9B1330CB-0818-42D3-8E6C-323C739D0555}" type="parTrans" cxnId="{E3AD86E2-69D7-470F-BF8A-DF3A9311E4DC}">
      <dgm:prSet/>
      <dgm:spPr/>
      <dgm:t>
        <a:bodyPr/>
        <a:lstStyle/>
        <a:p>
          <a:endParaRPr lang="uk-UA"/>
        </a:p>
      </dgm:t>
    </dgm:pt>
    <dgm:pt modelId="{84EA563F-32C3-4ECB-BEFE-C5B8C9A0E170}" type="sibTrans" cxnId="{E3AD86E2-69D7-470F-BF8A-DF3A9311E4DC}">
      <dgm:prSet/>
      <dgm:spPr/>
      <dgm:t>
        <a:bodyPr/>
        <a:lstStyle/>
        <a:p>
          <a:endParaRPr lang="uk-UA"/>
        </a:p>
      </dgm:t>
    </dgm:pt>
    <dgm:pt modelId="{DF63B60C-F62F-4513-941D-9B1F0CB29540}">
      <dgm:prSet/>
      <dgm:spPr/>
      <dgm:t>
        <a:bodyPr/>
        <a:lstStyle/>
        <a:p>
          <a:r>
            <a:rPr lang="uk-UA" b="0" i="0" dirty="0"/>
            <a:t>поширив свою владу на Волинь і відновив єдність держави свого батька.</a:t>
          </a:r>
          <a:endParaRPr lang="uk-UA" dirty="0"/>
        </a:p>
      </dgm:t>
    </dgm:pt>
    <dgm:pt modelId="{3338299A-53E0-40D8-A07C-6699AC6F836A}" type="parTrans" cxnId="{F097E1E0-A5B9-4C79-9512-E6190E0E05CE}">
      <dgm:prSet/>
      <dgm:spPr/>
      <dgm:t>
        <a:bodyPr/>
        <a:lstStyle/>
        <a:p>
          <a:endParaRPr lang="uk-UA"/>
        </a:p>
      </dgm:t>
    </dgm:pt>
    <dgm:pt modelId="{F80C3613-B9BE-47B5-ABA6-A9AB4487FA7D}" type="sibTrans" cxnId="{F097E1E0-A5B9-4C79-9512-E6190E0E05CE}">
      <dgm:prSet/>
      <dgm:spPr/>
      <dgm:t>
        <a:bodyPr/>
        <a:lstStyle/>
        <a:p>
          <a:endParaRPr lang="uk-UA"/>
        </a:p>
      </dgm:t>
    </dgm:pt>
    <dgm:pt modelId="{2CE4A1F6-29C0-4319-B7D8-8E64C494B245}" type="pres">
      <dgm:prSet presAssocID="{C915241B-F364-478D-9A4E-598801A1C74B}" presName="linear" presStyleCnt="0">
        <dgm:presLayoutVars>
          <dgm:animLvl val="lvl"/>
          <dgm:resizeHandles val="exact"/>
        </dgm:presLayoutVars>
      </dgm:prSet>
      <dgm:spPr/>
    </dgm:pt>
    <dgm:pt modelId="{E3CF62F5-5645-4D57-9D0D-7158B6F2D707}" type="pres">
      <dgm:prSet presAssocID="{3C342E50-FF28-48A0-B2FB-71CE0A2220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B7A499-341B-4078-AE65-FDA8652B15F3}" type="pres">
      <dgm:prSet presAssocID="{471939BB-B10F-4161-BB6B-97502F3FBB26}" presName="spacer" presStyleCnt="0"/>
      <dgm:spPr/>
    </dgm:pt>
    <dgm:pt modelId="{1073EBD3-F419-4781-AF61-73CB40DD8E9E}" type="pres">
      <dgm:prSet presAssocID="{3FD229BE-C7AB-4D19-8AA2-C5861FE3AF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D72CA0-96A7-4DE6-87E7-E209E861464F}" type="pres">
      <dgm:prSet presAssocID="{817BED25-7331-4D53-B2CF-B3B04D50535D}" presName="spacer" presStyleCnt="0"/>
      <dgm:spPr/>
    </dgm:pt>
    <dgm:pt modelId="{2E045A8E-84DD-453D-B13E-16C9B9DC48E8}" type="pres">
      <dgm:prSet presAssocID="{9C1BF4FE-F426-469B-B329-8290CD8667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95F19C-0D5B-4756-A5D5-5B71A86B2355}" type="pres">
      <dgm:prSet presAssocID="{84EA563F-32C3-4ECB-BEFE-C5B8C9A0E170}" presName="spacer" presStyleCnt="0"/>
      <dgm:spPr/>
    </dgm:pt>
    <dgm:pt modelId="{15F9D673-188C-401A-BC82-045D3A26EA46}" type="pres">
      <dgm:prSet presAssocID="{DF63B60C-F62F-4513-941D-9B1F0CB295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B85B0A-A93F-4147-91B3-C9D83E26D039}" type="presOf" srcId="{3FD229BE-C7AB-4D19-8AA2-C5861FE3AF89}" destId="{1073EBD3-F419-4781-AF61-73CB40DD8E9E}" srcOrd="0" destOrd="0" presId="urn:microsoft.com/office/officeart/2005/8/layout/vList2"/>
    <dgm:cxn modelId="{E6F0C124-37DE-4A3D-BAB3-9B3553726E18}" srcId="{C915241B-F364-478D-9A4E-598801A1C74B}" destId="{3C342E50-FF28-48A0-B2FB-71CE0A2220AF}" srcOrd="0" destOrd="0" parTransId="{52ABBFA6-FC46-48CA-86E0-85E2A8A6B8A1}" sibTransId="{471939BB-B10F-4161-BB6B-97502F3FBB26}"/>
    <dgm:cxn modelId="{E6EF5540-4B28-4202-BFC2-01EAACDB4CC0}" srcId="{C915241B-F364-478D-9A4E-598801A1C74B}" destId="{3FD229BE-C7AB-4D19-8AA2-C5861FE3AF89}" srcOrd="1" destOrd="0" parTransId="{9C2A3E3E-A90D-47FD-B82C-6BD3F7471DC6}" sibTransId="{817BED25-7331-4D53-B2CF-B3B04D50535D}"/>
    <dgm:cxn modelId="{729C0A5C-B0D8-4800-B9F2-16860E031F8E}" type="presOf" srcId="{C915241B-F364-478D-9A4E-598801A1C74B}" destId="{2CE4A1F6-29C0-4319-B7D8-8E64C494B245}" srcOrd="0" destOrd="0" presId="urn:microsoft.com/office/officeart/2005/8/layout/vList2"/>
    <dgm:cxn modelId="{D2769772-B215-4BB4-87F1-C8FA63686701}" type="presOf" srcId="{3C342E50-FF28-48A0-B2FB-71CE0A2220AF}" destId="{E3CF62F5-5645-4D57-9D0D-7158B6F2D707}" srcOrd="0" destOrd="0" presId="urn:microsoft.com/office/officeart/2005/8/layout/vList2"/>
    <dgm:cxn modelId="{06F4B879-817F-4351-9399-8758BBC52A79}" type="presOf" srcId="{9C1BF4FE-F426-469B-B329-8290CD866779}" destId="{2E045A8E-84DD-453D-B13E-16C9B9DC48E8}" srcOrd="0" destOrd="0" presId="urn:microsoft.com/office/officeart/2005/8/layout/vList2"/>
    <dgm:cxn modelId="{1653F0C9-E539-4ED7-B890-87E332017696}" type="presOf" srcId="{DF63B60C-F62F-4513-941D-9B1F0CB29540}" destId="{15F9D673-188C-401A-BC82-045D3A26EA46}" srcOrd="0" destOrd="0" presId="urn:microsoft.com/office/officeart/2005/8/layout/vList2"/>
    <dgm:cxn modelId="{F097E1E0-A5B9-4C79-9512-E6190E0E05CE}" srcId="{C915241B-F364-478D-9A4E-598801A1C74B}" destId="{DF63B60C-F62F-4513-941D-9B1F0CB29540}" srcOrd="3" destOrd="0" parTransId="{3338299A-53E0-40D8-A07C-6699AC6F836A}" sibTransId="{F80C3613-B9BE-47B5-ABA6-A9AB4487FA7D}"/>
    <dgm:cxn modelId="{E3AD86E2-69D7-470F-BF8A-DF3A9311E4DC}" srcId="{C915241B-F364-478D-9A4E-598801A1C74B}" destId="{9C1BF4FE-F426-469B-B329-8290CD866779}" srcOrd="2" destOrd="0" parTransId="{9B1330CB-0818-42D3-8E6C-323C739D0555}" sibTransId="{84EA563F-32C3-4ECB-BEFE-C5B8C9A0E170}"/>
    <dgm:cxn modelId="{73A22C4F-A679-4FB7-9F98-517FFADD74DA}" type="presParOf" srcId="{2CE4A1F6-29C0-4319-B7D8-8E64C494B245}" destId="{E3CF62F5-5645-4D57-9D0D-7158B6F2D707}" srcOrd="0" destOrd="0" presId="urn:microsoft.com/office/officeart/2005/8/layout/vList2"/>
    <dgm:cxn modelId="{5FF13F15-ED6A-4271-BA10-50B7742B821B}" type="presParOf" srcId="{2CE4A1F6-29C0-4319-B7D8-8E64C494B245}" destId="{39B7A499-341B-4078-AE65-FDA8652B15F3}" srcOrd="1" destOrd="0" presId="urn:microsoft.com/office/officeart/2005/8/layout/vList2"/>
    <dgm:cxn modelId="{D1630B87-9346-4790-A252-D7D979C12C16}" type="presParOf" srcId="{2CE4A1F6-29C0-4319-B7D8-8E64C494B245}" destId="{1073EBD3-F419-4781-AF61-73CB40DD8E9E}" srcOrd="2" destOrd="0" presId="urn:microsoft.com/office/officeart/2005/8/layout/vList2"/>
    <dgm:cxn modelId="{A0D870A7-7E96-44B5-B0F4-D7ACA68BEA1E}" type="presParOf" srcId="{2CE4A1F6-29C0-4319-B7D8-8E64C494B245}" destId="{F2D72CA0-96A7-4DE6-87E7-E209E861464F}" srcOrd="3" destOrd="0" presId="urn:microsoft.com/office/officeart/2005/8/layout/vList2"/>
    <dgm:cxn modelId="{AE264135-8345-492D-9D4C-FFE7D48B51F8}" type="presParOf" srcId="{2CE4A1F6-29C0-4319-B7D8-8E64C494B245}" destId="{2E045A8E-84DD-453D-B13E-16C9B9DC48E8}" srcOrd="4" destOrd="0" presId="urn:microsoft.com/office/officeart/2005/8/layout/vList2"/>
    <dgm:cxn modelId="{78DDB2A2-5E64-47EB-A7C5-EE8B4FAA48D4}" type="presParOf" srcId="{2CE4A1F6-29C0-4319-B7D8-8E64C494B245}" destId="{AD95F19C-0D5B-4756-A5D5-5B71A86B2355}" srcOrd="5" destOrd="0" presId="urn:microsoft.com/office/officeart/2005/8/layout/vList2"/>
    <dgm:cxn modelId="{A9256C59-887A-4B7B-9DAB-933C46C1FE56}" type="presParOf" srcId="{2CE4A1F6-29C0-4319-B7D8-8E64C494B245}" destId="{15F9D673-188C-401A-BC82-045D3A26EA4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0.xml><?xml version="1.0" encoding="utf-8"?>
<dgm:dataModel xmlns:dgm="http://schemas.openxmlformats.org/drawingml/2006/diagram" xmlns:a="http://schemas.openxmlformats.org/drawingml/2006/main">
  <dgm:ptLst>
    <dgm:pt modelId="{2F913C80-5465-46D1-B290-71EBE5CC9F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2EF70C-465F-4786-AD88-0DED4440226B}">
      <dgm:prSet/>
      <dgm:spPr/>
      <dgm:t>
        <a:bodyPr/>
        <a:lstStyle/>
        <a:p>
          <a:r>
            <a:rPr lang="uk-UA" b="0" i="0" dirty="0"/>
            <a:t>цілковитий політичний розпад єдиної держави, перетворення удільних князів на васалів іноземних правителів.</a:t>
          </a:r>
          <a:endParaRPr lang="uk-UA" dirty="0"/>
        </a:p>
      </dgm:t>
    </dgm:pt>
    <dgm:pt modelId="{978B74EC-ECB0-4924-91D4-A97F71C1D3A7}" type="parTrans" cxnId="{6828696F-C32E-4288-9565-661E9554947B}">
      <dgm:prSet/>
      <dgm:spPr/>
      <dgm:t>
        <a:bodyPr/>
        <a:lstStyle/>
        <a:p>
          <a:endParaRPr lang="uk-UA"/>
        </a:p>
      </dgm:t>
    </dgm:pt>
    <dgm:pt modelId="{5215DB06-6031-4073-921E-A0CF3E481EC6}" type="sibTrans" cxnId="{6828696F-C32E-4288-9565-661E9554947B}">
      <dgm:prSet/>
      <dgm:spPr/>
      <dgm:t>
        <a:bodyPr/>
        <a:lstStyle/>
        <a:p>
          <a:endParaRPr lang="uk-UA"/>
        </a:p>
      </dgm:t>
    </dgm:pt>
    <dgm:pt modelId="{0DE7A6A4-A4F5-421C-B633-B1286BC1A203}">
      <dgm:prSet/>
      <dgm:spPr/>
      <dgm:t>
        <a:bodyPr/>
        <a:lstStyle/>
        <a:p>
          <a:r>
            <a:rPr lang="uk-UA" b="0" i="0" dirty="0"/>
            <a:t>економічний і культурний занепад країни, руйнація усіх усталених внутрішніх політичних і династичних </a:t>
          </a:r>
          <a:r>
            <a:rPr lang="uk-UA" b="0" i="0" dirty="0" err="1"/>
            <a:t>зв’язків</a:t>
          </a:r>
          <a:r>
            <a:rPr lang="uk-UA" b="0" i="0" dirty="0"/>
            <a:t>.</a:t>
          </a:r>
          <a:endParaRPr lang="uk-UA" dirty="0"/>
        </a:p>
      </dgm:t>
    </dgm:pt>
    <dgm:pt modelId="{F3A7A924-6FA1-443D-B0ED-633BC0B1D1ED}" type="parTrans" cxnId="{155D385B-1793-4D6C-B5C0-C21CA4198DEE}">
      <dgm:prSet/>
      <dgm:spPr/>
      <dgm:t>
        <a:bodyPr/>
        <a:lstStyle/>
        <a:p>
          <a:endParaRPr lang="uk-UA"/>
        </a:p>
      </dgm:t>
    </dgm:pt>
    <dgm:pt modelId="{684294DB-0AB8-409F-AA7E-FED0600E4A5C}" type="sibTrans" cxnId="{155D385B-1793-4D6C-B5C0-C21CA4198DEE}">
      <dgm:prSet/>
      <dgm:spPr/>
      <dgm:t>
        <a:bodyPr/>
        <a:lstStyle/>
        <a:p>
          <a:endParaRPr lang="uk-UA"/>
        </a:p>
      </dgm:t>
    </dgm:pt>
    <dgm:pt modelId="{71FD747D-E35E-41F8-A11C-0DCDFDD93C1D}" type="pres">
      <dgm:prSet presAssocID="{2F913C80-5465-46D1-B290-71EBE5CC9F6F}" presName="linear" presStyleCnt="0">
        <dgm:presLayoutVars>
          <dgm:animLvl val="lvl"/>
          <dgm:resizeHandles val="exact"/>
        </dgm:presLayoutVars>
      </dgm:prSet>
      <dgm:spPr/>
    </dgm:pt>
    <dgm:pt modelId="{0B2C5CEB-9C3D-412F-8299-F10A55AB62A5}" type="pres">
      <dgm:prSet presAssocID="{4C2EF70C-465F-4786-AD88-0DED4440226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9C88DC0-E8B2-4084-BCCA-6CAFE991B64B}" type="pres">
      <dgm:prSet presAssocID="{5215DB06-6031-4073-921E-A0CF3E481EC6}" presName="spacer" presStyleCnt="0"/>
      <dgm:spPr/>
    </dgm:pt>
    <dgm:pt modelId="{EA8CF5E3-091B-4FBC-AD08-D8A0C0C66122}" type="pres">
      <dgm:prSet presAssocID="{0DE7A6A4-A4F5-421C-B633-B1286BC1A20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55D385B-1793-4D6C-B5C0-C21CA4198DEE}" srcId="{2F913C80-5465-46D1-B290-71EBE5CC9F6F}" destId="{0DE7A6A4-A4F5-421C-B633-B1286BC1A203}" srcOrd="1" destOrd="0" parTransId="{F3A7A924-6FA1-443D-B0ED-633BC0B1D1ED}" sibTransId="{684294DB-0AB8-409F-AA7E-FED0600E4A5C}"/>
    <dgm:cxn modelId="{CE05E349-D935-485E-90CB-B6173CF88FF1}" type="presOf" srcId="{4C2EF70C-465F-4786-AD88-0DED4440226B}" destId="{0B2C5CEB-9C3D-412F-8299-F10A55AB62A5}" srcOrd="0" destOrd="0" presId="urn:microsoft.com/office/officeart/2005/8/layout/vList2"/>
    <dgm:cxn modelId="{6828696F-C32E-4288-9565-661E9554947B}" srcId="{2F913C80-5465-46D1-B290-71EBE5CC9F6F}" destId="{4C2EF70C-465F-4786-AD88-0DED4440226B}" srcOrd="0" destOrd="0" parTransId="{978B74EC-ECB0-4924-91D4-A97F71C1D3A7}" sibTransId="{5215DB06-6031-4073-921E-A0CF3E481EC6}"/>
    <dgm:cxn modelId="{D8DAC952-6611-45C6-8713-5E768BA08984}" type="presOf" srcId="{2F913C80-5465-46D1-B290-71EBE5CC9F6F}" destId="{71FD747D-E35E-41F8-A11C-0DCDFDD93C1D}" srcOrd="0" destOrd="0" presId="urn:microsoft.com/office/officeart/2005/8/layout/vList2"/>
    <dgm:cxn modelId="{6646A17B-FFEE-4A7F-9259-807D3545B083}" type="presOf" srcId="{0DE7A6A4-A4F5-421C-B633-B1286BC1A203}" destId="{EA8CF5E3-091B-4FBC-AD08-D8A0C0C66122}" srcOrd="0" destOrd="0" presId="urn:microsoft.com/office/officeart/2005/8/layout/vList2"/>
    <dgm:cxn modelId="{A958A09E-C6DB-4153-B94F-6ADDFF146F8B}" type="presParOf" srcId="{71FD747D-E35E-41F8-A11C-0DCDFDD93C1D}" destId="{0B2C5CEB-9C3D-412F-8299-F10A55AB62A5}" srcOrd="0" destOrd="0" presId="urn:microsoft.com/office/officeart/2005/8/layout/vList2"/>
    <dgm:cxn modelId="{8247772B-ABB9-4ADE-ADAB-2DD08C6E0664}" type="presParOf" srcId="{71FD747D-E35E-41F8-A11C-0DCDFDD93C1D}" destId="{A9C88DC0-E8B2-4084-BCCA-6CAFE991B64B}" srcOrd="1" destOrd="0" presId="urn:microsoft.com/office/officeart/2005/8/layout/vList2"/>
    <dgm:cxn modelId="{40C16788-500D-44E6-95E8-574AEF5AC591}" type="presParOf" srcId="{71FD747D-E35E-41F8-A11C-0DCDFDD93C1D}" destId="{EA8CF5E3-091B-4FBC-AD08-D8A0C0C6612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1.xml><?xml version="1.0" encoding="utf-8"?>
<dgm:dataModel xmlns:dgm="http://schemas.openxmlformats.org/drawingml/2006/diagram" xmlns:a="http://schemas.openxmlformats.org/drawingml/2006/main">
  <dgm:ptLst>
    <dgm:pt modelId="{7F352DEC-23BA-42FA-B443-FD3DD52ADB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16183A9-B925-48C9-8A2B-C07944BC00CB}">
      <dgm:prSet/>
      <dgm:spPr/>
      <dgm:t>
        <a:bodyPr/>
        <a:lstStyle/>
        <a:p>
          <a:r>
            <a:rPr lang="uk-UA" dirty="0"/>
            <a:t>децентралізація апарату управління, зміна загальноруського законодавства та церковної організації удільними, втрата державного суверенітету.</a:t>
          </a:r>
        </a:p>
      </dgm:t>
    </dgm:pt>
    <dgm:pt modelId="{BD09C203-9642-4388-BED7-B8128C32BC76}" type="parTrans" cxnId="{87829201-CE1D-405D-B987-6CA5BC690034}">
      <dgm:prSet/>
      <dgm:spPr/>
      <dgm:t>
        <a:bodyPr/>
        <a:lstStyle/>
        <a:p>
          <a:endParaRPr lang="uk-UA"/>
        </a:p>
      </dgm:t>
    </dgm:pt>
    <dgm:pt modelId="{069DA2F5-1219-4C3E-8E80-5C3F3F375388}" type="sibTrans" cxnId="{87829201-CE1D-405D-B987-6CA5BC690034}">
      <dgm:prSet/>
      <dgm:spPr/>
      <dgm:t>
        <a:bodyPr/>
        <a:lstStyle/>
        <a:p>
          <a:endParaRPr lang="uk-UA"/>
        </a:p>
      </dgm:t>
    </dgm:pt>
    <dgm:pt modelId="{DE4FFE3B-3C0C-437D-9AE2-BB06443F0213}">
      <dgm:prSet/>
      <dgm:spPr/>
      <dgm:t>
        <a:bodyPr/>
        <a:lstStyle/>
        <a:p>
          <a:r>
            <a:rPr lang="uk-UA" dirty="0"/>
            <a:t>зміна централізованої монархії федеративною, коли державою колективно правила група найвпливовіших князів.</a:t>
          </a:r>
        </a:p>
      </dgm:t>
    </dgm:pt>
    <dgm:pt modelId="{ED2AD415-DCB5-4958-8D1D-C93C6684AE2C}" type="parTrans" cxnId="{0C3397BD-D7FC-4A32-9B2E-0728D05E35C0}">
      <dgm:prSet/>
      <dgm:spPr/>
      <dgm:t>
        <a:bodyPr/>
        <a:lstStyle/>
        <a:p>
          <a:endParaRPr lang="uk-UA"/>
        </a:p>
      </dgm:t>
    </dgm:pt>
    <dgm:pt modelId="{5645F479-8880-407F-93AD-89F1E3B5FCAA}" type="sibTrans" cxnId="{0C3397BD-D7FC-4A32-9B2E-0728D05E35C0}">
      <dgm:prSet/>
      <dgm:spPr/>
      <dgm:t>
        <a:bodyPr/>
        <a:lstStyle/>
        <a:p>
          <a:endParaRPr lang="uk-UA"/>
        </a:p>
      </dgm:t>
    </dgm:pt>
    <dgm:pt modelId="{8C84F323-1FFC-41C8-A3BC-071151388750}" type="pres">
      <dgm:prSet presAssocID="{7F352DEC-23BA-42FA-B443-FD3DD52ADB18}" presName="linear" presStyleCnt="0">
        <dgm:presLayoutVars>
          <dgm:animLvl val="lvl"/>
          <dgm:resizeHandles val="exact"/>
        </dgm:presLayoutVars>
      </dgm:prSet>
      <dgm:spPr/>
    </dgm:pt>
    <dgm:pt modelId="{C58FEACE-1CB6-4BA8-A84B-A375DC576997}" type="pres">
      <dgm:prSet presAssocID="{B16183A9-B925-48C9-8A2B-C07944BC00C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9F39D8F-02CC-452D-A6EF-96C1CD6CD37D}" type="pres">
      <dgm:prSet presAssocID="{069DA2F5-1219-4C3E-8E80-5C3F3F375388}" presName="spacer" presStyleCnt="0"/>
      <dgm:spPr/>
    </dgm:pt>
    <dgm:pt modelId="{9EA77C86-DEED-4C27-8EFB-884F95F20620}" type="pres">
      <dgm:prSet presAssocID="{DE4FFE3B-3C0C-437D-9AE2-BB06443F021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7829201-CE1D-405D-B987-6CA5BC690034}" srcId="{7F352DEC-23BA-42FA-B443-FD3DD52ADB18}" destId="{B16183A9-B925-48C9-8A2B-C07944BC00CB}" srcOrd="0" destOrd="0" parTransId="{BD09C203-9642-4388-BED7-B8128C32BC76}" sibTransId="{069DA2F5-1219-4C3E-8E80-5C3F3F375388}"/>
    <dgm:cxn modelId="{022AEC06-163F-4968-82EA-9128FDBBAD5B}" type="presOf" srcId="{7F352DEC-23BA-42FA-B443-FD3DD52ADB18}" destId="{8C84F323-1FFC-41C8-A3BC-071151388750}" srcOrd="0" destOrd="0" presId="urn:microsoft.com/office/officeart/2005/8/layout/vList2"/>
    <dgm:cxn modelId="{07EBA7B6-B2D8-4A39-83D9-5024A15A7894}" type="presOf" srcId="{DE4FFE3B-3C0C-437D-9AE2-BB06443F0213}" destId="{9EA77C86-DEED-4C27-8EFB-884F95F20620}" srcOrd="0" destOrd="0" presId="urn:microsoft.com/office/officeart/2005/8/layout/vList2"/>
    <dgm:cxn modelId="{0C3397BD-D7FC-4A32-9B2E-0728D05E35C0}" srcId="{7F352DEC-23BA-42FA-B443-FD3DD52ADB18}" destId="{DE4FFE3B-3C0C-437D-9AE2-BB06443F0213}" srcOrd="1" destOrd="0" parTransId="{ED2AD415-DCB5-4958-8D1D-C93C6684AE2C}" sibTransId="{5645F479-8880-407F-93AD-89F1E3B5FCAA}"/>
    <dgm:cxn modelId="{2B90F9D2-23EC-4F7E-B675-07E85B4BF932}" type="presOf" srcId="{B16183A9-B925-48C9-8A2B-C07944BC00CB}" destId="{C58FEACE-1CB6-4BA8-A84B-A375DC576997}" srcOrd="0" destOrd="0" presId="urn:microsoft.com/office/officeart/2005/8/layout/vList2"/>
    <dgm:cxn modelId="{F63A0D0D-1288-4960-BE93-0F210CF9EB5B}" type="presParOf" srcId="{8C84F323-1FFC-41C8-A3BC-071151388750}" destId="{C58FEACE-1CB6-4BA8-A84B-A375DC576997}" srcOrd="0" destOrd="0" presId="urn:microsoft.com/office/officeart/2005/8/layout/vList2"/>
    <dgm:cxn modelId="{DAE916B6-7B5B-4FAF-A0CF-56A5F220CA5E}" type="presParOf" srcId="{8C84F323-1FFC-41C8-A3BC-071151388750}" destId="{C9F39D8F-02CC-452D-A6EF-96C1CD6CD37D}" srcOrd="1" destOrd="0" presId="urn:microsoft.com/office/officeart/2005/8/layout/vList2"/>
    <dgm:cxn modelId="{84AB87AE-8F6F-43D8-AA56-D04E05C00557}" type="presParOf" srcId="{8C84F323-1FFC-41C8-A3BC-071151388750}" destId="{9EA77C86-DEED-4C27-8EFB-884F95F2062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2.xml><?xml version="1.0" encoding="utf-8"?>
<dgm:dataModel xmlns:dgm="http://schemas.openxmlformats.org/drawingml/2006/diagram" xmlns:a="http://schemas.openxmlformats.org/drawingml/2006/main">
  <dgm:ptLst>
    <dgm:pt modelId="{DF50AF2A-D55F-46B3-8FD1-7370AA8D91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315435-D95B-408A-8578-2014AD6CB094}">
      <dgm:prSet/>
      <dgm:spPr/>
      <dgm:t>
        <a:bodyPr/>
        <a:lstStyle/>
        <a:p>
          <a:r>
            <a:rPr lang="uk-UA" b="0" i="0" dirty="0"/>
            <a:t>стало реалізацією вотчинного права Всеволодовичів на Київ.</a:t>
          </a:r>
          <a:endParaRPr lang="uk-UA" dirty="0"/>
        </a:p>
      </dgm:t>
    </dgm:pt>
    <dgm:pt modelId="{AA23B565-EAC8-48DC-8FE2-66BDFBB6B6E2}" type="parTrans" cxnId="{008DA71D-F200-475E-8657-8C25D3CCA2F7}">
      <dgm:prSet/>
      <dgm:spPr/>
      <dgm:t>
        <a:bodyPr/>
        <a:lstStyle/>
        <a:p>
          <a:endParaRPr lang="uk-UA"/>
        </a:p>
      </dgm:t>
    </dgm:pt>
    <dgm:pt modelId="{C0176FC5-66B6-472E-9A7C-820ED67C8694}" type="sibTrans" cxnId="{008DA71D-F200-475E-8657-8C25D3CCA2F7}">
      <dgm:prSet/>
      <dgm:spPr/>
      <dgm:t>
        <a:bodyPr/>
        <a:lstStyle/>
        <a:p>
          <a:endParaRPr lang="uk-UA"/>
        </a:p>
      </dgm:t>
    </dgm:pt>
    <dgm:pt modelId="{C798A858-39EE-40CF-B40E-F11F5B2E864A}">
      <dgm:prSet/>
      <dgm:spPr/>
      <dgm:t>
        <a:bodyPr/>
        <a:lstStyle/>
        <a:p>
          <a:r>
            <a:rPr lang="uk-UA" b="0" i="0"/>
            <a:t>відбулося за запрошенням міського віча під час повстання киян.</a:t>
          </a:r>
          <a:endParaRPr lang="uk-UA"/>
        </a:p>
      </dgm:t>
    </dgm:pt>
    <dgm:pt modelId="{6566D39F-E2D0-4003-A0E7-543F915FE58B}" type="parTrans" cxnId="{AE08F960-8299-45FB-929C-C0F8F0FA8802}">
      <dgm:prSet/>
      <dgm:spPr/>
      <dgm:t>
        <a:bodyPr/>
        <a:lstStyle/>
        <a:p>
          <a:endParaRPr lang="uk-UA"/>
        </a:p>
      </dgm:t>
    </dgm:pt>
    <dgm:pt modelId="{9E344323-E9B2-4AD1-857E-D7CC6334921F}" type="sibTrans" cxnId="{AE08F960-8299-45FB-929C-C0F8F0FA8802}">
      <dgm:prSet/>
      <dgm:spPr/>
      <dgm:t>
        <a:bodyPr/>
        <a:lstStyle/>
        <a:p>
          <a:endParaRPr lang="uk-UA"/>
        </a:p>
      </dgm:t>
    </dgm:pt>
    <dgm:pt modelId="{D5B50951-8C60-4366-97F3-BFC577FB65E3}">
      <dgm:prSet/>
      <dgm:spPr/>
      <dgm:t>
        <a:bodyPr/>
        <a:lstStyle/>
        <a:p>
          <a:r>
            <a:rPr lang="uk-UA" b="0" i="0"/>
            <a:t>було умовою здійснення військового походу проти половців.</a:t>
          </a:r>
          <a:endParaRPr lang="uk-UA"/>
        </a:p>
      </dgm:t>
    </dgm:pt>
    <dgm:pt modelId="{42B5E8F2-7FB3-4978-B999-A4805E053B1A}" type="parTrans" cxnId="{02B50339-A594-4099-A97D-DA5CD677A1BB}">
      <dgm:prSet/>
      <dgm:spPr/>
      <dgm:t>
        <a:bodyPr/>
        <a:lstStyle/>
        <a:p>
          <a:endParaRPr lang="uk-UA"/>
        </a:p>
      </dgm:t>
    </dgm:pt>
    <dgm:pt modelId="{5DCD9EB9-CA4E-453C-AC13-FC827B8D898D}" type="sibTrans" cxnId="{02B50339-A594-4099-A97D-DA5CD677A1BB}">
      <dgm:prSet/>
      <dgm:spPr/>
      <dgm:t>
        <a:bodyPr/>
        <a:lstStyle/>
        <a:p>
          <a:endParaRPr lang="uk-UA"/>
        </a:p>
      </dgm:t>
    </dgm:pt>
    <dgm:pt modelId="{F1B5FA3A-7C73-43F3-BC0F-6BD6DB827939}">
      <dgm:prSet/>
      <dgm:spPr/>
      <dgm:t>
        <a:bodyPr/>
        <a:lstStyle/>
        <a:p>
          <a:r>
            <a:rPr lang="uk-UA" b="0" i="0" dirty="0"/>
            <a:t>спричинило нову міжусобну війну зі Святославичами</a:t>
          </a:r>
          <a:endParaRPr lang="uk-UA" dirty="0"/>
        </a:p>
      </dgm:t>
    </dgm:pt>
    <dgm:pt modelId="{62A8EA09-C20B-4D57-BC5F-DBCCF895698A}" type="parTrans" cxnId="{9BBF537E-122A-45F6-A804-B81702B4F335}">
      <dgm:prSet/>
      <dgm:spPr/>
      <dgm:t>
        <a:bodyPr/>
        <a:lstStyle/>
        <a:p>
          <a:endParaRPr lang="uk-UA"/>
        </a:p>
      </dgm:t>
    </dgm:pt>
    <dgm:pt modelId="{D8A16BCB-B14F-4A29-B129-25216DB890F3}" type="sibTrans" cxnId="{9BBF537E-122A-45F6-A804-B81702B4F335}">
      <dgm:prSet/>
      <dgm:spPr/>
      <dgm:t>
        <a:bodyPr/>
        <a:lstStyle/>
        <a:p>
          <a:endParaRPr lang="uk-UA"/>
        </a:p>
      </dgm:t>
    </dgm:pt>
    <dgm:pt modelId="{485F7D34-9665-4ABC-B049-746AA1673E2D}" type="pres">
      <dgm:prSet presAssocID="{DF50AF2A-D55F-46B3-8FD1-7370AA8D9141}" presName="linear" presStyleCnt="0">
        <dgm:presLayoutVars>
          <dgm:animLvl val="lvl"/>
          <dgm:resizeHandles val="exact"/>
        </dgm:presLayoutVars>
      </dgm:prSet>
      <dgm:spPr/>
    </dgm:pt>
    <dgm:pt modelId="{2EA6A449-168F-45FA-A294-250361B9B5B5}" type="pres">
      <dgm:prSet presAssocID="{B9315435-D95B-408A-8578-2014AD6CB09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73D5822-BF31-42A9-86D1-13B37A9267B5}" type="pres">
      <dgm:prSet presAssocID="{C0176FC5-66B6-472E-9A7C-820ED67C8694}" presName="spacer" presStyleCnt="0"/>
      <dgm:spPr/>
    </dgm:pt>
    <dgm:pt modelId="{072FAD11-7781-4822-978B-9175DA599763}" type="pres">
      <dgm:prSet presAssocID="{C798A858-39EE-40CF-B40E-F11F5B2E86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DF849D-BBE2-468F-A1D2-16B652E23CB9}" type="pres">
      <dgm:prSet presAssocID="{9E344323-E9B2-4AD1-857E-D7CC6334921F}" presName="spacer" presStyleCnt="0"/>
      <dgm:spPr/>
    </dgm:pt>
    <dgm:pt modelId="{40D8E243-4742-46D5-85A3-5FA10C19D03E}" type="pres">
      <dgm:prSet presAssocID="{D5B50951-8C60-4366-97F3-BFC577FB65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546FC9-3586-43B7-B374-A240B6312645}" type="pres">
      <dgm:prSet presAssocID="{5DCD9EB9-CA4E-453C-AC13-FC827B8D898D}" presName="spacer" presStyleCnt="0"/>
      <dgm:spPr/>
    </dgm:pt>
    <dgm:pt modelId="{9FB90CD5-E3CA-44B6-8CFE-9329D82B906E}" type="pres">
      <dgm:prSet presAssocID="{F1B5FA3A-7C73-43F3-BC0F-6BD6DB8279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1EA606-B40F-4BD5-AF6E-A4B1872089D8}" type="presOf" srcId="{DF50AF2A-D55F-46B3-8FD1-7370AA8D9141}" destId="{485F7D34-9665-4ABC-B049-746AA1673E2D}" srcOrd="0" destOrd="0" presId="urn:microsoft.com/office/officeart/2005/8/layout/vList2"/>
    <dgm:cxn modelId="{87A16712-C743-4296-8B47-9BC156538FEC}" type="presOf" srcId="{D5B50951-8C60-4366-97F3-BFC577FB65E3}" destId="{40D8E243-4742-46D5-85A3-5FA10C19D03E}" srcOrd="0" destOrd="0" presId="urn:microsoft.com/office/officeart/2005/8/layout/vList2"/>
    <dgm:cxn modelId="{008DA71D-F200-475E-8657-8C25D3CCA2F7}" srcId="{DF50AF2A-D55F-46B3-8FD1-7370AA8D9141}" destId="{B9315435-D95B-408A-8578-2014AD6CB094}" srcOrd="0" destOrd="0" parTransId="{AA23B565-EAC8-48DC-8FE2-66BDFBB6B6E2}" sibTransId="{C0176FC5-66B6-472E-9A7C-820ED67C8694}"/>
    <dgm:cxn modelId="{02B50339-A594-4099-A97D-DA5CD677A1BB}" srcId="{DF50AF2A-D55F-46B3-8FD1-7370AA8D9141}" destId="{D5B50951-8C60-4366-97F3-BFC577FB65E3}" srcOrd="2" destOrd="0" parTransId="{42B5E8F2-7FB3-4978-B999-A4805E053B1A}" sibTransId="{5DCD9EB9-CA4E-453C-AC13-FC827B8D898D}"/>
    <dgm:cxn modelId="{AE08F960-8299-45FB-929C-C0F8F0FA8802}" srcId="{DF50AF2A-D55F-46B3-8FD1-7370AA8D9141}" destId="{C798A858-39EE-40CF-B40E-F11F5B2E864A}" srcOrd="1" destOrd="0" parTransId="{6566D39F-E2D0-4003-A0E7-543F915FE58B}" sibTransId="{9E344323-E9B2-4AD1-857E-D7CC6334921F}"/>
    <dgm:cxn modelId="{9CCDE94C-E4BB-4649-98CE-14BD091AF6DB}" type="presOf" srcId="{F1B5FA3A-7C73-43F3-BC0F-6BD6DB827939}" destId="{9FB90CD5-E3CA-44B6-8CFE-9329D82B906E}" srcOrd="0" destOrd="0" presId="urn:microsoft.com/office/officeart/2005/8/layout/vList2"/>
    <dgm:cxn modelId="{9BBF537E-122A-45F6-A804-B81702B4F335}" srcId="{DF50AF2A-D55F-46B3-8FD1-7370AA8D9141}" destId="{F1B5FA3A-7C73-43F3-BC0F-6BD6DB827939}" srcOrd="3" destOrd="0" parTransId="{62A8EA09-C20B-4D57-BC5F-DBCCF895698A}" sibTransId="{D8A16BCB-B14F-4A29-B129-25216DB890F3}"/>
    <dgm:cxn modelId="{6B697A86-F216-4D44-AEC7-68FFA8C13919}" type="presOf" srcId="{B9315435-D95B-408A-8578-2014AD6CB094}" destId="{2EA6A449-168F-45FA-A294-250361B9B5B5}" srcOrd="0" destOrd="0" presId="urn:microsoft.com/office/officeart/2005/8/layout/vList2"/>
    <dgm:cxn modelId="{37046A8F-DC90-43E8-B0AB-04F199E18757}" type="presOf" srcId="{C798A858-39EE-40CF-B40E-F11F5B2E864A}" destId="{072FAD11-7781-4822-978B-9175DA599763}" srcOrd="0" destOrd="0" presId="urn:microsoft.com/office/officeart/2005/8/layout/vList2"/>
    <dgm:cxn modelId="{424694C3-155B-4E24-A097-C30AB6FCF6A5}" type="presParOf" srcId="{485F7D34-9665-4ABC-B049-746AA1673E2D}" destId="{2EA6A449-168F-45FA-A294-250361B9B5B5}" srcOrd="0" destOrd="0" presId="urn:microsoft.com/office/officeart/2005/8/layout/vList2"/>
    <dgm:cxn modelId="{72AA883A-4BC3-4C64-AE34-978A91D3B319}" type="presParOf" srcId="{485F7D34-9665-4ABC-B049-746AA1673E2D}" destId="{373D5822-BF31-42A9-86D1-13B37A9267B5}" srcOrd="1" destOrd="0" presId="urn:microsoft.com/office/officeart/2005/8/layout/vList2"/>
    <dgm:cxn modelId="{406BFCC1-D18C-4405-851B-2694F49655D3}" type="presParOf" srcId="{485F7D34-9665-4ABC-B049-746AA1673E2D}" destId="{072FAD11-7781-4822-978B-9175DA599763}" srcOrd="2" destOrd="0" presId="urn:microsoft.com/office/officeart/2005/8/layout/vList2"/>
    <dgm:cxn modelId="{520022A4-AD06-47D9-9E52-B3FCA423DF1A}" type="presParOf" srcId="{485F7D34-9665-4ABC-B049-746AA1673E2D}" destId="{02DF849D-BBE2-468F-A1D2-16B652E23CB9}" srcOrd="3" destOrd="0" presId="urn:microsoft.com/office/officeart/2005/8/layout/vList2"/>
    <dgm:cxn modelId="{6FA8FB23-9268-4D41-8BE4-7949D7961510}" type="presParOf" srcId="{485F7D34-9665-4ABC-B049-746AA1673E2D}" destId="{40D8E243-4742-46D5-85A3-5FA10C19D03E}" srcOrd="4" destOrd="0" presId="urn:microsoft.com/office/officeart/2005/8/layout/vList2"/>
    <dgm:cxn modelId="{DAA26281-831F-469B-8A69-11D8488A3AFD}" type="presParOf" srcId="{485F7D34-9665-4ABC-B049-746AA1673E2D}" destId="{AD546FC9-3586-43B7-B374-A240B6312645}" srcOrd="5" destOrd="0" presId="urn:microsoft.com/office/officeart/2005/8/layout/vList2"/>
    <dgm:cxn modelId="{85AF7EA1-1095-4CB8-9309-238773D335FC}" type="presParOf" srcId="{485F7D34-9665-4ABC-B049-746AA1673E2D}" destId="{9FB90CD5-E3CA-44B6-8CFE-9329D82B90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3.xml><?xml version="1.0" encoding="utf-8"?>
<dgm:dataModel xmlns:dgm="http://schemas.openxmlformats.org/drawingml/2006/diagram" xmlns:a="http://schemas.openxmlformats.org/drawingml/2006/main">
  <dgm:ptLst>
    <dgm:pt modelId="{BFAB4977-2A5E-461F-AFDC-0CDF7F397C8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6D91948-5248-4095-BBA7-85BE2A2C99FF}">
      <dgm:prSet/>
      <dgm:spPr/>
      <dgm:t>
        <a:bodyPr/>
        <a:lstStyle/>
        <a:p>
          <a:r>
            <a:rPr lang="ru-RU" b="0" i="1" dirty="0"/>
            <a:t>«У той же час </a:t>
          </a:r>
          <a:r>
            <a:rPr lang="ru-RU" b="0" i="1" dirty="0" err="1"/>
            <a:t>поїхав</a:t>
          </a:r>
          <a:r>
            <a:rPr lang="ru-RU" b="0" i="1" dirty="0"/>
            <a:t> </a:t>
          </a:r>
          <a:r>
            <a:rPr lang="ru-RU" b="0" i="1" dirty="0" err="1"/>
            <a:t>був</a:t>
          </a:r>
          <a:r>
            <a:rPr lang="ru-RU" b="0" i="1" dirty="0"/>
            <a:t> Данило в Угри до короля (Бели), </a:t>
          </a:r>
          <a:r>
            <a:rPr lang="ru-RU" b="0" i="1" dirty="0" err="1"/>
            <a:t>бо</a:t>
          </a:r>
          <a:r>
            <a:rPr lang="ru-RU" b="0" i="1" dirty="0"/>
            <a:t> </a:t>
          </a:r>
          <a:r>
            <a:rPr lang="ru-RU" b="0" i="1" dirty="0" err="1"/>
            <a:t>він</a:t>
          </a:r>
          <a:r>
            <a:rPr lang="ru-RU" b="0" i="1" dirty="0"/>
            <a:t> </a:t>
          </a:r>
          <a:r>
            <a:rPr lang="ru-RU" b="0" i="1" dirty="0" err="1"/>
            <a:t>іще</a:t>
          </a:r>
          <a:r>
            <a:rPr lang="ru-RU" b="0" i="1" dirty="0"/>
            <a:t> не чув про </a:t>
          </a:r>
          <a:r>
            <a:rPr lang="ru-RU" b="0" i="1" dirty="0" err="1"/>
            <a:t>прихід</a:t>
          </a:r>
          <a:r>
            <a:rPr lang="ru-RU" b="0" i="1" dirty="0"/>
            <a:t> татар на </a:t>
          </a:r>
          <a:r>
            <a:rPr lang="ru-RU" b="0" i="1" dirty="0" err="1"/>
            <a:t>Київ</a:t>
          </a:r>
          <a:r>
            <a:rPr lang="ru-RU" b="0" i="1" dirty="0"/>
            <a:t>. А коли </a:t>
          </a:r>
          <a:r>
            <a:rPr lang="ru-RU" b="0" i="1" dirty="0" err="1"/>
            <a:t>Батий</a:t>
          </a:r>
          <a:r>
            <a:rPr lang="ru-RU" b="0" i="1" dirty="0"/>
            <a:t> </a:t>
          </a:r>
          <a:r>
            <a:rPr lang="ru-RU" b="0" i="1" dirty="0" err="1"/>
            <a:t>узяв</a:t>
          </a:r>
          <a:r>
            <a:rPr lang="ru-RU" b="0" i="1" dirty="0"/>
            <a:t> </a:t>
          </a:r>
          <a:r>
            <a:rPr lang="ru-RU" b="0" i="1" dirty="0" err="1"/>
            <a:t>Київ</a:t>
          </a:r>
          <a:r>
            <a:rPr lang="ru-RU" b="0" i="1" dirty="0"/>
            <a:t> і </a:t>
          </a:r>
          <a:r>
            <a:rPr lang="ru-RU" b="0" i="1" dirty="0" err="1"/>
            <a:t>почув</a:t>
          </a:r>
          <a:r>
            <a:rPr lang="ru-RU" b="0" i="1" dirty="0"/>
            <a:t> </a:t>
          </a:r>
          <a:r>
            <a:rPr lang="ru-RU" b="0" i="1" dirty="0" err="1"/>
            <a:t>він</a:t>
          </a:r>
          <a:r>
            <a:rPr lang="ru-RU" b="0" i="1" dirty="0"/>
            <a:t> про Данила, </a:t>
          </a:r>
          <a:r>
            <a:rPr lang="ru-RU" b="0" i="1" dirty="0" err="1"/>
            <a:t>що</a:t>
          </a:r>
          <a:r>
            <a:rPr lang="ru-RU" b="0" i="1" dirty="0"/>
            <a:t> той в Уграх є, то рушив сам до (города) </a:t>
          </a:r>
          <a:r>
            <a:rPr lang="ru-RU" b="0" i="1" dirty="0" err="1"/>
            <a:t>Володимира</a:t>
          </a:r>
          <a:r>
            <a:rPr lang="ru-RU" b="0" i="1" dirty="0"/>
            <a:t>…»</a:t>
          </a:r>
          <a:endParaRPr lang="uk-UA" dirty="0"/>
        </a:p>
      </dgm:t>
    </dgm:pt>
    <dgm:pt modelId="{63E62A8A-57D2-4283-8BC6-129CB8ABC3B5}" type="parTrans" cxnId="{83E0A404-0D52-4D3D-90D1-9AB2F8381C71}">
      <dgm:prSet/>
      <dgm:spPr/>
      <dgm:t>
        <a:bodyPr/>
        <a:lstStyle/>
        <a:p>
          <a:endParaRPr lang="uk-UA"/>
        </a:p>
      </dgm:t>
    </dgm:pt>
    <dgm:pt modelId="{ED6490B7-9783-4368-87C6-FD3F4C5721E3}" type="sibTrans" cxnId="{83E0A404-0D52-4D3D-90D1-9AB2F8381C71}">
      <dgm:prSet/>
      <dgm:spPr/>
      <dgm:t>
        <a:bodyPr/>
        <a:lstStyle/>
        <a:p>
          <a:endParaRPr lang="uk-UA"/>
        </a:p>
      </dgm:t>
    </dgm:pt>
    <dgm:pt modelId="{CA18366B-7027-4936-852B-B491A499FC56}">
      <dgm:prSet/>
      <dgm:spPr/>
      <dgm:t>
        <a:bodyPr/>
        <a:lstStyle/>
        <a:p>
          <a:r>
            <a:rPr lang="ru-RU" b="0" i="1" dirty="0"/>
            <a:t>«І говорили (</a:t>
          </a:r>
          <a:r>
            <a:rPr lang="ru-RU" b="0" i="1" dirty="0" err="1"/>
            <a:t>половці</a:t>
          </a:r>
          <a:r>
            <a:rPr lang="ru-RU" b="0" i="1" dirty="0"/>
            <a:t>) руським князям: «</a:t>
          </a:r>
          <a:r>
            <a:rPr lang="ru-RU" b="0" i="1" dirty="0" err="1"/>
            <a:t>Якщо</a:t>
          </a:r>
          <a:r>
            <a:rPr lang="ru-RU" b="0" i="1" dirty="0"/>
            <a:t> </a:t>
          </a:r>
          <a:r>
            <a:rPr lang="ru-RU" b="0" i="1" dirty="0" err="1"/>
            <a:t>ви</a:t>
          </a:r>
          <a:r>
            <a:rPr lang="ru-RU" b="0" i="1" dirty="0"/>
            <a:t> не поможете нам, (то) ми </a:t>
          </a:r>
          <a:r>
            <a:rPr lang="ru-RU" b="0" i="1" dirty="0" err="1"/>
            <a:t>нині</a:t>
          </a:r>
          <a:r>
            <a:rPr lang="ru-RU" b="0" i="1" dirty="0"/>
            <a:t> </a:t>
          </a:r>
          <a:r>
            <a:rPr lang="ru-RU" b="0" i="1" dirty="0" err="1"/>
            <a:t>порубані</a:t>
          </a:r>
          <a:r>
            <a:rPr lang="ru-RU" b="0" i="1" dirty="0"/>
            <a:t> були, а </a:t>
          </a:r>
          <a:r>
            <a:rPr lang="ru-RU" b="0" i="1" dirty="0" err="1"/>
            <a:t>ви</a:t>
          </a:r>
          <a:r>
            <a:rPr lang="ru-RU" b="0" i="1" dirty="0"/>
            <a:t> завтра </a:t>
          </a:r>
          <a:r>
            <a:rPr lang="ru-RU" b="0" i="1" dirty="0" err="1"/>
            <a:t>порубані</a:t>
          </a:r>
          <a:r>
            <a:rPr lang="ru-RU" b="0" i="1" dirty="0"/>
            <a:t> будете…» І </a:t>
          </a:r>
          <a:r>
            <a:rPr lang="ru-RU" b="0" i="1" dirty="0" err="1"/>
            <a:t>вирішили</a:t>
          </a:r>
          <a:r>
            <a:rPr lang="ru-RU" b="0" i="1" dirty="0"/>
            <a:t> </a:t>
          </a:r>
          <a:r>
            <a:rPr lang="ru-RU" b="0" i="1" dirty="0" err="1"/>
            <a:t>князі</a:t>
          </a:r>
          <a:r>
            <a:rPr lang="ru-RU" b="0" i="1" dirty="0"/>
            <a:t>: «</a:t>
          </a:r>
          <a:r>
            <a:rPr lang="ru-RU" b="0" i="1" dirty="0" err="1"/>
            <a:t>Лучче</a:t>
          </a:r>
          <a:r>
            <a:rPr lang="ru-RU" b="0" i="1" dirty="0"/>
            <a:t> б нам </a:t>
          </a:r>
          <a:r>
            <a:rPr lang="ru-RU" b="0" i="1" dirty="0" err="1"/>
            <a:t>зустріти</a:t>
          </a:r>
          <a:r>
            <a:rPr lang="ru-RU" b="0" i="1" dirty="0"/>
            <a:t> </a:t>
          </a:r>
          <a:r>
            <a:rPr lang="ru-RU" b="0" i="1" dirty="0" err="1"/>
            <a:t>їх</a:t>
          </a:r>
          <a:r>
            <a:rPr lang="ru-RU" b="0" i="1" dirty="0"/>
            <a:t> на </a:t>
          </a:r>
          <a:r>
            <a:rPr lang="ru-RU" b="0" i="1" dirty="0" err="1"/>
            <a:t>чужий</a:t>
          </a:r>
          <a:r>
            <a:rPr lang="ru-RU" b="0" i="1" dirty="0"/>
            <a:t> </a:t>
          </a:r>
          <a:r>
            <a:rPr lang="ru-RU" b="0" i="1" dirty="0" err="1"/>
            <a:t>землі</a:t>
          </a:r>
          <a:r>
            <a:rPr lang="ru-RU" b="0" i="1" dirty="0"/>
            <a:t>, </a:t>
          </a:r>
          <a:r>
            <a:rPr lang="ru-RU" b="0" i="1" dirty="0" err="1"/>
            <a:t>аніж</a:t>
          </a:r>
          <a:r>
            <a:rPr lang="ru-RU" b="0" i="1" dirty="0"/>
            <a:t> на </a:t>
          </a:r>
          <a:r>
            <a:rPr lang="ru-RU" b="0" i="1" dirty="0" err="1"/>
            <a:t>своїй</a:t>
          </a:r>
          <a:r>
            <a:rPr lang="ru-RU" b="0" i="1" dirty="0"/>
            <a:t>»…»</a:t>
          </a:r>
          <a:endParaRPr lang="uk-UA" dirty="0"/>
        </a:p>
      </dgm:t>
    </dgm:pt>
    <dgm:pt modelId="{99FFF5CA-D4C5-426C-8C05-80D4638CD0AD}" type="parTrans" cxnId="{1BFB89D6-140E-41EF-A0FC-61FB566F231F}">
      <dgm:prSet/>
      <dgm:spPr/>
      <dgm:t>
        <a:bodyPr/>
        <a:lstStyle/>
        <a:p>
          <a:endParaRPr lang="uk-UA"/>
        </a:p>
      </dgm:t>
    </dgm:pt>
    <dgm:pt modelId="{3C3A9DE4-7B97-4800-A89A-C7279B1BF60B}" type="sibTrans" cxnId="{1BFB89D6-140E-41EF-A0FC-61FB566F231F}">
      <dgm:prSet/>
      <dgm:spPr/>
      <dgm:t>
        <a:bodyPr/>
        <a:lstStyle/>
        <a:p>
          <a:endParaRPr lang="uk-UA"/>
        </a:p>
      </dgm:t>
    </dgm:pt>
    <dgm:pt modelId="{EEAB37D4-B7F7-49C0-AFAD-3BE592A109A1}" type="pres">
      <dgm:prSet presAssocID="{BFAB4977-2A5E-461F-AFDC-0CDF7F397C85}" presName="linear" presStyleCnt="0">
        <dgm:presLayoutVars>
          <dgm:animLvl val="lvl"/>
          <dgm:resizeHandles val="exact"/>
        </dgm:presLayoutVars>
      </dgm:prSet>
      <dgm:spPr/>
    </dgm:pt>
    <dgm:pt modelId="{2F1BE5F9-7C7B-4D84-B533-2300A1071BDB}" type="pres">
      <dgm:prSet presAssocID="{16D91948-5248-4095-BBA7-85BE2A2C99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CAFEF38-8A3A-48C1-ABFD-C3ADC7C50348}" type="pres">
      <dgm:prSet presAssocID="{ED6490B7-9783-4368-87C6-FD3F4C5721E3}" presName="spacer" presStyleCnt="0"/>
      <dgm:spPr/>
    </dgm:pt>
    <dgm:pt modelId="{FABD63AA-F6D8-4EBC-94C2-209AB2D7B03A}" type="pres">
      <dgm:prSet presAssocID="{CA18366B-7027-4936-852B-B491A499FC5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3E0A404-0D52-4D3D-90D1-9AB2F8381C71}" srcId="{BFAB4977-2A5E-461F-AFDC-0CDF7F397C85}" destId="{16D91948-5248-4095-BBA7-85BE2A2C99FF}" srcOrd="0" destOrd="0" parTransId="{63E62A8A-57D2-4283-8BC6-129CB8ABC3B5}" sibTransId="{ED6490B7-9783-4368-87C6-FD3F4C5721E3}"/>
    <dgm:cxn modelId="{A4267E14-B746-4F31-80FB-C63358DDA747}" type="presOf" srcId="{16D91948-5248-4095-BBA7-85BE2A2C99FF}" destId="{2F1BE5F9-7C7B-4D84-B533-2300A1071BDB}" srcOrd="0" destOrd="0" presId="urn:microsoft.com/office/officeart/2005/8/layout/vList2"/>
    <dgm:cxn modelId="{BB9F715F-2E04-4121-AA6E-5A01054B0ACF}" type="presOf" srcId="{BFAB4977-2A5E-461F-AFDC-0CDF7F397C85}" destId="{EEAB37D4-B7F7-49C0-AFAD-3BE592A109A1}" srcOrd="0" destOrd="0" presId="urn:microsoft.com/office/officeart/2005/8/layout/vList2"/>
    <dgm:cxn modelId="{1BFB89D6-140E-41EF-A0FC-61FB566F231F}" srcId="{BFAB4977-2A5E-461F-AFDC-0CDF7F397C85}" destId="{CA18366B-7027-4936-852B-B491A499FC56}" srcOrd="1" destOrd="0" parTransId="{99FFF5CA-D4C5-426C-8C05-80D4638CD0AD}" sibTransId="{3C3A9DE4-7B97-4800-A89A-C7279B1BF60B}"/>
    <dgm:cxn modelId="{3B9A44DC-84B1-4BB7-B42A-1A1B3F7A5ECA}" type="presOf" srcId="{CA18366B-7027-4936-852B-B491A499FC56}" destId="{FABD63AA-F6D8-4EBC-94C2-209AB2D7B03A}" srcOrd="0" destOrd="0" presId="urn:microsoft.com/office/officeart/2005/8/layout/vList2"/>
    <dgm:cxn modelId="{CABE5E51-1481-4AD1-ACC9-BC3B8E594553}" type="presParOf" srcId="{EEAB37D4-B7F7-49C0-AFAD-3BE592A109A1}" destId="{2F1BE5F9-7C7B-4D84-B533-2300A1071BDB}" srcOrd="0" destOrd="0" presId="urn:microsoft.com/office/officeart/2005/8/layout/vList2"/>
    <dgm:cxn modelId="{75A3B365-AE84-484D-906D-151DB52BCB36}" type="presParOf" srcId="{EEAB37D4-B7F7-49C0-AFAD-3BE592A109A1}" destId="{ACAFEF38-8A3A-48C1-ABFD-C3ADC7C50348}" srcOrd="1" destOrd="0" presId="urn:microsoft.com/office/officeart/2005/8/layout/vList2"/>
    <dgm:cxn modelId="{DD10B509-97A3-4E14-8610-298A0CF1B495}" type="presParOf" srcId="{EEAB37D4-B7F7-49C0-AFAD-3BE592A109A1}" destId="{FABD63AA-F6D8-4EBC-94C2-209AB2D7B03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4.xml><?xml version="1.0" encoding="utf-8"?>
<dgm:dataModel xmlns:dgm="http://schemas.openxmlformats.org/drawingml/2006/diagram" xmlns:a="http://schemas.openxmlformats.org/drawingml/2006/main">
  <dgm:ptLst>
    <dgm:pt modelId="{2D3E6313-B394-485A-9A7E-C7ADF08D5A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66B215-792D-4A72-882C-F26146F4E2E7}">
      <dgm:prSet/>
      <dgm:spPr/>
      <dgm:t>
        <a:bodyPr/>
        <a:lstStyle/>
        <a:p>
          <a:r>
            <a:rPr lang="uk-UA" b="0" i="1" dirty="0"/>
            <a:t>«Прибули Святополк (</a:t>
          </a:r>
          <a:r>
            <a:rPr lang="uk-UA" b="0" i="1" dirty="0" err="1"/>
            <a:t>Ізяславич</a:t>
          </a:r>
          <a:r>
            <a:rPr lang="uk-UA" b="0" i="1" dirty="0"/>
            <a:t>), і Володимир (Всеволодович), і Давид Ігоревич, і Василько Ростиславич, і Давид Святославич, і брат його Олег, і зібралися в (городі) Любечі, щоб уладнати мир…»</a:t>
          </a:r>
          <a:endParaRPr lang="uk-UA" dirty="0"/>
        </a:p>
      </dgm:t>
    </dgm:pt>
    <dgm:pt modelId="{108C0D55-DF54-4DCF-ABD6-C1EC7A503016}" type="parTrans" cxnId="{0A923B31-2EC7-4951-BBFB-2387102406E0}">
      <dgm:prSet/>
      <dgm:spPr/>
      <dgm:t>
        <a:bodyPr/>
        <a:lstStyle/>
        <a:p>
          <a:endParaRPr lang="uk-UA"/>
        </a:p>
      </dgm:t>
    </dgm:pt>
    <dgm:pt modelId="{453F6FEA-4EE8-4BB8-8181-EA319D5C2F6A}" type="sibTrans" cxnId="{0A923B31-2EC7-4951-BBFB-2387102406E0}">
      <dgm:prSet/>
      <dgm:spPr/>
      <dgm:t>
        <a:bodyPr/>
        <a:lstStyle/>
        <a:p>
          <a:endParaRPr lang="uk-UA"/>
        </a:p>
      </dgm:t>
    </dgm:pt>
    <dgm:pt modelId="{281B347E-307C-4140-94FF-E55A957B68A1}">
      <dgm:prSet/>
      <dgm:spPr/>
      <dgm:t>
        <a:bodyPr/>
        <a:lstStyle/>
        <a:p>
          <a:r>
            <a:rPr lang="uk-UA" b="0" i="1" dirty="0"/>
            <a:t>«Прийшли іноплемінники на Руську землю, половці </a:t>
          </a:r>
          <a:r>
            <a:rPr lang="uk-UA" b="0" i="1" dirty="0" err="1"/>
            <a:t>многі</a:t>
          </a:r>
          <a:r>
            <a:rPr lang="uk-UA" b="0" i="1" dirty="0"/>
            <a:t>. А Ізяслав, і Святослав, і Всеволод вийшли супроти них на р. Альту. І коли настала ніч, рушили вони одні проти одних. …і побігли руські князі, і перемогли половці…»</a:t>
          </a:r>
          <a:endParaRPr lang="uk-UA" dirty="0"/>
        </a:p>
      </dgm:t>
    </dgm:pt>
    <dgm:pt modelId="{D24EB135-1C82-43AE-B2D2-F59390EBF11D}" type="parTrans" cxnId="{E6B591FD-BCF0-438E-9CEA-89C14BD777A3}">
      <dgm:prSet/>
      <dgm:spPr/>
      <dgm:t>
        <a:bodyPr/>
        <a:lstStyle/>
        <a:p>
          <a:endParaRPr lang="uk-UA"/>
        </a:p>
      </dgm:t>
    </dgm:pt>
    <dgm:pt modelId="{D4CA0B8B-46FD-441C-95A7-51B14EFD46C5}" type="sibTrans" cxnId="{E6B591FD-BCF0-438E-9CEA-89C14BD777A3}">
      <dgm:prSet/>
      <dgm:spPr/>
      <dgm:t>
        <a:bodyPr/>
        <a:lstStyle/>
        <a:p>
          <a:endParaRPr lang="uk-UA"/>
        </a:p>
      </dgm:t>
    </dgm:pt>
    <dgm:pt modelId="{1397DED1-E30B-4DBB-8097-E497A73D4CA3}" type="pres">
      <dgm:prSet presAssocID="{2D3E6313-B394-485A-9A7E-C7ADF08D5A43}" presName="linear" presStyleCnt="0">
        <dgm:presLayoutVars>
          <dgm:animLvl val="lvl"/>
          <dgm:resizeHandles val="exact"/>
        </dgm:presLayoutVars>
      </dgm:prSet>
      <dgm:spPr/>
    </dgm:pt>
    <dgm:pt modelId="{FA9DAE41-9DCA-4C34-BA8B-6A7BBAC1A91E}" type="pres">
      <dgm:prSet presAssocID="{7266B215-792D-4A72-882C-F26146F4E2E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762561E-CB5E-4A68-9002-FAE190966FA7}" type="pres">
      <dgm:prSet presAssocID="{453F6FEA-4EE8-4BB8-8181-EA319D5C2F6A}" presName="spacer" presStyleCnt="0"/>
      <dgm:spPr/>
    </dgm:pt>
    <dgm:pt modelId="{8EDA716D-6AF9-4E88-9669-32162B20A6BA}" type="pres">
      <dgm:prSet presAssocID="{281B347E-307C-4140-94FF-E55A957B68A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4789F0A-5806-4820-9B9B-5D6B6EB39639}" type="presOf" srcId="{7266B215-792D-4A72-882C-F26146F4E2E7}" destId="{FA9DAE41-9DCA-4C34-BA8B-6A7BBAC1A91E}" srcOrd="0" destOrd="0" presId="urn:microsoft.com/office/officeart/2005/8/layout/vList2"/>
    <dgm:cxn modelId="{0A923B31-2EC7-4951-BBFB-2387102406E0}" srcId="{2D3E6313-B394-485A-9A7E-C7ADF08D5A43}" destId="{7266B215-792D-4A72-882C-F26146F4E2E7}" srcOrd="0" destOrd="0" parTransId="{108C0D55-DF54-4DCF-ABD6-C1EC7A503016}" sibTransId="{453F6FEA-4EE8-4BB8-8181-EA319D5C2F6A}"/>
    <dgm:cxn modelId="{B991A291-0161-4E8D-A600-B0003FEA1561}" type="presOf" srcId="{281B347E-307C-4140-94FF-E55A957B68A1}" destId="{8EDA716D-6AF9-4E88-9669-32162B20A6BA}" srcOrd="0" destOrd="0" presId="urn:microsoft.com/office/officeart/2005/8/layout/vList2"/>
    <dgm:cxn modelId="{EB1726D4-0F78-425B-8203-CB295BEEDD20}" type="presOf" srcId="{2D3E6313-B394-485A-9A7E-C7ADF08D5A43}" destId="{1397DED1-E30B-4DBB-8097-E497A73D4CA3}" srcOrd="0" destOrd="0" presId="urn:microsoft.com/office/officeart/2005/8/layout/vList2"/>
    <dgm:cxn modelId="{E6B591FD-BCF0-438E-9CEA-89C14BD777A3}" srcId="{2D3E6313-B394-485A-9A7E-C7ADF08D5A43}" destId="{281B347E-307C-4140-94FF-E55A957B68A1}" srcOrd="1" destOrd="0" parTransId="{D24EB135-1C82-43AE-B2D2-F59390EBF11D}" sibTransId="{D4CA0B8B-46FD-441C-95A7-51B14EFD46C5}"/>
    <dgm:cxn modelId="{807CD8D8-43E3-48FF-A7F7-DB11E4EDAEA1}" type="presParOf" srcId="{1397DED1-E30B-4DBB-8097-E497A73D4CA3}" destId="{FA9DAE41-9DCA-4C34-BA8B-6A7BBAC1A91E}" srcOrd="0" destOrd="0" presId="urn:microsoft.com/office/officeart/2005/8/layout/vList2"/>
    <dgm:cxn modelId="{B891A3DA-19BE-4AB7-9D1D-4EBAC6627A0E}" type="presParOf" srcId="{1397DED1-E30B-4DBB-8097-E497A73D4CA3}" destId="{F762561E-CB5E-4A68-9002-FAE190966FA7}" srcOrd="1" destOrd="0" presId="urn:microsoft.com/office/officeart/2005/8/layout/vList2"/>
    <dgm:cxn modelId="{CB4F98B3-412E-45EF-8D1D-F2D070E41A67}" type="presParOf" srcId="{1397DED1-E30B-4DBB-8097-E497A73D4CA3}" destId="{8EDA716D-6AF9-4E88-9669-32162B20A6B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5.xml><?xml version="1.0" encoding="utf-8"?>
<dgm:dataModel xmlns:dgm="http://schemas.openxmlformats.org/drawingml/2006/diagram" xmlns:a="http://schemas.openxmlformats.org/drawingml/2006/main">
  <dgm:ptLst>
    <dgm:pt modelId="{BF825C89-F431-490F-A1FE-BF69C7031B7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0F93A6-3B57-462F-AD30-BB9592442FC4}">
      <dgm:prSet/>
      <dgm:spPr/>
      <dgm:t>
        <a:bodyPr/>
        <a:lstStyle/>
        <a:p>
          <a:r>
            <a:rPr lang="uk-UA" b="0" i="0" dirty="0"/>
            <a:t>хозарами</a:t>
          </a:r>
          <a:endParaRPr lang="uk-UA" dirty="0"/>
        </a:p>
      </dgm:t>
    </dgm:pt>
    <dgm:pt modelId="{159EED91-706B-40D4-B232-A710E27A4BD7}" type="parTrans" cxnId="{969FA136-A714-4073-9B3B-8110FF85F819}">
      <dgm:prSet/>
      <dgm:spPr/>
      <dgm:t>
        <a:bodyPr/>
        <a:lstStyle/>
        <a:p>
          <a:endParaRPr lang="uk-UA"/>
        </a:p>
      </dgm:t>
    </dgm:pt>
    <dgm:pt modelId="{A5E3FD49-91BF-4AC2-A4A8-014E3EC84A47}" type="sibTrans" cxnId="{969FA136-A714-4073-9B3B-8110FF85F819}">
      <dgm:prSet/>
      <dgm:spPr/>
      <dgm:t>
        <a:bodyPr/>
        <a:lstStyle/>
        <a:p>
          <a:endParaRPr lang="uk-UA"/>
        </a:p>
      </dgm:t>
    </dgm:pt>
    <dgm:pt modelId="{2F6E4F4D-E6D3-4397-A43E-64EDF514B33E}">
      <dgm:prSet/>
      <dgm:spPr/>
      <dgm:t>
        <a:bodyPr/>
        <a:lstStyle/>
        <a:p>
          <a:r>
            <a:rPr lang="uk-UA" b="0" i="0" dirty="0"/>
            <a:t>монголами</a:t>
          </a:r>
          <a:endParaRPr lang="uk-UA" dirty="0"/>
        </a:p>
      </dgm:t>
    </dgm:pt>
    <dgm:pt modelId="{8394F098-91A2-4165-80E0-B97BB9AB4624}" type="parTrans" cxnId="{164AA031-5E4A-44DE-BD8B-28749AA06A86}">
      <dgm:prSet/>
      <dgm:spPr/>
      <dgm:t>
        <a:bodyPr/>
        <a:lstStyle/>
        <a:p>
          <a:endParaRPr lang="uk-UA"/>
        </a:p>
      </dgm:t>
    </dgm:pt>
    <dgm:pt modelId="{C9230F57-C565-462F-A6E7-060F7E6E856F}" type="sibTrans" cxnId="{164AA031-5E4A-44DE-BD8B-28749AA06A86}">
      <dgm:prSet/>
      <dgm:spPr/>
      <dgm:t>
        <a:bodyPr/>
        <a:lstStyle/>
        <a:p>
          <a:endParaRPr lang="uk-UA"/>
        </a:p>
      </dgm:t>
    </dgm:pt>
    <dgm:pt modelId="{B11DD398-3452-4C69-89C5-6B8FDCB0674C}">
      <dgm:prSet/>
      <dgm:spPr/>
      <dgm:t>
        <a:bodyPr/>
        <a:lstStyle/>
        <a:p>
          <a:r>
            <a:rPr lang="uk-UA" b="0" i="0"/>
            <a:t>печенігами</a:t>
          </a:r>
          <a:endParaRPr lang="uk-UA"/>
        </a:p>
      </dgm:t>
    </dgm:pt>
    <dgm:pt modelId="{6B688585-5F33-4CC3-B088-DC863646E1DC}" type="parTrans" cxnId="{F1C7D77E-BE8D-47DE-825D-5AA01B8DF1F7}">
      <dgm:prSet/>
      <dgm:spPr/>
      <dgm:t>
        <a:bodyPr/>
        <a:lstStyle/>
        <a:p>
          <a:endParaRPr lang="uk-UA"/>
        </a:p>
      </dgm:t>
    </dgm:pt>
    <dgm:pt modelId="{C065EDB1-D339-4830-8C8A-E6E6C4B3119C}" type="sibTrans" cxnId="{F1C7D77E-BE8D-47DE-825D-5AA01B8DF1F7}">
      <dgm:prSet/>
      <dgm:spPr/>
      <dgm:t>
        <a:bodyPr/>
        <a:lstStyle/>
        <a:p>
          <a:endParaRPr lang="uk-UA"/>
        </a:p>
      </dgm:t>
    </dgm:pt>
    <dgm:pt modelId="{C92AD156-7A69-4F09-9FD7-DA51FD1E894C}">
      <dgm:prSet/>
      <dgm:spPr/>
      <dgm:t>
        <a:bodyPr/>
        <a:lstStyle/>
        <a:p>
          <a:r>
            <a:rPr lang="uk-UA" b="0" i="0" dirty="0"/>
            <a:t>половцями</a:t>
          </a:r>
          <a:endParaRPr lang="uk-UA" dirty="0"/>
        </a:p>
      </dgm:t>
    </dgm:pt>
    <dgm:pt modelId="{3F3B7A3A-247B-458D-ADFF-8374D7321470}" type="parTrans" cxnId="{9507F34C-72CE-44F0-B519-A01D5947B4C6}">
      <dgm:prSet/>
      <dgm:spPr/>
      <dgm:t>
        <a:bodyPr/>
        <a:lstStyle/>
        <a:p>
          <a:endParaRPr lang="uk-UA"/>
        </a:p>
      </dgm:t>
    </dgm:pt>
    <dgm:pt modelId="{DDFA990B-9F96-4899-8287-7C2BF71BF881}" type="sibTrans" cxnId="{9507F34C-72CE-44F0-B519-A01D5947B4C6}">
      <dgm:prSet/>
      <dgm:spPr/>
      <dgm:t>
        <a:bodyPr/>
        <a:lstStyle/>
        <a:p>
          <a:endParaRPr lang="uk-UA"/>
        </a:p>
      </dgm:t>
    </dgm:pt>
    <dgm:pt modelId="{C1F702CC-5A63-492B-ABA1-E7D70F69AFA7}" type="pres">
      <dgm:prSet presAssocID="{BF825C89-F431-490F-A1FE-BF69C7031B78}" presName="linearFlow" presStyleCnt="0">
        <dgm:presLayoutVars>
          <dgm:dir/>
          <dgm:resizeHandles val="exact"/>
        </dgm:presLayoutVars>
      </dgm:prSet>
      <dgm:spPr/>
    </dgm:pt>
    <dgm:pt modelId="{0B7E2C3E-3E8D-480B-A047-F03743A5BF44}" type="pres">
      <dgm:prSet presAssocID="{8F0F93A6-3B57-462F-AD30-BB9592442FC4}" presName="composite" presStyleCnt="0"/>
      <dgm:spPr/>
    </dgm:pt>
    <dgm:pt modelId="{1ABC03A8-CCFC-43BD-AAA5-9E4E4D5B6148}" type="pres">
      <dgm:prSet presAssocID="{8F0F93A6-3B57-462F-AD30-BB9592442FC4}" presName="imgShp" presStyleLbl="fgImgPlace1" presStyleIdx="0" presStyleCnt="4"/>
      <dgm:spPr/>
    </dgm:pt>
    <dgm:pt modelId="{7DCF94C0-6D4A-42CC-B9A3-52CC32C46B16}" type="pres">
      <dgm:prSet presAssocID="{8F0F93A6-3B57-462F-AD30-BB9592442FC4}" presName="txShp" presStyleLbl="node1" presStyleIdx="0" presStyleCnt="4">
        <dgm:presLayoutVars>
          <dgm:bulletEnabled val="1"/>
        </dgm:presLayoutVars>
      </dgm:prSet>
      <dgm:spPr/>
    </dgm:pt>
    <dgm:pt modelId="{E3A7EBEE-DF87-434E-954A-01147CA90B42}" type="pres">
      <dgm:prSet presAssocID="{A5E3FD49-91BF-4AC2-A4A8-014E3EC84A47}" presName="spacing" presStyleCnt="0"/>
      <dgm:spPr/>
    </dgm:pt>
    <dgm:pt modelId="{607DAAFA-D62F-448F-B837-912713B01AEA}" type="pres">
      <dgm:prSet presAssocID="{2F6E4F4D-E6D3-4397-A43E-64EDF514B33E}" presName="composite" presStyleCnt="0"/>
      <dgm:spPr/>
    </dgm:pt>
    <dgm:pt modelId="{860CA67E-A3B7-46CB-ACC1-0426C68710D3}" type="pres">
      <dgm:prSet presAssocID="{2F6E4F4D-E6D3-4397-A43E-64EDF514B33E}" presName="imgShp" presStyleLbl="fgImgPlace1" presStyleIdx="1" presStyleCnt="4"/>
      <dgm:spPr/>
    </dgm:pt>
    <dgm:pt modelId="{78E83AB6-3398-4201-B760-995F66C8A9C3}" type="pres">
      <dgm:prSet presAssocID="{2F6E4F4D-E6D3-4397-A43E-64EDF514B33E}" presName="txShp" presStyleLbl="node1" presStyleIdx="1" presStyleCnt="4">
        <dgm:presLayoutVars>
          <dgm:bulletEnabled val="1"/>
        </dgm:presLayoutVars>
      </dgm:prSet>
      <dgm:spPr/>
    </dgm:pt>
    <dgm:pt modelId="{2A4CBD25-53E3-40A3-84BE-6F4CFDEF3084}" type="pres">
      <dgm:prSet presAssocID="{C9230F57-C565-462F-A6E7-060F7E6E856F}" presName="spacing" presStyleCnt="0"/>
      <dgm:spPr/>
    </dgm:pt>
    <dgm:pt modelId="{5738CBA3-B654-4D96-93E5-60C2E8364D80}" type="pres">
      <dgm:prSet presAssocID="{B11DD398-3452-4C69-89C5-6B8FDCB0674C}" presName="composite" presStyleCnt="0"/>
      <dgm:spPr/>
    </dgm:pt>
    <dgm:pt modelId="{B48B57F5-75EA-442B-AC68-C0A08C169AE7}" type="pres">
      <dgm:prSet presAssocID="{B11DD398-3452-4C69-89C5-6B8FDCB0674C}" presName="imgShp" presStyleLbl="fgImgPlace1" presStyleIdx="2" presStyleCnt="4"/>
      <dgm:spPr/>
    </dgm:pt>
    <dgm:pt modelId="{7D0926AF-3FCD-47AF-AB94-6BAF915A9FFE}" type="pres">
      <dgm:prSet presAssocID="{B11DD398-3452-4C69-89C5-6B8FDCB0674C}" presName="txShp" presStyleLbl="node1" presStyleIdx="2" presStyleCnt="4">
        <dgm:presLayoutVars>
          <dgm:bulletEnabled val="1"/>
        </dgm:presLayoutVars>
      </dgm:prSet>
      <dgm:spPr/>
    </dgm:pt>
    <dgm:pt modelId="{EEBBEAA2-271F-45DA-AEEE-CA763991ABAF}" type="pres">
      <dgm:prSet presAssocID="{C065EDB1-D339-4830-8C8A-E6E6C4B3119C}" presName="spacing" presStyleCnt="0"/>
      <dgm:spPr/>
    </dgm:pt>
    <dgm:pt modelId="{21E7B634-0F5D-493D-9E5A-4BC76DA65CBF}" type="pres">
      <dgm:prSet presAssocID="{C92AD156-7A69-4F09-9FD7-DA51FD1E894C}" presName="composite" presStyleCnt="0"/>
      <dgm:spPr/>
    </dgm:pt>
    <dgm:pt modelId="{D275EFE4-7C95-4755-A924-8F3EB2863520}" type="pres">
      <dgm:prSet presAssocID="{C92AD156-7A69-4F09-9FD7-DA51FD1E894C}" presName="imgShp" presStyleLbl="fgImgPlace1" presStyleIdx="3" presStyleCnt="4"/>
      <dgm:spPr/>
    </dgm:pt>
    <dgm:pt modelId="{B5C61881-4DAC-41E2-8E12-9D4E1F8A3895}" type="pres">
      <dgm:prSet presAssocID="{C92AD156-7A69-4F09-9FD7-DA51FD1E894C}" presName="txShp" presStyleLbl="node1" presStyleIdx="3" presStyleCnt="4">
        <dgm:presLayoutVars>
          <dgm:bulletEnabled val="1"/>
        </dgm:presLayoutVars>
      </dgm:prSet>
      <dgm:spPr/>
    </dgm:pt>
  </dgm:ptLst>
  <dgm:cxnLst>
    <dgm:cxn modelId="{32E4F11E-5F76-4044-AF65-E4AB6022495E}" type="presOf" srcId="{B11DD398-3452-4C69-89C5-6B8FDCB0674C}" destId="{7D0926AF-3FCD-47AF-AB94-6BAF915A9FFE}" srcOrd="0" destOrd="0" presId="urn:microsoft.com/office/officeart/2005/8/layout/vList3"/>
    <dgm:cxn modelId="{164AA031-5E4A-44DE-BD8B-28749AA06A86}" srcId="{BF825C89-F431-490F-A1FE-BF69C7031B78}" destId="{2F6E4F4D-E6D3-4397-A43E-64EDF514B33E}" srcOrd="1" destOrd="0" parTransId="{8394F098-91A2-4165-80E0-B97BB9AB4624}" sibTransId="{C9230F57-C565-462F-A6E7-060F7E6E856F}"/>
    <dgm:cxn modelId="{969FA136-A714-4073-9B3B-8110FF85F819}" srcId="{BF825C89-F431-490F-A1FE-BF69C7031B78}" destId="{8F0F93A6-3B57-462F-AD30-BB9592442FC4}" srcOrd="0" destOrd="0" parTransId="{159EED91-706B-40D4-B232-A710E27A4BD7}" sibTransId="{A5E3FD49-91BF-4AC2-A4A8-014E3EC84A47}"/>
    <dgm:cxn modelId="{5E4CC040-70ED-4FA0-959E-7EC9CF29B6D4}" type="presOf" srcId="{2F6E4F4D-E6D3-4397-A43E-64EDF514B33E}" destId="{78E83AB6-3398-4201-B760-995F66C8A9C3}" srcOrd="0" destOrd="0" presId="urn:microsoft.com/office/officeart/2005/8/layout/vList3"/>
    <dgm:cxn modelId="{9507F34C-72CE-44F0-B519-A01D5947B4C6}" srcId="{BF825C89-F431-490F-A1FE-BF69C7031B78}" destId="{C92AD156-7A69-4F09-9FD7-DA51FD1E894C}" srcOrd="3" destOrd="0" parTransId="{3F3B7A3A-247B-458D-ADFF-8374D7321470}" sibTransId="{DDFA990B-9F96-4899-8287-7C2BF71BF881}"/>
    <dgm:cxn modelId="{F1C7D77E-BE8D-47DE-825D-5AA01B8DF1F7}" srcId="{BF825C89-F431-490F-A1FE-BF69C7031B78}" destId="{B11DD398-3452-4C69-89C5-6B8FDCB0674C}" srcOrd="2" destOrd="0" parTransId="{6B688585-5F33-4CC3-B088-DC863646E1DC}" sibTransId="{C065EDB1-D339-4830-8C8A-E6E6C4B3119C}"/>
    <dgm:cxn modelId="{7D7EE693-283D-49C8-ADFC-3766C2D92FEF}" type="presOf" srcId="{8F0F93A6-3B57-462F-AD30-BB9592442FC4}" destId="{7DCF94C0-6D4A-42CC-B9A3-52CC32C46B16}" srcOrd="0" destOrd="0" presId="urn:microsoft.com/office/officeart/2005/8/layout/vList3"/>
    <dgm:cxn modelId="{A4D386B5-B7B7-43DE-8F96-4C3EF05FC3FE}" type="presOf" srcId="{C92AD156-7A69-4F09-9FD7-DA51FD1E894C}" destId="{B5C61881-4DAC-41E2-8E12-9D4E1F8A3895}" srcOrd="0" destOrd="0" presId="urn:microsoft.com/office/officeart/2005/8/layout/vList3"/>
    <dgm:cxn modelId="{ED627DF8-79F9-48FB-9FAC-F041A450654A}" type="presOf" srcId="{BF825C89-F431-490F-A1FE-BF69C7031B78}" destId="{C1F702CC-5A63-492B-ABA1-E7D70F69AFA7}" srcOrd="0" destOrd="0" presId="urn:microsoft.com/office/officeart/2005/8/layout/vList3"/>
    <dgm:cxn modelId="{1B235201-8737-4C5E-9F56-0005C4087E9D}" type="presParOf" srcId="{C1F702CC-5A63-492B-ABA1-E7D70F69AFA7}" destId="{0B7E2C3E-3E8D-480B-A047-F03743A5BF44}" srcOrd="0" destOrd="0" presId="urn:microsoft.com/office/officeart/2005/8/layout/vList3"/>
    <dgm:cxn modelId="{CBBCB8A4-DA95-46CD-9355-4B3E41E987CB}" type="presParOf" srcId="{0B7E2C3E-3E8D-480B-A047-F03743A5BF44}" destId="{1ABC03A8-CCFC-43BD-AAA5-9E4E4D5B6148}" srcOrd="0" destOrd="0" presId="urn:microsoft.com/office/officeart/2005/8/layout/vList3"/>
    <dgm:cxn modelId="{086BDB90-D980-4492-BC81-600FC5F89B32}" type="presParOf" srcId="{0B7E2C3E-3E8D-480B-A047-F03743A5BF44}" destId="{7DCF94C0-6D4A-42CC-B9A3-52CC32C46B16}" srcOrd="1" destOrd="0" presId="urn:microsoft.com/office/officeart/2005/8/layout/vList3"/>
    <dgm:cxn modelId="{38D8226B-B837-4A6B-B058-8BD60B9928F2}" type="presParOf" srcId="{C1F702CC-5A63-492B-ABA1-E7D70F69AFA7}" destId="{E3A7EBEE-DF87-434E-954A-01147CA90B42}" srcOrd="1" destOrd="0" presId="urn:microsoft.com/office/officeart/2005/8/layout/vList3"/>
    <dgm:cxn modelId="{98C2A67D-812C-42A2-9BB6-AC0B78453842}" type="presParOf" srcId="{C1F702CC-5A63-492B-ABA1-E7D70F69AFA7}" destId="{607DAAFA-D62F-448F-B837-912713B01AEA}" srcOrd="2" destOrd="0" presId="urn:microsoft.com/office/officeart/2005/8/layout/vList3"/>
    <dgm:cxn modelId="{C9BC4FAA-960A-4584-8233-487E9E150642}" type="presParOf" srcId="{607DAAFA-D62F-448F-B837-912713B01AEA}" destId="{860CA67E-A3B7-46CB-ACC1-0426C68710D3}" srcOrd="0" destOrd="0" presId="urn:microsoft.com/office/officeart/2005/8/layout/vList3"/>
    <dgm:cxn modelId="{828CF937-AFE9-4BF8-B768-65AF30B7E5AC}" type="presParOf" srcId="{607DAAFA-D62F-448F-B837-912713B01AEA}" destId="{78E83AB6-3398-4201-B760-995F66C8A9C3}" srcOrd="1" destOrd="0" presId="urn:microsoft.com/office/officeart/2005/8/layout/vList3"/>
    <dgm:cxn modelId="{B66F3A9F-89D2-4629-AA23-6836CB2096C2}" type="presParOf" srcId="{C1F702CC-5A63-492B-ABA1-E7D70F69AFA7}" destId="{2A4CBD25-53E3-40A3-84BE-6F4CFDEF3084}" srcOrd="3" destOrd="0" presId="urn:microsoft.com/office/officeart/2005/8/layout/vList3"/>
    <dgm:cxn modelId="{849AE03B-16E6-46F5-B6CB-546D90A7EB8E}" type="presParOf" srcId="{C1F702CC-5A63-492B-ABA1-E7D70F69AFA7}" destId="{5738CBA3-B654-4D96-93E5-60C2E8364D80}" srcOrd="4" destOrd="0" presId="urn:microsoft.com/office/officeart/2005/8/layout/vList3"/>
    <dgm:cxn modelId="{16C41E16-0DCE-4AE5-9483-B449351E3112}" type="presParOf" srcId="{5738CBA3-B654-4D96-93E5-60C2E8364D80}" destId="{B48B57F5-75EA-442B-AC68-C0A08C169AE7}" srcOrd="0" destOrd="0" presId="urn:microsoft.com/office/officeart/2005/8/layout/vList3"/>
    <dgm:cxn modelId="{1D52B22D-8669-46B0-B0E1-3F9E89702B3D}" type="presParOf" srcId="{5738CBA3-B654-4D96-93E5-60C2E8364D80}" destId="{7D0926AF-3FCD-47AF-AB94-6BAF915A9FFE}" srcOrd="1" destOrd="0" presId="urn:microsoft.com/office/officeart/2005/8/layout/vList3"/>
    <dgm:cxn modelId="{DC054BF7-9C08-4C76-8397-E0CD19F15A84}" type="presParOf" srcId="{C1F702CC-5A63-492B-ABA1-E7D70F69AFA7}" destId="{EEBBEAA2-271F-45DA-AEEE-CA763991ABAF}" srcOrd="5" destOrd="0" presId="urn:microsoft.com/office/officeart/2005/8/layout/vList3"/>
    <dgm:cxn modelId="{401D221A-BF44-4918-BD2C-5ACEBD151C05}" type="presParOf" srcId="{C1F702CC-5A63-492B-ABA1-E7D70F69AFA7}" destId="{21E7B634-0F5D-493D-9E5A-4BC76DA65CBF}" srcOrd="6" destOrd="0" presId="urn:microsoft.com/office/officeart/2005/8/layout/vList3"/>
    <dgm:cxn modelId="{6DBBDFD4-DBA6-408D-B0DC-DFE1BE7F0457}" type="presParOf" srcId="{21E7B634-0F5D-493D-9E5A-4BC76DA65CBF}" destId="{D275EFE4-7C95-4755-A924-8F3EB2863520}" srcOrd="0" destOrd="0" presId="urn:microsoft.com/office/officeart/2005/8/layout/vList3"/>
    <dgm:cxn modelId="{44311035-AE69-40EC-B8F8-DBCF3FE12602}" type="presParOf" srcId="{21E7B634-0F5D-493D-9E5A-4BC76DA65CBF}" destId="{B5C61881-4DAC-41E2-8E12-9D4E1F8A389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6.xml><?xml version="1.0" encoding="utf-8"?>
<dgm:dataModel xmlns:dgm="http://schemas.openxmlformats.org/drawingml/2006/diagram" xmlns:a="http://schemas.openxmlformats.org/drawingml/2006/main">
  <dgm:ptLst>
    <dgm:pt modelId="{EB43C0A1-339F-42F3-A082-A87CB769C7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888E99-8903-4F24-9388-F398887E4E49}">
      <dgm:prSet/>
      <dgm:spPr/>
      <dgm:t>
        <a:bodyPr/>
        <a:lstStyle/>
        <a:p>
          <a:r>
            <a:rPr lang="uk-UA" b="0" i="0" dirty="0"/>
            <a:t>хозари</a:t>
          </a:r>
          <a:endParaRPr lang="uk-UA" dirty="0"/>
        </a:p>
      </dgm:t>
    </dgm:pt>
    <dgm:pt modelId="{CA0AFDE1-9422-41C9-8018-C8001292645A}" type="parTrans" cxnId="{D7B33EB8-A636-4DCE-AB9F-2EAD0DB7350A}">
      <dgm:prSet/>
      <dgm:spPr/>
      <dgm:t>
        <a:bodyPr/>
        <a:lstStyle/>
        <a:p>
          <a:endParaRPr lang="uk-UA"/>
        </a:p>
      </dgm:t>
    </dgm:pt>
    <dgm:pt modelId="{C29FA25A-A00B-4DC2-9930-5EB1A9CED8AD}" type="sibTrans" cxnId="{D7B33EB8-A636-4DCE-AB9F-2EAD0DB7350A}">
      <dgm:prSet/>
      <dgm:spPr/>
      <dgm:t>
        <a:bodyPr/>
        <a:lstStyle/>
        <a:p>
          <a:endParaRPr lang="uk-UA"/>
        </a:p>
      </dgm:t>
    </dgm:pt>
    <dgm:pt modelId="{959A4288-E093-438E-B1D8-67D600789EAF}">
      <dgm:prSet/>
      <dgm:spPr/>
      <dgm:t>
        <a:bodyPr/>
        <a:lstStyle/>
        <a:p>
          <a:r>
            <a:rPr lang="uk-UA" b="0" i="0" dirty="0"/>
            <a:t>печеніги</a:t>
          </a:r>
          <a:endParaRPr lang="uk-UA" dirty="0"/>
        </a:p>
      </dgm:t>
    </dgm:pt>
    <dgm:pt modelId="{1FCAA914-C163-44B1-9962-B137B12C4F93}" type="parTrans" cxnId="{A468FD3F-F521-4DFC-A3F7-A2BAFCD3F9CD}">
      <dgm:prSet/>
      <dgm:spPr/>
      <dgm:t>
        <a:bodyPr/>
        <a:lstStyle/>
        <a:p>
          <a:endParaRPr lang="uk-UA"/>
        </a:p>
      </dgm:t>
    </dgm:pt>
    <dgm:pt modelId="{08A8B766-4938-4A0C-81ED-9B647BCB4F11}" type="sibTrans" cxnId="{A468FD3F-F521-4DFC-A3F7-A2BAFCD3F9CD}">
      <dgm:prSet/>
      <dgm:spPr/>
      <dgm:t>
        <a:bodyPr/>
        <a:lstStyle/>
        <a:p>
          <a:endParaRPr lang="uk-UA"/>
        </a:p>
      </dgm:t>
    </dgm:pt>
    <dgm:pt modelId="{E7BFDE6E-604E-4414-AFE3-0496DC59A385}">
      <dgm:prSet/>
      <dgm:spPr/>
      <dgm:t>
        <a:bodyPr/>
        <a:lstStyle/>
        <a:p>
          <a:r>
            <a:rPr lang="uk-UA" b="0" i="0"/>
            <a:t>половці</a:t>
          </a:r>
          <a:endParaRPr lang="uk-UA"/>
        </a:p>
      </dgm:t>
    </dgm:pt>
    <dgm:pt modelId="{F7830258-B8A3-4B01-8848-30986B92606E}" type="parTrans" cxnId="{50F7A49E-BAE5-4082-810A-CB92A9F6F3A4}">
      <dgm:prSet/>
      <dgm:spPr/>
      <dgm:t>
        <a:bodyPr/>
        <a:lstStyle/>
        <a:p>
          <a:endParaRPr lang="uk-UA"/>
        </a:p>
      </dgm:t>
    </dgm:pt>
    <dgm:pt modelId="{9AC20128-8219-44BE-83B1-B49AB879F584}" type="sibTrans" cxnId="{50F7A49E-BAE5-4082-810A-CB92A9F6F3A4}">
      <dgm:prSet/>
      <dgm:spPr/>
      <dgm:t>
        <a:bodyPr/>
        <a:lstStyle/>
        <a:p>
          <a:endParaRPr lang="uk-UA"/>
        </a:p>
      </dgm:t>
    </dgm:pt>
    <dgm:pt modelId="{4DC116FD-29BD-4D9E-A81A-9A8B49998C19}">
      <dgm:prSet/>
      <dgm:spPr/>
      <dgm:t>
        <a:bodyPr/>
        <a:lstStyle/>
        <a:p>
          <a:r>
            <a:rPr lang="uk-UA" b="0" i="0" dirty="0"/>
            <a:t>монголи</a:t>
          </a:r>
          <a:endParaRPr lang="uk-UA" dirty="0"/>
        </a:p>
      </dgm:t>
    </dgm:pt>
    <dgm:pt modelId="{56871689-EE27-46F7-B070-44D604DEB7C1}" type="parTrans" cxnId="{DADA6ADE-4900-4015-8CC9-8C3735B461A7}">
      <dgm:prSet/>
      <dgm:spPr/>
      <dgm:t>
        <a:bodyPr/>
        <a:lstStyle/>
        <a:p>
          <a:endParaRPr lang="uk-UA"/>
        </a:p>
      </dgm:t>
    </dgm:pt>
    <dgm:pt modelId="{16D90212-9CE4-45E9-AE34-88C5D1C0B259}" type="sibTrans" cxnId="{DADA6ADE-4900-4015-8CC9-8C3735B461A7}">
      <dgm:prSet/>
      <dgm:spPr/>
      <dgm:t>
        <a:bodyPr/>
        <a:lstStyle/>
        <a:p>
          <a:endParaRPr lang="uk-UA"/>
        </a:p>
      </dgm:t>
    </dgm:pt>
    <dgm:pt modelId="{CBC1505E-3B8B-4E09-B0A5-4A7574D9FDE7}" type="pres">
      <dgm:prSet presAssocID="{EB43C0A1-339F-42F3-A082-A87CB769C7C4}" presName="linear" presStyleCnt="0">
        <dgm:presLayoutVars>
          <dgm:animLvl val="lvl"/>
          <dgm:resizeHandles val="exact"/>
        </dgm:presLayoutVars>
      </dgm:prSet>
      <dgm:spPr/>
    </dgm:pt>
    <dgm:pt modelId="{9F0FCF45-3B53-47DC-891A-0FF815F7CAEC}" type="pres">
      <dgm:prSet presAssocID="{F5888E99-8903-4F24-9388-F398887E4E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4CF7A3-D6D3-4B03-BC65-87A39CFB0B5C}" type="pres">
      <dgm:prSet presAssocID="{C29FA25A-A00B-4DC2-9930-5EB1A9CED8AD}" presName="spacer" presStyleCnt="0"/>
      <dgm:spPr/>
    </dgm:pt>
    <dgm:pt modelId="{B1529D0E-137D-43B7-93E1-E83330B0AD7F}" type="pres">
      <dgm:prSet presAssocID="{959A4288-E093-438E-B1D8-67D600789E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4F341D-641E-44FF-9447-C042FDB25178}" type="pres">
      <dgm:prSet presAssocID="{08A8B766-4938-4A0C-81ED-9B647BCB4F11}" presName="spacer" presStyleCnt="0"/>
      <dgm:spPr/>
    </dgm:pt>
    <dgm:pt modelId="{492D7A0F-07B1-48FF-A823-874316A1E4D6}" type="pres">
      <dgm:prSet presAssocID="{E7BFDE6E-604E-4414-AFE3-0496DC59A38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F7A5F7-28B6-4465-B980-D879F11ECCF7}" type="pres">
      <dgm:prSet presAssocID="{9AC20128-8219-44BE-83B1-B49AB879F584}" presName="spacer" presStyleCnt="0"/>
      <dgm:spPr/>
    </dgm:pt>
    <dgm:pt modelId="{B87E453C-C189-48AF-8199-A5E6419F9D69}" type="pres">
      <dgm:prSet presAssocID="{4DC116FD-29BD-4D9E-A81A-9A8B49998C1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DEA31A-3A68-4B27-A385-C60318A62FB4}" type="presOf" srcId="{F5888E99-8903-4F24-9388-F398887E4E49}" destId="{9F0FCF45-3B53-47DC-891A-0FF815F7CAEC}" srcOrd="0" destOrd="0" presId="urn:microsoft.com/office/officeart/2005/8/layout/vList2"/>
    <dgm:cxn modelId="{77D30E26-D7CC-4FC6-B402-B725C0FDAC95}" type="presOf" srcId="{959A4288-E093-438E-B1D8-67D600789EAF}" destId="{B1529D0E-137D-43B7-93E1-E83330B0AD7F}" srcOrd="0" destOrd="0" presId="urn:microsoft.com/office/officeart/2005/8/layout/vList2"/>
    <dgm:cxn modelId="{A468FD3F-F521-4DFC-A3F7-A2BAFCD3F9CD}" srcId="{EB43C0A1-339F-42F3-A082-A87CB769C7C4}" destId="{959A4288-E093-438E-B1D8-67D600789EAF}" srcOrd="1" destOrd="0" parTransId="{1FCAA914-C163-44B1-9962-B137B12C4F93}" sibTransId="{08A8B766-4938-4A0C-81ED-9B647BCB4F11}"/>
    <dgm:cxn modelId="{8154F556-231A-4CEC-A7CE-BA1D892DE8E3}" type="presOf" srcId="{E7BFDE6E-604E-4414-AFE3-0496DC59A385}" destId="{492D7A0F-07B1-48FF-A823-874316A1E4D6}" srcOrd="0" destOrd="0" presId="urn:microsoft.com/office/officeart/2005/8/layout/vList2"/>
    <dgm:cxn modelId="{50F7A49E-BAE5-4082-810A-CB92A9F6F3A4}" srcId="{EB43C0A1-339F-42F3-A082-A87CB769C7C4}" destId="{E7BFDE6E-604E-4414-AFE3-0496DC59A385}" srcOrd="2" destOrd="0" parTransId="{F7830258-B8A3-4B01-8848-30986B92606E}" sibTransId="{9AC20128-8219-44BE-83B1-B49AB879F584}"/>
    <dgm:cxn modelId="{D7B33EB8-A636-4DCE-AB9F-2EAD0DB7350A}" srcId="{EB43C0A1-339F-42F3-A082-A87CB769C7C4}" destId="{F5888E99-8903-4F24-9388-F398887E4E49}" srcOrd="0" destOrd="0" parTransId="{CA0AFDE1-9422-41C9-8018-C8001292645A}" sibTransId="{C29FA25A-A00B-4DC2-9930-5EB1A9CED8AD}"/>
    <dgm:cxn modelId="{0B7E29D6-8FB7-4CFC-9401-C257A4011541}" type="presOf" srcId="{4DC116FD-29BD-4D9E-A81A-9A8B49998C19}" destId="{B87E453C-C189-48AF-8199-A5E6419F9D69}" srcOrd="0" destOrd="0" presId="urn:microsoft.com/office/officeart/2005/8/layout/vList2"/>
    <dgm:cxn modelId="{DADA6ADE-4900-4015-8CC9-8C3735B461A7}" srcId="{EB43C0A1-339F-42F3-A082-A87CB769C7C4}" destId="{4DC116FD-29BD-4D9E-A81A-9A8B49998C19}" srcOrd="3" destOrd="0" parTransId="{56871689-EE27-46F7-B070-44D604DEB7C1}" sibTransId="{16D90212-9CE4-45E9-AE34-88C5D1C0B259}"/>
    <dgm:cxn modelId="{B01970FD-CD9D-44DD-AEC3-A56CB1C29051}" type="presOf" srcId="{EB43C0A1-339F-42F3-A082-A87CB769C7C4}" destId="{CBC1505E-3B8B-4E09-B0A5-4A7574D9FDE7}" srcOrd="0" destOrd="0" presId="urn:microsoft.com/office/officeart/2005/8/layout/vList2"/>
    <dgm:cxn modelId="{B61D8800-1181-4254-A29F-00FD2A0E1DB7}" type="presParOf" srcId="{CBC1505E-3B8B-4E09-B0A5-4A7574D9FDE7}" destId="{9F0FCF45-3B53-47DC-891A-0FF815F7CAEC}" srcOrd="0" destOrd="0" presId="urn:microsoft.com/office/officeart/2005/8/layout/vList2"/>
    <dgm:cxn modelId="{1BA7A850-EB6A-4DC0-9E84-68504C9B4D47}" type="presParOf" srcId="{CBC1505E-3B8B-4E09-B0A5-4A7574D9FDE7}" destId="{E04CF7A3-D6D3-4B03-BC65-87A39CFB0B5C}" srcOrd="1" destOrd="0" presId="urn:microsoft.com/office/officeart/2005/8/layout/vList2"/>
    <dgm:cxn modelId="{331E7C22-EEF3-4C3D-9C08-707DC610AC05}" type="presParOf" srcId="{CBC1505E-3B8B-4E09-B0A5-4A7574D9FDE7}" destId="{B1529D0E-137D-43B7-93E1-E83330B0AD7F}" srcOrd="2" destOrd="0" presId="urn:microsoft.com/office/officeart/2005/8/layout/vList2"/>
    <dgm:cxn modelId="{CF00CD0C-FA30-429D-BC22-FEC7B1DBBE48}" type="presParOf" srcId="{CBC1505E-3B8B-4E09-B0A5-4A7574D9FDE7}" destId="{1F4F341D-641E-44FF-9447-C042FDB25178}" srcOrd="3" destOrd="0" presId="urn:microsoft.com/office/officeart/2005/8/layout/vList2"/>
    <dgm:cxn modelId="{7CF65CD4-F7D8-4245-A439-CE81820BD8EB}" type="presParOf" srcId="{CBC1505E-3B8B-4E09-B0A5-4A7574D9FDE7}" destId="{492D7A0F-07B1-48FF-A823-874316A1E4D6}" srcOrd="4" destOrd="0" presId="urn:microsoft.com/office/officeart/2005/8/layout/vList2"/>
    <dgm:cxn modelId="{4D9BC212-1B47-4648-94E4-B736FE54C907}" type="presParOf" srcId="{CBC1505E-3B8B-4E09-B0A5-4A7574D9FDE7}" destId="{FFF7A5F7-28B6-4465-B980-D879F11ECCF7}" srcOrd="5" destOrd="0" presId="urn:microsoft.com/office/officeart/2005/8/layout/vList2"/>
    <dgm:cxn modelId="{4FF07F62-DF9C-4142-9BBE-48344C3A39DF}" type="presParOf" srcId="{CBC1505E-3B8B-4E09-B0A5-4A7574D9FDE7}" destId="{B87E453C-C189-48AF-8199-A5E6419F9D6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7.xml><?xml version="1.0" encoding="utf-8"?>
<dgm:dataModel xmlns:dgm="http://schemas.openxmlformats.org/drawingml/2006/diagram" xmlns:a="http://schemas.openxmlformats.org/drawingml/2006/main">
  <dgm:ptLst>
    <dgm:pt modelId="{EB43C0A1-339F-42F3-A082-A87CB769C7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888E99-8903-4F24-9388-F398887E4E49}">
      <dgm:prSet/>
      <dgm:spPr/>
      <dgm:t>
        <a:bodyPr/>
        <a:lstStyle/>
        <a:p>
          <a:r>
            <a:rPr lang="uk-UA" b="0" i="0" dirty="0"/>
            <a:t>хозари</a:t>
          </a:r>
          <a:endParaRPr lang="uk-UA" dirty="0"/>
        </a:p>
      </dgm:t>
    </dgm:pt>
    <dgm:pt modelId="{CA0AFDE1-9422-41C9-8018-C8001292645A}" type="parTrans" cxnId="{D7B33EB8-A636-4DCE-AB9F-2EAD0DB7350A}">
      <dgm:prSet/>
      <dgm:spPr/>
      <dgm:t>
        <a:bodyPr/>
        <a:lstStyle/>
        <a:p>
          <a:endParaRPr lang="uk-UA"/>
        </a:p>
      </dgm:t>
    </dgm:pt>
    <dgm:pt modelId="{C29FA25A-A00B-4DC2-9930-5EB1A9CED8AD}" type="sibTrans" cxnId="{D7B33EB8-A636-4DCE-AB9F-2EAD0DB7350A}">
      <dgm:prSet/>
      <dgm:spPr/>
      <dgm:t>
        <a:bodyPr/>
        <a:lstStyle/>
        <a:p>
          <a:endParaRPr lang="uk-UA"/>
        </a:p>
      </dgm:t>
    </dgm:pt>
    <dgm:pt modelId="{959A4288-E093-438E-B1D8-67D600789EAF}">
      <dgm:prSet/>
      <dgm:spPr/>
      <dgm:t>
        <a:bodyPr/>
        <a:lstStyle/>
        <a:p>
          <a:r>
            <a:rPr lang="uk-UA" b="0" i="0" dirty="0"/>
            <a:t>печеніги</a:t>
          </a:r>
          <a:endParaRPr lang="uk-UA" dirty="0"/>
        </a:p>
      </dgm:t>
    </dgm:pt>
    <dgm:pt modelId="{1FCAA914-C163-44B1-9962-B137B12C4F93}" type="parTrans" cxnId="{A468FD3F-F521-4DFC-A3F7-A2BAFCD3F9CD}">
      <dgm:prSet/>
      <dgm:spPr/>
      <dgm:t>
        <a:bodyPr/>
        <a:lstStyle/>
        <a:p>
          <a:endParaRPr lang="uk-UA"/>
        </a:p>
      </dgm:t>
    </dgm:pt>
    <dgm:pt modelId="{08A8B766-4938-4A0C-81ED-9B647BCB4F11}" type="sibTrans" cxnId="{A468FD3F-F521-4DFC-A3F7-A2BAFCD3F9CD}">
      <dgm:prSet/>
      <dgm:spPr/>
      <dgm:t>
        <a:bodyPr/>
        <a:lstStyle/>
        <a:p>
          <a:endParaRPr lang="uk-UA"/>
        </a:p>
      </dgm:t>
    </dgm:pt>
    <dgm:pt modelId="{E7BFDE6E-604E-4414-AFE3-0496DC59A385}">
      <dgm:prSet/>
      <dgm:spPr/>
      <dgm:t>
        <a:bodyPr/>
        <a:lstStyle/>
        <a:p>
          <a:r>
            <a:rPr lang="uk-UA" b="0" i="0"/>
            <a:t>половці</a:t>
          </a:r>
          <a:endParaRPr lang="uk-UA"/>
        </a:p>
      </dgm:t>
    </dgm:pt>
    <dgm:pt modelId="{F7830258-B8A3-4B01-8848-30986B92606E}" type="parTrans" cxnId="{50F7A49E-BAE5-4082-810A-CB92A9F6F3A4}">
      <dgm:prSet/>
      <dgm:spPr/>
      <dgm:t>
        <a:bodyPr/>
        <a:lstStyle/>
        <a:p>
          <a:endParaRPr lang="uk-UA"/>
        </a:p>
      </dgm:t>
    </dgm:pt>
    <dgm:pt modelId="{9AC20128-8219-44BE-83B1-B49AB879F584}" type="sibTrans" cxnId="{50F7A49E-BAE5-4082-810A-CB92A9F6F3A4}">
      <dgm:prSet/>
      <dgm:spPr/>
      <dgm:t>
        <a:bodyPr/>
        <a:lstStyle/>
        <a:p>
          <a:endParaRPr lang="uk-UA"/>
        </a:p>
      </dgm:t>
    </dgm:pt>
    <dgm:pt modelId="{4DC116FD-29BD-4D9E-A81A-9A8B49998C19}">
      <dgm:prSet/>
      <dgm:spPr/>
      <dgm:t>
        <a:bodyPr/>
        <a:lstStyle/>
        <a:p>
          <a:r>
            <a:rPr lang="uk-UA" b="0" i="0" dirty="0"/>
            <a:t>монголи</a:t>
          </a:r>
          <a:endParaRPr lang="uk-UA" dirty="0"/>
        </a:p>
      </dgm:t>
    </dgm:pt>
    <dgm:pt modelId="{56871689-EE27-46F7-B070-44D604DEB7C1}" type="parTrans" cxnId="{DADA6ADE-4900-4015-8CC9-8C3735B461A7}">
      <dgm:prSet/>
      <dgm:spPr/>
      <dgm:t>
        <a:bodyPr/>
        <a:lstStyle/>
        <a:p>
          <a:endParaRPr lang="uk-UA"/>
        </a:p>
      </dgm:t>
    </dgm:pt>
    <dgm:pt modelId="{16D90212-9CE4-45E9-AE34-88C5D1C0B259}" type="sibTrans" cxnId="{DADA6ADE-4900-4015-8CC9-8C3735B461A7}">
      <dgm:prSet/>
      <dgm:spPr/>
      <dgm:t>
        <a:bodyPr/>
        <a:lstStyle/>
        <a:p>
          <a:endParaRPr lang="uk-UA"/>
        </a:p>
      </dgm:t>
    </dgm:pt>
    <dgm:pt modelId="{CBC1505E-3B8B-4E09-B0A5-4A7574D9FDE7}" type="pres">
      <dgm:prSet presAssocID="{EB43C0A1-339F-42F3-A082-A87CB769C7C4}" presName="linear" presStyleCnt="0">
        <dgm:presLayoutVars>
          <dgm:animLvl val="lvl"/>
          <dgm:resizeHandles val="exact"/>
        </dgm:presLayoutVars>
      </dgm:prSet>
      <dgm:spPr/>
    </dgm:pt>
    <dgm:pt modelId="{9F0FCF45-3B53-47DC-891A-0FF815F7CAEC}" type="pres">
      <dgm:prSet presAssocID="{F5888E99-8903-4F24-9388-F398887E4E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4CF7A3-D6D3-4B03-BC65-87A39CFB0B5C}" type="pres">
      <dgm:prSet presAssocID="{C29FA25A-A00B-4DC2-9930-5EB1A9CED8AD}" presName="spacer" presStyleCnt="0"/>
      <dgm:spPr/>
    </dgm:pt>
    <dgm:pt modelId="{B1529D0E-137D-43B7-93E1-E83330B0AD7F}" type="pres">
      <dgm:prSet presAssocID="{959A4288-E093-438E-B1D8-67D600789E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4F341D-641E-44FF-9447-C042FDB25178}" type="pres">
      <dgm:prSet presAssocID="{08A8B766-4938-4A0C-81ED-9B647BCB4F11}" presName="spacer" presStyleCnt="0"/>
      <dgm:spPr/>
    </dgm:pt>
    <dgm:pt modelId="{492D7A0F-07B1-48FF-A823-874316A1E4D6}" type="pres">
      <dgm:prSet presAssocID="{E7BFDE6E-604E-4414-AFE3-0496DC59A38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F7A5F7-28B6-4465-B980-D879F11ECCF7}" type="pres">
      <dgm:prSet presAssocID="{9AC20128-8219-44BE-83B1-B49AB879F584}" presName="spacer" presStyleCnt="0"/>
      <dgm:spPr/>
    </dgm:pt>
    <dgm:pt modelId="{B87E453C-C189-48AF-8199-A5E6419F9D69}" type="pres">
      <dgm:prSet presAssocID="{4DC116FD-29BD-4D9E-A81A-9A8B49998C1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DEA31A-3A68-4B27-A385-C60318A62FB4}" type="presOf" srcId="{F5888E99-8903-4F24-9388-F398887E4E49}" destId="{9F0FCF45-3B53-47DC-891A-0FF815F7CAEC}" srcOrd="0" destOrd="0" presId="urn:microsoft.com/office/officeart/2005/8/layout/vList2"/>
    <dgm:cxn modelId="{77D30E26-D7CC-4FC6-B402-B725C0FDAC95}" type="presOf" srcId="{959A4288-E093-438E-B1D8-67D600789EAF}" destId="{B1529D0E-137D-43B7-93E1-E83330B0AD7F}" srcOrd="0" destOrd="0" presId="urn:microsoft.com/office/officeart/2005/8/layout/vList2"/>
    <dgm:cxn modelId="{A468FD3F-F521-4DFC-A3F7-A2BAFCD3F9CD}" srcId="{EB43C0A1-339F-42F3-A082-A87CB769C7C4}" destId="{959A4288-E093-438E-B1D8-67D600789EAF}" srcOrd="1" destOrd="0" parTransId="{1FCAA914-C163-44B1-9962-B137B12C4F93}" sibTransId="{08A8B766-4938-4A0C-81ED-9B647BCB4F11}"/>
    <dgm:cxn modelId="{8154F556-231A-4CEC-A7CE-BA1D892DE8E3}" type="presOf" srcId="{E7BFDE6E-604E-4414-AFE3-0496DC59A385}" destId="{492D7A0F-07B1-48FF-A823-874316A1E4D6}" srcOrd="0" destOrd="0" presId="urn:microsoft.com/office/officeart/2005/8/layout/vList2"/>
    <dgm:cxn modelId="{50F7A49E-BAE5-4082-810A-CB92A9F6F3A4}" srcId="{EB43C0A1-339F-42F3-A082-A87CB769C7C4}" destId="{E7BFDE6E-604E-4414-AFE3-0496DC59A385}" srcOrd="2" destOrd="0" parTransId="{F7830258-B8A3-4B01-8848-30986B92606E}" sibTransId="{9AC20128-8219-44BE-83B1-B49AB879F584}"/>
    <dgm:cxn modelId="{D7B33EB8-A636-4DCE-AB9F-2EAD0DB7350A}" srcId="{EB43C0A1-339F-42F3-A082-A87CB769C7C4}" destId="{F5888E99-8903-4F24-9388-F398887E4E49}" srcOrd="0" destOrd="0" parTransId="{CA0AFDE1-9422-41C9-8018-C8001292645A}" sibTransId="{C29FA25A-A00B-4DC2-9930-5EB1A9CED8AD}"/>
    <dgm:cxn modelId="{0B7E29D6-8FB7-4CFC-9401-C257A4011541}" type="presOf" srcId="{4DC116FD-29BD-4D9E-A81A-9A8B49998C19}" destId="{B87E453C-C189-48AF-8199-A5E6419F9D69}" srcOrd="0" destOrd="0" presId="urn:microsoft.com/office/officeart/2005/8/layout/vList2"/>
    <dgm:cxn modelId="{DADA6ADE-4900-4015-8CC9-8C3735B461A7}" srcId="{EB43C0A1-339F-42F3-A082-A87CB769C7C4}" destId="{4DC116FD-29BD-4D9E-A81A-9A8B49998C19}" srcOrd="3" destOrd="0" parTransId="{56871689-EE27-46F7-B070-44D604DEB7C1}" sibTransId="{16D90212-9CE4-45E9-AE34-88C5D1C0B259}"/>
    <dgm:cxn modelId="{B01970FD-CD9D-44DD-AEC3-A56CB1C29051}" type="presOf" srcId="{EB43C0A1-339F-42F3-A082-A87CB769C7C4}" destId="{CBC1505E-3B8B-4E09-B0A5-4A7574D9FDE7}" srcOrd="0" destOrd="0" presId="urn:microsoft.com/office/officeart/2005/8/layout/vList2"/>
    <dgm:cxn modelId="{B61D8800-1181-4254-A29F-00FD2A0E1DB7}" type="presParOf" srcId="{CBC1505E-3B8B-4E09-B0A5-4A7574D9FDE7}" destId="{9F0FCF45-3B53-47DC-891A-0FF815F7CAEC}" srcOrd="0" destOrd="0" presId="urn:microsoft.com/office/officeart/2005/8/layout/vList2"/>
    <dgm:cxn modelId="{1BA7A850-EB6A-4DC0-9E84-68504C9B4D47}" type="presParOf" srcId="{CBC1505E-3B8B-4E09-B0A5-4A7574D9FDE7}" destId="{E04CF7A3-D6D3-4B03-BC65-87A39CFB0B5C}" srcOrd="1" destOrd="0" presId="urn:microsoft.com/office/officeart/2005/8/layout/vList2"/>
    <dgm:cxn modelId="{331E7C22-EEF3-4C3D-9C08-707DC610AC05}" type="presParOf" srcId="{CBC1505E-3B8B-4E09-B0A5-4A7574D9FDE7}" destId="{B1529D0E-137D-43B7-93E1-E83330B0AD7F}" srcOrd="2" destOrd="0" presId="urn:microsoft.com/office/officeart/2005/8/layout/vList2"/>
    <dgm:cxn modelId="{CF00CD0C-FA30-429D-BC22-FEC7B1DBBE48}" type="presParOf" srcId="{CBC1505E-3B8B-4E09-B0A5-4A7574D9FDE7}" destId="{1F4F341D-641E-44FF-9447-C042FDB25178}" srcOrd="3" destOrd="0" presId="urn:microsoft.com/office/officeart/2005/8/layout/vList2"/>
    <dgm:cxn modelId="{7CF65CD4-F7D8-4245-A439-CE81820BD8EB}" type="presParOf" srcId="{CBC1505E-3B8B-4E09-B0A5-4A7574D9FDE7}" destId="{492D7A0F-07B1-48FF-A823-874316A1E4D6}" srcOrd="4" destOrd="0" presId="urn:microsoft.com/office/officeart/2005/8/layout/vList2"/>
    <dgm:cxn modelId="{4D9BC212-1B47-4648-94E4-B736FE54C907}" type="presParOf" srcId="{CBC1505E-3B8B-4E09-B0A5-4A7574D9FDE7}" destId="{FFF7A5F7-28B6-4465-B980-D879F11ECCF7}" srcOrd="5" destOrd="0" presId="urn:microsoft.com/office/officeart/2005/8/layout/vList2"/>
    <dgm:cxn modelId="{4FF07F62-DF9C-4142-9BBE-48344C3A39DF}" type="presParOf" srcId="{CBC1505E-3B8B-4E09-B0A5-4A7574D9FDE7}" destId="{B87E453C-C189-48AF-8199-A5E6419F9D6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895C1-1ABF-413C-A79F-534FF854FF01}">
      <dsp:nvSpPr>
        <dsp:cNvPr id="0" name=""/>
        <dsp:cNvSpPr/>
      </dsp:nvSpPr>
      <dsp:spPr>
        <a:xfrm>
          <a:off x="0" y="4985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створення перших осередків центральної князівської влади на місцях – «погостів»</a:t>
          </a:r>
          <a:endParaRPr lang="uk-UA" sz="1400" kern="1200" dirty="0"/>
        </a:p>
      </dsp:txBody>
      <dsp:txXfrm>
        <a:off x="26387" y="76246"/>
        <a:ext cx="6216264" cy="487766"/>
      </dsp:txXfrm>
    </dsp:sp>
    <dsp:sp modelId="{9D308A8F-5BA5-4174-AF36-5593FBE67DED}">
      <dsp:nvSpPr>
        <dsp:cNvPr id="0" name=""/>
        <dsp:cNvSpPr/>
      </dsp:nvSpPr>
      <dsp:spPr>
        <a:xfrm>
          <a:off x="0" y="63071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запровадження християнства як державної релігії</a:t>
          </a:r>
          <a:endParaRPr lang="uk-UA" sz="1400" kern="1200"/>
        </a:p>
      </dsp:txBody>
      <dsp:txXfrm>
        <a:off x="26387" y="657106"/>
        <a:ext cx="6216264" cy="487766"/>
      </dsp:txXfrm>
    </dsp:sp>
    <dsp:sp modelId="{6F7B3FE9-FC41-4131-9768-0643474A128A}">
      <dsp:nvSpPr>
        <dsp:cNvPr id="0" name=""/>
        <dsp:cNvSpPr/>
      </dsp:nvSpPr>
      <dsp:spPr>
        <a:xfrm>
          <a:off x="0" y="121157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укладення першої писаної збірки руських законів</a:t>
          </a:r>
          <a:endParaRPr lang="uk-UA" sz="1400" kern="1200"/>
        </a:p>
      </dsp:txBody>
      <dsp:txXfrm>
        <a:off x="26387" y="1237966"/>
        <a:ext cx="6216264" cy="487766"/>
      </dsp:txXfrm>
    </dsp:sp>
    <dsp:sp modelId="{FAEAC2B8-5089-4D0F-9E9F-9EE5A8F36AF0}">
      <dsp:nvSpPr>
        <dsp:cNvPr id="0" name=""/>
        <dsp:cNvSpPr/>
      </dsp:nvSpPr>
      <dsp:spPr>
        <a:xfrm>
          <a:off x="0" y="179243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організація з’їзду князів у Любечі</a:t>
          </a:r>
          <a:endParaRPr lang="uk-UA" sz="1400" kern="1200" dirty="0"/>
        </a:p>
      </dsp:txBody>
      <dsp:txXfrm>
        <a:off x="26387" y="1818826"/>
        <a:ext cx="6216264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F4DDE-9571-4EE4-8A90-0EE536055594}">
      <dsp:nvSpPr>
        <dsp:cNvPr id="0" name=""/>
        <dsp:cNvSpPr/>
      </dsp:nvSpPr>
      <dsp:spPr>
        <a:xfrm>
          <a:off x="-2694095" y="-415521"/>
          <a:ext cx="3215467" cy="3215467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F66286-9FFE-4736-9B05-FCDAA6EF7228}">
      <dsp:nvSpPr>
        <dsp:cNvPr id="0" name=""/>
        <dsp:cNvSpPr/>
      </dsp:nvSpPr>
      <dsp:spPr>
        <a:xfrm>
          <a:off x="229335" y="148978"/>
          <a:ext cx="6014218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князь Данило </a:t>
          </a:r>
          <a:r>
            <a:rPr lang="ru-RU" sz="1600" b="0" i="0" kern="1200" dirty="0" err="1"/>
            <a:t>Галицький</a:t>
          </a:r>
          <a:endParaRPr lang="uk-UA" sz="1600" kern="1200" dirty="0"/>
        </a:p>
      </dsp:txBody>
      <dsp:txXfrm>
        <a:off x="229335" y="148978"/>
        <a:ext cx="6014218" cy="298148"/>
      </dsp:txXfrm>
    </dsp:sp>
    <dsp:sp modelId="{861513D2-B4C8-404C-991B-25C9DA9DF3E2}">
      <dsp:nvSpPr>
        <dsp:cNvPr id="0" name=""/>
        <dsp:cNvSpPr/>
      </dsp:nvSpPr>
      <dsp:spPr>
        <a:xfrm>
          <a:off x="42992" y="111710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064C83-D46B-4B07-B69F-A51795469B47}">
      <dsp:nvSpPr>
        <dsp:cNvPr id="0" name=""/>
        <dsp:cNvSpPr/>
      </dsp:nvSpPr>
      <dsp:spPr>
        <a:xfrm>
          <a:off x="442979" y="596058"/>
          <a:ext cx="5800573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князь </a:t>
          </a:r>
          <a:r>
            <a:rPr lang="ru-RU" sz="1600" b="0" i="0" kern="1200" dirty="0" err="1"/>
            <a:t>Володимир</a:t>
          </a:r>
          <a:r>
            <a:rPr lang="ru-RU" sz="1600" b="0" i="0" kern="1200" dirty="0"/>
            <a:t> Мономах</a:t>
          </a:r>
          <a:endParaRPr lang="uk-UA" sz="1600" kern="1200" dirty="0"/>
        </a:p>
      </dsp:txBody>
      <dsp:txXfrm>
        <a:off x="442979" y="596058"/>
        <a:ext cx="5800573" cy="298148"/>
      </dsp:txXfrm>
    </dsp:sp>
    <dsp:sp modelId="{C8E318FB-DE2B-4752-9DE1-7AC21DF36914}">
      <dsp:nvSpPr>
        <dsp:cNvPr id="0" name=""/>
        <dsp:cNvSpPr/>
      </dsp:nvSpPr>
      <dsp:spPr>
        <a:xfrm>
          <a:off x="256636" y="55878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47B93-7F88-4E83-842F-1C7B8F50017C}">
      <dsp:nvSpPr>
        <dsp:cNvPr id="0" name=""/>
        <dsp:cNvSpPr/>
      </dsp:nvSpPr>
      <dsp:spPr>
        <a:xfrm>
          <a:off x="508551" y="1043138"/>
          <a:ext cx="5735002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княгиня Ольга</a:t>
          </a:r>
          <a:endParaRPr lang="uk-UA" sz="1600" kern="1200"/>
        </a:p>
      </dsp:txBody>
      <dsp:txXfrm>
        <a:off x="508551" y="1043138"/>
        <a:ext cx="5735002" cy="298148"/>
      </dsp:txXfrm>
    </dsp:sp>
    <dsp:sp modelId="{032E93E1-7F2B-4F51-A3BB-DF3285FC562F}">
      <dsp:nvSpPr>
        <dsp:cNvPr id="0" name=""/>
        <dsp:cNvSpPr/>
      </dsp:nvSpPr>
      <dsp:spPr>
        <a:xfrm>
          <a:off x="322208" y="100586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A9D191-7553-4C04-964F-622B54C6C665}">
      <dsp:nvSpPr>
        <dsp:cNvPr id="0" name=""/>
        <dsp:cNvSpPr/>
      </dsp:nvSpPr>
      <dsp:spPr>
        <a:xfrm>
          <a:off x="442979" y="1490217"/>
          <a:ext cx="5800573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князь Ярослав Мудрий</a:t>
          </a:r>
          <a:endParaRPr lang="uk-UA" sz="1600" kern="1200"/>
        </a:p>
      </dsp:txBody>
      <dsp:txXfrm>
        <a:off x="442979" y="1490217"/>
        <a:ext cx="5800573" cy="298148"/>
      </dsp:txXfrm>
    </dsp:sp>
    <dsp:sp modelId="{1CF3A98C-8CE9-4DD6-B716-B942B522D48A}">
      <dsp:nvSpPr>
        <dsp:cNvPr id="0" name=""/>
        <dsp:cNvSpPr/>
      </dsp:nvSpPr>
      <dsp:spPr>
        <a:xfrm>
          <a:off x="256636" y="145294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4D643-90DF-4F39-A3B0-64DADF23F8F2}">
      <dsp:nvSpPr>
        <dsp:cNvPr id="0" name=""/>
        <dsp:cNvSpPr/>
      </dsp:nvSpPr>
      <dsp:spPr>
        <a:xfrm>
          <a:off x="229335" y="1937297"/>
          <a:ext cx="6014218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князь </a:t>
          </a:r>
          <a:r>
            <a:rPr lang="ru-RU" sz="1600" b="0" i="0" kern="1200" dirty="0" err="1"/>
            <a:t>Володимир</a:t>
          </a:r>
          <a:r>
            <a:rPr lang="ru-RU" sz="1600" b="0" i="0" kern="1200" dirty="0"/>
            <a:t> Великий</a:t>
          </a:r>
          <a:endParaRPr lang="uk-UA" sz="1600" kern="1200" dirty="0"/>
        </a:p>
      </dsp:txBody>
      <dsp:txXfrm>
        <a:off x="229335" y="1937297"/>
        <a:ext cx="6014218" cy="298148"/>
      </dsp:txXfrm>
    </dsp:sp>
    <dsp:sp modelId="{32DB5023-26C0-4F46-97AE-FB6D6E41B1E8}">
      <dsp:nvSpPr>
        <dsp:cNvPr id="0" name=""/>
        <dsp:cNvSpPr/>
      </dsp:nvSpPr>
      <dsp:spPr>
        <a:xfrm>
          <a:off x="42992" y="190002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895C1-1ABF-413C-A79F-534FF854FF01}">
      <dsp:nvSpPr>
        <dsp:cNvPr id="0" name=""/>
        <dsp:cNvSpPr/>
      </dsp:nvSpPr>
      <dsp:spPr>
        <a:xfrm>
          <a:off x="0" y="4985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створення перших осередків центральної князівської влади на місцях – «погостів»</a:t>
          </a:r>
          <a:endParaRPr lang="uk-UA" sz="1400" kern="1200" dirty="0"/>
        </a:p>
      </dsp:txBody>
      <dsp:txXfrm>
        <a:off x="26387" y="76246"/>
        <a:ext cx="6216264" cy="487766"/>
      </dsp:txXfrm>
    </dsp:sp>
    <dsp:sp modelId="{9D308A8F-5BA5-4174-AF36-5593FBE67DED}">
      <dsp:nvSpPr>
        <dsp:cNvPr id="0" name=""/>
        <dsp:cNvSpPr/>
      </dsp:nvSpPr>
      <dsp:spPr>
        <a:xfrm>
          <a:off x="0" y="63071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запровадження християнства як державної релігії</a:t>
          </a:r>
          <a:endParaRPr lang="uk-UA" sz="1400" kern="1200"/>
        </a:p>
      </dsp:txBody>
      <dsp:txXfrm>
        <a:off x="26387" y="657106"/>
        <a:ext cx="6216264" cy="487766"/>
      </dsp:txXfrm>
    </dsp:sp>
    <dsp:sp modelId="{6F7B3FE9-FC41-4131-9768-0643474A128A}">
      <dsp:nvSpPr>
        <dsp:cNvPr id="0" name=""/>
        <dsp:cNvSpPr/>
      </dsp:nvSpPr>
      <dsp:spPr>
        <a:xfrm>
          <a:off x="0" y="121157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укладення першої писаної збірки руських законів</a:t>
          </a:r>
          <a:endParaRPr lang="uk-UA" sz="1400" kern="1200"/>
        </a:p>
      </dsp:txBody>
      <dsp:txXfrm>
        <a:off x="26387" y="1237966"/>
        <a:ext cx="6216264" cy="487766"/>
      </dsp:txXfrm>
    </dsp:sp>
    <dsp:sp modelId="{FAEAC2B8-5089-4D0F-9E9F-9EE5A8F36AF0}">
      <dsp:nvSpPr>
        <dsp:cNvPr id="0" name=""/>
        <dsp:cNvSpPr/>
      </dsp:nvSpPr>
      <dsp:spPr>
        <a:xfrm>
          <a:off x="0" y="179243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організація з’їзду князів у Любечі</a:t>
          </a:r>
          <a:endParaRPr lang="uk-UA" sz="1400" kern="1200" dirty="0"/>
        </a:p>
      </dsp:txBody>
      <dsp:txXfrm>
        <a:off x="26387" y="1818826"/>
        <a:ext cx="6216264" cy="487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F4DDE-9571-4EE4-8A90-0EE536055594}">
      <dsp:nvSpPr>
        <dsp:cNvPr id="0" name=""/>
        <dsp:cNvSpPr/>
      </dsp:nvSpPr>
      <dsp:spPr>
        <a:xfrm>
          <a:off x="-2694095" y="-415521"/>
          <a:ext cx="3215467" cy="3215467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F66286-9FFE-4736-9B05-FCDAA6EF7228}">
      <dsp:nvSpPr>
        <dsp:cNvPr id="0" name=""/>
        <dsp:cNvSpPr/>
      </dsp:nvSpPr>
      <dsp:spPr>
        <a:xfrm>
          <a:off x="229335" y="148978"/>
          <a:ext cx="6014218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князь Данило </a:t>
          </a:r>
          <a:r>
            <a:rPr lang="ru-RU" sz="1600" b="0" i="0" kern="1200" dirty="0" err="1"/>
            <a:t>Галицький</a:t>
          </a:r>
          <a:endParaRPr lang="uk-UA" sz="1600" kern="1200" dirty="0"/>
        </a:p>
      </dsp:txBody>
      <dsp:txXfrm>
        <a:off x="229335" y="148978"/>
        <a:ext cx="6014218" cy="298148"/>
      </dsp:txXfrm>
    </dsp:sp>
    <dsp:sp modelId="{861513D2-B4C8-404C-991B-25C9DA9DF3E2}">
      <dsp:nvSpPr>
        <dsp:cNvPr id="0" name=""/>
        <dsp:cNvSpPr/>
      </dsp:nvSpPr>
      <dsp:spPr>
        <a:xfrm>
          <a:off x="42992" y="111710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064C83-D46B-4B07-B69F-A51795469B47}">
      <dsp:nvSpPr>
        <dsp:cNvPr id="0" name=""/>
        <dsp:cNvSpPr/>
      </dsp:nvSpPr>
      <dsp:spPr>
        <a:xfrm>
          <a:off x="442979" y="596058"/>
          <a:ext cx="5800573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князь </a:t>
          </a:r>
          <a:r>
            <a:rPr lang="ru-RU" sz="1600" b="0" i="0" kern="1200" dirty="0" err="1"/>
            <a:t>Володимир</a:t>
          </a:r>
          <a:r>
            <a:rPr lang="ru-RU" sz="1600" b="0" i="0" kern="1200" dirty="0"/>
            <a:t> Мономах</a:t>
          </a:r>
          <a:endParaRPr lang="uk-UA" sz="1600" kern="1200" dirty="0"/>
        </a:p>
      </dsp:txBody>
      <dsp:txXfrm>
        <a:off x="442979" y="596058"/>
        <a:ext cx="5800573" cy="298148"/>
      </dsp:txXfrm>
    </dsp:sp>
    <dsp:sp modelId="{C8E318FB-DE2B-4752-9DE1-7AC21DF36914}">
      <dsp:nvSpPr>
        <dsp:cNvPr id="0" name=""/>
        <dsp:cNvSpPr/>
      </dsp:nvSpPr>
      <dsp:spPr>
        <a:xfrm>
          <a:off x="256636" y="55878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47B93-7F88-4E83-842F-1C7B8F50017C}">
      <dsp:nvSpPr>
        <dsp:cNvPr id="0" name=""/>
        <dsp:cNvSpPr/>
      </dsp:nvSpPr>
      <dsp:spPr>
        <a:xfrm>
          <a:off x="508551" y="1043138"/>
          <a:ext cx="5735002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княгиня Ольга</a:t>
          </a:r>
          <a:endParaRPr lang="uk-UA" sz="1600" kern="1200"/>
        </a:p>
      </dsp:txBody>
      <dsp:txXfrm>
        <a:off x="508551" y="1043138"/>
        <a:ext cx="5735002" cy="298148"/>
      </dsp:txXfrm>
    </dsp:sp>
    <dsp:sp modelId="{032E93E1-7F2B-4F51-A3BB-DF3285FC562F}">
      <dsp:nvSpPr>
        <dsp:cNvPr id="0" name=""/>
        <dsp:cNvSpPr/>
      </dsp:nvSpPr>
      <dsp:spPr>
        <a:xfrm>
          <a:off x="322208" y="100586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A9D191-7553-4C04-964F-622B54C6C665}">
      <dsp:nvSpPr>
        <dsp:cNvPr id="0" name=""/>
        <dsp:cNvSpPr/>
      </dsp:nvSpPr>
      <dsp:spPr>
        <a:xfrm>
          <a:off x="442979" y="1490217"/>
          <a:ext cx="5800573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князь Ярослав Мудрий</a:t>
          </a:r>
          <a:endParaRPr lang="uk-UA" sz="1600" kern="1200"/>
        </a:p>
      </dsp:txBody>
      <dsp:txXfrm>
        <a:off x="442979" y="1490217"/>
        <a:ext cx="5800573" cy="298148"/>
      </dsp:txXfrm>
    </dsp:sp>
    <dsp:sp modelId="{1CF3A98C-8CE9-4DD6-B716-B942B522D48A}">
      <dsp:nvSpPr>
        <dsp:cNvPr id="0" name=""/>
        <dsp:cNvSpPr/>
      </dsp:nvSpPr>
      <dsp:spPr>
        <a:xfrm>
          <a:off x="256636" y="145294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4D643-90DF-4F39-A3B0-64DADF23F8F2}">
      <dsp:nvSpPr>
        <dsp:cNvPr id="0" name=""/>
        <dsp:cNvSpPr/>
      </dsp:nvSpPr>
      <dsp:spPr>
        <a:xfrm>
          <a:off x="229335" y="1937297"/>
          <a:ext cx="6014218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князь </a:t>
          </a:r>
          <a:r>
            <a:rPr lang="ru-RU" sz="1600" b="0" i="0" kern="1200" dirty="0" err="1"/>
            <a:t>Володимир</a:t>
          </a:r>
          <a:r>
            <a:rPr lang="ru-RU" sz="1600" b="0" i="0" kern="1200" dirty="0"/>
            <a:t> Великий</a:t>
          </a:r>
          <a:endParaRPr lang="uk-UA" sz="1600" kern="1200" dirty="0"/>
        </a:p>
      </dsp:txBody>
      <dsp:txXfrm>
        <a:off x="229335" y="1937297"/>
        <a:ext cx="6014218" cy="298148"/>
      </dsp:txXfrm>
    </dsp:sp>
    <dsp:sp modelId="{32DB5023-26C0-4F46-97AE-FB6D6E41B1E8}">
      <dsp:nvSpPr>
        <dsp:cNvPr id="0" name=""/>
        <dsp:cNvSpPr/>
      </dsp:nvSpPr>
      <dsp:spPr>
        <a:xfrm>
          <a:off x="42992" y="190002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2BE3A-30EF-4E22-8FAB-F6809A7EEB29}">
      <dsp:nvSpPr>
        <dsp:cNvPr id="0" name=""/>
        <dsp:cNvSpPr/>
      </dsp:nvSpPr>
      <dsp:spPr>
        <a:xfrm>
          <a:off x="0" y="322379"/>
          <a:ext cx="626903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керував героїчною обороною Києва від військ хана Батия</a:t>
          </a:r>
          <a:endParaRPr lang="uk-UA" sz="1700" kern="1200" dirty="0"/>
        </a:p>
      </dsp:txBody>
      <dsp:txXfrm>
        <a:off x="19419" y="341798"/>
        <a:ext cx="6230200" cy="358962"/>
      </dsp:txXfrm>
    </dsp:sp>
    <dsp:sp modelId="{CD9A15CE-07E2-4072-A54E-DF61DAABB406}">
      <dsp:nvSpPr>
        <dsp:cNvPr id="0" name=""/>
        <dsp:cNvSpPr/>
      </dsp:nvSpPr>
      <dsp:spPr>
        <a:xfrm>
          <a:off x="0" y="769139"/>
          <a:ext cx="626903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проводив активну зовнішню політику</a:t>
          </a:r>
          <a:endParaRPr lang="uk-UA" sz="1700" kern="1200" dirty="0"/>
        </a:p>
      </dsp:txBody>
      <dsp:txXfrm>
        <a:off x="19419" y="788558"/>
        <a:ext cx="6230200" cy="358962"/>
      </dsp:txXfrm>
    </dsp:sp>
    <dsp:sp modelId="{B7239311-43C8-4CDD-B9B0-A15AAB115690}">
      <dsp:nvSpPr>
        <dsp:cNvPr id="0" name=""/>
        <dsp:cNvSpPr/>
      </dsp:nvSpPr>
      <dsp:spPr>
        <a:xfrm>
          <a:off x="0" y="1215899"/>
          <a:ext cx="626903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звільнив галицько-волинські землі від монгольського ярма</a:t>
          </a:r>
          <a:endParaRPr lang="uk-UA" sz="1700" kern="1200"/>
        </a:p>
      </dsp:txBody>
      <dsp:txXfrm>
        <a:off x="19419" y="1235318"/>
        <a:ext cx="6230200" cy="358962"/>
      </dsp:txXfrm>
    </dsp:sp>
    <dsp:sp modelId="{C92F7AC4-287A-44B3-85EF-A48802FAC61E}">
      <dsp:nvSpPr>
        <dsp:cNvPr id="0" name=""/>
        <dsp:cNvSpPr/>
      </dsp:nvSpPr>
      <dsp:spPr>
        <a:xfrm>
          <a:off x="0" y="1662659"/>
          <a:ext cx="626903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об’єднав галицькі та волинські землі в єдину державу</a:t>
          </a:r>
          <a:endParaRPr lang="uk-UA" sz="1700" kern="1200" dirty="0"/>
        </a:p>
      </dsp:txBody>
      <dsp:txXfrm>
        <a:off x="19419" y="1682078"/>
        <a:ext cx="6230200" cy="3589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8D0CB-3D0E-43E4-9B02-5818E69BA613}">
      <dsp:nvSpPr>
        <dsp:cNvPr id="0" name=""/>
        <dsp:cNvSpPr/>
      </dsp:nvSpPr>
      <dsp:spPr>
        <a:xfrm>
          <a:off x="0" y="37107"/>
          <a:ext cx="6272212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поклав край зазіханням німецьких рицарів-хрестоносців на західноукраїнські землі</a:t>
          </a:r>
        </a:p>
      </dsp:txBody>
      <dsp:txXfrm>
        <a:off x="35811" y="72918"/>
        <a:ext cx="6200590" cy="661968"/>
      </dsp:txXfrm>
    </dsp:sp>
    <dsp:sp modelId="{81E1363C-E716-4945-AF33-78E1D28AD046}">
      <dsp:nvSpPr>
        <dsp:cNvPr id="0" name=""/>
        <dsp:cNvSpPr/>
      </dsp:nvSpPr>
      <dsp:spPr>
        <a:xfrm>
          <a:off x="0" y="825417"/>
          <a:ext cx="6272212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був фактичним володарем Київського та Переяславського князівств</a:t>
          </a:r>
        </a:p>
      </dsp:txBody>
      <dsp:txXfrm>
        <a:off x="35811" y="861228"/>
        <a:ext cx="6200590" cy="661968"/>
      </dsp:txXfrm>
    </dsp:sp>
    <dsp:sp modelId="{EEF6D90C-59A0-48A6-907C-B1EA1B07DAD8}">
      <dsp:nvSpPr>
        <dsp:cNvPr id="0" name=""/>
        <dsp:cNvSpPr/>
      </dsp:nvSpPr>
      <dsp:spPr>
        <a:xfrm>
          <a:off x="0" y="1613727"/>
          <a:ext cx="6272212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переніс столицю Галицько-Волинської держави до міста </a:t>
          </a:r>
          <a:r>
            <a:rPr lang="uk-UA" sz="1900" kern="1200" dirty="0" err="1"/>
            <a:t>Холм</a:t>
          </a:r>
          <a:endParaRPr lang="uk-UA" sz="1900" kern="1200" dirty="0"/>
        </a:p>
      </dsp:txBody>
      <dsp:txXfrm>
        <a:off x="35811" y="1649538"/>
        <a:ext cx="6200590" cy="6619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54A6D-9FEA-43DF-94E7-5BD28ABDABDF}">
      <dsp:nvSpPr>
        <dsp:cNvPr id="0" name=""/>
        <dsp:cNvSpPr/>
      </dsp:nvSpPr>
      <dsp:spPr>
        <a:xfrm>
          <a:off x="1645245" y="595709"/>
          <a:ext cx="1787128" cy="17871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A5AFC-316C-483D-AC11-F18B20DF1661}">
      <dsp:nvSpPr>
        <dsp:cNvPr id="0" name=""/>
        <dsp:cNvSpPr/>
      </dsp:nvSpPr>
      <dsp:spPr>
        <a:xfrm>
          <a:off x="1900655" y="851119"/>
          <a:ext cx="1276307" cy="12763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D4337-5C72-4ADF-A295-C570E7BD2257}">
      <dsp:nvSpPr>
        <dsp:cNvPr id="0" name=""/>
        <dsp:cNvSpPr/>
      </dsp:nvSpPr>
      <dsp:spPr>
        <a:xfrm>
          <a:off x="2155917" y="1106381"/>
          <a:ext cx="765784" cy="765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2051C-4A9A-4560-BCCE-1AE86249FEBB}">
      <dsp:nvSpPr>
        <dsp:cNvPr id="0" name=""/>
        <dsp:cNvSpPr/>
      </dsp:nvSpPr>
      <dsp:spPr>
        <a:xfrm>
          <a:off x="2411178" y="1361642"/>
          <a:ext cx="255261" cy="25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DCFA1-86AF-4B08-8486-4851EE845847}">
      <dsp:nvSpPr>
        <dsp:cNvPr id="0" name=""/>
        <dsp:cNvSpPr/>
      </dsp:nvSpPr>
      <dsp:spPr>
        <a:xfrm>
          <a:off x="3730228" y="0"/>
          <a:ext cx="893564" cy="42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Х ст.</a:t>
          </a:r>
          <a:endParaRPr lang="uk-UA" sz="1900" kern="1200"/>
        </a:p>
      </dsp:txBody>
      <dsp:txXfrm>
        <a:off x="3730228" y="0"/>
        <a:ext cx="893564" cy="427421"/>
      </dsp:txXfrm>
    </dsp:sp>
    <dsp:sp modelId="{698DC4DA-48B6-4868-9D20-9FEC19135A61}">
      <dsp:nvSpPr>
        <dsp:cNvPr id="0" name=""/>
        <dsp:cNvSpPr/>
      </dsp:nvSpPr>
      <dsp:spPr>
        <a:xfrm>
          <a:off x="3506837" y="213710"/>
          <a:ext cx="2233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11675D-224C-45E5-999D-240344B135F2}">
      <dsp:nvSpPr>
        <dsp:cNvPr id="0" name=""/>
        <dsp:cNvSpPr/>
      </dsp:nvSpPr>
      <dsp:spPr>
        <a:xfrm rot="5400000">
          <a:off x="2383925" y="354447"/>
          <a:ext cx="1262904" cy="98292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5ED0A-F5F7-4EAA-8DF8-7E06FFF1FD9D}">
      <dsp:nvSpPr>
        <dsp:cNvPr id="0" name=""/>
        <dsp:cNvSpPr/>
      </dsp:nvSpPr>
      <dsp:spPr>
        <a:xfrm>
          <a:off x="3730228" y="427421"/>
          <a:ext cx="893564" cy="42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ХІ ст.</a:t>
          </a:r>
          <a:endParaRPr lang="uk-UA" sz="1900" kern="1200" dirty="0"/>
        </a:p>
      </dsp:txBody>
      <dsp:txXfrm>
        <a:off x="3730228" y="427421"/>
        <a:ext cx="893564" cy="427421"/>
      </dsp:txXfrm>
    </dsp:sp>
    <dsp:sp modelId="{7770B675-15D2-4BE8-96F2-7E125E745D6F}">
      <dsp:nvSpPr>
        <dsp:cNvPr id="0" name=""/>
        <dsp:cNvSpPr/>
      </dsp:nvSpPr>
      <dsp:spPr>
        <a:xfrm>
          <a:off x="3506837" y="641132"/>
          <a:ext cx="2233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5792B-7387-49AE-A2AA-BC79C10E98E0}">
      <dsp:nvSpPr>
        <dsp:cNvPr id="0" name=""/>
        <dsp:cNvSpPr/>
      </dsp:nvSpPr>
      <dsp:spPr>
        <a:xfrm rot="5400000">
          <a:off x="2602550" y="774869"/>
          <a:ext cx="1037130" cy="76995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69B80D-2443-4383-9581-D97EE53FF62F}">
      <dsp:nvSpPr>
        <dsp:cNvPr id="0" name=""/>
        <dsp:cNvSpPr/>
      </dsp:nvSpPr>
      <dsp:spPr>
        <a:xfrm>
          <a:off x="3730228" y="854843"/>
          <a:ext cx="893564" cy="42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ХІІ ст.</a:t>
          </a:r>
          <a:endParaRPr lang="uk-UA" sz="1900" kern="1200" dirty="0"/>
        </a:p>
      </dsp:txBody>
      <dsp:txXfrm>
        <a:off x="3730228" y="854843"/>
        <a:ext cx="893564" cy="427421"/>
      </dsp:txXfrm>
    </dsp:sp>
    <dsp:sp modelId="{3F9CD2D1-1076-41AE-8CCD-6AA331DC386F}">
      <dsp:nvSpPr>
        <dsp:cNvPr id="0" name=""/>
        <dsp:cNvSpPr/>
      </dsp:nvSpPr>
      <dsp:spPr>
        <a:xfrm>
          <a:off x="3506837" y="1068553"/>
          <a:ext cx="2233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7DA56B-4303-4D3C-9511-85165044E773}">
      <dsp:nvSpPr>
        <dsp:cNvPr id="0" name=""/>
        <dsp:cNvSpPr/>
      </dsp:nvSpPr>
      <dsp:spPr>
        <a:xfrm rot="5400000">
          <a:off x="2814176" y="1166697"/>
          <a:ext cx="791102" cy="59422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118DE-2264-484A-92CE-C03458A4D51D}">
      <dsp:nvSpPr>
        <dsp:cNvPr id="0" name=""/>
        <dsp:cNvSpPr/>
      </dsp:nvSpPr>
      <dsp:spPr>
        <a:xfrm>
          <a:off x="3730228" y="1282264"/>
          <a:ext cx="893564" cy="42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ХІІІ ст.</a:t>
          </a:r>
          <a:endParaRPr lang="uk-UA" sz="1900" kern="1200" dirty="0"/>
        </a:p>
      </dsp:txBody>
      <dsp:txXfrm>
        <a:off x="3730228" y="1282264"/>
        <a:ext cx="893564" cy="427421"/>
      </dsp:txXfrm>
    </dsp:sp>
    <dsp:sp modelId="{0CFE5131-F2C8-4606-A17E-1AC23D7BAF25}">
      <dsp:nvSpPr>
        <dsp:cNvPr id="0" name=""/>
        <dsp:cNvSpPr/>
      </dsp:nvSpPr>
      <dsp:spPr>
        <a:xfrm>
          <a:off x="3506837" y="1495975"/>
          <a:ext cx="2233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E8F2F4-3695-4C34-A453-34F740E650E2}">
      <dsp:nvSpPr>
        <dsp:cNvPr id="0" name=""/>
        <dsp:cNvSpPr/>
      </dsp:nvSpPr>
      <dsp:spPr>
        <a:xfrm rot="5400000">
          <a:off x="3026308" y="1560073"/>
          <a:ext cx="543763" cy="41520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285B7-7C8E-4C67-BD33-51A9063D9363}">
      <dsp:nvSpPr>
        <dsp:cNvPr id="0" name=""/>
        <dsp:cNvSpPr/>
      </dsp:nvSpPr>
      <dsp:spPr>
        <a:xfrm>
          <a:off x="0" y="1485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міжусобної боротьби руських князів.</a:t>
          </a:r>
          <a:endParaRPr lang="uk-UA" sz="3200" kern="1200"/>
        </a:p>
      </dsp:txBody>
      <dsp:txXfrm>
        <a:off x="60313" y="75170"/>
        <a:ext cx="6161112" cy="1114894"/>
      </dsp:txXfrm>
    </dsp:sp>
    <dsp:sp modelId="{93F593AB-2A6D-47A2-AF61-AC551FD79FFC}">
      <dsp:nvSpPr>
        <dsp:cNvPr id="0" name=""/>
        <dsp:cNvSpPr/>
      </dsp:nvSpPr>
      <dsp:spPr>
        <a:xfrm>
          <a:off x="0" y="134253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об’єднання сил князів у боротьбі проти монголів.</a:t>
          </a:r>
          <a:endParaRPr lang="uk-UA" sz="3200" kern="1200" dirty="0"/>
        </a:p>
      </dsp:txBody>
      <dsp:txXfrm>
        <a:off x="60313" y="1402850"/>
        <a:ext cx="6161112" cy="1114894"/>
      </dsp:txXfrm>
    </dsp:sp>
    <dsp:sp modelId="{B15121F6-FF9F-4830-8CEB-26576E626832}">
      <dsp:nvSpPr>
        <dsp:cNvPr id="0" name=""/>
        <dsp:cNvSpPr/>
      </dsp:nvSpPr>
      <dsp:spPr>
        <a:xfrm>
          <a:off x="0" y="267021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виконання одного з рішень Любецького з’їзду князів.</a:t>
          </a:r>
          <a:endParaRPr lang="uk-UA" sz="3200" kern="1200"/>
        </a:p>
      </dsp:txBody>
      <dsp:txXfrm>
        <a:off x="60313" y="2730530"/>
        <a:ext cx="6161112" cy="1114894"/>
      </dsp:txXfrm>
    </dsp:sp>
    <dsp:sp modelId="{EC1C7B9C-EF4A-464D-8BC7-4C1DAA65A4B0}">
      <dsp:nvSpPr>
        <dsp:cNvPr id="0" name=""/>
        <dsp:cNvSpPr/>
      </dsp:nvSpPr>
      <dsp:spPr>
        <a:xfrm>
          <a:off x="0" y="399789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боротьби Польщі та Угорщини за розширення своїх володінь.</a:t>
          </a:r>
          <a:endParaRPr lang="uk-UA" sz="3200" kern="1200" dirty="0"/>
        </a:p>
      </dsp:txBody>
      <dsp:txXfrm>
        <a:off x="60313" y="4058210"/>
        <a:ext cx="6161112" cy="11148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4E727-13DF-4F06-AEFF-D53E6954B99E}">
      <dsp:nvSpPr>
        <dsp:cNvPr id="0" name=""/>
        <dsp:cNvSpPr/>
      </dsp:nvSpPr>
      <dsp:spPr>
        <a:xfrm>
          <a:off x="516731" y="0"/>
          <a:ext cx="5248275" cy="52482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AB40F-FAEC-412C-81E7-A0FA774D6B9F}">
      <dsp:nvSpPr>
        <dsp:cNvPr id="0" name=""/>
        <dsp:cNvSpPr/>
      </dsp:nvSpPr>
      <dsp:spPr>
        <a:xfrm>
          <a:off x="1015317" y="498586"/>
          <a:ext cx="2046827" cy="20468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  <a:sp3d extrusionH="28000" prstMaterial="matte"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1187 р.</a:t>
          </a:r>
          <a:endParaRPr lang="uk-UA" sz="5200" kern="1200"/>
        </a:p>
      </dsp:txBody>
      <dsp:txXfrm>
        <a:off x="1115235" y="598504"/>
        <a:ext cx="1846991" cy="1846991"/>
      </dsp:txXfrm>
    </dsp:sp>
    <dsp:sp modelId="{72A27C96-CFC4-4D45-B14D-7435616E8E85}">
      <dsp:nvSpPr>
        <dsp:cNvPr id="0" name=""/>
        <dsp:cNvSpPr/>
      </dsp:nvSpPr>
      <dsp:spPr>
        <a:xfrm>
          <a:off x="3219593" y="498586"/>
          <a:ext cx="2046827" cy="20468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  <a:sp3d extrusionH="28000" prstMaterial="matte"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1199 р.</a:t>
          </a:r>
          <a:endParaRPr lang="uk-UA" sz="5200" kern="1200"/>
        </a:p>
      </dsp:txBody>
      <dsp:txXfrm>
        <a:off x="3319511" y="598504"/>
        <a:ext cx="1846991" cy="1846991"/>
      </dsp:txXfrm>
    </dsp:sp>
    <dsp:sp modelId="{C646E2DE-DD56-415E-9006-A031387593F5}">
      <dsp:nvSpPr>
        <dsp:cNvPr id="0" name=""/>
        <dsp:cNvSpPr/>
      </dsp:nvSpPr>
      <dsp:spPr>
        <a:xfrm>
          <a:off x="1015317" y="2702861"/>
          <a:ext cx="2046827" cy="20468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  <a:sp3d extrusionH="28000" prstMaterial="matte"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 dirty="0"/>
            <a:t>1223 р.</a:t>
          </a:r>
          <a:endParaRPr lang="uk-UA" sz="5200" kern="1200" dirty="0"/>
        </a:p>
      </dsp:txBody>
      <dsp:txXfrm>
        <a:off x="1115235" y="2802779"/>
        <a:ext cx="1846991" cy="1846991"/>
      </dsp:txXfrm>
    </dsp:sp>
    <dsp:sp modelId="{E3E0216E-93F6-4997-9131-1BB026F0349B}">
      <dsp:nvSpPr>
        <dsp:cNvPr id="0" name=""/>
        <dsp:cNvSpPr/>
      </dsp:nvSpPr>
      <dsp:spPr>
        <a:xfrm>
          <a:off x="3219593" y="2702861"/>
          <a:ext cx="2046827" cy="20468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  <a:sp3d extrusionH="28000" prstMaterial="matte"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 dirty="0"/>
            <a:t>1240 р.</a:t>
          </a:r>
          <a:endParaRPr lang="uk-UA" sz="5200" kern="1200" dirty="0"/>
        </a:p>
      </dsp:txBody>
      <dsp:txXfrm>
        <a:off x="3319511" y="2802779"/>
        <a:ext cx="1846991" cy="184699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CAF24-050A-414F-A120-67B2515BA95F}">
      <dsp:nvSpPr>
        <dsp:cNvPr id="0" name=""/>
        <dsp:cNvSpPr/>
      </dsp:nvSpPr>
      <dsp:spPr>
        <a:xfrm>
          <a:off x="0" y="1485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приборкання боярської опозиції</a:t>
          </a:r>
          <a:endParaRPr lang="uk-UA" sz="3200" kern="1200"/>
        </a:p>
      </dsp:txBody>
      <dsp:txXfrm>
        <a:off x="60313" y="75170"/>
        <a:ext cx="6161112" cy="1114894"/>
      </dsp:txXfrm>
    </dsp:sp>
    <dsp:sp modelId="{20C09DC0-0E14-42BF-AF79-693551282FDB}">
      <dsp:nvSpPr>
        <dsp:cNvPr id="0" name=""/>
        <dsp:cNvSpPr/>
      </dsp:nvSpPr>
      <dsp:spPr>
        <a:xfrm>
          <a:off x="0" y="134253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розбудова Галицької митрополії</a:t>
          </a:r>
          <a:endParaRPr lang="uk-UA" sz="3200" kern="1200"/>
        </a:p>
      </dsp:txBody>
      <dsp:txXfrm>
        <a:off x="60313" y="1402850"/>
        <a:ext cx="6161112" cy="1114894"/>
      </dsp:txXfrm>
    </dsp:sp>
    <dsp:sp modelId="{B7E8E512-2AC9-4D3F-8563-35A977517ABB}">
      <dsp:nvSpPr>
        <dsp:cNvPr id="0" name=""/>
        <dsp:cNvSpPr/>
      </dsp:nvSpPr>
      <dsp:spPr>
        <a:xfrm>
          <a:off x="0" y="267021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боротьба з Тевтонським орденом</a:t>
          </a:r>
          <a:endParaRPr lang="uk-UA" sz="3200" kern="1200"/>
        </a:p>
      </dsp:txBody>
      <dsp:txXfrm>
        <a:off x="60313" y="2730530"/>
        <a:ext cx="6161112" cy="1114894"/>
      </dsp:txXfrm>
    </dsp:sp>
    <dsp:sp modelId="{1C712B16-D02A-40DC-A91A-6B9024630BF0}">
      <dsp:nvSpPr>
        <dsp:cNvPr id="0" name=""/>
        <dsp:cNvSpPr/>
      </dsp:nvSpPr>
      <dsp:spPr>
        <a:xfrm>
          <a:off x="0" y="399789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створення </a:t>
          </a:r>
          <a:r>
            <a:rPr lang="uk-UA" sz="3200" b="0" i="0" kern="1200" dirty="0" err="1"/>
            <a:t>антимонгольської</a:t>
          </a:r>
          <a:r>
            <a:rPr lang="uk-UA" sz="3200" b="0" i="0" kern="1200" dirty="0"/>
            <a:t> коаліції</a:t>
          </a:r>
          <a:endParaRPr lang="uk-UA" sz="3200" kern="1200" dirty="0"/>
        </a:p>
      </dsp:txBody>
      <dsp:txXfrm>
        <a:off x="60313" y="4058210"/>
        <a:ext cx="6161112" cy="111489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366FD-5809-47D4-A6CB-14E8E16D721D}">
      <dsp:nvSpPr>
        <dsp:cNvPr id="0" name=""/>
        <dsp:cNvSpPr/>
      </dsp:nvSpPr>
      <dsp:spPr>
        <a:xfrm>
          <a:off x="0" y="1485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 err="1"/>
            <a:t>зміна</a:t>
          </a:r>
          <a:r>
            <a:rPr lang="ru-RU" sz="3200" b="0" i="0" kern="1200" dirty="0"/>
            <a:t> </a:t>
          </a:r>
          <a:r>
            <a:rPr lang="ru-RU" sz="3200" b="0" i="0" kern="1200" dirty="0" err="1"/>
            <a:t>системи</a:t>
          </a:r>
          <a:r>
            <a:rPr lang="ru-RU" sz="3200" b="0" i="0" kern="1200" dirty="0"/>
            <a:t> </a:t>
          </a:r>
          <a:r>
            <a:rPr lang="ru-RU" sz="3200" b="0" i="0" kern="1200" dirty="0" err="1"/>
            <a:t>престолонаслідування</a:t>
          </a:r>
          <a:endParaRPr lang="uk-UA" sz="3200" kern="1200" dirty="0"/>
        </a:p>
      </dsp:txBody>
      <dsp:txXfrm>
        <a:off x="60313" y="75170"/>
        <a:ext cx="6161112" cy="1114894"/>
      </dsp:txXfrm>
    </dsp:sp>
    <dsp:sp modelId="{34CD687B-031F-4571-B3CC-1883D2EC3E8F}">
      <dsp:nvSpPr>
        <dsp:cNvPr id="0" name=""/>
        <dsp:cNvSpPr/>
      </dsp:nvSpPr>
      <dsp:spPr>
        <a:xfrm>
          <a:off x="0" y="134253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 err="1"/>
            <a:t>установлення</a:t>
          </a:r>
          <a:r>
            <a:rPr lang="ru-RU" sz="3200" b="0" i="0" kern="1200" dirty="0"/>
            <a:t> </a:t>
          </a:r>
          <a:r>
            <a:rPr lang="ru-RU" sz="3200" b="0" i="0" kern="1200" dirty="0" err="1"/>
            <a:t>монгольського</a:t>
          </a:r>
          <a:r>
            <a:rPr lang="ru-RU" sz="3200" b="0" i="0" kern="1200" dirty="0"/>
            <a:t> </a:t>
          </a:r>
          <a:r>
            <a:rPr lang="ru-RU" sz="3200" b="0" i="0" kern="1200" dirty="0" err="1"/>
            <a:t>панування</a:t>
          </a:r>
          <a:endParaRPr lang="uk-UA" sz="3200" kern="1200" dirty="0"/>
        </a:p>
      </dsp:txBody>
      <dsp:txXfrm>
        <a:off x="60313" y="1402850"/>
        <a:ext cx="6161112" cy="1114894"/>
      </dsp:txXfrm>
    </dsp:sp>
    <dsp:sp modelId="{547A3913-A88A-4EF4-AD92-881BA3E0206F}">
      <dsp:nvSpPr>
        <dsp:cNvPr id="0" name=""/>
        <dsp:cNvSpPr/>
      </dsp:nvSpPr>
      <dsp:spPr>
        <a:xfrm>
          <a:off x="0" y="267021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утрата контролю над Червенськими містами</a:t>
          </a:r>
          <a:endParaRPr lang="uk-UA" sz="3200" kern="1200"/>
        </a:p>
      </dsp:txBody>
      <dsp:txXfrm>
        <a:off x="60313" y="2730530"/>
        <a:ext cx="6161112" cy="1114894"/>
      </dsp:txXfrm>
    </dsp:sp>
    <dsp:sp modelId="{AF9A3876-7785-42AA-90B4-D79FF1416F8B}">
      <dsp:nvSpPr>
        <dsp:cNvPr id="0" name=""/>
        <dsp:cNvSpPr/>
      </dsp:nvSpPr>
      <dsp:spPr>
        <a:xfrm>
          <a:off x="0" y="3997897"/>
          <a:ext cx="6281738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 err="1"/>
            <a:t>тимчасова</a:t>
          </a:r>
          <a:r>
            <a:rPr lang="ru-RU" sz="3200" b="0" i="0" kern="1200" dirty="0"/>
            <a:t> </a:t>
          </a:r>
          <a:r>
            <a:rPr lang="ru-RU" sz="3200" b="0" i="0" kern="1200" dirty="0" err="1"/>
            <a:t>втрата</a:t>
          </a:r>
          <a:r>
            <a:rPr lang="ru-RU" sz="3200" b="0" i="0" kern="1200" dirty="0"/>
            <a:t> </a:t>
          </a:r>
          <a:r>
            <a:rPr lang="ru-RU" sz="3200" b="0" i="0" kern="1200" dirty="0" err="1"/>
            <a:t>державної</a:t>
          </a:r>
          <a:r>
            <a:rPr lang="ru-RU" sz="3200" b="0" i="0" kern="1200" dirty="0"/>
            <a:t> </a:t>
          </a:r>
          <a:r>
            <a:rPr lang="ru-RU" sz="3200" b="0" i="0" kern="1200" dirty="0" err="1"/>
            <a:t>єдності</a:t>
          </a:r>
          <a:r>
            <a:rPr lang="ru-RU" sz="3200" b="0" i="0" kern="1200" dirty="0"/>
            <a:t> земель</a:t>
          </a:r>
          <a:endParaRPr lang="uk-UA" sz="3200" kern="1200" dirty="0"/>
        </a:p>
      </dsp:txBody>
      <dsp:txXfrm>
        <a:off x="60313" y="4058210"/>
        <a:ext cx="6161112" cy="111489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00FA3-EBD6-43CD-B8B8-053F1F8A4A9B}">
      <dsp:nvSpPr>
        <dsp:cNvPr id="0" name=""/>
        <dsp:cNvSpPr/>
      </dsp:nvSpPr>
      <dsp:spPr>
        <a:xfrm>
          <a:off x="0" y="1163"/>
          <a:ext cx="20469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67366-319A-4689-BB22-86643B260D14}">
      <dsp:nvSpPr>
        <dsp:cNvPr id="0" name=""/>
        <dsp:cNvSpPr/>
      </dsp:nvSpPr>
      <dsp:spPr>
        <a:xfrm>
          <a:off x="0" y="1163"/>
          <a:ext cx="2046953" cy="39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Київського</a:t>
          </a:r>
          <a:endParaRPr lang="uk-UA" sz="1500" kern="1200"/>
        </a:p>
      </dsp:txBody>
      <dsp:txXfrm>
        <a:off x="0" y="1163"/>
        <a:ext cx="2046953" cy="396751"/>
      </dsp:txXfrm>
    </dsp:sp>
    <dsp:sp modelId="{4CD36064-01C3-4A52-B470-A73FEE2850C8}">
      <dsp:nvSpPr>
        <dsp:cNvPr id="0" name=""/>
        <dsp:cNvSpPr/>
      </dsp:nvSpPr>
      <dsp:spPr>
        <a:xfrm>
          <a:off x="0" y="397915"/>
          <a:ext cx="20469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A8644F-7091-431B-93D2-D00316C640CC}">
      <dsp:nvSpPr>
        <dsp:cNvPr id="0" name=""/>
        <dsp:cNvSpPr/>
      </dsp:nvSpPr>
      <dsp:spPr>
        <a:xfrm>
          <a:off x="0" y="397915"/>
          <a:ext cx="2046953" cy="39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Чернігівського</a:t>
          </a:r>
          <a:endParaRPr lang="uk-UA" sz="1500" kern="1200" dirty="0"/>
        </a:p>
      </dsp:txBody>
      <dsp:txXfrm>
        <a:off x="0" y="397915"/>
        <a:ext cx="2046953" cy="396751"/>
      </dsp:txXfrm>
    </dsp:sp>
    <dsp:sp modelId="{2FBB02AB-6BB9-4565-ABB4-C5FA62BC38AF}">
      <dsp:nvSpPr>
        <dsp:cNvPr id="0" name=""/>
        <dsp:cNvSpPr/>
      </dsp:nvSpPr>
      <dsp:spPr>
        <a:xfrm>
          <a:off x="0" y="794667"/>
          <a:ext cx="20469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6FCDC-84A8-483E-8FEE-B3A81242C363}">
      <dsp:nvSpPr>
        <dsp:cNvPr id="0" name=""/>
        <dsp:cNvSpPr/>
      </dsp:nvSpPr>
      <dsp:spPr>
        <a:xfrm>
          <a:off x="0" y="794667"/>
          <a:ext cx="2046953" cy="39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Переяславського</a:t>
          </a:r>
          <a:endParaRPr lang="uk-UA" sz="1500" kern="1200" dirty="0"/>
        </a:p>
      </dsp:txBody>
      <dsp:txXfrm>
        <a:off x="0" y="794667"/>
        <a:ext cx="2046953" cy="396751"/>
      </dsp:txXfrm>
    </dsp:sp>
    <dsp:sp modelId="{369A0FB5-1313-48F2-AA54-B1B687DEA187}">
      <dsp:nvSpPr>
        <dsp:cNvPr id="0" name=""/>
        <dsp:cNvSpPr/>
      </dsp:nvSpPr>
      <dsp:spPr>
        <a:xfrm>
          <a:off x="0" y="1191419"/>
          <a:ext cx="20469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7A559-FEED-406E-958A-91053EB79340}">
      <dsp:nvSpPr>
        <dsp:cNvPr id="0" name=""/>
        <dsp:cNvSpPr/>
      </dsp:nvSpPr>
      <dsp:spPr>
        <a:xfrm>
          <a:off x="0" y="1191418"/>
          <a:ext cx="2046953" cy="39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Новгород-Сіверського</a:t>
          </a:r>
          <a:endParaRPr lang="uk-UA" sz="1500" kern="1200"/>
        </a:p>
      </dsp:txBody>
      <dsp:txXfrm>
        <a:off x="0" y="1191418"/>
        <a:ext cx="2046953" cy="396751"/>
      </dsp:txXfrm>
    </dsp:sp>
    <dsp:sp modelId="{6B0298AC-E69E-4927-BA16-67480B7B920A}">
      <dsp:nvSpPr>
        <dsp:cNvPr id="0" name=""/>
        <dsp:cNvSpPr/>
      </dsp:nvSpPr>
      <dsp:spPr>
        <a:xfrm>
          <a:off x="0" y="1588170"/>
          <a:ext cx="20469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C0E5C-FDD2-47BC-8295-A4D2EEB9526B}">
      <dsp:nvSpPr>
        <dsp:cNvPr id="0" name=""/>
        <dsp:cNvSpPr/>
      </dsp:nvSpPr>
      <dsp:spPr>
        <a:xfrm>
          <a:off x="0" y="1588170"/>
          <a:ext cx="2046953" cy="39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Волинського</a:t>
          </a:r>
          <a:endParaRPr lang="uk-UA" sz="1500" kern="1200"/>
        </a:p>
      </dsp:txBody>
      <dsp:txXfrm>
        <a:off x="0" y="1588170"/>
        <a:ext cx="2046953" cy="396751"/>
      </dsp:txXfrm>
    </dsp:sp>
    <dsp:sp modelId="{F0CF722B-5A82-43D4-A3EF-C22402851495}">
      <dsp:nvSpPr>
        <dsp:cNvPr id="0" name=""/>
        <dsp:cNvSpPr/>
      </dsp:nvSpPr>
      <dsp:spPr>
        <a:xfrm>
          <a:off x="0" y="1984922"/>
          <a:ext cx="20469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0323E-E16B-4EBF-9E6B-B4ECE65211F0}">
      <dsp:nvSpPr>
        <dsp:cNvPr id="0" name=""/>
        <dsp:cNvSpPr/>
      </dsp:nvSpPr>
      <dsp:spPr>
        <a:xfrm>
          <a:off x="0" y="1984922"/>
          <a:ext cx="2046953" cy="39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Галицького</a:t>
          </a:r>
          <a:endParaRPr lang="uk-UA" sz="1500" kern="1200" dirty="0"/>
        </a:p>
      </dsp:txBody>
      <dsp:txXfrm>
        <a:off x="0" y="1984922"/>
        <a:ext cx="2046953" cy="39675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ECE49-7B2C-4385-B871-22F86E990431}">
      <dsp:nvSpPr>
        <dsp:cNvPr id="0" name=""/>
        <dsp:cNvSpPr/>
      </dsp:nvSpPr>
      <dsp:spPr>
        <a:xfrm>
          <a:off x="0" y="0"/>
          <a:ext cx="2384425" cy="238442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A2827-9E70-4B08-A510-167A05B31775}">
      <dsp:nvSpPr>
        <dsp:cNvPr id="0" name=""/>
        <dsp:cNvSpPr/>
      </dsp:nvSpPr>
      <dsp:spPr>
        <a:xfrm>
          <a:off x="1192212" y="0"/>
          <a:ext cx="5080000" cy="23844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Ярослава Осмомисла.</a:t>
          </a:r>
          <a:endParaRPr lang="uk-UA" sz="2400" kern="1200"/>
        </a:p>
      </dsp:txBody>
      <dsp:txXfrm>
        <a:off x="1192212" y="0"/>
        <a:ext cx="5080000" cy="506690"/>
      </dsp:txXfrm>
    </dsp:sp>
    <dsp:sp modelId="{51D6750A-EB40-41BE-AEFD-BFF3762F31F6}">
      <dsp:nvSpPr>
        <dsp:cNvPr id="0" name=""/>
        <dsp:cNvSpPr/>
      </dsp:nvSpPr>
      <dsp:spPr>
        <a:xfrm>
          <a:off x="312955" y="506690"/>
          <a:ext cx="1758513" cy="175851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25F12F-BA42-4430-ACE4-AD25735C4C97}">
      <dsp:nvSpPr>
        <dsp:cNvPr id="0" name=""/>
        <dsp:cNvSpPr/>
      </dsp:nvSpPr>
      <dsp:spPr>
        <a:xfrm>
          <a:off x="1192212" y="506690"/>
          <a:ext cx="5080000" cy="175851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Романа Мстиславовича.</a:t>
          </a:r>
          <a:endParaRPr lang="uk-UA" sz="2400" kern="1200"/>
        </a:p>
      </dsp:txBody>
      <dsp:txXfrm>
        <a:off x="1192212" y="506690"/>
        <a:ext cx="5080000" cy="506690"/>
      </dsp:txXfrm>
    </dsp:sp>
    <dsp:sp modelId="{DC836186-CEBC-4B2D-A18C-99ED25D9316D}">
      <dsp:nvSpPr>
        <dsp:cNvPr id="0" name=""/>
        <dsp:cNvSpPr/>
      </dsp:nvSpPr>
      <dsp:spPr>
        <a:xfrm>
          <a:off x="625911" y="1013380"/>
          <a:ext cx="1132601" cy="113260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B37C4-79C2-42B6-810A-5BDEC617BE19}">
      <dsp:nvSpPr>
        <dsp:cNvPr id="0" name=""/>
        <dsp:cNvSpPr/>
      </dsp:nvSpPr>
      <dsp:spPr>
        <a:xfrm>
          <a:off x="1192212" y="1013380"/>
          <a:ext cx="5080000" cy="113260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Лева Даниловича.</a:t>
          </a:r>
          <a:endParaRPr lang="uk-UA" sz="2400" kern="1200" dirty="0"/>
        </a:p>
      </dsp:txBody>
      <dsp:txXfrm>
        <a:off x="1192212" y="1013380"/>
        <a:ext cx="5080000" cy="506690"/>
      </dsp:txXfrm>
    </dsp:sp>
    <dsp:sp modelId="{B3B374FF-8F8E-4290-9914-C7FC56CFB37B}">
      <dsp:nvSpPr>
        <dsp:cNvPr id="0" name=""/>
        <dsp:cNvSpPr/>
      </dsp:nvSpPr>
      <dsp:spPr>
        <a:xfrm>
          <a:off x="938867" y="1520070"/>
          <a:ext cx="506690" cy="50669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A5F81-C800-43E7-BDC8-45FA6B5DBE8D}">
      <dsp:nvSpPr>
        <dsp:cNvPr id="0" name=""/>
        <dsp:cNvSpPr/>
      </dsp:nvSpPr>
      <dsp:spPr>
        <a:xfrm>
          <a:off x="1192212" y="1520070"/>
          <a:ext cx="5080000" cy="50669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Юрія</a:t>
          </a:r>
          <a:r>
            <a:rPr lang="ru-RU" sz="2400" b="0" i="0" kern="1200" dirty="0"/>
            <a:t> ІІ Болеслава.</a:t>
          </a:r>
          <a:endParaRPr lang="uk-UA" sz="2400" kern="1200" dirty="0"/>
        </a:p>
      </dsp:txBody>
      <dsp:txXfrm>
        <a:off x="1192212" y="1520070"/>
        <a:ext cx="5080000" cy="50669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16368-155C-44CD-B948-B1B632F5019D}">
      <dsp:nvSpPr>
        <dsp:cNvPr id="0" name=""/>
        <dsp:cNvSpPr/>
      </dsp:nvSpPr>
      <dsp:spPr>
        <a:xfrm>
          <a:off x="0" y="0"/>
          <a:ext cx="2384425" cy="238442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B2F89-B1C0-426B-A2C0-A05C83C4547F}">
      <dsp:nvSpPr>
        <dsp:cNvPr id="0" name=""/>
        <dsp:cNvSpPr/>
      </dsp:nvSpPr>
      <dsp:spPr>
        <a:xfrm>
          <a:off x="1192212" y="0"/>
          <a:ext cx="5080000" cy="23844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Володимирко</a:t>
          </a:r>
          <a:endParaRPr lang="uk-UA" sz="2400" kern="1200"/>
        </a:p>
      </dsp:txBody>
      <dsp:txXfrm>
        <a:off x="1192212" y="0"/>
        <a:ext cx="5080000" cy="506690"/>
      </dsp:txXfrm>
    </dsp:sp>
    <dsp:sp modelId="{986206B6-96D8-4299-9365-D5EC043D24BA}">
      <dsp:nvSpPr>
        <dsp:cNvPr id="0" name=""/>
        <dsp:cNvSpPr/>
      </dsp:nvSpPr>
      <dsp:spPr>
        <a:xfrm>
          <a:off x="312955" y="506690"/>
          <a:ext cx="1758513" cy="175851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0E9EF-4A7C-4406-8D8E-E69C18B30EA3}">
      <dsp:nvSpPr>
        <dsp:cNvPr id="0" name=""/>
        <dsp:cNvSpPr/>
      </dsp:nvSpPr>
      <dsp:spPr>
        <a:xfrm>
          <a:off x="1192212" y="506690"/>
          <a:ext cx="5080000" cy="175851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Ярослав</a:t>
          </a:r>
          <a:endParaRPr lang="uk-UA" sz="2400" kern="1200"/>
        </a:p>
      </dsp:txBody>
      <dsp:txXfrm>
        <a:off x="1192212" y="506690"/>
        <a:ext cx="5080000" cy="506690"/>
      </dsp:txXfrm>
    </dsp:sp>
    <dsp:sp modelId="{A26108EE-5FCA-41C6-917A-E425E27C843D}">
      <dsp:nvSpPr>
        <dsp:cNvPr id="0" name=""/>
        <dsp:cNvSpPr/>
      </dsp:nvSpPr>
      <dsp:spPr>
        <a:xfrm>
          <a:off x="625911" y="1013380"/>
          <a:ext cx="1132601" cy="113260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EAF3C-2630-46D6-80D5-6DEE8A9569F4}">
      <dsp:nvSpPr>
        <dsp:cNvPr id="0" name=""/>
        <dsp:cNvSpPr/>
      </dsp:nvSpPr>
      <dsp:spPr>
        <a:xfrm>
          <a:off x="1192212" y="1013380"/>
          <a:ext cx="5080000" cy="113260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Данило</a:t>
          </a:r>
          <a:endParaRPr lang="uk-UA" sz="2400" kern="1200" dirty="0"/>
        </a:p>
      </dsp:txBody>
      <dsp:txXfrm>
        <a:off x="1192212" y="1013380"/>
        <a:ext cx="5080000" cy="506690"/>
      </dsp:txXfrm>
    </dsp:sp>
    <dsp:sp modelId="{2C8E4205-F0C0-447A-A92C-644030BD052C}">
      <dsp:nvSpPr>
        <dsp:cNvPr id="0" name=""/>
        <dsp:cNvSpPr/>
      </dsp:nvSpPr>
      <dsp:spPr>
        <a:xfrm>
          <a:off x="938867" y="1520070"/>
          <a:ext cx="506690" cy="50669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3ACBD-2D1C-4AFD-92E7-1F95649E7BB0}">
      <dsp:nvSpPr>
        <dsp:cNvPr id="0" name=""/>
        <dsp:cNvSpPr/>
      </dsp:nvSpPr>
      <dsp:spPr>
        <a:xfrm>
          <a:off x="1192212" y="1520070"/>
          <a:ext cx="5080000" cy="50669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Юрій</a:t>
          </a:r>
          <a:endParaRPr lang="uk-UA" sz="2400" kern="1200" dirty="0"/>
        </a:p>
      </dsp:txBody>
      <dsp:txXfrm>
        <a:off x="1192212" y="1520070"/>
        <a:ext cx="5080000" cy="50669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7BEB6E-25D5-4689-8020-60CCBD6002AF}">
      <dsp:nvSpPr>
        <dsp:cNvPr id="0" name=""/>
        <dsp:cNvSpPr/>
      </dsp:nvSpPr>
      <dsp:spPr>
        <a:xfrm>
          <a:off x="1277784" y="0"/>
          <a:ext cx="3716644" cy="3716644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D6315-EF8B-4180-A92B-89659EC9582C}">
      <dsp:nvSpPr>
        <dsp:cNvPr id="0" name=""/>
        <dsp:cNvSpPr/>
      </dsp:nvSpPr>
      <dsp:spPr>
        <a:xfrm>
          <a:off x="1630865" y="353081"/>
          <a:ext cx="1449491" cy="14494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dirty="0"/>
            <a:t>1238 р.</a:t>
          </a:r>
          <a:endParaRPr lang="uk-UA" sz="3700" kern="1200" dirty="0"/>
        </a:p>
      </dsp:txBody>
      <dsp:txXfrm>
        <a:off x="1701623" y="423839"/>
        <a:ext cx="1307975" cy="1307975"/>
      </dsp:txXfrm>
    </dsp:sp>
    <dsp:sp modelId="{67D59FE3-8D33-4565-B04F-16A27826161E}">
      <dsp:nvSpPr>
        <dsp:cNvPr id="0" name=""/>
        <dsp:cNvSpPr/>
      </dsp:nvSpPr>
      <dsp:spPr>
        <a:xfrm>
          <a:off x="3191856" y="353081"/>
          <a:ext cx="1449491" cy="14494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1240 р.</a:t>
          </a:r>
          <a:endParaRPr lang="uk-UA" sz="3700" kern="1200"/>
        </a:p>
      </dsp:txBody>
      <dsp:txXfrm>
        <a:off x="3262614" y="423839"/>
        <a:ext cx="1307975" cy="1307975"/>
      </dsp:txXfrm>
    </dsp:sp>
    <dsp:sp modelId="{63CDEF44-C0D9-4AE8-8870-8936DC162A33}">
      <dsp:nvSpPr>
        <dsp:cNvPr id="0" name=""/>
        <dsp:cNvSpPr/>
      </dsp:nvSpPr>
      <dsp:spPr>
        <a:xfrm>
          <a:off x="1630865" y="1914071"/>
          <a:ext cx="1449491" cy="14494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1245 р.</a:t>
          </a:r>
          <a:endParaRPr lang="uk-UA" sz="3700" kern="1200"/>
        </a:p>
      </dsp:txBody>
      <dsp:txXfrm>
        <a:off x="1701623" y="1984829"/>
        <a:ext cx="1307975" cy="1307975"/>
      </dsp:txXfrm>
    </dsp:sp>
    <dsp:sp modelId="{E2F02B9F-554C-4C9A-8B9E-EE99000545B7}">
      <dsp:nvSpPr>
        <dsp:cNvPr id="0" name=""/>
        <dsp:cNvSpPr/>
      </dsp:nvSpPr>
      <dsp:spPr>
        <a:xfrm>
          <a:off x="3191856" y="1914071"/>
          <a:ext cx="1449491" cy="14494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 dirty="0"/>
            <a:t>1253 р</a:t>
          </a:r>
          <a:endParaRPr lang="uk-UA" sz="3700" kern="1200" dirty="0"/>
        </a:p>
      </dsp:txBody>
      <dsp:txXfrm>
        <a:off x="3262614" y="1984829"/>
        <a:ext cx="1307975" cy="130797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CB000-AF1A-4073-9832-897A995B1C08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1019-1054 </a:t>
          </a:r>
          <a:r>
            <a:rPr lang="ru-RU" sz="2300" b="0" i="0" kern="1200" dirty="0" err="1"/>
            <a:t>рр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011744C3-A4CD-4CA2-AC72-8150697074E9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1199-1205 </a:t>
          </a:r>
          <a:r>
            <a:rPr lang="ru-RU" sz="2300" b="0" i="0" kern="1200" dirty="0" err="1"/>
            <a:t>рр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646372"/>
        <a:ext cx="6216492" cy="485654"/>
      </dsp:txXfrm>
    </dsp:sp>
    <dsp:sp modelId="{FFF8DA83-4A00-4914-9E7F-0E8200B54D48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1113-1125 рр.</a:t>
          </a:r>
          <a:endParaRPr lang="uk-UA" sz="2300" kern="1200"/>
        </a:p>
      </dsp:txBody>
      <dsp:txXfrm>
        <a:off x="26273" y="1250812"/>
        <a:ext cx="6216492" cy="485654"/>
      </dsp:txXfrm>
    </dsp:sp>
    <dsp:sp modelId="{0CCB0F9B-30DE-4529-BE67-E55511E08ED3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1238-1264 </a:t>
          </a:r>
          <a:r>
            <a:rPr lang="ru-RU" sz="2300" b="0" i="0" kern="1200" dirty="0" err="1"/>
            <a:t>рр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B8122-EF85-4C9A-9D41-25395922D433}">
      <dsp:nvSpPr>
        <dsp:cNvPr id="0" name=""/>
        <dsp:cNvSpPr/>
      </dsp:nvSpPr>
      <dsp:spPr>
        <a:xfrm>
          <a:off x="0" y="272617"/>
          <a:ext cx="6281738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600" b="0" i="0" kern="1200" dirty="0" err="1"/>
            <a:t>іноземних</a:t>
          </a:r>
          <a:r>
            <a:rPr lang="ru-RU" sz="4600" b="0" i="0" kern="1200" dirty="0"/>
            <a:t> </a:t>
          </a:r>
          <a:r>
            <a:rPr lang="ru-RU" sz="4600" b="0" i="0" kern="1200" dirty="0" err="1"/>
            <a:t>колоністів</a:t>
          </a:r>
          <a:endParaRPr lang="uk-UA" sz="4600" kern="1200" dirty="0"/>
        </a:p>
      </dsp:txBody>
      <dsp:txXfrm>
        <a:off x="52546" y="325163"/>
        <a:ext cx="6176646" cy="971308"/>
      </dsp:txXfrm>
    </dsp:sp>
    <dsp:sp modelId="{EA1754AF-4528-435E-9C09-74A1F0D1B0CA}">
      <dsp:nvSpPr>
        <dsp:cNvPr id="0" name=""/>
        <dsp:cNvSpPr/>
      </dsp:nvSpPr>
      <dsp:spPr>
        <a:xfrm>
          <a:off x="0" y="1481497"/>
          <a:ext cx="6281738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600" b="0" i="0" kern="1200"/>
            <a:t>міщан</a:t>
          </a:r>
          <a:endParaRPr lang="uk-UA" sz="4600" kern="1200"/>
        </a:p>
      </dsp:txBody>
      <dsp:txXfrm>
        <a:off x="52546" y="1534043"/>
        <a:ext cx="6176646" cy="971308"/>
      </dsp:txXfrm>
    </dsp:sp>
    <dsp:sp modelId="{F8AE7897-5098-4AAA-B667-0AD97E83319B}">
      <dsp:nvSpPr>
        <dsp:cNvPr id="0" name=""/>
        <dsp:cNvSpPr/>
      </dsp:nvSpPr>
      <dsp:spPr>
        <a:xfrm>
          <a:off x="0" y="2690377"/>
          <a:ext cx="6281738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600" b="0" i="0" kern="1200" dirty="0"/>
            <a:t>селян</a:t>
          </a:r>
          <a:endParaRPr lang="uk-UA" sz="4600" kern="1200" dirty="0"/>
        </a:p>
      </dsp:txBody>
      <dsp:txXfrm>
        <a:off x="52546" y="2742923"/>
        <a:ext cx="6176646" cy="971308"/>
      </dsp:txXfrm>
    </dsp:sp>
    <dsp:sp modelId="{0EE722AA-5082-4BA8-9EE7-734787ABF724}">
      <dsp:nvSpPr>
        <dsp:cNvPr id="0" name=""/>
        <dsp:cNvSpPr/>
      </dsp:nvSpPr>
      <dsp:spPr>
        <a:xfrm>
          <a:off x="0" y="3899257"/>
          <a:ext cx="6281738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600" b="0" i="0" kern="1200" dirty="0" err="1"/>
            <a:t>удільних</a:t>
          </a:r>
          <a:r>
            <a:rPr lang="ru-RU" sz="4600" b="0" i="0" kern="1200" dirty="0"/>
            <a:t> </a:t>
          </a:r>
          <a:r>
            <a:rPr lang="ru-RU" sz="4600" b="0" i="0" kern="1200" dirty="0" err="1"/>
            <a:t>князів</a:t>
          </a:r>
          <a:endParaRPr lang="uk-UA" sz="4600" kern="1200" dirty="0"/>
        </a:p>
      </dsp:txBody>
      <dsp:txXfrm>
        <a:off x="52546" y="3951803"/>
        <a:ext cx="6176646" cy="97130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B6FCC-6006-4FB3-829A-646B82CD7C11}">
      <dsp:nvSpPr>
        <dsp:cNvPr id="0" name=""/>
        <dsp:cNvSpPr/>
      </dsp:nvSpPr>
      <dsp:spPr>
        <a:xfrm>
          <a:off x="0" y="1645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Ярославу Осмомислу</a:t>
          </a:r>
          <a:endParaRPr lang="uk-UA" sz="2300" kern="1200"/>
        </a:p>
      </dsp:txBody>
      <dsp:txXfrm>
        <a:off x="26273" y="42725"/>
        <a:ext cx="6219666" cy="485654"/>
      </dsp:txXfrm>
    </dsp:sp>
    <dsp:sp modelId="{E3CD8836-C557-41D3-A38D-64DA1900281D}">
      <dsp:nvSpPr>
        <dsp:cNvPr id="0" name=""/>
        <dsp:cNvSpPr/>
      </dsp:nvSpPr>
      <dsp:spPr>
        <a:xfrm>
          <a:off x="0" y="62089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Роману Мстиславовичу</a:t>
          </a:r>
          <a:endParaRPr lang="uk-UA" sz="2300" kern="1200" dirty="0"/>
        </a:p>
      </dsp:txBody>
      <dsp:txXfrm>
        <a:off x="26273" y="647165"/>
        <a:ext cx="6219666" cy="485654"/>
      </dsp:txXfrm>
    </dsp:sp>
    <dsp:sp modelId="{5B1873F3-7E94-45A8-BB54-AD614794EA5D}">
      <dsp:nvSpPr>
        <dsp:cNvPr id="0" name=""/>
        <dsp:cNvSpPr/>
      </dsp:nvSpPr>
      <dsp:spPr>
        <a:xfrm>
          <a:off x="0" y="122533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Данилу Галицькому</a:t>
          </a:r>
          <a:endParaRPr lang="uk-UA" sz="2300" kern="1200"/>
        </a:p>
      </dsp:txBody>
      <dsp:txXfrm>
        <a:off x="26273" y="1251605"/>
        <a:ext cx="6219666" cy="485654"/>
      </dsp:txXfrm>
    </dsp:sp>
    <dsp:sp modelId="{19031FB8-01BB-4A61-BB84-ECE614125139}">
      <dsp:nvSpPr>
        <dsp:cNvPr id="0" name=""/>
        <dsp:cNvSpPr/>
      </dsp:nvSpPr>
      <dsp:spPr>
        <a:xfrm>
          <a:off x="0" y="182977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Юрію</a:t>
          </a:r>
          <a:r>
            <a:rPr lang="ru-RU" sz="2300" b="0" i="0" kern="1200" dirty="0"/>
            <a:t> I Львовичу</a:t>
          </a:r>
          <a:endParaRPr lang="uk-UA" sz="2300" kern="1200" dirty="0"/>
        </a:p>
      </dsp:txBody>
      <dsp:txXfrm>
        <a:off x="26273" y="1856045"/>
        <a:ext cx="6219666" cy="48565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F76AD-40A6-430B-BD7A-5DA34723FAA6}">
      <dsp:nvSpPr>
        <dsp:cNvPr id="0" name=""/>
        <dsp:cNvSpPr/>
      </dsp:nvSpPr>
      <dsp:spPr>
        <a:xfrm>
          <a:off x="0" y="8862"/>
          <a:ext cx="6269038" cy="14302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«Данило тим часом поїхав на |Ростислава Мстиславича|, і схопив його, і зоставив у нім | Києві, тисяцького| Дмитра. І </a:t>
          </a:r>
          <a:r>
            <a:rPr lang="uk-UA" sz="1700" b="0" i="1" kern="1200" dirty="0" err="1"/>
            <a:t>оддав</a:t>
          </a:r>
          <a:r>
            <a:rPr lang="uk-UA" sz="1700" b="0" i="1" kern="1200" dirty="0"/>
            <a:t> він Київ у руки Дмитрові, |щоб| удержати |город| проти іноплемінних народів, безбожних татар...»</a:t>
          </a:r>
          <a:endParaRPr lang="uk-UA" sz="1700" kern="1200" dirty="0"/>
        </a:p>
      </dsp:txBody>
      <dsp:txXfrm>
        <a:off x="69817" y="78679"/>
        <a:ext cx="6129404" cy="1290581"/>
      </dsp:txXfrm>
    </dsp:sp>
    <dsp:sp modelId="{C8B0FB48-A336-4C73-8EE0-16651644AA5A}">
      <dsp:nvSpPr>
        <dsp:cNvPr id="0" name=""/>
        <dsp:cNvSpPr/>
      </dsp:nvSpPr>
      <dsp:spPr>
        <a:xfrm>
          <a:off x="0" y="1488038"/>
          <a:ext cx="6269038" cy="14302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«..Данило сказав: "Не гожим є держати отчину нашу </a:t>
          </a:r>
          <a:r>
            <a:rPr lang="uk-UA" sz="1700" b="0" i="1" kern="1200" dirty="0" err="1"/>
            <a:t>крижевникам</a:t>
          </a:r>
          <a:r>
            <a:rPr lang="uk-UA" sz="1700" b="0" i="1" kern="1200" dirty="0"/>
            <a:t>-тамплієрам |рицарям-хрестоносцям|". І пішли вони на них з великою силою, узяли город |</a:t>
          </a:r>
          <a:r>
            <a:rPr lang="uk-UA" sz="1700" b="0" i="1" kern="1200" dirty="0" err="1"/>
            <a:t>Дорогичин</a:t>
          </a:r>
          <a:r>
            <a:rPr lang="uk-UA" sz="1700" b="0" i="1" kern="1200" dirty="0"/>
            <a:t>| місяця березня, і старійшину |магістра| їхнього Брауна схопили, і воїнів захопили, і вернулися обидва у Володимир...»</a:t>
          </a:r>
          <a:endParaRPr lang="uk-UA" sz="1700" kern="1200" dirty="0"/>
        </a:p>
      </dsp:txBody>
      <dsp:txXfrm>
        <a:off x="69817" y="1557855"/>
        <a:ext cx="6129404" cy="129058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1E817-D4A0-4D02-8A75-5C10207D97E6}">
      <dsp:nvSpPr>
        <dsp:cNvPr id="0" name=""/>
        <dsp:cNvSpPr/>
      </dsp:nvSpPr>
      <dsp:spPr>
        <a:xfrm>
          <a:off x="0" y="7972"/>
          <a:ext cx="6272212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1" kern="1200" dirty="0"/>
            <a:t>«Тим часом |хан| Могучий прислав до Данила й Василька посла </a:t>
          </a:r>
          <a:r>
            <a:rPr lang="ru-RU" sz="1700" b="0" i="1" kern="1200" dirty="0" err="1"/>
            <a:t>свого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зі</a:t>
          </a:r>
          <a:r>
            <a:rPr lang="ru-RU" sz="1700" b="0" i="1" kern="1200" dirty="0"/>
            <a:t> словами: "Дай Галич!" І | Данило| </a:t>
          </a:r>
          <a:r>
            <a:rPr lang="ru-RU" sz="1700" b="0" i="1" kern="1200" dirty="0" err="1"/>
            <a:t>був</a:t>
          </a:r>
          <a:r>
            <a:rPr lang="ru-RU" sz="1700" b="0" i="1" kern="1200" dirty="0"/>
            <a:t> у </a:t>
          </a:r>
          <a:r>
            <a:rPr lang="ru-RU" sz="1700" b="0" i="1" kern="1200" dirty="0" err="1"/>
            <a:t>печалі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великій</a:t>
          </a:r>
          <a:r>
            <a:rPr lang="ru-RU" sz="1700" b="0" i="1" kern="1200" dirty="0"/>
            <a:t>, тому </a:t>
          </a:r>
          <a:r>
            <a:rPr lang="ru-RU" sz="1700" b="0" i="1" kern="1200" dirty="0" err="1"/>
            <a:t>що</a:t>
          </a:r>
          <a:r>
            <a:rPr lang="ru-RU" sz="1700" b="0" i="1" kern="1200" dirty="0"/>
            <a:t> не </a:t>
          </a:r>
          <a:r>
            <a:rPr lang="ru-RU" sz="1700" b="0" i="1" kern="1200" dirty="0" err="1"/>
            <a:t>укріпив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він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був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землі</a:t>
          </a:r>
          <a:r>
            <a:rPr lang="ru-RU" sz="1700" b="0" i="1" kern="1200" dirty="0"/>
            <a:t> </a:t>
          </a:r>
          <a:r>
            <a:rPr lang="ru-RU" sz="1700" b="0" i="1" kern="1200" dirty="0" err="1"/>
            <a:t>своєї</a:t>
          </a:r>
          <a:r>
            <a:rPr lang="ru-RU" sz="1700" b="0" i="1" kern="1200" dirty="0"/>
            <a:t> городами. І, </a:t>
          </a:r>
          <a:r>
            <a:rPr lang="ru-RU" sz="1700" b="0" i="1" kern="1200" dirty="0" err="1"/>
            <a:t>порадившись</a:t>
          </a:r>
          <a:r>
            <a:rPr lang="ru-RU" sz="1700" b="0" i="1" kern="1200" dirty="0"/>
            <a:t> з братом </a:t>
          </a:r>
          <a:r>
            <a:rPr lang="ru-RU" sz="1700" b="0" i="1" kern="1200" dirty="0" err="1"/>
            <a:t>своїм</a:t>
          </a:r>
          <a:r>
            <a:rPr lang="ru-RU" sz="1700" b="0" i="1" kern="1200" dirty="0"/>
            <a:t>, </a:t>
          </a:r>
          <a:r>
            <a:rPr lang="ru-RU" sz="1700" b="0" i="1" kern="1200" dirty="0" err="1"/>
            <a:t>поїхав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він</a:t>
          </a:r>
          <a:r>
            <a:rPr lang="ru-RU" sz="1700" b="0" i="1" kern="1200" dirty="0"/>
            <a:t> до </a:t>
          </a:r>
          <a:r>
            <a:rPr lang="ru-RU" sz="1700" b="0" i="1" kern="1200" dirty="0" err="1"/>
            <a:t>Батия</a:t>
          </a:r>
          <a:r>
            <a:rPr lang="ru-RU" sz="1700" b="0" i="1" kern="1200" dirty="0"/>
            <a:t>, </a:t>
          </a:r>
          <a:r>
            <a:rPr lang="ru-RU" sz="1700" b="0" i="1" kern="1200" dirty="0" err="1"/>
            <a:t>кажучи</a:t>
          </a:r>
          <a:r>
            <a:rPr lang="ru-RU" sz="1700" b="0" i="1" kern="1200" dirty="0"/>
            <a:t>: "Не дам </a:t>
          </a:r>
          <a:r>
            <a:rPr lang="ru-RU" sz="1700" b="0" i="1" kern="1200" dirty="0" err="1"/>
            <a:t>півотчини</a:t>
          </a:r>
          <a:r>
            <a:rPr lang="ru-RU" sz="1700" b="0" i="1" kern="1200" dirty="0"/>
            <a:t> </a:t>
          </a:r>
          <a:r>
            <a:rPr lang="ru-RU" sz="1700" b="0" i="1" kern="1200" dirty="0" err="1"/>
            <a:t>своєї</a:t>
          </a:r>
          <a:r>
            <a:rPr lang="ru-RU" sz="1700" b="0" i="1" kern="1200" dirty="0"/>
            <a:t>, а </a:t>
          </a:r>
          <a:r>
            <a:rPr lang="ru-RU" sz="1700" b="0" i="1" kern="1200" dirty="0" err="1"/>
            <a:t>їду</a:t>
          </a:r>
          <a:r>
            <a:rPr lang="ru-RU" sz="1700" b="0" i="1" kern="1200" dirty="0"/>
            <a:t> до </a:t>
          </a:r>
          <a:r>
            <a:rPr lang="ru-RU" sz="1700" b="0" i="1" kern="1200" dirty="0" err="1"/>
            <a:t>Батия</a:t>
          </a:r>
          <a:r>
            <a:rPr lang="ru-RU" sz="1700" b="0" i="1" kern="1200" dirty="0"/>
            <a:t> сам...»</a:t>
          </a:r>
          <a:endParaRPr lang="uk-UA" sz="1700" kern="1200" dirty="0"/>
        </a:p>
      </dsp:txBody>
      <dsp:txXfrm>
        <a:off x="69908" y="77880"/>
        <a:ext cx="6132396" cy="1292264"/>
      </dsp:txXfrm>
    </dsp:sp>
    <dsp:sp modelId="{465E4B63-61FF-4E9F-8EA6-C7DC5894D745}">
      <dsp:nvSpPr>
        <dsp:cNvPr id="0" name=""/>
        <dsp:cNvSpPr/>
      </dsp:nvSpPr>
      <dsp:spPr>
        <a:xfrm>
          <a:off x="0" y="1489012"/>
          <a:ext cx="6272212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1" kern="1200" dirty="0"/>
            <a:t>«У той же час прислав Папа </a:t>
          </a:r>
          <a:r>
            <a:rPr lang="ru-RU" sz="1700" b="0" i="1" kern="1200" dirty="0" err="1"/>
            <a:t>послів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достойних</a:t>
          </a:r>
          <a:r>
            <a:rPr lang="ru-RU" sz="1700" b="0" i="1" kern="1200" dirty="0"/>
            <a:t>, </a:t>
          </a:r>
          <a:r>
            <a:rPr lang="ru-RU" sz="1700" b="0" i="1" kern="1200" dirty="0" err="1"/>
            <a:t>що</a:t>
          </a:r>
          <a:r>
            <a:rPr lang="ru-RU" sz="1700" b="0" i="1" kern="1200" dirty="0"/>
            <a:t> принесли </a:t>
          </a:r>
          <a:r>
            <a:rPr lang="ru-RU" sz="1700" b="0" i="1" kern="1200" dirty="0" err="1"/>
            <a:t>Данилові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вінець</a:t>
          </a:r>
          <a:r>
            <a:rPr lang="ru-RU" sz="1700" b="0" i="1" kern="1200" dirty="0"/>
            <a:t>, і </a:t>
          </a:r>
          <a:r>
            <a:rPr lang="ru-RU" sz="1700" b="0" i="1" kern="1200" dirty="0" err="1"/>
            <a:t>скіпетр</a:t>
          </a:r>
          <a:r>
            <a:rPr lang="ru-RU" sz="1700" b="0" i="1" kern="1200" dirty="0"/>
            <a:t>, і корону, </a:t>
          </a:r>
          <a:r>
            <a:rPr lang="ru-RU" sz="1700" b="0" i="1" kern="1200" dirty="0" err="1"/>
            <a:t>які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означають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королівський</a:t>
          </a:r>
          <a:r>
            <a:rPr lang="ru-RU" sz="1700" b="0" i="1" kern="1200" dirty="0"/>
            <a:t> сан, </a:t>
          </a:r>
          <a:r>
            <a:rPr lang="ru-RU" sz="1700" b="0" i="1" kern="1200" dirty="0" err="1"/>
            <a:t>кажучи</a:t>
          </a:r>
          <a:r>
            <a:rPr lang="ru-RU" sz="1700" b="0" i="1" kern="1200" dirty="0"/>
            <a:t>: "Сину! </a:t>
          </a:r>
          <a:r>
            <a:rPr lang="ru-RU" sz="1700" b="0" i="1" kern="1200" dirty="0" err="1"/>
            <a:t>Прийми</a:t>
          </a:r>
          <a:r>
            <a:rPr lang="ru-RU" sz="1700" b="0" i="1" kern="1200" dirty="0"/>
            <a:t> од нас </a:t>
          </a:r>
          <a:r>
            <a:rPr lang="ru-RU" sz="1700" b="0" i="1" kern="1200" dirty="0" err="1"/>
            <a:t>вінець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королівства</a:t>
          </a:r>
          <a:r>
            <a:rPr lang="ru-RU" sz="1700" b="0" i="1" kern="1200" dirty="0"/>
            <a:t>... </a:t>
          </a:r>
          <a:r>
            <a:rPr lang="ru-RU" sz="1700" b="0" i="1" kern="1200" dirty="0" err="1"/>
            <a:t>Ти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матимеш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поміч</a:t>
          </a:r>
          <a:r>
            <a:rPr lang="ru-RU" sz="1700" b="0" i="1" kern="1200" dirty="0"/>
            <a:t> од </a:t>
          </a:r>
          <a:r>
            <a:rPr lang="ru-RU" sz="1700" b="0" i="1" kern="1200" dirty="0" err="1"/>
            <a:t>Папи</a:t>
          </a:r>
          <a:r>
            <a:rPr lang="ru-RU" sz="1700" b="0" i="1" kern="1200" dirty="0"/>
            <a:t>"..»</a:t>
          </a:r>
          <a:endParaRPr lang="uk-UA" sz="1700" kern="1200" dirty="0"/>
        </a:p>
      </dsp:txBody>
      <dsp:txXfrm>
        <a:off x="69908" y="1558920"/>
        <a:ext cx="6132396" cy="129226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FD936-200C-4BB6-B154-72A179860E46}">
      <dsp:nvSpPr>
        <dsp:cNvPr id="0" name=""/>
        <dsp:cNvSpPr/>
      </dsp:nvSpPr>
      <dsp:spPr>
        <a:xfrm>
          <a:off x="-2694095" y="-415521"/>
          <a:ext cx="3215467" cy="3215467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5597A5-6B52-4439-9ED7-EA5B67DD5B6F}">
      <dsp:nvSpPr>
        <dsp:cNvPr id="0" name=""/>
        <dsp:cNvSpPr/>
      </dsp:nvSpPr>
      <dsp:spPr>
        <a:xfrm>
          <a:off x="273685" y="183314"/>
          <a:ext cx="5969867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Ярослав </a:t>
          </a:r>
          <a:r>
            <a:rPr lang="ru-RU" sz="1900" b="0" i="0" kern="1200" dirty="0" err="1"/>
            <a:t>Осмомисл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273685" y="183314"/>
        <a:ext cx="5969867" cy="366819"/>
      </dsp:txXfrm>
    </dsp:sp>
    <dsp:sp modelId="{E8EF00D2-4726-4A45-AC93-73E9D9A038BD}">
      <dsp:nvSpPr>
        <dsp:cNvPr id="0" name=""/>
        <dsp:cNvSpPr/>
      </dsp:nvSpPr>
      <dsp:spPr>
        <a:xfrm>
          <a:off x="44423" y="137462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D11F3-F530-4FC9-81FE-D83619027258}">
      <dsp:nvSpPr>
        <dsp:cNvPr id="0" name=""/>
        <dsp:cNvSpPr/>
      </dsp:nvSpPr>
      <dsp:spPr>
        <a:xfrm>
          <a:off x="483991" y="733639"/>
          <a:ext cx="5759561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Роман Мстиславович.</a:t>
          </a:r>
          <a:endParaRPr lang="uk-UA" sz="1900" kern="1200"/>
        </a:p>
      </dsp:txBody>
      <dsp:txXfrm>
        <a:off x="483991" y="733639"/>
        <a:ext cx="5759561" cy="366819"/>
      </dsp:txXfrm>
    </dsp:sp>
    <dsp:sp modelId="{FEE4FE8E-F33F-4672-A66A-E1502ACFD303}">
      <dsp:nvSpPr>
        <dsp:cNvPr id="0" name=""/>
        <dsp:cNvSpPr/>
      </dsp:nvSpPr>
      <dsp:spPr>
        <a:xfrm>
          <a:off x="254729" y="687787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F67DE2-A4C0-4772-8E3D-1807D8DAABBE}">
      <dsp:nvSpPr>
        <dsp:cNvPr id="0" name=""/>
        <dsp:cNvSpPr/>
      </dsp:nvSpPr>
      <dsp:spPr>
        <a:xfrm>
          <a:off x="483991" y="1283965"/>
          <a:ext cx="5759561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Данило Романович.</a:t>
          </a:r>
          <a:endParaRPr lang="uk-UA" sz="1900" kern="1200" dirty="0"/>
        </a:p>
      </dsp:txBody>
      <dsp:txXfrm>
        <a:off x="483991" y="1283965"/>
        <a:ext cx="5759561" cy="366819"/>
      </dsp:txXfrm>
    </dsp:sp>
    <dsp:sp modelId="{D1959811-7233-40FF-A24F-DCF0E443087B}">
      <dsp:nvSpPr>
        <dsp:cNvPr id="0" name=""/>
        <dsp:cNvSpPr/>
      </dsp:nvSpPr>
      <dsp:spPr>
        <a:xfrm>
          <a:off x="254729" y="1238112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5EAFA-9CE4-427C-AF08-7CCDAA18C371}">
      <dsp:nvSpPr>
        <dsp:cNvPr id="0" name=""/>
        <dsp:cNvSpPr/>
      </dsp:nvSpPr>
      <dsp:spPr>
        <a:xfrm>
          <a:off x="273685" y="1834290"/>
          <a:ext cx="5969867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Володимир</a:t>
          </a:r>
          <a:r>
            <a:rPr lang="ru-RU" sz="1900" b="0" i="0" kern="1200" dirty="0"/>
            <a:t> Мономах</a:t>
          </a:r>
          <a:endParaRPr lang="uk-UA" sz="1900" kern="1200" dirty="0"/>
        </a:p>
      </dsp:txBody>
      <dsp:txXfrm>
        <a:off x="273685" y="1834290"/>
        <a:ext cx="5969867" cy="366819"/>
      </dsp:txXfrm>
    </dsp:sp>
    <dsp:sp modelId="{1B90EF13-061A-49C9-A137-84ED548395C4}">
      <dsp:nvSpPr>
        <dsp:cNvPr id="0" name=""/>
        <dsp:cNvSpPr/>
      </dsp:nvSpPr>
      <dsp:spPr>
        <a:xfrm>
          <a:off x="44423" y="1788437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63049-C448-4420-89EC-B0F161DC775E}">
      <dsp:nvSpPr>
        <dsp:cNvPr id="0" name=""/>
        <dsp:cNvSpPr/>
      </dsp:nvSpPr>
      <dsp:spPr>
        <a:xfrm>
          <a:off x="0" y="5497"/>
          <a:ext cx="6281738" cy="1240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Тевтонським орденом</a:t>
          </a:r>
          <a:endParaRPr lang="uk-UA" sz="3200" kern="1200"/>
        </a:p>
      </dsp:txBody>
      <dsp:txXfrm>
        <a:off x="60542" y="66039"/>
        <a:ext cx="6160654" cy="1119116"/>
      </dsp:txXfrm>
    </dsp:sp>
    <dsp:sp modelId="{0EFE9EBB-39F4-4D02-B924-93A8CBCC66DC}">
      <dsp:nvSpPr>
        <dsp:cNvPr id="0" name=""/>
        <dsp:cNvSpPr/>
      </dsp:nvSpPr>
      <dsp:spPr>
        <a:xfrm>
          <a:off x="0" y="1337857"/>
          <a:ext cx="6281738" cy="1240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Золотою Ордою</a:t>
          </a:r>
          <a:endParaRPr lang="uk-UA" sz="3200" kern="1200"/>
        </a:p>
      </dsp:txBody>
      <dsp:txXfrm>
        <a:off x="60542" y="1398399"/>
        <a:ext cx="6160654" cy="1119116"/>
      </dsp:txXfrm>
    </dsp:sp>
    <dsp:sp modelId="{78FA823A-4F3F-477E-9699-CA99F6AFD7A0}">
      <dsp:nvSpPr>
        <dsp:cNvPr id="0" name=""/>
        <dsp:cNvSpPr/>
      </dsp:nvSpPr>
      <dsp:spPr>
        <a:xfrm>
          <a:off x="0" y="2670217"/>
          <a:ext cx="6281738" cy="1240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Великим князівством Литовським</a:t>
          </a:r>
          <a:endParaRPr lang="uk-UA" sz="3200" kern="1200"/>
        </a:p>
      </dsp:txBody>
      <dsp:txXfrm>
        <a:off x="60542" y="2730759"/>
        <a:ext cx="6160654" cy="1119116"/>
      </dsp:txXfrm>
    </dsp:sp>
    <dsp:sp modelId="{9270244C-2C64-4EBF-99F1-38E98FA86D8C}">
      <dsp:nvSpPr>
        <dsp:cNvPr id="0" name=""/>
        <dsp:cNvSpPr/>
      </dsp:nvSpPr>
      <dsp:spPr>
        <a:xfrm>
          <a:off x="0" y="4002577"/>
          <a:ext cx="6281738" cy="1240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 err="1"/>
            <a:t>Польським</a:t>
          </a:r>
          <a:r>
            <a:rPr lang="ru-RU" sz="3200" b="0" i="0" kern="1200" dirty="0"/>
            <a:t> </a:t>
          </a:r>
          <a:r>
            <a:rPr lang="ru-RU" sz="3200" b="0" i="0" kern="1200" dirty="0" err="1"/>
            <a:t>королівством</a:t>
          </a:r>
          <a:endParaRPr lang="uk-UA" sz="3200" kern="1200" dirty="0"/>
        </a:p>
      </dsp:txBody>
      <dsp:txXfrm>
        <a:off x="60542" y="4063119"/>
        <a:ext cx="6160654" cy="111911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5908D-1CDA-441B-BA42-80DE124B710A}">
      <dsp:nvSpPr>
        <dsp:cNvPr id="0" name=""/>
        <dsp:cNvSpPr/>
      </dsp:nvSpPr>
      <dsp:spPr>
        <a:xfrm>
          <a:off x="0" y="29968"/>
          <a:ext cx="6269038" cy="1119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розширенні території держави за рахунок володінь Угорщини.</a:t>
          </a:r>
          <a:endParaRPr lang="uk-UA" sz="2900" kern="1200" dirty="0"/>
        </a:p>
      </dsp:txBody>
      <dsp:txXfrm>
        <a:off x="54659" y="84627"/>
        <a:ext cx="6159720" cy="1010372"/>
      </dsp:txXfrm>
    </dsp:sp>
    <dsp:sp modelId="{F533F867-96FD-4EB8-990E-5ACFDDCDD299}">
      <dsp:nvSpPr>
        <dsp:cNvPr id="0" name=""/>
        <dsp:cNvSpPr/>
      </dsp:nvSpPr>
      <dsp:spPr>
        <a:xfrm>
          <a:off x="0" y="1233179"/>
          <a:ext cx="6269038" cy="1119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здобутті великокнязівського столу в Литві для свого сина Лева.</a:t>
          </a:r>
          <a:endParaRPr lang="uk-UA" sz="2900" kern="1200" dirty="0"/>
        </a:p>
      </dsp:txBody>
      <dsp:txXfrm>
        <a:off x="54659" y="1287838"/>
        <a:ext cx="6159720" cy="101037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4B772-E671-46FA-8B2D-E5F8053582AA}">
      <dsp:nvSpPr>
        <dsp:cNvPr id="0" name=""/>
        <dsp:cNvSpPr/>
      </dsp:nvSpPr>
      <dsp:spPr>
        <a:xfrm>
          <a:off x="0" y="190962"/>
          <a:ext cx="6272212" cy="965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укладенні союзу з Польщею для відсічі агресії Тевтонського ордену.</a:t>
          </a:r>
        </a:p>
      </dsp:txBody>
      <dsp:txXfrm>
        <a:off x="47120" y="238082"/>
        <a:ext cx="6177972" cy="871010"/>
      </dsp:txXfrm>
    </dsp:sp>
    <dsp:sp modelId="{37A3564B-4424-465F-A828-32127D854A18}">
      <dsp:nvSpPr>
        <dsp:cNvPr id="0" name=""/>
        <dsp:cNvSpPr/>
      </dsp:nvSpPr>
      <dsp:spPr>
        <a:xfrm>
          <a:off x="0" y="1228212"/>
          <a:ext cx="6272212" cy="965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створенні коаліції європейських держав для боротьби із Золотою Ордою.</a:t>
          </a:r>
        </a:p>
      </dsp:txBody>
      <dsp:txXfrm>
        <a:off x="47120" y="1275332"/>
        <a:ext cx="6177972" cy="87101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C5496-2023-4449-ACD7-AB7E52F5909F}">
      <dsp:nvSpPr>
        <dsp:cNvPr id="0" name=""/>
        <dsp:cNvSpPr/>
      </dsp:nvSpPr>
      <dsp:spPr>
        <a:xfrm>
          <a:off x="-2692299" y="-415248"/>
          <a:ext cx="3213334" cy="3213334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30E6CD-37E8-43C0-A169-DCA927174571}">
      <dsp:nvSpPr>
        <dsp:cNvPr id="0" name=""/>
        <dsp:cNvSpPr/>
      </dsp:nvSpPr>
      <dsp:spPr>
        <a:xfrm>
          <a:off x="273509" y="183192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Данило Романович</a:t>
          </a:r>
          <a:endParaRPr lang="uk-UA" sz="1900" kern="1200"/>
        </a:p>
      </dsp:txBody>
      <dsp:txXfrm>
        <a:off x="273509" y="183192"/>
        <a:ext cx="5966894" cy="366575"/>
      </dsp:txXfrm>
    </dsp:sp>
    <dsp:sp modelId="{B9A7B7C2-DBEE-4BCB-8115-EB9665AA1857}">
      <dsp:nvSpPr>
        <dsp:cNvPr id="0" name=""/>
        <dsp:cNvSpPr/>
      </dsp:nvSpPr>
      <dsp:spPr>
        <a:xfrm>
          <a:off x="44399" y="137370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A96D7-93D8-485D-8724-9B7B16F2B750}">
      <dsp:nvSpPr>
        <dsp:cNvPr id="0" name=""/>
        <dsp:cNvSpPr/>
      </dsp:nvSpPr>
      <dsp:spPr>
        <a:xfrm>
          <a:off x="483675" y="733151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Лев Данилович</a:t>
          </a:r>
          <a:endParaRPr lang="uk-UA" sz="1900" kern="1200" dirty="0"/>
        </a:p>
      </dsp:txBody>
      <dsp:txXfrm>
        <a:off x="483675" y="733151"/>
        <a:ext cx="5756727" cy="366575"/>
      </dsp:txXfrm>
    </dsp:sp>
    <dsp:sp modelId="{9E2974AD-5B01-4B77-B625-DB0BDF32B9A3}">
      <dsp:nvSpPr>
        <dsp:cNvPr id="0" name=""/>
        <dsp:cNvSpPr/>
      </dsp:nvSpPr>
      <dsp:spPr>
        <a:xfrm>
          <a:off x="254565" y="687329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A05C8-5CDC-4B80-9B6E-669886884711}">
      <dsp:nvSpPr>
        <dsp:cNvPr id="0" name=""/>
        <dsp:cNvSpPr/>
      </dsp:nvSpPr>
      <dsp:spPr>
        <a:xfrm>
          <a:off x="483675" y="1283110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Юрій I Львович</a:t>
          </a:r>
          <a:endParaRPr lang="uk-UA" sz="1900" kern="1200"/>
        </a:p>
      </dsp:txBody>
      <dsp:txXfrm>
        <a:off x="483675" y="1283110"/>
        <a:ext cx="5756727" cy="366575"/>
      </dsp:txXfrm>
    </dsp:sp>
    <dsp:sp modelId="{7C75F347-68C3-44DD-82DC-B0CF9F0C56AD}">
      <dsp:nvSpPr>
        <dsp:cNvPr id="0" name=""/>
        <dsp:cNvSpPr/>
      </dsp:nvSpPr>
      <dsp:spPr>
        <a:xfrm>
          <a:off x="254565" y="1237288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10C92-4CA7-4B91-9AF1-D6C73CED0B52}">
      <dsp:nvSpPr>
        <dsp:cNvPr id="0" name=""/>
        <dsp:cNvSpPr/>
      </dsp:nvSpPr>
      <dsp:spPr>
        <a:xfrm>
          <a:off x="273509" y="1833069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Юрій</a:t>
          </a:r>
          <a:r>
            <a:rPr lang="ru-RU" sz="1900" b="0" i="0" kern="1200" dirty="0"/>
            <a:t> II Болеслав</a:t>
          </a:r>
          <a:endParaRPr lang="uk-UA" sz="1900" kern="1200" dirty="0"/>
        </a:p>
      </dsp:txBody>
      <dsp:txXfrm>
        <a:off x="273509" y="1833069"/>
        <a:ext cx="5966894" cy="366575"/>
      </dsp:txXfrm>
    </dsp:sp>
    <dsp:sp modelId="{A1E2861A-370A-4CE8-A7BF-04A55DC31AFA}">
      <dsp:nvSpPr>
        <dsp:cNvPr id="0" name=""/>
        <dsp:cNvSpPr/>
      </dsp:nvSpPr>
      <dsp:spPr>
        <a:xfrm>
          <a:off x="44399" y="1787247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E4A2B-C7D0-414D-A8EB-6EBE60E66BFA}">
      <dsp:nvSpPr>
        <dsp:cNvPr id="0" name=""/>
        <dsp:cNvSpPr/>
      </dsp:nvSpPr>
      <dsp:spPr>
        <a:xfrm>
          <a:off x="0" y="9658"/>
          <a:ext cx="6272212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приєднав до Галицько-Волинської держави Закарпаття й Люблінську землю</a:t>
          </a:r>
          <a:endParaRPr lang="uk-UA" sz="1700" kern="1200" dirty="0"/>
        </a:p>
      </dsp:txBody>
      <dsp:txXfrm>
        <a:off x="32041" y="41699"/>
        <a:ext cx="6208130" cy="592288"/>
      </dsp:txXfrm>
    </dsp:sp>
    <dsp:sp modelId="{198FAE04-1D9F-43B5-A63B-B1563A6EF1E9}">
      <dsp:nvSpPr>
        <dsp:cNvPr id="0" name=""/>
        <dsp:cNvSpPr/>
      </dsp:nvSpPr>
      <dsp:spPr>
        <a:xfrm>
          <a:off x="0" y="714988"/>
          <a:ext cx="6272212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сприяв зміцненню позиції католицької церкви на українських землях</a:t>
          </a:r>
          <a:endParaRPr lang="uk-UA" sz="1700" kern="1200" dirty="0"/>
        </a:p>
      </dsp:txBody>
      <dsp:txXfrm>
        <a:off x="32041" y="747029"/>
        <a:ext cx="6208130" cy="592288"/>
      </dsp:txXfrm>
    </dsp:sp>
    <dsp:sp modelId="{BCD0708F-0EBF-40CC-8939-BB5DA4E47D68}">
      <dsp:nvSpPr>
        <dsp:cNvPr id="0" name=""/>
        <dsp:cNvSpPr/>
      </dsp:nvSpPr>
      <dsp:spPr>
        <a:xfrm>
          <a:off x="0" y="1420318"/>
          <a:ext cx="6272212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здійснив низку успішних походів проти печенігів</a:t>
          </a:r>
          <a:endParaRPr lang="uk-UA" sz="1700" kern="1200"/>
        </a:p>
      </dsp:txBody>
      <dsp:txXfrm>
        <a:off x="32041" y="1452359"/>
        <a:ext cx="6208130" cy="592288"/>
      </dsp:txXfrm>
    </dsp:sp>
    <dsp:sp modelId="{75D67F88-794E-45A9-A231-AEC1D27C9A37}">
      <dsp:nvSpPr>
        <dsp:cNvPr id="0" name=""/>
        <dsp:cNvSpPr/>
      </dsp:nvSpPr>
      <dsp:spPr>
        <a:xfrm>
          <a:off x="0" y="2125649"/>
          <a:ext cx="6272212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домігся створення окремої Галицької митрополії православної церкви</a:t>
          </a:r>
          <a:endParaRPr lang="uk-UA" sz="1700" kern="1200"/>
        </a:p>
      </dsp:txBody>
      <dsp:txXfrm>
        <a:off x="32041" y="2157690"/>
        <a:ext cx="6208130" cy="592288"/>
      </dsp:txXfrm>
    </dsp:sp>
    <dsp:sp modelId="{F141DF21-20DA-4DDA-872F-05675F03E700}">
      <dsp:nvSpPr>
        <dsp:cNvPr id="0" name=""/>
        <dsp:cNvSpPr/>
      </dsp:nvSpPr>
      <dsp:spPr>
        <a:xfrm>
          <a:off x="0" y="2830978"/>
          <a:ext cx="6272212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зупинив просування на українські землі тевтонських рицарів-хрестоносців</a:t>
          </a:r>
          <a:endParaRPr lang="uk-UA" sz="1700" kern="1200" dirty="0"/>
        </a:p>
      </dsp:txBody>
      <dsp:txXfrm>
        <a:off x="32041" y="2863019"/>
        <a:ext cx="6208130" cy="59228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E7EDB-5857-407A-A80B-92663920EC63}">
      <dsp:nvSpPr>
        <dsp:cNvPr id="0" name=""/>
        <dsp:cNvSpPr/>
      </dsp:nvSpPr>
      <dsp:spPr>
        <a:xfrm>
          <a:off x="0" y="1645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Романа Мстиславовича</a:t>
          </a:r>
          <a:endParaRPr lang="uk-UA" sz="2300" kern="1200"/>
        </a:p>
      </dsp:txBody>
      <dsp:txXfrm>
        <a:off x="26273" y="42725"/>
        <a:ext cx="6219666" cy="485654"/>
      </dsp:txXfrm>
    </dsp:sp>
    <dsp:sp modelId="{DD2429B1-A18F-47A6-8FBF-968CE5EFDF49}">
      <dsp:nvSpPr>
        <dsp:cNvPr id="0" name=""/>
        <dsp:cNvSpPr/>
      </dsp:nvSpPr>
      <dsp:spPr>
        <a:xfrm>
          <a:off x="0" y="62089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Лева Даниловича</a:t>
          </a:r>
          <a:endParaRPr lang="uk-UA" sz="2300" kern="1200" dirty="0"/>
        </a:p>
      </dsp:txBody>
      <dsp:txXfrm>
        <a:off x="26273" y="647165"/>
        <a:ext cx="6219666" cy="485654"/>
      </dsp:txXfrm>
    </dsp:sp>
    <dsp:sp modelId="{F4BB28BF-19C4-4AD2-9537-73B5CA7F4E0C}">
      <dsp:nvSpPr>
        <dsp:cNvPr id="0" name=""/>
        <dsp:cNvSpPr/>
      </dsp:nvSpPr>
      <dsp:spPr>
        <a:xfrm>
          <a:off x="0" y="122533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Вітовта</a:t>
          </a:r>
          <a:endParaRPr lang="uk-UA" sz="2300" kern="1200"/>
        </a:p>
      </dsp:txBody>
      <dsp:txXfrm>
        <a:off x="26273" y="1251605"/>
        <a:ext cx="6219666" cy="485654"/>
      </dsp:txXfrm>
    </dsp:sp>
    <dsp:sp modelId="{DEDB1C29-B98E-43E4-B214-47A3578FEFD5}">
      <dsp:nvSpPr>
        <dsp:cNvPr id="0" name=""/>
        <dsp:cNvSpPr/>
      </dsp:nvSpPr>
      <dsp:spPr>
        <a:xfrm>
          <a:off x="0" y="182977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Свидригайла</a:t>
          </a:r>
          <a:endParaRPr lang="uk-UA" sz="2300" kern="1200" dirty="0"/>
        </a:p>
      </dsp:txBody>
      <dsp:txXfrm>
        <a:off x="26273" y="1856045"/>
        <a:ext cx="6219666" cy="48565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C28AC-F05D-446D-9174-B8B5C3A9C777}">
      <dsp:nvSpPr>
        <dsp:cNvPr id="0" name=""/>
        <dsp:cNvSpPr/>
      </dsp:nvSpPr>
      <dsp:spPr>
        <a:xfrm>
          <a:off x="1277784" y="0"/>
          <a:ext cx="3716644" cy="3716644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D958E-BFB5-46D3-9749-F17D83651CCB}">
      <dsp:nvSpPr>
        <dsp:cNvPr id="0" name=""/>
        <dsp:cNvSpPr/>
      </dsp:nvSpPr>
      <dsp:spPr>
        <a:xfrm>
          <a:off x="1630865" y="353081"/>
          <a:ext cx="1449491" cy="14494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хазарів.</a:t>
          </a:r>
          <a:endParaRPr lang="uk-UA" sz="2000" kern="1200" dirty="0"/>
        </a:p>
      </dsp:txBody>
      <dsp:txXfrm>
        <a:off x="1701623" y="423839"/>
        <a:ext cx="1307975" cy="1307975"/>
      </dsp:txXfrm>
    </dsp:sp>
    <dsp:sp modelId="{3916A669-B581-4241-875E-62A6A684535C}">
      <dsp:nvSpPr>
        <dsp:cNvPr id="0" name=""/>
        <dsp:cNvSpPr/>
      </dsp:nvSpPr>
      <dsp:spPr>
        <a:xfrm>
          <a:off x="3191856" y="353081"/>
          <a:ext cx="1449491" cy="14494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монголів.</a:t>
          </a:r>
          <a:endParaRPr lang="uk-UA" sz="2000" kern="1200" dirty="0"/>
        </a:p>
      </dsp:txBody>
      <dsp:txXfrm>
        <a:off x="3262614" y="423839"/>
        <a:ext cx="1307975" cy="1307975"/>
      </dsp:txXfrm>
    </dsp:sp>
    <dsp:sp modelId="{C0368A42-6D1B-4FAE-B299-09B96511665C}">
      <dsp:nvSpPr>
        <dsp:cNvPr id="0" name=""/>
        <dsp:cNvSpPr/>
      </dsp:nvSpPr>
      <dsp:spPr>
        <a:xfrm>
          <a:off x="1630865" y="1914071"/>
          <a:ext cx="1449491" cy="14494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печенігів.</a:t>
          </a:r>
          <a:endParaRPr lang="uk-UA" sz="2000" kern="1200"/>
        </a:p>
      </dsp:txBody>
      <dsp:txXfrm>
        <a:off x="1701623" y="1984829"/>
        <a:ext cx="1307975" cy="1307975"/>
      </dsp:txXfrm>
    </dsp:sp>
    <dsp:sp modelId="{44B6880C-3354-4746-B299-003704B76D64}">
      <dsp:nvSpPr>
        <dsp:cNvPr id="0" name=""/>
        <dsp:cNvSpPr/>
      </dsp:nvSpPr>
      <dsp:spPr>
        <a:xfrm>
          <a:off x="3191856" y="1914071"/>
          <a:ext cx="1449491" cy="14494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половців.</a:t>
          </a:r>
          <a:endParaRPr lang="uk-UA" sz="2000" kern="1200" dirty="0"/>
        </a:p>
      </dsp:txBody>
      <dsp:txXfrm>
        <a:off x="3262614" y="1984829"/>
        <a:ext cx="1307975" cy="1307975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2EF01-E126-4C88-8A1F-55F24270C5BC}">
      <dsp:nvSpPr>
        <dsp:cNvPr id="0" name=""/>
        <dsp:cNvSpPr/>
      </dsp:nvSpPr>
      <dsp:spPr>
        <a:xfrm>
          <a:off x="1943099" y="0"/>
          <a:ext cx="2382838" cy="23828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5365C-3F15-46C3-916F-F06309DB4F11}">
      <dsp:nvSpPr>
        <dsp:cNvPr id="0" name=""/>
        <dsp:cNvSpPr/>
      </dsp:nvSpPr>
      <dsp:spPr>
        <a:xfrm>
          <a:off x="2169469" y="226369"/>
          <a:ext cx="929306" cy="9293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/>
            <a:t>Володимир Великий</a:t>
          </a:r>
          <a:endParaRPr lang="uk-UA" sz="1100" kern="1200"/>
        </a:p>
      </dsp:txBody>
      <dsp:txXfrm>
        <a:off x="2214834" y="271734"/>
        <a:ext cx="838576" cy="838576"/>
      </dsp:txXfrm>
    </dsp:sp>
    <dsp:sp modelId="{3A397462-B8E9-499E-8514-C89D0A9B478E}">
      <dsp:nvSpPr>
        <dsp:cNvPr id="0" name=""/>
        <dsp:cNvSpPr/>
      </dsp:nvSpPr>
      <dsp:spPr>
        <a:xfrm>
          <a:off x="3170261" y="226369"/>
          <a:ext cx="929306" cy="9293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 dirty="0"/>
            <a:t>Данило </a:t>
          </a:r>
          <a:r>
            <a:rPr lang="ru-RU" sz="1100" b="0" i="0" kern="1200" dirty="0" err="1"/>
            <a:t>Галицький</a:t>
          </a:r>
          <a:endParaRPr lang="uk-UA" sz="1100" kern="1200" dirty="0"/>
        </a:p>
      </dsp:txBody>
      <dsp:txXfrm>
        <a:off x="3215626" y="271734"/>
        <a:ext cx="838576" cy="838576"/>
      </dsp:txXfrm>
    </dsp:sp>
    <dsp:sp modelId="{5EFBF241-7E71-45F2-8008-E54FC37A8125}">
      <dsp:nvSpPr>
        <dsp:cNvPr id="0" name=""/>
        <dsp:cNvSpPr/>
      </dsp:nvSpPr>
      <dsp:spPr>
        <a:xfrm>
          <a:off x="2169469" y="1227161"/>
          <a:ext cx="929306" cy="9293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/>
            <a:t>Ярослав Мудрий</a:t>
          </a:r>
          <a:endParaRPr lang="uk-UA" sz="1100" kern="1200"/>
        </a:p>
      </dsp:txBody>
      <dsp:txXfrm>
        <a:off x="2214834" y="1272526"/>
        <a:ext cx="838576" cy="838576"/>
      </dsp:txXfrm>
    </dsp:sp>
    <dsp:sp modelId="{C4522CC4-B308-4CCB-91C5-A0CC300D447F}">
      <dsp:nvSpPr>
        <dsp:cNvPr id="0" name=""/>
        <dsp:cNvSpPr/>
      </dsp:nvSpPr>
      <dsp:spPr>
        <a:xfrm>
          <a:off x="3170261" y="1227161"/>
          <a:ext cx="929306" cy="9293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 dirty="0"/>
            <a:t>Олег</a:t>
          </a:r>
          <a:endParaRPr lang="uk-UA" sz="1100" kern="1200" dirty="0"/>
        </a:p>
      </dsp:txBody>
      <dsp:txXfrm>
        <a:off x="3215626" y="1272526"/>
        <a:ext cx="838576" cy="83857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050CAC-C822-4878-9923-7B1286B10BC2}">
      <dsp:nvSpPr>
        <dsp:cNvPr id="0" name=""/>
        <dsp:cNvSpPr/>
      </dsp:nvSpPr>
      <dsp:spPr>
        <a:xfrm>
          <a:off x="-2694095" y="-415521"/>
          <a:ext cx="3215467" cy="3215467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003BA1-3044-4239-9D59-7D92BCA63F80}">
      <dsp:nvSpPr>
        <dsp:cNvPr id="0" name=""/>
        <dsp:cNvSpPr/>
      </dsp:nvSpPr>
      <dsp:spPr>
        <a:xfrm>
          <a:off x="229335" y="148978"/>
          <a:ext cx="6014218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882–912 рр.</a:t>
          </a:r>
          <a:endParaRPr lang="uk-UA" sz="1600" kern="1200"/>
        </a:p>
      </dsp:txBody>
      <dsp:txXfrm>
        <a:off x="229335" y="148978"/>
        <a:ext cx="6014218" cy="298148"/>
      </dsp:txXfrm>
    </dsp:sp>
    <dsp:sp modelId="{A2144FA9-7CA1-4605-82B6-2024A324E8E0}">
      <dsp:nvSpPr>
        <dsp:cNvPr id="0" name=""/>
        <dsp:cNvSpPr/>
      </dsp:nvSpPr>
      <dsp:spPr>
        <a:xfrm>
          <a:off x="42992" y="111710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CAD41-45DE-4EBB-B15C-9DF6782CD26D}">
      <dsp:nvSpPr>
        <dsp:cNvPr id="0" name=""/>
        <dsp:cNvSpPr/>
      </dsp:nvSpPr>
      <dsp:spPr>
        <a:xfrm>
          <a:off x="442979" y="596058"/>
          <a:ext cx="5800573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980–1015 рр.</a:t>
          </a:r>
          <a:endParaRPr lang="uk-UA" sz="1600" kern="1200"/>
        </a:p>
      </dsp:txBody>
      <dsp:txXfrm>
        <a:off x="442979" y="596058"/>
        <a:ext cx="5800573" cy="298148"/>
      </dsp:txXfrm>
    </dsp:sp>
    <dsp:sp modelId="{D9C11BE6-C298-42D2-B2DF-E43181E5200C}">
      <dsp:nvSpPr>
        <dsp:cNvPr id="0" name=""/>
        <dsp:cNvSpPr/>
      </dsp:nvSpPr>
      <dsp:spPr>
        <a:xfrm>
          <a:off x="256636" y="55878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E4EC4-FE34-481D-BF9D-9BF941D87055}">
      <dsp:nvSpPr>
        <dsp:cNvPr id="0" name=""/>
        <dsp:cNvSpPr/>
      </dsp:nvSpPr>
      <dsp:spPr>
        <a:xfrm>
          <a:off x="508551" y="1043138"/>
          <a:ext cx="5735002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1019–1054 рр.</a:t>
          </a:r>
          <a:endParaRPr lang="uk-UA" sz="1600" kern="1200"/>
        </a:p>
      </dsp:txBody>
      <dsp:txXfrm>
        <a:off x="508551" y="1043138"/>
        <a:ext cx="5735002" cy="298148"/>
      </dsp:txXfrm>
    </dsp:sp>
    <dsp:sp modelId="{54C0A123-0D89-47B0-ACDB-D94C3EEB3E4D}">
      <dsp:nvSpPr>
        <dsp:cNvPr id="0" name=""/>
        <dsp:cNvSpPr/>
      </dsp:nvSpPr>
      <dsp:spPr>
        <a:xfrm>
          <a:off x="322208" y="100586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54D96-E253-49AB-972E-BCE6644C7F0D}">
      <dsp:nvSpPr>
        <dsp:cNvPr id="0" name=""/>
        <dsp:cNvSpPr/>
      </dsp:nvSpPr>
      <dsp:spPr>
        <a:xfrm>
          <a:off x="442979" y="1490217"/>
          <a:ext cx="5800573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1113–1125 </a:t>
          </a:r>
          <a:r>
            <a:rPr lang="ru-RU" sz="1600" b="0" i="0" kern="1200" dirty="0" err="1"/>
            <a:t>рр</a:t>
          </a:r>
          <a:r>
            <a:rPr lang="ru-RU" sz="1600" b="0" i="0" kern="1200" dirty="0"/>
            <a:t>.</a:t>
          </a:r>
          <a:endParaRPr lang="uk-UA" sz="1600" kern="1200" dirty="0"/>
        </a:p>
      </dsp:txBody>
      <dsp:txXfrm>
        <a:off x="442979" y="1490217"/>
        <a:ext cx="5800573" cy="298148"/>
      </dsp:txXfrm>
    </dsp:sp>
    <dsp:sp modelId="{46680DB9-593E-4655-AB9C-6C2D1D684236}">
      <dsp:nvSpPr>
        <dsp:cNvPr id="0" name=""/>
        <dsp:cNvSpPr/>
      </dsp:nvSpPr>
      <dsp:spPr>
        <a:xfrm>
          <a:off x="256636" y="145294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A5D39B-BC1B-4AB4-BB3E-5D6A0812DDD7}">
      <dsp:nvSpPr>
        <dsp:cNvPr id="0" name=""/>
        <dsp:cNvSpPr/>
      </dsp:nvSpPr>
      <dsp:spPr>
        <a:xfrm>
          <a:off x="229335" y="1937297"/>
          <a:ext cx="6014218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1238–1264 </a:t>
          </a:r>
          <a:r>
            <a:rPr lang="ru-RU" sz="1600" b="0" i="0" kern="1200" dirty="0" err="1"/>
            <a:t>рр</a:t>
          </a:r>
          <a:r>
            <a:rPr lang="ru-RU" sz="1600" b="0" i="0" kern="1200" dirty="0"/>
            <a:t>.</a:t>
          </a:r>
          <a:endParaRPr lang="uk-UA" sz="1600" kern="1200" dirty="0"/>
        </a:p>
      </dsp:txBody>
      <dsp:txXfrm>
        <a:off x="229335" y="1937297"/>
        <a:ext cx="6014218" cy="298148"/>
      </dsp:txXfrm>
    </dsp:sp>
    <dsp:sp modelId="{231F9A40-EFFC-44C8-A102-674EFCFC1A85}">
      <dsp:nvSpPr>
        <dsp:cNvPr id="0" name=""/>
        <dsp:cNvSpPr/>
      </dsp:nvSpPr>
      <dsp:spPr>
        <a:xfrm>
          <a:off x="42992" y="190002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C8881-4C84-4D3B-B3C5-F56935F1FD6F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Данило Галицький</a:t>
          </a:r>
          <a:endParaRPr lang="uk-UA" sz="2300" kern="1200"/>
        </a:p>
      </dsp:txBody>
      <dsp:txXfrm>
        <a:off x="26273" y="41931"/>
        <a:ext cx="6216492" cy="485654"/>
      </dsp:txXfrm>
    </dsp:sp>
    <dsp:sp modelId="{41D01CBF-CCCA-492C-8686-EB80E328EBA7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Юрій</a:t>
          </a:r>
          <a:r>
            <a:rPr lang="ru-RU" sz="2300" b="0" i="0" kern="1200" dirty="0"/>
            <a:t> І Львович</a:t>
          </a:r>
          <a:endParaRPr lang="uk-UA" sz="2300" kern="1200" dirty="0"/>
        </a:p>
      </dsp:txBody>
      <dsp:txXfrm>
        <a:off x="26273" y="646372"/>
        <a:ext cx="6216492" cy="485654"/>
      </dsp:txXfrm>
    </dsp:sp>
    <dsp:sp modelId="{2F5BE99D-BD10-487A-8B99-9430A55A7EA2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Роман Мстиславич</a:t>
          </a:r>
          <a:endParaRPr lang="uk-UA" sz="2300" kern="1200"/>
        </a:p>
      </dsp:txBody>
      <dsp:txXfrm>
        <a:off x="26273" y="1250812"/>
        <a:ext cx="6216492" cy="485654"/>
      </dsp:txXfrm>
    </dsp:sp>
    <dsp:sp modelId="{0DD18E2C-FEB7-4963-B760-2D913DBC8C89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Юрій</a:t>
          </a:r>
          <a:r>
            <a:rPr lang="ru-RU" sz="2300" b="0" i="0" kern="1200" dirty="0"/>
            <a:t> II Болеслав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A22C9-6E74-4098-93F5-EADB0FE00423}">
      <dsp:nvSpPr>
        <dsp:cNvPr id="0" name=""/>
        <dsp:cNvSpPr/>
      </dsp:nvSpPr>
      <dsp:spPr>
        <a:xfrm>
          <a:off x="0" y="355858"/>
          <a:ext cx="6269038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сприяння переселенню іноземних колоністів</a:t>
          </a:r>
          <a:endParaRPr lang="uk-UA" sz="2200" kern="1200" dirty="0"/>
        </a:p>
      </dsp:txBody>
      <dsp:txXfrm>
        <a:off x="25130" y="380988"/>
        <a:ext cx="6218778" cy="464540"/>
      </dsp:txXfrm>
    </dsp:sp>
    <dsp:sp modelId="{06E3CB83-FE09-4DB2-A201-233484D4F0BF}">
      <dsp:nvSpPr>
        <dsp:cNvPr id="0" name=""/>
        <dsp:cNvSpPr/>
      </dsp:nvSpPr>
      <dsp:spPr>
        <a:xfrm>
          <a:off x="0" y="934019"/>
          <a:ext cx="6269038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перенесення столиці своїх володінь до Львова</a:t>
          </a:r>
          <a:endParaRPr lang="uk-UA" sz="2200" kern="1200" dirty="0"/>
        </a:p>
      </dsp:txBody>
      <dsp:txXfrm>
        <a:off x="25130" y="959149"/>
        <a:ext cx="6218778" cy="464540"/>
      </dsp:txXfrm>
    </dsp:sp>
    <dsp:sp modelId="{3751DE54-62ED-403A-B2ED-9AA27CE34FF3}">
      <dsp:nvSpPr>
        <dsp:cNvPr id="0" name=""/>
        <dsp:cNvSpPr/>
      </dsp:nvSpPr>
      <dsp:spPr>
        <a:xfrm>
          <a:off x="0" y="1512179"/>
          <a:ext cx="6269038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створення окремої Галицької митрополії</a:t>
          </a:r>
          <a:endParaRPr lang="uk-UA" sz="2200" kern="1200" dirty="0"/>
        </a:p>
      </dsp:txBody>
      <dsp:txXfrm>
        <a:off x="25130" y="1537309"/>
        <a:ext cx="6218778" cy="46454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98809-D904-44B8-96A7-60734E12E102}">
      <dsp:nvSpPr>
        <dsp:cNvPr id="0" name=""/>
        <dsp:cNvSpPr/>
      </dsp:nvSpPr>
      <dsp:spPr>
        <a:xfrm>
          <a:off x="0" y="323172"/>
          <a:ext cx="6272212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визнання зверхності Золотої Орди</a:t>
          </a:r>
        </a:p>
      </dsp:txBody>
      <dsp:txXfrm>
        <a:off x="19419" y="342591"/>
        <a:ext cx="6233374" cy="358962"/>
      </dsp:txXfrm>
    </dsp:sp>
    <dsp:sp modelId="{D27F6AF7-D54B-416D-9100-9932D7D485D0}">
      <dsp:nvSpPr>
        <dsp:cNvPr id="0" name=""/>
        <dsp:cNvSpPr/>
      </dsp:nvSpPr>
      <dsp:spPr>
        <a:xfrm>
          <a:off x="0" y="769932"/>
          <a:ext cx="6272212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прийняття титулу «короля Русі»</a:t>
          </a:r>
        </a:p>
      </dsp:txBody>
      <dsp:txXfrm>
        <a:off x="19419" y="789351"/>
        <a:ext cx="6233374" cy="358962"/>
      </dsp:txXfrm>
    </dsp:sp>
    <dsp:sp modelId="{F9D5F49E-CAF9-4887-AFFB-75FFD5B75BDB}">
      <dsp:nvSpPr>
        <dsp:cNvPr id="0" name=""/>
        <dsp:cNvSpPr/>
      </dsp:nvSpPr>
      <dsp:spPr>
        <a:xfrm>
          <a:off x="0" y="1216692"/>
          <a:ext cx="6272212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/>
            <a:t>підтримка католицької церкви</a:t>
          </a:r>
        </a:p>
      </dsp:txBody>
      <dsp:txXfrm>
        <a:off x="19419" y="1236111"/>
        <a:ext cx="6233374" cy="358962"/>
      </dsp:txXfrm>
    </dsp:sp>
    <dsp:sp modelId="{DD9163E7-9DFE-478B-8FD5-C2DB59138F7D}">
      <dsp:nvSpPr>
        <dsp:cNvPr id="0" name=""/>
        <dsp:cNvSpPr/>
      </dsp:nvSpPr>
      <dsp:spPr>
        <a:xfrm>
          <a:off x="0" y="1663452"/>
          <a:ext cx="6272212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kern="1200" dirty="0"/>
            <a:t>приєднання до князівства Закарпаття та Люблінської землі</a:t>
          </a:r>
        </a:p>
      </dsp:txBody>
      <dsp:txXfrm>
        <a:off x="19419" y="1682871"/>
        <a:ext cx="6233374" cy="358962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CD943-8182-4C1B-81E0-7079A463B6DD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Ярослава Мудрого.</a:t>
          </a:r>
          <a:endParaRPr lang="uk-UA" sz="2300" kern="1200"/>
        </a:p>
      </dsp:txBody>
      <dsp:txXfrm>
        <a:off x="26273" y="41931"/>
        <a:ext cx="6216492" cy="485654"/>
      </dsp:txXfrm>
    </dsp:sp>
    <dsp:sp modelId="{95843535-D9B5-4C9A-AD35-F1E91BAE5479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Данила </a:t>
          </a:r>
          <a:r>
            <a:rPr lang="ru-RU" sz="2300" b="0" i="0" kern="1200" dirty="0" err="1"/>
            <a:t>Галицького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646372"/>
        <a:ext cx="6216492" cy="485654"/>
      </dsp:txXfrm>
    </dsp:sp>
    <dsp:sp modelId="{B760EB15-47BB-4459-B8FF-E828A3CB49FA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Лева Даниловича.</a:t>
          </a:r>
          <a:endParaRPr lang="uk-UA" sz="2300" kern="1200" dirty="0"/>
        </a:p>
      </dsp:txBody>
      <dsp:txXfrm>
        <a:off x="26273" y="1250812"/>
        <a:ext cx="6216492" cy="485654"/>
      </dsp:txXfrm>
    </dsp:sp>
    <dsp:sp modelId="{6F627039-C3A1-4CD9-A072-05FECE59EE43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Юрія</a:t>
          </a:r>
          <a:r>
            <a:rPr lang="ru-RU" sz="2300" b="0" i="0" kern="1200" dirty="0"/>
            <a:t> І Львовича.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615F9-36B3-4AC3-B5DC-9ABF4CBB8F93}">
      <dsp:nvSpPr>
        <dsp:cNvPr id="0" name=""/>
        <dsp:cNvSpPr/>
      </dsp:nvSpPr>
      <dsp:spPr>
        <a:xfrm>
          <a:off x="-2694095" y="-415521"/>
          <a:ext cx="3215467" cy="3215467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D31E6E-A329-4282-BA9E-8377F50A60A5}">
      <dsp:nvSpPr>
        <dsp:cNvPr id="0" name=""/>
        <dsp:cNvSpPr/>
      </dsp:nvSpPr>
      <dsp:spPr>
        <a:xfrm>
          <a:off x="273685" y="183314"/>
          <a:ext cx="5969867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Данила Романовича</a:t>
          </a:r>
          <a:endParaRPr lang="uk-UA" sz="1900" kern="1200"/>
        </a:p>
      </dsp:txBody>
      <dsp:txXfrm>
        <a:off x="273685" y="183314"/>
        <a:ext cx="5969867" cy="366819"/>
      </dsp:txXfrm>
    </dsp:sp>
    <dsp:sp modelId="{C9B541CB-4E95-42FD-A374-4C9FC9A926B8}">
      <dsp:nvSpPr>
        <dsp:cNvPr id="0" name=""/>
        <dsp:cNvSpPr/>
      </dsp:nvSpPr>
      <dsp:spPr>
        <a:xfrm>
          <a:off x="44423" y="137462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C606B-7A2C-4A98-A7FD-FDC14617AB8B}">
      <dsp:nvSpPr>
        <dsp:cNvPr id="0" name=""/>
        <dsp:cNvSpPr/>
      </dsp:nvSpPr>
      <dsp:spPr>
        <a:xfrm>
          <a:off x="483991" y="733639"/>
          <a:ext cx="5759561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Лева Даниловича</a:t>
          </a:r>
          <a:endParaRPr lang="uk-UA" sz="1900" kern="1200" dirty="0"/>
        </a:p>
      </dsp:txBody>
      <dsp:txXfrm>
        <a:off x="483991" y="733639"/>
        <a:ext cx="5759561" cy="366819"/>
      </dsp:txXfrm>
    </dsp:sp>
    <dsp:sp modelId="{6D0DA477-6F88-4CC1-9918-568DFEFAA358}">
      <dsp:nvSpPr>
        <dsp:cNvPr id="0" name=""/>
        <dsp:cNvSpPr/>
      </dsp:nvSpPr>
      <dsp:spPr>
        <a:xfrm>
          <a:off x="254729" y="687787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E937C-9811-4591-8487-5B0205ECC57F}">
      <dsp:nvSpPr>
        <dsp:cNvPr id="0" name=""/>
        <dsp:cNvSpPr/>
      </dsp:nvSpPr>
      <dsp:spPr>
        <a:xfrm>
          <a:off x="483991" y="1283965"/>
          <a:ext cx="5759561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Юрія І Львовича</a:t>
          </a:r>
          <a:endParaRPr lang="uk-UA" sz="1900" kern="1200"/>
        </a:p>
      </dsp:txBody>
      <dsp:txXfrm>
        <a:off x="483991" y="1283965"/>
        <a:ext cx="5759561" cy="366819"/>
      </dsp:txXfrm>
    </dsp:sp>
    <dsp:sp modelId="{8A047575-93E6-43EA-890B-89E49F86BEAA}">
      <dsp:nvSpPr>
        <dsp:cNvPr id="0" name=""/>
        <dsp:cNvSpPr/>
      </dsp:nvSpPr>
      <dsp:spPr>
        <a:xfrm>
          <a:off x="254729" y="1238112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16BC3-4774-470E-9AC8-783C0EDFC4E2}">
      <dsp:nvSpPr>
        <dsp:cNvPr id="0" name=""/>
        <dsp:cNvSpPr/>
      </dsp:nvSpPr>
      <dsp:spPr>
        <a:xfrm>
          <a:off x="273685" y="1834290"/>
          <a:ext cx="5969867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Юрія</a:t>
          </a:r>
          <a:r>
            <a:rPr lang="ru-RU" sz="1900" b="0" i="0" kern="1200" dirty="0"/>
            <a:t> ІІ Болеслава</a:t>
          </a:r>
          <a:endParaRPr lang="uk-UA" sz="1900" kern="1200" dirty="0"/>
        </a:p>
      </dsp:txBody>
      <dsp:txXfrm>
        <a:off x="273685" y="1834290"/>
        <a:ext cx="5969867" cy="366819"/>
      </dsp:txXfrm>
    </dsp:sp>
    <dsp:sp modelId="{169D827B-AEAE-4F8F-AB10-830582AE224B}">
      <dsp:nvSpPr>
        <dsp:cNvPr id="0" name=""/>
        <dsp:cNvSpPr/>
      </dsp:nvSpPr>
      <dsp:spPr>
        <a:xfrm>
          <a:off x="44423" y="1788437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797BE-2AFF-4FBB-9FF3-F5D30EB36E35}">
      <dsp:nvSpPr>
        <dsp:cNvPr id="0" name=""/>
        <dsp:cNvSpPr/>
      </dsp:nvSpPr>
      <dsp:spPr>
        <a:xfrm>
          <a:off x="0" y="0"/>
          <a:ext cx="62690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52EF3-6794-464A-BCE1-84A2E208945A}">
      <dsp:nvSpPr>
        <dsp:cNvPr id="0" name=""/>
        <dsp:cNvSpPr/>
      </dsp:nvSpPr>
      <dsp:spPr>
        <a:xfrm>
          <a:off x="0" y="0"/>
          <a:ext cx="6269038" cy="595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«Охрестився ж він у церкві Святої Софії... у городі Корсуні. По хрещенні ж привів Володимир </a:t>
          </a:r>
          <a:r>
            <a:rPr lang="uk-UA" sz="1200" b="0" i="0" kern="1200" dirty="0" err="1"/>
            <a:t>цесарицю</a:t>
          </a:r>
          <a:r>
            <a:rPr lang="uk-UA" sz="1200" b="0" i="0" kern="1200" dirty="0"/>
            <a:t> на обручення.. Коли ж охрестили його... передали йому віру християнську...»</a:t>
          </a:r>
          <a:endParaRPr lang="uk-UA" sz="1200" kern="1200" dirty="0"/>
        </a:p>
      </dsp:txBody>
      <dsp:txXfrm>
        <a:off x="0" y="0"/>
        <a:ext cx="6269038" cy="595709"/>
      </dsp:txXfrm>
    </dsp:sp>
    <dsp:sp modelId="{3BA2AF99-FD6E-4C34-ABAD-5CC137B6104A}">
      <dsp:nvSpPr>
        <dsp:cNvPr id="0" name=""/>
        <dsp:cNvSpPr/>
      </dsp:nvSpPr>
      <dsp:spPr>
        <a:xfrm>
          <a:off x="0" y="595709"/>
          <a:ext cx="62690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0C666-300D-4B78-8ADB-5ADF194D2D40}">
      <dsp:nvSpPr>
        <dsp:cNvPr id="0" name=""/>
        <dsp:cNvSpPr/>
      </dsp:nvSpPr>
      <dsp:spPr>
        <a:xfrm>
          <a:off x="0" y="595709"/>
          <a:ext cx="6269038" cy="595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/>
            <a:t>«Аскольд же і Дір прийшли. І вискочили всі інші вої з човнів, і мовив Олег Аскольдові й Дірові: «Ви оба не є князі, ні роду княжого. А я єсмь роду княжого. — І тут винесли Ігоря. - А се — син Рюриків»</a:t>
          </a:r>
          <a:endParaRPr lang="uk-UA" sz="1200" kern="1200"/>
        </a:p>
      </dsp:txBody>
      <dsp:txXfrm>
        <a:off x="0" y="595709"/>
        <a:ext cx="6269038" cy="595709"/>
      </dsp:txXfrm>
    </dsp:sp>
    <dsp:sp modelId="{19A1F114-B809-4E61-854C-32A283942311}">
      <dsp:nvSpPr>
        <dsp:cNvPr id="0" name=""/>
        <dsp:cNvSpPr/>
      </dsp:nvSpPr>
      <dsp:spPr>
        <a:xfrm>
          <a:off x="0" y="1191419"/>
          <a:ext cx="62690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FD65F-4A14-4682-ABE7-A064CAE62ED4}">
      <dsp:nvSpPr>
        <dsp:cNvPr id="0" name=""/>
        <dsp:cNvSpPr/>
      </dsp:nvSpPr>
      <dsp:spPr>
        <a:xfrm>
          <a:off x="0" y="1191418"/>
          <a:ext cx="6269038" cy="595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/>
            <a:t>«І заложив князь город — великий Київ, а в города сього ворота є Золоті... Спорудив [церкву] Благовіщення. Після цього він звів монастир Святого Георгія Побідоносця...»</a:t>
          </a:r>
          <a:endParaRPr lang="uk-UA" sz="1200" kern="1200"/>
        </a:p>
      </dsp:txBody>
      <dsp:txXfrm>
        <a:off x="0" y="1191418"/>
        <a:ext cx="6269038" cy="595709"/>
      </dsp:txXfrm>
    </dsp:sp>
    <dsp:sp modelId="{BF89709D-2DF9-4181-A233-A18F790FFE26}">
      <dsp:nvSpPr>
        <dsp:cNvPr id="0" name=""/>
        <dsp:cNvSpPr/>
      </dsp:nvSpPr>
      <dsp:spPr>
        <a:xfrm>
          <a:off x="0" y="1787128"/>
          <a:ext cx="62690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C4610-F0AC-4E11-83D2-A7E873C4474B}">
      <dsp:nvSpPr>
        <dsp:cNvPr id="0" name=""/>
        <dsp:cNvSpPr/>
      </dsp:nvSpPr>
      <dsp:spPr>
        <a:xfrm>
          <a:off x="0" y="1787128"/>
          <a:ext cx="6269038" cy="595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«І взяли татари місто Київ, місяця грудня в 6 день... а Дмитра воєводу привели пораненого до Батия, і не велів Батий убивати його ради його мужності...»</a:t>
          </a:r>
          <a:endParaRPr lang="uk-UA" sz="1200" kern="1200" dirty="0"/>
        </a:p>
      </dsp:txBody>
      <dsp:txXfrm>
        <a:off x="0" y="1787128"/>
        <a:ext cx="6269038" cy="595709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25052-127B-4BA5-8A70-E5D1E2AB7AFE}">
      <dsp:nvSpPr>
        <dsp:cNvPr id="0" name=""/>
        <dsp:cNvSpPr/>
      </dsp:nvSpPr>
      <dsp:spPr>
        <a:xfrm>
          <a:off x="2718832" y="679561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BFAC756-FF69-4101-8001-BE8749FD100A}">
      <dsp:nvSpPr>
        <dsp:cNvPr id="0" name=""/>
        <dsp:cNvSpPr/>
      </dsp:nvSpPr>
      <dsp:spPr>
        <a:xfrm>
          <a:off x="2652068" y="0"/>
          <a:ext cx="968076" cy="56033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IX </a:t>
          </a:r>
          <a:r>
            <a:rPr lang="uk-UA" sz="2200" b="0" i="0" kern="1200"/>
            <a:t>ст.</a:t>
          </a:r>
          <a:endParaRPr lang="uk-UA" sz="2200" kern="1200"/>
        </a:p>
      </dsp:txBody>
      <dsp:txXfrm>
        <a:off x="2652068" y="0"/>
        <a:ext cx="968076" cy="560339"/>
      </dsp:txXfrm>
    </dsp:sp>
    <dsp:sp modelId="{2BE08775-ACB2-47D5-8FD7-429C46F078D8}">
      <dsp:nvSpPr>
        <dsp:cNvPr id="0" name=""/>
        <dsp:cNvSpPr/>
      </dsp:nvSpPr>
      <dsp:spPr>
        <a:xfrm>
          <a:off x="3036294" y="9101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BBAB6FE-9432-43FC-AF57-ADD7DB868012}">
      <dsp:nvSpPr>
        <dsp:cNvPr id="0" name=""/>
        <dsp:cNvSpPr/>
      </dsp:nvSpPr>
      <dsp:spPr>
        <a:xfrm>
          <a:off x="3937273" y="739171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X </a:t>
          </a:r>
          <a:r>
            <a:rPr lang="uk-UA" sz="2200" b="0" i="0" kern="1200" dirty="0"/>
            <a:t>ст.</a:t>
          </a:r>
          <a:endParaRPr lang="uk-UA" sz="2200" kern="1200" dirty="0"/>
        </a:p>
      </dsp:txBody>
      <dsp:txXfrm>
        <a:off x="3937273" y="739171"/>
        <a:ext cx="867930" cy="608028"/>
      </dsp:txXfrm>
    </dsp:sp>
    <dsp:sp modelId="{62264723-6D2F-43BB-9B95-3A9C63D440E2}">
      <dsp:nvSpPr>
        <dsp:cNvPr id="0" name=""/>
        <dsp:cNvSpPr/>
      </dsp:nvSpPr>
      <dsp:spPr>
        <a:xfrm>
          <a:off x="2915117" y="12835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F2A58D5-6B2C-48DF-95FC-72B60307092D}">
      <dsp:nvSpPr>
        <dsp:cNvPr id="0" name=""/>
        <dsp:cNvSpPr/>
      </dsp:nvSpPr>
      <dsp:spPr>
        <a:xfrm>
          <a:off x="3803745" y="1776396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XI </a:t>
          </a:r>
          <a:r>
            <a:rPr lang="uk-UA" sz="2200" b="0" i="0" kern="1200"/>
            <a:t>ст.</a:t>
          </a:r>
          <a:endParaRPr lang="uk-UA" sz="2200" kern="1200"/>
        </a:p>
      </dsp:txBody>
      <dsp:txXfrm>
        <a:off x="3803745" y="1776396"/>
        <a:ext cx="867930" cy="608028"/>
      </dsp:txXfrm>
    </dsp:sp>
    <dsp:sp modelId="{91DCD310-16C0-4FB2-9395-3856376A512F}">
      <dsp:nvSpPr>
        <dsp:cNvPr id="0" name=""/>
        <dsp:cNvSpPr/>
      </dsp:nvSpPr>
      <dsp:spPr>
        <a:xfrm>
          <a:off x="2522546" y="12835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F8A5B32-E608-486F-88FD-BB212A6CED4F}">
      <dsp:nvSpPr>
        <dsp:cNvPr id="0" name=""/>
        <dsp:cNvSpPr/>
      </dsp:nvSpPr>
      <dsp:spPr>
        <a:xfrm>
          <a:off x="1600536" y="1776396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XII </a:t>
          </a:r>
          <a:r>
            <a:rPr lang="uk-UA" sz="2200" b="0" i="0" kern="1200"/>
            <a:t>ст.</a:t>
          </a:r>
          <a:endParaRPr lang="uk-UA" sz="2200" kern="1200"/>
        </a:p>
      </dsp:txBody>
      <dsp:txXfrm>
        <a:off x="1600536" y="1776396"/>
        <a:ext cx="867930" cy="608028"/>
      </dsp:txXfrm>
    </dsp:sp>
    <dsp:sp modelId="{44123A9B-2F9C-49CB-B8D9-635C7DB1D89B}">
      <dsp:nvSpPr>
        <dsp:cNvPr id="0" name=""/>
        <dsp:cNvSpPr/>
      </dsp:nvSpPr>
      <dsp:spPr>
        <a:xfrm>
          <a:off x="2401369" y="9101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85CAC0C-A8CA-4045-9103-7BC32E3EAE3C}">
      <dsp:nvSpPr>
        <dsp:cNvPr id="0" name=""/>
        <dsp:cNvSpPr/>
      </dsp:nvSpPr>
      <dsp:spPr>
        <a:xfrm>
          <a:off x="1467008" y="739171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XIII </a:t>
          </a:r>
          <a:r>
            <a:rPr lang="uk-UA" sz="2200" b="0" i="0" kern="1200" dirty="0"/>
            <a:t>ст.</a:t>
          </a:r>
          <a:endParaRPr lang="uk-UA" sz="2200" kern="1200" dirty="0"/>
        </a:p>
      </dsp:txBody>
      <dsp:txXfrm>
        <a:off x="1467008" y="739171"/>
        <a:ext cx="867930" cy="60802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6F9F4-3062-497A-8262-CFC019DE9897}">
      <dsp:nvSpPr>
        <dsp:cNvPr id="0" name=""/>
        <dsp:cNvSpPr/>
      </dsp:nvSpPr>
      <dsp:spPr>
        <a:xfrm>
          <a:off x="2175903" y="148450"/>
          <a:ext cx="2001583" cy="2001583"/>
        </a:xfrm>
        <a:prstGeom prst="pie">
          <a:avLst>
            <a:gd name="adj1" fmla="val 1620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0" i="0" kern="1200" dirty="0" err="1"/>
            <a:t>Іскоростень</a:t>
          </a:r>
          <a:endParaRPr lang="uk-UA" sz="1000" kern="1200" dirty="0"/>
        </a:p>
      </dsp:txBody>
      <dsp:txXfrm>
        <a:off x="3199570" y="518743"/>
        <a:ext cx="738679" cy="595709"/>
      </dsp:txXfrm>
    </dsp:sp>
    <dsp:sp modelId="{DF796E92-74B9-448E-A360-4D850AC821B8}">
      <dsp:nvSpPr>
        <dsp:cNvPr id="0" name=""/>
        <dsp:cNvSpPr/>
      </dsp:nvSpPr>
      <dsp:spPr>
        <a:xfrm>
          <a:off x="2091550" y="232803"/>
          <a:ext cx="2001583" cy="2001583"/>
        </a:xfrm>
        <a:prstGeom prst="pie">
          <a:avLst>
            <a:gd name="adj1" fmla="val 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0" i="0" kern="1200"/>
            <a:t>Любеч</a:t>
          </a:r>
          <a:endParaRPr lang="uk-UA" sz="1000" kern="1200"/>
        </a:p>
      </dsp:txBody>
      <dsp:txXfrm>
        <a:off x="3128085" y="1269337"/>
        <a:ext cx="738679" cy="595709"/>
      </dsp:txXfrm>
    </dsp:sp>
    <dsp:sp modelId="{2E2E757B-D0EB-4252-A9B1-55C6EE334E03}">
      <dsp:nvSpPr>
        <dsp:cNvPr id="0" name=""/>
        <dsp:cNvSpPr/>
      </dsp:nvSpPr>
      <dsp:spPr>
        <a:xfrm>
          <a:off x="2091550" y="232803"/>
          <a:ext cx="2001583" cy="2001583"/>
        </a:xfrm>
        <a:prstGeom prst="pie">
          <a:avLst>
            <a:gd name="adj1" fmla="val 540000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0" i="0" kern="1200" dirty="0" err="1"/>
            <a:t>Київ</a:t>
          </a:r>
          <a:endParaRPr lang="uk-UA" sz="1000" kern="1200" dirty="0"/>
        </a:p>
      </dsp:txBody>
      <dsp:txXfrm>
        <a:off x="2317920" y="1269337"/>
        <a:ext cx="738679" cy="595709"/>
      </dsp:txXfrm>
    </dsp:sp>
    <dsp:sp modelId="{9B823EE6-5500-4584-BDA2-AC71A6141859}">
      <dsp:nvSpPr>
        <dsp:cNvPr id="0" name=""/>
        <dsp:cNvSpPr/>
      </dsp:nvSpPr>
      <dsp:spPr>
        <a:xfrm>
          <a:off x="2091550" y="232803"/>
          <a:ext cx="2001583" cy="2001583"/>
        </a:xfrm>
        <a:prstGeom prst="pie">
          <a:avLst>
            <a:gd name="adj1" fmla="val 108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0" i="0" kern="1200" dirty="0"/>
            <a:t>Корсунь (Херсонес)</a:t>
          </a:r>
          <a:endParaRPr lang="uk-UA" sz="1000" kern="1200" dirty="0"/>
        </a:p>
      </dsp:txBody>
      <dsp:txXfrm>
        <a:off x="2317920" y="602143"/>
        <a:ext cx="738679" cy="59570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B6553-58F6-4DE6-91C2-3B7FB2EDAB69}">
      <dsp:nvSpPr>
        <dsp:cNvPr id="0" name=""/>
        <dsp:cNvSpPr/>
      </dsp:nvSpPr>
      <dsp:spPr>
        <a:xfrm rot="10800000">
          <a:off x="1147678" y="1048"/>
          <a:ext cx="4171021" cy="388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24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хрещення князя Володимира Великого</a:t>
          </a:r>
          <a:endParaRPr lang="uk-UA" sz="1600" kern="1200"/>
        </a:p>
      </dsp:txBody>
      <dsp:txXfrm rot="10800000">
        <a:off x="1244760" y="1048"/>
        <a:ext cx="4073939" cy="388330"/>
      </dsp:txXfrm>
    </dsp:sp>
    <dsp:sp modelId="{D3AB598B-B125-47C9-879A-1FF447735BDF}">
      <dsp:nvSpPr>
        <dsp:cNvPr id="0" name=""/>
        <dsp:cNvSpPr/>
      </dsp:nvSpPr>
      <dsp:spPr>
        <a:xfrm>
          <a:off x="953513" y="1048"/>
          <a:ext cx="388330" cy="3883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40E7A-787C-438A-BFE3-71AB796048C8}">
      <dsp:nvSpPr>
        <dsp:cNvPr id="0" name=""/>
        <dsp:cNvSpPr/>
      </dsp:nvSpPr>
      <dsp:spPr>
        <a:xfrm rot="10800000">
          <a:off x="1147678" y="499547"/>
          <a:ext cx="4171021" cy="388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24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придушення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повстання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деревлян</a:t>
          </a:r>
          <a:endParaRPr lang="uk-UA" sz="1600" kern="1200" dirty="0"/>
        </a:p>
      </dsp:txBody>
      <dsp:txXfrm rot="10800000">
        <a:off x="1244760" y="499547"/>
        <a:ext cx="4073939" cy="388330"/>
      </dsp:txXfrm>
    </dsp:sp>
    <dsp:sp modelId="{816A3E6C-EB01-4E59-A7B9-173201DFEC54}">
      <dsp:nvSpPr>
        <dsp:cNvPr id="0" name=""/>
        <dsp:cNvSpPr/>
      </dsp:nvSpPr>
      <dsp:spPr>
        <a:xfrm>
          <a:off x="953513" y="499547"/>
          <a:ext cx="388330" cy="3883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8D073-72B8-45A9-B251-BF1247A458F3}">
      <dsp:nvSpPr>
        <dsp:cNvPr id="0" name=""/>
        <dsp:cNvSpPr/>
      </dsp:nvSpPr>
      <dsp:spPr>
        <a:xfrm rot="10800000">
          <a:off x="1147678" y="998047"/>
          <a:ext cx="4171021" cy="388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24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будівництво Софійського собору</a:t>
          </a:r>
          <a:endParaRPr lang="uk-UA" sz="1600" kern="1200"/>
        </a:p>
      </dsp:txBody>
      <dsp:txXfrm rot="10800000">
        <a:off x="1244760" y="998047"/>
        <a:ext cx="4073939" cy="388330"/>
      </dsp:txXfrm>
    </dsp:sp>
    <dsp:sp modelId="{1F120094-F8D8-45CB-B1ED-2FD54C070B2D}">
      <dsp:nvSpPr>
        <dsp:cNvPr id="0" name=""/>
        <dsp:cNvSpPr/>
      </dsp:nvSpPr>
      <dsp:spPr>
        <a:xfrm>
          <a:off x="953513" y="998047"/>
          <a:ext cx="388330" cy="3883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A2DEF-2748-432D-809A-57598BF16ECC}">
      <dsp:nvSpPr>
        <dsp:cNvPr id="0" name=""/>
        <dsp:cNvSpPr/>
      </dsp:nvSpPr>
      <dsp:spPr>
        <a:xfrm rot="10800000">
          <a:off x="1147678" y="1496546"/>
          <a:ext cx="4171021" cy="388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24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загибель князя Святослава</a:t>
          </a:r>
          <a:endParaRPr lang="uk-UA" sz="1600" kern="1200"/>
        </a:p>
      </dsp:txBody>
      <dsp:txXfrm rot="10800000">
        <a:off x="1244760" y="1496546"/>
        <a:ext cx="4073939" cy="388330"/>
      </dsp:txXfrm>
    </dsp:sp>
    <dsp:sp modelId="{43CA0698-7114-4906-B279-6635A0095D91}">
      <dsp:nvSpPr>
        <dsp:cNvPr id="0" name=""/>
        <dsp:cNvSpPr/>
      </dsp:nvSpPr>
      <dsp:spPr>
        <a:xfrm>
          <a:off x="953513" y="1496546"/>
          <a:ext cx="388330" cy="3883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45FE3-E77E-43A9-9C3E-73329B37EF5D}">
      <dsp:nvSpPr>
        <dsp:cNvPr id="0" name=""/>
        <dsp:cNvSpPr/>
      </dsp:nvSpPr>
      <dsp:spPr>
        <a:xfrm rot="10800000">
          <a:off x="1147678" y="1995046"/>
          <a:ext cx="4171021" cy="3883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243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проведення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з'їзду</a:t>
          </a:r>
          <a:r>
            <a:rPr lang="ru-RU" sz="1600" b="0" i="0" kern="1200" dirty="0"/>
            <a:t> руських </a:t>
          </a:r>
          <a:r>
            <a:rPr lang="ru-RU" sz="1600" b="0" i="0" kern="1200" dirty="0" err="1"/>
            <a:t>князів</a:t>
          </a:r>
          <a:endParaRPr lang="uk-UA" sz="1600" kern="1200" dirty="0"/>
        </a:p>
      </dsp:txBody>
      <dsp:txXfrm rot="10800000">
        <a:off x="1244760" y="1995046"/>
        <a:ext cx="4073939" cy="388330"/>
      </dsp:txXfrm>
    </dsp:sp>
    <dsp:sp modelId="{7879E8D7-75E1-483C-80B3-2613CE433029}">
      <dsp:nvSpPr>
        <dsp:cNvPr id="0" name=""/>
        <dsp:cNvSpPr/>
      </dsp:nvSpPr>
      <dsp:spPr>
        <a:xfrm>
          <a:off x="953513" y="1995046"/>
          <a:ext cx="388330" cy="38833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C60A1-CBD9-427A-AA59-A2CF3887F1E0}">
      <dsp:nvSpPr>
        <dsp:cNvPr id="0" name=""/>
        <dsp:cNvSpPr/>
      </dsp:nvSpPr>
      <dsp:spPr>
        <a:xfrm>
          <a:off x="0" y="45764"/>
          <a:ext cx="6269038" cy="5425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Розгром князем Святославом Хозарського каганату.</a:t>
          </a:r>
          <a:endParaRPr lang="uk-UA" sz="1400" kern="1200"/>
        </a:p>
      </dsp:txBody>
      <dsp:txXfrm>
        <a:off x="26487" y="72251"/>
        <a:ext cx="6216064" cy="489613"/>
      </dsp:txXfrm>
    </dsp:sp>
    <dsp:sp modelId="{AE7ABAE1-C9F2-4857-9C01-7A558EF4AFD0}">
      <dsp:nvSpPr>
        <dsp:cNvPr id="0" name=""/>
        <dsp:cNvSpPr/>
      </dsp:nvSpPr>
      <dsp:spPr>
        <a:xfrm>
          <a:off x="0" y="628671"/>
          <a:ext cx="6269038" cy="5425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Запровадження християнства як державної релігії Київської Русі.</a:t>
          </a:r>
          <a:endParaRPr lang="uk-UA" sz="1400" kern="1200"/>
        </a:p>
      </dsp:txBody>
      <dsp:txXfrm>
        <a:off x="26487" y="655158"/>
        <a:ext cx="6216064" cy="489613"/>
      </dsp:txXfrm>
    </dsp:sp>
    <dsp:sp modelId="{9DB8B3F3-E8D3-4B34-AB7D-6F8A6B38657A}">
      <dsp:nvSpPr>
        <dsp:cNvPr id="0" name=""/>
        <dsp:cNvSpPr/>
      </dsp:nvSpPr>
      <dsp:spPr>
        <a:xfrm>
          <a:off x="0" y="1211579"/>
          <a:ext cx="6269038" cy="5425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Похід на Русь орд хана Батия.</a:t>
          </a:r>
          <a:endParaRPr lang="uk-UA" sz="1400" kern="1200" dirty="0"/>
        </a:p>
      </dsp:txBody>
      <dsp:txXfrm>
        <a:off x="26487" y="1238066"/>
        <a:ext cx="6216064" cy="489613"/>
      </dsp:txXfrm>
    </dsp:sp>
    <dsp:sp modelId="{6B40649A-55A2-4153-AFFE-F15BE750C3C1}">
      <dsp:nvSpPr>
        <dsp:cNvPr id="0" name=""/>
        <dsp:cNvSpPr/>
      </dsp:nvSpPr>
      <dsp:spPr>
        <a:xfrm>
          <a:off x="0" y="1794486"/>
          <a:ext cx="6269038" cy="5425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Об’єднання князем Романом Мстиславовичем Галицького та Волинського князівств в єдину державу.</a:t>
          </a:r>
          <a:endParaRPr lang="uk-UA" sz="1400" kern="1200" dirty="0"/>
        </a:p>
      </dsp:txBody>
      <dsp:txXfrm>
        <a:off x="26487" y="1820973"/>
        <a:ext cx="6216064" cy="489613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03EB1-EE02-442F-99F5-F2562C54BC88}">
      <dsp:nvSpPr>
        <dsp:cNvPr id="0" name=""/>
        <dsp:cNvSpPr/>
      </dsp:nvSpPr>
      <dsp:spPr>
        <a:xfrm>
          <a:off x="0" y="291"/>
          <a:ext cx="62722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D5622-8761-4480-8C40-5C69A3FD7492}">
      <dsp:nvSpPr>
        <dsp:cNvPr id="0" name=""/>
        <dsp:cNvSpPr/>
      </dsp:nvSpPr>
      <dsp:spPr>
        <a:xfrm>
          <a:off x="0" y="291"/>
          <a:ext cx="6272212" cy="47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Руйнування міст, занепад ремесла і торгівлі на Русі.</a:t>
          </a:r>
          <a:endParaRPr lang="uk-UA" sz="1400" kern="1200"/>
        </a:p>
      </dsp:txBody>
      <dsp:txXfrm>
        <a:off x="0" y="291"/>
        <a:ext cx="6272212" cy="476768"/>
      </dsp:txXfrm>
    </dsp:sp>
    <dsp:sp modelId="{B60216A5-D128-47FA-A1EC-E54DF609AD18}">
      <dsp:nvSpPr>
        <dsp:cNvPr id="0" name=""/>
        <dsp:cNvSpPr/>
      </dsp:nvSpPr>
      <dsp:spPr>
        <a:xfrm>
          <a:off x="0" y="477059"/>
          <a:ext cx="62722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81C392-AA09-4ACC-A0D1-E82C907E80F9}">
      <dsp:nvSpPr>
        <dsp:cNvPr id="0" name=""/>
        <dsp:cNvSpPr/>
      </dsp:nvSpPr>
      <dsp:spPr>
        <a:xfrm>
          <a:off x="0" y="477059"/>
          <a:ext cx="6272212" cy="47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Формування нового центру політичного та економічного життя слов’ян.</a:t>
          </a:r>
          <a:endParaRPr lang="uk-UA" sz="1400" kern="1200" dirty="0"/>
        </a:p>
      </dsp:txBody>
      <dsp:txXfrm>
        <a:off x="0" y="477059"/>
        <a:ext cx="6272212" cy="476768"/>
      </dsp:txXfrm>
    </dsp:sp>
    <dsp:sp modelId="{149BAF2C-9B68-4FF3-835E-5376F7FA6EBD}">
      <dsp:nvSpPr>
        <dsp:cNvPr id="0" name=""/>
        <dsp:cNvSpPr/>
      </dsp:nvSpPr>
      <dsp:spPr>
        <a:xfrm>
          <a:off x="0" y="953828"/>
          <a:ext cx="62722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9F51B-2F28-426E-BFED-078C42057F53}">
      <dsp:nvSpPr>
        <dsp:cNvPr id="0" name=""/>
        <dsp:cNvSpPr/>
      </dsp:nvSpPr>
      <dsp:spPr>
        <a:xfrm>
          <a:off x="0" y="953828"/>
          <a:ext cx="6272212" cy="47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Відкриття шляху на Русь кочовим ордам Сходу.</a:t>
          </a:r>
          <a:endParaRPr lang="uk-UA" sz="1400" kern="1200" dirty="0"/>
        </a:p>
      </dsp:txBody>
      <dsp:txXfrm>
        <a:off x="0" y="953828"/>
        <a:ext cx="6272212" cy="476768"/>
      </dsp:txXfrm>
    </dsp:sp>
    <dsp:sp modelId="{5202FF10-9BEA-451E-9711-E503D49867DF}">
      <dsp:nvSpPr>
        <dsp:cNvPr id="0" name=""/>
        <dsp:cNvSpPr/>
      </dsp:nvSpPr>
      <dsp:spPr>
        <a:xfrm>
          <a:off x="0" y="1430596"/>
          <a:ext cx="62722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96E46-DE80-48A7-BB8E-8B30418162F6}">
      <dsp:nvSpPr>
        <dsp:cNvPr id="0" name=""/>
        <dsp:cNvSpPr/>
      </dsp:nvSpPr>
      <dsp:spPr>
        <a:xfrm>
          <a:off x="0" y="1430596"/>
          <a:ext cx="6272212" cy="47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Вихід Русі на міжнародну арену, початок її дипломатичної діяльності.</a:t>
          </a:r>
          <a:endParaRPr lang="uk-UA" sz="1400" kern="1200"/>
        </a:p>
      </dsp:txBody>
      <dsp:txXfrm>
        <a:off x="0" y="1430596"/>
        <a:ext cx="6272212" cy="476768"/>
      </dsp:txXfrm>
    </dsp:sp>
    <dsp:sp modelId="{D456A77D-6662-488B-B844-F514129FE497}">
      <dsp:nvSpPr>
        <dsp:cNvPr id="0" name=""/>
        <dsp:cNvSpPr/>
      </dsp:nvSpPr>
      <dsp:spPr>
        <a:xfrm>
          <a:off x="0" y="1907365"/>
          <a:ext cx="62722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EFBAD-6F4E-40C3-A979-51E05EBBDF27}">
      <dsp:nvSpPr>
        <dsp:cNvPr id="0" name=""/>
        <dsp:cNvSpPr/>
      </dsp:nvSpPr>
      <dsp:spPr>
        <a:xfrm>
          <a:off x="0" y="1907365"/>
          <a:ext cx="6272212" cy="47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Розширення рівноправних </a:t>
          </a:r>
          <a:r>
            <a:rPr lang="uk-UA" sz="1400" b="0" i="0" kern="1200" dirty="0" err="1"/>
            <a:t>зв’язків</a:t>
          </a:r>
          <a:r>
            <a:rPr lang="uk-UA" sz="1400" b="0" i="0" kern="1200" dirty="0"/>
            <a:t> Русі з європейськими державами.</a:t>
          </a:r>
          <a:endParaRPr lang="uk-UA" sz="1400" kern="1200" dirty="0"/>
        </a:p>
      </dsp:txBody>
      <dsp:txXfrm>
        <a:off x="0" y="1907365"/>
        <a:ext cx="6272212" cy="476768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9D511-40A7-4691-B25D-D9CB5210448D}">
      <dsp:nvSpPr>
        <dsp:cNvPr id="0" name=""/>
        <dsp:cNvSpPr/>
      </dsp:nvSpPr>
      <dsp:spPr>
        <a:xfrm>
          <a:off x="0" y="141479"/>
          <a:ext cx="6269038" cy="1022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«...Прийшли половці перший раз на Руську землю воювати... Це було перше зло на Руській землі від поганих безбожних ворогів...»</a:t>
          </a:r>
          <a:endParaRPr lang="uk-UA" sz="1900" kern="1200" dirty="0"/>
        </a:p>
      </dsp:txBody>
      <dsp:txXfrm>
        <a:off x="49918" y="191397"/>
        <a:ext cx="6169202" cy="922744"/>
      </dsp:txXfrm>
    </dsp:sp>
    <dsp:sp modelId="{4A6FA36A-C7C4-4E04-B9C2-B90EAF8B7BEB}">
      <dsp:nvSpPr>
        <dsp:cNvPr id="0" name=""/>
        <dsp:cNvSpPr/>
      </dsp:nvSpPr>
      <dsp:spPr>
        <a:xfrm>
          <a:off x="0" y="1218779"/>
          <a:ext cx="6269038" cy="1022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«…І сталася жорстока січа, і ледве переміг Ярослав під вечір. Розбіглися печеніги врізнобіч і самі не знали, куди вони бігли. А деякі, тікаючи, потонули...»</a:t>
          </a:r>
          <a:endParaRPr lang="uk-UA" sz="1900" kern="1200" dirty="0"/>
        </a:p>
      </dsp:txBody>
      <dsp:txXfrm>
        <a:off x="49918" y="1268697"/>
        <a:ext cx="6169202" cy="92274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DF24BF-34C6-43E0-B728-6DE311F42DB0}">
      <dsp:nvSpPr>
        <dsp:cNvPr id="0" name=""/>
        <dsp:cNvSpPr/>
      </dsp:nvSpPr>
      <dsp:spPr>
        <a:xfrm>
          <a:off x="0" y="64692"/>
          <a:ext cx="6272212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«І пішов Святослав на греків, а ті вийшли проти Русі... І Русь приготувалася до бою, і була велика битва, і переміг Святослав, і побігли греки, і пішов Святослав до </a:t>
          </a:r>
          <a:r>
            <a:rPr lang="uk-UA" sz="1600" b="0" i="1" kern="1200" dirty="0" err="1"/>
            <a:t>Царграда</a:t>
          </a:r>
          <a:r>
            <a:rPr lang="uk-UA" sz="1600" b="0" i="1" kern="1200" dirty="0"/>
            <a:t>, воюючи і розорюючи міста...»</a:t>
          </a:r>
          <a:endParaRPr lang="uk-UA" sz="1600" kern="1200" dirty="0"/>
        </a:p>
      </dsp:txBody>
      <dsp:txXfrm>
        <a:off x="53916" y="118608"/>
        <a:ext cx="6164380" cy="996648"/>
      </dsp:txXfrm>
    </dsp:sp>
    <dsp:sp modelId="{1CAA0EB6-3C97-4C54-84F6-B0C68520E9A3}">
      <dsp:nvSpPr>
        <dsp:cNvPr id="0" name=""/>
        <dsp:cNvSpPr/>
      </dsp:nvSpPr>
      <dsp:spPr>
        <a:xfrm>
          <a:off x="0" y="1215252"/>
          <a:ext cx="6272212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«…Татари пішли проти Русі й учинили жахливі вбивства в землі Русі, зруйнували міста й фортеці й повбивали людей, обложили Київ, який був столицею Русі, і після довгої облоги взяли його й убили жителів цього міста...»</a:t>
          </a:r>
          <a:endParaRPr lang="uk-UA" sz="1600" kern="1200" dirty="0"/>
        </a:p>
      </dsp:txBody>
      <dsp:txXfrm>
        <a:off x="53916" y="1269168"/>
        <a:ext cx="6164380" cy="996648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CF037-04A7-4690-B844-B685A3DB75C7}">
      <dsp:nvSpPr>
        <dsp:cNvPr id="0" name=""/>
        <dsp:cNvSpPr/>
      </dsp:nvSpPr>
      <dsp:spPr>
        <a:xfrm>
          <a:off x="0" y="131398"/>
          <a:ext cx="6269038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«І тоді єпископ корсунський з попами охрестили Володимира. Охрестився ж він у церкві святої Софії. А стоїть та церква на високому місці посеред </a:t>
          </a:r>
          <a:r>
            <a:rPr lang="uk-UA" sz="1300" b="0" i="0" kern="1200" dirty="0" err="1"/>
            <a:t>города</a:t>
          </a:r>
          <a:r>
            <a:rPr lang="uk-UA" sz="1300" b="0" i="0" kern="1200" dirty="0"/>
            <a:t>...»</a:t>
          </a:r>
          <a:endParaRPr lang="uk-UA" sz="1300" kern="1200" dirty="0"/>
        </a:p>
      </dsp:txBody>
      <dsp:txXfrm>
        <a:off x="24502" y="155900"/>
        <a:ext cx="6220034" cy="452926"/>
      </dsp:txXfrm>
    </dsp:sp>
    <dsp:sp modelId="{2CF1879E-1A07-4EDD-A0B4-25A61906B0E6}">
      <dsp:nvSpPr>
        <dsp:cNvPr id="0" name=""/>
        <dsp:cNvSpPr/>
      </dsp:nvSpPr>
      <dsp:spPr>
        <a:xfrm>
          <a:off x="0" y="670769"/>
          <a:ext cx="6269038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«Заложив він в городі Києві ворота Золоті, ...також церкву святої Софії, Премудрості Божої, а потім церкву на Золотих воротах, кам’яну...»</a:t>
          </a:r>
          <a:endParaRPr lang="uk-UA" sz="1300" kern="1200"/>
        </a:p>
      </dsp:txBody>
      <dsp:txXfrm>
        <a:off x="24502" y="695271"/>
        <a:ext cx="6220034" cy="452926"/>
      </dsp:txXfrm>
    </dsp:sp>
    <dsp:sp modelId="{2FF38EA6-AC60-4719-96C4-AEC3C4087843}">
      <dsp:nvSpPr>
        <dsp:cNvPr id="0" name=""/>
        <dsp:cNvSpPr/>
      </dsp:nvSpPr>
      <dsp:spPr>
        <a:xfrm>
          <a:off x="0" y="1210139"/>
          <a:ext cx="6269038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«Рушив Аскольд і Дір на Греків, і прийшов туди... Цесарград двомастами кораблів оточили. ...знялася буря з вітром і кораблі русів розметало і побило...»</a:t>
          </a:r>
          <a:endParaRPr lang="uk-UA" sz="1300" kern="1200"/>
        </a:p>
      </dsp:txBody>
      <dsp:txXfrm>
        <a:off x="24502" y="1234641"/>
        <a:ext cx="6220034" cy="452926"/>
      </dsp:txXfrm>
    </dsp:sp>
    <dsp:sp modelId="{123BB443-B627-4D26-8533-E8E8F4974EFD}">
      <dsp:nvSpPr>
        <dsp:cNvPr id="0" name=""/>
        <dsp:cNvSpPr/>
      </dsp:nvSpPr>
      <dsp:spPr>
        <a:xfrm>
          <a:off x="0" y="1749509"/>
          <a:ext cx="6269038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«У той же рік прийшов Батий до Києва з </a:t>
          </a:r>
          <a:r>
            <a:rPr lang="uk-UA" sz="1300" b="0" i="0" kern="1200" dirty="0" err="1"/>
            <a:t>многим-множеством</a:t>
          </a:r>
          <a:r>
            <a:rPr lang="uk-UA" sz="1300" b="0" i="0" kern="1200" dirty="0"/>
            <a:t> сили своєї, і окружив город. І обступила Київ сила татарська, і був город в облозі великій...»</a:t>
          </a:r>
          <a:endParaRPr lang="uk-UA" sz="1300" kern="1200" dirty="0"/>
        </a:p>
      </dsp:txBody>
      <dsp:txXfrm>
        <a:off x="24502" y="1774011"/>
        <a:ext cx="6220034" cy="452926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497C6-A5E7-48EF-AFDC-5A2C33258F42}">
      <dsp:nvSpPr>
        <dsp:cNvPr id="0" name=""/>
        <dsp:cNvSpPr/>
      </dsp:nvSpPr>
      <dsp:spPr>
        <a:xfrm>
          <a:off x="1645840" y="520043"/>
          <a:ext cx="1788318" cy="17883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14988-D67F-4AE8-AF3A-1B99B0279B70}">
      <dsp:nvSpPr>
        <dsp:cNvPr id="0" name=""/>
        <dsp:cNvSpPr/>
      </dsp:nvSpPr>
      <dsp:spPr>
        <a:xfrm>
          <a:off x="1844493" y="718695"/>
          <a:ext cx="1391013" cy="1391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9B02D-AB30-42B6-B814-9E416A20D879}">
      <dsp:nvSpPr>
        <dsp:cNvPr id="0" name=""/>
        <dsp:cNvSpPr/>
      </dsp:nvSpPr>
      <dsp:spPr>
        <a:xfrm>
          <a:off x="2043145" y="917347"/>
          <a:ext cx="993709" cy="9937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7C1B6-A0C5-4653-A47B-411F8E92591E}">
      <dsp:nvSpPr>
        <dsp:cNvPr id="0" name=""/>
        <dsp:cNvSpPr/>
      </dsp:nvSpPr>
      <dsp:spPr>
        <a:xfrm>
          <a:off x="2241947" y="1116149"/>
          <a:ext cx="596106" cy="5961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158E1-7DEA-48B2-ABA3-A7A36C8A6150}">
      <dsp:nvSpPr>
        <dsp:cNvPr id="0" name=""/>
        <dsp:cNvSpPr/>
      </dsp:nvSpPr>
      <dsp:spPr>
        <a:xfrm>
          <a:off x="2440599" y="1314801"/>
          <a:ext cx="198801" cy="1988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B2899-12E7-4482-8E61-83A3A87DD698}">
      <dsp:nvSpPr>
        <dsp:cNvPr id="0" name=""/>
        <dsp:cNvSpPr/>
      </dsp:nvSpPr>
      <dsp:spPr>
        <a:xfrm>
          <a:off x="3732212" y="76063"/>
          <a:ext cx="894159" cy="315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ІХ ст.</a:t>
          </a:r>
          <a:endParaRPr lang="uk-UA" sz="1900" kern="1200"/>
        </a:p>
      </dsp:txBody>
      <dsp:txXfrm>
        <a:off x="3732212" y="76063"/>
        <a:ext cx="894159" cy="315697"/>
      </dsp:txXfrm>
    </dsp:sp>
    <dsp:sp modelId="{1E57F556-7C52-4594-B5B9-FCBE65EE0ECF}">
      <dsp:nvSpPr>
        <dsp:cNvPr id="0" name=""/>
        <dsp:cNvSpPr/>
      </dsp:nvSpPr>
      <dsp:spPr>
        <a:xfrm>
          <a:off x="3508672" y="233912"/>
          <a:ext cx="2235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AD482-4838-4195-824B-9274F8035259}">
      <dsp:nvSpPr>
        <dsp:cNvPr id="0" name=""/>
        <dsp:cNvSpPr/>
      </dsp:nvSpPr>
      <dsp:spPr>
        <a:xfrm rot="5400000">
          <a:off x="2433446" y="340466"/>
          <a:ext cx="1180290" cy="96718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8EA2D-E5B1-40C1-B335-2359D3F927BD}">
      <dsp:nvSpPr>
        <dsp:cNvPr id="0" name=""/>
        <dsp:cNvSpPr/>
      </dsp:nvSpPr>
      <dsp:spPr>
        <a:xfrm>
          <a:off x="3732212" y="409882"/>
          <a:ext cx="894159" cy="315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Х ст.</a:t>
          </a:r>
          <a:endParaRPr lang="uk-UA" sz="1900" kern="1200"/>
        </a:p>
      </dsp:txBody>
      <dsp:txXfrm>
        <a:off x="3732212" y="409882"/>
        <a:ext cx="894159" cy="315697"/>
      </dsp:txXfrm>
    </dsp:sp>
    <dsp:sp modelId="{F3D812F1-60E9-424B-8E58-FF63D108C4B5}">
      <dsp:nvSpPr>
        <dsp:cNvPr id="0" name=""/>
        <dsp:cNvSpPr/>
      </dsp:nvSpPr>
      <dsp:spPr>
        <a:xfrm>
          <a:off x="3508672" y="567731"/>
          <a:ext cx="2235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F7B36-3646-45D2-860D-253613FB2775}">
      <dsp:nvSpPr>
        <dsp:cNvPr id="0" name=""/>
        <dsp:cNvSpPr/>
      </dsp:nvSpPr>
      <dsp:spPr>
        <a:xfrm rot="5400000">
          <a:off x="2606883" y="648921"/>
          <a:ext cx="982740" cy="81964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CD038C-3B24-44C5-AD23-F8013DC154C9}">
      <dsp:nvSpPr>
        <dsp:cNvPr id="0" name=""/>
        <dsp:cNvSpPr/>
      </dsp:nvSpPr>
      <dsp:spPr>
        <a:xfrm>
          <a:off x="3732212" y="743702"/>
          <a:ext cx="894159" cy="315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ХІ ст.</a:t>
          </a:r>
          <a:endParaRPr lang="uk-UA" sz="1900" kern="1200" dirty="0"/>
        </a:p>
      </dsp:txBody>
      <dsp:txXfrm>
        <a:off x="3732212" y="743702"/>
        <a:ext cx="894159" cy="315697"/>
      </dsp:txXfrm>
    </dsp:sp>
    <dsp:sp modelId="{86E5B6AF-9268-4189-A060-6C1C351F6DF7}">
      <dsp:nvSpPr>
        <dsp:cNvPr id="0" name=""/>
        <dsp:cNvSpPr/>
      </dsp:nvSpPr>
      <dsp:spPr>
        <a:xfrm>
          <a:off x="3508672" y="901551"/>
          <a:ext cx="2235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22CD52-8041-4DDA-B602-7FB6E2592354}">
      <dsp:nvSpPr>
        <dsp:cNvPr id="0" name=""/>
        <dsp:cNvSpPr/>
      </dsp:nvSpPr>
      <dsp:spPr>
        <a:xfrm rot="5400000">
          <a:off x="2776952" y="944768"/>
          <a:ext cx="774938" cy="68850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56DC8E-FAD7-4221-995D-2609C0B0B2D9}">
      <dsp:nvSpPr>
        <dsp:cNvPr id="0" name=""/>
        <dsp:cNvSpPr/>
      </dsp:nvSpPr>
      <dsp:spPr>
        <a:xfrm>
          <a:off x="3732212" y="1070368"/>
          <a:ext cx="894159" cy="315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X</a:t>
          </a:r>
          <a:r>
            <a:rPr lang="uk-UA" sz="1900" b="0" i="0" kern="1200"/>
            <a:t>І</a:t>
          </a:r>
          <a:r>
            <a:rPr lang="en-US" sz="1900" b="0" i="0" kern="1200"/>
            <a:t>I </a:t>
          </a:r>
          <a:r>
            <a:rPr lang="uk-UA" sz="1900" b="0" i="0" kern="1200"/>
            <a:t>ст.</a:t>
          </a:r>
          <a:endParaRPr lang="uk-UA" sz="1900" kern="1200"/>
        </a:p>
      </dsp:txBody>
      <dsp:txXfrm>
        <a:off x="3732212" y="1070368"/>
        <a:ext cx="894159" cy="315697"/>
      </dsp:txXfrm>
    </dsp:sp>
    <dsp:sp modelId="{5B9133DD-0A60-414F-9DF6-713B76CA817C}">
      <dsp:nvSpPr>
        <dsp:cNvPr id="0" name=""/>
        <dsp:cNvSpPr/>
      </dsp:nvSpPr>
      <dsp:spPr>
        <a:xfrm>
          <a:off x="3508672" y="1228217"/>
          <a:ext cx="2235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504B9-BD2E-486E-A201-861BEFDD9E90}">
      <dsp:nvSpPr>
        <dsp:cNvPr id="0" name=""/>
        <dsp:cNvSpPr/>
      </dsp:nvSpPr>
      <dsp:spPr>
        <a:xfrm rot="5400000">
          <a:off x="2946246" y="1257128"/>
          <a:ext cx="591337" cy="53351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86635E-A0B2-4979-8718-4193F899CDFF}">
      <dsp:nvSpPr>
        <dsp:cNvPr id="0" name=""/>
        <dsp:cNvSpPr/>
      </dsp:nvSpPr>
      <dsp:spPr>
        <a:xfrm>
          <a:off x="3732212" y="1387496"/>
          <a:ext cx="894159" cy="315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ХІІІ ст.</a:t>
          </a:r>
          <a:endParaRPr lang="uk-UA" sz="1900" kern="1200" dirty="0"/>
        </a:p>
      </dsp:txBody>
      <dsp:txXfrm>
        <a:off x="3732212" y="1387496"/>
        <a:ext cx="894159" cy="315697"/>
      </dsp:txXfrm>
    </dsp:sp>
    <dsp:sp modelId="{34E5FB70-8133-4146-84CF-B62ED56F00C8}">
      <dsp:nvSpPr>
        <dsp:cNvPr id="0" name=""/>
        <dsp:cNvSpPr/>
      </dsp:nvSpPr>
      <dsp:spPr>
        <a:xfrm>
          <a:off x="3508672" y="1545345"/>
          <a:ext cx="2235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A129E7-61FE-4F57-8099-8728D9E03D08}">
      <dsp:nvSpPr>
        <dsp:cNvPr id="0" name=""/>
        <dsp:cNvSpPr/>
      </dsp:nvSpPr>
      <dsp:spPr>
        <a:xfrm rot="5400000">
          <a:off x="3106301" y="1560248"/>
          <a:ext cx="417274" cy="38746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9897B-7AE0-488B-B224-00955C7A6BFB}">
      <dsp:nvSpPr>
        <dsp:cNvPr id="0" name=""/>
        <dsp:cNvSpPr/>
      </dsp:nvSpPr>
      <dsp:spPr>
        <a:xfrm>
          <a:off x="0" y="4246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Запровадження християнства як державної релігії Київської Русі.</a:t>
          </a:r>
          <a:endParaRPr lang="uk-UA" sz="1500" kern="1200" dirty="0"/>
        </a:p>
      </dsp:txBody>
      <dsp:txXfrm>
        <a:off x="17134" y="441753"/>
        <a:ext cx="6234770" cy="316732"/>
      </dsp:txXfrm>
    </dsp:sp>
    <dsp:sp modelId="{DBD62795-18FE-4FB1-A238-D654DA253BEE}">
      <dsp:nvSpPr>
        <dsp:cNvPr id="0" name=""/>
        <dsp:cNvSpPr/>
      </dsp:nvSpPr>
      <dsp:spPr>
        <a:xfrm>
          <a:off x="0" y="8188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Укладення ченцем Нестором першої редакції «Повісті минулих літ».</a:t>
          </a:r>
          <a:endParaRPr lang="uk-UA" sz="1500" kern="1200" dirty="0"/>
        </a:p>
      </dsp:txBody>
      <dsp:txXfrm>
        <a:off x="17134" y="835953"/>
        <a:ext cx="6234770" cy="316732"/>
      </dsp:txXfrm>
    </dsp:sp>
    <dsp:sp modelId="{1377A430-782B-4A7E-9024-6EFC1AD4FD0E}">
      <dsp:nvSpPr>
        <dsp:cNvPr id="0" name=""/>
        <dsp:cNvSpPr/>
      </dsp:nvSpPr>
      <dsp:spPr>
        <a:xfrm>
          <a:off x="0" y="1213018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Утворення Галицько-Волинського князівства.</a:t>
          </a:r>
          <a:endParaRPr lang="uk-UA" sz="1500" kern="1200" dirty="0"/>
        </a:p>
      </dsp:txBody>
      <dsp:txXfrm>
        <a:off x="17134" y="1230152"/>
        <a:ext cx="6234770" cy="316732"/>
      </dsp:txXfrm>
    </dsp:sp>
    <dsp:sp modelId="{D945C583-662F-48D2-AED1-6BE9BBE695E2}">
      <dsp:nvSpPr>
        <dsp:cNvPr id="0" name=""/>
        <dsp:cNvSpPr/>
      </dsp:nvSpPr>
      <dsp:spPr>
        <a:xfrm>
          <a:off x="0" y="16072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Перша літописна згадка назви «Україна».</a:t>
          </a:r>
          <a:endParaRPr lang="uk-UA" sz="1500" kern="1200" dirty="0"/>
        </a:p>
      </dsp:txBody>
      <dsp:txXfrm>
        <a:off x="17134" y="1624353"/>
        <a:ext cx="6234770" cy="316732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701AC-2222-494A-A97C-F711D4A88FAE}">
      <dsp:nvSpPr>
        <dsp:cNvPr id="0" name=""/>
        <dsp:cNvSpPr/>
      </dsp:nvSpPr>
      <dsp:spPr>
        <a:xfrm>
          <a:off x="2718832" y="679561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1DEB76E-C59F-4AC1-AFA3-B34AB08D687E}">
      <dsp:nvSpPr>
        <dsp:cNvPr id="0" name=""/>
        <dsp:cNvSpPr/>
      </dsp:nvSpPr>
      <dsp:spPr>
        <a:xfrm>
          <a:off x="2652068" y="0"/>
          <a:ext cx="968076" cy="56033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882 р.</a:t>
          </a:r>
          <a:endParaRPr lang="uk-UA" sz="2200" kern="1200"/>
        </a:p>
      </dsp:txBody>
      <dsp:txXfrm>
        <a:off x="2652068" y="0"/>
        <a:ext cx="968076" cy="560339"/>
      </dsp:txXfrm>
    </dsp:sp>
    <dsp:sp modelId="{8FED6147-FA14-4F74-8CC6-B013BEA31701}">
      <dsp:nvSpPr>
        <dsp:cNvPr id="0" name=""/>
        <dsp:cNvSpPr/>
      </dsp:nvSpPr>
      <dsp:spPr>
        <a:xfrm>
          <a:off x="3036294" y="9101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07D977A-289D-4A49-BFEA-F2B835EFADF4}">
      <dsp:nvSpPr>
        <dsp:cNvPr id="0" name=""/>
        <dsp:cNvSpPr/>
      </dsp:nvSpPr>
      <dsp:spPr>
        <a:xfrm>
          <a:off x="3937273" y="739171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988 р.</a:t>
          </a:r>
          <a:endParaRPr lang="uk-UA" sz="2200" kern="1200" dirty="0"/>
        </a:p>
      </dsp:txBody>
      <dsp:txXfrm>
        <a:off x="3937273" y="739171"/>
        <a:ext cx="867930" cy="608028"/>
      </dsp:txXfrm>
    </dsp:sp>
    <dsp:sp modelId="{2E7C7FB8-DB15-4D24-84A8-4FE95F13909C}">
      <dsp:nvSpPr>
        <dsp:cNvPr id="0" name=""/>
        <dsp:cNvSpPr/>
      </dsp:nvSpPr>
      <dsp:spPr>
        <a:xfrm>
          <a:off x="2915117" y="12835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70A812D-56F0-43A7-9E8F-24CF299BCC2A}">
      <dsp:nvSpPr>
        <dsp:cNvPr id="0" name=""/>
        <dsp:cNvSpPr/>
      </dsp:nvSpPr>
      <dsp:spPr>
        <a:xfrm>
          <a:off x="3803745" y="1776396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1113 р.</a:t>
          </a:r>
          <a:endParaRPr lang="uk-UA" sz="2200" kern="1200"/>
        </a:p>
      </dsp:txBody>
      <dsp:txXfrm>
        <a:off x="3803745" y="1776396"/>
        <a:ext cx="867930" cy="608028"/>
      </dsp:txXfrm>
    </dsp:sp>
    <dsp:sp modelId="{71AAC264-3345-4CE8-9F0C-B0281C8E1769}">
      <dsp:nvSpPr>
        <dsp:cNvPr id="0" name=""/>
        <dsp:cNvSpPr/>
      </dsp:nvSpPr>
      <dsp:spPr>
        <a:xfrm>
          <a:off x="2522546" y="12835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A3B29C7-DAAB-43C3-8CBD-B9F8A15A2390}">
      <dsp:nvSpPr>
        <dsp:cNvPr id="0" name=""/>
        <dsp:cNvSpPr/>
      </dsp:nvSpPr>
      <dsp:spPr>
        <a:xfrm>
          <a:off x="1600536" y="1776396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1187 р.</a:t>
          </a:r>
          <a:endParaRPr lang="uk-UA" sz="2200" kern="1200"/>
        </a:p>
      </dsp:txBody>
      <dsp:txXfrm>
        <a:off x="1600536" y="1776396"/>
        <a:ext cx="867930" cy="608028"/>
      </dsp:txXfrm>
    </dsp:sp>
    <dsp:sp modelId="{98BA81F9-72ED-41F5-A44D-D6F0A4CB5B79}">
      <dsp:nvSpPr>
        <dsp:cNvPr id="0" name=""/>
        <dsp:cNvSpPr/>
      </dsp:nvSpPr>
      <dsp:spPr>
        <a:xfrm>
          <a:off x="2401369" y="9101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7A5ACE7-2527-4569-9C92-3A30115E88F0}">
      <dsp:nvSpPr>
        <dsp:cNvPr id="0" name=""/>
        <dsp:cNvSpPr/>
      </dsp:nvSpPr>
      <dsp:spPr>
        <a:xfrm>
          <a:off x="1467008" y="739171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1199 р.</a:t>
          </a:r>
          <a:endParaRPr lang="uk-UA" sz="2200" kern="1200" dirty="0"/>
        </a:p>
      </dsp:txBody>
      <dsp:txXfrm>
        <a:off x="1467008" y="739171"/>
        <a:ext cx="867930" cy="608028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5F1FB-C98D-40B9-9B89-501920908D04}">
      <dsp:nvSpPr>
        <dsp:cNvPr id="0" name=""/>
        <dsp:cNvSpPr/>
      </dsp:nvSpPr>
      <dsp:spPr>
        <a:xfrm>
          <a:off x="1147040" y="0"/>
          <a:ext cx="3978131" cy="397813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E40C4-B89B-4F52-B8AC-5502D91947F3}">
      <dsp:nvSpPr>
        <dsp:cNvPr id="0" name=""/>
        <dsp:cNvSpPr/>
      </dsp:nvSpPr>
      <dsp:spPr>
        <a:xfrm>
          <a:off x="1524963" y="377922"/>
          <a:ext cx="1551471" cy="1551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билини.</a:t>
          </a:r>
          <a:endParaRPr lang="uk-UA" sz="2500" kern="1200" dirty="0"/>
        </a:p>
      </dsp:txBody>
      <dsp:txXfrm>
        <a:off x="1600700" y="453659"/>
        <a:ext cx="1399997" cy="1399997"/>
      </dsp:txXfrm>
    </dsp:sp>
    <dsp:sp modelId="{D48A6D82-5F4C-4BA3-8E37-0664516A04E0}">
      <dsp:nvSpPr>
        <dsp:cNvPr id="0" name=""/>
        <dsp:cNvSpPr/>
      </dsp:nvSpPr>
      <dsp:spPr>
        <a:xfrm>
          <a:off x="3195778" y="377922"/>
          <a:ext cx="1551471" cy="1551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балади.</a:t>
          </a:r>
          <a:endParaRPr lang="uk-UA" sz="2500" kern="1200"/>
        </a:p>
      </dsp:txBody>
      <dsp:txXfrm>
        <a:off x="3271515" y="453659"/>
        <a:ext cx="1399997" cy="1399997"/>
      </dsp:txXfrm>
    </dsp:sp>
    <dsp:sp modelId="{AB854503-9D6E-419F-8975-18573DD6D40E}">
      <dsp:nvSpPr>
        <dsp:cNvPr id="0" name=""/>
        <dsp:cNvSpPr/>
      </dsp:nvSpPr>
      <dsp:spPr>
        <a:xfrm>
          <a:off x="1524963" y="2048737"/>
          <a:ext cx="1551471" cy="1551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поеми.</a:t>
          </a:r>
          <a:endParaRPr lang="uk-UA" sz="2500" kern="1200" dirty="0"/>
        </a:p>
      </dsp:txBody>
      <dsp:txXfrm>
        <a:off x="1600700" y="2124474"/>
        <a:ext cx="1399997" cy="1399997"/>
      </dsp:txXfrm>
    </dsp:sp>
    <dsp:sp modelId="{2F640E54-9036-4493-BD13-06799DFF3276}">
      <dsp:nvSpPr>
        <dsp:cNvPr id="0" name=""/>
        <dsp:cNvSpPr/>
      </dsp:nvSpPr>
      <dsp:spPr>
        <a:xfrm>
          <a:off x="3195778" y="2048737"/>
          <a:ext cx="1551471" cy="1551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думи.</a:t>
          </a:r>
          <a:endParaRPr lang="uk-UA" sz="2500" kern="1200" dirty="0"/>
        </a:p>
      </dsp:txBody>
      <dsp:txXfrm>
        <a:off x="3271515" y="2124474"/>
        <a:ext cx="1399997" cy="1399997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C69FAF-B0B2-43B8-99CE-A26519CC90E1}">
      <dsp:nvSpPr>
        <dsp:cNvPr id="0" name=""/>
        <dsp:cNvSpPr/>
      </dsp:nvSpPr>
      <dsp:spPr>
        <a:xfrm>
          <a:off x="0" y="4985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ухвалення принципу престолонаслідування: «кожен хай держить отчину свою»</a:t>
          </a:r>
          <a:endParaRPr lang="uk-UA" sz="1400" kern="1200"/>
        </a:p>
      </dsp:txBody>
      <dsp:txXfrm>
        <a:off x="26387" y="76246"/>
        <a:ext cx="6216264" cy="487766"/>
      </dsp:txXfrm>
    </dsp:sp>
    <dsp:sp modelId="{53A26AD0-1752-492F-8D47-103B767BF584}">
      <dsp:nvSpPr>
        <dsp:cNvPr id="0" name=""/>
        <dsp:cNvSpPr/>
      </dsp:nvSpPr>
      <dsp:spPr>
        <a:xfrm>
          <a:off x="0" y="63071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утвердження в Києві князівської династії Рюриковичів</a:t>
          </a:r>
          <a:endParaRPr lang="uk-UA" sz="1400" kern="1200" dirty="0"/>
        </a:p>
      </dsp:txBody>
      <dsp:txXfrm>
        <a:off x="26387" y="657106"/>
        <a:ext cx="6216264" cy="487766"/>
      </dsp:txXfrm>
    </dsp:sp>
    <dsp:sp modelId="{B5486459-E83D-4903-8E3B-30FD515C5A60}">
      <dsp:nvSpPr>
        <dsp:cNvPr id="0" name=""/>
        <dsp:cNvSpPr/>
      </dsp:nvSpPr>
      <dsp:spPr>
        <a:xfrm>
          <a:off x="0" y="121157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створення першого писаного збірника норм руського права</a:t>
          </a:r>
          <a:endParaRPr lang="uk-UA" sz="1400" kern="1200"/>
        </a:p>
      </dsp:txBody>
      <dsp:txXfrm>
        <a:off x="26387" y="1237966"/>
        <a:ext cx="6216264" cy="487766"/>
      </dsp:txXfrm>
    </dsp:sp>
    <dsp:sp modelId="{06D72E5F-674E-4651-A04B-81DBD62F567A}">
      <dsp:nvSpPr>
        <dsp:cNvPr id="0" name=""/>
        <dsp:cNvSpPr/>
      </dsp:nvSpPr>
      <dsp:spPr>
        <a:xfrm>
          <a:off x="0" y="1792439"/>
          <a:ext cx="626903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запровадження християнства як державної </a:t>
          </a:r>
          <a:r>
            <a:rPr lang="uk-UA" sz="1400" b="0" i="0" kern="1200" dirty="0" err="1"/>
            <a:t>релігі</a:t>
          </a:r>
          <a:endParaRPr lang="uk-UA" sz="1400" kern="1200" dirty="0"/>
        </a:p>
      </dsp:txBody>
      <dsp:txXfrm>
        <a:off x="26387" y="1818826"/>
        <a:ext cx="6216264" cy="487766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AA4AE-4C1A-443E-BE5C-043DEB7E0C9D}">
      <dsp:nvSpPr>
        <dsp:cNvPr id="0" name=""/>
        <dsp:cNvSpPr/>
      </dsp:nvSpPr>
      <dsp:spPr>
        <a:xfrm>
          <a:off x="0" y="169812"/>
          <a:ext cx="6272212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ікону Успіння Богородиці маляра О. </a:t>
          </a:r>
          <a:r>
            <a:rPr lang="uk-UA" sz="2000" b="0" i="0" kern="1200" dirty="0" err="1"/>
            <a:t>Горошковича</a:t>
          </a:r>
          <a:r>
            <a:rPr lang="uk-UA" sz="2000" b="0" i="0" kern="1200" dirty="0"/>
            <a:t>.</a:t>
          </a:r>
          <a:endParaRPr lang="uk-UA" sz="2000" kern="1200" dirty="0"/>
        </a:p>
      </dsp:txBody>
      <dsp:txXfrm>
        <a:off x="22846" y="192658"/>
        <a:ext cx="6226520" cy="422308"/>
      </dsp:txXfrm>
    </dsp:sp>
    <dsp:sp modelId="{DD0E0131-AAD5-42CC-88BC-3A439DB3F9F2}">
      <dsp:nvSpPr>
        <dsp:cNvPr id="0" name=""/>
        <dsp:cNvSpPr/>
      </dsp:nvSpPr>
      <dsp:spPr>
        <a:xfrm>
          <a:off x="0" y="695412"/>
          <a:ext cx="6272212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Дорогобузьку ікону Богородиці.</a:t>
          </a:r>
          <a:endParaRPr lang="uk-UA" sz="2000" kern="1200"/>
        </a:p>
      </dsp:txBody>
      <dsp:txXfrm>
        <a:off x="22846" y="718258"/>
        <a:ext cx="6226520" cy="422308"/>
      </dsp:txXfrm>
    </dsp:sp>
    <dsp:sp modelId="{1A135A47-8656-4B61-926D-2D332BC6979A}">
      <dsp:nvSpPr>
        <dsp:cNvPr id="0" name=""/>
        <dsp:cNvSpPr/>
      </dsp:nvSpPr>
      <dsp:spPr>
        <a:xfrm>
          <a:off x="0" y="1221012"/>
          <a:ext cx="6272212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Вишгородську ікону Богородиці.</a:t>
          </a:r>
          <a:endParaRPr lang="uk-UA" sz="2000" kern="1200" dirty="0"/>
        </a:p>
      </dsp:txBody>
      <dsp:txXfrm>
        <a:off x="22846" y="1243858"/>
        <a:ext cx="6226520" cy="422308"/>
      </dsp:txXfrm>
    </dsp:sp>
    <dsp:sp modelId="{79450F2F-06E7-44EC-A52F-54B85889F3F0}">
      <dsp:nvSpPr>
        <dsp:cNvPr id="0" name=""/>
        <dsp:cNvSpPr/>
      </dsp:nvSpPr>
      <dsp:spPr>
        <a:xfrm>
          <a:off x="0" y="1746612"/>
          <a:ext cx="6272212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Холмську ікону Богородиці.</a:t>
          </a:r>
          <a:endParaRPr lang="uk-UA" sz="2000" kern="1200" dirty="0"/>
        </a:p>
      </dsp:txBody>
      <dsp:txXfrm>
        <a:off x="22846" y="1769458"/>
        <a:ext cx="6226520" cy="422308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F9DC0-21EA-4D4B-BEFA-DA0D15BAAE9B}">
      <dsp:nvSpPr>
        <dsp:cNvPr id="0" name=""/>
        <dsp:cNvSpPr/>
      </dsp:nvSpPr>
      <dsp:spPr>
        <a:xfrm>
          <a:off x="0" y="1645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візантійської</a:t>
          </a:r>
          <a:endParaRPr lang="uk-UA" sz="2300" kern="1200"/>
        </a:p>
      </dsp:txBody>
      <dsp:txXfrm>
        <a:off x="26273" y="42725"/>
        <a:ext cx="6219666" cy="485654"/>
      </dsp:txXfrm>
    </dsp:sp>
    <dsp:sp modelId="{1B97C8CB-18D9-4245-B741-DBB1D7BC8B42}">
      <dsp:nvSpPr>
        <dsp:cNvPr id="0" name=""/>
        <dsp:cNvSpPr/>
      </dsp:nvSpPr>
      <dsp:spPr>
        <a:xfrm>
          <a:off x="0" y="62089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мусульманської</a:t>
          </a:r>
          <a:endParaRPr lang="uk-UA" sz="2300" kern="1200" dirty="0"/>
        </a:p>
      </dsp:txBody>
      <dsp:txXfrm>
        <a:off x="26273" y="647165"/>
        <a:ext cx="6219666" cy="485654"/>
      </dsp:txXfrm>
    </dsp:sp>
    <dsp:sp modelId="{30371B93-1F70-4461-BE31-2D6F1F8C95E5}">
      <dsp:nvSpPr>
        <dsp:cNvPr id="0" name=""/>
        <dsp:cNvSpPr/>
      </dsp:nvSpPr>
      <dsp:spPr>
        <a:xfrm>
          <a:off x="0" y="122533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західноєвропейської</a:t>
          </a:r>
          <a:endParaRPr lang="uk-UA" sz="2300" kern="1200"/>
        </a:p>
      </dsp:txBody>
      <dsp:txXfrm>
        <a:off x="26273" y="1251605"/>
        <a:ext cx="6219666" cy="485654"/>
      </dsp:txXfrm>
    </dsp:sp>
    <dsp:sp modelId="{88B74247-8B3B-4912-B24C-29E75DD20F99}">
      <dsp:nvSpPr>
        <dsp:cNvPr id="0" name=""/>
        <dsp:cNvSpPr/>
      </dsp:nvSpPr>
      <dsp:spPr>
        <a:xfrm>
          <a:off x="0" y="182977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іудейської</a:t>
          </a:r>
          <a:endParaRPr lang="uk-UA" sz="2300" kern="1200" dirty="0"/>
        </a:p>
      </dsp:txBody>
      <dsp:txXfrm>
        <a:off x="26273" y="1856045"/>
        <a:ext cx="6219666" cy="485654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188C7-7DC6-4690-A5E1-047DB9BC88E3}">
      <dsp:nvSpPr>
        <dsp:cNvPr id="0" name=""/>
        <dsp:cNvSpPr/>
      </dsp:nvSpPr>
      <dsp:spPr>
        <a:xfrm>
          <a:off x="0" y="18751"/>
          <a:ext cx="6272212" cy="77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розселення племінних союзів східних слов'ян.</a:t>
          </a:r>
          <a:endParaRPr lang="uk-UA" sz="2000" kern="1200"/>
        </a:p>
      </dsp:txBody>
      <dsp:txXfrm>
        <a:off x="37838" y="56589"/>
        <a:ext cx="6196536" cy="699449"/>
      </dsp:txXfrm>
    </dsp:sp>
    <dsp:sp modelId="{8E1B9C09-4872-47CC-B62D-CCE5BE65A7A8}">
      <dsp:nvSpPr>
        <dsp:cNvPr id="0" name=""/>
        <dsp:cNvSpPr/>
      </dsp:nvSpPr>
      <dsp:spPr>
        <a:xfrm>
          <a:off x="0" y="851476"/>
          <a:ext cx="6272212" cy="77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утворення Київської Русі.</a:t>
          </a:r>
          <a:endParaRPr lang="uk-UA" sz="2000" kern="1200"/>
        </a:p>
      </dsp:txBody>
      <dsp:txXfrm>
        <a:off x="37838" y="889314"/>
        <a:ext cx="6196536" cy="699449"/>
      </dsp:txXfrm>
    </dsp:sp>
    <dsp:sp modelId="{CCB5C34F-46FE-4669-ACC6-5CB7A78304DD}">
      <dsp:nvSpPr>
        <dsp:cNvPr id="0" name=""/>
        <dsp:cNvSpPr/>
      </dsp:nvSpPr>
      <dsp:spPr>
        <a:xfrm>
          <a:off x="0" y="1684201"/>
          <a:ext cx="6272212" cy="77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політичної роздробленості Київської Русі.</a:t>
          </a:r>
          <a:endParaRPr lang="uk-UA" sz="2000" kern="1200"/>
        </a:p>
      </dsp:txBody>
      <dsp:txXfrm>
        <a:off x="37838" y="1722039"/>
        <a:ext cx="6196536" cy="699449"/>
      </dsp:txXfrm>
    </dsp:sp>
    <dsp:sp modelId="{5BD3DFFC-2C2C-4C9A-92F8-D68D73F1964D}">
      <dsp:nvSpPr>
        <dsp:cNvPr id="0" name=""/>
        <dsp:cNvSpPr/>
      </dsp:nvSpPr>
      <dsp:spPr>
        <a:xfrm>
          <a:off x="0" y="2516926"/>
          <a:ext cx="6272212" cy="77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золотоординського панування на південно-західних землях Русі.</a:t>
          </a:r>
          <a:endParaRPr lang="uk-UA" sz="2000" kern="1200" dirty="0"/>
        </a:p>
      </dsp:txBody>
      <dsp:txXfrm>
        <a:off x="37838" y="2554764"/>
        <a:ext cx="6196536" cy="699449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E7941-DEC0-4ABA-9736-964BA125D10C}">
      <dsp:nvSpPr>
        <dsp:cNvPr id="0" name=""/>
        <dsp:cNvSpPr/>
      </dsp:nvSpPr>
      <dsp:spPr>
        <a:xfrm>
          <a:off x="0" y="63898"/>
          <a:ext cx="6269038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«Відтепер з’єднаймося в одне серце і </a:t>
          </a:r>
          <a:r>
            <a:rPr lang="uk-UA" sz="1600" b="0" i="1" kern="1200" dirty="0" err="1"/>
            <a:t>обережімо</a:t>
          </a:r>
          <a:r>
            <a:rPr lang="uk-UA" sz="1600" b="0" i="1" kern="1200" dirty="0"/>
            <a:t> Руську землю. Кожен хай держить отчину свою: Святополк – Київ, </a:t>
          </a:r>
          <a:r>
            <a:rPr lang="uk-UA" sz="1600" b="0" i="1" kern="1200" dirty="0" err="1"/>
            <a:t>Ізяславів</a:t>
          </a:r>
          <a:r>
            <a:rPr lang="uk-UA" sz="1600" b="0" i="1" kern="1200" dirty="0"/>
            <a:t> [уділ], Володимир – Всеволодів [уділ]; Давид, Олег і Ярослав – Святославів [уділ]...»</a:t>
          </a:r>
          <a:endParaRPr lang="uk-UA" sz="1600" kern="1200" dirty="0"/>
        </a:p>
      </dsp:txBody>
      <dsp:txXfrm>
        <a:off x="53916" y="117814"/>
        <a:ext cx="6161206" cy="996648"/>
      </dsp:txXfrm>
    </dsp:sp>
    <dsp:sp modelId="{921DACA1-659C-4302-A3D7-20C6DD547F74}">
      <dsp:nvSpPr>
        <dsp:cNvPr id="0" name=""/>
        <dsp:cNvSpPr/>
      </dsp:nvSpPr>
      <dsp:spPr>
        <a:xfrm>
          <a:off x="0" y="1214459"/>
          <a:ext cx="6269038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«І за цим священним правилом… єпископи поставили Іларіона, русина, митрополитом Києва і всієї землі Руської…»</a:t>
          </a:r>
          <a:endParaRPr lang="uk-UA" sz="1600" kern="1200" dirty="0"/>
        </a:p>
      </dsp:txBody>
      <dsp:txXfrm>
        <a:off x="53916" y="1268375"/>
        <a:ext cx="6161206" cy="996648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7E135-4DB2-4312-90F9-1402AD50F323}">
      <dsp:nvSpPr>
        <dsp:cNvPr id="0" name=""/>
        <dsp:cNvSpPr/>
      </dsp:nvSpPr>
      <dsp:spPr>
        <a:xfrm>
          <a:off x="0" y="64692"/>
          <a:ext cx="6272212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«Прийшли іноплемінники на Руську землю, половці </a:t>
          </a:r>
          <a:r>
            <a:rPr lang="uk-UA" sz="1600" b="0" i="1" kern="1200" dirty="0" err="1"/>
            <a:t>многі</a:t>
          </a:r>
          <a:r>
            <a:rPr lang="uk-UA" sz="1600" b="0" i="1" kern="1200" dirty="0"/>
            <a:t>. А Ізяслав, і Святослав, і Всеволод вийшли супроти них на [річку] Альту. …І сталася битва, і побігли руські князі, і перемогли половці...»</a:t>
          </a:r>
          <a:endParaRPr lang="uk-UA" sz="1600" kern="1200" dirty="0"/>
        </a:p>
      </dsp:txBody>
      <dsp:txXfrm>
        <a:off x="53916" y="118608"/>
        <a:ext cx="6164380" cy="996648"/>
      </dsp:txXfrm>
    </dsp:sp>
    <dsp:sp modelId="{E535EB15-DAE2-4DD9-B24E-2C518965F690}">
      <dsp:nvSpPr>
        <dsp:cNvPr id="0" name=""/>
        <dsp:cNvSpPr/>
      </dsp:nvSpPr>
      <dsp:spPr>
        <a:xfrm>
          <a:off x="0" y="1215252"/>
          <a:ext cx="6272212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«Прийняв же Данило [королівський] вінець у місті </a:t>
          </a:r>
          <a:r>
            <a:rPr lang="uk-UA" sz="1600" b="0" i="1" kern="1200" dirty="0" err="1"/>
            <a:t>Дорогичині</a:t>
          </a:r>
          <a:r>
            <a:rPr lang="uk-UA" sz="1600" b="0" i="1" kern="1200" dirty="0"/>
            <a:t>, коли він ішов на війну [проти ятвягів] із сином Львом і з </a:t>
          </a:r>
          <a:r>
            <a:rPr lang="uk-UA" sz="1600" b="0" i="1" kern="1200" dirty="0" err="1"/>
            <a:t>Сомовитом</a:t>
          </a:r>
          <a:r>
            <a:rPr lang="uk-UA" sz="1600" b="0" i="1" kern="1200" dirty="0"/>
            <a:t>, князем лядським...»</a:t>
          </a:r>
          <a:endParaRPr lang="uk-UA" sz="1600" kern="1200" dirty="0"/>
        </a:p>
      </dsp:txBody>
      <dsp:txXfrm>
        <a:off x="53916" y="1269168"/>
        <a:ext cx="6164380" cy="996648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83867-DA49-4AE6-96FD-5696D2F49265}">
      <dsp:nvSpPr>
        <dsp:cNvPr id="0" name=""/>
        <dsp:cNvSpPr/>
      </dsp:nvSpPr>
      <dsp:spPr>
        <a:xfrm>
          <a:off x="0" y="4246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облога та </a:t>
          </a:r>
          <a:r>
            <a:rPr lang="ru-RU" sz="1500" b="0" i="0" kern="1200" dirty="0" err="1"/>
            <a:t>розорення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Києва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військами</a:t>
          </a:r>
          <a:r>
            <a:rPr lang="ru-RU" sz="1500" b="0" i="0" kern="1200" dirty="0"/>
            <a:t> хана </a:t>
          </a:r>
          <a:r>
            <a:rPr lang="ru-RU" sz="1500" b="0" i="0" kern="1200" dirty="0" err="1"/>
            <a:t>Батия</a:t>
          </a:r>
          <a:endParaRPr lang="uk-UA" sz="1500" kern="1200" dirty="0"/>
        </a:p>
      </dsp:txBody>
      <dsp:txXfrm>
        <a:off x="17134" y="441753"/>
        <a:ext cx="6234770" cy="316732"/>
      </dsp:txXfrm>
    </dsp:sp>
    <dsp:sp modelId="{5ABFE9CA-7669-4CCA-B3E3-3F85BA578DF1}">
      <dsp:nvSpPr>
        <dsp:cNvPr id="0" name=""/>
        <dsp:cNvSpPr/>
      </dsp:nvSpPr>
      <dsp:spPr>
        <a:xfrm>
          <a:off x="0" y="8188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битва русько-половецьких військ з монголами на р. Калка</a:t>
          </a:r>
          <a:endParaRPr lang="uk-UA" sz="1500" kern="1200"/>
        </a:p>
      </dsp:txBody>
      <dsp:txXfrm>
        <a:off x="17134" y="835953"/>
        <a:ext cx="6234770" cy="316732"/>
      </dsp:txXfrm>
    </dsp:sp>
    <dsp:sp modelId="{E82180D1-8854-4878-B629-9FFC42DCD75B}">
      <dsp:nvSpPr>
        <dsp:cNvPr id="0" name=""/>
        <dsp:cNvSpPr/>
      </dsp:nvSpPr>
      <dsp:spPr>
        <a:xfrm>
          <a:off x="0" y="1213018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розорення монголами Переяслава та Чернігова</a:t>
          </a:r>
          <a:endParaRPr lang="uk-UA" sz="1500" kern="1200"/>
        </a:p>
      </dsp:txBody>
      <dsp:txXfrm>
        <a:off x="17134" y="1230152"/>
        <a:ext cx="6234770" cy="316732"/>
      </dsp:txXfrm>
    </dsp:sp>
    <dsp:sp modelId="{0AFC4D09-0C1F-4E66-AC25-AB13895A4F40}">
      <dsp:nvSpPr>
        <dsp:cNvPr id="0" name=""/>
        <dsp:cNvSpPr/>
      </dsp:nvSpPr>
      <dsp:spPr>
        <a:xfrm>
          <a:off x="0" y="16072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спустошення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монгольськими</a:t>
          </a:r>
          <a:r>
            <a:rPr lang="ru-RU" sz="1500" b="0" i="0" kern="1200" dirty="0"/>
            <a:t> ордами </a:t>
          </a:r>
          <a:r>
            <a:rPr lang="ru-RU" sz="1500" b="0" i="0" kern="1200" dirty="0" err="1"/>
            <a:t>Галицько-Волинської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держави</a:t>
          </a:r>
          <a:endParaRPr lang="uk-UA" sz="1500" kern="1200" dirty="0"/>
        </a:p>
      </dsp:txBody>
      <dsp:txXfrm>
        <a:off x="17134" y="1624353"/>
        <a:ext cx="6234770" cy="316732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365E8-6C44-4F66-99F9-FA3B0B880834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«</a:t>
          </a:r>
          <a:r>
            <a:rPr lang="ru-RU" sz="2300" b="0" i="0" kern="1200" dirty="0" err="1"/>
            <a:t>Найдавніша</a:t>
          </a:r>
          <a:r>
            <a:rPr lang="ru-RU" sz="2300" b="0" i="0" kern="1200" dirty="0"/>
            <a:t> Правда» Ярослава Мудрого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AE456C9C-5301-46F1-933C-B547A1DD3EF2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«Устав» Володимира Мономаха</a:t>
          </a:r>
          <a:endParaRPr lang="uk-UA" sz="2300" kern="1200"/>
        </a:p>
      </dsp:txBody>
      <dsp:txXfrm>
        <a:off x="26273" y="646372"/>
        <a:ext cx="6216492" cy="485654"/>
      </dsp:txXfrm>
    </dsp:sp>
    <dsp:sp modelId="{78FD3D33-4ACA-4E63-A8E1-4068ADB920BA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«Правда </a:t>
          </a:r>
          <a:r>
            <a:rPr lang="ru-RU" sz="2300" b="0" i="0" kern="1200" dirty="0" err="1"/>
            <a:t>Ярославичів</a:t>
          </a:r>
          <a:r>
            <a:rPr lang="ru-RU" sz="2300" b="0" i="0" kern="1200" dirty="0"/>
            <a:t>»</a:t>
          </a:r>
          <a:endParaRPr lang="uk-UA" sz="2300" kern="1200" dirty="0"/>
        </a:p>
      </dsp:txBody>
      <dsp:txXfrm>
        <a:off x="26273" y="1250812"/>
        <a:ext cx="6216492" cy="485654"/>
      </dsp:txXfrm>
    </dsp:sp>
    <dsp:sp modelId="{05D58CF7-CD8B-43A6-9240-179673E46527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«Закон </a:t>
          </a:r>
          <a:r>
            <a:rPr lang="ru-RU" sz="2300" b="0" i="0" kern="1200" dirty="0" err="1"/>
            <a:t>земляний</a:t>
          </a:r>
          <a:r>
            <a:rPr lang="ru-RU" sz="2300" b="0" i="0" kern="1200" dirty="0"/>
            <a:t>» </a:t>
          </a:r>
          <a:r>
            <a:rPr lang="ru-RU" sz="2300" b="0" i="0" kern="1200" dirty="0" err="1"/>
            <a:t>Володимира</a:t>
          </a:r>
          <a:r>
            <a:rPr lang="ru-RU" sz="2300" b="0" i="0" kern="1200" dirty="0"/>
            <a:t> Великого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188C7-7DC6-4690-A5E1-047DB9BC88E3}">
      <dsp:nvSpPr>
        <dsp:cNvPr id="0" name=""/>
        <dsp:cNvSpPr/>
      </dsp:nvSpPr>
      <dsp:spPr>
        <a:xfrm>
          <a:off x="0" y="18751"/>
          <a:ext cx="6272212" cy="77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розселення племінних союзів східних слов'ян.</a:t>
          </a:r>
          <a:endParaRPr lang="uk-UA" sz="2000" kern="1200"/>
        </a:p>
      </dsp:txBody>
      <dsp:txXfrm>
        <a:off x="37838" y="56589"/>
        <a:ext cx="6196536" cy="699449"/>
      </dsp:txXfrm>
    </dsp:sp>
    <dsp:sp modelId="{8E1B9C09-4872-47CC-B62D-CCE5BE65A7A8}">
      <dsp:nvSpPr>
        <dsp:cNvPr id="0" name=""/>
        <dsp:cNvSpPr/>
      </dsp:nvSpPr>
      <dsp:spPr>
        <a:xfrm>
          <a:off x="0" y="851476"/>
          <a:ext cx="6272212" cy="77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утворення Київської Русі.</a:t>
          </a:r>
          <a:endParaRPr lang="uk-UA" sz="2000" kern="1200"/>
        </a:p>
      </dsp:txBody>
      <dsp:txXfrm>
        <a:off x="37838" y="889314"/>
        <a:ext cx="6196536" cy="699449"/>
      </dsp:txXfrm>
    </dsp:sp>
    <dsp:sp modelId="{CCB5C34F-46FE-4669-ACC6-5CB7A78304DD}">
      <dsp:nvSpPr>
        <dsp:cNvPr id="0" name=""/>
        <dsp:cNvSpPr/>
      </dsp:nvSpPr>
      <dsp:spPr>
        <a:xfrm>
          <a:off x="0" y="1684201"/>
          <a:ext cx="6272212" cy="77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політичної роздробленості Київської Русі.</a:t>
          </a:r>
          <a:endParaRPr lang="uk-UA" sz="2000" kern="1200"/>
        </a:p>
      </dsp:txBody>
      <dsp:txXfrm>
        <a:off x="37838" y="1722039"/>
        <a:ext cx="6196536" cy="699449"/>
      </dsp:txXfrm>
    </dsp:sp>
    <dsp:sp modelId="{5BD3DFFC-2C2C-4C9A-92F8-D68D73F1964D}">
      <dsp:nvSpPr>
        <dsp:cNvPr id="0" name=""/>
        <dsp:cNvSpPr/>
      </dsp:nvSpPr>
      <dsp:spPr>
        <a:xfrm>
          <a:off x="0" y="2516926"/>
          <a:ext cx="6272212" cy="77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золотоординського панування на південно-західних землях Русі.</a:t>
          </a:r>
          <a:endParaRPr lang="uk-UA" sz="2000" kern="1200" dirty="0"/>
        </a:p>
      </dsp:txBody>
      <dsp:txXfrm>
        <a:off x="37838" y="2554764"/>
        <a:ext cx="6196536" cy="699449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E7941-DEC0-4ABA-9736-964BA125D10C}">
      <dsp:nvSpPr>
        <dsp:cNvPr id="0" name=""/>
        <dsp:cNvSpPr/>
      </dsp:nvSpPr>
      <dsp:spPr>
        <a:xfrm>
          <a:off x="0" y="63898"/>
          <a:ext cx="6269038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«Відтепер з’єднаймося в одне серце і </a:t>
          </a:r>
          <a:r>
            <a:rPr lang="uk-UA" sz="1600" b="0" i="1" kern="1200" dirty="0" err="1"/>
            <a:t>обережімо</a:t>
          </a:r>
          <a:r>
            <a:rPr lang="uk-UA" sz="1600" b="0" i="1" kern="1200" dirty="0"/>
            <a:t> Руську землю. Кожен хай держить отчину свою: Святополк – Київ, </a:t>
          </a:r>
          <a:r>
            <a:rPr lang="uk-UA" sz="1600" b="0" i="1" kern="1200" dirty="0" err="1"/>
            <a:t>Ізяславів</a:t>
          </a:r>
          <a:r>
            <a:rPr lang="uk-UA" sz="1600" b="0" i="1" kern="1200" dirty="0"/>
            <a:t> [уділ], Володимир – Всеволодів [уділ]; Давид, Олег і Ярослав – Святославів [уділ]...»</a:t>
          </a:r>
          <a:endParaRPr lang="uk-UA" sz="1600" kern="1200" dirty="0"/>
        </a:p>
      </dsp:txBody>
      <dsp:txXfrm>
        <a:off x="53916" y="117814"/>
        <a:ext cx="6161206" cy="996648"/>
      </dsp:txXfrm>
    </dsp:sp>
    <dsp:sp modelId="{921DACA1-659C-4302-A3D7-20C6DD547F74}">
      <dsp:nvSpPr>
        <dsp:cNvPr id="0" name=""/>
        <dsp:cNvSpPr/>
      </dsp:nvSpPr>
      <dsp:spPr>
        <a:xfrm>
          <a:off x="0" y="1214459"/>
          <a:ext cx="6269038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«І за цим священним правилом… єпископи поставили Іларіона, русина, митрополитом Києва і всієї землі Руської…»</a:t>
          </a:r>
          <a:endParaRPr lang="uk-UA" sz="1600" kern="1200" dirty="0"/>
        </a:p>
      </dsp:txBody>
      <dsp:txXfrm>
        <a:off x="53916" y="1268375"/>
        <a:ext cx="6161206" cy="996648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7E135-4DB2-4312-90F9-1402AD50F323}">
      <dsp:nvSpPr>
        <dsp:cNvPr id="0" name=""/>
        <dsp:cNvSpPr/>
      </dsp:nvSpPr>
      <dsp:spPr>
        <a:xfrm>
          <a:off x="0" y="64692"/>
          <a:ext cx="6272212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«Прийшли іноплемінники на Руську землю, половці </a:t>
          </a:r>
          <a:r>
            <a:rPr lang="uk-UA" sz="1600" b="0" i="1" kern="1200" dirty="0" err="1"/>
            <a:t>многі</a:t>
          </a:r>
          <a:r>
            <a:rPr lang="uk-UA" sz="1600" b="0" i="1" kern="1200" dirty="0"/>
            <a:t>. А Ізяслав, і Святослав, і Всеволод вийшли супроти них на [річку] Альту. …І сталася битва, і побігли руські князі, і перемогли половці...»</a:t>
          </a:r>
          <a:endParaRPr lang="uk-UA" sz="1600" kern="1200" dirty="0"/>
        </a:p>
      </dsp:txBody>
      <dsp:txXfrm>
        <a:off x="53916" y="118608"/>
        <a:ext cx="6164380" cy="996648"/>
      </dsp:txXfrm>
    </dsp:sp>
    <dsp:sp modelId="{E535EB15-DAE2-4DD9-B24E-2C518965F690}">
      <dsp:nvSpPr>
        <dsp:cNvPr id="0" name=""/>
        <dsp:cNvSpPr/>
      </dsp:nvSpPr>
      <dsp:spPr>
        <a:xfrm>
          <a:off x="0" y="1215252"/>
          <a:ext cx="6272212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«Прийняв же Данило [королівський] вінець у місті </a:t>
          </a:r>
          <a:r>
            <a:rPr lang="uk-UA" sz="1600" b="0" i="1" kern="1200" dirty="0" err="1"/>
            <a:t>Дорогичині</a:t>
          </a:r>
          <a:r>
            <a:rPr lang="uk-UA" sz="1600" b="0" i="1" kern="1200" dirty="0"/>
            <a:t>, коли він ішов на війну [проти ятвягів] із сином Львом і з </a:t>
          </a:r>
          <a:r>
            <a:rPr lang="uk-UA" sz="1600" b="0" i="1" kern="1200" dirty="0" err="1"/>
            <a:t>Сомовитом</a:t>
          </a:r>
          <a:r>
            <a:rPr lang="uk-UA" sz="1600" b="0" i="1" kern="1200" dirty="0"/>
            <a:t>, князем лядським...»</a:t>
          </a:r>
          <a:endParaRPr lang="uk-UA" sz="1600" kern="1200" dirty="0"/>
        </a:p>
      </dsp:txBody>
      <dsp:txXfrm>
        <a:off x="53916" y="1269168"/>
        <a:ext cx="6164380" cy="996648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83867-DA49-4AE6-96FD-5696D2F49265}">
      <dsp:nvSpPr>
        <dsp:cNvPr id="0" name=""/>
        <dsp:cNvSpPr/>
      </dsp:nvSpPr>
      <dsp:spPr>
        <a:xfrm>
          <a:off x="0" y="4246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облога та </a:t>
          </a:r>
          <a:r>
            <a:rPr lang="ru-RU" sz="1500" b="0" i="0" kern="1200" dirty="0" err="1"/>
            <a:t>розорення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Києва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військами</a:t>
          </a:r>
          <a:r>
            <a:rPr lang="ru-RU" sz="1500" b="0" i="0" kern="1200" dirty="0"/>
            <a:t> хана </a:t>
          </a:r>
          <a:r>
            <a:rPr lang="ru-RU" sz="1500" b="0" i="0" kern="1200" dirty="0" err="1"/>
            <a:t>Батия</a:t>
          </a:r>
          <a:endParaRPr lang="uk-UA" sz="1500" kern="1200" dirty="0"/>
        </a:p>
      </dsp:txBody>
      <dsp:txXfrm>
        <a:off x="17134" y="441753"/>
        <a:ext cx="6234770" cy="316732"/>
      </dsp:txXfrm>
    </dsp:sp>
    <dsp:sp modelId="{5ABFE9CA-7669-4CCA-B3E3-3F85BA578DF1}">
      <dsp:nvSpPr>
        <dsp:cNvPr id="0" name=""/>
        <dsp:cNvSpPr/>
      </dsp:nvSpPr>
      <dsp:spPr>
        <a:xfrm>
          <a:off x="0" y="8188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битва русько-половецьких військ з монголами на р. Калка</a:t>
          </a:r>
          <a:endParaRPr lang="uk-UA" sz="1500" kern="1200"/>
        </a:p>
      </dsp:txBody>
      <dsp:txXfrm>
        <a:off x="17134" y="835953"/>
        <a:ext cx="6234770" cy="316732"/>
      </dsp:txXfrm>
    </dsp:sp>
    <dsp:sp modelId="{E82180D1-8854-4878-B629-9FFC42DCD75B}">
      <dsp:nvSpPr>
        <dsp:cNvPr id="0" name=""/>
        <dsp:cNvSpPr/>
      </dsp:nvSpPr>
      <dsp:spPr>
        <a:xfrm>
          <a:off x="0" y="1213018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розорення монголами Переяслава та Чернігова</a:t>
          </a:r>
          <a:endParaRPr lang="uk-UA" sz="1500" kern="1200"/>
        </a:p>
      </dsp:txBody>
      <dsp:txXfrm>
        <a:off x="17134" y="1230152"/>
        <a:ext cx="6234770" cy="316732"/>
      </dsp:txXfrm>
    </dsp:sp>
    <dsp:sp modelId="{0AFC4D09-0C1F-4E66-AC25-AB13895A4F40}">
      <dsp:nvSpPr>
        <dsp:cNvPr id="0" name=""/>
        <dsp:cNvSpPr/>
      </dsp:nvSpPr>
      <dsp:spPr>
        <a:xfrm>
          <a:off x="0" y="16072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спустошення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монгольськими</a:t>
          </a:r>
          <a:r>
            <a:rPr lang="ru-RU" sz="1500" b="0" i="0" kern="1200" dirty="0"/>
            <a:t> ордами </a:t>
          </a:r>
          <a:r>
            <a:rPr lang="ru-RU" sz="1500" b="0" i="0" kern="1200" dirty="0" err="1"/>
            <a:t>Галицько-Волинської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держави</a:t>
          </a:r>
          <a:endParaRPr lang="uk-UA" sz="1500" kern="1200" dirty="0"/>
        </a:p>
      </dsp:txBody>
      <dsp:txXfrm>
        <a:off x="17134" y="1624353"/>
        <a:ext cx="6234770" cy="316732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365E8-6C44-4F66-99F9-FA3B0B880834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«</a:t>
          </a:r>
          <a:r>
            <a:rPr lang="ru-RU" sz="2300" b="0" i="0" kern="1200" dirty="0" err="1"/>
            <a:t>Найдавніша</a:t>
          </a:r>
          <a:r>
            <a:rPr lang="ru-RU" sz="2300" b="0" i="0" kern="1200" dirty="0"/>
            <a:t> Правда» Ярослава Мудрого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AE456C9C-5301-46F1-933C-B547A1DD3EF2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«Устав» Володимира Мономаха</a:t>
          </a:r>
          <a:endParaRPr lang="uk-UA" sz="2300" kern="1200"/>
        </a:p>
      </dsp:txBody>
      <dsp:txXfrm>
        <a:off x="26273" y="646372"/>
        <a:ext cx="6216492" cy="485654"/>
      </dsp:txXfrm>
    </dsp:sp>
    <dsp:sp modelId="{78FD3D33-4ACA-4E63-A8E1-4068ADB920BA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«Правда </a:t>
          </a:r>
          <a:r>
            <a:rPr lang="ru-RU" sz="2300" b="0" i="0" kern="1200" dirty="0" err="1"/>
            <a:t>Ярославичів</a:t>
          </a:r>
          <a:r>
            <a:rPr lang="ru-RU" sz="2300" b="0" i="0" kern="1200" dirty="0"/>
            <a:t>»</a:t>
          </a:r>
          <a:endParaRPr lang="uk-UA" sz="2300" kern="1200" dirty="0"/>
        </a:p>
      </dsp:txBody>
      <dsp:txXfrm>
        <a:off x="26273" y="1250812"/>
        <a:ext cx="6216492" cy="485654"/>
      </dsp:txXfrm>
    </dsp:sp>
    <dsp:sp modelId="{05D58CF7-CD8B-43A6-9240-179673E46527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«Закон </a:t>
          </a:r>
          <a:r>
            <a:rPr lang="ru-RU" sz="2300" b="0" i="0" kern="1200" dirty="0" err="1"/>
            <a:t>земляний</a:t>
          </a:r>
          <a:r>
            <a:rPr lang="ru-RU" sz="2300" b="0" i="0" kern="1200" dirty="0"/>
            <a:t>» </a:t>
          </a:r>
          <a:r>
            <a:rPr lang="ru-RU" sz="2300" b="0" i="0" kern="1200" dirty="0" err="1"/>
            <a:t>Володимира</a:t>
          </a:r>
          <a:r>
            <a:rPr lang="ru-RU" sz="2300" b="0" i="0" kern="1200" dirty="0"/>
            <a:t> Великого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560063-58CF-478B-A034-FBC82D0E6F70}">
      <dsp:nvSpPr>
        <dsp:cNvPr id="0" name=""/>
        <dsp:cNvSpPr/>
      </dsp:nvSpPr>
      <dsp:spPr>
        <a:xfrm>
          <a:off x="1943099" y="0"/>
          <a:ext cx="2382838" cy="23828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8A6670-F5AC-4059-A686-B7E3D21EB7FE}">
      <dsp:nvSpPr>
        <dsp:cNvPr id="0" name=""/>
        <dsp:cNvSpPr/>
      </dsp:nvSpPr>
      <dsp:spPr>
        <a:xfrm>
          <a:off x="2169469" y="226369"/>
          <a:ext cx="929306" cy="9293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b="0" i="0" kern="1200"/>
            <a:t>Чернігівське</a:t>
          </a:r>
          <a:endParaRPr lang="uk-UA" sz="900" kern="1200"/>
        </a:p>
      </dsp:txBody>
      <dsp:txXfrm>
        <a:off x="2214834" y="271734"/>
        <a:ext cx="838576" cy="838576"/>
      </dsp:txXfrm>
    </dsp:sp>
    <dsp:sp modelId="{D7621A06-BB6A-43B6-AF6D-E879CA6A2DE6}">
      <dsp:nvSpPr>
        <dsp:cNvPr id="0" name=""/>
        <dsp:cNvSpPr/>
      </dsp:nvSpPr>
      <dsp:spPr>
        <a:xfrm>
          <a:off x="3170261" y="226369"/>
          <a:ext cx="929306" cy="9293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b="0" i="0" kern="1200"/>
            <a:t>Волинське</a:t>
          </a:r>
          <a:endParaRPr lang="uk-UA" sz="900" kern="1200"/>
        </a:p>
      </dsp:txBody>
      <dsp:txXfrm>
        <a:off x="3215626" y="271734"/>
        <a:ext cx="838576" cy="838576"/>
      </dsp:txXfrm>
    </dsp:sp>
    <dsp:sp modelId="{C247C3E3-8E84-4A8D-9BA8-AF572DC6FCAB}">
      <dsp:nvSpPr>
        <dsp:cNvPr id="0" name=""/>
        <dsp:cNvSpPr/>
      </dsp:nvSpPr>
      <dsp:spPr>
        <a:xfrm>
          <a:off x="2169469" y="1227161"/>
          <a:ext cx="929306" cy="9293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b="0" i="0" kern="1200" dirty="0"/>
            <a:t>Київське</a:t>
          </a:r>
          <a:endParaRPr lang="uk-UA" sz="900" kern="1200" dirty="0"/>
        </a:p>
      </dsp:txBody>
      <dsp:txXfrm>
        <a:off x="2214834" y="1272526"/>
        <a:ext cx="838576" cy="838576"/>
      </dsp:txXfrm>
    </dsp:sp>
    <dsp:sp modelId="{6E44EEBA-35EC-4284-832D-77E4672DDFAC}">
      <dsp:nvSpPr>
        <dsp:cNvPr id="0" name=""/>
        <dsp:cNvSpPr/>
      </dsp:nvSpPr>
      <dsp:spPr>
        <a:xfrm>
          <a:off x="3170261" y="1227161"/>
          <a:ext cx="929306" cy="9293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b="0" i="0" kern="1200" dirty="0"/>
            <a:t>Переяславське</a:t>
          </a:r>
          <a:endParaRPr lang="uk-UA" sz="900" kern="1200" dirty="0"/>
        </a:p>
      </dsp:txBody>
      <dsp:txXfrm>
        <a:off x="3215626" y="1272526"/>
        <a:ext cx="838576" cy="838576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B5A66-93F8-4164-B9AD-9CF712995571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Галицькому</a:t>
          </a:r>
          <a:endParaRPr lang="uk-UA" sz="2300" kern="1200"/>
        </a:p>
      </dsp:txBody>
      <dsp:txXfrm>
        <a:off x="26273" y="41931"/>
        <a:ext cx="6216492" cy="485654"/>
      </dsp:txXfrm>
    </dsp:sp>
    <dsp:sp modelId="{4C705790-E914-439C-B315-2AEC3DF1FD45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Волинському</a:t>
          </a:r>
          <a:endParaRPr lang="uk-UA" sz="2300" kern="1200"/>
        </a:p>
      </dsp:txBody>
      <dsp:txXfrm>
        <a:off x="26273" y="646372"/>
        <a:ext cx="6216492" cy="485654"/>
      </dsp:txXfrm>
    </dsp:sp>
    <dsp:sp modelId="{F4D2CF0C-66C8-457A-AA03-AE9183685279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Переяславському</a:t>
          </a:r>
          <a:endParaRPr lang="uk-UA" sz="2300" kern="1200" dirty="0"/>
        </a:p>
      </dsp:txBody>
      <dsp:txXfrm>
        <a:off x="26273" y="1250812"/>
        <a:ext cx="6216492" cy="485654"/>
      </dsp:txXfrm>
    </dsp:sp>
    <dsp:sp modelId="{D88A8998-281E-45DA-A1FD-0D342E52B04C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Чернігово-Сіверському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3A9BB-53DC-4F52-987B-8CAF667D561A}">
      <dsp:nvSpPr>
        <dsp:cNvPr id="0" name=""/>
        <dsp:cNvSpPr/>
      </dsp:nvSpPr>
      <dsp:spPr>
        <a:xfrm>
          <a:off x="0" y="205862"/>
          <a:ext cx="6269038" cy="965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 dirty="0"/>
            <a:t>«...Того літа татари взяли </a:t>
          </a:r>
          <a:r>
            <a:rPr lang="uk-UA" sz="1400" b="0" i="1" kern="1200" dirty="0" err="1"/>
            <a:t>Переяславль</a:t>
          </a:r>
          <a:r>
            <a:rPr lang="uk-UA" sz="1400" b="0" i="1" kern="1200" dirty="0"/>
            <a:t> і єпископа вбили, і людей перебили, а місто спалили і, захопивши багато людей і майна, пішли... Того ж літа взяли татари Чернігів... і місто спалили...»</a:t>
          </a:r>
          <a:endParaRPr lang="uk-UA" sz="1400" kern="1200" dirty="0"/>
        </a:p>
      </dsp:txBody>
      <dsp:txXfrm>
        <a:off x="47127" y="252989"/>
        <a:ext cx="6174784" cy="871142"/>
      </dsp:txXfrm>
    </dsp:sp>
    <dsp:sp modelId="{475E923F-E8D3-4D52-913B-0986E37A1EF0}">
      <dsp:nvSpPr>
        <dsp:cNvPr id="0" name=""/>
        <dsp:cNvSpPr/>
      </dsp:nvSpPr>
      <dsp:spPr>
        <a:xfrm>
          <a:off x="0" y="1211579"/>
          <a:ext cx="6269038" cy="965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 dirty="0"/>
            <a:t>«Була рада всіх князів у місті Києві, і вирішили на раді так: “Краще нам зустріти їх на чужій землі, ніж на своїй”. На раді були Мстислав Романович київський, Мстислав ковельський і чернігівський і Мстислав Мстиславич галицький – вони були </a:t>
          </a:r>
          <a:r>
            <a:rPr lang="uk-UA" sz="1400" b="0" i="1" kern="1200" dirty="0" err="1"/>
            <a:t>старійшими</a:t>
          </a:r>
          <a:r>
            <a:rPr lang="uk-UA" sz="1400" b="0" i="1" kern="1200" dirty="0"/>
            <a:t> князями Руської землі…»</a:t>
          </a:r>
          <a:endParaRPr lang="uk-UA" sz="1400" kern="1200" dirty="0"/>
        </a:p>
      </dsp:txBody>
      <dsp:txXfrm>
        <a:off x="47127" y="1258706"/>
        <a:ext cx="6174784" cy="871142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11BA8-794A-4020-943C-991E53E142A0}">
      <dsp:nvSpPr>
        <dsp:cNvPr id="0" name=""/>
        <dsp:cNvSpPr/>
      </dsp:nvSpPr>
      <dsp:spPr>
        <a:xfrm>
          <a:off x="0" y="165368"/>
          <a:ext cx="6272212" cy="10095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1" kern="1200" dirty="0"/>
            <a:t>«...[князь] Михайло [</a:t>
          </a:r>
          <a:r>
            <a:rPr lang="ru-RU" sz="1200" b="0" i="1" kern="1200" dirty="0" err="1"/>
            <a:t>чернігівський</a:t>
          </a:r>
          <a:r>
            <a:rPr lang="ru-RU" sz="1200" b="0" i="1" kern="1200" dirty="0"/>
            <a:t>] </a:t>
          </a:r>
          <a:r>
            <a:rPr lang="ru-RU" sz="1200" b="0" i="1" kern="1200" dirty="0" err="1"/>
            <a:t>відправився</a:t>
          </a:r>
          <a:r>
            <a:rPr lang="ru-RU" sz="1200" b="0" i="1" kern="1200" dirty="0"/>
            <a:t> на </a:t>
          </a:r>
          <a:r>
            <a:rPr lang="ru-RU" sz="1200" b="0" i="1" kern="1200" dirty="0" err="1"/>
            <a:t>уклін</a:t>
          </a:r>
          <a:r>
            <a:rPr lang="ru-RU" sz="1200" b="0" i="1" kern="1200" dirty="0"/>
            <a:t> до </a:t>
          </a:r>
          <a:r>
            <a:rPr lang="ru-RU" sz="1200" b="0" i="1" kern="1200" dirty="0" err="1"/>
            <a:t>Батия</a:t>
          </a:r>
          <a:r>
            <a:rPr lang="ru-RU" sz="1200" b="0" i="1" kern="1200" dirty="0"/>
            <a:t>, вони заставили </a:t>
          </a:r>
          <a:r>
            <a:rPr lang="ru-RU" sz="1200" b="0" i="1" kern="1200" dirty="0" err="1"/>
            <a:t>його</a:t>
          </a:r>
          <a:r>
            <a:rPr lang="ru-RU" sz="1200" b="0" i="1" kern="1200" dirty="0"/>
            <a:t> пройти </a:t>
          </a:r>
          <a:r>
            <a:rPr lang="ru-RU" sz="1200" b="0" i="1" kern="1200" dirty="0" err="1"/>
            <a:t>між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двома</a:t>
          </a:r>
          <a:r>
            <a:rPr lang="ru-RU" sz="1200" b="0" i="1" kern="1200" dirty="0"/>
            <a:t> огнями, </a:t>
          </a:r>
          <a:r>
            <a:rPr lang="ru-RU" sz="1200" b="0" i="1" kern="1200" dirty="0" err="1"/>
            <a:t>після</a:t>
          </a:r>
          <a:r>
            <a:rPr lang="ru-RU" sz="1200" b="0" i="1" kern="1200" dirty="0"/>
            <a:t> вони сказали, </a:t>
          </a:r>
          <a:r>
            <a:rPr lang="ru-RU" sz="1200" b="0" i="1" kern="1200" dirty="0" err="1"/>
            <a:t>щоб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він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поклонився</a:t>
          </a:r>
          <a:r>
            <a:rPr lang="ru-RU" sz="1200" b="0" i="1" kern="1200" dirty="0"/>
            <a:t>... Той [князь] </a:t>
          </a:r>
          <a:r>
            <a:rPr lang="ru-RU" sz="1200" b="0" i="1" kern="1200" dirty="0" err="1"/>
            <a:t>відповів</a:t>
          </a:r>
          <a:r>
            <a:rPr lang="ru-RU" sz="1200" b="0" i="1" kern="1200" dirty="0"/>
            <a:t>, </a:t>
          </a:r>
          <a:r>
            <a:rPr lang="ru-RU" sz="1200" b="0" i="1" kern="1200" dirty="0" err="1"/>
            <a:t>що</a:t>
          </a:r>
          <a:r>
            <a:rPr lang="ru-RU" sz="1200" b="0" i="1" kern="1200" dirty="0"/>
            <a:t> з охотою поклониться </a:t>
          </a:r>
          <a:r>
            <a:rPr lang="ru-RU" sz="1200" b="0" i="1" kern="1200" dirty="0" err="1"/>
            <a:t>Батию</a:t>
          </a:r>
          <a:r>
            <a:rPr lang="ru-RU" sz="1200" b="0" i="1" kern="1200" dirty="0"/>
            <a:t>, </a:t>
          </a:r>
          <a:r>
            <a:rPr lang="ru-RU" sz="1200" b="0" i="1" kern="1200" dirty="0" err="1"/>
            <a:t>але</a:t>
          </a:r>
          <a:r>
            <a:rPr lang="ru-RU" sz="1200" b="0" i="1" kern="1200" dirty="0"/>
            <a:t> не поклониться </a:t>
          </a:r>
          <a:r>
            <a:rPr lang="ru-RU" sz="1200" b="0" i="1" kern="1200" dirty="0" err="1"/>
            <a:t>ідолу</a:t>
          </a:r>
          <a:r>
            <a:rPr lang="ru-RU" sz="1200" b="0" i="1" kern="1200" dirty="0"/>
            <a:t>, </a:t>
          </a:r>
          <a:r>
            <a:rPr lang="ru-RU" sz="1200" b="0" i="1" kern="1200" dirty="0" err="1"/>
            <a:t>бо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християнину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це</a:t>
          </a:r>
          <a:r>
            <a:rPr lang="ru-RU" sz="1200" b="0" i="1" kern="1200" dirty="0"/>
            <a:t> не </a:t>
          </a:r>
          <a:r>
            <a:rPr lang="ru-RU" sz="1200" b="0" i="1" kern="1200" dirty="0" err="1"/>
            <a:t>подобає</a:t>
          </a:r>
          <a:r>
            <a:rPr lang="ru-RU" sz="1200" b="0" i="1" kern="1200" dirty="0"/>
            <a:t>... </a:t>
          </a:r>
          <a:r>
            <a:rPr lang="ru-RU" sz="1200" b="0" i="1" kern="1200" dirty="0" err="1"/>
            <a:t>Краще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вмерти</a:t>
          </a:r>
          <a:r>
            <a:rPr lang="ru-RU" sz="1200" b="0" i="1" kern="1200" dirty="0"/>
            <a:t>, </a:t>
          </a:r>
          <a:r>
            <a:rPr lang="ru-RU" sz="1200" b="0" i="1" kern="1200" dirty="0" err="1"/>
            <a:t>ніж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зробити</a:t>
          </a:r>
          <a:r>
            <a:rPr lang="ru-RU" sz="1200" b="0" i="1" kern="1200" dirty="0"/>
            <a:t> те, </a:t>
          </a:r>
          <a:r>
            <a:rPr lang="ru-RU" sz="1200" b="0" i="1" kern="1200" dirty="0" err="1"/>
            <a:t>що</a:t>
          </a:r>
          <a:r>
            <a:rPr lang="ru-RU" sz="1200" b="0" i="1" kern="1200" dirty="0"/>
            <a:t> не </a:t>
          </a:r>
          <a:r>
            <a:rPr lang="ru-RU" sz="1200" b="0" i="1" kern="1200" dirty="0" err="1"/>
            <a:t>подобає</a:t>
          </a:r>
          <a:r>
            <a:rPr lang="ru-RU" sz="1200" b="0" i="1" kern="1200" dirty="0"/>
            <a:t>...»</a:t>
          </a:r>
          <a:endParaRPr lang="uk-UA" sz="1200" kern="1200" dirty="0"/>
        </a:p>
      </dsp:txBody>
      <dsp:txXfrm>
        <a:off x="49283" y="214651"/>
        <a:ext cx="6173646" cy="910997"/>
      </dsp:txXfrm>
    </dsp:sp>
    <dsp:sp modelId="{8CDBACE2-6570-4529-BFE7-379F5A5749AB}">
      <dsp:nvSpPr>
        <dsp:cNvPr id="0" name=""/>
        <dsp:cNvSpPr/>
      </dsp:nvSpPr>
      <dsp:spPr>
        <a:xfrm>
          <a:off x="0" y="1209492"/>
          <a:ext cx="6272212" cy="10095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1" kern="1200" dirty="0"/>
            <a:t>«Поставив </a:t>
          </a:r>
          <a:r>
            <a:rPr lang="ru-RU" sz="1200" b="0" i="1" kern="1200" dirty="0" err="1"/>
            <a:t>Батий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стінобитні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гармати</a:t>
          </a:r>
          <a:r>
            <a:rPr lang="ru-RU" sz="1200" b="0" i="1" kern="1200" dirty="0"/>
            <a:t> у </a:t>
          </a:r>
          <a:r>
            <a:rPr lang="ru-RU" sz="1200" b="0" i="1" kern="1200" dirty="0" err="1"/>
            <a:t>міста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біля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Лядських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воріт</a:t>
          </a:r>
          <a:r>
            <a:rPr lang="ru-RU" sz="1200" b="0" i="1" kern="1200" dirty="0"/>
            <a:t>... </a:t>
          </a:r>
          <a:r>
            <a:rPr lang="ru-RU" sz="1200" b="0" i="1" kern="1200" dirty="0" err="1"/>
            <a:t>Знаряддя</a:t>
          </a:r>
          <a:r>
            <a:rPr lang="ru-RU" sz="1200" b="0" i="1" kern="1200" dirty="0"/>
            <a:t> били </a:t>
          </a:r>
          <a:r>
            <a:rPr lang="ru-RU" sz="1200" b="0" i="1" kern="1200" dirty="0" err="1"/>
            <a:t>безперестанку</a:t>
          </a:r>
          <a:r>
            <a:rPr lang="ru-RU" sz="1200" b="0" i="1" kern="1200" dirty="0"/>
            <a:t> день і </a:t>
          </a:r>
          <a:r>
            <a:rPr lang="ru-RU" sz="1200" b="0" i="1" kern="1200" dirty="0" err="1"/>
            <a:t>ніч</a:t>
          </a:r>
          <a:r>
            <a:rPr lang="ru-RU" sz="1200" b="0" i="1" kern="1200" dirty="0"/>
            <a:t> і пробили </a:t>
          </a:r>
          <a:r>
            <a:rPr lang="ru-RU" sz="1200" b="0" i="1" kern="1200" dirty="0" err="1"/>
            <a:t>стіни</a:t>
          </a:r>
          <a:r>
            <a:rPr lang="ru-RU" sz="1200" b="0" i="1" kern="1200" dirty="0"/>
            <a:t>... Коли [</a:t>
          </a:r>
          <a:r>
            <a:rPr lang="ru-RU" sz="1200" b="0" i="1" kern="1200" dirty="0" err="1"/>
            <a:t>воєвода</a:t>
          </a:r>
          <a:r>
            <a:rPr lang="ru-RU" sz="1200" b="0" i="1" kern="1200" dirty="0"/>
            <a:t>] Дмитро </a:t>
          </a:r>
          <a:r>
            <a:rPr lang="ru-RU" sz="1200" b="0" i="1" kern="1200" dirty="0" err="1"/>
            <a:t>був</a:t>
          </a:r>
          <a:r>
            <a:rPr lang="ru-RU" sz="1200" b="0" i="1" kern="1200" dirty="0"/>
            <a:t> поранений, </a:t>
          </a:r>
          <a:r>
            <a:rPr lang="ru-RU" sz="1200" b="0" i="1" kern="1200" dirty="0" err="1"/>
            <a:t>татари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ввійшли</a:t>
          </a:r>
          <a:r>
            <a:rPr lang="ru-RU" sz="1200" b="0" i="1" kern="1200" dirty="0"/>
            <a:t> на </a:t>
          </a:r>
          <a:r>
            <a:rPr lang="ru-RU" sz="1200" b="0" i="1" kern="1200" dirty="0" err="1"/>
            <a:t>стіни</a:t>
          </a:r>
          <a:r>
            <a:rPr lang="ru-RU" sz="1200" b="0" i="1" kern="1200" dirty="0"/>
            <a:t> і </a:t>
          </a:r>
          <a:r>
            <a:rPr lang="ru-RU" sz="1200" b="0" i="1" kern="1200" dirty="0" err="1"/>
            <a:t>займали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їх</a:t>
          </a:r>
          <a:r>
            <a:rPr lang="ru-RU" sz="1200" b="0" i="1" kern="1200" dirty="0"/>
            <a:t> у той день і в ту </a:t>
          </a:r>
          <a:r>
            <a:rPr lang="ru-RU" sz="1200" b="0" i="1" kern="1200" dirty="0" err="1"/>
            <a:t>ніч</a:t>
          </a:r>
          <a:r>
            <a:rPr lang="ru-RU" sz="1200" b="0" i="1" kern="1200" dirty="0"/>
            <a:t>... </a:t>
          </a:r>
          <a:r>
            <a:rPr lang="ru-RU" sz="1200" b="0" i="1" kern="1200" dirty="0" err="1"/>
            <a:t>Городяни</a:t>
          </a:r>
          <a:r>
            <a:rPr lang="ru-RU" sz="1200" b="0" i="1" kern="1200" dirty="0"/>
            <a:t> ж </a:t>
          </a:r>
          <a:r>
            <a:rPr lang="ru-RU" sz="1200" b="0" i="1" kern="1200" dirty="0" err="1"/>
            <a:t>побудували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нову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стіну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біля</a:t>
          </a:r>
          <a:r>
            <a:rPr lang="ru-RU" sz="1200" b="0" i="1" kern="1200" dirty="0"/>
            <a:t> церкви </a:t>
          </a:r>
          <a:r>
            <a:rPr lang="ru-RU" sz="1200" b="0" i="1" kern="1200" dirty="0" err="1"/>
            <a:t>Богородиці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Десятинної</a:t>
          </a:r>
          <a:r>
            <a:rPr lang="ru-RU" sz="1200" b="0" i="1" kern="1200" dirty="0"/>
            <a:t>... І взято </a:t>
          </a:r>
          <a:r>
            <a:rPr lang="ru-RU" sz="1200" b="0" i="1" kern="1200" dirty="0" err="1"/>
            <a:t>було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місто</a:t>
          </a:r>
          <a:r>
            <a:rPr lang="ru-RU" sz="1200" b="0" i="1" kern="1200" dirty="0"/>
            <a:t>... </a:t>
          </a:r>
          <a:r>
            <a:rPr lang="ru-RU" sz="1200" b="0" i="1" kern="1200" dirty="0" err="1"/>
            <a:t>Дмитра</a:t>
          </a:r>
          <a:r>
            <a:rPr lang="ru-RU" sz="1200" b="0" i="1" kern="1200" dirty="0"/>
            <a:t> ж </a:t>
          </a:r>
          <a:r>
            <a:rPr lang="ru-RU" sz="1200" b="0" i="1" kern="1200" dirty="0" err="1"/>
            <a:t>татари</a:t>
          </a:r>
          <a:r>
            <a:rPr lang="ru-RU" sz="1200" b="0" i="1" kern="1200" dirty="0"/>
            <a:t> взяли в полон </a:t>
          </a:r>
          <a:r>
            <a:rPr lang="ru-RU" sz="1200" b="0" i="1" kern="1200" dirty="0" err="1"/>
            <a:t>пораненим</a:t>
          </a:r>
          <a:r>
            <a:rPr lang="ru-RU" sz="1200" b="0" i="1" kern="1200" dirty="0"/>
            <a:t> і не вбили </a:t>
          </a:r>
          <a:r>
            <a:rPr lang="ru-RU" sz="1200" b="0" i="1" kern="1200" dirty="0" err="1"/>
            <a:t>заради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його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хоробрості</a:t>
          </a:r>
          <a:r>
            <a:rPr lang="ru-RU" sz="1200" b="0" i="1" kern="1200" dirty="0"/>
            <a:t>…»</a:t>
          </a:r>
          <a:endParaRPr lang="uk-UA" sz="1200" kern="1200" dirty="0"/>
        </a:p>
      </dsp:txBody>
      <dsp:txXfrm>
        <a:off x="49283" y="1258775"/>
        <a:ext cx="6173646" cy="910997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54087-B1D6-4AC3-9CF6-AC57D664882D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варягів.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D56B1EA2-272B-4385-A196-2D47F8A01B23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 err="1"/>
            <a:t>хозарів</a:t>
          </a:r>
          <a:r>
            <a:rPr lang="uk-UA" sz="2300" b="0" i="0" kern="1200" dirty="0"/>
            <a:t>.</a:t>
          </a:r>
          <a:endParaRPr lang="uk-UA" sz="2300" kern="1200" dirty="0"/>
        </a:p>
      </dsp:txBody>
      <dsp:txXfrm>
        <a:off x="26273" y="646372"/>
        <a:ext cx="6216492" cy="485654"/>
      </dsp:txXfrm>
    </dsp:sp>
    <dsp:sp modelId="{AD50D3CB-EE3D-40AB-AA30-6D52368594A3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монголів.</a:t>
          </a:r>
          <a:endParaRPr lang="uk-UA" sz="2300" kern="1200"/>
        </a:p>
      </dsp:txBody>
      <dsp:txXfrm>
        <a:off x="26273" y="1250812"/>
        <a:ext cx="6216492" cy="485654"/>
      </dsp:txXfrm>
    </dsp:sp>
    <dsp:sp modelId="{FC3A9BFC-94C7-45DA-957D-B15CF19D0FE9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печенігів.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46622-857B-4AF1-8EB5-36DE550AC085}">
      <dsp:nvSpPr>
        <dsp:cNvPr id="0" name=""/>
        <dsp:cNvSpPr/>
      </dsp:nvSpPr>
      <dsp:spPr>
        <a:xfrm>
          <a:off x="0" y="1645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Київське</a:t>
          </a:r>
          <a:endParaRPr lang="uk-UA" sz="2300" kern="1200"/>
        </a:p>
      </dsp:txBody>
      <dsp:txXfrm>
        <a:off x="26273" y="42725"/>
        <a:ext cx="6219666" cy="485654"/>
      </dsp:txXfrm>
    </dsp:sp>
    <dsp:sp modelId="{DD930AF5-3B4D-4C99-8D8E-7A49685D9375}">
      <dsp:nvSpPr>
        <dsp:cNvPr id="0" name=""/>
        <dsp:cNvSpPr/>
      </dsp:nvSpPr>
      <dsp:spPr>
        <a:xfrm>
          <a:off x="0" y="62089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Галицьке</a:t>
          </a:r>
          <a:endParaRPr lang="uk-UA" sz="2300" kern="1200"/>
        </a:p>
      </dsp:txBody>
      <dsp:txXfrm>
        <a:off x="26273" y="647165"/>
        <a:ext cx="6219666" cy="485654"/>
      </dsp:txXfrm>
    </dsp:sp>
    <dsp:sp modelId="{1F8022CE-6E3F-4DC5-B2C4-B588B18D5289}">
      <dsp:nvSpPr>
        <dsp:cNvPr id="0" name=""/>
        <dsp:cNvSpPr/>
      </dsp:nvSpPr>
      <dsp:spPr>
        <a:xfrm>
          <a:off x="0" y="122533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Волинське</a:t>
          </a:r>
          <a:endParaRPr lang="uk-UA" sz="2300" kern="1200" dirty="0"/>
        </a:p>
      </dsp:txBody>
      <dsp:txXfrm>
        <a:off x="26273" y="1251605"/>
        <a:ext cx="6219666" cy="485654"/>
      </dsp:txXfrm>
    </dsp:sp>
    <dsp:sp modelId="{82F60315-7C38-4E13-8EB1-07F36FD67DBA}">
      <dsp:nvSpPr>
        <dsp:cNvPr id="0" name=""/>
        <dsp:cNvSpPr/>
      </dsp:nvSpPr>
      <dsp:spPr>
        <a:xfrm>
          <a:off x="0" y="182977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Чернігівське</a:t>
          </a:r>
          <a:endParaRPr lang="uk-UA" sz="2300" kern="1200" dirty="0"/>
        </a:p>
      </dsp:txBody>
      <dsp:txXfrm>
        <a:off x="26273" y="1856045"/>
        <a:ext cx="6219666" cy="485654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4C7C4-0B41-4E16-80C3-37B9D01593D3}">
      <dsp:nvSpPr>
        <dsp:cNvPr id="0" name=""/>
        <dsp:cNvSpPr/>
      </dsp:nvSpPr>
      <dsp:spPr>
        <a:xfrm>
          <a:off x="-2694095" y="-415521"/>
          <a:ext cx="3215467" cy="3215467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64744F-710D-46E2-B850-642AABA5A522}">
      <dsp:nvSpPr>
        <dsp:cNvPr id="0" name=""/>
        <dsp:cNvSpPr/>
      </dsp:nvSpPr>
      <dsp:spPr>
        <a:xfrm>
          <a:off x="229335" y="148978"/>
          <a:ext cx="6014218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Київське</a:t>
          </a:r>
          <a:endParaRPr lang="uk-UA" sz="1600" kern="1200"/>
        </a:p>
      </dsp:txBody>
      <dsp:txXfrm>
        <a:off x="229335" y="148978"/>
        <a:ext cx="6014218" cy="298148"/>
      </dsp:txXfrm>
    </dsp:sp>
    <dsp:sp modelId="{42EE0A12-32FC-4DD5-8A23-E1FF56FE5889}">
      <dsp:nvSpPr>
        <dsp:cNvPr id="0" name=""/>
        <dsp:cNvSpPr/>
      </dsp:nvSpPr>
      <dsp:spPr>
        <a:xfrm>
          <a:off x="42992" y="111710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A212E-6841-4F16-9EE3-27EF7795C6EE}">
      <dsp:nvSpPr>
        <dsp:cNvPr id="0" name=""/>
        <dsp:cNvSpPr/>
      </dsp:nvSpPr>
      <dsp:spPr>
        <a:xfrm>
          <a:off x="442979" y="596058"/>
          <a:ext cx="5800573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Галицьке</a:t>
          </a:r>
          <a:endParaRPr lang="uk-UA" sz="1600" kern="1200"/>
        </a:p>
      </dsp:txBody>
      <dsp:txXfrm>
        <a:off x="442979" y="596058"/>
        <a:ext cx="5800573" cy="298148"/>
      </dsp:txXfrm>
    </dsp:sp>
    <dsp:sp modelId="{CFDF3A2C-F9CE-4445-85E0-8A0E96257D7C}">
      <dsp:nvSpPr>
        <dsp:cNvPr id="0" name=""/>
        <dsp:cNvSpPr/>
      </dsp:nvSpPr>
      <dsp:spPr>
        <a:xfrm>
          <a:off x="256636" y="55878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E372DD-77EB-4A63-980E-943444BB82BB}">
      <dsp:nvSpPr>
        <dsp:cNvPr id="0" name=""/>
        <dsp:cNvSpPr/>
      </dsp:nvSpPr>
      <dsp:spPr>
        <a:xfrm>
          <a:off x="508551" y="1043138"/>
          <a:ext cx="5735002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Волинське</a:t>
          </a:r>
          <a:endParaRPr lang="uk-UA" sz="1600" kern="1200" dirty="0"/>
        </a:p>
      </dsp:txBody>
      <dsp:txXfrm>
        <a:off x="508551" y="1043138"/>
        <a:ext cx="5735002" cy="298148"/>
      </dsp:txXfrm>
    </dsp:sp>
    <dsp:sp modelId="{429069BF-72F8-4E30-B0F7-D0DC045A7347}">
      <dsp:nvSpPr>
        <dsp:cNvPr id="0" name=""/>
        <dsp:cNvSpPr/>
      </dsp:nvSpPr>
      <dsp:spPr>
        <a:xfrm>
          <a:off x="322208" y="100586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24D05-929A-4C00-BF8D-5FEEBF5002F8}">
      <dsp:nvSpPr>
        <dsp:cNvPr id="0" name=""/>
        <dsp:cNvSpPr/>
      </dsp:nvSpPr>
      <dsp:spPr>
        <a:xfrm>
          <a:off x="442979" y="1490217"/>
          <a:ext cx="5800573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Чернігівське</a:t>
          </a:r>
          <a:endParaRPr lang="uk-UA" sz="1600" kern="1200"/>
        </a:p>
      </dsp:txBody>
      <dsp:txXfrm>
        <a:off x="442979" y="1490217"/>
        <a:ext cx="5800573" cy="298148"/>
      </dsp:txXfrm>
    </dsp:sp>
    <dsp:sp modelId="{8A272A56-0818-4665-96DE-64681C0BA936}">
      <dsp:nvSpPr>
        <dsp:cNvPr id="0" name=""/>
        <dsp:cNvSpPr/>
      </dsp:nvSpPr>
      <dsp:spPr>
        <a:xfrm>
          <a:off x="256636" y="145294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0632F-BDB0-4605-A352-783ED7BE7B67}">
      <dsp:nvSpPr>
        <dsp:cNvPr id="0" name=""/>
        <dsp:cNvSpPr/>
      </dsp:nvSpPr>
      <dsp:spPr>
        <a:xfrm>
          <a:off x="229335" y="1937297"/>
          <a:ext cx="6014218" cy="298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65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Переяславське</a:t>
          </a:r>
          <a:endParaRPr lang="uk-UA" sz="1600" kern="1200" dirty="0"/>
        </a:p>
      </dsp:txBody>
      <dsp:txXfrm>
        <a:off x="229335" y="1937297"/>
        <a:ext cx="6014218" cy="298148"/>
      </dsp:txXfrm>
    </dsp:sp>
    <dsp:sp modelId="{1D446CDB-7F57-41B3-A715-0AB8EFDDFED0}">
      <dsp:nvSpPr>
        <dsp:cNvPr id="0" name=""/>
        <dsp:cNvSpPr/>
      </dsp:nvSpPr>
      <dsp:spPr>
        <a:xfrm>
          <a:off x="42992" y="1900029"/>
          <a:ext cx="372685" cy="3726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ED5CA-1AF7-49F4-8609-951C4A16F200}">
      <dsp:nvSpPr>
        <dsp:cNvPr id="0" name=""/>
        <dsp:cNvSpPr/>
      </dsp:nvSpPr>
      <dsp:spPr>
        <a:xfrm>
          <a:off x="-2694095" y="-415521"/>
          <a:ext cx="3215467" cy="3215467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2ECA33-F81B-4DD3-A052-4DA0C6487694}">
      <dsp:nvSpPr>
        <dsp:cNvPr id="0" name=""/>
        <dsp:cNvSpPr/>
      </dsp:nvSpPr>
      <dsp:spPr>
        <a:xfrm>
          <a:off x="273685" y="183314"/>
          <a:ext cx="5969867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Ярослава </a:t>
          </a:r>
          <a:r>
            <a:rPr lang="ru-RU" sz="1900" b="0" i="0" kern="1200" dirty="0" err="1"/>
            <a:t>Осмомисла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273685" y="183314"/>
        <a:ext cx="5969867" cy="366819"/>
      </dsp:txXfrm>
    </dsp:sp>
    <dsp:sp modelId="{5C317349-E00B-493E-BAFC-FA9052BE8347}">
      <dsp:nvSpPr>
        <dsp:cNvPr id="0" name=""/>
        <dsp:cNvSpPr/>
      </dsp:nvSpPr>
      <dsp:spPr>
        <a:xfrm>
          <a:off x="44423" y="137462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CE440-1AAA-4028-A4F6-3BE194CDD478}">
      <dsp:nvSpPr>
        <dsp:cNvPr id="0" name=""/>
        <dsp:cNvSpPr/>
      </dsp:nvSpPr>
      <dsp:spPr>
        <a:xfrm>
          <a:off x="483991" y="733639"/>
          <a:ext cx="5759561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Романа Мстиславовича.</a:t>
          </a:r>
          <a:endParaRPr lang="uk-UA" sz="1900" kern="1200"/>
        </a:p>
      </dsp:txBody>
      <dsp:txXfrm>
        <a:off x="483991" y="733639"/>
        <a:ext cx="5759561" cy="366819"/>
      </dsp:txXfrm>
    </dsp:sp>
    <dsp:sp modelId="{7648CBF5-16C0-4C81-93D7-ABA2854065A7}">
      <dsp:nvSpPr>
        <dsp:cNvPr id="0" name=""/>
        <dsp:cNvSpPr/>
      </dsp:nvSpPr>
      <dsp:spPr>
        <a:xfrm>
          <a:off x="254729" y="687787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B5DF9-653B-4CB5-BCC4-4451B644F2F4}">
      <dsp:nvSpPr>
        <dsp:cNvPr id="0" name=""/>
        <dsp:cNvSpPr/>
      </dsp:nvSpPr>
      <dsp:spPr>
        <a:xfrm>
          <a:off x="483991" y="1283965"/>
          <a:ext cx="5759561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Лева Даниловича.</a:t>
          </a:r>
          <a:endParaRPr lang="uk-UA" sz="1900" kern="1200" dirty="0"/>
        </a:p>
      </dsp:txBody>
      <dsp:txXfrm>
        <a:off x="483991" y="1283965"/>
        <a:ext cx="5759561" cy="366819"/>
      </dsp:txXfrm>
    </dsp:sp>
    <dsp:sp modelId="{7A80FE9F-0594-4B20-83FB-F44A91BA42F5}">
      <dsp:nvSpPr>
        <dsp:cNvPr id="0" name=""/>
        <dsp:cNvSpPr/>
      </dsp:nvSpPr>
      <dsp:spPr>
        <a:xfrm>
          <a:off x="254729" y="1238112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3183C-1DF4-41C2-B2CB-AC45B79579BF}">
      <dsp:nvSpPr>
        <dsp:cNvPr id="0" name=""/>
        <dsp:cNvSpPr/>
      </dsp:nvSpPr>
      <dsp:spPr>
        <a:xfrm>
          <a:off x="273685" y="1834290"/>
          <a:ext cx="5969867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Юрія</a:t>
          </a:r>
          <a:r>
            <a:rPr lang="ru-RU" sz="1900" b="0" i="0" kern="1200" dirty="0"/>
            <a:t> ІІ Болеслава</a:t>
          </a:r>
          <a:endParaRPr lang="uk-UA" sz="1900" kern="1200" dirty="0"/>
        </a:p>
      </dsp:txBody>
      <dsp:txXfrm>
        <a:off x="273685" y="1834290"/>
        <a:ext cx="5969867" cy="366819"/>
      </dsp:txXfrm>
    </dsp:sp>
    <dsp:sp modelId="{072E7AB7-939C-48E3-84B8-6FFC9EC392F4}">
      <dsp:nvSpPr>
        <dsp:cNvPr id="0" name=""/>
        <dsp:cNvSpPr/>
      </dsp:nvSpPr>
      <dsp:spPr>
        <a:xfrm>
          <a:off x="44423" y="1788437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D3690-60B5-4FB4-8C97-7C3A03797C82}">
      <dsp:nvSpPr>
        <dsp:cNvPr id="0" name=""/>
        <dsp:cNvSpPr/>
      </dsp:nvSpPr>
      <dsp:spPr>
        <a:xfrm>
          <a:off x="0" y="30959"/>
          <a:ext cx="6269038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утворення та становлення єдиної держави, поширення влади князя на Київ і Київську землю.</a:t>
          </a:r>
          <a:endParaRPr lang="uk-UA" sz="2100" kern="1200" dirty="0"/>
        </a:p>
      </dsp:txBody>
      <dsp:txXfrm>
        <a:off x="55173" y="86132"/>
        <a:ext cx="6158692" cy="1019873"/>
      </dsp:txXfrm>
    </dsp:sp>
    <dsp:sp modelId="{6B107616-BD13-4894-B2E8-264777A5B4D4}">
      <dsp:nvSpPr>
        <dsp:cNvPr id="0" name=""/>
        <dsp:cNvSpPr/>
      </dsp:nvSpPr>
      <dsp:spPr>
        <a:xfrm>
          <a:off x="0" y="1221659"/>
          <a:ext cx="6269038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розпад єдиної держави, зростання самостійності бояр, втручання у внутрішні справи сусідніх держав.</a:t>
          </a:r>
          <a:endParaRPr lang="uk-UA" sz="2100" kern="1200" dirty="0"/>
        </a:p>
      </dsp:txBody>
      <dsp:txXfrm>
        <a:off x="55173" y="1276832"/>
        <a:ext cx="6158692" cy="1019873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7B0044-16D3-4691-935A-21154BD30FC1}">
      <dsp:nvSpPr>
        <dsp:cNvPr id="0" name=""/>
        <dsp:cNvSpPr/>
      </dsp:nvSpPr>
      <dsp:spPr>
        <a:xfrm>
          <a:off x="0" y="31752"/>
          <a:ext cx="6272212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 dirty="0"/>
            <a:t>відновлення державної єдності, намагання створити </a:t>
          </a:r>
          <a:r>
            <a:rPr lang="uk-UA" sz="2100" kern="1200" dirty="0" err="1"/>
            <a:t>антимонгольську</a:t>
          </a:r>
          <a:r>
            <a:rPr lang="uk-UA" sz="2100" kern="1200" dirty="0"/>
            <a:t> коаліцію європейських держав.</a:t>
          </a:r>
        </a:p>
      </dsp:txBody>
      <dsp:txXfrm>
        <a:off x="55173" y="86925"/>
        <a:ext cx="6161866" cy="1019873"/>
      </dsp:txXfrm>
    </dsp:sp>
    <dsp:sp modelId="{B3F70A5E-CF4C-4A58-B778-B3F68B9EA6BC}">
      <dsp:nvSpPr>
        <dsp:cNvPr id="0" name=""/>
        <dsp:cNvSpPr/>
      </dsp:nvSpPr>
      <dsp:spPr>
        <a:xfrm>
          <a:off x="0" y="1222452"/>
          <a:ext cx="6272212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 dirty="0"/>
            <a:t>ослаблення золотоординської залежності, боротьба з Польщею й Литвою за Люблінську та Берестейську землі.</a:t>
          </a:r>
        </a:p>
      </dsp:txBody>
      <dsp:txXfrm>
        <a:off x="55173" y="1277625"/>
        <a:ext cx="6161866" cy="1019873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67662-0853-432B-B4DB-808B5B6A0DBC}">
      <dsp:nvSpPr>
        <dsp:cNvPr id="0" name=""/>
        <dsp:cNvSpPr/>
      </dsp:nvSpPr>
      <dsp:spPr>
        <a:xfrm>
          <a:off x="0" y="22093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перебіг і результат польської агресії в Галичині.</a:t>
          </a:r>
          <a:endParaRPr lang="uk-UA" sz="1900" kern="1200" dirty="0"/>
        </a:p>
      </dsp:txBody>
      <dsp:txXfrm>
        <a:off x="21704" y="242636"/>
        <a:ext cx="6228804" cy="401192"/>
      </dsp:txXfrm>
    </dsp:sp>
    <dsp:sp modelId="{BC17B6CB-D110-45C6-99E4-C61EEA3964FC}">
      <dsp:nvSpPr>
        <dsp:cNvPr id="0" name=""/>
        <dsp:cNvSpPr/>
      </dsp:nvSpPr>
      <dsp:spPr>
        <a:xfrm>
          <a:off x="0" y="72025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привід і причину загарбання Польщею Галичини.</a:t>
          </a:r>
          <a:endParaRPr lang="uk-UA" sz="1900" kern="1200"/>
        </a:p>
      </dsp:txBody>
      <dsp:txXfrm>
        <a:off x="21704" y="741956"/>
        <a:ext cx="6228804" cy="401192"/>
      </dsp:txXfrm>
    </dsp:sp>
    <dsp:sp modelId="{1DD13A77-E536-48C8-9930-AD2ACE5D9143}">
      <dsp:nvSpPr>
        <dsp:cNvPr id="0" name=""/>
        <dsp:cNvSpPr/>
      </dsp:nvSpPr>
      <dsp:spPr>
        <a:xfrm>
          <a:off x="0" y="121957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масштаби та наслідки нападу Польщі на Галичину.</a:t>
          </a:r>
          <a:endParaRPr lang="uk-UA" sz="1900" kern="1200"/>
        </a:p>
      </dsp:txBody>
      <dsp:txXfrm>
        <a:off x="21704" y="1241276"/>
        <a:ext cx="6228804" cy="401192"/>
      </dsp:txXfrm>
    </dsp:sp>
    <dsp:sp modelId="{5E6D3C03-6CB4-43EF-99C9-2C2C4F717C0C}">
      <dsp:nvSpPr>
        <dsp:cNvPr id="0" name=""/>
        <dsp:cNvSpPr/>
      </dsp:nvSpPr>
      <dsp:spPr>
        <a:xfrm>
          <a:off x="0" y="171889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перебіг агресивних дій і реакцію населення Галичини.</a:t>
          </a:r>
          <a:endParaRPr lang="uk-UA" sz="1900" kern="1200" dirty="0"/>
        </a:p>
      </dsp:txBody>
      <dsp:txXfrm>
        <a:off x="21704" y="1740596"/>
        <a:ext cx="6228804" cy="401192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E9D41-E2A0-4C54-B359-60B8D05A3530}">
      <dsp:nvSpPr>
        <dsp:cNvPr id="0" name=""/>
        <dsp:cNvSpPr/>
      </dsp:nvSpPr>
      <dsp:spPr>
        <a:xfrm>
          <a:off x="-2692299" y="-415248"/>
          <a:ext cx="3213334" cy="3213334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A6836-C6F6-43F7-A8B2-6C45483A0AD4}">
      <dsp:nvSpPr>
        <dsp:cNvPr id="0" name=""/>
        <dsp:cNvSpPr/>
      </dsp:nvSpPr>
      <dsp:spPr>
        <a:xfrm>
          <a:off x="273509" y="183192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«Києво-Печерський патерик».</a:t>
          </a:r>
          <a:endParaRPr lang="uk-UA" sz="1900" kern="1200"/>
        </a:p>
      </dsp:txBody>
      <dsp:txXfrm>
        <a:off x="273509" y="183192"/>
        <a:ext cx="5966894" cy="366575"/>
      </dsp:txXfrm>
    </dsp:sp>
    <dsp:sp modelId="{0140B90C-ABCA-4DFB-926C-954D5885A943}">
      <dsp:nvSpPr>
        <dsp:cNvPr id="0" name=""/>
        <dsp:cNvSpPr/>
      </dsp:nvSpPr>
      <dsp:spPr>
        <a:xfrm>
          <a:off x="44399" y="137370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A5785-FDFB-42D5-BE56-B85D9537A730}">
      <dsp:nvSpPr>
        <dsp:cNvPr id="0" name=""/>
        <dsp:cNvSpPr/>
      </dsp:nvSpPr>
      <dsp:spPr>
        <a:xfrm>
          <a:off x="483675" y="733151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«Остромирове Євангеліє».</a:t>
          </a:r>
          <a:endParaRPr lang="uk-UA" sz="1900" kern="1200"/>
        </a:p>
      </dsp:txBody>
      <dsp:txXfrm>
        <a:off x="483675" y="733151"/>
        <a:ext cx="5756727" cy="366575"/>
      </dsp:txXfrm>
    </dsp:sp>
    <dsp:sp modelId="{563E4D19-A244-48F8-BA7D-91A28DD47B1C}">
      <dsp:nvSpPr>
        <dsp:cNvPr id="0" name=""/>
        <dsp:cNvSpPr/>
      </dsp:nvSpPr>
      <dsp:spPr>
        <a:xfrm>
          <a:off x="254565" y="687329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E1FD6-B934-4FB5-AD13-760988B336CF}">
      <dsp:nvSpPr>
        <dsp:cNvPr id="0" name=""/>
        <dsp:cNvSpPr/>
      </dsp:nvSpPr>
      <dsp:spPr>
        <a:xfrm>
          <a:off x="483675" y="1283110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«Слово о полку </a:t>
          </a:r>
          <a:r>
            <a:rPr lang="ru-RU" sz="1900" b="0" i="0" kern="1200" dirty="0" err="1"/>
            <a:t>Ігоревім</a:t>
          </a:r>
          <a:r>
            <a:rPr lang="ru-RU" sz="1900" b="0" i="0" kern="1200" dirty="0"/>
            <a:t>».</a:t>
          </a:r>
          <a:endParaRPr lang="uk-UA" sz="1900" kern="1200" dirty="0"/>
        </a:p>
      </dsp:txBody>
      <dsp:txXfrm>
        <a:off x="483675" y="1283110"/>
        <a:ext cx="5756727" cy="366575"/>
      </dsp:txXfrm>
    </dsp:sp>
    <dsp:sp modelId="{8385BE91-4435-41C5-8E1D-B6A12B04855C}">
      <dsp:nvSpPr>
        <dsp:cNvPr id="0" name=""/>
        <dsp:cNvSpPr/>
      </dsp:nvSpPr>
      <dsp:spPr>
        <a:xfrm>
          <a:off x="254565" y="1237288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12831-2154-430C-BB87-CCA5ED4CB943}">
      <dsp:nvSpPr>
        <dsp:cNvPr id="0" name=""/>
        <dsp:cNvSpPr/>
      </dsp:nvSpPr>
      <dsp:spPr>
        <a:xfrm>
          <a:off x="273509" y="1833069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</a:t>
          </a:r>
          <a:r>
            <a:rPr lang="ru-RU" sz="1900" b="0" i="0" kern="1200" dirty="0" err="1"/>
            <a:t>Повість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минулих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літ</a:t>
          </a:r>
          <a:r>
            <a:rPr lang="ru-RU" sz="1900" b="0" i="0" kern="1200" dirty="0"/>
            <a:t>».</a:t>
          </a:r>
          <a:endParaRPr lang="uk-UA" sz="1900" kern="1200" dirty="0"/>
        </a:p>
      </dsp:txBody>
      <dsp:txXfrm>
        <a:off x="273509" y="1833069"/>
        <a:ext cx="5966894" cy="366575"/>
      </dsp:txXfrm>
    </dsp:sp>
    <dsp:sp modelId="{3E03964F-A067-427C-825D-0872A0643ADB}">
      <dsp:nvSpPr>
        <dsp:cNvPr id="0" name=""/>
        <dsp:cNvSpPr/>
      </dsp:nvSpPr>
      <dsp:spPr>
        <a:xfrm>
          <a:off x="44399" y="1787247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ED5CA-1AF7-49F4-8609-951C4A16F200}">
      <dsp:nvSpPr>
        <dsp:cNvPr id="0" name=""/>
        <dsp:cNvSpPr/>
      </dsp:nvSpPr>
      <dsp:spPr>
        <a:xfrm>
          <a:off x="-2694095" y="-415521"/>
          <a:ext cx="3215467" cy="3215467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2ECA33-F81B-4DD3-A052-4DA0C6487694}">
      <dsp:nvSpPr>
        <dsp:cNvPr id="0" name=""/>
        <dsp:cNvSpPr/>
      </dsp:nvSpPr>
      <dsp:spPr>
        <a:xfrm>
          <a:off x="273685" y="183314"/>
          <a:ext cx="5969867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Ярослава </a:t>
          </a:r>
          <a:r>
            <a:rPr lang="ru-RU" sz="1900" b="0" i="0" kern="1200" dirty="0" err="1"/>
            <a:t>Осмомисла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273685" y="183314"/>
        <a:ext cx="5969867" cy="366819"/>
      </dsp:txXfrm>
    </dsp:sp>
    <dsp:sp modelId="{5C317349-E00B-493E-BAFC-FA9052BE8347}">
      <dsp:nvSpPr>
        <dsp:cNvPr id="0" name=""/>
        <dsp:cNvSpPr/>
      </dsp:nvSpPr>
      <dsp:spPr>
        <a:xfrm>
          <a:off x="44423" y="137462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CE440-1AAA-4028-A4F6-3BE194CDD478}">
      <dsp:nvSpPr>
        <dsp:cNvPr id="0" name=""/>
        <dsp:cNvSpPr/>
      </dsp:nvSpPr>
      <dsp:spPr>
        <a:xfrm>
          <a:off x="483991" y="733639"/>
          <a:ext cx="5759561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Романа Мстиславовича.</a:t>
          </a:r>
          <a:endParaRPr lang="uk-UA" sz="1900" kern="1200"/>
        </a:p>
      </dsp:txBody>
      <dsp:txXfrm>
        <a:off x="483991" y="733639"/>
        <a:ext cx="5759561" cy="366819"/>
      </dsp:txXfrm>
    </dsp:sp>
    <dsp:sp modelId="{7648CBF5-16C0-4C81-93D7-ABA2854065A7}">
      <dsp:nvSpPr>
        <dsp:cNvPr id="0" name=""/>
        <dsp:cNvSpPr/>
      </dsp:nvSpPr>
      <dsp:spPr>
        <a:xfrm>
          <a:off x="254729" y="687787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B5DF9-653B-4CB5-BCC4-4451B644F2F4}">
      <dsp:nvSpPr>
        <dsp:cNvPr id="0" name=""/>
        <dsp:cNvSpPr/>
      </dsp:nvSpPr>
      <dsp:spPr>
        <a:xfrm>
          <a:off x="483991" y="1283965"/>
          <a:ext cx="5759561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Лева Даниловича.</a:t>
          </a:r>
          <a:endParaRPr lang="uk-UA" sz="1900" kern="1200" dirty="0"/>
        </a:p>
      </dsp:txBody>
      <dsp:txXfrm>
        <a:off x="483991" y="1283965"/>
        <a:ext cx="5759561" cy="366819"/>
      </dsp:txXfrm>
    </dsp:sp>
    <dsp:sp modelId="{7A80FE9F-0594-4B20-83FB-F44A91BA42F5}">
      <dsp:nvSpPr>
        <dsp:cNvPr id="0" name=""/>
        <dsp:cNvSpPr/>
      </dsp:nvSpPr>
      <dsp:spPr>
        <a:xfrm>
          <a:off x="254729" y="1238112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3183C-1DF4-41C2-B2CB-AC45B79579BF}">
      <dsp:nvSpPr>
        <dsp:cNvPr id="0" name=""/>
        <dsp:cNvSpPr/>
      </dsp:nvSpPr>
      <dsp:spPr>
        <a:xfrm>
          <a:off x="273685" y="1834290"/>
          <a:ext cx="5969867" cy="3668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16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Юрія</a:t>
          </a:r>
          <a:r>
            <a:rPr lang="ru-RU" sz="1900" b="0" i="0" kern="1200" dirty="0"/>
            <a:t> ІІ Болеслава</a:t>
          </a:r>
          <a:endParaRPr lang="uk-UA" sz="1900" kern="1200" dirty="0"/>
        </a:p>
      </dsp:txBody>
      <dsp:txXfrm>
        <a:off x="273685" y="1834290"/>
        <a:ext cx="5969867" cy="366819"/>
      </dsp:txXfrm>
    </dsp:sp>
    <dsp:sp modelId="{072E7AB7-939C-48E3-84B8-6FFC9EC392F4}">
      <dsp:nvSpPr>
        <dsp:cNvPr id="0" name=""/>
        <dsp:cNvSpPr/>
      </dsp:nvSpPr>
      <dsp:spPr>
        <a:xfrm>
          <a:off x="44423" y="1788437"/>
          <a:ext cx="458524" cy="4585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D3690-60B5-4FB4-8C97-7C3A03797C82}">
      <dsp:nvSpPr>
        <dsp:cNvPr id="0" name=""/>
        <dsp:cNvSpPr/>
      </dsp:nvSpPr>
      <dsp:spPr>
        <a:xfrm>
          <a:off x="0" y="30959"/>
          <a:ext cx="6269038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утворення та становлення єдиної держави, поширення влади князя на Київ і Київську землю.</a:t>
          </a:r>
          <a:endParaRPr lang="uk-UA" sz="2100" kern="1200" dirty="0"/>
        </a:p>
      </dsp:txBody>
      <dsp:txXfrm>
        <a:off x="55173" y="86132"/>
        <a:ext cx="6158692" cy="1019873"/>
      </dsp:txXfrm>
    </dsp:sp>
    <dsp:sp modelId="{6B107616-BD13-4894-B2E8-264777A5B4D4}">
      <dsp:nvSpPr>
        <dsp:cNvPr id="0" name=""/>
        <dsp:cNvSpPr/>
      </dsp:nvSpPr>
      <dsp:spPr>
        <a:xfrm>
          <a:off x="0" y="1221659"/>
          <a:ext cx="6269038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розпад єдиної держави, зростання самостійності бояр, втручання у внутрішні справи сусідніх держав.</a:t>
          </a:r>
          <a:endParaRPr lang="uk-UA" sz="2100" kern="1200" dirty="0"/>
        </a:p>
      </dsp:txBody>
      <dsp:txXfrm>
        <a:off x="55173" y="1276832"/>
        <a:ext cx="6158692" cy="1019873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7B0044-16D3-4691-935A-21154BD30FC1}">
      <dsp:nvSpPr>
        <dsp:cNvPr id="0" name=""/>
        <dsp:cNvSpPr/>
      </dsp:nvSpPr>
      <dsp:spPr>
        <a:xfrm>
          <a:off x="0" y="31752"/>
          <a:ext cx="6272212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 dirty="0"/>
            <a:t>відновлення державної єдності, намагання створити </a:t>
          </a:r>
          <a:r>
            <a:rPr lang="uk-UA" sz="2100" kern="1200" dirty="0" err="1"/>
            <a:t>антимонгольську</a:t>
          </a:r>
          <a:r>
            <a:rPr lang="uk-UA" sz="2100" kern="1200" dirty="0"/>
            <a:t> коаліцію європейських держав.</a:t>
          </a:r>
        </a:p>
      </dsp:txBody>
      <dsp:txXfrm>
        <a:off x="55173" y="86925"/>
        <a:ext cx="6161866" cy="1019873"/>
      </dsp:txXfrm>
    </dsp:sp>
    <dsp:sp modelId="{B3F70A5E-CF4C-4A58-B778-B3F68B9EA6BC}">
      <dsp:nvSpPr>
        <dsp:cNvPr id="0" name=""/>
        <dsp:cNvSpPr/>
      </dsp:nvSpPr>
      <dsp:spPr>
        <a:xfrm>
          <a:off x="0" y="1222452"/>
          <a:ext cx="6272212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 dirty="0"/>
            <a:t>ослаблення золотоординської залежності, боротьба з Польщею й Литвою за Люблінську та Берестейську землі.</a:t>
          </a:r>
        </a:p>
      </dsp:txBody>
      <dsp:txXfrm>
        <a:off x="55173" y="1277625"/>
        <a:ext cx="6161866" cy="1019873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67662-0853-432B-B4DB-808B5B6A0DBC}">
      <dsp:nvSpPr>
        <dsp:cNvPr id="0" name=""/>
        <dsp:cNvSpPr/>
      </dsp:nvSpPr>
      <dsp:spPr>
        <a:xfrm>
          <a:off x="0" y="22093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перебіг і результат польської агресії в Галичині.</a:t>
          </a:r>
          <a:endParaRPr lang="uk-UA" sz="1900" kern="1200" dirty="0"/>
        </a:p>
      </dsp:txBody>
      <dsp:txXfrm>
        <a:off x="21704" y="242636"/>
        <a:ext cx="6228804" cy="401192"/>
      </dsp:txXfrm>
    </dsp:sp>
    <dsp:sp modelId="{BC17B6CB-D110-45C6-99E4-C61EEA3964FC}">
      <dsp:nvSpPr>
        <dsp:cNvPr id="0" name=""/>
        <dsp:cNvSpPr/>
      </dsp:nvSpPr>
      <dsp:spPr>
        <a:xfrm>
          <a:off x="0" y="72025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привід і причину загарбання Польщею Галичини.</a:t>
          </a:r>
          <a:endParaRPr lang="uk-UA" sz="1900" kern="1200"/>
        </a:p>
      </dsp:txBody>
      <dsp:txXfrm>
        <a:off x="21704" y="741956"/>
        <a:ext cx="6228804" cy="401192"/>
      </dsp:txXfrm>
    </dsp:sp>
    <dsp:sp modelId="{1DD13A77-E536-48C8-9930-AD2ACE5D9143}">
      <dsp:nvSpPr>
        <dsp:cNvPr id="0" name=""/>
        <dsp:cNvSpPr/>
      </dsp:nvSpPr>
      <dsp:spPr>
        <a:xfrm>
          <a:off x="0" y="121957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масштаби та наслідки нападу Польщі на Галичину.</a:t>
          </a:r>
          <a:endParaRPr lang="uk-UA" sz="1900" kern="1200"/>
        </a:p>
      </dsp:txBody>
      <dsp:txXfrm>
        <a:off x="21704" y="1241276"/>
        <a:ext cx="6228804" cy="401192"/>
      </dsp:txXfrm>
    </dsp:sp>
    <dsp:sp modelId="{5E6D3C03-6CB4-43EF-99C9-2C2C4F717C0C}">
      <dsp:nvSpPr>
        <dsp:cNvPr id="0" name=""/>
        <dsp:cNvSpPr/>
      </dsp:nvSpPr>
      <dsp:spPr>
        <a:xfrm>
          <a:off x="0" y="171889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перебіг агресивних дій і реакцію населення Галичини.</a:t>
          </a:r>
          <a:endParaRPr lang="uk-UA" sz="1900" kern="1200" dirty="0"/>
        </a:p>
      </dsp:txBody>
      <dsp:txXfrm>
        <a:off x="21704" y="1740596"/>
        <a:ext cx="6228804" cy="401192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E9D41-E2A0-4C54-B359-60B8D05A3530}">
      <dsp:nvSpPr>
        <dsp:cNvPr id="0" name=""/>
        <dsp:cNvSpPr/>
      </dsp:nvSpPr>
      <dsp:spPr>
        <a:xfrm>
          <a:off x="-2692299" y="-415248"/>
          <a:ext cx="3213334" cy="3213334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A6836-C6F6-43F7-A8B2-6C45483A0AD4}">
      <dsp:nvSpPr>
        <dsp:cNvPr id="0" name=""/>
        <dsp:cNvSpPr/>
      </dsp:nvSpPr>
      <dsp:spPr>
        <a:xfrm>
          <a:off x="273509" y="183192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«Києво-Печерський патерик».</a:t>
          </a:r>
          <a:endParaRPr lang="uk-UA" sz="1900" kern="1200"/>
        </a:p>
      </dsp:txBody>
      <dsp:txXfrm>
        <a:off x="273509" y="183192"/>
        <a:ext cx="5966894" cy="366575"/>
      </dsp:txXfrm>
    </dsp:sp>
    <dsp:sp modelId="{0140B90C-ABCA-4DFB-926C-954D5885A943}">
      <dsp:nvSpPr>
        <dsp:cNvPr id="0" name=""/>
        <dsp:cNvSpPr/>
      </dsp:nvSpPr>
      <dsp:spPr>
        <a:xfrm>
          <a:off x="44399" y="137370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A5785-FDFB-42D5-BE56-B85D9537A730}">
      <dsp:nvSpPr>
        <dsp:cNvPr id="0" name=""/>
        <dsp:cNvSpPr/>
      </dsp:nvSpPr>
      <dsp:spPr>
        <a:xfrm>
          <a:off x="483675" y="733151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«Остромирове Євангеліє».</a:t>
          </a:r>
          <a:endParaRPr lang="uk-UA" sz="1900" kern="1200"/>
        </a:p>
      </dsp:txBody>
      <dsp:txXfrm>
        <a:off x="483675" y="733151"/>
        <a:ext cx="5756727" cy="366575"/>
      </dsp:txXfrm>
    </dsp:sp>
    <dsp:sp modelId="{563E4D19-A244-48F8-BA7D-91A28DD47B1C}">
      <dsp:nvSpPr>
        <dsp:cNvPr id="0" name=""/>
        <dsp:cNvSpPr/>
      </dsp:nvSpPr>
      <dsp:spPr>
        <a:xfrm>
          <a:off x="254565" y="687329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E1FD6-B934-4FB5-AD13-760988B336CF}">
      <dsp:nvSpPr>
        <dsp:cNvPr id="0" name=""/>
        <dsp:cNvSpPr/>
      </dsp:nvSpPr>
      <dsp:spPr>
        <a:xfrm>
          <a:off x="483675" y="1283110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«Слово о полку </a:t>
          </a:r>
          <a:r>
            <a:rPr lang="ru-RU" sz="1900" b="0" i="0" kern="1200" dirty="0" err="1"/>
            <a:t>Ігоревім</a:t>
          </a:r>
          <a:r>
            <a:rPr lang="ru-RU" sz="1900" b="0" i="0" kern="1200" dirty="0"/>
            <a:t>».</a:t>
          </a:r>
          <a:endParaRPr lang="uk-UA" sz="1900" kern="1200" dirty="0"/>
        </a:p>
      </dsp:txBody>
      <dsp:txXfrm>
        <a:off x="483675" y="1283110"/>
        <a:ext cx="5756727" cy="366575"/>
      </dsp:txXfrm>
    </dsp:sp>
    <dsp:sp modelId="{8385BE91-4435-41C5-8E1D-B6A12B04855C}">
      <dsp:nvSpPr>
        <dsp:cNvPr id="0" name=""/>
        <dsp:cNvSpPr/>
      </dsp:nvSpPr>
      <dsp:spPr>
        <a:xfrm>
          <a:off x="254565" y="1237288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12831-2154-430C-BB87-CCA5ED4CB943}">
      <dsp:nvSpPr>
        <dsp:cNvPr id="0" name=""/>
        <dsp:cNvSpPr/>
      </dsp:nvSpPr>
      <dsp:spPr>
        <a:xfrm>
          <a:off x="273509" y="1833069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«</a:t>
          </a:r>
          <a:r>
            <a:rPr lang="ru-RU" sz="1900" b="0" i="0" kern="1200" dirty="0" err="1"/>
            <a:t>Повість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минулих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літ</a:t>
          </a:r>
          <a:r>
            <a:rPr lang="ru-RU" sz="1900" b="0" i="0" kern="1200" dirty="0"/>
            <a:t>».</a:t>
          </a:r>
          <a:endParaRPr lang="uk-UA" sz="1900" kern="1200" dirty="0"/>
        </a:p>
      </dsp:txBody>
      <dsp:txXfrm>
        <a:off x="273509" y="1833069"/>
        <a:ext cx="5966894" cy="366575"/>
      </dsp:txXfrm>
    </dsp:sp>
    <dsp:sp modelId="{3E03964F-A067-427C-825D-0872A0643ADB}">
      <dsp:nvSpPr>
        <dsp:cNvPr id="0" name=""/>
        <dsp:cNvSpPr/>
      </dsp:nvSpPr>
      <dsp:spPr>
        <a:xfrm>
          <a:off x="44399" y="1787247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B0742-56D5-4181-9899-D49EEDBFDC76}">
      <dsp:nvSpPr>
        <dsp:cNvPr id="0" name=""/>
        <dsp:cNvSpPr/>
      </dsp:nvSpPr>
      <dsp:spPr>
        <a:xfrm>
          <a:off x="0" y="322379"/>
          <a:ext cx="626903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господарство розорене постійними набігами половців</a:t>
          </a:r>
          <a:endParaRPr lang="uk-UA" sz="1700" kern="1200" dirty="0"/>
        </a:p>
      </dsp:txBody>
      <dsp:txXfrm>
        <a:off x="19419" y="341798"/>
        <a:ext cx="6230200" cy="358962"/>
      </dsp:txXfrm>
    </dsp:sp>
    <dsp:sp modelId="{1560BEF6-4959-4EDC-814E-C7C7E9B1D478}">
      <dsp:nvSpPr>
        <dsp:cNvPr id="0" name=""/>
        <dsp:cNvSpPr/>
      </dsp:nvSpPr>
      <dsp:spPr>
        <a:xfrm>
          <a:off x="0" y="769139"/>
          <a:ext cx="626903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політична нестабільність</a:t>
          </a:r>
          <a:endParaRPr lang="uk-UA" sz="1700" kern="1200" dirty="0"/>
        </a:p>
      </dsp:txBody>
      <dsp:txXfrm>
        <a:off x="19419" y="788558"/>
        <a:ext cx="6230200" cy="358962"/>
      </dsp:txXfrm>
    </dsp:sp>
    <dsp:sp modelId="{1D596E67-3361-43B1-93DF-13BC989D9C32}">
      <dsp:nvSpPr>
        <dsp:cNvPr id="0" name=""/>
        <dsp:cNvSpPr/>
      </dsp:nvSpPr>
      <dsp:spPr>
        <a:xfrm>
          <a:off x="0" y="1215899"/>
          <a:ext cx="626903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центр релігійного життя Русі</a:t>
          </a:r>
          <a:endParaRPr lang="uk-UA" sz="1700" kern="1200"/>
        </a:p>
      </dsp:txBody>
      <dsp:txXfrm>
        <a:off x="19419" y="1235318"/>
        <a:ext cx="6230200" cy="358962"/>
      </dsp:txXfrm>
    </dsp:sp>
    <dsp:sp modelId="{00C4E797-985D-4D83-AD80-D92D571962D3}">
      <dsp:nvSpPr>
        <dsp:cNvPr id="0" name=""/>
        <dsp:cNvSpPr/>
      </dsp:nvSpPr>
      <dsp:spPr>
        <a:xfrm>
          <a:off x="0" y="1662659"/>
          <a:ext cx="626903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один з найбільш розвинених і густонаселених регіонів Русі</a:t>
          </a:r>
          <a:endParaRPr lang="uk-UA" sz="1700" kern="1200" dirty="0"/>
        </a:p>
      </dsp:txBody>
      <dsp:txXfrm>
        <a:off x="19419" y="1682078"/>
        <a:ext cx="6230200" cy="358962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6019D6-7CBF-4EA8-836D-F0E24D919A1F}">
      <dsp:nvSpPr>
        <dsp:cNvPr id="0" name=""/>
        <dsp:cNvSpPr/>
      </dsp:nvSpPr>
      <dsp:spPr>
        <a:xfrm>
          <a:off x="0" y="47059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домінування в політичному житті родового боярства</a:t>
          </a:r>
        </a:p>
      </dsp:txBody>
      <dsp:txXfrm>
        <a:off x="21704" y="492296"/>
        <a:ext cx="6228804" cy="401192"/>
      </dsp:txXfrm>
    </dsp:sp>
    <dsp:sp modelId="{492F3CB8-71C1-4637-81A6-EB539C39B6FC}">
      <dsp:nvSpPr>
        <dsp:cNvPr id="0" name=""/>
        <dsp:cNvSpPr/>
      </dsp:nvSpPr>
      <dsp:spPr>
        <a:xfrm>
          <a:off x="0" y="96991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постійні династичні зазіхання Польщі та Угорщини</a:t>
          </a:r>
        </a:p>
      </dsp:txBody>
      <dsp:txXfrm>
        <a:off x="21704" y="991616"/>
        <a:ext cx="6228804" cy="401192"/>
      </dsp:txXfrm>
    </dsp:sp>
    <dsp:sp modelId="{CEA4AE56-3630-45DF-BE5D-7A71CEEA2524}">
      <dsp:nvSpPr>
        <dsp:cNvPr id="0" name=""/>
        <dsp:cNvSpPr/>
      </dsp:nvSpPr>
      <dsp:spPr>
        <a:xfrm>
          <a:off x="0" y="1469232"/>
          <a:ext cx="6272212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/>
            <a:t>установлення золотоординського панування</a:t>
          </a:r>
        </a:p>
      </dsp:txBody>
      <dsp:txXfrm>
        <a:off x="21704" y="1490936"/>
        <a:ext cx="6228804" cy="401192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69233-141E-4037-BFD4-25535E30F4BA}">
      <dsp:nvSpPr>
        <dsp:cNvPr id="0" name=""/>
        <dsp:cNvSpPr/>
      </dsp:nvSpPr>
      <dsp:spPr>
        <a:xfrm>
          <a:off x="0" y="1645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загроза завоювання хозарами</a:t>
          </a:r>
          <a:endParaRPr lang="uk-UA" sz="2300" kern="1200"/>
        </a:p>
      </dsp:txBody>
      <dsp:txXfrm>
        <a:off x="26273" y="42725"/>
        <a:ext cx="6219666" cy="485654"/>
      </dsp:txXfrm>
    </dsp:sp>
    <dsp:sp modelId="{D3C16C9B-E09B-44B7-B161-AA63EE435DD5}">
      <dsp:nvSpPr>
        <dsp:cNvPr id="0" name=""/>
        <dsp:cNvSpPr/>
      </dsp:nvSpPr>
      <dsp:spPr>
        <a:xfrm>
          <a:off x="0" y="62089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численні набіги печенігів</a:t>
          </a:r>
          <a:endParaRPr lang="uk-UA" sz="2300" kern="1200"/>
        </a:p>
      </dsp:txBody>
      <dsp:txXfrm>
        <a:off x="26273" y="647165"/>
        <a:ext cx="6219666" cy="485654"/>
      </dsp:txXfrm>
    </dsp:sp>
    <dsp:sp modelId="{75457B8E-1032-49D6-8BC0-06F7645D7408}">
      <dsp:nvSpPr>
        <dsp:cNvPr id="0" name=""/>
        <dsp:cNvSpPr/>
      </dsp:nvSpPr>
      <dsp:spPr>
        <a:xfrm>
          <a:off x="0" y="122533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часті напади половців</a:t>
          </a:r>
          <a:endParaRPr lang="uk-UA" sz="2300" kern="1200"/>
        </a:p>
      </dsp:txBody>
      <dsp:txXfrm>
        <a:off x="26273" y="1251605"/>
        <a:ext cx="6219666" cy="485654"/>
      </dsp:txXfrm>
    </dsp:sp>
    <dsp:sp modelId="{58503801-479D-4D0F-AAD1-024CAB4651E7}">
      <dsp:nvSpPr>
        <dsp:cNvPr id="0" name=""/>
        <dsp:cNvSpPr/>
      </dsp:nvSpPr>
      <dsp:spPr>
        <a:xfrm>
          <a:off x="0" y="182977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уторгнення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монголів</a:t>
          </a:r>
          <a:endParaRPr lang="uk-UA" sz="2300" kern="1200" dirty="0"/>
        </a:p>
      </dsp:txBody>
      <dsp:txXfrm>
        <a:off x="26273" y="1856045"/>
        <a:ext cx="6219666" cy="485654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90942-FDD1-422D-A58A-533810540682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один </a:t>
          </a:r>
          <a:r>
            <a:rPr lang="ru-RU" sz="2300" b="0" i="0" kern="1200" dirty="0" err="1"/>
            <a:t>із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походів</a:t>
          </a:r>
          <a:r>
            <a:rPr lang="ru-RU" sz="2300" b="0" i="0" kern="1200" dirty="0"/>
            <a:t> руських </a:t>
          </a:r>
          <a:r>
            <a:rPr lang="ru-RU" sz="2300" b="0" i="0" kern="1200" dirty="0" err="1"/>
            <a:t>князів</a:t>
          </a:r>
          <a:r>
            <a:rPr lang="ru-RU" sz="2300" b="0" i="0" kern="1200" dirty="0"/>
            <a:t> на </a:t>
          </a:r>
          <a:r>
            <a:rPr lang="ru-RU" sz="2300" b="0" i="0" kern="1200" dirty="0" err="1"/>
            <a:t>половців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4EFDAF67-76F9-4CB3-ADD2-2A1ABF747451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монгольську</a:t>
          </a:r>
          <a:r>
            <a:rPr lang="ru-RU" sz="2300" b="0" i="0" kern="1200" dirty="0"/>
            <a:t> навалу на </a:t>
          </a:r>
          <a:r>
            <a:rPr lang="ru-RU" sz="2300" b="0" i="0" kern="1200" dirty="0" err="1"/>
            <a:t>руські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князівства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646372"/>
        <a:ext cx="6216492" cy="485654"/>
      </dsp:txXfrm>
    </dsp:sp>
    <dsp:sp modelId="{BCD03DB6-7421-4894-93C1-3092F365215A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розгром Хозарського каганату.</a:t>
          </a:r>
          <a:endParaRPr lang="uk-UA" sz="2300" kern="1200"/>
        </a:p>
      </dsp:txBody>
      <dsp:txXfrm>
        <a:off x="26273" y="1250812"/>
        <a:ext cx="6216492" cy="485654"/>
      </dsp:txXfrm>
    </dsp:sp>
    <dsp:sp modelId="{4CA23463-B70F-40AE-90DF-AC2D70CB03D0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набіги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печенігів</a:t>
          </a:r>
          <a:r>
            <a:rPr lang="ru-RU" sz="2300" b="0" i="0" kern="1200" dirty="0"/>
            <a:t> на </a:t>
          </a:r>
          <a:r>
            <a:rPr lang="ru-RU" sz="2300" b="0" i="0" kern="1200" dirty="0" err="1"/>
            <a:t>руські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землі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F015F0-5825-43BD-A85E-75AE1CD3E1C9}">
      <dsp:nvSpPr>
        <dsp:cNvPr id="0" name=""/>
        <dsp:cNvSpPr/>
      </dsp:nvSpPr>
      <dsp:spPr>
        <a:xfrm>
          <a:off x="-2692299" y="-415248"/>
          <a:ext cx="3213334" cy="3213334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DF186C-B52C-4A98-8900-7B98E7C83F73}">
      <dsp:nvSpPr>
        <dsp:cNvPr id="0" name=""/>
        <dsp:cNvSpPr/>
      </dsp:nvSpPr>
      <dsp:spPr>
        <a:xfrm>
          <a:off x="273509" y="183192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під Ітілем (близько 965 р.)</a:t>
          </a:r>
          <a:endParaRPr lang="uk-UA" sz="1900" kern="1200"/>
        </a:p>
      </dsp:txBody>
      <dsp:txXfrm>
        <a:off x="273509" y="183192"/>
        <a:ext cx="5966894" cy="366575"/>
      </dsp:txXfrm>
    </dsp:sp>
    <dsp:sp modelId="{A0C8C2FE-1237-4639-8E8F-9CDF4C058DB0}">
      <dsp:nvSpPr>
        <dsp:cNvPr id="0" name=""/>
        <dsp:cNvSpPr/>
      </dsp:nvSpPr>
      <dsp:spPr>
        <a:xfrm>
          <a:off x="44399" y="137370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B3617-FE63-47C0-8FDB-E0742BC7C5B9}">
      <dsp:nvSpPr>
        <dsp:cNvPr id="0" name=""/>
        <dsp:cNvSpPr/>
      </dsp:nvSpPr>
      <dsp:spPr>
        <a:xfrm>
          <a:off x="483675" y="733151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під Києвом (1036 р.)</a:t>
          </a:r>
          <a:endParaRPr lang="uk-UA" sz="1900" kern="1200" dirty="0"/>
        </a:p>
      </dsp:txBody>
      <dsp:txXfrm>
        <a:off x="483675" y="733151"/>
        <a:ext cx="5756727" cy="366575"/>
      </dsp:txXfrm>
    </dsp:sp>
    <dsp:sp modelId="{BD1E5BF1-B762-4A55-8E26-9BD7F25CF954}">
      <dsp:nvSpPr>
        <dsp:cNvPr id="0" name=""/>
        <dsp:cNvSpPr/>
      </dsp:nvSpPr>
      <dsp:spPr>
        <a:xfrm>
          <a:off x="254565" y="687329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FED69-AEA0-4F77-AE01-CD45555B8408}">
      <dsp:nvSpPr>
        <dsp:cNvPr id="0" name=""/>
        <dsp:cNvSpPr/>
      </dsp:nvSpPr>
      <dsp:spPr>
        <a:xfrm>
          <a:off x="483675" y="1283110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біля річки Альта (1068 р.)</a:t>
          </a:r>
          <a:endParaRPr lang="uk-UA" sz="1900" kern="1200"/>
        </a:p>
      </dsp:txBody>
      <dsp:txXfrm>
        <a:off x="483675" y="1283110"/>
        <a:ext cx="5756727" cy="366575"/>
      </dsp:txXfrm>
    </dsp:sp>
    <dsp:sp modelId="{8FD508C5-C010-4558-AD84-6DC1F36C0D22}">
      <dsp:nvSpPr>
        <dsp:cNvPr id="0" name=""/>
        <dsp:cNvSpPr/>
      </dsp:nvSpPr>
      <dsp:spPr>
        <a:xfrm>
          <a:off x="254565" y="1237288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47539-5D18-470B-A2D8-DFDCD4799ABA}">
      <dsp:nvSpPr>
        <dsp:cNvPr id="0" name=""/>
        <dsp:cNvSpPr/>
      </dsp:nvSpPr>
      <dsp:spPr>
        <a:xfrm>
          <a:off x="273509" y="1833069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біля річки Калка (1223 р.)</a:t>
          </a:r>
          <a:endParaRPr lang="uk-UA" sz="1900" kern="1200" dirty="0"/>
        </a:p>
      </dsp:txBody>
      <dsp:txXfrm>
        <a:off x="273509" y="1833069"/>
        <a:ext cx="5966894" cy="366575"/>
      </dsp:txXfrm>
    </dsp:sp>
    <dsp:sp modelId="{674D2B6F-4F26-44CD-8C83-913CB15666A1}">
      <dsp:nvSpPr>
        <dsp:cNvPr id="0" name=""/>
        <dsp:cNvSpPr/>
      </dsp:nvSpPr>
      <dsp:spPr>
        <a:xfrm>
          <a:off x="44399" y="1787247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DC09A-05DE-4B81-830E-56129B940C2A}">
      <dsp:nvSpPr>
        <dsp:cNvPr id="0" name=""/>
        <dsp:cNvSpPr/>
      </dsp:nvSpPr>
      <dsp:spPr>
        <a:xfrm>
          <a:off x="2718832" y="679561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186ADB4-A88D-4C3A-8426-EFEA10678590}">
      <dsp:nvSpPr>
        <dsp:cNvPr id="0" name=""/>
        <dsp:cNvSpPr/>
      </dsp:nvSpPr>
      <dsp:spPr>
        <a:xfrm>
          <a:off x="2652068" y="0"/>
          <a:ext cx="968076" cy="56033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угорці</a:t>
          </a:r>
          <a:endParaRPr lang="uk-UA" sz="1700" kern="1200"/>
        </a:p>
      </dsp:txBody>
      <dsp:txXfrm>
        <a:off x="2652068" y="0"/>
        <a:ext cx="968076" cy="560339"/>
      </dsp:txXfrm>
    </dsp:sp>
    <dsp:sp modelId="{9155B3D8-7B00-4222-B76B-2A81BF7AE427}">
      <dsp:nvSpPr>
        <dsp:cNvPr id="0" name=""/>
        <dsp:cNvSpPr/>
      </dsp:nvSpPr>
      <dsp:spPr>
        <a:xfrm>
          <a:off x="3036294" y="9101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1AE0445-A7EE-49DD-BB8A-DFD07B0AE060}">
      <dsp:nvSpPr>
        <dsp:cNvPr id="0" name=""/>
        <dsp:cNvSpPr/>
      </dsp:nvSpPr>
      <dsp:spPr>
        <a:xfrm>
          <a:off x="3937273" y="739171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монголи</a:t>
          </a:r>
          <a:endParaRPr lang="uk-UA" sz="1700" kern="1200"/>
        </a:p>
      </dsp:txBody>
      <dsp:txXfrm>
        <a:off x="3937273" y="739171"/>
        <a:ext cx="867930" cy="608028"/>
      </dsp:txXfrm>
    </dsp:sp>
    <dsp:sp modelId="{97F404D3-DD64-43D0-B9AF-D154D50206D8}">
      <dsp:nvSpPr>
        <dsp:cNvPr id="0" name=""/>
        <dsp:cNvSpPr/>
      </dsp:nvSpPr>
      <dsp:spPr>
        <a:xfrm>
          <a:off x="2915117" y="12835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DB09EEA-31DD-47B6-A312-93773BE161DE}">
      <dsp:nvSpPr>
        <dsp:cNvPr id="0" name=""/>
        <dsp:cNvSpPr/>
      </dsp:nvSpPr>
      <dsp:spPr>
        <a:xfrm>
          <a:off x="3803745" y="1776396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хозари</a:t>
          </a:r>
          <a:endParaRPr lang="uk-UA" sz="1700" kern="1200" dirty="0"/>
        </a:p>
      </dsp:txBody>
      <dsp:txXfrm>
        <a:off x="3803745" y="1776396"/>
        <a:ext cx="867930" cy="608028"/>
      </dsp:txXfrm>
    </dsp:sp>
    <dsp:sp modelId="{09868A9D-23F9-4DF4-B337-0E208A9E2522}">
      <dsp:nvSpPr>
        <dsp:cNvPr id="0" name=""/>
        <dsp:cNvSpPr/>
      </dsp:nvSpPr>
      <dsp:spPr>
        <a:xfrm>
          <a:off x="2522546" y="12835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5FD1DD6-35A0-430C-8E1B-353ED52949EA}">
      <dsp:nvSpPr>
        <dsp:cNvPr id="0" name=""/>
        <dsp:cNvSpPr/>
      </dsp:nvSpPr>
      <dsp:spPr>
        <a:xfrm>
          <a:off x="1600536" y="1776396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половці</a:t>
          </a:r>
          <a:endParaRPr lang="uk-UA" sz="1700" kern="1200"/>
        </a:p>
      </dsp:txBody>
      <dsp:txXfrm>
        <a:off x="1600536" y="1776396"/>
        <a:ext cx="867930" cy="608028"/>
      </dsp:txXfrm>
    </dsp:sp>
    <dsp:sp modelId="{4096C80A-1422-4CE6-8F2C-E2868AC75F31}">
      <dsp:nvSpPr>
        <dsp:cNvPr id="0" name=""/>
        <dsp:cNvSpPr/>
      </dsp:nvSpPr>
      <dsp:spPr>
        <a:xfrm>
          <a:off x="2401369" y="910135"/>
          <a:ext cx="834548" cy="83454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ADE5F1D-716C-44B9-91F5-31C1F3FBBD0A}">
      <dsp:nvSpPr>
        <dsp:cNvPr id="0" name=""/>
        <dsp:cNvSpPr/>
      </dsp:nvSpPr>
      <dsp:spPr>
        <a:xfrm>
          <a:off x="1467008" y="739171"/>
          <a:ext cx="867930" cy="60802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печеніги</a:t>
          </a:r>
          <a:endParaRPr lang="uk-UA" sz="1700" kern="1200" dirty="0"/>
        </a:p>
      </dsp:txBody>
      <dsp:txXfrm>
        <a:off x="1467008" y="739171"/>
        <a:ext cx="867930" cy="608028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6731C-0B0E-4160-8567-8AA99D21ADE4}">
      <dsp:nvSpPr>
        <dsp:cNvPr id="0" name=""/>
        <dsp:cNvSpPr/>
      </dsp:nvSpPr>
      <dsp:spPr>
        <a:xfrm>
          <a:off x="2514981" y="23828"/>
          <a:ext cx="1239075" cy="12390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1223 р.</a:t>
          </a:r>
          <a:endParaRPr lang="uk-UA" sz="1700" kern="1200"/>
        </a:p>
      </dsp:txBody>
      <dsp:txXfrm>
        <a:off x="2657951" y="190627"/>
        <a:ext cx="953135" cy="393168"/>
      </dsp:txXfrm>
    </dsp:sp>
    <dsp:sp modelId="{2A49CFE7-17E4-453A-94B2-BDB7E56A64D9}">
      <dsp:nvSpPr>
        <dsp:cNvPr id="0" name=""/>
        <dsp:cNvSpPr/>
      </dsp:nvSpPr>
      <dsp:spPr>
        <a:xfrm>
          <a:off x="3063033" y="571881"/>
          <a:ext cx="1239075" cy="12390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1238 р.</a:t>
          </a:r>
          <a:endParaRPr lang="uk-UA" sz="1700" kern="1200"/>
        </a:p>
      </dsp:txBody>
      <dsp:txXfrm>
        <a:off x="3730228" y="714851"/>
        <a:ext cx="476567" cy="953135"/>
      </dsp:txXfrm>
    </dsp:sp>
    <dsp:sp modelId="{C43EC19A-8191-4B3D-83F0-90084A6D9FE5}">
      <dsp:nvSpPr>
        <dsp:cNvPr id="0" name=""/>
        <dsp:cNvSpPr/>
      </dsp:nvSpPr>
      <dsp:spPr>
        <a:xfrm>
          <a:off x="2514981" y="1119933"/>
          <a:ext cx="1239075" cy="12390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1245 р.</a:t>
          </a:r>
          <a:endParaRPr lang="uk-UA" sz="1700" kern="1200" dirty="0"/>
        </a:p>
      </dsp:txBody>
      <dsp:txXfrm>
        <a:off x="2657951" y="1799042"/>
        <a:ext cx="953135" cy="393168"/>
      </dsp:txXfrm>
    </dsp:sp>
    <dsp:sp modelId="{0FFC3FC3-56DC-45A5-895A-2A3BEDCD9B4D}">
      <dsp:nvSpPr>
        <dsp:cNvPr id="0" name=""/>
        <dsp:cNvSpPr/>
      </dsp:nvSpPr>
      <dsp:spPr>
        <a:xfrm>
          <a:off x="1966928" y="571881"/>
          <a:ext cx="1239075" cy="123907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1253 р.</a:t>
          </a:r>
          <a:endParaRPr lang="uk-UA" sz="1700" kern="1200" dirty="0"/>
        </a:p>
      </dsp:txBody>
      <dsp:txXfrm>
        <a:off x="2062241" y="714851"/>
        <a:ext cx="476567" cy="953135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1A2B39-F6DC-4F05-B7EB-B9A961D8255F}">
      <dsp:nvSpPr>
        <dsp:cNvPr id="0" name=""/>
        <dsp:cNvSpPr/>
      </dsp:nvSpPr>
      <dsp:spPr>
        <a:xfrm>
          <a:off x="0" y="123616"/>
          <a:ext cx="4096789" cy="925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1" kern="1200"/>
            <a:t>«Данило вийшов з військом із Холма та на третій день став у Галичі... увійшов у свій город... та прийняв стіл батька, та проголосив перемогу, заткнувши свою хоругву на Німецьких воротах...»</a:t>
          </a:r>
          <a:endParaRPr lang="uk-UA" sz="1100" kern="1200"/>
        </a:p>
      </dsp:txBody>
      <dsp:txXfrm>
        <a:off x="45176" y="168792"/>
        <a:ext cx="4006437" cy="835081"/>
      </dsp:txXfrm>
    </dsp:sp>
    <dsp:sp modelId="{FB37C691-1EAA-4743-8BF6-A41C21594322}">
      <dsp:nvSpPr>
        <dsp:cNvPr id="0" name=""/>
        <dsp:cNvSpPr/>
      </dsp:nvSpPr>
      <dsp:spPr>
        <a:xfrm>
          <a:off x="0" y="1080730"/>
          <a:ext cx="4096789" cy="925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1" kern="1200" dirty="0"/>
            <a:t>«У той же час прислав Папа </a:t>
          </a:r>
          <a:r>
            <a:rPr lang="ru-RU" sz="1100" b="0" i="1" kern="1200" dirty="0" err="1"/>
            <a:t>послів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достойних</a:t>
          </a:r>
          <a:r>
            <a:rPr lang="ru-RU" sz="1100" b="0" i="1" kern="1200" dirty="0"/>
            <a:t>, </a:t>
          </a:r>
          <a:r>
            <a:rPr lang="ru-RU" sz="1100" b="0" i="1" kern="1200" dirty="0" err="1"/>
            <a:t>що</a:t>
          </a:r>
          <a:r>
            <a:rPr lang="ru-RU" sz="1100" b="0" i="1" kern="1200" dirty="0"/>
            <a:t> принесли </a:t>
          </a:r>
          <a:r>
            <a:rPr lang="ru-RU" sz="1100" b="0" i="1" kern="1200" dirty="0" err="1"/>
            <a:t>Данилові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вінець</a:t>
          </a:r>
          <a:r>
            <a:rPr lang="ru-RU" sz="1100" b="0" i="1" kern="1200" dirty="0"/>
            <a:t>, і </a:t>
          </a:r>
          <a:r>
            <a:rPr lang="ru-RU" sz="1100" b="0" i="1" kern="1200" dirty="0" err="1"/>
            <a:t>скіпетр</a:t>
          </a:r>
          <a:r>
            <a:rPr lang="ru-RU" sz="1100" b="0" i="1" kern="1200" dirty="0"/>
            <a:t>, і корону, </a:t>
          </a:r>
          <a:r>
            <a:rPr lang="ru-RU" sz="1100" b="0" i="1" kern="1200" dirty="0" err="1"/>
            <a:t>які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означають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королівський</a:t>
          </a:r>
          <a:r>
            <a:rPr lang="ru-RU" sz="1100" b="0" i="1" kern="1200" dirty="0"/>
            <a:t> сан, </a:t>
          </a:r>
          <a:r>
            <a:rPr lang="ru-RU" sz="1100" b="0" i="1" kern="1200" dirty="0" err="1"/>
            <a:t>кажучи</a:t>
          </a:r>
          <a:r>
            <a:rPr lang="ru-RU" sz="1100" b="0" i="1" kern="1200" dirty="0"/>
            <a:t>: “Сину! </a:t>
          </a:r>
          <a:r>
            <a:rPr lang="ru-RU" sz="1100" b="0" i="1" kern="1200" dirty="0" err="1"/>
            <a:t>Прийми</a:t>
          </a:r>
          <a:r>
            <a:rPr lang="ru-RU" sz="1100" b="0" i="1" kern="1200" dirty="0"/>
            <a:t> од нас </a:t>
          </a:r>
          <a:r>
            <a:rPr lang="ru-RU" sz="1100" b="0" i="1" kern="1200" dirty="0" err="1"/>
            <a:t>вінець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королівства</a:t>
          </a:r>
          <a:r>
            <a:rPr lang="ru-RU" sz="1100" b="0" i="1" kern="1200" dirty="0"/>
            <a:t>...”»</a:t>
          </a:r>
          <a:endParaRPr lang="uk-UA" sz="1100" kern="1200" dirty="0"/>
        </a:p>
      </dsp:txBody>
      <dsp:txXfrm>
        <a:off x="45176" y="1125906"/>
        <a:ext cx="4006437" cy="835081"/>
      </dsp:txXfrm>
    </dsp:sp>
    <dsp:sp modelId="{3607CECE-728E-4978-8D0F-AFA43BA48E4E}">
      <dsp:nvSpPr>
        <dsp:cNvPr id="0" name=""/>
        <dsp:cNvSpPr/>
      </dsp:nvSpPr>
      <dsp:spPr>
        <a:xfrm>
          <a:off x="0" y="2037843"/>
          <a:ext cx="4096789" cy="925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1" kern="1200" dirty="0"/>
            <a:t>«На </a:t>
          </a:r>
          <a:r>
            <a:rPr lang="ru-RU" sz="1100" b="0" i="1" kern="1200" dirty="0" err="1"/>
            <a:t>річці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Калці</a:t>
          </a:r>
          <a:r>
            <a:rPr lang="ru-RU" sz="1100" b="0" i="1" kern="1200" dirty="0"/>
            <a:t> </a:t>
          </a:r>
          <a:r>
            <a:rPr lang="ru-RU" sz="1100" b="0" i="1" kern="1200" dirty="0" err="1"/>
            <a:t>татари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встріли</a:t>
          </a:r>
          <a:r>
            <a:rPr lang="ru-RU" sz="1100" b="0" i="1" kern="1200" dirty="0"/>
            <a:t> </a:t>
          </a:r>
          <a:r>
            <a:rPr lang="ru-RU" sz="1100" b="0" i="1" kern="1200" dirty="0" err="1"/>
            <a:t>їх</a:t>
          </a:r>
          <a:r>
            <a:rPr lang="ru-RU" sz="1100" b="0" i="1" kern="1200" dirty="0"/>
            <a:t>, </a:t>
          </a:r>
          <a:r>
            <a:rPr lang="ru-RU" sz="1100" b="0" i="1" kern="1200" dirty="0" err="1"/>
            <a:t>війська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половецькі</a:t>
          </a:r>
          <a:r>
            <a:rPr lang="ru-RU" sz="1100" b="0" i="1" kern="1200" dirty="0"/>
            <a:t> й </a:t>
          </a:r>
          <a:r>
            <a:rPr lang="ru-RU" sz="1100" b="0" i="1" kern="1200" dirty="0" err="1"/>
            <a:t>руські</a:t>
          </a:r>
          <a:r>
            <a:rPr lang="ru-RU" sz="1100" b="0" i="1" kern="1200" dirty="0"/>
            <a:t>. Мстислав Мстиславич </a:t>
          </a:r>
          <a:r>
            <a:rPr lang="ru-RU" sz="1100" b="0" i="1" kern="1200" dirty="0" err="1"/>
            <a:t>тим</a:t>
          </a:r>
          <a:r>
            <a:rPr lang="ru-RU" sz="1100" b="0" i="1" kern="1200" dirty="0"/>
            <a:t> часом </a:t>
          </a:r>
          <a:r>
            <a:rPr lang="ru-RU" sz="1100" b="0" i="1" kern="1200" dirty="0" err="1"/>
            <a:t>повелів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Данилові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попереду</a:t>
          </a:r>
          <a:r>
            <a:rPr lang="ru-RU" sz="1100" b="0" i="1" kern="1200" dirty="0"/>
            <a:t> перейти з полками </a:t>
          </a:r>
          <a:r>
            <a:rPr lang="ru-RU" sz="1100" b="0" i="1" kern="1200" dirty="0" err="1"/>
            <a:t>річку</a:t>
          </a:r>
          <a:r>
            <a:rPr lang="ru-RU" sz="1100" b="0" i="1" kern="1200" dirty="0"/>
            <a:t> Калку... Коли </a:t>
          </a:r>
          <a:r>
            <a:rPr lang="ru-RU" sz="1100" b="0" i="1" kern="1200" dirty="0" err="1"/>
            <a:t>зітнулися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війська</a:t>
          </a:r>
          <a:r>
            <a:rPr lang="ru-RU" sz="1100" b="0" i="1" kern="1200" dirty="0"/>
            <a:t> </a:t>
          </a:r>
          <a:r>
            <a:rPr lang="ru-RU" sz="1100" b="0" i="1" kern="1200" dirty="0" err="1"/>
            <a:t>між</a:t>
          </a:r>
          <a:r>
            <a:rPr lang="ru-RU" sz="1100" b="0" i="1" kern="1200" dirty="0"/>
            <a:t> собою, то Данило </a:t>
          </a:r>
          <a:r>
            <a:rPr lang="ru-RU" sz="1100" b="0" i="1" kern="1200" dirty="0" err="1"/>
            <a:t>виїхав</a:t>
          </a:r>
          <a:r>
            <a:rPr lang="ru-RU" sz="1100" b="0" i="1" kern="1200" dirty="0"/>
            <a:t> наперед... Ударили вони в полки </a:t>
          </a:r>
          <a:r>
            <a:rPr lang="ru-RU" sz="1100" b="0" i="1" kern="1200" dirty="0" err="1"/>
            <a:t>татарські</a:t>
          </a:r>
          <a:r>
            <a:rPr lang="ru-RU" sz="1100" b="0" i="1" kern="1200" dirty="0"/>
            <a:t>... Данило поранений </a:t>
          </a:r>
          <a:r>
            <a:rPr lang="ru-RU" sz="1100" b="0" i="1" kern="1200" dirty="0" err="1"/>
            <a:t>був</a:t>
          </a:r>
          <a:r>
            <a:rPr lang="ru-RU" sz="1100" b="0" i="1" kern="1200" dirty="0"/>
            <a:t> у груди...»</a:t>
          </a:r>
          <a:endParaRPr lang="uk-UA" sz="1100" kern="1200" dirty="0"/>
        </a:p>
      </dsp:txBody>
      <dsp:txXfrm>
        <a:off x="45176" y="2083019"/>
        <a:ext cx="4006437" cy="835081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351D2-D58D-43D5-86BC-9553CBCA1CAC}">
      <dsp:nvSpPr>
        <dsp:cNvPr id="0" name=""/>
        <dsp:cNvSpPr/>
      </dsp:nvSpPr>
      <dsp:spPr>
        <a:xfrm>
          <a:off x="0" y="258247"/>
          <a:ext cx="4096789" cy="1263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1" kern="1200" dirty="0"/>
            <a:t>«І коли </a:t>
          </a:r>
          <a:r>
            <a:rPr lang="ru-RU" sz="1500" b="0" i="1" kern="1200" dirty="0" err="1"/>
            <a:t>побачив</a:t>
          </a:r>
          <a:r>
            <a:rPr lang="ru-RU" sz="1500" b="0" i="1" kern="1200" dirty="0"/>
            <a:t> Данило, </a:t>
          </a:r>
          <a:r>
            <a:rPr lang="ru-RU" sz="1500" b="0" i="1" kern="1200" dirty="0" err="1"/>
            <a:t>що</a:t>
          </a:r>
          <a:r>
            <a:rPr lang="ru-RU" sz="1500" b="0" i="1" kern="1200" dirty="0"/>
            <a:t> ляхи </a:t>
          </a:r>
          <a:r>
            <a:rPr lang="ru-RU" sz="1500" b="0" i="1" kern="1200" dirty="0" err="1"/>
            <a:t>кріпко</a:t>
          </a:r>
          <a:r>
            <a:rPr lang="ru-RU" sz="1500" b="0" i="1" kern="1200" dirty="0"/>
            <a:t> </a:t>
          </a:r>
          <a:r>
            <a:rPr lang="ru-RU" sz="1500" b="0" i="1" kern="1200" dirty="0" err="1"/>
            <a:t>йдуть</a:t>
          </a:r>
          <a:r>
            <a:rPr lang="ru-RU" sz="1500" b="0" i="1" kern="1200" dirty="0"/>
            <a:t> на Василька.., то рушив на [них]... і </a:t>
          </a:r>
          <a:r>
            <a:rPr lang="ru-RU" sz="1500" b="0" i="1" kern="1200" dirty="0" err="1"/>
            <a:t>розтрощив</a:t>
          </a:r>
          <a:r>
            <a:rPr lang="ru-RU" sz="1500" b="0" i="1" kern="1200" dirty="0"/>
            <a:t> </a:t>
          </a:r>
          <a:r>
            <a:rPr lang="ru-RU" sz="1500" b="0" i="1" kern="1200" dirty="0" err="1"/>
            <a:t>військо</a:t>
          </a:r>
          <a:r>
            <a:rPr lang="ru-RU" sz="1500" b="0" i="1" kern="1200" dirty="0"/>
            <a:t> [</a:t>
          </a:r>
          <a:r>
            <a:rPr lang="ru-RU" sz="1500" b="0" i="1" kern="1200" dirty="0" err="1"/>
            <a:t>ляхів</a:t>
          </a:r>
          <a:r>
            <a:rPr lang="ru-RU" sz="1500" b="0" i="1" kern="1200" dirty="0"/>
            <a:t>], і </a:t>
          </a:r>
          <a:r>
            <a:rPr lang="ru-RU" sz="1500" b="0" i="1" kern="1200" dirty="0" err="1"/>
            <a:t>хоругов</a:t>
          </a:r>
          <a:r>
            <a:rPr lang="ru-RU" sz="1500" b="0" i="1" kern="1200" dirty="0"/>
            <a:t> [</a:t>
          </a:r>
          <a:r>
            <a:rPr lang="ru-RU" sz="1500" b="0" i="1" kern="1200" dirty="0" err="1"/>
            <a:t>їхніх</a:t>
          </a:r>
          <a:r>
            <a:rPr lang="ru-RU" sz="1500" b="0" i="1" kern="1200" dirty="0"/>
            <a:t>] </a:t>
          </a:r>
          <a:r>
            <a:rPr lang="ru-RU" sz="1500" b="0" i="1" kern="1200" dirty="0" err="1"/>
            <a:t>роздер</a:t>
          </a:r>
          <a:r>
            <a:rPr lang="ru-RU" sz="1500" b="0" i="1" kern="1200" dirty="0"/>
            <a:t> </a:t>
          </a:r>
          <a:r>
            <a:rPr lang="ru-RU" sz="1500" b="0" i="1" kern="1200" dirty="0" err="1"/>
            <a:t>навпіл</a:t>
          </a:r>
          <a:r>
            <a:rPr lang="ru-RU" sz="1500" b="0" i="1" kern="1200" dirty="0"/>
            <a:t>. </a:t>
          </a:r>
          <a:r>
            <a:rPr lang="ru-RU" sz="1500" b="0" i="1" kern="1200" dirty="0" err="1"/>
            <a:t>Побачивши</a:t>
          </a:r>
          <a:r>
            <a:rPr lang="ru-RU" sz="1500" b="0" i="1" kern="1200" dirty="0"/>
            <a:t> ж </a:t>
          </a:r>
          <a:r>
            <a:rPr lang="ru-RU" sz="1500" b="0" i="1" kern="1200" dirty="0" err="1"/>
            <a:t>це</a:t>
          </a:r>
          <a:r>
            <a:rPr lang="ru-RU" sz="1500" b="0" i="1" kern="1200" dirty="0"/>
            <a:t>, Ростислав </a:t>
          </a:r>
          <a:r>
            <a:rPr lang="ru-RU" sz="1500" b="0" i="1" kern="1200" dirty="0" err="1"/>
            <a:t>побіг</a:t>
          </a:r>
          <a:r>
            <a:rPr lang="ru-RU" sz="1500" b="0" i="1" kern="1200" dirty="0"/>
            <a:t>, і повернули угри </a:t>
          </a:r>
          <a:r>
            <a:rPr lang="ru-RU" sz="1500" b="0" i="1" kern="1200" dirty="0" err="1"/>
            <a:t>навтікача</a:t>
          </a:r>
          <a:r>
            <a:rPr lang="ru-RU" sz="1500" b="0" i="1" kern="1200" dirty="0"/>
            <a:t>...»</a:t>
          </a:r>
          <a:endParaRPr lang="uk-UA" sz="1500" kern="1200" dirty="0"/>
        </a:p>
      </dsp:txBody>
      <dsp:txXfrm>
        <a:off x="61684" y="319931"/>
        <a:ext cx="3973421" cy="1140232"/>
      </dsp:txXfrm>
    </dsp:sp>
    <dsp:sp modelId="{1F2D6AD2-C0E5-48D0-A6B4-93F5590CE725}">
      <dsp:nvSpPr>
        <dsp:cNvPr id="0" name=""/>
        <dsp:cNvSpPr/>
      </dsp:nvSpPr>
      <dsp:spPr>
        <a:xfrm>
          <a:off x="0" y="1565047"/>
          <a:ext cx="4096789" cy="1263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1" kern="1200" dirty="0"/>
            <a:t>«У той же час </a:t>
          </a:r>
          <a:r>
            <a:rPr lang="ru-RU" sz="1500" b="0" i="1" kern="1200" dirty="0" err="1"/>
            <a:t>поїхав</a:t>
          </a:r>
          <a:r>
            <a:rPr lang="ru-RU" sz="1500" b="0" i="1" kern="1200" dirty="0"/>
            <a:t> </a:t>
          </a:r>
          <a:r>
            <a:rPr lang="ru-RU" sz="1500" b="0" i="1" kern="1200" dirty="0" err="1"/>
            <a:t>був</a:t>
          </a:r>
          <a:r>
            <a:rPr lang="ru-RU" sz="1500" b="0" i="1" kern="1200" dirty="0"/>
            <a:t> Данило в Угри до короля (Бели), </a:t>
          </a:r>
          <a:r>
            <a:rPr lang="ru-RU" sz="1500" b="0" i="1" kern="1200" dirty="0" err="1"/>
            <a:t>бо</a:t>
          </a:r>
          <a:r>
            <a:rPr lang="ru-RU" sz="1500" b="0" i="1" kern="1200" dirty="0"/>
            <a:t> </a:t>
          </a:r>
          <a:r>
            <a:rPr lang="ru-RU" sz="1500" b="0" i="1" kern="1200" dirty="0" err="1"/>
            <a:t>він</a:t>
          </a:r>
          <a:r>
            <a:rPr lang="ru-RU" sz="1500" b="0" i="1" kern="1200" dirty="0"/>
            <a:t> </a:t>
          </a:r>
          <a:r>
            <a:rPr lang="ru-RU" sz="1500" b="0" i="1" kern="1200" dirty="0" err="1"/>
            <a:t>іще</a:t>
          </a:r>
          <a:r>
            <a:rPr lang="ru-RU" sz="1500" b="0" i="1" kern="1200" dirty="0"/>
            <a:t> не чув про </a:t>
          </a:r>
          <a:r>
            <a:rPr lang="ru-RU" sz="1500" b="0" i="1" kern="1200" dirty="0" err="1"/>
            <a:t>прихід</a:t>
          </a:r>
          <a:r>
            <a:rPr lang="ru-RU" sz="1500" b="0" i="1" kern="1200" dirty="0"/>
            <a:t> татар на </a:t>
          </a:r>
          <a:r>
            <a:rPr lang="ru-RU" sz="1500" b="0" i="1" kern="1200" dirty="0" err="1"/>
            <a:t>Київ</a:t>
          </a:r>
          <a:r>
            <a:rPr lang="ru-RU" sz="1500" b="0" i="1" kern="1200" dirty="0"/>
            <a:t>. А коли </a:t>
          </a:r>
          <a:r>
            <a:rPr lang="ru-RU" sz="1500" b="0" i="1" kern="1200" dirty="0" err="1"/>
            <a:t>Батий</a:t>
          </a:r>
          <a:r>
            <a:rPr lang="ru-RU" sz="1500" b="0" i="1" kern="1200" dirty="0"/>
            <a:t> </a:t>
          </a:r>
          <a:r>
            <a:rPr lang="ru-RU" sz="1500" b="0" i="1" kern="1200" dirty="0" err="1"/>
            <a:t>узяв</a:t>
          </a:r>
          <a:r>
            <a:rPr lang="ru-RU" sz="1500" b="0" i="1" kern="1200" dirty="0"/>
            <a:t> </a:t>
          </a:r>
          <a:r>
            <a:rPr lang="ru-RU" sz="1500" b="0" i="1" kern="1200" dirty="0" err="1"/>
            <a:t>Київ</a:t>
          </a:r>
          <a:r>
            <a:rPr lang="ru-RU" sz="1500" b="0" i="1" kern="1200" dirty="0"/>
            <a:t> і </a:t>
          </a:r>
          <a:r>
            <a:rPr lang="ru-RU" sz="1500" b="0" i="1" kern="1200" dirty="0" err="1"/>
            <a:t>почув</a:t>
          </a:r>
          <a:r>
            <a:rPr lang="ru-RU" sz="1500" b="0" i="1" kern="1200" dirty="0"/>
            <a:t> </a:t>
          </a:r>
          <a:r>
            <a:rPr lang="ru-RU" sz="1500" b="0" i="1" kern="1200" dirty="0" err="1"/>
            <a:t>він</a:t>
          </a:r>
          <a:r>
            <a:rPr lang="ru-RU" sz="1500" b="0" i="1" kern="1200" dirty="0"/>
            <a:t> про Данила, </a:t>
          </a:r>
          <a:r>
            <a:rPr lang="ru-RU" sz="1500" b="0" i="1" kern="1200" dirty="0" err="1"/>
            <a:t>що</a:t>
          </a:r>
          <a:r>
            <a:rPr lang="ru-RU" sz="1500" b="0" i="1" kern="1200" dirty="0"/>
            <a:t> той в Уграх є, то рушив сам до (города) </a:t>
          </a:r>
          <a:r>
            <a:rPr lang="ru-RU" sz="1500" b="0" i="1" kern="1200" dirty="0" err="1"/>
            <a:t>Володимира</a:t>
          </a:r>
          <a:r>
            <a:rPr lang="ru-RU" sz="1500" b="0" i="1" kern="1200" dirty="0"/>
            <a:t>...»</a:t>
          </a:r>
          <a:endParaRPr lang="uk-UA" sz="1500" kern="1200" dirty="0"/>
        </a:p>
      </dsp:txBody>
      <dsp:txXfrm>
        <a:off x="61684" y="1626731"/>
        <a:ext cx="3973421" cy="1140232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5FD421-F967-48E9-99E4-6DC609573090}">
      <dsp:nvSpPr>
        <dsp:cNvPr id="0" name=""/>
        <dsp:cNvSpPr/>
      </dsp:nvSpPr>
      <dsp:spPr>
        <a:xfrm>
          <a:off x="1943893" y="0"/>
          <a:ext cx="2384425" cy="23844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D68D1-3AAA-474D-88C8-B4C2DD425997}">
      <dsp:nvSpPr>
        <dsp:cNvPr id="0" name=""/>
        <dsp:cNvSpPr/>
      </dsp:nvSpPr>
      <dsp:spPr>
        <a:xfrm>
          <a:off x="2170414" y="226520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 dirty="0"/>
            <a:t>Переяслава</a:t>
          </a:r>
          <a:endParaRPr lang="uk-UA" sz="1000" kern="1200" dirty="0"/>
        </a:p>
      </dsp:txBody>
      <dsp:txXfrm>
        <a:off x="2215809" y="271915"/>
        <a:ext cx="839135" cy="839135"/>
      </dsp:txXfrm>
    </dsp:sp>
    <dsp:sp modelId="{2F2BBF71-533A-4DE4-BF7D-D93904596D6E}">
      <dsp:nvSpPr>
        <dsp:cNvPr id="0" name=""/>
        <dsp:cNvSpPr/>
      </dsp:nvSpPr>
      <dsp:spPr>
        <a:xfrm>
          <a:off x="3171872" y="226520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 dirty="0"/>
            <a:t>Володимира</a:t>
          </a:r>
          <a:endParaRPr lang="uk-UA" sz="1000" kern="1200" dirty="0"/>
        </a:p>
      </dsp:txBody>
      <dsp:txXfrm>
        <a:off x="3217267" y="271915"/>
        <a:ext cx="839135" cy="839135"/>
      </dsp:txXfrm>
    </dsp:sp>
    <dsp:sp modelId="{8E9CDC3B-F50B-4B5E-B19A-B44F2BDDF93F}">
      <dsp:nvSpPr>
        <dsp:cNvPr id="0" name=""/>
        <dsp:cNvSpPr/>
      </dsp:nvSpPr>
      <dsp:spPr>
        <a:xfrm>
          <a:off x="2170414" y="1227978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Чернігова</a:t>
          </a:r>
          <a:endParaRPr lang="uk-UA" sz="1000" kern="1200"/>
        </a:p>
      </dsp:txBody>
      <dsp:txXfrm>
        <a:off x="2215809" y="1273373"/>
        <a:ext cx="839135" cy="839135"/>
      </dsp:txXfrm>
    </dsp:sp>
    <dsp:sp modelId="{BCE88BC9-5D0C-46E0-902E-C1CC23B5A70A}">
      <dsp:nvSpPr>
        <dsp:cNvPr id="0" name=""/>
        <dsp:cNvSpPr/>
      </dsp:nvSpPr>
      <dsp:spPr>
        <a:xfrm>
          <a:off x="3171872" y="1227978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 dirty="0"/>
            <a:t>Києва</a:t>
          </a:r>
          <a:endParaRPr lang="uk-UA" sz="1000" kern="1200" dirty="0"/>
        </a:p>
      </dsp:txBody>
      <dsp:txXfrm>
        <a:off x="3217267" y="1273373"/>
        <a:ext cx="839135" cy="839135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24AA0-3354-4FB8-AFF3-E5A52B46C823}">
      <dsp:nvSpPr>
        <dsp:cNvPr id="0" name=""/>
        <dsp:cNvSpPr/>
      </dsp:nvSpPr>
      <dsp:spPr>
        <a:xfrm rot="10800000">
          <a:off x="1172861" y="42"/>
          <a:ext cx="4168910" cy="49119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02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 dirty="0" err="1"/>
            <a:t>похід</a:t>
          </a:r>
          <a:r>
            <a:rPr lang="ru-RU" sz="1100" b="0" i="0" kern="1200" dirty="0"/>
            <a:t> князя Аскольда на Константинополь</a:t>
          </a:r>
          <a:endParaRPr lang="uk-UA" sz="1100" kern="1200" dirty="0"/>
        </a:p>
      </dsp:txBody>
      <dsp:txXfrm rot="10800000">
        <a:off x="1295659" y="42"/>
        <a:ext cx="4046112" cy="491191"/>
      </dsp:txXfrm>
    </dsp:sp>
    <dsp:sp modelId="{50A562E0-7BCF-4181-B4A3-F2C585689570}">
      <dsp:nvSpPr>
        <dsp:cNvPr id="0" name=""/>
        <dsp:cNvSpPr/>
      </dsp:nvSpPr>
      <dsp:spPr>
        <a:xfrm>
          <a:off x="927265" y="42"/>
          <a:ext cx="491191" cy="49119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0CD69-FA34-4786-9F4C-126837744DF1}">
      <dsp:nvSpPr>
        <dsp:cNvPr id="0" name=""/>
        <dsp:cNvSpPr/>
      </dsp:nvSpPr>
      <dsp:spPr>
        <a:xfrm rot="10800000">
          <a:off x="1172861" y="630562"/>
          <a:ext cx="4168910" cy="49119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02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/>
            <a:t>розгром князем Святославом Хозарського каганату</a:t>
          </a:r>
          <a:endParaRPr lang="uk-UA" sz="1100" kern="1200"/>
        </a:p>
      </dsp:txBody>
      <dsp:txXfrm rot="10800000">
        <a:off x="1295659" y="630562"/>
        <a:ext cx="4046112" cy="491191"/>
      </dsp:txXfrm>
    </dsp:sp>
    <dsp:sp modelId="{4F553DA3-B9DA-4368-8832-68925AE15C3C}">
      <dsp:nvSpPr>
        <dsp:cNvPr id="0" name=""/>
        <dsp:cNvSpPr/>
      </dsp:nvSpPr>
      <dsp:spPr>
        <a:xfrm>
          <a:off x="927265" y="630562"/>
          <a:ext cx="491191" cy="49119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8C881-7DE9-4F37-BEE1-F4444A611A33}">
      <dsp:nvSpPr>
        <dsp:cNvPr id="0" name=""/>
        <dsp:cNvSpPr/>
      </dsp:nvSpPr>
      <dsp:spPr>
        <a:xfrm rot="10800000">
          <a:off x="1172861" y="1261083"/>
          <a:ext cx="4168910" cy="49119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02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/>
            <a:t>об’єднання князем Романом Мстиславовичем Галицького та Волинського князівств у єдину державу</a:t>
          </a:r>
          <a:endParaRPr lang="uk-UA" sz="1100" kern="1200"/>
        </a:p>
      </dsp:txBody>
      <dsp:txXfrm rot="10800000">
        <a:off x="1295659" y="1261083"/>
        <a:ext cx="4046112" cy="491191"/>
      </dsp:txXfrm>
    </dsp:sp>
    <dsp:sp modelId="{97C91C36-9F1C-4A0A-89BF-8DA2CC17D23D}">
      <dsp:nvSpPr>
        <dsp:cNvPr id="0" name=""/>
        <dsp:cNvSpPr/>
      </dsp:nvSpPr>
      <dsp:spPr>
        <a:xfrm>
          <a:off x="927265" y="1261083"/>
          <a:ext cx="491191" cy="49119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89D30-14AA-47AF-9573-928E2BBA4F80}">
      <dsp:nvSpPr>
        <dsp:cNvPr id="0" name=""/>
        <dsp:cNvSpPr/>
      </dsp:nvSpPr>
      <dsp:spPr>
        <a:xfrm rot="10800000">
          <a:off x="1172861" y="1891603"/>
          <a:ext cx="4168910" cy="49119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02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0" i="0" kern="1200" dirty="0" err="1"/>
            <a:t>похід</a:t>
          </a:r>
          <a:r>
            <a:rPr lang="ru-RU" sz="1100" b="0" i="0" kern="1200" dirty="0"/>
            <a:t> на Русь </a:t>
          </a:r>
          <a:r>
            <a:rPr lang="ru-RU" sz="1100" b="0" i="0" kern="1200" dirty="0" err="1"/>
            <a:t>монгольських</a:t>
          </a:r>
          <a:r>
            <a:rPr lang="ru-RU" sz="1100" b="0" i="0" kern="1200" dirty="0"/>
            <a:t> орд </a:t>
          </a:r>
          <a:r>
            <a:rPr lang="ru-RU" sz="1100" b="0" i="0" kern="1200" dirty="0" err="1"/>
            <a:t>Батия</a:t>
          </a:r>
          <a:endParaRPr lang="uk-UA" sz="1100" kern="1200" dirty="0"/>
        </a:p>
      </dsp:txBody>
      <dsp:txXfrm rot="10800000">
        <a:off x="1295659" y="1891603"/>
        <a:ext cx="4046112" cy="491191"/>
      </dsp:txXfrm>
    </dsp:sp>
    <dsp:sp modelId="{6B3AB19B-09E4-4E0E-BC61-4DAA7B63D73A}">
      <dsp:nvSpPr>
        <dsp:cNvPr id="0" name=""/>
        <dsp:cNvSpPr/>
      </dsp:nvSpPr>
      <dsp:spPr>
        <a:xfrm>
          <a:off x="927265" y="1891603"/>
          <a:ext cx="491191" cy="49119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8006A-A982-4FD6-A50F-EC4EE7803336}">
      <dsp:nvSpPr>
        <dsp:cNvPr id="0" name=""/>
        <dsp:cNvSpPr/>
      </dsp:nvSpPr>
      <dsp:spPr>
        <a:xfrm>
          <a:off x="0" y="356832"/>
          <a:ext cx="6272212" cy="304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руйнування міст, занепад ремесел та торгівлі на Русі</a:t>
          </a:r>
          <a:endParaRPr lang="uk-UA" sz="1300" kern="1200"/>
        </a:p>
      </dsp:txBody>
      <dsp:txXfrm>
        <a:off x="14850" y="371682"/>
        <a:ext cx="6242512" cy="274500"/>
      </dsp:txXfrm>
    </dsp:sp>
    <dsp:sp modelId="{0FBD626B-1266-4FF1-83E9-FC6FFE5B0673}">
      <dsp:nvSpPr>
        <dsp:cNvPr id="0" name=""/>
        <dsp:cNvSpPr/>
      </dsp:nvSpPr>
      <dsp:spPr>
        <a:xfrm>
          <a:off x="0" y="698472"/>
          <a:ext cx="6272212" cy="304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формування нового центру суспільно-політичного та економічного життя Русі</a:t>
          </a:r>
          <a:endParaRPr lang="uk-UA" sz="1300" kern="1200" dirty="0"/>
        </a:p>
      </dsp:txBody>
      <dsp:txXfrm>
        <a:off x="14850" y="713322"/>
        <a:ext cx="6242512" cy="274500"/>
      </dsp:txXfrm>
    </dsp:sp>
    <dsp:sp modelId="{AB4B0642-FE22-477D-BBA1-DD32E2D1CBA4}">
      <dsp:nvSpPr>
        <dsp:cNvPr id="0" name=""/>
        <dsp:cNvSpPr/>
      </dsp:nvSpPr>
      <dsp:spPr>
        <a:xfrm>
          <a:off x="0" y="1040112"/>
          <a:ext cx="6272212" cy="304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відкриття шляху на Русь кочовим ордам Сходу</a:t>
          </a:r>
          <a:endParaRPr lang="uk-UA" sz="1300" kern="1200" dirty="0"/>
        </a:p>
      </dsp:txBody>
      <dsp:txXfrm>
        <a:off x="14850" y="1054962"/>
        <a:ext cx="6242512" cy="274500"/>
      </dsp:txXfrm>
    </dsp:sp>
    <dsp:sp modelId="{36C742D6-D712-4077-982E-EB3B214C0F12}">
      <dsp:nvSpPr>
        <dsp:cNvPr id="0" name=""/>
        <dsp:cNvSpPr/>
      </dsp:nvSpPr>
      <dsp:spPr>
        <a:xfrm>
          <a:off x="0" y="1381752"/>
          <a:ext cx="6272212" cy="304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вихід Русі на міжнародну арену, початок її дипломатичної діяльності</a:t>
          </a:r>
          <a:endParaRPr lang="uk-UA" sz="1300" kern="1200"/>
        </a:p>
      </dsp:txBody>
      <dsp:txXfrm>
        <a:off x="14850" y="1396602"/>
        <a:ext cx="6242512" cy="274500"/>
      </dsp:txXfrm>
    </dsp:sp>
    <dsp:sp modelId="{F7686873-64C0-4D26-BFFF-2A74334D4241}">
      <dsp:nvSpPr>
        <dsp:cNvPr id="0" name=""/>
        <dsp:cNvSpPr/>
      </dsp:nvSpPr>
      <dsp:spPr>
        <a:xfrm>
          <a:off x="0" y="1723392"/>
          <a:ext cx="6272212" cy="304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розширення рівноправних </a:t>
          </a:r>
          <a:r>
            <a:rPr lang="uk-UA" sz="1300" b="0" i="0" kern="1200" dirty="0" err="1"/>
            <a:t>зв’язків</a:t>
          </a:r>
          <a:r>
            <a:rPr lang="uk-UA" sz="1300" b="0" i="0" kern="1200" dirty="0"/>
            <a:t> Русі з європейськими державами</a:t>
          </a:r>
          <a:endParaRPr lang="uk-UA" sz="1300" kern="1200" dirty="0"/>
        </a:p>
      </dsp:txBody>
      <dsp:txXfrm>
        <a:off x="14850" y="1738242"/>
        <a:ext cx="6242512" cy="274500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18332-2E42-4330-905B-BEDF98A4B7C2}">
      <dsp:nvSpPr>
        <dsp:cNvPr id="0" name=""/>
        <dsp:cNvSpPr/>
      </dsp:nvSpPr>
      <dsp:spPr>
        <a:xfrm>
          <a:off x="-2692299" y="-415248"/>
          <a:ext cx="3213334" cy="3213334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08116E-0F08-4B75-9DBD-70A4168F9AA6}">
      <dsp:nvSpPr>
        <dsp:cNvPr id="0" name=""/>
        <dsp:cNvSpPr/>
      </dsp:nvSpPr>
      <dsp:spPr>
        <a:xfrm>
          <a:off x="273509" y="183192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хозари.</a:t>
          </a:r>
          <a:endParaRPr lang="uk-UA" sz="1900" kern="1200"/>
        </a:p>
      </dsp:txBody>
      <dsp:txXfrm>
        <a:off x="273509" y="183192"/>
        <a:ext cx="5966894" cy="366575"/>
      </dsp:txXfrm>
    </dsp:sp>
    <dsp:sp modelId="{445D0029-8D59-4583-BA4F-12D405378A1A}">
      <dsp:nvSpPr>
        <dsp:cNvPr id="0" name=""/>
        <dsp:cNvSpPr/>
      </dsp:nvSpPr>
      <dsp:spPr>
        <a:xfrm>
          <a:off x="44399" y="137370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D2D17-4853-4D5D-89D8-B3FEEE634291}">
      <dsp:nvSpPr>
        <dsp:cNvPr id="0" name=""/>
        <dsp:cNvSpPr/>
      </dsp:nvSpPr>
      <dsp:spPr>
        <a:xfrm>
          <a:off x="483675" y="733151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половці.</a:t>
          </a:r>
          <a:endParaRPr lang="uk-UA" sz="1900" kern="1200"/>
        </a:p>
      </dsp:txBody>
      <dsp:txXfrm>
        <a:off x="483675" y="733151"/>
        <a:ext cx="5756727" cy="366575"/>
      </dsp:txXfrm>
    </dsp:sp>
    <dsp:sp modelId="{34F48A73-7C9F-4479-8C4D-E8F1F776EFC2}">
      <dsp:nvSpPr>
        <dsp:cNvPr id="0" name=""/>
        <dsp:cNvSpPr/>
      </dsp:nvSpPr>
      <dsp:spPr>
        <a:xfrm>
          <a:off x="254565" y="687329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E2259-A1E5-4229-98E2-24CA6D276089}">
      <dsp:nvSpPr>
        <dsp:cNvPr id="0" name=""/>
        <dsp:cNvSpPr/>
      </dsp:nvSpPr>
      <dsp:spPr>
        <a:xfrm>
          <a:off x="483675" y="1283110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монголи.</a:t>
          </a:r>
          <a:endParaRPr lang="uk-UA" sz="1900" kern="1200" dirty="0"/>
        </a:p>
      </dsp:txBody>
      <dsp:txXfrm>
        <a:off x="483675" y="1283110"/>
        <a:ext cx="5756727" cy="366575"/>
      </dsp:txXfrm>
    </dsp:sp>
    <dsp:sp modelId="{8E99B07A-AA33-4C94-9915-F81701FD34F8}">
      <dsp:nvSpPr>
        <dsp:cNvPr id="0" name=""/>
        <dsp:cNvSpPr/>
      </dsp:nvSpPr>
      <dsp:spPr>
        <a:xfrm>
          <a:off x="254565" y="1237288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55DEC-5677-44EF-9879-E59FD7A7D437}">
      <dsp:nvSpPr>
        <dsp:cNvPr id="0" name=""/>
        <dsp:cNvSpPr/>
      </dsp:nvSpPr>
      <dsp:spPr>
        <a:xfrm>
          <a:off x="273509" y="1833069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печеніги.</a:t>
          </a:r>
          <a:endParaRPr lang="uk-UA" sz="1900" kern="1200" dirty="0"/>
        </a:p>
      </dsp:txBody>
      <dsp:txXfrm>
        <a:off x="273509" y="1833069"/>
        <a:ext cx="5966894" cy="366575"/>
      </dsp:txXfrm>
    </dsp:sp>
    <dsp:sp modelId="{273DA84D-EFC9-4624-85EB-7FB9E040E4EE}">
      <dsp:nvSpPr>
        <dsp:cNvPr id="0" name=""/>
        <dsp:cNvSpPr/>
      </dsp:nvSpPr>
      <dsp:spPr>
        <a:xfrm>
          <a:off x="44399" y="1787247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4B7A0E-6F4D-4DEC-AFEE-85185A0C6F1A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монголам.</a:t>
          </a:r>
          <a:endParaRPr lang="uk-UA" sz="2300" kern="1200"/>
        </a:p>
      </dsp:txBody>
      <dsp:txXfrm>
        <a:off x="26273" y="41931"/>
        <a:ext cx="6216492" cy="485654"/>
      </dsp:txXfrm>
    </dsp:sp>
    <dsp:sp modelId="{2D9F77BC-E886-407A-9B6A-383809FD8438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угорцям.</a:t>
          </a:r>
          <a:endParaRPr lang="uk-UA" sz="2300" kern="1200"/>
        </a:p>
      </dsp:txBody>
      <dsp:txXfrm>
        <a:off x="26273" y="646372"/>
        <a:ext cx="6216492" cy="485654"/>
      </dsp:txXfrm>
    </dsp:sp>
    <dsp:sp modelId="{3B657FFB-E73F-4617-BEA5-2FE8A62311B4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полякам.</a:t>
          </a:r>
          <a:endParaRPr lang="uk-UA" sz="2300" kern="1200" dirty="0"/>
        </a:p>
      </dsp:txBody>
      <dsp:txXfrm>
        <a:off x="26273" y="1250812"/>
        <a:ext cx="6216492" cy="485654"/>
      </dsp:txXfrm>
    </dsp:sp>
    <dsp:sp modelId="{6808B518-49C4-472C-AD33-EAE64FEE1118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хрестоносцям.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21DBF4-0680-44F6-A180-7673DA2A43CF}">
      <dsp:nvSpPr>
        <dsp:cNvPr id="0" name=""/>
        <dsp:cNvSpPr/>
      </dsp:nvSpPr>
      <dsp:spPr>
        <a:xfrm>
          <a:off x="0" y="4246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облога та розорення Києва військами хана Батия</a:t>
          </a:r>
          <a:endParaRPr lang="uk-UA" sz="1500" kern="1200"/>
        </a:p>
      </dsp:txBody>
      <dsp:txXfrm>
        <a:off x="17134" y="441753"/>
        <a:ext cx="6234770" cy="316732"/>
      </dsp:txXfrm>
    </dsp:sp>
    <dsp:sp modelId="{EDC63472-41FE-4C27-AA19-460F03408CE4}">
      <dsp:nvSpPr>
        <dsp:cNvPr id="0" name=""/>
        <dsp:cNvSpPr/>
      </dsp:nvSpPr>
      <dsp:spPr>
        <a:xfrm>
          <a:off x="0" y="8188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битва русько-половецьких військ з монголами на р. Калка</a:t>
          </a:r>
          <a:endParaRPr lang="uk-UA" sz="1500" kern="1200"/>
        </a:p>
      </dsp:txBody>
      <dsp:txXfrm>
        <a:off x="17134" y="835953"/>
        <a:ext cx="6234770" cy="316732"/>
      </dsp:txXfrm>
    </dsp:sp>
    <dsp:sp modelId="{13F13F48-942E-405E-A92C-A23B875164DE}">
      <dsp:nvSpPr>
        <dsp:cNvPr id="0" name=""/>
        <dsp:cNvSpPr/>
      </dsp:nvSpPr>
      <dsp:spPr>
        <a:xfrm>
          <a:off x="0" y="1213018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розорення</a:t>
          </a:r>
          <a:r>
            <a:rPr lang="ru-RU" sz="1500" b="0" i="0" kern="1200" dirty="0"/>
            <a:t> монголами Переяслава та </a:t>
          </a:r>
          <a:r>
            <a:rPr lang="ru-RU" sz="1500" b="0" i="0" kern="1200" dirty="0" err="1"/>
            <a:t>Чернігова</a:t>
          </a:r>
          <a:endParaRPr lang="uk-UA" sz="1500" kern="1200" dirty="0"/>
        </a:p>
      </dsp:txBody>
      <dsp:txXfrm>
        <a:off x="17134" y="1230152"/>
        <a:ext cx="6234770" cy="316732"/>
      </dsp:txXfrm>
    </dsp:sp>
    <dsp:sp modelId="{971DADCB-D0CA-4771-AB85-750DD35170B9}">
      <dsp:nvSpPr>
        <dsp:cNvPr id="0" name=""/>
        <dsp:cNvSpPr/>
      </dsp:nvSpPr>
      <dsp:spPr>
        <a:xfrm>
          <a:off x="0" y="16072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спустошення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монгольськими</a:t>
          </a:r>
          <a:r>
            <a:rPr lang="ru-RU" sz="1500" b="0" i="0" kern="1200" dirty="0"/>
            <a:t> ордами </a:t>
          </a:r>
          <a:r>
            <a:rPr lang="ru-RU" sz="1500" b="0" i="0" kern="1200" dirty="0" err="1"/>
            <a:t>Галицько-Волинської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держави</a:t>
          </a:r>
          <a:endParaRPr lang="uk-UA" sz="1500" kern="1200" dirty="0"/>
        </a:p>
      </dsp:txBody>
      <dsp:txXfrm>
        <a:off x="17134" y="1624353"/>
        <a:ext cx="6234770" cy="316732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3D654-B6A2-4FFB-BC68-4CE484AEF1AC}">
      <dsp:nvSpPr>
        <dsp:cNvPr id="0" name=""/>
        <dsp:cNvSpPr/>
      </dsp:nvSpPr>
      <dsp:spPr>
        <a:xfrm>
          <a:off x="1943893" y="0"/>
          <a:ext cx="2384425" cy="23844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FC083-9497-4EEA-9133-5366CCF92D13}">
      <dsp:nvSpPr>
        <dsp:cNvPr id="0" name=""/>
        <dsp:cNvSpPr/>
      </dsp:nvSpPr>
      <dsp:spPr>
        <a:xfrm>
          <a:off x="2170414" y="226520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хозари</a:t>
          </a:r>
          <a:endParaRPr lang="uk-UA" sz="1400" kern="1200" dirty="0"/>
        </a:p>
      </dsp:txBody>
      <dsp:txXfrm>
        <a:off x="2215809" y="271915"/>
        <a:ext cx="839135" cy="839135"/>
      </dsp:txXfrm>
    </dsp:sp>
    <dsp:sp modelId="{145EBEF4-3598-42D1-AB66-8CD22546D467}">
      <dsp:nvSpPr>
        <dsp:cNvPr id="0" name=""/>
        <dsp:cNvSpPr/>
      </dsp:nvSpPr>
      <dsp:spPr>
        <a:xfrm>
          <a:off x="3171872" y="226520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половці</a:t>
          </a:r>
          <a:endParaRPr lang="uk-UA" sz="1400" kern="1200"/>
        </a:p>
      </dsp:txBody>
      <dsp:txXfrm>
        <a:off x="3217267" y="271915"/>
        <a:ext cx="839135" cy="839135"/>
      </dsp:txXfrm>
    </dsp:sp>
    <dsp:sp modelId="{22222F18-2515-4CBA-BFF3-C9A4B1C46ADD}">
      <dsp:nvSpPr>
        <dsp:cNvPr id="0" name=""/>
        <dsp:cNvSpPr/>
      </dsp:nvSpPr>
      <dsp:spPr>
        <a:xfrm>
          <a:off x="2170414" y="1227978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монголи</a:t>
          </a:r>
          <a:endParaRPr lang="uk-UA" sz="1400" kern="1200"/>
        </a:p>
      </dsp:txBody>
      <dsp:txXfrm>
        <a:off x="2215809" y="1273373"/>
        <a:ext cx="839135" cy="839135"/>
      </dsp:txXfrm>
    </dsp:sp>
    <dsp:sp modelId="{CC860616-09C0-4177-B8C2-6E5563ED2B35}">
      <dsp:nvSpPr>
        <dsp:cNvPr id="0" name=""/>
        <dsp:cNvSpPr/>
      </dsp:nvSpPr>
      <dsp:spPr>
        <a:xfrm>
          <a:off x="3171872" y="1227978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печеніги</a:t>
          </a:r>
          <a:endParaRPr lang="uk-UA" sz="1400" kern="1200" dirty="0"/>
        </a:p>
      </dsp:txBody>
      <dsp:txXfrm>
        <a:off x="3217267" y="1273373"/>
        <a:ext cx="839135" cy="839135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18332-2E42-4330-905B-BEDF98A4B7C2}">
      <dsp:nvSpPr>
        <dsp:cNvPr id="0" name=""/>
        <dsp:cNvSpPr/>
      </dsp:nvSpPr>
      <dsp:spPr>
        <a:xfrm>
          <a:off x="-2692299" y="-415248"/>
          <a:ext cx="3213334" cy="3213334"/>
        </a:xfrm>
        <a:prstGeom prst="blockArc">
          <a:avLst>
            <a:gd name="adj1" fmla="val 18900000"/>
            <a:gd name="adj2" fmla="val 2700000"/>
            <a:gd name="adj3" fmla="val 67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08116E-0F08-4B75-9DBD-70A4168F9AA6}">
      <dsp:nvSpPr>
        <dsp:cNvPr id="0" name=""/>
        <dsp:cNvSpPr/>
      </dsp:nvSpPr>
      <dsp:spPr>
        <a:xfrm>
          <a:off x="273509" y="183192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хозари.</a:t>
          </a:r>
          <a:endParaRPr lang="uk-UA" sz="1900" kern="1200"/>
        </a:p>
      </dsp:txBody>
      <dsp:txXfrm>
        <a:off x="273509" y="183192"/>
        <a:ext cx="5966894" cy="366575"/>
      </dsp:txXfrm>
    </dsp:sp>
    <dsp:sp modelId="{445D0029-8D59-4583-BA4F-12D405378A1A}">
      <dsp:nvSpPr>
        <dsp:cNvPr id="0" name=""/>
        <dsp:cNvSpPr/>
      </dsp:nvSpPr>
      <dsp:spPr>
        <a:xfrm>
          <a:off x="44399" y="137370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D2D17-4853-4D5D-89D8-B3FEEE634291}">
      <dsp:nvSpPr>
        <dsp:cNvPr id="0" name=""/>
        <dsp:cNvSpPr/>
      </dsp:nvSpPr>
      <dsp:spPr>
        <a:xfrm>
          <a:off x="483675" y="733151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половці.</a:t>
          </a:r>
          <a:endParaRPr lang="uk-UA" sz="1900" kern="1200"/>
        </a:p>
      </dsp:txBody>
      <dsp:txXfrm>
        <a:off x="483675" y="733151"/>
        <a:ext cx="5756727" cy="366575"/>
      </dsp:txXfrm>
    </dsp:sp>
    <dsp:sp modelId="{34F48A73-7C9F-4479-8C4D-E8F1F776EFC2}">
      <dsp:nvSpPr>
        <dsp:cNvPr id="0" name=""/>
        <dsp:cNvSpPr/>
      </dsp:nvSpPr>
      <dsp:spPr>
        <a:xfrm>
          <a:off x="254565" y="687329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E2259-A1E5-4229-98E2-24CA6D276089}">
      <dsp:nvSpPr>
        <dsp:cNvPr id="0" name=""/>
        <dsp:cNvSpPr/>
      </dsp:nvSpPr>
      <dsp:spPr>
        <a:xfrm>
          <a:off x="483675" y="1283110"/>
          <a:ext cx="5756727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монголи.</a:t>
          </a:r>
          <a:endParaRPr lang="uk-UA" sz="1900" kern="1200" dirty="0"/>
        </a:p>
      </dsp:txBody>
      <dsp:txXfrm>
        <a:off x="483675" y="1283110"/>
        <a:ext cx="5756727" cy="366575"/>
      </dsp:txXfrm>
    </dsp:sp>
    <dsp:sp modelId="{8E99B07A-AA33-4C94-9915-F81701FD34F8}">
      <dsp:nvSpPr>
        <dsp:cNvPr id="0" name=""/>
        <dsp:cNvSpPr/>
      </dsp:nvSpPr>
      <dsp:spPr>
        <a:xfrm>
          <a:off x="254565" y="1237288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55DEC-5677-44EF-9879-E59FD7A7D437}">
      <dsp:nvSpPr>
        <dsp:cNvPr id="0" name=""/>
        <dsp:cNvSpPr/>
      </dsp:nvSpPr>
      <dsp:spPr>
        <a:xfrm>
          <a:off x="273509" y="1833069"/>
          <a:ext cx="5966894" cy="366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печеніги.</a:t>
          </a:r>
          <a:endParaRPr lang="uk-UA" sz="1900" kern="1200" dirty="0"/>
        </a:p>
      </dsp:txBody>
      <dsp:txXfrm>
        <a:off x="273509" y="1833069"/>
        <a:ext cx="5966894" cy="366575"/>
      </dsp:txXfrm>
    </dsp:sp>
    <dsp:sp modelId="{273DA84D-EFC9-4624-85EB-7FB9E040E4EE}">
      <dsp:nvSpPr>
        <dsp:cNvPr id="0" name=""/>
        <dsp:cNvSpPr/>
      </dsp:nvSpPr>
      <dsp:spPr>
        <a:xfrm>
          <a:off x="44399" y="1787247"/>
          <a:ext cx="458219" cy="4582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4B7A0E-6F4D-4DEC-AFEE-85185A0C6F1A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монголам.</a:t>
          </a:r>
          <a:endParaRPr lang="uk-UA" sz="2300" kern="1200"/>
        </a:p>
      </dsp:txBody>
      <dsp:txXfrm>
        <a:off x="26273" y="41931"/>
        <a:ext cx="6216492" cy="485654"/>
      </dsp:txXfrm>
    </dsp:sp>
    <dsp:sp modelId="{2D9F77BC-E886-407A-9B6A-383809FD8438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угорцям.</a:t>
          </a:r>
          <a:endParaRPr lang="uk-UA" sz="2300" kern="1200"/>
        </a:p>
      </dsp:txBody>
      <dsp:txXfrm>
        <a:off x="26273" y="646372"/>
        <a:ext cx="6216492" cy="485654"/>
      </dsp:txXfrm>
    </dsp:sp>
    <dsp:sp modelId="{3B657FFB-E73F-4617-BEA5-2FE8A62311B4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полякам.</a:t>
          </a:r>
          <a:endParaRPr lang="uk-UA" sz="2300" kern="1200" dirty="0"/>
        </a:p>
      </dsp:txBody>
      <dsp:txXfrm>
        <a:off x="26273" y="1250812"/>
        <a:ext cx="6216492" cy="485654"/>
      </dsp:txXfrm>
    </dsp:sp>
    <dsp:sp modelId="{6808B518-49C4-472C-AD33-EAE64FEE1118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хрестоносцям.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21DBF4-0680-44F6-A180-7673DA2A43CF}">
      <dsp:nvSpPr>
        <dsp:cNvPr id="0" name=""/>
        <dsp:cNvSpPr/>
      </dsp:nvSpPr>
      <dsp:spPr>
        <a:xfrm>
          <a:off x="0" y="4246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облога та розорення Києва військами хана Батия</a:t>
          </a:r>
          <a:endParaRPr lang="uk-UA" sz="1500" kern="1200"/>
        </a:p>
      </dsp:txBody>
      <dsp:txXfrm>
        <a:off x="17134" y="441753"/>
        <a:ext cx="6234770" cy="316732"/>
      </dsp:txXfrm>
    </dsp:sp>
    <dsp:sp modelId="{EDC63472-41FE-4C27-AA19-460F03408CE4}">
      <dsp:nvSpPr>
        <dsp:cNvPr id="0" name=""/>
        <dsp:cNvSpPr/>
      </dsp:nvSpPr>
      <dsp:spPr>
        <a:xfrm>
          <a:off x="0" y="8188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битва русько-половецьких військ з монголами на р. Калка</a:t>
          </a:r>
          <a:endParaRPr lang="uk-UA" sz="1500" kern="1200"/>
        </a:p>
      </dsp:txBody>
      <dsp:txXfrm>
        <a:off x="17134" y="835953"/>
        <a:ext cx="6234770" cy="316732"/>
      </dsp:txXfrm>
    </dsp:sp>
    <dsp:sp modelId="{13F13F48-942E-405E-A92C-A23B875164DE}">
      <dsp:nvSpPr>
        <dsp:cNvPr id="0" name=""/>
        <dsp:cNvSpPr/>
      </dsp:nvSpPr>
      <dsp:spPr>
        <a:xfrm>
          <a:off x="0" y="1213018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розорення</a:t>
          </a:r>
          <a:r>
            <a:rPr lang="ru-RU" sz="1500" b="0" i="0" kern="1200" dirty="0"/>
            <a:t> монголами Переяслава та </a:t>
          </a:r>
          <a:r>
            <a:rPr lang="ru-RU" sz="1500" b="0" i="0" kern="1200" dirty="0" err="1"/>
            <a:t>Чернігова</a:t>
          </a:r>
          <a:endParaRPr lang="uk-UA" sz="1500" kern="1200" dirty="0"/>
        </a:p>
      </dsp:txBody>
      <dsp:txXfrm>
        <a:off x="17134" y="1230152"/>
        <a:ext cx="6234770" cy="316732"/>
      </dsp:txXfrm>
    </dsp:sp>
    <dsp:sp modelId="{971DADCB-D0CA-4771-AB85-750DD35170B9}">
      <dsp:nvSpPr>
        <dsp:cNvPr id="0" name=""/>
        <dsp:cNvSpPr/>
      </dsp:nvSpPr>
      <dsp:spPr>
        <a:xfrm>
          <a:off x="0" y="1607219"/>
          <a:ext cx="626903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спустошення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монгольськими</a:t>
          </a:r>
          <a:r>
            <a:rPr lang="ru-RU" sz="1500" b="0" i="0" kern="1200" dirty="0"/>
            <a:t> ордами </a:t>
          </a:r>
          <a:r>
            <a:rPr lang="ru-RU" sz="1500" b="0" i="0" kern="1200" dirty="0" err="1"/>
            <a:t>Галицько-Волинської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держави</a:t>
          </a:r>
          <a:endParaRPr lang="uk-UA" sz="1500" kern="1200" dirty="0"/>
        </a:p>
      </dsp:txBody>
      <dsp:txXfrm>
        <a:off x="17134" y="1624353"/>
        <a:ext cx="6234770" cy="316732"/>
      </dsp:txXfrm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3D654-B6A2-4FFB-BC68-4CE484AEF1AC}">
      <dsp:nvSpPr>
        <dsp:cNvPr id="0" name=""/>
        <dsp:cNvSpPr/>
      </dsp:nvSpPr>
      <dsp:spPr>
        <a:xfrm>
          <a:off x="1943893" y="0"/>
          <a:ext cx="2384425" cy="23844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FC083-9497-4EEA-9133-5366CCF92D13}">
      <dsp:nvSpPr>
        <dsp:cNvPr id="0" name=""/>
        <dsp:cNvSpPr/>
      </dsp:nvSpPr>
      <dsp:spPr>
        <a:xfrm>
          <a:off x="2170414" y="226520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хозари</a:t>
          </a:r>
          <a:endParaRPr lang="uk-UA" sz="1400" kern="1200" dirty="0"/>
        </a:p>
      </dsp:txBody>
      <dsp:txXfrm>
        <a:off x="2215809" y="271915"/>
        <a:ext cx="839135" cy="839135"/>
      </dsp:txXfrm>
    </dsp:sp>
    <dsp:sp modelId="{145EBEF4-3598-42D1-AB66-8CD22546D467}">
      <dsp:nvSpPr>
        <dsp:cNvPr id="0" name=""/>
        <dsp:cNvSpPr/>
      </dsp:nvSpPr>
      <dsp:spPr>
        <a:xfrm>
          <a:off x="3171872" y="226520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половці</a:t>
          </a:r>
          <a:endParaRPr lang="uk-UA" sz="1400" kern="1200"/>
        </a:p>
      </dsp:txBody>
      <dsp:txXfrm>
        <a:off x="3217267" y="271915"/>
        <a:ext cx="839135" cy="839135"/>
      </dsp:txXfrm>
    </dsp:sp>
    <dsp:sp modelId="{22222F18-2515-4CBA-BFF3-C9A4B1C46ADD}">
      <dsp:nvSpPr>
        <dsp:cNvPr id="0" name=""/>
        <dsp:cNvSpPr/>
      </dsp:nvSpPr>
      <dsp:spPr>
        <a:xfrm>
          <a:off x="2170414" y="1227978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монголи</a:t>
          </a:r>
          <a:endParaRPr lang="uk-UA" sz="1400" kern="1200"/>
        </a:p>
      </dsp:txBody>
      <dsp:txXfrm>
        <a:off x="2215809" y="1273373"/>
        <a:ext cx="839135" cy="839135"/>
      </dsp:txXfrm>
    </dsp:sp>
    <dsp:sp modelId="{CC860616-09C0-4177-B8C2-6E5563ED2B35}">
      <dsp:nvSpPr>
        <dsp:cNvPr id="0" name=""/>
        <dsp:cNvSpPr/>
      </dsp:nvSpPr>
      <dsp:spPr>
        <a:xfrm>
          <a:off x="3171872" y="1227978"/>
          <a:ext cx="929925" cy="9299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печеніги</a:t>
          </a:r>
          <a:endParaRPr lang="uk-UA" sz="1400" kern="1200" dirty="0"/>
        </a:p>
      </dsp:txBody>
      <dsp:txXfrm>
        <a:off x="3217267" y="1273373"/>
        <a:ext cx="839135" cy="839135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E8E11-F17B-4185-BEFF-F4810C6A32C9}">
      <dsp:nvSpPr>
        <dsp:cNvPr id="0" name=""/>
        <dsp:cNvSpPr/>
      </dsp:nvSpPr>
      <dsp:spPr>
        <a:xfrm>
          <a:off x="0" y="1645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хозарів.</a:t>
          </a:r>
          <a:endParaRPr lang="uk-UA" sz="2300" kern="1200"/>
        </a:p>
      </dsp:txBody>
      <dsp:txXfrm>
        <a:off x="26273" y="42725"/>
        <a:ext cx="6219666" cy="485654"/>
      </dsp:txXfrm>
    </dsp:sp>
    <dsp:sp modelId="{7557BB38-2758-401E-AE0E-BF9C31F96E55}">
      <dsp:nvSpPr>
        <dsp:cNvPr id="0" name=""/>
        <dsp:cNvSpPr/>
      </dsp:nvSpPr>
      <dsp:spPr>
        <a:xfrm>
          <a:off x="0" y="62089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половців.</a:t>
          </a:r>
          <a:endParaRPr lang="uk-UA" sz="2300" kern="1200"/>
        </a:p>
      </dsp:txBody>
      <dsp:txXfrm>
        <a:off x="26273" y="647165"/>
        <a:ext cx="6219666" cy="485654"/>
      </dsp:txXfrm>
    </dsp:sp>
    <dsp:sp modelId="{ACCD7081-F000-4E49-887A-EA927AE0F163}">
      <dsp:nvSpPr>
        <dsp:cNvPr id="0" name=""/>
        <dsp:cNvSpPr/>
      </dsp:nvSpPr>
      <dsp:spPr>
        <a:xfrm>
          <a:off x="0" y="122533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печенігів.</a:t>
          </a:r>
          <a:endParaRPr lang="uk-UA" sz="2300" kern="1200" dirty="0"/>
        </a:p>
      </dsp:txBody>
      <dsp:txXfrm>
        <a:off x="26273" y="1251605"/>
        <a:ext cx="6219666" cy="485654"/>
      </dsp:txXfrm>
    </dsp:sp>
    <dsp:sp modelId="{1306AA26-CEC6-40E4-BB52-746B70A8F0F6}">
      <dsp:nvSpPr>
        <dsp:cNvPr id="0" name=""/>
        <dsp:cNvSpPr/>
      </dsp:nvSpPr>
      <dsp:spPr>
        <a:xfrm>
          <a:off x="0" y="1829772"/>
          <a:ext cx="627221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монголів.</a:t>
          </a:r>
          <a:endParaRPr lang="uk-UA" sz="2300" kern="1200" dirty="0"/>
        </a:p>
      </dsp:txBody>
      <dsp:txXfrm>
        <a:off x="26273" y="1856045"/>
        <a:ext cx="6219666" cy="485654"/>
      </dsp:txXfrm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25CB8C-7619-4879-9989-35D100F34C89}">
      <dsp:nvSpPr>
        <dsp:cNvPr id="0" name=""/>
        <dsp:cNvSpPr/>
      </dsp:nvSpPr>
      <dsp:spPr>
        <a:xfrm>
          <a:off x="0" y="142272"/>
          <a:ext cx="6272212" cy="1022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«Прийшли іноплемінники на Руську землю... А Ізяслав, і Святослав, і Всеволод вийшли супроти них на [річку] Альту… І побігли руські князі, і перемогли [половці]…»</a:t>
          </a:r>
          <a:endParaRPr lang="uk-UA" sz="1900" kern="1200" dirty="0"/>
        </a:p>
      </dsp:txBody>
      <dsp:txXfrm>
        <a:off x="49918" y="192190"/>
        <a:ext cx="6172376" cy="922744"/>
      </dsp:txXfrm>
    </dsp:sp>
    <dsp:sp modelId="{33450E70-45EF-4518-A7F7-B8B3D6991244}">
      <dsp:nvSpPr>
        <dsp:cNvPr id="0" name=""/>
        <dsp:cNvSpPr/>
      </dsp:nvSpPr>
      <dsp:spPr>
        <a:xfrm>
          <a:off x="0" y="1219572"/>
          <a:ext cx="6272212" cy="1022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«Половці пустошили багато й вернулись до </a:t>
          </a:r>
          <a:r>
            <a:rPr lang="uk-UA" sz="1900" b="0" i="1" kern="1200" dirty="0" err="1"/>
            <a:t>Торчського</a:t>
          </a:r>
          <a:r>
            <a:rPr lang="uk-UA" sz="1900" b="0" i="1" kern="1200" dirty="0"/>
            <a:t>. І знемагали люди в городі од голоду, і здалися ворогам. Половці ж, узявши город, запалили його вогнем…»</a:t>
          </a:r>
          <a:endParaRPr lang="uk-UA" sz="1900" kern="1200" dirty="0"/>
        </a:p>
      </dsp:txBody>
      <dsp:txXfrm>
        <a:off x="49918" y="1269490"/>
        <a:ext cx="6172376" cy="922744"/>
      </dsp:txXfrm>
    </dsp:sp>
  </dsp:spTree>
</dsp:drawing>
</file>

<file path=ppt/diagrams/drawing10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A780E-A0BC-453A-BAA8-7F286FD5D042}">
      <dsp:nvSpPr>
        <dsp:cNvPr id="0" name=""/>
        <dsp:cNvSpPr/>
      </dsp:nvSpPr>
      <dsp:spPr>
        <a:xfrm>
          <a:off x="0" y="280989"/>
          <a:ext cx="5181600" cy="1867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«І коли приблизився Ігор до полків своїх, то поїхали [половці] навпоперек, і тут схопили його віддалі одного </a:t>
          </a:r>
          <a:r>
            <a:rPr lang="uk-UA" sz="1900" b="0" i="1" kern="1200" dirty="0" err="1"/>
            <a:t>перестрілу</a:t>
          </a:r>
          <a:r>
            <a:rPr lang="uk-UA" sz="1900" b="0" i="1" kern="1200" dirty="0"/>
            <a:t> од полку свого. І схоплений Ігор бачив брата свого Всеволода… і просив він душі своїй смерті, щоби не бачити загибелі брата свого…»</a:t>
          </a:r>
          <a:endParaRPr lang="uk-UA" sz="1900" kern="1200" dirty="0"/>
        </a:p>
      </dsp:txBody>
      <dsp:txXfrm>
        <a:off x="91155" y="372144"/>
        <a:ext cx="4999290" cy="1685010"/>
      </dsp:txXfrm>
    </dsp:sp>
    <dsp:sp modelId="{7B1B0A86-49D9-45A3-A7D8-78CB28AE9057}">
      <dsp:nvSpPr>
        <dsp:cNvPr id="0" name=""/>
        <dsp:cNvSpPr/>
      </dsp:nvSpPr>
      <dsp:spPr>
        <a:xfrm>
          <a:off x="0" y="2203029"/>
          <a:ext cx="5181600" cy="1867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«Це був найзавзятіший з боїв: він тривав кілька днів, але татари нарешті стали переможцями; половці й русичі зазнали цілковитої поразки. Ті, які встали, урятувалися, дісталися Русі в </a:t>
          </a:r>
          <a:r>
            <a:rPr lang="uk-UA" sz="1900" b="0" i="1" kern="1200" dirty="0" err="1"/>
            <a:t>найнещаснішому</a:t>
          </a:r>
          <a:r>
            <a:rPr lang="uk-UA" sz="1900" b="0" i="1" kern="1200" dirty="0"/>
            <a:t> вигляді…»</a:t>
          </a:r>
          <a:endParaRPr lang="uk-UA" sz="1900" kern="1200" dirty="0"/>
        </a:p>
      </dsp:txBody>
      <dsp:txXfrm>
        <a:off x="91155" y="2294184"/>
        <a:ext cx="4999290" cy="1685010"/>
      </dsp:txXfrm>
    </dsp:sp>
  </dsp:spTree>
</dsp:drawing>
</file>

<file path=ppt/diagrams/drawing10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F56BD-4BEC-4CAF-9B13-0AC991D8B4B3}">
      <dsp:nvSpPr>
        <dsp:cNvPr id="0" name=""/>
        <dsp:cNvSpPr/>
      </dsp:nvSpPr>
      <dsp:spPr>
        <a:xfrm>
          <a:off x="0" y="374292"/>
          <a:ext cx="6272212" cy="37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київського князя Володимира Великого на Червенські міста.</a:t>
          </a:r>
          <a:endParaRPr lang="uk-UA" sz="1600" kern="1200"/>
        </a:p>
      </dsp:txBody>
      <dsp:txXfrm>
        <a:off x="18277" y="392569"/>
        <a:ext cx="6235658" cy="337846"/>
      </dsp:txXfrm>
    </dsp:sp>
    <dsp:sp modelId="{1B69D9D4-ABCD-46AA-86F0-1300BA51AB0D}">
      <dsp:nvSpPr>
        <dsp:cNvPr id="0" name=""/>
        <dsp:cNvSpPr/>
      </dsp:nvSpPr>
      <dsp:spPr>
        <a:xfrm>
          <a:off x="0" y="794772"/>
          <a:ext cx="6272212" cy="37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переяславського князя Володимира Мономаха проти половців.</a:t>
          </a:r>
          <a:endParaRPr lang="uk-UA" sz="1600" kern="1200" dirty="0"/>
        </a:p>
      </dsp:txBody>
      <dsp:txXfrm>
        <a:off x="18277" y="813049"/>
        <a:ext cx="6235658" cy="337846"/>
      </dsp:txXfrm>
    </dsp:sp>
    <dsp:sp modelId="{DD3AEBFE-540E-4417-9BC7-C280AE7EEB58}">
      <dsp:nvSpPr>
        <dsp:cNvPr id="0" name=""/>
        <dsp:cNvSpPr/>
      </dsp:nvSpPr>
      <dsp:spPr>
        <a:xfrm>
          <a:off x="0" y="1215252"/>
          <a:ext cx="6272212" cy="37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монгольського хана Батия на землі Південно-Західної Русі.</a:t>
          </a:r>
          <a:endParaRPr lang="uk-UA" sz="1600" kern="1200"/>
        </a:p>
      </dsp:txBody>
      <dsp:txXfrm>
        <a:off x="18277" y="1233529"/>
        <a:ext cx="6235658" cy="337846"/>
      </dsp:txXfrm>
    </dsp:sp>
    <dsp:sp modelId="{C42C1F59-6318-481C-90B4-1D6E8944ABF7}">
      <dsp:nvSpPr>
        <dsp:cNvPr id="0" name=""/>
        <dsp:cNvSpPr/>
      </dsp:nvSpPr>
      <dsp:spPr>
        <a:xfrm>
          <a:off x="0" y="1635732"/>
          <a:ext cx="6272212" cy="37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литовського князя Ольгерда на землі Західної Русі та Польщі.</a:t>
          </a:r>
          <a:endParaRPr lang="uk-UA" sz="1600" kern="1200" dirty="0"/>
        </a:p>
      </dsp:txBody>
      <dsp:txXfrm>
        <a:off x="18277" y="1654009"/>
        <a:ext cx="6235658" cy="337846"/>
      </dsp:txXfrm>
    </dsp:sp>
  </dsp:spTree>
</dsp:drawing>
</file>

<file path=ppt/diagrams/drawing10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1D801-C743-41D9-BAF4-2CF62D0FA328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міста</a:t>
          </a:r>
          <a:r>
            <a:rPr lang="ru-RU" sz="2300" b="0" i="0" kern="1200" dirty="0"/>
            <a:t> Ярослава.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04A5231B-B9E1-436C-B187-4503B14E8C5A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річки Калки.</a:t>
          </a:r>
          <a:endParaRPr lang="uk-UA" sz="2300" kern="1200"/>
        </a:p>
      </dsp:txBody>
      <dsp:txXfrm>
        <a:off x="26273" y="646372"/>
        <a:ext cx="6216492" cy="485654"/>
      </dsp:txXfrm>
    </dsp:sp>
    <dsp:sp modelId="{0D9E4EE7-B334-42EE-B575-0E6946309492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міста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Орші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1250812"/>
        <a:ext cx="6216492" cy="485654"/>
      </dsp:txXfrm>
    </dsp:sp>
    <dsp:sp modelId="{FBEB38E8-B18C-4136-A1DB-5EDA212EB126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річки</a:t>
          </a:r>
          <a:r>
            <a:rPr lang="ru-RU" sz="2300" b="0" i="0" kern="1200" dirty="0"/>
            <a:t> </a:t>
          </a:r>
          <a:r>
            <a:rPr lang="ru-RU" sz="2300" b="0" i="0" kern="1200" dirty="0" err="1"/>
            <a:t>Сині</a:t>
          </a:r>
          <a:r>
            <a:rPr lang="ru-RU" sz="2300" b="0" i="0" kern="1200" dirty="0"/>
            <a:t> Води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10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975A3-9444-4C05-A19F-A8907CEA0E0A}">
      <dsp:nvSpPr>
        <dsp:cNvPr id="0" name=""/>
        <dsp:cNvSpPr/>
      </dsp:nvSpPr>
      <dsp:spPr>
        <a:xfrm>
          <a:off x="0" y="220139"/>
          <a:ext cx="626903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приєднання до князівства Закарпаття й Буковини</a:t>
          </a:r>
          <a:endParaRPr lang="uk-UA" sz="1900" kern="1200" dirty="0"/>
        </a:p>
      </dsp:txBody>
      <dsp:txXfrm>
        <a:off x="21704" y="241843"/>
        <a:ext cx="6225630" cy="401192"/>
      </dsp:txXfrm>
    </dsp:sp>
    <dsp:sp modelId="{84210B71-28A4-438F-ABB6-E1B4AC6E0025}">
      <dsp:nvSpPr>
        <dsp:cNvPr id="0" name=""/>
        <dsp:cNvSpPr/>
      </dsp:nvSpPr>
      <dsp:spPr>
        <a:xfrm>
          <a:off x="0" y="719459"/>
          <a:ext cx="626903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зміцнення влади князя Галицько-Волинської держави</a:t>
          </a:r>
          <a:endParaRPr lang="uk-UA" sz="1900" kern="1200"/>
        </a:p>
      </dsp:txBody>
      <dsp:txXfrm>
        <a:off x="21704" y="741163"/>
        <a:ext cx="6225630" cy="401192"/>
      </dsp:txXfrm>
    </dsp:sp>
    <dsp:sp modelId="{5F6EB26A-565A-42D5-9F9F-F33BEA15E3FA}">
      <dsp:nvSpPr>
        <dsp:cNvPr id="0" name=""/>
        <dsp:cNvSpPr/>
      </dsp:nvSpPr>
      <dsp:spPr>
        <a:xfrm>
          <a:off x="0" y="1218779"/>
          <a:ext cx="626903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коронація галицько-волинського князя в Дорогичині</a:t>
          </a:r>
          <a:endParaRPr lang="uk-UA" sz="1900" kern="1200"/>
        </a:p>
      </dsp:txBody>
      <dsp:txXfrm>
        <a:off x="21704" y="1240483"/>
        <a:ext cx="6225630" cy="401192"/>
      </dsp:txXfrm>
    </dsp:sp>
    <dsp:sp modelId="{81D227A0-C7A8-40FA-A189-EDA2951F6649}">
      <dsp:nvSpPr>
        <dsp:cNvPr id="0" name=""/>
        <dsp:cNvSpPr/>
      </dsp:nvSpPr>
      <dsp:spPr>
        <a:xfrm>
          <a:off x="0" y="1718099"/>
          <a:ext cx="626903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укладення союзницької угоди з Тевтонським орденом</a:t>
          </a:r>
          <a:endParaRPr lang="uk-UA" sz="1900" kern="1200" dirty="0"/>
        </a:p>
      </dsp:txBody>
      <dsp:txXfrm>
        <a:off x="21704" y="1739803"/>
        <a:ext cx="6225630" cy="401192"/>
      </dsp:txXfrm>
    </dsp:sp>
  </dsp:spTree>
</dsp:drawing>
</file>

<file path=ppt/diagrams/drawing10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F62F5-5645-4D57-9D0D-7158B6F2D707}">
      <dsp:nvSpPr>
        <dsp:cNvPr id="0" name=""/>
        <dsp:cNvSpPr/>
      </dsp:nvSpPr>
      <dsp:spPr>
        <a:xfrm>
          <a:off x="0" y="475739"/>
          <a:ext cx="62690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позбувся політичної залежності від ханів Золотої Орди.</a:t>
          </a:r>
          <a:endParaRPr lang="uk-UA" sz="1400" kern="1200"/>
        </a:p>
      </dsp:txBody>
      <dsp:txXfrm>
        <a:off x="15992" y="491731"/>
        <a:ext cx="6237054" cy="295616"/>
      </dsp:txXfrm>
    </dsp:sp>
    <dsp:sp modelId="{1073EBD3-F419-4781-AF61-73CB40DD8E9E}">
      <dsp:nvSpPr>
        <dsp:cNvPr id="0" name=""/>
        <dsp:cNvSpPr/>
      </dsp:nvSpPr>
      <dsp:spPr>
        <a:xfrm>
          <a:off x="0" y="843659"/>
          <a:ext cx="62690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зламав опір галицького боярства та остаточно утвердився при владі.</a:t>
          </a:r>
          <a:endParaRPr lang="uk-UA" sz="1400" kern="1200" dirty="0"/>
        </a:p>
      </dsp:txBody>
      <dsp:txXfrm>
        <a:off x="15992" y="859651"/>
        <a:ext cx="6237054" cy="295616"/>
      </dsp:txXfrm>
    </dsp:sp>
    <dsp:sp modelId="{2E045A8E-84DD-453D-B13E-16C9B9DC48E8}">
      <dsp:nvSpPr>
        <dsp:cNvPr id="0" name=""/>
        <dsp:cNvSpPr/>
      </dsp:nvSpPr>
      <dsp:spPr>
        <a:xfrm>
          <a:off x="0" y="1211579"/>
          <a:ext cx="62690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зупинив просування тевтонських рицарів-хрестоносців на руські землі.</a:t>
          </a:r>
          <a:endParaRPr lang="uk-UA" sz="1400" kern="1200"/>
        </a:p>
      </dsp:txBody>
      <dsp:txXfrm>
        <a:off x="15992" y="1227571"/>
        <a:ext cx="6237054" cy="295616"/>
      </dsp:txXfrm>
    </dsp:sp>
    <dsp:sp modelId="{15F9D673-188C-401A-BC82-045D3A26EA46}">
      <dsp:nvSpPr>
        <dsp:cNvPr id="0" name=""/>
        <dsp:cNvSpPr/>
      </dsp:nvSpPr>
      <dsp:spPr>
        <a:xfrm>
          <a:off x="0" y="1579499"/>
          <a:ext cx="62690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поширив свою владу на Волинь і відновив єдність держави свого батька.</a:t>
          </a:r>
          <a:endParaRPr lang="uk-UA" sz="1400" kern="1200" dirty="0"/>
        </a:p>
      </dsp:txBody>
      <dsp:txXfrm>
        <a:off x="15992" y="1595491"/>
        <a:ext cx="6237054" cy="295616"/>
      </dsp:txXfrm>
    </dsp:sp>
  </dsp:spTree>
</dsp:drawing>
</file>

<file path=ppt/diagrams/drawing10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F94C0-6D4A-42CC-B9A3-52CC32C46B16}">
      <dsp:nvSpPr>
        <dsp:cNvPr id="0" name=""/>
        <dsp:cNvSpPr/>
      </dsp:nvSpPr>
      <dsp:spPr>
        <a:xfrm rot="10800000">
          <a:off x="1173455" y="198"/>
          <a:ext cx="4171021" cy="4914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1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хозарами</a:t>
          </a:r>
          <a:endParaRPr lang="uk-UA" sz="2300" kern="1200" dirty="0"/>
        </a:p>
      </dsp:txBody>
      <dsp:txXfrm rot="10800000">
        <a:off x="1296315" y="198"/>
        <a:ext cx="4048161" cy="491440"/>
      </dsp:txXfrm>
    </dsp:sp>
    <dsp:sp modelId="{1ABC03A8-CCFC-43BD-AAA5-9E4E4D5B6148}">
      <dsp:nvSpPr>
        <dsp:cNvPr id="0" name=""/>
        <dsp:cNvSpPr/>
      </dsp:nvSpPr>
      <dsp:spPr>
        <a:xfrm>
          <a:off x="927735" y="198"/>
          <a:ext cx="491440" cy="4914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E83AB6-3398-4201-B760-995F66C8A9C3}">
      <dsp:nvSpPr>
        <dsp:cNvPr id="0" name=""/>
        <dsp:cNvSpPr/>
      </dsp:nvSpPr>
      <dsp:spPr>
        <a:xfrm rot="10800000">
          <a:off x="1173455" y="631061"/>
          <a:ext cx="4171021" cy="4914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1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монголами</a:t>
          </a:r>
          <a:endParaRPr lang="uk-UA" sz="2300" kern="1200" dirty="0"/>
        </a:p>
      </dsp:txBody>
      <dsp:txXfrm rot="10800000">
        <a:off x="1296315" y="631061"/>
        <a:ext cx="4048161" cy="491440"/>
      </dsp:txXfrm>
    </dsp:sp>
    <dsp:sp modelId="{860CA67E-A3B7-46CB-ACC1-0426C68710D3}">
      <dsp:nvSpPr>
        <dsp:cNvPr id="0" name=""/>
        <dsp:cNvSpPr/>
      </dsp:nvSpPr>
      <dsp:spPr>
        <a:xfrm>
          <a:off x="927735" y="631061"/>
          <a:ext cx="491440" cy="4914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926AF-3FCD-47AF-AB94-6BAF915A9FFE}">
      <dsp:nvSpPr>
        <dsp:cNvPr id="0" name=""/>
        <dsp:cNvSpPr/>
      </dsp:nvSpPr>
      <dsp:spPr>
        <a:xfrm rot="10800000">
          <a:off x="1173455" y="1261923"/>
          <a:ext cx="4171021" cy="4914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1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печенігами</a:t>
          </a:r>
          <a:endParaRPr lang="uk-UA" sz="2300" kern="1200"/>
        </a:p>
      </dsp:txBody>
      <dsp:txXfrm rot="10800000">
        <a:off x="1296315" y="1261923"/>
        <a:ext cx="4048161" cy="491440"/>
      </dsp:txXfrm>
    </dsp:sp>
    <dsp:sp modelId="{B48B57F5-75EA-442B-AC68-C0A08C169AE7}">
      <dsp:nvSpPr>
        <dsp:cNvPr id="0" name=""/>
        <dsp:cNvSpPr/>
      </dsp:nvSpPr>
      <dsp:spPr>
        <a:xfrm>
          <a:off x="927735" y="1261923"/>
          <a:ext cx="491440" cy="4914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C61881-4DAC-41E2-8E12-9D4E1F8A3895}">
      <dsp:nvSpPr>
        <dsp:cNvPr id="0" name=""/>
        <dsp:cNvSpPr/>
      </dsp:nvSpPr>
      <dsp:spPr>
        <a:xfrm rot="10800000">
          <a:off x="1173455" y="1892785"/>
          <a:ext cx="4171021" cy="4914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1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половцями</a:t>
          </a:r>
          <a:endParaRPr lang="uk-UA" sz="2300" kern="1200" dirty="0"/>
        </a:p>
      </dsp:txBody>
      <dsp:txXfrm rot="10800000">
        <a:off x="1296315" y="1892785"/>
        <a:ext cx="4048161" cy="491440"/>
      </dsp:txXfrm>
    </dsp:sp>
    <dsp:sp modelId="{D275EFE4-7C95-4755-A924-8F3EB2863520}">
      <dsp:nvSpPr>
        <dsp:cNvPr id="0" name=""/>
        <dsp:cNvSpPr/>
      </dsp:nvSpPr>
      <dsp:spPr>
        <a:xfrm>
          <a:off x="927735" y="1892785"/>
          <a:ext cx="491440" cy="4914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1D801-C743-41D9-BAF4-2CF62D0FA328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міста</a:t>
          </a:r>
          <a:r>
            <a:rPr lang="ru-RU" sz="2300" b="0" i="0" kern="1200" dirty="0"/>
            <a:t> Ярослава.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04A5231B-B9E1-436C-B187-4503B14E8C5A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річки Калки.</a:t>
          </a:r>
          <a:endParaRPr lang="uk-UA" sz="2300" kern="1200"/>
        </a:p>
      </dsp:txBody>
      <dsp:txXfrm>
        <a:off x="26273" y="646372"/>
        <a:ext cx="6216492" cy="485654"/>
      </dsp:txXfrm>
    </dsp:sp>
    <dsp:sp modelId="{0D9E4EE7-B334-42EE-B575-0E6946309492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міста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Орші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>
        <a:off x="26273" y="1250812"/>
        <a:ext cx="6216492" cy="485654"/>
      </dsp:txXfrm>
    </dsp:sp>
    <dsp:sp modelId="{FBEB38E8-B18C-4136-A1DB-5EDA212EB126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річки</a:t>
          </a:r>
          <a:r>
            <a:rPr lang="ru-RU" sz="2300" b="0" i="0" kern="1200" dirty="0"/>
            <a:t> </a:t>
          </a:r>
          <a:r>
            <a:rPr lang="ru-RU" sz="2300" b="0" i="0" kern="1200" dirty="0" err="1"/>
            <a:t>Сині</a:t>
          </a:r>
          <a:r>
            <a:rPr lang="ru-RU" sz="2300" b="0" i="0" kern="1200" dirty="0"/>
            <a:t> Води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10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975A3-9444-4C05-A19F-A8907CEA0E0A}">
      <dsp:nvSpPr>
        <dsp:cNvPr id="0" name=""/>
        <dsp:cNvSpPr/>
      </dsp:nvSpPr>
      <dsp:spPr>
        <a:xfrm>
          <a:off x="0" y="220139"/>
          <a:ext cx="626903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приєднання до князівства Закарпаття й Буковини</a:t>
          </a:r>
          <a:endParaRPr lang="uk-UA" sz="1900" kern="1200" dirty="0"/>
        </a:p>
      </dsp:txBody>
      <dsp:txXfrm>
        <a:off x="21704" y="241843"/>
        <a:ext cx="6225630" cy="401192"/>
      </dsp:txXfrm>
    </dsp:sp>
    <dsp:sp modelId="{84210B71-28A4-438F-ABB6-E1B4AC6E0025}">
      <dsp:nvSpPr>
        <dsp:cNvPr id="0" name=""/>
        <dsp:cNvSpPr/>
      </dsp:nvSpPr>
      <dsp:spPr>
        <a:xfrm>
          <a:off x="0" y="719459"/>
          <a:ext cx="626903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зміцнення влади князя Галицько-Волинської держави</a:t>
          </a:r>
          <a:endParaRPr lang="uk-UA" sz="1900" kern="1200"/>
        </a:p>
      </dsp:txBody>
      <dsp:txXfrm>
        <a:off x="21704" y="741163"/>
        <a:ext cx="6225630" cy="401192"/>
      </dsp:txXfrm>
    </dsp:sp>
    <dsp:sp modelId="{5F6EB26A-565A-42D5-9F9F-F33BEA15E3FA}">
      <dsp:nvSpPr>
        <dsp:cNvPr id="0" name=""/>
        <dsp:cNvSpPr/>
      </dsp:nvSpPr>
      <dsp:spPr>
        <a:xfrm>
          <a:off x="0" y="1218779"/>
          <a:ext cx="626903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коронація галицько-волинського князя в Дорогичині</a:t>
          </a:r>
          <a:endParaRPr lang="uk-UA" sz="1900" kern="1200"/>
        </a:p>
      </dsp:txBody>
      <dsp:txXfrm>
        <a:off x="21704" y="1240483"/>
        <a:ext cx="6225630" cy="401192"/>
      </dsp:txXfrm>
    </dsp:sp>
    <dsp:sp modelId="{81D227A0-C7A8-40FA-A189-EDA2951F6649}">
      <dsp:nvSpPr>
        <dsp:cNvPr id="0" name=""/>
        <dsp:cNvSpPr/>
      </dsp:nvSpPr>
      <dsp:spPr>
        <a:xfrm>
          <a:off x="0" y="1718099"/>
          <a:ext cx="626903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укладення союзницької угоди з Тевтонським орденом</a:t>
          </a:r>
          <a:endParaRPr lang="uk-UA" sz="1900" kern="1200" dirty="0"/>
        </a:p>
      </dsp:txBody>
      <dsp:txXfrm>
        <a:off x="21704" y="1739803"/>
        <a:ext cx="6225630" cy="401192"/>
      </dsp:txXfrm>
    </dsp:sp>
  </dsp:spTree>
</dsp:drawing>
</file>

<file path=ppt/diagrams/drawing10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F62F5-5645-4D57-9D0D-7158B6F2D707}">
      <dsp:nvSpPr>
        <dsp:cNvPr id="0" name=""/>
        <dsp:cNvSpPr/>
      </dsp:nvSpPr>
      <dsp:spPr>
        <a:xfrm>
          <a:off x="0" y="475739"/>
          <a:ext cx="62690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позбувся політичної залежності від ханів Золотої Орди.</a:t>
          </a:r>
          <a:endParaRPr lang="uk-UA" sz="1400" kern="1200"/>
        </a:p>
      </dsp:txBody>
      <dsp:txXfrm>
        <a:off x="15992" y="491731"/>
        <a:ext cx="6237054" cy="295616"/>
      </dsp:txXfrm>
    </dsp:sp>
    <dsp:sp modelId="{1073EBD3-F419-4781-AF61-73CB40DD8E9E}">
      <dsp:nvSpPr>
        <dsp:cNvPr id="0" name=""/>
        <dsp:cNvSpPr/>
      </dsp:nvSpPr>
      <dsp:spPr>
        <a:xfrm>
          <a:off x="0" y="843659"/>
          <a:ext cx="62690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зламав опір галицького боярства та остаточно утвердився при владі.</a:t>
          </a:r>
          <a:endParaRPr lang="uk-UA" sz="1400" kern="1200" dirty="0"/>
        </a:p>
      </dsp:txBody>
      <dsp:txXfrm>
        <a:off x="15992" y="859651"/>
        <a:ext cx="6237054" cy="295616"/>
      </dsp:txXfrm>
    </dsp:sp>
    <dsp:sp modelId="{2E045A8E-84DD-453D-B13E-16C9B9DC48E8}">
      <dsp:nvSpPr>
        <dsp:cNvPr id="0" name=""/>
        <dsp:cNvSpPr/>
      </dsp:nvSpPr>
      <dsp:spPr>
        <a:xfrm>
          <a:off x="0" y="1211579"/>
          <a:ext cx="62690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зупинив просування тевтонських рицарів-хрестоносців на руські землі.</a:t>
          </a:r>
          <a:endParaRPr lang="uk-UA" sz="1400" kern="1200"/>
        </a:p>
      </dsp:txBody>
      <dsp:txXfrm>
        <a:off x="15992" y="1227571"/>
        <a:ext cx="6237054" cy="295616"/>
      </dsp:txXfrm>
    </dsp:sp>
    <dsp:sp modelId="{15F9D673-188C-401A-BC82-045D3A26EA46}">
      <dsp:nvSpPr>
        <dsp:cNvPr id="0" name=""/>
        <dsp:cNvSpPr/>
      </dsp:nvSpPr>
      <dsp:spPr>
        <a:xfrm>
          <a:off x="0" y="1579499"/>
          <a:ext cx="62690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поширив свою владу на Волинь і відновив єдність держави свого батька.</a:t>
          </a:r>
          <a:endParaRPr lang="uk-UA" sz="1400" kern="1200" dirty="0"/>
        </a:p>
      </dsp:txBody>
      <dsp:txXfrm>
        <a:off x="15992" y="1595491"/>
        <a:ext cx="6237054" cy="295616"/>
      </dsp:txXfrm>
    </dsp:sp>
  </dsp:spTree>
</dsp:drawing>
</file>

<file path=ppt/diagrams/drawing1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C5CEB-9C3D-412F-8299-F10A55AB62A5}">
      <dsp:nvSpPr>
        <dsp:cNvPr id="0" name=""/>
        <dsp:cNvSpPr/>
      </dsp:nvSpPr>
      <dsp:spPr>
        <a:xfrm>
          <a:off x="0" y="30959"/>
          <a:ext cx="6269038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цілковитий політичний розпад єдиної держави, перетворення удільних князів на васалів іноземних правителів.</a:t>
          </a:r>
          <a:endParaRPr lang="uk-UA" sz="2100" kern="1200" dirty="0"/>
        </a:p>
      </dsp:txBody>
      <dsp:txXfrm>
        <a:off x="55173" y="86132"/>
        <a:ext cx="6158692" cy="1019873"/>
      </dsp:txXfrm>
    </dsp:sp>
    <dsp:sp modelId="{EA8CF5E3-091B-4FBC-AD08-D8A0C0C66122}">
      <dsp:nvSpPr>
        <dsp:cNvPr id="0" name=""/>
        <dsp:cNvSpPr/>
      </dsp:nvSpPr>
      <dsp:spPr>
        <a:xfrm>
          <a:off x="0" y="1221659"/>
          <a:ext cx="6269038" cy="1130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економічний і культурний занепад країни, руйнація усіх усталених внутрішніх політичних і династичних </a:t>
          </a:r>
          <a:r>
            <a:rPr lang="uk-UA" sz="2100" b="0" i="0" kern="1200" dirty="0" err="1"/>
            <a:t>зв’язків</a:t>
          </a:r>
          <a:r>
            <a:rPr lang="uk-UA" sz="2100" b="0" i="0" kern="1200" dirty="0"/>
            <a:t>.</a:t>
          </a:r>
          <a:endParaRPr lang="uk-UA" sz="2100" kern="1200" dirty="0"/>
        </a:p>
      </dsp:txBody>
      <dsp:txXfrm>
        <a:off x="55173" y="1276832"/>
        <a:ext cx="6158692" cy="1019873"/>
      </dsp:txXfrm>
    </dsp:sp>
  </dsp:spTree>
</dsp:drawing>
</file>

<file path=ppt/diagrams/drawing1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FEACE-1CB6-4BA8-A84B-A375DC576997}">
      <dsp:nvSpPr>
        <dsp:cNvPr id="0" name=""/>
        <dsp:cNvSpPr/>
      </dsp:nvSpPr>
      <dsp:spPr>
        <a:xfrm>
          <a:off x="0" y="197532"/>
          <a:ext cx="6272212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децентралізація апарату управління, зміна загальноруського законодавства та церковної організації удільними, втрата державного суверенітету.</a:t>
          </a:r>
        </a:p>
      </dsp:txBody>
      <dsp:txXfrm>
        <a:off x="47291" y="244823"/>
        <a:ext cx="6177630" cy="874177"/>
      </dsp:txXfrm>
    </dsp:sp>
    <dsp:sp modelId="{9EA77C86-DEED-4C27-8EFB-884F95F20620}">
      <dsp:nvSpPr>
        <dsp:cNvPr id="0" name=""/>
        <dsp:cNvSpPr/>
      </dsp:nvSpPr>
      <dsp:spPr>
        <a:xfrm>
          <a:off x="0" y="1218132"/>
          <a:ext cx="6272212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зміна централізованої монархії федеративною, коли державою колективно правила група найвпливовіших князів.</a:t>
          </a:r>
        </a:p>
      </dsp:txBody>
      <dsp:txXfrm>
        <a:off x="47291" y="1265423"/>
        <a:ext cx="6177630" cy="874177"/>
      </dsp:txXfrm>
    </dsp:sp>
  </dsp:spTree>
</dsp:drawing>
</file>

<file path=ppt/diagrams/drawing1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6A449-168F-45FA-A294-250361B9B5B5}">
      <dsp:nvSpPr>
        <dsp:cNvPr id="0" name=""/>
        <dsp:cNvSpPr/>
      </dsp:nvSpPr>
      <dsp:spPr>
        <a:xfrm>
          <a:off x="0" y="373499"/>
          <a:ext cx="6269038" cy="37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стало реалізацією вотчинного права Всеволодовичів на Київ.</a:t>
          </a:r>
          <a:endParaRPr lang="uk-UA" sz="1600" kern="1200" dirty="0"/>
        </a:p>
      </dsp:txBody>
      <dsp:txXfrm>
        <a:off x="18277" y="391776"/>
        <a:ext cx="6232484" cy="337846"/>
      </dsp:txXfrm>
    </dsp:sp>
    <dsp:sp modelId="{072FAD11-7781-4822-978B-9175DA599763}">
      <dsp:nvSpPr>
        <dsp:cNvPr id="0" name=""/>
        <dsp:cNvSpPr/>
      </dsp:nvSpPr>
      <dsp:spPr>
        <a:xfrm>
          <a:off x="0" y="793979"/>
          <a:ext cx="6269038" cy="37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відбулося за запрошенням міського віча під час повстання киян.</a:t>
          </a:r>
          <a:endParaRPr lang="uk-UA" sz="1600" kern="1200"/>
        </a:p>
      </dsp:txBody>
      <dsp:txXfrm>
        <a:off x="18277" y="812256"/>
        <a:ext cx="6232484" cy="337846"/>
      </dsp:txXfrm>
    </dsp:sp>
    <dsp:sp modelId="{40D8E243-4742-46D5-85A3-5FA10C19D03E}">
      <dsp:nvSpPr>
        <dsp:cNvPr id="0" name=""/>
        <dsp:cNvSpPr/>
      </dsp:nvSpPr>
      <dsp:spPr>
        <a:xfrm>
          <a:off x="0" y="1214459"/>
          <a:ext cx="6269038" cy="37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було умовою здійснення військового походу проти половців.</a:t>
          </a:r>
          <a:endParaRPr lang="uk-UA" sz="1600" kern="1200"/>
        </a:p>
      </dsp:txBody>
      <dsp:txXfrm>
        <a:off x="18277" y="1232736"/>
        <a:ext cx="6232484" cy="337846"/>
      </dsp:txXfrm>
    </dsp:sp>
    <dsp:sp modelId="{9FB90CD5-E3CA-44B6-8CFE-9329D82B906E}">
      <dsp:nvSpPr>
        <dsp:cNvPr id="0" name=""/>
        <dsp:cNvSpPr/>
      </dsp:nvSpPr>
      <dsp:spPr>
        <a:xfrm>
          <a:off x="0" y="1634939"/>
          <a:ext cx="6269038" cy="37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спричинило нову міжусобну війну зі Святославичами</a:t>
          </a:r>
          <a:endParaRPr lang="uk-UA" sz="1600" kern="1200" dirty="0"/>
        </a:p>
      </dsp:txBody>
      <dsp:txXfrm>
        <a:off x="18277" y="1653216"/>
        <a:ext cx="6232484" cy="337846"/>
      </dsp:txXfrm>
    </dsp:sp>
  </dsp:spTree>
</dsp:drawing>
</file>

<file path=ppt/diagrams/drawing1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BE5F9-7C7B-4D84-B533-2300A1071BDB}">
      <dsp:nvSpPr>
        <dsp:cNvPr id="0" name=""/>
        <dsp:cNvSpPr/>
      </dsp:nvSpPr>
      <dsp:spPr>
        <a:xfrm>
          <a:off x="0" y="63898"/>
          <a:ext cx="6269038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1" kern="1200" dirty="0"/>
            <a:t>«У той же час </a:t>
          </a:r>
          <a:r>
            <a:rPr lang="ru-RU" sz="1600" b="0" i="1" kern="1200" dirty="0" err="1"/>
            <a:t>поїхав</a:t>
          </a:r>
          <a:r>
            <a:rPr lang="ru-RU" sz="1600" b="0" i="1" kern="1200" dirty="0"/>
            <a:t> </a:t>
          </a:r>
          <a:r>
            <a:rPr lang="ru-RU" sz="1600" b="0" i="1" kern="1200" dirty="0" err="1"/>
            <a:t>був</a:t>
          </a:r>
          <a:r>
            <a:rPr lang="ru-RU" sz="1600" b="0" i="1" kern="1200" dirty="0"/>
            <a:t> Данило в Угри до короля (Бели), </a:t>
          </a:r>
          <a:r>
            <a:rPr lang="ru-RU" sz="1600" b="0" i="1" kern="1200" dirty="0" err="1"/>
            <a:t>бо</a:t>
          </a:r>
          <a:r>
            <a:rPr lang="ru-RU" sz="1600" b="0" i="1" kern="1200" dirty="0"/>
            <a:t> </a:t>
          </a:r>
          <a:r>
            <a:rPr lang="ru-RU" sz="1600" b="0" i="1" kern="1200" dirty="0" err="1"/>
            <a:t>він</a:t>
          </a:r>
          <a:r>
            <a:rPr lang="ru-RU" sz="1600" b="0" i="1" kern="1200" dirty="0"/>
            <a:t> </a:t>
          </a:r>
          <a:r>
            <a:rPr lang="ru-RU" sz="1600" b="0" i="1" kern="1200" dirty="0" err="1"/>
            <a:t>іще</a:t>
          </a:r>
          <a:r>
            <a:rPr lang="ru-RU" sz="1600" b="0" i="1" kern="1200" dirty="0"/>
            <a:t> не чув про </a:t>
          </a:r>
          <a:r>
            <a:rPr lang="ru-RU" sz="1600" b="0" i="1" kern="1200" dirty="0" err="1"/>
            <a:t>прихід</a:t>
          </a:r>
          <a:r>
            <a:rPr lang="ru-RU" sz="1600" b="0" i="1" kern="1200" dirty="0"/>
            <a:t> татар на </a:t>
          </a:r>
          <a:r>
            <a:rPr lang="ru-RU" sz="1600" b="0" i="1" kern="1200" dirty="0" err="1"/>
            <a:t>Київ</a:t>
          </a:r>
          <a:r>
            <a:rPr lang="ru-RU" sz="1600" b="0" i="1" kern="1200" dirty="0"/>
            <a:t>. А коли </a:t>
          </a:r>
          <a:r>
            <a:rPr lang="ru-RU" sz="1600" b="0" i="1" kern="1200" dirty="0" err="1"/>
            <a:t>Батий</a:t>
          </a:r>
          <a:r>
            <a:rPr lang="ru-RU" sz="1600" b="0" i="1" kern="1200" dirty="0"/>
            <a:t> </a:t>
          </a:r>
          <a:r>
            <a:rPr lang="ru-RU" sz="1600" b="0" i="1" kern="1200" dirty="0" err="1"/>
            <a:t>узяв</a:t>
          </a:r>
          <a:r>
            <a:rPr lang="ru-RU" sz="1600" b="0" i="1" kern="1200" dirty="0"/>
            <a:t> </a:t>
          </a:r>
          <a:r>
            <a:rPr lang="ru-RU" sz="1600" b="0" i="1" kern="1200" dirty="0" err="1"/>
            <a:t>Київ</a:t>
          </a:r>
          <a:r>
            <a:rPr lang="ru-RU" sz="1600" b="0" i="1" kern="1200" dirty="0"/>
            <a:t> і </a:t>
          </a:r>
          <a:r>
            <a:rPr lang="ru-RU" sz="1600" b="0" i="1" kern="1200" dirty="0" err="1"/>
            <a:t>почув</a:t>
          </a:r>
          <a:r>
            <a:rPr lang="ru-RU" sz="1600" b="0" i="1" kern="1200" dirty="0"/>
            <a:t> </a:t>
          </a:r>
          <a:r>
            <a:rPr lang="ru-RU" sz="1600" b="0" i="1" kern="1200" dirty="0" err="1"/>
            <a:t>він</a:t>
          </a:r>
          <a:r>
            <a:rPr lang="ru-RU" sz="1600" b="0" i="1" kern="1200" dirty="0"/>
            <a:t> про Данила, </a:t>
          </a:r>
          <a:r>
            <a:rPr lang="ru-RU" sz="1600" b="0" i="1" kern="1200" dirty="0" err="1"/>
            <a:t>що</a:t>
          </a:r>
          <a:r>
            <a:rPr lang="ru-RU" sz="1600" b="0" i="1" kern="1200" dirty="0"/>
            <a:t> той в Уграх є, то рушив сам до (города) </a:t>
          </a:r>
          <a:r>
            <a:rPr lang="ru-RU" sz="1600" b="0" i="1" kern="1200" dirty="0" err="1"/>
            <a:t>Володимира</a:t>
          </a:r>
          <a:r>
            <a:rPr lang="ru-RU" sz="1600" b="0" i="1" kern="1200" dirty="0"/>
            <a:t>…»</a:t>
          </a:r>
          <a:endParaRPr lang="uk-UA" sz="1600" kern="1200" dirty="0"/>
        </a:p>
      </dsp:txBody>
      <dsp:txXfrm>
        <a:off x="53916" y="117814"/>
        <a:ext cx="6161206" cy="996648"/>
      </dsp:txXfrm>
    </dsp:sp>
    <dsp:sp modelId="{FABD63AA-F6D8-4EBC-94C2-209AB2D7B03A}">
      <dsp:nvSpPr>
        <dsp:cNvPr id="0" name=""/>
        <dsp:cNvSpPr/>
      </dsp:nvSpPr>
      <dsp:spPr>
        <a:xfrm>
          <a:off x="0" y="1214459"/>
          <a:ext cx="6269038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1" kern="1200" dirty="0"/>
            <a:t>«І говорили (</a:t>
          </a:r>
          <a:r>
            <a:rPr lang="ru-RU" sz="1600" b="0" i="1" kern="1200" dirty="0" err="1"/>
            <a:t>половці</a:t>
          </a:r>
          <a:r>
            <a:rPr lang="ru-RU" sz="1600" b="0" i="1" kern="1200" dirty="0"/>
            <a:t>) руським князям: «</a:t>
          </a:r>
          <a:r>
            <a:rPr lang="ru-RU" sz="1600" b="0" i="1" kern="1200" dirty="0" err="1"/>
            <a:t>Якщо</a:t>
          </a:r>
          <a:r>
            <a:rPr lang="ru-RU" sz="1600" b="0" i="1" kern="1200" dirty="0"/>
            <a:t> </a:t>
          </a:r>
          <a:r>
            <a:rPr lang="ru-RU" sz="1600" b="0" i="1" kern="1200" dirty="0" err="1"/>
            <a:t>ви</a:t>
          </a:r>
          <a:r>
            <a:rPr lang="ru-RU" sz="1600" b="0" i="1" kern="1200" dirty="0"/>
            <a:t> не поможете нам, (то) ми </a:t>
          </a:r>
          <a:r>
            <a:rPr lang="ru-RU" sz="1600" b="0" i="1" kern="1200" dirty="0" err="1"/>
            <a:t>нині</a:t>
          </a:r>
          <a:r>
            <a:rPr lang="ru-RU" sz="1600" b="0" i="1" kern="1200" dirty="0"/>
            <a:t> </a:t>
          </a:r>
          <a:r>
            <a:rPr lang="ru-RU" sz="1600" b="0" i="1" kern="1200" dirty="0" err="1"/>
            <a:t>порубані</a:t>
          </a:r>
          <a:r>
            <a:rPr lang="ru-RU" sz="1600" b="0" i="1" kern="1200" dirty="0"/>
            <a:t> були, а </a:t>
          </a:r>
          <a:r>
            <a:rPr lang="ru-RU" sz="1600" b="0" i="1" kern="1200" dirty="0" err="1"/>
            <a:t>ви</a:t>
          </a:r>
          <a:r>
            <a:rPr lang="ru-RU" sz="1600" b="0" i="1" kern="1200" dirty="0"/>
            <a:t> завтра </a:t>
          </a:r>
          <a:r>
            <a:rPr lang="ru-RU" sz="1600" b="0" i="1" kern="1200" dirty="0" err="1"/>
            <a:t>порубані</a:t>
          </a:r>
          <a:r>
            <a:rPr lang="ru-RU" sz="1600" b="0" i="1" kern="1200" dirty="0"/>
            <a:t> будете…» І </a:t>
          </a:r>
          <a:r>
            <a:rPr lang="ru-RU" sz="1600" b="0" i="1" kern="1200" dirty="0" err="1"/>
            <a:t>вирішили</a:t>
          </a:r>
          <a:r>
            <a:rPr lang="ru-RU" sz="1600" b="0" i="1" kern="1200" dirty="0"/>
            <a:t> </a:t>
          </a:r>
          <a:r>
            <a:rPr lang="ru-RU" sz="1600" b="0" i="1" kern="1200" dirty="0" err="1"/>
            <a:t>князі</a:t>
          </a:r>
          <a:r>
            <a:rPr lang="ru-RU" sz="1600" b="0" i="1" kern="1200" dirty="0"/>
            <a:t>: «</a:t>
          </a:r>
          <a:r>
            <a:rPr lang="ru-RU" sz="1600" b="0" i="1" kern="1200" dirty="0" err="1"/>
            <a:t>Лучче</a:t>
          </a:r>
          <a:r>
            <a:rPr lang="ru-RU" sz="1600" b="0" i="1" kern="1200" dirty="0"/>
            <a:t> б нам </a:t>
          </a:r>
          <a:r>
            <a:rPr lang="ru-RU" sz="1600" b="0" i="1" kern="1200" dirty="0" err="1"/>
            <a:t>зустріти</a:t>
          </a:r>
          <a:r>
            <a:rPr lang="ru-RU" sz="1600" b="0" i="1" kern="1200" dirty="0"/>
            <a:t> </a:t>
          </a:r>
          <a:r>
            <a:rPr lang="ru-RU" sz="1600" b="0" i="1" kern="1200" dirty="0" err="1"/>
            <a:t>їх</a:t>
          </a:r>
          <a:r>
            <a:rPr lang="ru-RU" sz="1600" b="0" i="1" kern="1200" dirty="0"/>
            <a:t> на </a:t>
          </a:r>
          <a:r>
            <a:rPr lang="ru-RU" sz="1600" b="0" i="1" kern="1200" dirty="0" err="1"/>
            <a:t>чужий</a:t>
          </a:r>
          <a:r>
            <a:rPr lang="ru-RU" sz="1600" b="0" i="1" kern="1200" dirty="0"/>
            <a:t> </a:t>
          </a:r>
          <a:r>
            <a:rPr lang="ru-RU" sz="1600" b="0" i="1" kern="1200" dirty="0" err="1"/>
            <a:t>землі</a:t>
          </a:r>
          <a:r>
            <a:rPr lang="ru-RU" sz="1600" b="0" i="1" kern="1200" dirty="0"/>
            <a:t>, </a:t>
          </a:r>
          <a:r>
            <a:rPr lang="ru-RU" sz="1600" b="0" i="1" kern="1200" dirty="0" err="1"/>
            <a:t>аніж</a:t>
          </a:r>
          <a:r>
            <a:rPr lang="ru-RU" sz="1600" b="0" i="1" kern="1200" dirty="0"/>
            <a:t> на </a:t>
          </a:r>
          <a:r>
            <a:rPr lang="ru-RU" sz="1600" b="0" i="1" kern="1200" dirty="0" err="1"/>
            <a:t>своїй</a:t>
          </a:r>
          <a:r>
            <a:rPr lang="ru-RU" sz="1600" b="0" i="1" kern="1200" dirty="0"/>
            <a:t>»…»</a:t>
          </a:r>
          <a:endParaRPr lang="uk-UA" sz="1600" kern="1200" dirty="0"/>
        </a:p>
      </dsp:txBody>
      <dsp:txXfrm>
        <a:off x="53916" y="1268375"/>
        <a:ext cx="6161206" cy="996648"/>
      </dsp:txXfrm>
    </dsp:sp>
  </dsp:spTree>
</dsp:drawing>
</file>

<file path=ppt/diagrams/drawing1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DAE41-9DCA-4C34-BA8B-6A7BBAC1A91E}">
      <dsp:nvSpPr>
        <dsp:cNvPr id="0" name=""/>
        <dsp:cNvSpPr/>
      </dsp:nvSpPr>
      <dsp:spPr>
        <a:xfrm>
          <a:off x="0" y="64692"/>
          <a:ext cx="6272212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«Прибули Святополк (</a:t>
          </a:r>
          <a:r>
            <a:rPr lang="uk-UA" sz="1600" b="0" i="1" kern="1200" dirty="0" err="1"/>
            <a:t>Ізяславич</a:t>
          </a:r>
          <a:r>
            <a:rPr lang="uk-UA" sz="1600" b="0" i="1" kern="1200" dirty="0"/>
            <a:t>), і Володимир (Всеволодович), і Давид Ігоревич, і Василько Ростиславич, і Давид Святославич, і брат його Олег, і зібралися в (городі) Любечі, щоб уладнати мир…»</a:t>
          </a:r>
          <a:endParaRPr lang="uk-UA" sz="1600" kern="1200" dirty="0"/>
        </a:p>
      </dsp:txBody>
      <dsp:txXfrm>
        <a:off x="53916" y="118608"/>
        <a:ext cx="6164380" cy="996648"/>
      </dsp:txXfrm>
    </dsp:sp>
    <dsp:sp modelId="{8EDA716D-6AF9-4E88-9669-32162B20A6BA}">
      <dsp:nvSpPr>
        <dsp:cNvPr id="0" name=""/>
        <dsp:cNvSpPr/>
      </dsp:nvSpPr>
      <dsp:spPr>
        <a:xfrm>
          <a:off x="0" y="1215252"/>
          <a:ext cx="6272212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«Прийшли іноплемінники на Руську землю, половці </a:t>
          </a:r>
          <a:r>
            <a:rPr lang="uk-UA" sz="1600" b="0" i="1" kern="1200" dirty="0" err="1"/>
            <a:t>многі</a:t>
          </a:r>
          <a:r>
            <a:rPr lang="uk-UA" sz="1600" b="0" i="1" kern="1200" dirty="0"/>
            <a:t>. А Ізяслав, і Святослав, і Всеволод вийшли супроти них на р. Альту. І коли настала ніч, рушили вони одні проти одних. …і побігли руські князі, і перемогли половці…»</a:t>
          </a:r>
          <a:endParaRPr lang="uk-UA" sz="1600" kern="1200" dirty="0"/>
        </a:p>
      </dsp:txBody>
      <dsp:txXfrm>
        <a:off x="53916" y="1269168"/>
        <a:ext cx="6164380" cy="996648"/>
      </dsp:txXfrm>
    </dsp:sp>
  </dsp:spTree>
</dsp:drawing>
</file>

<file path=ppt/diagrams/drawing1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F94C0-6D4A-42CC-B9A3-52CC32C46B16}">
      <dsp:nvSpPr>
        <dsp:cNvPr id="0" name=""/>
        <dsp:cNvSpPr/>
      </dsp:nvSpPr>
      <dsp:spPr>
        <a:xfrm rot="10800000">
          <a:off x="1173455" y="198"/>
          <a:ext cx="4171021" cy="4914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1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хозарами</a:t>
          </a:r>
          <a:endParaRPr lang="uk-UA" sz="2300" kern="1200" dirty="0"/>
        </a:p>
      </dsp:txBody>
      <dsp:txXfrm rot="10800000">
        <a:off x="1296315" y="198"/>
        <a:ext cx="4048161" cy="491440"/>
      </dsp:txXfrm>
    </dsp:sp>
    <dsp:sp modelId="{1ABC03A8-CCFC-43BD-AAA5-9E4E4D5B6148}">
      <dsp:nvSpPr>
        <dsp:cNvPr id="0" name=""/>
        <dsp:cNvSpPr/>
      </dsp:nvSpPr>
      <dsp:spPr>
        <a:xfrm>
          <a:off x="927735" y="198"/>
          <a:ext cx="491440" cy="4914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E83AB6-3398-4201-B760-995F66C8A9C3}">
      <dsp:nvSpPr>
        <dsp:cNvPr id="0" name=""/>
        <dsp:cNvSpPr/>
      </dsp:nvSpPr>
      <dsp:spPr>
        <a:xfrm rot="10800000">
          <a:off x="1173455" y="631061"/>
          <a:ext cx="4171021" cy="4914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1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монголами</a:t>
          </a:r>
          <a:endParaRPr lang="uk-UA" sz="2300" kern="1200" dirty="0"/>
        </a:p>
      </dsp:txBody>
      <dsp:txXfrm rot="10800000">
        <a:off x="1296315" y="631061"/>
        <a:ext cx="4048161" cy="491440"/>
      </dsp:txXfrm>
    </dsp:sp>
    <dsp:sp modelId="{860CA67E-A3B7-46CB-ACC1-0426C68710D3}">
      <dsp:nvSpPr>
        <dsp:cNvPr id="0" name=""/>
        <dsp:cNvSpPr/>
      </dsp:nvSpPr>
      <dsp:spPr>
        <a:xfrm>
          <a:off x="927735" y="631061"/>
          <a:ext cx="491440" cy="4914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926AF-3FCD-47AF-AB94-6BAF915A9FFE}">
      <dsp:nvSpPr>
        <dsp:cNvPr id="0" name=""/>
        <dsp:cNvSpPr/>
      </dsp:nvSpPr>
      <dsp:spPr>
        <a:xfrm rot="10800000">
          <a:off x="1173455" y="1261923"/>
          <a:ext cx="4171021" cy="4914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1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печенігами</a:t>
          </a:r>
          <a:endParaRPr lang="uk-UA" sz="2300" kern="1200"/>
        </a:p>
      </dsp:txBody>
      <dsp:txXfrm rot="10800000">
        <a:off x="1296315" y="1261923"/>
        <a:ext cx="4048161" cy="491440"/>
      </dsp:txXfrm>
    </dsp:sp>
    <dsp:sp modelId="{B48B57F5-75EA-442B-AC68-C0A08C169AE7}">
      <dsp:nvSpPr>
        <dsp:cNvPr id="0" name=""/>
        <dsp:cNvSpPr/>
      </dsp:nvSpPr>
      <dsp:spPr>
        <a:xfrm>
          <a:off x="927735" y="1261923"/>
          <a:ext cx="491440" cy="4914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C61881-4DAC-41E2-8E12-9D4E1F8A3895}">
      <dsp:nvSpPr>
        <dsp:cNvPr id="0" name=""/>
        <dsp:cNvSpPr/>
      </dsp:nvSpPr>
      <dsp:spPr>
        <a:xfrm rot="10800000">
          <a:off x="1173455" y="1892785"/>
          <a:ext cx="4171021" cy="4914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1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половцями</a:t>
          </a:r>
          <a:endParaRPr lang="uk-UA" sz="2300" kern="1200" dirty="0"/>
        </a:p>
      </dsp:txBody>
      <dsp:txXfrm rot="10800000">
        <a:off x="1296315" y="1892785"/>
        <a:ext cx="4048161" cy="491440"/>
      </dsp:txXfrm>
    </dsp:sp>
    <dsp:sp modelId="{D275EFE4-7C95-4755-A924-8F3EB2863520}">
      <dsp:nvSpPr>
        <dsp:cNvPr id="0" name=""/>
        <dsp:cNvSpPr/>
      </dsp:nvSpPr>
      <dsp:spPr>
        <a:xfrm>
          <a:off x="927735" y="1892785"/>
          <a:ext cx="491440" cy="4914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FCF45-3B53-47DC-891A-0FF815F7CAEC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хозари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B1529D0E-137D-43B7-93E1-E83330B0AD7F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печеніги</a:t>
          </a:r>
          <a:endParaRPr lang="uk-UA" sz="2300" kern="1200" dirty="0"/>
        </a:p>
      </dsp:txBody>
      <dsp:txXfrm>
        <a:off x="26273" y="646372"/>
        <a:ext cx="6216492" cy="485654"/>
      </dsp:txXfrm>
    </dsp:sp>
    <dsp:sp modelId="{492D7A0F-07B1-48FF-A823-874316A1E4D6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половці</a:t>
          </a:r>
          <a:endParaRPr lang="uk-UA" sz="2300" kern="1200"/>
        </a:p>
      </dsp:txBody>
      <dsp:txXfrm>
        <a:off x="26273" y="1250812"/>
        <a:ext cx="6216492" cy="485654"/>
      </dsp:txXfrm>
    </dsp:sp>
    <dsp:sp modelId="{B87E453C-C189-48AF-8199-A5E6419F9D69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монголи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drawing1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FCF45-3B53-47DC-891A-0FF815F7CAEC}">
      <dsp:nvSpPr>
        <dsp:cNvPr id="0" name=""/>
        <dsp:cNvSpPr/>
      </dsp:nvSpPr>
      <dsp:spPr>
        <a:xfrm>
          <a:off x="0" y="15658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хозари</a:t>
          </a:r>
          <a:endParaRPr lang="uk-UA" sz="2300" kern="1200" dirty="0"/>
        </a:p>
      </dsp:txBody>
      <dsp:txXfrm>
        <a:off x="26273" y="41931"/>
        <a:ext cx="6216492" cy="485654"/>
      </dsp:txXfrm>
    </dsp:sp>
    <dsp:sp modelId="{B1529D0E-137D-43B7-93E1-E83330B0AD7F}">
      <dsp:nvSpPr>
        <dsp:cNvPr id="0" name=""/>
        <dsp:cNvSpPr/>
      </dsp:nvSpPr>
      <dsp:spPr>
        <a:xfrm>
          <a:off x="0" y="62009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печеніги</a:t>
          </a:r>
          <a:endParaRPr lang="uk-UA" sz="2300" kern="1200" dirty="0"/>
        </a:p>
      </dsp:txBody>
      <dsp:txXfrm>
        <a:off x="26273" y="646372"/>
        <a:ext cx="6216492" cy="485654"/>
      </dsp:txXfrm>
    </dsp:sp>
    <dsp:sp modelId="{492D7A0F-07B1-48FF-A823-874316A1E4D6}">
      <dsp:nvSpPr>
        <dsp:cNvPr id="0" name=""/>
        <dsp:cNvSpPr/>
      </dsp:nvSpPr>
      <dsp:spPr>
        <a:xfrm>
          <a:off x="0" y="122453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половці</a:t>
          </a:r>
          <a:endParaRPr lang="uk-UA" sz="2300" kern="1200"/>
        </a:p>
      </dsp:txBody>
      <dsp:txXfrm>
        <a:off x="26273" y="1250812"/>
        <a:ext cx="6216492" cy="485654"/>
      </dsp:txXfrm>
    </dsp:sp>
    <dsp:sp modelId="{B87E453C-C189-48AF-8199-A5E6419F9D69}">
      <dsp:nvSpPr>
        <dsp:cNvPr id="0" name=""/>
        <dsp:cNvSpPr/>
      </dsp:nvSpPr>
      <dsp:spPr>
        <a:xfrm>
          <a:off x="0" y="1828979"/>
          <a:ext cx="6269038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монголи</a:t>
          </a:r>
          <a:endParaRPr lang="uk-UA" sz="2300" kern="1200" dirty="0"/>
        </a:p>
      </dsp:txBody>
      <dsp:txXfrm>
        <a:off x="26273" y="1855252"/>
        <a:ext cx="6216492" cy="485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007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724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993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323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1724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063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747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820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92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10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503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B2975-B309-4D35-9B8D-39EDF1AEF192}" type="datetimeFigureOut">
              <a:rPr lang="uk-UA" smtClean="0"/>
              <a:t>01.12.2024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2A2E9-DF18-4513-B8CA-C906DBDCA0B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570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13" Type="http://schemas.openxmlformats.org/officeDocument/2006/relationships/image" Target="../media/image6.png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12" Type="http://schemas.openxmlformats.org/officeDocument/2006/relationships/image" Target="../media/image5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5" Type="http://schemas.openxmlformats.org/officeDocument/2006/relationships/image" Target="../media/image8.png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Relationship Id="rId1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6.xml"/><Relationship Id="rId3" Type="http://schemas.openxmlformats.org/officeDocument/2006/relationships/diagramLayout" Target="../diagrams/layout25.xml"/><Relationship Id="rId7" Type="http://schemas.openxmlformats.org/officeDocument/2006/relationships/diagramData" Target="../diagrams/data26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11" Type="http://schemas.microsoft.com/office/2007/relationships/diagramDrawing" Target="../diagrams/drawing26.xml"/><Relationship Id="rId5" Type="http://schemas.openxmlformats.org/officeDocument/2006/relationships/diagramColors" Target="../diagrams/colors25.xml"/><Relationship Id="rId10" Type="http://schemas.openxmlformats.org/officeDocument/2006/relationships/diagramColors" Target="../diagrams/colors26.xml"/><Relationship Id="rId4" Type="http://schemas.openxmlformats.org/officeDocument/2006/relationships/diagramQuickStyle" Target="../diagrams/quickStyle25.xml"/><Relationship Id="rId9" Type="http://schemas.openxmlformats.org/officeDocument/2006/relationships/diagramQuickStyle" Target="../diagrams/quickStyle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3.xml"/><Relationship Id="rId3" Type="http://schemas.openxmlformats.org/officeDocument/2006/relationships/diagramLayout" Target="../diagrams/layout32.xml"/><Relationship Id="rId7" Type="http://schemas.openxmlformats.org/officeDocument/2006/relationships/diagramData" Target="../diagrams/data33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11" Type="http://schemas.microsoft.com/office/2007/relationships/diagramDrawing" Target="../diagrams/drawing33.xml"/><Relationship Id="rId5" Type="http://schemas.openxmlformats.org/officeDocument/2006/relationships/diagramColors" Target="../diagrams/colors32.xml"/><Relationship Id="rId10" Type="http://schemas.openxmlformats.org/officeDocument/2006/relationships/diagramColors" Target="../diagrams/colors33.xml"/><Relationship Id="rId4" Type="http://schemas.openxmlformats.org/officeDocument/2006/relationships/diagramQuickStyle" Target="../diagrams/quickStyle32.xml"/><Relationship Id="rId9" Type="http://schemas.openxmlformats.org/officeDocument/2006/relationships/diagramQuickStyle" Target="../diagrams/quickStyle3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34.xml"/><Relationship Id="rId7" Type="http://schemas.openxmlformats.org/officeDocument/2006/relationships/image" Target="../media/image9.png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7.xml"/><Relationship Id="rId3" Type="http://schemas.openxmlformats.org/officeDocument/2006/relationships/diagramLayout" Target="../diagrams/layout36.xml"/><Relationship Id="rId7" Type="http://schemas.openxmlformats.org/officeDocument/2006/relationships/diagramData" Target="../diagrams/data37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11" Type="http://schemas.microsoft.com/office/2007/relationships/diagramDrawing" Target="../diagrams/drawing37.xml"/><Relationship Id="rId5" Type="http://schemas.openxmlformats.org/officeDocument/2006/relationships/diagramColors" Target="../diagrams/colors36.xml"/><Relationship Id="rId10" Type="http://schemas.openxmlformats.org/officeDocument/2006/relationships/diagramColors" Target="../diagrams/colors37.xml"/><Relationship Id="rId4" Type="http://schemas.openxmlformats.org/officeDocument/2006/relationships/diagramQuickStyle" Target="../diagrams/quickStyle36.xml"/><Relationship Id="rId9" Type="http://schemas.openxmlformats.org/officeDocument/2006/relationships/diagramQuickStyle" Target="../diagrams/quickStyle3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9.xml"/><Relationship Id="rId3" Type="http://schemas.openxmlformats.org/officeDocument/2006/relationships/diagramLayout" Target="../diagrams/layout38.xml"/><Relationship Id="rId7" Type="http://schemas.openxmlformats.org/officeDocument/2006/relationships/diagramData" Target="../diagrams/data39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11" Type="http://schemas.microsoft.com/office/2007/relationships/diagramDrawing" Target="../diagrams/drawing39.xml"/><Relationship Id="rId5" Type="http://schemas.openxmlformats.org/officeDocument/2006/relationships/diagramColors" Target="../diagrams/colors38.xml"/><Relationship Id="rId10" Type="http://schemas.openxmlformats.org/officeDocument/2006/relationships/diagramColors" Target="../diagrams/colors39.xml"/><Relationship Id="rId4" Type="http://schemas.openxmlformats.org/officeDocument/2006/relationships/diagramQuickStyle" Target="../diagrams/quickStyle38.xml"/><Relationship Id="rId9" Type="http://schemas.openxmlformats.org/officeDocument/2006/relationships/diagramQuickStyle" Target="../diagrams/quickStyle3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1.xml"/><Relationship Id="rId3" Type="http://schemas.openxmlformats.org/officeDocument/2006/relationships/diagramLayout" Target="../diagrams/layout40.xml"/><Relationship Id="rId7" Type="http://schemas.openxmlformats.org/officeDocument/2006/relationships/diagramData" Target="../diagrams/data41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11" Type="http://schemas.microsoft.com/office/2007/relationships/diagramDrawing" Target="../diagrams/drawing41.xml"/><Relationship Id="rId5" Type="http://schemas.openxmlformats.org/officeDocument/2006/relationships/diagramColors" Target="../diagrams/colors40.xml"/><Relationship Id="rId10" Type="http://schemas.openxmlformats.org/officeDocument/2006/relationships/diagramColors" Target="../diagrams/colors41.xml"/><Relationship Id="rId4" Type="http://schemas.openxmlformats.org/officeDocument/2006/relationships/diagramQuickStyle" Target="../diagrams/quickStyle40.xml"/><Relationship Id="rId9" Type="http://schemas.openxmlformats.org/officeDocument/2006/relationships/diagramQuickStyle" Target="../diagrams/quickStyle4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3.xml"/><Relationship Id="rId3" Type="http://schemas.openxmlformats.org/officeDocument/2006/relationships/diagramLayout" Target="../diagrams/layout42.xml"/><Relationship Id="rId7" Type="http://schemas.openxmlformats.org/officeDocument/2006/relationships/diagramData" Target="../diagrams/data43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11" Type="http://schemas.microsoft.com/office/2007/relationships/diagramDrawing" Target="../diagrams/drawing43.xml"/><Relationship Id="rId5" Type="http://schemas.openxmlformats.org/officeDocument/2006/relationships/diagramColors" Target="../diagrams/colors42.xml"/><Relationship Id="rId10" Type="http://schemas.openxmlformats.org/officeDocument/2006/relationships/diagramColors" Target="../diagrams/colors43.xml"/><Relationship Id="rId4" Type="http://schemas.openxmlformats.org/officeDocument/2006/relationships/diagramQuickStyle" Target="../diagrams/quickStyle42.xml"/><Relationship Id="rId9" Type="http://schemas.openxmlformats.org/officeDocument/2006/relationships/diagramQuickStyle" Target="../diagrams/quickStyle4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5.xml"/><Relationship Id="rId3" Type="http://schemas.openxmlformats.org/officeDocument/2006/relationships/diagramLayout" Target="../diagrams/layout44.xml"/><Relationship Id="rId7" Type="http://schemas.openxmlformats.org/officeDocument/2006/relationships/diagramData" Target="../diagrams/data45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11" Type="http://schemas.microsoft.com/office/2007/relationships/diagramDrawing" Target="../diagrams/drawing45.xml"/><Relationship Id="rId5" Type="http://schemas.openxmlformats.org/officeDocument/2006/relationships/diagramColors" Target="../diagrams/colors44.xml"/><Relationship Id="rId10" Type="http://schemas.openxmlformats.org/officeDocument/2006/relationships/diagramColors" Target="../diagrams/colors45.xml"/><Relationship Id="rId4" Type="http://schemas.openxmlformats.org/officeDocument/2006/relationships/diagramQuickStyle" Target="../diagrams/quickStyle44.xml"/><Relationship Id="rId9" Type="http://schemas.openxmlformats.org/officeDocument/2006/relationships/diagramQuickStyle" Target="../diagrams/quickStyle4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7.xml"/><Relationship Id="rId3" Type="http://schemas.openxmlformats.org/officeDocument/2006/relationships/diagramLayout" Target="../diagrams/layout46.xml"/><Relationship Id="rId7" Type="http://schemas.openxmlformats.org/officeDocument/2006/relationships/diagramData" Target="../diagrams/data47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11" Type="http://schemas.microsoft.com/office/2007/relationships/diagramDrawing" Target="../diagrams/drawing47.xml"/><Relationship Id="rId5" Type="http://schemas.openxmlformats.org/officeDocument/2006/relationships/diagramColors" Target="../diagrams/colors46.xml"/><Relationship Id="rId10" Type="http://schemas.openxmlformats.org/officeDocument/2006/relationships/diagramColors" Target="../diagrams/colors47.xml"/><Relationship Id="rId4" Type="http://schemas.openxmlformats.org/officeDocument/2006/relationships/diagramQuickStyle" Target="../diagrams/quickStyle46.xml"/><Relationship Id="rId9" Type="http://schemas.openxmlformats.org/officeDocument/2006/relationships/diagramQuickStyle" Target="../diagrams/quickStyle4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0.xml"/><Relationship Id="rId7" Type="http://schemas.microsoft.com/office/2007/relationships/diagramDrawing" Target="../diagrams/drawing50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0.xml"/><Relationship Id="rId5" Type="http://schemas.openxmlformats.org/officeDocument/2006/relationships/diagramQuickStyle" Target="../diagrams/quickStyle50.xml"/><Relationship Id="rId4" Type="http://schemas.openxmlformats.org/officeDocument/2006/relationships/diagramLayout" Target="../diagrams/layout5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1.xml"/><Relationship Id="rId7" Type="http://schemas.microsoft.com/office/2007/relationships/diagramDrawing" Target="../diagrams/drawing51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1.xml"/><Relationship Id="rId5" Type="http://schemas.openxmlformats.org/officeDocument/2006/relationships/diagramQuickStyle" Target="../diagrams/quickStyle51.xml"/><Relationship Id="rId4" Type="http://schemas.openxmlformats.org/officeDocument/2006/relationships/diagramLayout" Target="../diagrams/layout5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4.xml"/><Relationship Id="rId3" Type="http://schemas.openxmlformats.org/officeDocument/2006/relationships/diagramLayout" Target="../diagrams/layout53.xml"/><Relationship Id="rId7" Type="http://schemas.openxmlformats.org/officeDocument/2006/relationships/diagramData" Target="../diagrams/data54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11" Type="http://schemas.microsoft.com/office/2007/relationships/diagramDrawing" Target="../diagrams/drawing54.xml"/><Relationship Id="rId5" Type="http://schemas.openxmlformats.org/officeDocument/2006/relationships/diagramColors" Target="../diagrams/colors53.xml"/><Relationship Id="rId10" Type="http://schemas.openxmlformats.org/officeDocument/2006/relationships/diagramColors" Target="../diagrams/colors54.xml"/><Relationship Id="rId4" Type="http://schemas.openxmlformats.org/officeDocument/2006/relationships/diagramQuickStyle" Target="../diagrams/quickStyle53.xml"/><Relationship Id="rId9" Type="http://schemas.openxmlformats.org/officeDocument/2006/relationships/diagramQuickStyle" Target="../diagrams/quickStyle5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9.xml"/><Relationship Id="rId3" Type="http://schemas.openxmlformats.org/officeDocument/2006/relationships/diagramLayout" Target="../diagrams/layout58.xml"/><Relationship Id="rId7" Type="http://schemas.openxmlformats.org/officeDocument/2006/relationships/diagramData" Target="../diagrams/data59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11" Type="http://schemas.microsoft.com/office/2007/relationships/diagramDrawing" Target="../diagrams/drawing59.xml"/><Relationship Id="rId5" Type="http://schemas.openxmlformats.org/officeDocument/2006/relationships/diagramColors" Target="../diagrams/colors58.xml"/><Relationship Id="rId10" Type="http://schemas.openxmlformats.org/officeDocument/2006/relationships/diagramColors" Target="../diagrams/colors59.xml"/><Relationship Id="rId4" Type="http://schemas.openxmlformats.org/officeDocument/2006/relationships/diagramQuickStyle" Target="../diagrams/quickStyle58.xml"/><Relationship Id="rId9" Type="http://schemas.openxmlformats.org/officeDocument/2006/relationships/diagramQuickStyle" Target="../diagrams/quickStyle5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5.xml"/><Relationship Id="rId3" Type="http://schemas.openxmlformats.org/officeDocument/2006/relationships/diagramLayout" Target="../diagrams/layout64.xml"/><Relationship Id="rId7" Type="http://schemas.openxmlformats.org/officeDocument/2006/relationships/diagramData" Target="../diagrams/data65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4.xml"/><Relationship Id="rId11" Type="http://schemas.microsoft.com/office/2007/relationships/diagramDrawing" Target="../diagrams/drawing65.xml"/><Relationship Id="rId5" Type="http://schemas.openxmlformats.org/officeDocument/2006/relationships/diagramColors" Target="../diagrams/colors64.xml"/><Relationship Id="rId10" Type="http://schemas.openxmlformats.org/officeDocument/2006/relationships/diagramColors" Target="../diagrams/colors65.xml"/><Relationship Id="rId4" Type="http://schemas.openxmlformats.org/officeDocument/2006/relationships/diagramQuickStyle" Target="../diagrams/quickStyle64.xml"/><Relationship Id="rId9" Type="http://schemas.openxmlformats.org/officeDocument/2006/relationships/diagramQuickStyle" Target="../diagrams/quickStyle6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7.xml"/><Relationship Id="rId7" Type="http://schemas.microsoft.com/office/2007/relationships/diagramDrawing" Target="../diagrams/drawing67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7.xml"/><Relationship Id="rId5" Type="http://schemas.openxmlformats.org/officeDocument/2006/relationships/diagramQuickStyle" Target="../diagrams/quickStyle67.xml"/><Relationship Id="rId4" Type="http://schemas.openxmlformats.org/officeDocument/2006/relationships/diagramLayout" Target="../diagrams/layout6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8.xml"/><Relationship Id="rId7" Type="http://schemas.microsoft.com/office/2007/relationships/diagramDrawing" Target="../diagrams/drawing68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8.xml"/><Relationship Id="rId5" Type="http://schemas.openxmlformats.org/officeDocument/2006/relationships/diagramQuickStyle" Target="../diagrams/quickStyle68.xml"/><Relationship Id="rId4" Type="http://schemas.openxmlformats.org/officeDocument/2006/relationships/diagramLayout" Target="../diagrams/layout6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9.xml"/><Relationship Id="rId7" Type="http://schemas.microsoft.com/office/2007/relationships/diagramDrawing" Target="../diagrams/drawing6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9.xml"/><Relationship Id="rId5" Type="http://schemas.openxmlformats.org/officeDocument/2006/relationships/diagramQuickStyle" Target="../diagrams/quickStyle69.xml"/><Relationship Id="rId4" Type="http://schemas.openxmlformats.org/officeDocument/2006/relationships/diagramLayout" Target="../diagrams/layout69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1.xml"/><Relationship Id="rId3" Type="http://schemas.openxmlformats.org/officeDocument/2006/relationships/diagramLayout" Target="../diagrams/layout70.xml"/><Relationship Id="rId7" Type="http://schemas.openxmlformats.org/officeDocument/2006/relationships/diagramData" Target="../diagrams/data71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0.xml"/><Relationship Id="rId11" Type="http://schemas.microsoft.com/office/2007/relationships/diagramDrawing" Target="../diagrams/drawing71.xml"/><Relationship Id="rId5" Type="http://schemas.openxmlformats.org/officeDocument/2006/relationships/diagramColors" Target="../diagrams/colors70.xml"/><Relationship Id="rId10" Type="http://schemas.openxmlformats.org/officeDocument/2006/relationships/diagramColors" Target="../diagrams/colors71.xml"/><Relationship Id="rId4" Type="http://schemas.openxmlformats.org/officeDocument/2006/relationships/diagramQuickStyle" Target="../diagrams/quickStyle70.xml"/><Relationship Id="rId9" Type="http://schemas.openxmlformats.org/officeDocument/2006/relationships/diagramQuickStyle" Target="../diagrams/quickStyle7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4.xml"/><Relationship Id="rId7" Type="http://schemas.microsoft.com/office/2007/relationships/diagramDrawing" Target="../diagrams/drawing7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4.xml"/><Relationship Id="rId5" Type="http://schemas.openxmlformats.org/officeDocument/2006/relationships/diagramQuickStyle" Target="../diagrams/quickStyle74.xml"/><Relationship Id="rId4" Type="http://schemas.openxmlformats.org/officeDocument/2006/relationships/diagramLayout" Target="../diagrams/layout74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6.xml"/><Relationship Id="rId3" Type="http://schemas.openxmlformats.org/officeDocument/2006/relationships/diagramLayout" Target="../diagrams/layout75.xml"/><Relationship Id="rId7" Type="http://schemas.openxmlformats.org/officeDocument/2006/relationships/diagramData" Target="../diagrams/data76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5.xml"/><Relationship Id="rId11" Type="http://schemas.microsoft.com/office/2007/relationships/diagramDrawing" Target="../diagrams/drawing76.xml"/><Relationship Id="rId5" Type="http://schemas.openxmlformats.org/officeDocument/2006/relationships/diagramColors" Target="../diagrams/colors75.xml"/><Relationship Id="rId10" Type="http://schemas.openxmlformats.org/officeDocument/2006/relationships/diagramColors" Target="../diagrams/colors76.xml"/><Relationship Id="rId4" Type="http://schemas.openxmlformats.org/officeDocument/2006/relationships/diagramQuickStyle" Target="../diagrams/quickStyle75.xml"/><Relationship Id="rId9" Type="http://schemas.openxmlformats.org/officeDocument/2006/relationships/diagramQuickStyle" Target="../diagrams/quickStyle7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0.xml"/><Relationship Id="rId3" Type="http://schemas.openxmlformats.org/officeDocument/2006/relationships/diagramLayout" Target="../diagrams/layout79.xml"/><Relationship Id="rId7" Type="http://schemas.openxmlformats.org/officeDocument/2006/relationships/diagramData" Target="../diagrams/data80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9.xml"/><Relationship Id="rId11" Type="http://schemas.microsoft.com/office/2007/relationships/diagramDrawing" Target="../diagrams/drawing80.xml"/><Relationship Id="rId5" Type="http://schemas.openxmlformats.org/officeDocument/2006/relationships/diagramColors" Target="../diagrams/colors79.xml"/><Relationship Id="rId10" Type="http://schemas.openxmlformats.org/officeDocument/2006/relationships/diagramColors" Target="../diagrams/colors80.xml"/><Relationship Id="rId4" Type="http://schemas.openxmlformats.org/officeDocument/2006/relationships/diagramQuickStyle" Target="../diagrams/quickStyle79.xml"/><Relationship Id="rId9" Type="http://schemas.openxmlformats.org/officeDocument/2006/relationships/diagramQuickStyle" Target="../diagrams/quickStyle8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4.xml"/><Relationship Id="rId3" Type="http://schemas.openxmlformats.org/officeDocument/2006/relationships/diagramLayout" Target="../diagrams/layout83.xml"/><Relationship Id="rId7" Type="http://schemas.openxmlformats.org/officeDocument/2006/relationships/diagramData" Target="../diagrams/data84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3.xml"/><Relationship Id="rId11" Type="http://schemas.microsoft.com/office/2007/relationships/diagramDrawing" Target="../diagrams/drawing84.xml"/><Relationship Id="rId5" Type="http://schemas.openxmlformats.org/officeDocument/2006/relationships/diagramColors" Target="../diagrams/colors83.xml"/><Relationship Id="rId10" Type="http://schemas.openxmlformats.org/officeDocument/2006/relationships/diagramColors" Target="../diagrams/colors84.xml"/><Relationship Id="rId4" Type="http://schemas.openxmlformats.org/officeDocument/2006/relationships/diagramQuickStyle" Target="../diagrams/quickStyle83.xml"/><Relationship Id="rId9" Type="http://schemas.openxmlformats.org/officeDocument/2006/relationships/diagramQuickStyle" Target="../diagrams/quickStyle84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6.xml"/><Relationship Id="rId13" Type="http://schemas.openxmlformats.org/officeDocument/2006/relationships/diagramLayout" Target="../diagrams/layout87.xml"/><Relationship Id="rId3" Type="http://schemas.openxmlformats.org/officeDocument/2006/relationships/diagramLayout" Target="../diagrams/layout85.xml"/><Relationship Id="rId7" Type="http://schemas.openxmlformats.org/officeDocument/2006/relationships/diagramData" Target="../diagrams/data86.xml"/><Relationship Id="rId12" Type="http://schemas.openxmlformats.org/officeDocument/2006/relationships/diagramData" Target="../diagrams/data87.xml"/><Relationship Id="rId2" Type="http://schemas.openxmlformats.org/officeDocument/2006/relationships/diagramData" Target="../diagrams/data85.xml"/><Relationship Id="rId16" Type="http://schemas.microsoft.com/office/2007/relationships/diagramDrawing" Target="../diagrams/drawing8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5.xml"/><Relationship Id="rId11" Type="http://schemas.microsoft.com/office/2007/relationships/diagramDrawing" Target="../diagrams/drawing86.xml"/><Relationship Id="rId5" Type="http://schemas.openxmlformats.org/officeDocument/2006/relationships/diagramColors" Target="../diagrams/colors85.xml"/><Relationship Id="rId15" Type="http://schemas.openxmlformats.org/officeDocument/2006/relationships/diagramColors" Target="../diagrams/colors87.xml"/><Relationship Id="rId10" Type="http://schemas.openxmlformats.org/officeDocument/2006/relationships/diagramColors" Target="../diagrams/colors86.xml"/><Relationship Id="rId4" Type="http://schemas.openxmlformats.org/officeDocument/2006/relationships/diagramQuickStyle" Target="../diagrams/quickStyle85.xml"/><Relationship Id="rId9" Type="http://schemas.openxmlformats.org/officeDocument/2006/relationships/diagramQuickStyle" Target="../diagrams/quickStyle86.xml"/><Relationship Id="rId14" Type="http://schemas.openxmlformats.org/officeDocument/2006/relationships/diagramQuickStyle" Target="../diagrams/quickStyle8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0.xml"/><Relationship Id="rId3" Type="http://schemas.openxmlformats.org/officeDocument/2006/relationships/diagramLayout" Target="../diagrams/layout89.xml"/><Relationship Id="rId7" Type="http://schemas.openxmlformats.org/officeDocument/2006/relationships/diagramData" Target="../diagrams/data90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9.xml"/><Relationship Id="rId11" Type="http://schemas.microsoft.com/office/2007/relationships/diagramDrawing" Target="../diagrams/drawing90.xml"/><Relationship Id="rId5" Type="http://schemas.openxmlformats.org/officeDocument/2006/relationships/diagramColors" Target="../diagrams/colors89.xml"/><Relationship Id="rId10" Type="http://schemas.openxmlformats.org/officeDocument/2006/relationships/diagramColors" Target="../diagrams/colors90.xml"/><Relationship Id="rId4" Type="http://schemas.openxmlformats.org/officeDocument/2006/relationships/diagramQuickStyle" Target="../diagrams/quickStyle89.xml"/><Relationship Id="rId9" Type="http://schemas.openxmlformats.org/officeDocument/2006/relationships/diagramQuickStyle" Target="../diagrams/quickStyle9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1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1.xml"/><Relationship Id="rId5" Type="http://schemas.openxmlformats.org/officeDocument/2006/relationships/diagramColors" Target="../diagrams/colors91.xml"/><Relationship Id="rId4" Type="http://schemas.openxmlformats.org/officeDocument/2006/relationships/diagramQuickStyle" Target="../diagrams/quickStyle9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2.xml"/><Relationship Id="rId2" Type="http://schemas.openxmlformats.org/officeDocument/2006/relationships/diagramData" Target="../diagrams/data9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2.xml"/><Relationship Id="rId5" Type="http://schemas.openxmlformats.org/officeDocument/2006/relationships/diagramColors" Target="../diagrams/colors92.xml"/><Relationship Id="rId4" Type="http://schemas.openxmlformats.org/officeDocument/2006/relationships/diagramQuickStyle" Target="../diagrams/quickStyle9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4.xml"/><Relationship Id="rId2" Type="http://schemas.openxmlformats.org/officeDocument/2006/relationships/diagramData" Target="../diagrams/data9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4.xml"/><Relationship Id="rId5" Type="http://schemas.openxmlformats.org/officeDocument/2006/relationships/diagramColors" Target="../diagrams/colors94.xml"/><Relationship Id="rId4" Type="http://schemas.openxmlformats.org/officeDocument/2006/relationships/diagramQuickStyle" Target="../diagrams/quickStyle9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5.xml"/><Relationship Id="rId2" Type="http://schemas.openxmlformats.org/officeDocument/2006/relationships/diagramData" Target="../diagrams/data9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5.xml"/><Relationship Id="rId5" Type="http://schemas.openxmlformats.org/officeDocument/2006/relationships/diagramColors" Target="../diagrams/colors95.xml"/><Relationship Id="rId4" Type="http://schemas.openxmlformats.org/officeDocument/2006/relationships/diagramQuickStyle" Target="../diagrams/quickStyle9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6.xml"/><Relationship Id="rId2" Type="http://schemas.openxmlformats.org/officeDocument/2006/relationships/diagramData" Target="../diagrams/data9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6.xml"/><Relationship Id="rId5" Type="http://schemas.openxmlformats.org/officeDocument/2006/relationships/diagramColors" Target="../diagrams/colors96.xml"/><Relationship Id="rId4" Type="http://schemas.openxmlformats.org/officeDocument/2006/relationships/diagramQuickStyle" Target="../diagrams/quickStyle9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7.xml"/><Relationship Id="rId2" Type="http://schemas.openxmlformats.org/officeDocument/2006/relationships/diagramData" Target="../diagrams/data9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7.xml"/><Relationship Id="rId5" Type="http://schemas.openxmlformats.org/officeDocument/2006/relationships/diagramColors" Target="../diagrams/colors97.xml"/><Relationship Id="rId4" Type="http://schemas.openxmlformats.org/officeDocument/2006/relationships/diagramQuickStyle" Target="../diagrams/quickStyle9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8.xml"/><Relationship Id="rId2" Type="http://schemas.openxmlformats.org/officeDocument/2006/relationships/diagramData" Target="../diagrams/data9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8.xml"/><Relationship Id="rId5" Type="http://schemas.openxmlformats.org/officeDocument/2006/relationships/diagramColors" Target="../diagrams/colors98.xml"/><Relationship Id="rId4" Type="http://schemas.openxmlformats.org/officeDocument/2006/relationships/diagramQuickStyle" Target="../diagrams/quickStyle9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9.xml"/><Relationship Id="rId7" Type="http://schemas.microsoft.com/office/2007/relationships/diagramDrawing" Target="../diagrams/drawing99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99.xml"/><Relationship Id="rId5" Type="http://schemas.openxmlformats.org/officeDocument/2006/relationships/diagramQuickStyle" Target="../diagrams/quickStyle99.xml"/><Relationship Id="rId4" Type="http://schemas.openxmlformats.org/officeDocument/2006/relationships/diagramLayout" Target="../diagrams/layout99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1.xml"/><Relationship Id="rId3" Type="http://schemas.openxmlformats.org/officeDocument/2006/relationships/diagramData" Target="../diagrams/data100.xml"/><Relationship Id="rId7" Type="http://schemas.microsoft.com/office/2007/relationships/diagramDrawing" Target="../diagrams/drawing100.xml"/><Relationship Id="rId12" Type="http://schemas.microsoft.com/office/2007/relationships/diagramDrawing" Target="../diagrams/drawing101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0.xml"/><Relationship Id="rId11" Type="http://schemas.openxmlformats.org/officeDocument/2006/relationships/diagramColors" Target="../diagrams/colors101.xml"/><Relationship Id="rId5" Type="http://schemas.openxmlformats.org/officeDocument/2006/relationships/diagramQuickStyle" Target="../diagrams/quickStyle100.xml"/><Relationship Id="rId10" Type="http://schemas.openxmlformats.org/officeDocument/2006/relationships/diagramQuickStyle" Target="../diagrams/quickStyle101.xml"/><Relationship Id="rId4" Type="http://schemas.openxmlformats.org/officeDocument/2006/relationships/diagramLayout" Target="../diagrams/layout100.xml"/><Relationship Id="rId9" Type="http://schemas.openxmlformats.org/officeDocument/2006/relationships/diagramLayout" Target="../diagrams/layout10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2.xml"/><Relationship Id="rId7" Type="http://schemas.microsoft.com/office/2007/relationships/diagramDrawing" Target="../diagrams/drawing102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2.xml"/><Relationship Id="rId5" Type="http://schemas.openxmlformats.org/officeDocument/2006/relationships/diagramQuickStyle" Target="../diagrams/quickStyle102.xml"/><Relationship Id="rId4" Type="http://schemas.openxmlformats.org/officeDocument/2006/relationships/diagramLayout" Target="../diagrams/layout10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3.xml"/><Relationship Id="rId2" Type="http://schemas.openxmlformats.org/officeDocument/2006/relationships/diagramData" Target="../diagrams/data10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3.xml"/><Relationship Id="rId5" Type="http://schemas.openxmlformats.org/officeDocument/2006/relationships/diagramColors" Target="../diagrams/colors103.xml"/><Relationship Id="rId4" Type="http://schemas.openxmlformats.org/officeDocument/2006/relationships/diagramQuickStyle" Target="../diagrams/quickStyle10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4.xml"/><Relationship Id="rId2" Type="http://schemas.openxmlformats.org/officeDocument/2006/relationships/diagramData" Target="../diagrams/data10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4.xml"/><Relationship Id="rId5" Type="http://schemas.openxmlformats.org/officeDocument/2006/relationships/diagramColors" Target="../diagrams/colors104.xml"/><Relationship Id="rId4" Type="http://schemas.openxmlformats.org/officeDocument/2006/relationships/diagramQuickStyle" Target="../diagrams/quickStyle10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5.xml"/><Relationship Id="rId2" Type="http://schemas.openxmlformats.org/officeDocument/2006/relationships/diagramData" Target="../diagrams/data10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5.xml"/><Relationship Id="rId5" Type="http://schemas.openxmlformats.org/officeDocument/2006/relationships/diagramColors" Target="../diagrams/colors105.xml"/><Relationship Id="rId4" Type="http://schemas.openxmlformats.org/officeDocument/2006/relationships/diagramQuickStyle" Target="../diagrams/quickStyle10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6.xml"/><Relationship Id="rId7" Type="http://schemas.microsoft.com/office/2007/relationships/diagramDrawing" Target="../diagrams/drawing106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6.xml"/><Relationship Id="rId5" Type="http://schemas.openxmlformats.org/officeDocument/2006/relationships/diagramQuickStyle" Target="../diagrams/quickStyle106.xml"/><Relationship Id="rId4" Type="http://schemas.openxmlformats.org/officeDocument/2006/relationships/diagramLayout" Target="../diagrams/layout10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7.xml"/><Relationship Id="rId2" Type="http://schemas.openxmlformats.org/officeDocument/2006/relationships/diagramData" Target="../diagrams/data10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7.xml"/><Relationship Id="rId5" Type="http://schemas.openxmlformats.org/officeDocument/2006/relationships/diagramColors" Target="../diagrams/colors107.xml"/><Relationship Id="rId4" Type="http://schemas.openxmlformats.org/officeDocument/2006/relationships/diagramQuickStyle" Target="../diagrams/quickStyle10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8.xml"/><Relationship Id="rId2" Type="http://schemas.openxmlformats.org/officeDocument/2006/relationships/diagramData" Target="../diagrams/data10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8.xml"/><Relationship Id="rId5" Type="http://schemas.openxmlformats.org/officeDocument/2006/relationships/diagramColors" Target="../diagrams/colors108.xml"/><Relationship Id="rId4" Type="http://schemas.openxmlformats.org/officeDocument/2006/relationships/diagramQuickStyle" Target="../diagrams/quickStyle10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9.xml"/><Relationship Id="rId2" Type="http://schemas.openxmlformats.org/officeDocument/2006/relationships/diagramData" Target="../diagrams/data10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9.xml"/><Relationship Id="rId5" Type="http://schemas.openxmlformats.org/officeDocument/2006/relationships/diagramColors" Target="../diagrams/colors109.xml"/><Relationship Id="rId4" Type="http://schemas.openxmlformats.org/officeDocument/2006/relationships/diagramQuickStyle" Target="../diagrams/quickStyle109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1.xml"/><Relationship Id="rId3" Type="http://schemas.openxmlformats.org/officeDocument/2006/relationships/diagramLayout" Target="../diagrams/layout110.xml"/><Relationship Id="rId7" Type="http://schemas.openxmlformats.org/officeDocument/2006/relationships/diagramData" Target="../diagrams/data111.xml"/><Relationship Id="rId2" Type="http://schemas.openxmlformats.org/officeDocument/2006/relationships/diagramData" Target="../diagrams/data1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0.xml"/><Relationship Id="rId11" Type="http://schemas.microsoft.com/office/2007/relationships/diagramDrawing" Target="../diagrams/drawing111.xml"/><Relationship Id="rId5" Type="http://schemas.openxmlformats.org/officeDocument/2006/relationships/diagramColors" Target="../diagrams/colors110.xml"/><Relationship Id="rId10" Type="http://schemas.openxmlformats.org/officeDocument/2006/relationships/diagramColors" Target="../diagrams/colors111.xml"/><Relationship Id="rId4" Type="http://schemas.openxmlformats.org/officeDocument/2006/relationships/diagramQuickStyle" Target="../diagrams/quickStyle110.xml"/><Relationship Id="rId9" Type="http://schemas.openxmlformats.org/officeDocument/2006/relationships/diagramQuickStyle" Target="../diagrams/quickStyle11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2.xml"/><Relationship Id="rId2" Type="http://schemas.openxmlformats.org/officeDocument/2006/relationships/diagramData" Target="../diagrams/data1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2.xml"/><Relationship Id="rId5" Type="http://schemas.openxmlformats.org/officeDocument/2006/relationships/diagramColors" Target="../diagrams/colors112.xml"/><Relationship Id="rId4" Type="http://schemas.openxmlformats.org/officeDocument/2006/relationships/diagramQuickStyle" Target="../diagrams/quickStyle11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4.xml"/><Relationship Id="rId3" Type="http://schemas.openxmlformats.org/officeDocument/2006/relationships/diagramLayout" Target="../diagrams/layout113.xml"/><Relationship Id="rId7" Type="http://schemas.openxmlformats.org/officeDocument/2006/relationships/diagramData" Target="../diagrams/data114.xml"/><Relationship Id="rId2" Type="http://schemas.openxmlformats.org/officeDocument/2006/relationships/diagramData" Target="../diagrams/data1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3.xml"/><Relationship Id="rId11" Type="http://schemas.microsoft.com/office/2007/relationships/diagramDrawing" Target="../diagrams/drawing114.xml"/><Relationship Id="rId5" Type="http://schemas.openxmlformats.org/officeDocument/2006/relationships/diagramColors" Target="../diagrams/colors113.xml"/><Relationship Id="rId10" Type="http://schemas.openxmlformats.org/officeDocument/2006/relationships/diagramColors" Target="../diagrams/colors114.xml"/><Relationship Id="rId4" Type="http://schemas.openxmlformats.org/officeDocument/2006/relationships/diagramQuickStyle" Target="../diagrams/quickStyle113.xml"/><Relationship Id="rId9" Type="http://schemas.openxmlformats.org/officeDocument/2006/relationships/diagramQuickStyle" Target="../diagrams/quickStyle11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5.xml"/><Relationship Id="rId7" Type="http://schemas.microsoft.com/office/2007/relationships/diagramDrawing" Target="../diagrams/drawing115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5.xml"/><Relationship Id="rId5" Type="http://schemas.openxmlformats.org/officeDocument/2006/relationships/diagramQuickStyle" Target="../diagrams/quickStyle115.xml"/><Relationship Id="rId4" Type="http://schemas.openxmlformats.org/officeDocument/2006/relationships/diagramLayout" Target="../diagrams/layout11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6.xml"/><Relationship Id="rId2" Type="http://schemas.openxmlformats.org/officeDocument/2006/relationships/diagramData" Target="../diagrams/data1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6.xml"/><Relationship Id="rId5" Type="http://schemas.openxmlformats.org/officeDocument/2006/relationships/diagramColors" Target="../diagrams/colors116.xml"/><Relationship Id="rId4" Type="http://schemas.openxmlformats.org/officeDocument/2006/relationships/diagramQuickStyle" Target="../diagrams/quickStyle11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7.xml"/><Relationship Id="rId2" Type="http://schemas.openxmlformats.org/officeDocument/2006/relationships/diagramData" Target="../diagrams/data1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7.xml"/><Relationship Id="rId5" Type="http://schemas.openxmlformats.org/officeDocument/2006/relationships/diagramColors" Target="../diagrams/colors117.xml"/><Relationship Id="rId4" Type="http://schemas.openxmlformats.org/officeDocument/2006/relationships/diagramQuickStyle" Target="../diagrams/quickStyl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EEEE8-3B4F-83BE-AFF6-334C2723A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Королівство Руське. Монгольська навала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7CEFC64-F3C0-5485-ACC0-3329F5B37F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2906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22E4-D560-BF65-50B6-932FBB96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1CF37-01E1-325C-8702-8D8C6E18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заходами та </a:t>
            </a:r>
            <a:r>
              <a:rPr lang="ru-RU" sz="3200" dirty="0" err="1"/>
              <a:t>діячами</a:t>
            </a:r>
            <a:r>
              <a:rPr lang="ru-RU" sz="3200" dirty="0"/>
              <a:t>, </a:t>
            </a:r>
            <a:r>
              <a:rPr lang="ru-RU" sz="3200" dirty="0" err="1"/>
              <a:t>причетними</a:t>
            </a:r>
            <a:r>
              <a:rPr lang="ru-RU" sz="3200" dirty="0"/>
              <a:t> до них.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F2F38AE-F412-4FC9-558E-70F84907608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B7F7AD5-6B7F-4D3B-7FC1-DC9B3D53BB6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7513749-D46C-1834-414E-A8FE3BE6399F}"/>
              </a:ext>
            </a:extLst>
          </p:cNvPr>
          <p:cNvSpPr txBox="1">
            <a:spLocks/>
          </p:cNvSpPr>
          <p:nvPr/>
        </p:nvSpPr>
        <p:spPr>
          <a:xfrm>
            <a:off x="889000" y="759661"/>
            <a:ext cx="3500828" cy="2470065"/>
          </a:xfrm>
          <a:prstGeom prst="rect">
            <a:avLst/>
          </a:prstGeom>
        </p:spPr>
        <p:txBody>
          <a:bodyPr vert="horz" lIns="91440" tIns="91440" rIns="91440" bIns="91440" rtlCol="0" anchor="ctr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І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419988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E1B51-5153-5D5D-52F8-6843A336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заходами та </a:t>
            </a:r>
            <a:r>
              <a:rPr lang="ru-RU" sz="3200" dirty="0" err="1"/>
              <a:t>діячами</a:t>
            </a:r>
            <a:r>
              <a:rPr lang="ru-RU" sz="3200" dirty="0"/>
              <a:t>, </a:t>
            </a:r>
            <a:r>
              <a:rPr lang="ru-RU" sz="3200" dirty="0" err="1"/>
              <a:t>причетними</a:t>
            </a:r>
            <a:r>
              <a:rPr lang="ru-RU" sz="3200" dirty="0"/>
              <a:t> до них.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5BD13D0-D064-5DDF-F133-8F0159EB093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FA99F49-3DDB-1DF7-82EE-5F0C3AF76D0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D6F2D98-18BF-258E-3D89-A5636E0F63FD}"/>
              </a:ext>
            </a:extLst>
          </p:cNvPr>
          <p:cNvSpPr txBox="1">
            <a:spLocks/>
          </p:cNvSpPr>
          <p:nvPr/>
        </p:nvSpPr>
        <p:spPr>
          <a:xfrm>
            <a:off x="889000" y="768001"/>
            <a:ext cx="3500828" cy="2470065"/>
          </a:xfrm>
          <a:prstGeom prst="rect">
            <a:avLst/>
          </a:prstGeom>
        </p:spPr>
        <p:txBody>
          <a:bodyPr vert="horz" lIns="91440" tIns="91440" rIns="91440" bIns="91440" rtlCol="0" anchor="ctr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ІІ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68480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00B75-3721-C94F-C0A1-DC3E7ECD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Які</a:t>
            </a:r>
            <a:r>
              <a:rPr lang="ru-RU" sz="3200" dirty="0"/>
              <a:t> </a:t>
            </a:r>
            <a:r>
              <a:rPr lang="ru-RU" sz="3200" dirty="0" err="1"/>
              <a:t>твердження</a:t>
            </a:r>
            <a:r>
              <a:rPr lang="ru-RU" sz="3200" dirty="0"/>
              <a:t> </a:t>
            </a:r>
            <a:r>
              <a:rPr lang="ru-RU" sz="3200" dirty="0" err="1"/>
              <a:t>характеризують</a:t>
            </a:r>
            <a:r>
              <a:rPr lang="ru-RU" sz="3200" dirty="0"/>
              <a:t> </a:t>
            </a:r>
            <a:r>
              <a:rPr lang="ru-RU" sz="3200" dirty="0" err="1"/>
              <a:t>діяльність</a:t>
            </a:r>
            <a:r>
              <a:rPr lang="ru-RU" sz="3200" dirty="0"/>
              <a:t> </a:t>
            </a:r>
            <a:r>
              <a:rPr lang="ru-RU" sz="3200" dirty="0" err="1"/>
              <a:t>галицько-волинського</a:t>
            </a:r>
            <a:r>
              <a:rPr lang="ru-RU" sz="3200" dirty="0"/>
              <a:t> князя Романа Мстиславовича?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4BDBE6D-9787-18AF-8B04-AE32854AC7F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0BAD6D6-40E5-D41C-CFAC-D330764131E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0951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931A5-9859-DA40-1E22-8F1EDFB6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Утворення</a:t>
            </a:r>
            <a:r>
              <a:rPr lang="ru-RU" sz="3200" dirty="0"/>
              <a:t> князем Романом Мстиславовичем </a:t>
            </a:r>
            <a:r>
              <a:rPr lang="ru-RU" sz="3200" dirty="0" err="1"/>
              <a:t>Галицько-Волинської</a:t>
            </a:r>
            <a:r>
              <a:rPr lang="ru-RU" sz="3200" dirty="0"/>
              <a:t> </a:t>
            </a:r>
            <a:r>
              <a:rPr lang="ru-RU" sz="3200" dirty="0" err="1"/>
              <a:t>держави</a:t>
            </a:r>
            <a:r>
              <a:rPr lang="ru-RU" sz="3200" dirty="0"/>
              <a:t> </a:t>
            </a:r>
            <a:r>
              <a:rPr lang="ru-RU" sz="3200" dirty="0" err="1"/>
              <a:t>відбулося</a:t>
            </a:r>
            <a:r>
              <a:rPr lang="ru-RU" sz="3200" dirty="0"/>
              <a:t> </a:t>
            </a:r>
            <a:r>
              <a:rPr lang="ru-RU" sz="3200" dirty="0" err="1"/>
              <a:t>наприкінці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7062A09-E601-34D9-8DDE-632796D7BFF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B3CF5385-B3C1-8A19-A29A-ED3A41E19C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7577837" y="3911467"/>
            <a:ext cx="1352739" cy="1905266"/>
          </a:xfrm>
        </p:spPr>
      </p:pic>
    </p:spTree>
    <p:extLst>
      <p:ext uri="{BB962C8B-B14F-4D97-AF65-F5344CB8AC3E}">
        <p14:creationId xmlns:p14="http://schemas.microsoft.com/office/powerpoint/2010/main" val="198095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35F9E-A8A8-428C-06B5-A2728CF7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Утворення</a:t>
            </a:r>
            <a:r>
              <a:rPr lang="ru-RU" sz="3200" dirty="0"/>
              <a:t> в 1199 р. </a:t>
            </a:r>
            <a:r>
              <a:rPr lang="ru-RU" sz="3200" dirty="0" err="1"/>
              <a:t>Галицько-Волинської</a:t>
            </a:r>
            <a:r>
              <a:rPr lang="ru-RU" sz="3200" dirty="0"/>
              <a:t> </a:t>
            </a:r>
            <a:r>
              <a:rPr lang="ru-RU" sz="3200" dirty="0" err="1"/>
              <a:t>держави</a:t>
            </a:r>
            <a:r>
              <a:rPr lang="ru-RU" sz="3200" dirty="0"/>
              <a:t> стало результатом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C703BC-CC77-8FC5-E869-CD23172C0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713063"/>
              </p:ext>
            </p:extLst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6226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7C034-4467-7FE6-499A-606A6AB4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Об’єднання</a:t>
            </a:r>
            <a:r>
              <a:rPr lang="ru-RU" sz="2800" dirty="0"/>
              <a:t> князем Романом Мстиславичем </a:t>
            </a:r>
            <a:r>
              <a:rPr lang="ru-RU" sz="2800" dirty="0" err="1"/>
              <a:t>Галицького</a:t>
            </a:r>
            <a:r>
              <a:rPr lang="ru-RU" sz="2800" dirty="0"/>
              <a:t> та </a:t>
            </a:r>
            <a:r>
              <a:rPr lang="ru-RU" sz="2800" dirty="0" err="1"/>
              <a:t>Волинського</a:t>
            </a:r>
            <a:r>
              <a:rPr lang="ru-RU" sz="2800" dirty="0"/>
              <a:t> </a:t>
            </a:r>
            <a:r>
              <a:rPr lang="ru-RU" sz="2800" dirty="0" err="1"/>
              <a:t>князівств</a:t>
            </a:r>
            <a:r>
              <a:rPr lang="ru-RU" sz="2800" dirty="0"/>
              <a:t> </a:t>
            </a:r>
            <a:r>
              <a:rPr lang="ru-RU" sz="2800" dirty="0" err="1"/>
              <a:t>відбулося</a:t>
            </a:r>
            <a:r>
              <a:rPr lang="ru-RU" sz="2800" dirty="0"/>
              <a:t> в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BE5C94-1D31-5B9A-9DA2-968AF8DD3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68552"/>
              </p:ext>
            </p:extLst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79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9C6B8-078F-F881-C4E5-DACE76F8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було</a:t>
            </a:r>
            <a:r>
              <a:rPr lang="ru-RU" sz="2800" dirty="0"/>
              <a:t> </a:t>
            </a:r>
            <a:r>
              <a:rPr lang="ru-RU" sz="2800" dirty="0" err="1"/>
              <a:t>спільного</a:t>
            </a:r>
            <a:r>
              <a:rPr lang="ru-RU" sz="2800" dirty="0"/>
              <a:t> в </a:t>
            </a:r>
            <a:r>
              <a:rPr lang="ru-RU" sz="2800" dirty="0" err="1"/>
              <a:t>правлінні</a:t>
            </a:r>
            <a:r>
              <a:rPr lang="ru-RU" sz="2800" dirty="0"/>
              <a:t> </a:t>
            </a:r>
            <a:r>
              <a:rPr lang="ru-RU" sz="2800" dirty="0" err="1"/>
              <a:t>князів</a:t>
            </a:r>
            <a:r>
              <a:rPr lang="ru-RU" sz="2800" dirty="0"/>
              <a:t> </a:t>
            </a:r>
            <a:r>
              <a:rPr lang="ru-RU" sz="2800" dirty="0" err="1"/>
              <a:t>Галицько-Волинської</a:t>
            </a:r>
            <a:r>
              <a:rPr lang="ru-RU" sz="2800" dirty="0"/>
              <a:t> </a:t>
            </a:r>
            <a:r>
              <a:rPr lang="ru-RU" sz="2800" dirty="0" err="1"/>
              <a:t>держави</a:t>
            </a:r>
            <a:r>
              <a:rPr lang="ru-RU" sz="2800" dirty="0"/>
              <a:t> Романа Мстиславича та Данила Романовича?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979F827-56A5-622F-9427-447E7AB3A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607984"/>
              </p:ext>
            </p:extLst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890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A6B3B-884D-22C6-DEDA-37067E78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Який</a:t>
            </a:r>
            <a:r>
              <a:rPr lang="ru-RU" sz="2800" dirty="0"/>
              <a:t> </a:t>
            </a:r>
            <a:r>
              <a:rPr lang="ru-RU" sz="2800" dirty="0" err="1"/>
              <a:t>наслідок</a:t>
            </a:r>
            <a:r>
              <a:rPr lang="ru-RU" sz="2800" dirty="0"/>
              <a:t> для </a:t>
            </a:r>
            <a:r>
              <a:rPr lang="ru-RU" sz="2800" dirty="0" err="1"/>
              <a:t>Галицько-Волинського</a:t>
            </a:r>
            <a:r>
              <a:rPr lang="ru-RU" sz="2800" dirty="0"/>
              <a:t> </a:t>
            </a:r>
            <a:r>
              <a:rPr lang="ru-RU" sz="2800" dirty="0" err="1"/>
              <a:t>князівства</a:t>
            </a:r>
            <a:r>
              <a:rPr lang="ru-RU" sz="2800" dirty="0"/>
              <a:t> мала </a:t>
            </a:r>
            <a:r>
              <a:rPr lang="ru-RU" sz="2800" dirty="0" err="1"/>
              <a:t>загибель</a:t>
            </a:r>
            <a:r>
              <a:rPr lang="ru-RU" sz="2800" dirty="0"/>
              <a:t> князя Романа Мстиславовича?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3A718BC-36FE-E0FA-2F62-AD4CA7984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844832"/>
              </p:ext>
            </p:extLst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3010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арта Галицько-Волинської держави за часів Роман Мстиславовича (1199 рік)">
            <a:extLst>
              <a:ext uri="{FF2B5EF4-FFF2-40B4-BE49-F238E27FC236}">
                <a16:creationId xmlns:a16="http://schemas.microsoft.com/office/drawing/2014/main" id="{47E557F9-3706-E466-38BB-176D62197E1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876" y="-44756"/>
            <a:ext cx="5554124" cy="69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083AA-9517-EDE2-E123-AD641214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Землі</a:t>
            </a:r>
            <a:r>
              <a:rPr lang="ru-RU" sz="2800" dirty="0"/>
              <a:t> </a:t>
            </a:r>
            <a:r>
              <a:rPr lang="ru-RU" sz="2800" dirty="0" err="1"/>
              <a:t>яких</a:t>
            </a:r>
            <a:r>
              <a:rPr lang="ru-RU" sz="2800" dirty="0"/>
              <a:t> </a:t>
            </a:r>
            <a:r>
              <a:rPr lang="ru-RU" sz="2800" dirty="0" err="1"/>
              <a:t>князівств</a:t>
            </a:r>
            <a:r>
              <a:rPr lang="ru-RU" sz="2800" dirty="0"/>
              <a:t> </a:t>
            </a:r>
            <a:r>
              <a:rPr lang="ru-RU" sz="2800" dirty="0" err="1"/>
              <a:t>перебували</a:t>
            </a:r>
            <a:r>
              <a:rPr lang="ru-RU" sz="2800" dirty="0"/>
              <a:t> </a:t>
            </a:r>
            <a:r>
              <a:rPr lang="ru-RU" sz="2800" dirty="0" err="1"/>
              <a:t>під</a:t>
            </a:r>
            <a:r>
              <a:rPr lang="ru-RU" sz="2800" dirty="0"/>
              <a:t> </a:t>
            </a:r>
            <a:r>
              <a:rPr lang="ru-RU" sz="2800" dirty="0" err="1"/>
              <a:t>владою</a:t>
            </a:r>
            <a:r>
              <a:rPr lang="ru-RU" sz="2800" dirty="0"/>
              <a:t> князя Данила Романовича </a:t>
            </a:r>
            <a:r>
              <a:rPr lang="ru-RU" sz="2800" dirty="0" err="1"/>
              <a:t>напередодні</a:t>
            </a:r>
            <a:r>
              <a:rPr lang="ru-RU" sz="2800" dirty="0"/>
              <a:t> </a:t>
            </a:r>
            <a:r>
              <a:rPr lang="ru-RU" sz="2800" dirty="0" err="1"/>
              <a:t>монгольської</a:t>
            </a:r>
            <a:r>
              <a:rPr lang="ru-RU" sz="2800" dirty="0"/>
              <a:t> навали (1239 р.)?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C196B72-1DA2-7CE5-0F79-0AA78156E4D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07481776"/>
              </p:ext>
            </p:extLst>
          </p:nvPr>
        </p:nvGraphicFramePr>
        <p:xfrm>
          <a:off x="4590923" y="2426896"/>
          <a:ext cx="2046953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198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5FFA6-0C6B-50AE-F35B-D4200407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На </a:t>
            </a:r>
            <a:r>
              <a:rPr lang="ru-RU" sz="3200" dirty="0" err="1"/>
              <a:t>картосхемі</a:t>
            </a:r>
            <a:r>
              <a:rPr lang="ru-RU" sz="3200" dirty="0"/>
              <a:t> </a:t>
            </a:r>
            <a:r>
              <a:rPr lang="ru-RU" sz="3200" dirty="0" err="1"/>
              <a:t>позначено</a:t>
            </a:r>
            <a:r>
              <a:rPr lang="ru-RU" sz="3200" dirty="0"/>
              <a:t> </a:t>
            </a:r>
            <a:r>
              <a:rPr lang="ru-RU" sz="3200" dirty="0" err="1"/>
              <a:t>Галицько-Волинську</a:t>
            </a:r>
            <a:r>
              <a:rPr lang="ru-RU" sz="3200" dirty="0"/>
              <a:t> державу та </a:t>
            </a:r>
            <a:r>
              <a:rPr lang="ru-RU" sz="3200" dirty="0" err="1"/>
              <a:t>князівства</a:t>
            </a:r>
            <a:r>
              <a:rPr lang="ru-RU" sz="3200" dirty="0"/>
              <a:t>, </a:t>
            </a:r>
            <a:r>
              <a:rPr lang="ru-RU" sz="3200" dirty="0" err="1"/>
              <a:t>залежні</a:t>
            </a:r>
            <a:r>
              <a:rPr lang="ru-RU" sz="3200" dirty="0"/>
              <a:t> </a:t>
            </a:r>
            <a:r>
              <a:rPr lang="ru-RU" sz="3200" dirty="0" err="1"/>
              <a:t>від</a:t>
            </a:r>
            <a:r>
              <a:rPr lang="ru-RU" sz="3200" dirty="0"/>
              <a:t> </a:t>
            </a:r>
            <a:r>
              <a:rPr lang="ru-RU" sz="3200" dirty="0" err="1"/>
              <a:t>неї</a:t>
            </a:r>
            <a:r>
              <a:rPr lang="ru-RU" sz="3200" dirty="0"/>
              <a:t>, за </a:t>
            </a:r>
            <a:r>
              <a:rPr lang="ru-RU" sz="3200" dirty="0" err="1"/>
              <a:t>правління</a:t>
            </a:r>
            <a:endParaRPr lang="uk-UA"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35C77AD-E70F-CAAD-4BCE-F85ABDD3883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9488" y="803275"/>
            <a:ext cx="2732612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CD550C3-A39E-4686-B535-5448D275A4A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79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0EC98-81AD-D22D-3A0A-121F189D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Ім’я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галицько-волинського</a:t>
            </a:r>
            <a:r>
              <a:rPr lang="ru-RU" dirty="0"/>
              <a:t> князя пропущено в </a:t>
            </a:r>
            <a:r>
              <a:rPr lang="ru-RU" dirty="0" err="1"/>
              <a:t>схемі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EFC067-DABC-8851-2ECC-F02FAE77825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7094" y="1010444"/>
            <a:ext cx="4597400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C95998C-1B9A-4F6C-1483-FF64EC6D6DC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9092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D5E65-F08E-8CDB-1736-1C85E14C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Якого</a:t>
            </a:r>
            <a:r>
              <a:rPr lang="ru-RU" dirty="0"/>
              <a:t> року Данило та </a:t>
            </a:r>
            <a:r>
              <a:rPr lang="ru-RU" dirty="0" err="1"/>
              <a:t>Василько</a:t>
            </a:r>
            <a:r>
              <a:rPr lang="ru-RU" dirty="0"/>
              <a:t> </a:t>
            </a:r>
            <a:r>
              <a:rPr lang="ru-RU" dirty="0" err="1"/>
              <a:t>Романовичі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4EF2D0E-E682-622D-037C-1BBF2E790E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відновили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цілісність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Галицько-Волинського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князівства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поразки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німецьким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рицарям-хрестоносцям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зупинивши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просування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українськими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землями?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94AD013-7C96-AB4B-0A88-C80DD51803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6096331"/>
              </p:ext>
            </p:extLst>
          </p:nvPr>
        </p:nvGraphicFramePr>
        <p:xfrm>
          <a:off x="5118100" y="2339670"/>
          <a:ext cx="6272213" cy="3716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6136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E1272-4B20-6174-4781-5C21A84B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Данило Романович </a:t>
            </a:r>
            <a:r>
              <a:rPr lang="ru-RU" sz="3200" dirty="0" err="1"/>
              <a:t>здійснював</a:t>
            </a:r>
            <a:r>
              <a:rPr lang="ru-RU" sz="3200" dirty="0"/>
              <a:t> </a:t>
            </a:r>
            <a:r>
              <a:rPr lang="ru-RU" sz="3200" dirty="0" err="1"/>
              <a:t>правління</a:t>
            </a:r>
            <a:r>
              <a:rPr lang="ru-RU" sz="3200" dirty="0"/>
              <a:t> </a:t>
            </a:r>
            <a:r>
              <a:rPr lang="ru-RU" sz="3200" dirty="0" err="1"/>
              <a:t>Галицько-Волинською</a:t>
            </a:r>
            <a:r>
              <a:rPr lang="ru-RU" sz="3200" dirty="0"/>
              <a:t> державою </a:t>
            </a:r>
            <a:r>
              <a:rPr lang="ru-RU" sz="3200" dirty="0" err="1"/>
              <a:t>протягом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4A19DA6-1B06-F3CD-991D-27EE66B3F41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9684F98-7683-E333-B611-0AC58D64CB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8875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52FB3-D799-AF9F-4060-9DB1B51E3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На яку </a:t>
            </a:r>
            <a:r>
              <a:rPr lang="ru-RU" sz="2800" dirty="0" err="1"/>
              <a:t>верству</a:t>
            </a:r>
            <a:r>
              <a:rPr lang="ru-RU" sz="2800" dirty="0"/>
              <a:t> </a:t>
            </a:r>
            <a:r>
              <a:rPr lang="ru-RU" sz="2800" dirty="0" err="1"/>
              <a:t>суспільства</a:t>
            </a:r>
            <a:r>
              <a:rPr lang="ru-RU" sz="2800" dirty="0"/>
              <a:t> </a:t>
            </a:r>
            <a:r>
              <a:rPr lang="ru-RU" sz="2800" dirty="0" err="1"/>
              <a:t>переважно</a:t>
            </a:r>
            <a:r>
              <a:rPr lang="ru-RU" sz="2800" dirty="0"/>
              <a:t> </a:t>
            </a:r>
            <a:r>
              <a:rPr lang="ru-RU" sz="2800" dirty="0" err="1"/>
              <a:t>спирався</a:t>
            </a:r>
            <a:r>
              <a:rPr lang="ru-RU" sz="2800" dirty="0"/>
              <a:t> Данило </a:t>
            </a:r>
            <a:r>
              <a:rPr lang="ru-RU" sz="2800" dirty="0" err="1"/>
              <a:t>Галицький</a:t>
            </a:r>
            <a:r>
              <a:rPr lang="ru-RU" sz="2800" dirty="0"/>
              <a:t> у </a:t>
            </a:r>
            <a:r>
              <a:rPr lang="ru-RU" sz="2800" dirty="0" err="1"/>
              <a:t>боротьбі</a:t>
            </a:r>
            <a:r>
              <a:rPr lang="ru-RU" sz="2800" dirty="0"/>
              <a:t> </a:t>
            </a:r>
            <a:r>
              <a:rPr lang="ru-RU" sz="2800" dirty="0" err="1"/>
              <a:t>проти</a:t>
            </a:r>
            <a:r>
              <a:rPr lang="ru-RU" sz="2800" dirty="0"/>
              <a:t> </a:t>
            </a:r>
            <a:r>
              <a:rPr lang="ru-RU" sz="2800" dirty="0" err="1"/>
              <a:t>боярського</a:t>
            </a:r>
            <a:r>
              <a:rPr lang="ru-RU" sz="2800" dirty="0"/>
              <a:t> </a:t>
            </a:r>
            <a:r>
              <a:rPr lang="ru-RU" sz="2800" dirty="0" err="1"/>
              <a:t>свавілля</a:t>
            </a:r>
            <a:r>
              <a:rPr lang="ru-RU" sz="2800" dirty="0"/>
              <a:t>?</a:t>
            </a:r>
            <a:endParaRPr lang="uk-UA" sz="28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E7DD41E-B027-8F2D-65BE-D355C9DD3A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0675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E26D4-7582-D097-1743-AFA3B9A3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Кому з </a:t>
            </a:r>
            <a:r>
              <a:rPr lang="ru-RU" dirty="0" err="1"/>
              <a:t>князів</a:t>
            </a:r>
            <a:r>
              <a:rPr lang="ru-RU" dirty="0"/>
              <a:t> </a:t>
            </a:r>
            <a:r>
              <a:rPr lang="ru-RU" dirty="0" err="1"/>
              <a:t>літописець</a:t>
            </a:r>
            <a:r>
              <a:rPr lang="ru-RU" dirty="0"/>
              <a:t> </a:t>
            </a:r>
            <a:r>
              <a:rPr lang="ru-RU" dirty="0" err="1"/>
              <a:t>приписує</a:t>
            </a:r>
            <a:r>
              <a:rPr lang="ru-RU" dirty="0"/>
              <a:t> </a:t>
            </a:r>
            <a:r>
              <a:rPr lang="ru-RU" dirty="0" err="1"/>
              <a:t>вислови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3C11F0-1F3A-7F0C-AF0B-AE652E95EE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«Не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личить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нашу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батьківщину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крижевникам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хрестоносцям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)»,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«Не дам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півотчини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своєї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поїду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Батия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сам»?</a:t>
            </a:r>
            <a:endParaRPr lang="uk-UA" dirty="0"/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32FC3F-8E8B-C0E1-5760-8895A69B53F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234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C3CF7-7A18-23B7-9533-233A7A09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Установіть</a:t>
            </a:r>
            <a:r>
              <a:rPr lang="ru-RU" sz="2800" dirty="0"/>
              <a:t> </a:t>
            </a:r>
            <a:r>
              <a:rPr lang="ru-RU" sz="2800" dirty="0" err="1"/>
              <a:t>послідовність</a:t>
            </a:r>
            <a:r>
              <a:rPr lang="ru-RU" sz="2800" dirty="0"/>
              <a:t> </a:t>
            </a:r>
            <a:r>
              <a:rPr lang="ru-RU" sz="2800" dirty="0" err="1"/>
              <a:t>військово-політичних</a:t>
            </a:r>
            <a:r>
              <a:rPr lang="ru-RU" sz="2800" dirty="0"/>
              <a:t> </a:t>
            </a:r>
            <a:r>
              <a:rPr lang="ru-RU" sz="2800" dirty="0" err="1"/>
              <a:t>заходів</a:t>
            </a:r>
            <a:r>
              <a:rPr lang="ru-RU" sz="2800" dirty="0"/>
              <a:t> Данила Романовича, </a:t>
            </a:r>
            <a:r>
              <a:rPr lang="ru-RU" sz="2800" dirty="0" err="1"/>
              <a:t>описаних</a:t>
            </a:r>
            <a:r>
              <a:rPr lang="ru-RU" sz="2800" dirty="0"/>
              <a:t> в </a:t>
            </a:r>
            <a:r>
              <a:rPr lang="ru-RU" sz="2800" dirty="0" err="1"/>
              <a:t>уривках</a:t>
            </a:r>
            <a:r>
              <a:rPr lang="ru-RU" sz="2800" dirty="0"/>
              <a:t> з </a:t>
            </a:r>
            <a:r>
              <a:rPr lang="ru-RU" sz="2800" dirty="0" err="1"/>
              <a:t>історичних</a:t>
            </a:r>
            <a:r>
              <a:rPr lang="ru-RU" sz="2800" dirty="0"/>
              <a:t> </a:t>
            </a:r>
            <a:r>
              <a:rPr lang="ru-RU" sz="2800" dirty="0" err="1"/>
              <a:t>джерел</a:t>
            </a:r>
            <a:r>
              <a:rPr lang="ru-RU" sz="2800" dirty="0"/>
              <a:t>.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A27A43-652D-4EB9-3D14-F30D3D04BE7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6718213"/>
              </p:ext>
            </p:extLst>
          </p:nvPr>
        </p:nvGraphicFramePr>
        <p:xfrm>
          <a:off x="5121275" y="258997"/>
          <a:ext cx="6269038" cy="2927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DE2B739-CB01-C933-A97C-3F6B3F02257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22062866"/>
              </p:ext>
            </p:extLst>
          </p:nvPr>
        </p:nvGraphicFramePr>
        <p:xfrm>
          <a:off x="5118100" y="3429000"/>
          <a:ext cx="6272213" cy="2929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76F895-6803-F67A-5C52-09B1D8E62C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335" y="5084064"/>
            <a:ext cx="1644293" cy="17073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2DC073C-0017-1D51-6F20-4B426CB6B1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35794" y="4893532"/>
            <a:ext cx="1354034" cy="18053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8310F7-35D6-829C-5848-435D8DBDF8A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243" y="-10205"/>
            <a:ext cx="2083459" cy="170734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DE907A9-D409-6FA4-44B0-864122BBF09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4477" y="-27124"/>
            <a:ext cx="1623475" cy="16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43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527DF-F2F8-2DDA-6DE7-B84AADDD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Так </a:t>
            </a:r>
            <a:r>
              <a:rPr lang="ru-RU" sz="3200" dirty="0" err="1"/>
              <a:t>відповів</a:t>
            </a:r>
            <a:r>
              <a:rPr lang="ru-RU" sz="3200" dirty="0"/>
              <a:t> на </a:t>
            </a:r>
            <a:r>
              <a:rPr lang="ru-RU" sz="3200" dirty="0" err="1"/>
              <a:t>чергову</a:t>
            </a:r>
            <a:r>
              <a:rPr lang="ru-RU" sz="3200" dirty="0"/>
              <a:t> </a:t>
            </a:r>
            <a:r>
              <a:rPr lang="ru-RU" sz="3200" dirty="0" err="1"/>
              <a:t>пропозицію</a:t>
            </a:r>
            <a:r>
              <a:rPr lang="ru-RU" sz="3200" dirty="0"/>
              <a:t> </a:t>
            </a:r>
            <a:r>
              <a:rPr lang="ru-RU" sz="3200" dirty="0" err="1"/>
              <a:t>коронуватися</a:t>
            </a:r>
            <a:r>
              <a:rPr lang="ru-RU" sz="3200" dirty="0"/>
              <a:t> </a:t>
            </a:r>
            <a:r>
              <a:rPr lang="ru-RU" sz="3200" dirty="0" err="1"/>
              <a:t>посланцям</a:t>
            </a:r>
            <a:r>
              <a:rPr lang="ru-RU" sz="3200" dirty="0"/>
              <a:t> </a:t>
            </a:r>
            <a:r>
              <a:rPr lang="ru-RU" sz="3200" dirty="0" err="1"/>
              <a:t>Папи</a:t>
            </a:r>
            <a:r>
              <a:rPr lang="ru-RU" sz="3200" dirty="0"/>
              <a:t> </a:t>
            </a:r>
            <a:r>
              <a:rPr lang="ru-RU" sz="3200" dirty="0" err="1"/>
              <a:t>Римського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B9D43F8-D322-1A74-91EE-8268D39AC0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вінець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коли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татари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лютують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!»,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49FAC93-CFC7-4640-0003-D64755832E9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9572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7EEE7-C95E-6CC4-24EA-F82C42BF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У </a:t>
            </a:r>
            <a:r>
              <a:rPr lang="ru-RU" sz="2800" dirty="0" err="1"/>
              <a:t>боротьбі</a:t>
            </a:r>
            <a:r>
              <a:rPr lang="ru-RU" sz="2800" dirty="0"/>
              <a:t> з </a:t>
            </a:r>
            <a:r>
              <a:rPr lang="ru-RU" sz="2800" dirty="0" err="1"/>
              <a:t>якою</a:t>
            </a:r>
            <a:r>
              <a:rPr lang="ru-RU" sz="2800" dirty="0"/>
              <a:t> державою Папа </a:t>
            </a:r>
            <a:r>
              <a:rPr lang="ru-RU" sz="2800" dirty="0" err="1"/>
              <a:t>Римський</a:t>
            </a:r>
            <a:r>
              <a:rPr lang="ru-RU" sz="2800" dirty="0"/>
              <a:t> </a:t>
            </a:r>
            <a:r>
              <a:rPr lang="ru-RU" sz="2800" dirty="0" err="1"/>
              <a:t>Інокентій</a:t>
            </a:r>
            <a:r>
              <a:rPr lang="ru-RU" sz="2800" dirty="0"/>
              <a:t> IV </a:t>
            </a:r>
            <a:r>
              <a:rPr lang="ru-RU" sz="2800" dirty="0" err="1"/>
              <a:t>обіцяв</a:t>
            </a:r>
            <a:r>
              <a:rPr lang="ru-RU" sz="2800" dirty="0"/>
              <a:t> </a:t>
            </a:r>
            <a:r>
              <a:rPr lang="ru-RU" sz="2800" dirty="0" err="1"/>
              <a:t>надати</a:t>
            </a:r>
            <a:r>
              <a:rPr lang="ru-RU" sz="2800" dirty="0"/>
              <a:t> </a:t>
            </a:r>
            <a:r>
              <a:rPr lang="ru-RU" sz="2800" dirty="0" err="1"/>
              <a:t>допомогу</a:t>
            </a:r>
            <a:r>
              <a:rPr lang="ru-RU" sz="2800" dirty="0"/>
              <a:t> </a:t>
            </a:r>
            <a:r>
              <a:rPr lang="ru-RU" sz="2800" dirty="0" err="1"/>
              <a:t>князеві</a:t>
            </a:r>
            <a:r>
              <a:rPr lang="ru-RU" sz="2800" dirty="0"/>
              <a:t> Данилу </a:t>
            </a:r>
            <a:r>
              <a:rPr lang="ru-RU" sz="2800" dirty="0" err="1"/>
              <a:t>Галицькому</a:t>
            </a:r>
            <a:r>
              <a:rPr lang="ru-RU" sz="2800" dirty="0"/>
              <a:t>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C57D55E-B6D0-12E8-FDB1-B8D5E5929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842906"/>
              </p:ext>
            </p:extLst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9430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FB8D67-F6B2-443E-1EAB-C250B0199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Головне </a:t>
            </a:r>
            <a:r>
              <a:rPr lang="ru-RU" sz="3200" dirty="0" err="1"/>
              <a:t>завдання</a:t>
            </a:r>
            <a:r>
              <a:rPr lang="ru-RU" sz="3200" dirty="0"/>
              <a:t> </a:t>
            </a:r>
            <a:r>
              <a:rPr lang="ru-RU" sz="3200" dirty="0" err="1"/>
              <a:t>зовнішньої</a:t>
            </a:r>
            <a:r>
              <a:rPr lang="ru-RU" sz="3200" dirty="0"/>
              <a:t> </a:t>
            </a:r>
            <a:r>
              <a:rPr lang="ru-RU" sz="3200" dirty="0" err="1"/>
              <a:t>політики</a:t>
            </a:r>
            <a:r>
              <a:rPr lang="ru-RU" sz="3200" dirty="0"/>
              <a:t> князя Данила </a:t>
            </a:r>
            <a:r>
              <a:rPr lang="ru-RU" sz="3200" dirty="0" err="1"/>
              <a:t>Галицького</a:t>
            </a:r>
            <a:r>
              <a:rPr lang="ru-RU" sz="3200" dirty="0"/>
              <a:t> в </a:t>
            </a:r>
            <a:r>
              <a:rPr lang="ru-RU" sz="3200" dirty="0" err="1"/>
              <a:t>другій</a:t>
            </a:r>
            <a:r>
              <a:rPr lang="ru-RU" sz="3200" dirty="0"/>
              <a:t> </a:t>
            </a:r>
            <a:r>
              <a:rPr lang="ru-RU" sz="3200" dirty="0" err="1"/>
              <a:t>половині</a:t>
            </a:r>
            <a:r>
              <a:rPr lang="ru-RU" sz="3200" dirty="0"/>
              <a:t> 40—60-х </a:t>
            </a:r>
            <a:r>
              <a:rPr lang="ru-RU" sz="3200" dirty="0" err="1"/>
              <a:t>рр</a:t>
            </a:r>
            <a:r>
              <a:rPr lang="ru-RU" sz="3200" dirty="0"/>
              <a:t>. XIII ст. </a:t>
            </a:r>
            <a:r>
              <a:rPr lang="ru-RU" sz="3200" dirty="0" err="1"/>
              <a:t>полягало</a:t>
            </a:r>
            <a:r>
              <a:rPr lang="ru-RU" sz="3200" dirty="0"/>
              <a:t> в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A893CC0-FE34-3646-D222-A587161BDA4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13BF4FC-6EFA-6013-6ABE-808C65296C2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2939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B6A2FC-05BD-0C8F-B3E9-4E2F92886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З’ясуйте</a:t>
            </a:r>
            <a:r>
              <a:rPr lang="ru-RU" dirty="0"/>
              <a:t>, кому з </a:t>
            </a:r>
            <a:r>
              <a:rPr lang="ru-RU" dirty="0" err="1"/>
              <a:t>князів</a:t>
            </a:r>
            <a:r>
              <a:rPr lang="ru-RU" dirty="0"/>
              <a:t> </a:t>
            </a:r>
            <a:r>
              <a:rPr lang="ru-RU" dirty="0" err="1"/>
              <a:t>належить</a:t>
            </a:r>
            <a:r>
              <a:rPr lang="ru-RU" dirty="0"/>
              <a:t> наведений факт </a:t>
            </a:r>
            <a:r>
              <a:rPr lang="ru-RU" dirty="0" err="1"/>
              <a:t>біографії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B167D85-6E32-7A8B-F96D-2CEF585F7C1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0AC4873-2E78-6D3F-B510-261DBF83CD8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26249921"/>
              </p:ext>
            </p:extLst>
          </p:nvPr>
        </p:nvGraphicFramePr>
        <p:xfrm>
          <a:off x="5118100" y="3186113"/>
          <a:ext cx="6272213" cy="3497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89587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6CE3D-2CFB-5B8C-693F-83C0CE15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князя </a:t>
            </a:r>
            <a:r>
              <a:rPr lang="ru-RU" dirty="0" err="1"/>
              <a:t>історик</a:t>
            </a:r>
            <a:r>
              <a:rPr lang="ru-RU" dirty="0"/>
              <a:t> М. </a:t>
            </a:r>
            <a:r>
              <a:rPr lang="ru-RU" dirty="0" err="1"/>
              <a:t>Аркас</a:t>
            </a:r>
            <a:r>
              <a:rPr lang="ru-RU" dirty="0"/>
              <a:t> писав: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BB635E-B3C2-F42A-526D-8235E46393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Переніс свою столицю у місто Львів, що сам будував ще за батька. Він жив у злагоді з татарами, з ханами їх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Ногаєм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Тулабугою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ходив на Польщу, …здобув для сина свого Юрія город Люблін. З цими ж таки ханами ходив він і на Литву та на Угорщину… Усіляко старався втримати в Галичині батьківські порядки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2A62A5D-4A07-A7A2-B7C8-2C48164FE0B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4372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FBEFA-7B5F-22CE-F757-62A58B60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В </a:t>
            </a:r>
            <a:r>
              <a:rPr lang="ru-RU" sz="3200" dirty="0" err="1"/>
              <a:t>уривку</a:t>
            </a:r>
            <a:r>
              <a:rPr lang="ru-RU" sz="3200" dirty="0"/>
              <a:t> з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джерела</a:t>
            </a:r>
            <a:r>
              <a:rPr lang="ru-RU" sz="3200" dirty="0"/>
              <a:t> </a:t>
            </a:r>
            <a:r>
              <a:rPr lang="ru-RU" sz="3200" dirty="0" err="1"/>
              <a:t>ідеться</a:t>
            </a:r>
            <a:r>
              <a:rPr lang="ru-RU" sz="3200" dirty="0"/>
              <a:t> про </a:t>
            </a:r>
            <a:r>
              <a:rPr lang="ru-RU" sz="3200" dirty="0" err="1"/>
              <a:t>союзників</a:t>
            </a:r>
            <a:r>
              <a:rPr lang="ru-RU" sz="3200" dirty="0"/>
              <a:t> </a:t>
            </a:r>
            <a:r>
              <a:rPr lang="ru-RU" sz="3200" dirty="0" err="1"/>
              <a:t>галицько-волинського</a:t>
            </a:r>
            <a:r>
              <a:rPr lang="ru-RU" sz="3200" dirty="0"/>
              <a:t> князя 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A29CA35-F097-74B5-52FC-4DC23B97F5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«[Князь Лев]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захотів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собі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частини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Польській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Поїхав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Ногая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окаянного проклятого.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Просити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допомоги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для себе 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Ляхів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E71F37B-6366-BF1D-C4D9-A676EBCD4F1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21592906"/>
              </p:ext>
            </p:extLst>
          </p:nvPr>
        </p:nvGraphicFramePr>
        <p:xfrm>
          <a:off x="5118100" y="2339670"/>
          <a:ext cx="6272213" cy="3716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8565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2988F-915D-5F02-C5B4-8F25161A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іменами князів та періодами їхнього правління.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E23FAE-6993-B67C-D945-BA6D2ABDCC7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AC8A5EE-68D7-FC95-E525-EC0C71034F7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84152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561CA-C452-35CB-BA09-1C30D078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послідовність</a:t>
            </a:r>
            <a:r>
              <a:rPr lang="ru-RU" sz="3200" dirty="0"/>
              <a:t> </a:t>
            </a:r>
            <a:r>
              <a:rPr lang="ru-RU" sz="3200" dirty="0" err="1"/>
              <a:t>правління</a:t>
            </a:r>
            <a:r>
              <a:rPr lang="ru-RU" sz="3200" dirty="0"/>
              <a:t> </a:t>
            </a:r>
            <a:r>
              <a:rPr lang="ru-RU" sz="3200" dirty="0" err="1"/>
              <a:t>князів</a:t>
            </a:r>
            <a:r>
              <a:rPr lang="ru-RU" sz="3200" dirty="0"/>
              <a:t> </a:t>
            </a:r>
            <a:r>
              <a:rPr lang="ru-RU" sz="3200" dirty="0" err="1"/>
              <a:t>Галицько-Волинської</a:t>
            </a:r>
            <a:r>
              <a:rPr lang="ru-RU" sz="3200" dirty="0"/>
              <a:t> </a:t>
            </a:r>
            <a:r>
              <a:rPr lang="ru-RU" sz="3200" dirty="0" err="1"/>
              <a:t>держави</a:t>
            </a:r>
            <a:r>
              <a:rPr lang="ru-RU" sz="3200" dirty="0"/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939E110-01C8-9CE5-9FBC-C33889CBAAE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290DC12-03F4-5901-7767-FD3C3BBFF6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8292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DC1C28-A15C-6B6F-6DE0-1E1EECD93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Що</a:t>
            </a:r>
            <a:r>
              <a:rPr lang="ru-RU" sz="3200" dirty="0"/>
              <a:t> в </a:t>
            </a:r>
            <a:r>
              <a:rPr lang="ru-RU" sz="3200" dirty="0" err="1"/>
              <a:t>історії</a:t>
            </a:r>
            <a:r>
              <a:rPr lang="ru-RU" sz="3200" dirty="0"/>
              <a:t> </a:t>
            </a:r>
            <a:r>
              <a:rPr lang="ru-RU" sz="3200" dirty="0" err="1"/>
              <a:t>Галицько-Волинської</a:t>
            </a:r>
            <a:r>
              <a:rPr lang="ru-RU" sz="3200" dirty="0"/>
              <a:t> </a:t>
            </a:r>
            <a:r>
              <a:rPr lang="ru-RU" sz="3200" dirty="0" err="1"/>
              <a:t>держави</a:t>
            </a:r>
            <a:r>
              <a:rPr lang="ru-RU" sz="3200" dirty="0"/>
              <a:t> </a:t>
            </a:r>
            <a:r>
              <a:rPr lang="ru-RU" sz="3200" dirty="0" err="1"/>
              <a:t>пов’язано</a:t>
            </a:r>
            <a:r>
              <a:rPr lang="ru-RU" sz="3200" dirty="0"/>
              <a:t> з </a:t>
            </a:r>
            <a:r>
              <a:rPr lang="ru-RU" sz="3200" dirty="0" err="1"/>
              <a:t>діяльністю</a:t>
            </a:r>
            <a:r>
              <a:rPr lang="ru-RU" sz="3200" dirty="0"/>
              <a:t> Лева Даниловича?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C4861C-DDB0-3012-1E10-6CA896E3EE8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D405442-3788-EA38-9120-84A80B379A9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49349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BBBEF-12C4-E57D-1534-F3F6F44C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Галицьку</a:t>
            </a:r>
            <a:r>
              <a:rPr lang="ru-RU" dirty="0"/>
              <a:t> </a:t>
            </a:r>
            <a:r>
              <a:rPr lang="ru-RU" dirty="0" err="1"/>
              <a:t>православну</a:t>
            </a:r>
            <a:r>
              <a:rPr lang="ru-RU" dirty="0"/>
              <a:t> </a:t>
            </a:r>
            <a:r>
              <a:rPr lang="ru-RU" dirty="0" err="1"/>
              <a:t>митрополію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створено за </a:t>
            </a:r>
            <a:r>
              <a:rPr lang="ru-RU" dirty="0" err="1"/>
              <a:t>ініціативи</a:t>
            </a:r>
            <a:r>
              <a:rPr lang="ru-RU" dirty="0"/>
              <a:t> князя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BF40047-82CA-AC87-EA3A-1C3DDD6F395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DB59F1F6-E36E-EB92-BF4D-874A613C24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7587363" y="4035310"/>
            <a:ext cx="1917226" cy="2382838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062BF7-5443-E327-1ED8-4B4827AA2A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2498" y="4117606"/>
            <a:ext cx="1821365" cy="249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90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0BA7D-BA59-879C-82B0-7D3DDCE6F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Про кого </a:t>
            </a:r>
            <a:r>
              <a:rPr lang="ru-RU" sz="3200" dirty="0" err="1"/>
              <a:t>із</a:t>
            </a:r>
            <a:r>
              <a:rPr lang="ru-RU" sz="3200" dirty="0"/>
              <a:t> </a:t>
            </a:r>
            <a:r>
              <a:rPr lang="ru-RU" sz="3200" dirty="0" err="1"/>
              <a:t>князів</a:t>
            </a:r>
            <a:r>
              <a:rPr lang="ru-RU" sz="3200" dirty="0"/>
              <a:t> </a:t>
            </a:r>
            <a:r>
              <a:rPr lang="ru-RU" sz="3200" dirty="0" err="1"/>
              <a:t>Галицько-Волинської</a:t>
            </a:r>
            <a:r>
              <a:rPr lang="ru-RU" sz="3200" dirty="0"/>
              <a:t> </a:t>
            </a:r>
            <a:r>
              <a:rPr lang="ru-RU" sz="3200" dirty="0" err="1"/>
              <a:t>держави</a:t>
            </a:r>
            <a:r>
              <a:rPr lang="ru-RU" sz="3200" dirty="0"/>
              <a:t> </a:t>
            </a:r>
            <a:r>
              <a:rPr lang="ru-RU" sz="3200" dirty="0" err="1"/>
              <a:t>йдеться</a:t>
            </a:r>
            <a:r>
              <a:rPr lang="ru-RU" sz="3200" dirty="0"/>
              <a:t> в </a:t>
            </a:r>
            <a:r>
              <a:rPr lang="ru-RU" sz="3200" dirty="0" err="1"/>
              <a:t>уривку</a:t>
            </a:r>
            <a:r>
              <a:rPr lang="ru-RU" sz="3200" dirty="0"/>
              <a:t> з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джерела</a:t>
            </a:r>
            <a:r>
              <a:rPr lang="ru-RU" sz="3200" dirty="0"/>
              <a:t>?</a:t>
            </a:r>
            <a:br>
              <a:rPr lang="ru-RU" sz="3200" dirty="0"/>
            </a:b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ECA3DF8-85F0-A6E4-B205-70C91F02C0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«Божою милістю був князем і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дідичем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королівства Русі, ...став розмножати число латинників і їх віру, ...принаджував з різних країв католицьких священиків і богословів, бажаючи защепити їхню віру в русинів...»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FF8A71-0D41-7E38-CD64-46DD228AE88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5257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08F9B8-CA81-F09D-965F-75CC7FE9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609206"/>
            <a:ext cx="6344535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31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10977-36BF-CC9C-8EF4-7F4CB560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описаними</a:t>
            </a:r>
            <a:r>
              <a:rPr lang="ru-RU" sz="3200" dirty="0"/>
              <a:t> </a:t>
            </a:r>
            <a:r>
              <a:rPr lang="ru-RU" sz="3200" dirty="0" err="1"/>
              <a:t>подіями</a:t>
            </a:r>
            <a:r>
              <a:rPr lang="ru-RU" sz="3200" dirty="0"/>
              <a:t> та часом (</a:t>
            </a:r>
            <a:r>
              <a:rPr lang="ru-RU" sz="3200" dirty="0" err="1"/>
              <a:t>століттями</a:t>
            </a:r>
            <a:r>
              <a:rPr lang="ru-RU" sz="3200" dirty="0"/>
              <a:t>), коли вони </a:t>
            </a:r>
            <a:r>
              <a:rPr lang="ru-RU" sz="3200" dirty="0" err="1"/>
              <a:t>відбулися</a:t>
            </a:r>
            <a:r>
              <a:rPr lang="ru-RU" sz="3200" dirty="0"/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5502E23-FFE5-200D-7279-F9581D14427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15858062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4715D0E-1623-B0C9-AD34-449DF002D22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587115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0721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236FD-922B-7E70-EF66-EF992124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err="1"/>
              <a:t>Увідповідніть</a:t>
            </a:r>
            <a:r>
              <a:rPr lang="uk-UA" dirty="0"/>
              <a:t> місто з подією в історії Русі-України (Київської держави).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6C83302-8308-8DE4-724D-676BA2CD010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12843128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57321F3-1B4C-E7E8-5E45-76CF40D8EC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5604210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26154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53851-F458-727F-9D7D-CFC03257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подіями та їхніми наслідками.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1FD4F44-454D-B5FB-F53F-CC7E1485E70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0080035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586A4DC-F118-318E-9207-8E5C29CF95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96329039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98384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DE0C3-C150-E5F1-2626-836277F9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літописів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DCA0788-DCB8-A7CB-4B0C-5D3CFE51EE7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01490303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F77DB52-546D-44E0-6858-06EF91EBC2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48617645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53167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6AC298-9EB8-540B-02A2-F13AEF3D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описаними</a:t>
            </a:r>
            <a:r>
              <a:rPr lang="ru-RU" dirty="0"/>
              <a:t> </a:t>
            </a:r>
            <a:r>
              <a:rPr lang="ru-RU" dirty="0" err="1"/>
              <a:t>подіями</a:t>
            </a:r>
            <a:r>
              <a:rPr lang="ru-RU" dirty="0"/>
              <a:t> та часом (</a:t>
            </a:r>
            <a:r>
              <a:rPr lang="ru-RU" dirty="0" err="1"/>
              <a:t>століттями</a:t>
            </a:r>
            <a:r>
              <a:rPr lang="ru-RU" dirty="0"/>
              <a:t>), коли вони </a:t>
            </a:r>
            <a:r>
              <a:rPr lang="ru-RU" dirty="0" err="1"/>
              <a:t>відбулися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D400355-BEFF-BE04-DB9A-DADE74023AF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02499038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F40366A-17C9-9D48-0442-4826FB1FE6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59352483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51436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8D683-5813-A8E2-159D-BB0D2ABAA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подіями давньоруської історії та роками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B1C0F3-9C58-A465-DBA4-ED7D4239A55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8057225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9B0AE87-772D-6060-FC30-5237F29BFC8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1511356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5553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3320A-70AB-8E8F-B25F-408AD139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Твори </a:t>
            </a:r>
            <a:r>
              <a:rPr lang="ru-RU" dirty="0" err="1"/>
              <a:t>давньоруського</a:t>
            </a:r>
            <a:r>
              <a:rPr lang="ru-RU" dirty="0"/>
              <a:t> </a:t>
            </a:r>
            <a:r>
              <a:rPr lang="ru-RU" dirty="0" err="1"/>
              <a:t>героїчного</a:t>
            </a:r>
            <a:r>
              <a:rPr lang="ru-RU" dirty="0"/>
              <a:t> </a:t>
            </a:r>
            <a:r>
              <a:rPr lang="ru-RU" dirty="0" err="1"/>
              <a:t>епосу</a:t>
            </a:r>
            <a:r>
              <a:rPr lang="ru-RU" dirty="0"/>
              <a:t>, 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DE02F1F-8A43-32AB-5D9A-6F65790121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прославляють</a:t>
            </a:r>
            <a:r>
              <a:rPr lang="ru-RU" dirty="0"/>
              <a:t> </a:t>
            </a:r>
            <a:r>
              <a:rPr lang="ru-RU" dirty="0" err="1"/>
              <a:t>здебільшого</a:t>
            </a:r>
            <a:r>
              <a:rPr lang="ru-RU" dirty="0"/>
              <a:t> подвиги </a:t>
            </a:r>
            <a:r>
              <a:rPr lang="ru-RU" dirty="0" err="1"/>
              <a:t>народних</a:t>
            </a:r>
            <a:r>
              <a:rPr lang="ru-RU" dirty="0"/>
              <a:t> </a:t>
            </a:r>
            <a:r>
              <a:rPr lang="ru-RU" dirty="0" err="1"/>
              <a:t>героїв-богатирів</a:t>
            </a:r>
            <a:r>
              <a:rPr lang="ru-RU" dirty="0"/>
              <a:t> і </a:t>
            </a:r>
            <a:r>
              <a:rPr lang="ru-RU" dirty="0" err="1"/>
              <a:t>своїм</a:t>
            </a:r>
            <a:r>
              <a:rPr lang="ru-RU" dirty="0"/>
              <a:t> сюжетом </a:t>
            </a:r>
            <a:r>
              <a:rPr lang="ru-RU" dirty="0" err="1"/>
              <a:t>пов’язані</a:t>
            </a:r>
            <a:r>
              <a:rPr lang="ru-RU" dirty="0"/>
              <a:t> з </a:t>
            </a:r>
            <a:r>
              <a:rPr lang="ru-RU" dirty="0" err="1"/>
              <a:t>Києвом</a:t>
            </a:r>
            <a:r>
              <a:rPr lang="ru-RU" dirty="0"/>
              <a:t> та князем </a:t>
            </a:r>
            <a:r>
              <a:rPr lang="ru-RU" dirty="0" err="1"/>
              <a:t>Володимиром</a:t>
            </a:r>
            <a:r>
              <a:rPr lang="ru-RU" dirty="0"/>
              <a:t> Святославичем, – </a:t>
            </a:r>
            <a:r>
              <a:rPr lang="ru-RU" dirty="0" err="1"/>
              <a:t>це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E5A3F5A-724F-8BC5-A114-11B166867A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78165066"/>
              </p:ext>
            </p:extLst>
          </p:nvPr>
        </p:nvGraphicFramePr>
        <p:xfrm>
          <a:off x="5118100" y="2078182"/>
          <a:ext cx="6272213" cy="3978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034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EFC51-8D10-DF1C-7E04-2D0599AD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державотворення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FFFB1F0-6C7B-EB7E-AD82-EE6EDEF50C8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88536673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7CB3B39-D0BA-3231-793C-8832ECA304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666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6CE71-7CF8-F341-2D3E-AC8B42A8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BBEF906-7425-292E-EED3-B847DB66618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58170" y="803275"/>
            <a:ext cx="1595247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8B8BF9C-62D4-2FF4-D998-0B5ABB0C88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1764509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2684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10D26-B908-20D8-EAB0-D7DA2B23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Проявом</a:t>
            </a:r>
            <a:r>
              <a:rPr lang="ru-RU" dirty="0"/>
              <a:t> </a:t>
            </a:r>
            <a:r>
              <a:rPr lang="ru-RU" dirty="0" err="1"/>
              <a:t>впливу</a:t>
            </a:r>
            <a:r>
              <a:rPr lang="ru-RU" dirty="0"/>
              <a:t> на Русь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є </a:t>
            </a:r>
            <a:r>
              <a:rPr lang="ru-RU" dirty="0" err="1"/>
              <a:t>ікони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3C855B9-3D37-CFEE-48B7-50D1B7256B5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3759" y="803275"/>
            <a:ext cx="3484069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F4474FC-EFF1-240C-352B-BC60C6BD2E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40427411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5347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783CA-3FB4-66F5-9755-8FE3A4AF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Характеристику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доби</a:t>
            </a:r>
            <a:r>
              <a:rPr lang="ru-RU" dirty="0"/>
              <a:t> наведено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7047177-819D-B62D-EC46-029ABEEE1E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«Перестали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невірних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воювати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стали один одному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казати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се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се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брате! Стали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дрібні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вважати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на себе самих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підіймати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чвари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 —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невірні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усіх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сторін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находили, землю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долали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C53784F-B4B4-FD5B-B62A-A341E8DE40B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99243887"/>
              </p:ext>
            </p:extLst>
          </p:nvPr>
        </p:nvGraphicFramePr>
        <p:xfrm>
          <a:off x="5118256" y="2923742"/>
          <a:ext cx="6272213" cy="3310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9584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9D2AF-82F7-8508-1588-714148DD9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681B354-ECE6-696F-2FF1-2C652E97113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78678056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023E92F-0387-E961-45F6-69AAECF69F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7463391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597412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AF1B4-C507-ED8E-F3FA-434C03E0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в </a:t>
            </a:r>
            <a:r>
              <a:rPr lang="ru-RU" dirty="0" err="1"/>
              <a:t>хронологічній</a:t>
            </a:r>
            <a:r>
              <a:rPr lang="ru-RU" dirty="0"/>
              <a:t> </a:t>
            </a:r>
            <a:r>
              <a:rPr lang="ru-RU" dirty="0" err="1"/>
              <a:t>послідовності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BEB931E-64AF-B4F3-2B7B-3BCBE2DDA7E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95798121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271F3F1-FE97-6861-E4D5-4FD2128FC4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820574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99052-42DB-4006-93EC-6C41FD52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правових</a:t>
            </a:r>
            <a:r>
              <a:rPr lang="ru-RU" dirty="0"/>
              <a:t> </a:t>
            </a:r>
            <a:r>
              <a:rPr lang="ru-RU" dirty="0" err="1"/>
              <a:t>кодексів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6646589-8326-5DA4-11DD-C42EFBB3485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3844965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B60EE6E-382A-6156-6EDC-C1DCFEE3C5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3189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C1A70-576A-2B6A-E47B-E593F431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401D9-3537-1BEF-8859-484F7A28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Характеристику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доби</a:t>
            </a:r>
            <a:r>
              <a:rPr lang="ru-RU" dirty="0"/>
              <a:t> наведено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3FFE810-0C51-1434-C2F8-811E5F342E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«Перестали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невірних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воювати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стали один одному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казати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се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се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брате! Стали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дрібні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вважати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на себе самих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підіймати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чвари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 —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невірні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усіх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сторін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находили, землю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долали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F4BD82E-E307-B85E-59E3-DD85379A8FC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256" y="2923742"/>
          <a:ext cx="6272213" cy="3310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50174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E242-1477-05BD-7B90-32CAD587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E1183-16D3-F820-69B5-1C199AAF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9F0993E-8CDB-5C7D-559B-D01B6AFE13B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E69320F-6400-DEF6-E106-4F20339027B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770102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8874-367A-E336-A78B-EC0ECA88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71CC8-812A-75EA-D620-918380F7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в </a:t>
            </a:r>
            <a:r>
              <a:rPr lang="ru-RU" dirty="0" err="1"/>
              <a:t>хронологічній</a:t>
            </a:r>
            <a:r>
              <a:rPr lang="ru-RU" dirty="0"/>
              <a:t> </a:t>
            </a:r>
            <a:r>
              <a:rPr lang="ru-RU" dirty="0" err="1"/>
              <a:t>послідовності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11A10B3-3065-FC25-CB23-08EDB02079D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F15FCE0-C992-B3FB-9261-8DFC9E5EE9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09180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86586-9816-4411-6C35-62ED3C61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173FE-9475-5EAA-F2C2-F7FECFB4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правових</a:t>
            </a:r>
            <a:r>
              <a:rPr lang="ru-RU" dirty="0"/>
              <a:t> </a:t>
            </a:r>
            <a:r>
              <a:rPr lang="ru-RU" dirty="0" err="1"/>
              <a:t>кодексів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CACEB65-50DD-8D64-CB9B-D9D4463D38C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5872B72-6191-4594-AF7D-1DB59004F8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3298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5C1EC-ECC9-DD5F-4EEC-02C7885F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князівство</a:t>
            </a:r>
            <a:r>
              <a:rPr lang="ru-RU" dirty="0"/>
              <a:t> в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ХІІІ ст. стало центром </a:t>
            </a:r>
            <a:r>
              <a:rPr lang="ru-RU" dirty="0" err="1"/>
              <a:t>об’єднання</a:t>
            </a:r>
            <a:r>
              <a:rPr lang="ru-RU" dirty="0"/>
              <a:t> земель </a:t>
            </a:r>
            <a:r>
              <a:rPr lang="ru-RU" dirty="0" err="1"/>
              <a:t>Південно-Західної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AAF1726-AEF9-A210-6E1B-993BB629B34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25910897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34F3C5D-EA89-B57E-D5EB-91EAB3EBDE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27209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0579B-7339-1791-4A1E-45A6A696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князівстві</a:t>
            </a:r>
            <a:r>
              <a:rPr lang="ru-RU" dirty="0"/>
              <a:t> </a:t>
            </a:r>
            <a:r>
              <a:rPr lang="ru-RU" dirty="0" err="1"/>
              <a:t>родове</a:t>
            </a:r>
            <a:r>
              <a:rPr lang="ru-RU" dirty="0"/>
              <a:t> боярство </a:t>
            </a:r>
            <a:r>
              <a:rPr lang="ru-RU" dirty="0" err="1"/>
              <a:t>наважилося</a:t>
            </a:r>
            <a:r>
              <a:rPr lang="ru-RU" dirty="0"/>
              <a:t> </a:t>
            </a:r>
            <a:r>
              <a:rPr lang="ru-RU" dirty="0" err="1"/>
              <a:t>оголосити</a:t>
            </a:r>
            <a:r>
              <a:rPr lang="ru-RU" dirty="0"/>
              <a:t> князем одного з бояр?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E41DC03-5A94-614C-13FA-DF2CFEAC172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28161973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A0CF547-5EAB-8A27-D7DB-A0E8B448C0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02765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E6A3A-A648-2358-9705-2789F455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наведених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FE35815-A35F-EA13-FA40-9FE8BFCD15F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9621971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FCF8528-241C-307C-D2A8-B44E2049144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43182415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325826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95426-8CFE-11E2-F46B-74A86950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Терміни</a:t>
            </a:r>
            <a:r>
              <a:rPr lang="ru-RU" dirty="0"/>
              <a:t> «</a:t>
            </a:r>
            <a:r>
              <a:rPr lang="ru-RU" dirty="0" err="1"/>
              <a:t>ярлик</a:t>
            </a:r>
            <a:r>
              <a:rPr lang="ru-RU" dirty="0"/>
              <a:t>» і « баскак »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, </a:t>
            </a:r>
            <a:r>
              <a:rPr lang="ru-RU" dirty="0" err="1"/>
              <a:t>характеризуючи</a:t>
            </a:r>
            <a:r>
              <a:rPr lang="ru-RU" dirty="0"/>
              <a:t> </a:t>
            </a:r>
            <a:r>
              <a:rPr lang="ru-RU" dirty="0" err="1"/>
              <a:t>наслідки</a:t>
            </a:r>
            <a:r>
              <a:rPr lang="ru-RU" dirty="0"/>
              <a:t> </a:t>
            </a:r>
            <a:r>
              <a:rPr lang="ru-RU" dirty="0" err="1"/>
              <a:t>походів</a:t>
            </a:r>
            <a:r>
              <a:rPr lang="ru-RU" dirty="0"/>
              <a:t> на Русь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C243EAB-87D5-20D7-011C-E9C1D8D3954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70434011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DACD667-0F17-30BD-6C5F-6743C83B17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474351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853990-4D58-85D4-7B45-E2A173E2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назвами</a:t>
            </a:r>
            <a:r>
              <a:rPr lang="ru-RU" sz="3200" dirty="0"/>
              <a:t> </a:t>
            </a:r>
            <a:r>
              <a:rPr lang="ru-RU" sz="3200" dirty="0" err="1"/>
              <a:t>давньоруських</a:t>
            </a:r>
            <a:r>
              <a:rPr lang="ru-RU" sz="3200" dirty="0"/>
              <a:t> </a:t>
            </a:r>
            <a:r>
              <a:rPr lang="ru-RU" sz="3200" dirty="0" err="1"/>
              <a:t>удільних</a:t>
            </a:r>
            <a:r>
              <a:rPr lang="ru-RU" sz="3200" dirty="0"/>
              <a:t> </a:t>
            </a:r>
            <a:r>
              <a:rPr lang="ru-RU" sz="3200" dirty="0" err="1"/>
              <a:t>князівств</a:t>
            </a:r>
            <a:r>
              <a:rPr lang="ru-RU" sz="3200" dirty="0"/>
              <a:t> у </a:t>
            </a:r>
            <a:r>
              <a:rPr lang="ru-RU" sz="3200" dirty="0" err="1"/>
              <a:t>період</a:t>
            </a:r>
            <a:r>
              <a:rPr lang="ru-RU" sz="3200" dirty="0"/>
              <a:t> </a:t>
            </a:r>
            <a:r>
              <a:rPr lang="ru-RU" sz="3200" dirty="0" err="1"/>
              <a:t>політичної</a:t>
            </a:r>
            <a:r>
              <a:rPr lang="ru-RU" sz="3200" dirty="0"/>
              <a:t> </a:t>
            </a:r>
            <a:r>
              <a:rPr lang="ru-RU" sz="3200" dirty="0" err="1"/>
              <a:t>роздробленості</a:t>
            </a:r>
            <a:r>
              <a:rPr lang="ru-RU" sz="3200" dirty="0"/>
              <a:t> та </a:t>
            </a:r>
            <a:r>
              <a:rPr lang="ru-RU" sz="3200" dirty="0" err="1"/>
              <a:t>їхніми</a:t>
            </a:r>
            <a:r>
              <a:rPr lang="ru-RU" sz="3200" dirty="0"/>
              <a:t> </a:t>
            </a:r>
            <a:r>
              <a:rPr lang="ru-RU" sz="3200" dirty="0" err="1"/>
              <a:t>теренами</a:t>
            </a:r>
            <a:r>
              <a:rPr lang="ru-RU" sz="3200" dirty="0"/>
              <a:t>, </a:t>
            </a:r>
            <a:r>
              <a:rPr lang="ru-RU" sz="3200" dirty="0" err="1"/>
              <a:t>позначеними</a:t>
            </a:r>
            <a:r>
              <a:rPr lang="ru-RU" sz="3200" dirty="0"/>
              <a:t> на </a:t>
            </a:r>
            <a:r>
              <a:rPr lang="ru-RU" sz="3200" dirty="0" err="1"/>
              <a:t>карті</a:t>
            </a:r>
            <a:r>
              <a:rPr lang="ru-RU" sz="3200" dirty="0"/>
              <a:t>.</a:t>
            </a:r>
            <a:endParaRPr lang="uk-UA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FB8293-5569-95C0-CCFB-96D7A24A59B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6451" y="803275"/>
            <a:ext cx="2838685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20A58EA-E680-FEE0-D562-D7262DAE498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84759156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96971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182E0-D884-D89D-8993-B4C53994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пронумерованими</a:t>
            </a:r>
            <a:r>
              <a:rPr lang="ru-RU" sz="3200" dirty="0"/>
              <a:t> на </a:t>
            </a:r>
            <a:r>
              <a:rPr lang="ru-RU" sz="3200" dirty="0" err="1"/>
              <a:t>карті</a:t>
            </a:r>
            <a:r>
              <a:rPr lang="ru-RU" sz="3200" dirty="0"/>
              <a:t> </a:t>
            </a:r>
            <a:r>
              <a:rPr lang="ru-RU" sz="3200" dirty="0" err="1"/>
              <a:t>теренами</a:t>
            </a:r>
            <a:r>
              <a:rPr lang="ru-RU" sz="3200" dirty="0"/>
              <a:t> </a:t>
            </a:r>
            <a:r>
              <a:rPr lang="ru-RU" sz="3200" dirty="0" err="1"/>
              <a:t>давньоруських</a:t>
            </a:r>
            <a:r>
              <a:rPr lang="ru-RU" sz="3200" dirty="0"/>
              <a:t> </a:t>
            </a:r>
            <a:r>
              <a:rPr lang="ru-RU" sz="3200" dirty="0" err="1"/>
              <a:t>удільних</a:t>
            </a:r>
            <a:r>
              <a:rPr lang="ru-RU" sz="3200" dirty="0"/>
              <a:t> </a:t>
            </a:r>
            <a:r>
              <a:rPr lang="ru-RU" sz="3200" dirty="0" err="1"/>
              <a:t>князівств</a:t>
            </a:r>
            <a:r>
              <a:rPr lang="ru-RU" sz="3200" dirty="0"/>
              <a:t> у </a:t>
            </a:r>
            <a:r>
              <a:rPr lang="ru-RU" sz="3200" dirty="0" err="1"/>
              <a:t>період</a:t>
            </a:r>
            <a:r>
              <a:rPr lang="ru-RU" sz="3200" dirty="0"/>
              <a:t> </a:t>
            </a:r>
            <a:r>
              <a:rPr lang="ru-RU" sz="3200" dirty="0" err="1"/>
              <a:t>політичної</a:t>
            </a:r>
            <a:r>
              <a:rPr lang="ru-RU" sz="3200" dirty="0"/>
              <a:t> </a:t>
            </a:r>
            <a:r>
              <a:rPr lang="ru-RU" sz="3200" dirty="0" err="1"/>
              <a:t>роздробленості</a:t>
            </a:r>
            <a:r>
              <a:rPr lang="ru-RU" sz="3200" dirty="0"/>
              <a:t> та </a:t>
            </a:r>
            <a:r>
              <a:rPr lang="ru-RU" sz="3200" dirty="0" err="1"/>
              <a:t>їхніми</a:t>
            </a:r>
            <a:r>
              <a:rPr lang="ru-RU" sz="3200" dirty="0"/>
              <a:t> </a:t>
            </a:r>
            <a:r>
              <a:rPr lang="ru-RU" sz="3200" dirty="0" err="1"/>
              <a:t>назвами</a:t>
            </a:r>
            <a:r>
              <a:rPr lang="ru-RU" sz="3200" dirty="0"/>
              <a:t>.</a:t>
            </a:r>
            <a:endParaRPr lang="uk-UA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7EF2C44-5666-62BE-FD1B-33917BDF0B9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44" y="2128058"/>
            <a:ext cx="4742278" cy="322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5315B27-6074-15AF-71C7-C60DD16540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88882684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92459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EE016-E533-98B5-798A-F17DC73D6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карті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Галицько-Волинську</a:t>
            </a:r>
            <a:r>
              <a:rPr lang="ru-RU" dirty="0"/>
              <a:t> державу та </a:t>
            </a:r>
            <a:r>
              <a:rPr lang="ru-RU" dirty="0" err="1"/>
              <a:t>князівства</a:t>
            </a:r>
            <a:r>
              <a:rPr lang="ru-RU" dirty="0"/>
              <a:t>, </a:t>
            </a:r>
            <a:r>
              <a:rPr lang="ru-RU" dirty="0" err="1"/>
              <a:t>залежні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неї</a:t>
            </a:r>
            <a:r>
              <a:rPr lang="ru-RU" dirty="0"/>
              <a:t>, за </a:t>
            </a:r>
            <a:r>
              <a:rPr lang="ru-RU" dirty="0" err="1"/>
              <a:t>правління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B5D855-7F17-53CF-6A35-A53FB306207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9368" y="803275"/>
            <a:ext cx="2792852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ED026A-50F5-16F7-660D-7B66B6F3EF3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5408634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34888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2694B-BC60-51E7-AB84-0DD8E776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1199–1205 роки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Галицько-Волинського</a:t>
            </a:r>
            <a:r>
              <a:rPr lang="ru-RU" dirty="0"/>
              <a:t> </a:t>
            </a:r>
            <a:r>
              <a:rPr lang="ru-RU" dirty="0" err="1"/>
              <a:t>князівства</a:t>
            </a:r>
            <a:r>
              <a:rPr lang="ru-RU" dirty="0"/>
              <a:t>, для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DFF5F49-2830-0DD5-01C8-BDF8843222A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56583243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F4FBA71-7711-7E75-7C97-BDBE89CB5D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01718396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159255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CD941-7DE0-3F40-5ECB-68AC2357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6199A4E-636A-87E6-17E5-F9E6AC5573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поданого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нас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прохання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короля ми недавно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довідалися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коли… народ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русинів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допомогою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отрути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вбив Болеслава, князя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король,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вражений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злочином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прагнучи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кривду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напав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землю,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щоб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завоювати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самому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багато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шкоди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</a:p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дає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змогу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визначити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00F5BF-40EA-4FD1-FC3B-2948EB9402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7816889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60783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57A82-5BC6-AE0A-4362-DAF1E31A8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Найдавнішою датованою книжною пам’яткою Київської Русі є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DC19538-CF47-0878-CA98-97A609CBD6F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961844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5942C8B-CA96-5462-C43A-9E336A474F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84147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0B378-4399-DE54-BF67-2932B7A7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6C84D-440F-CB60-C204-2C70940D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карті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Галицько-Волинську</a:t>
            </a:r>
            <a:r>
              <a:rPr lang="ru-RU" dirty="0"/>
              <a:t> державу та </a:t>
            </a:r>
            <a:r>
              <a:rPr lang="ru-RU" dirty="0" err="1"/>
              <a:t>князівства</a:t>
            </a:r>
            <a:r>
              <a:rPr lang="ru-RU" dirty="0"/>
              <a:t>, </a:t>
            </a:r>
            <a:r>
              <a:rPr lang="ru-RU" dirty="0" err="1"/>
              <a:t>залежні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неї</a:t>
            </a:r>
            <a:r>
              <a:rPr lang="ru-RU" dirty="0"/>
              <a:t>, за </a:t>
            </a:r>
            <a:r>
              <a:rPr lang="ru-RU" dirty="0" err="1"/>
              <a:t>правління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9A5EE7-AF0F-411C-9152-0608BDDECB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9368" y="803275"/>
            <a:ext cx="2792852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9ABC61B-2A30-AAFF-2F6E-DF4A0200C19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05137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B34A-5A37-D65B-EB55-03415506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8747D-7567-8747-68BF-6DFDCEDB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1199–1205 роки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Галицько-Волинського</a:t>
            </a:r>
            <a:r>
              <a:rPr lang="ru-RU" dirty="0"/>
              <a:t> </a:t>
            </a:r>
            <a:r>
              <a:rPr lang="ru-RU" dirty="0" err="1"/>
              <a:t>князівства</a:t>
            </a:r>
            <a:r>
              <a:rPr lang="ru-RU" dirty="0"/>
              <a:t>, для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9253E94-A230-036C-595B-ADEC2929C84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85CFE48-5DD3-78BF-34F5-0D28D8B4DCF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971529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0BE92-B8B4-ED93-510B-24D94B7E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849D1-DA6E-6C6C-D9F9-4FA1E2CA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ACC0AC-5C8C-89BA-BF34-8417C55B05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поданого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нас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прохання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короля ми недавно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довідалися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коли… народ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русинів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допомогою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отрути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вбив Болеслава, князя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король,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вражений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злочином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прагнучи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кривду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напав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землю,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щоб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завоювати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самому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багато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шкоди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</a:p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дає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змогу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визначити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BE8DC61-B4A8-D8E5-A032-C1A6B9E62C9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33490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3FB7-7204-5ABA-EC62-B461561C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E1D31-1820-6791-86D7-DB6BE2592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Найдавнішою датованою книжною пам’яткою Київської Русі є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4DCFA71-08D6-A9AF-B8D4-A132065BB66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F1DD01C-1F10-D1B5-66A2-9AACE71E36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46710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85B94-7B85-A64B-8282-7B63AA769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Укажіть</a:t>
            </a:r>
            <a:r>
              <a:rPr lang="ru-RU" sz="3200" dirty="0"/>
              <a:t> </a:t>
            </a:r>
            <a:r>
              <a:rPr lang="ru-RU" sz="3200" dirty="0" err="1"/>
              <a:t>риси</a:t>
            </a:r>
            <a:r>
              <a:rPr lang="ru-RU" sz="3200" dirty="0"/>
              <a:t>, </a:t>
            </a:r>
            <a:r>
              <a:rPr lang="ru-RU" sz="3200" dirty="0" err="1"/>
              <a:t>притаманні</a:t>
            </a:r>
            <a:r>
              <a:rPr lang="ru-RU" sz="3200" dirty="0"/>
              <a:t> </a:t>
            </a:r>
            <a:r>
              <a:rPr lang="ru-RU" sz="3200" dirty="0" err="1"/>
              <a:t>розвитку</a:t>
            </a:r>
            <a:r>
              <a:rPr lang="ru-RU" sz="3200" dirty="0"/>
              <a:t> </a:t>
            </a:r>
            <a:r>
              <a:rPr lang="ru-RU" sz="3200" dirty="0" err="1"/>
              <a:t>Київського</a:t>
            </a:r>
            <a:r>
              <a:rPr lang="ru-RU" sz="3200" dirty="0"/>
              <a:t> </a:t>
            </a:r>
            <a:r>
              <a:rPr lang="ru-RU" sz="3200" dirty="0" err="1"/>
              <a:t>князівства</a:t>
            </a:r>
            <a:r>
              <a:rPr lang="ru-RU" sz="3200" dirty="0"/>
              <a:t> в </a:t>
            </a:r>
            <a:r>
              <a:rPr lang="ru-RU" sz="3200" dirty="0" err="1"/>
              <a:t>другій</a:t>
            </a:r>
            <a:r>
              <a:rPr lang="ru-RU" sz="3200" dirty="0"/>
              <a:t> </a:t>
            </a:r>
            <a:r>
              <a:rPr lang="ru-RU" sz="3200" dirty="0" err="1"/>
              <a:t>половині</a:t>
            </a:r>
            <a:r>
              <a:rPr lang="ru-RU" sz="3200" dirty="0"/>
              <a:t> ХІІ – на початку ХІІІ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3F46CA-8919-2AD6-3447-AF82D42B81D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92368658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01B05FB-7626-B3A1-E73D-36C1D7B628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4615259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874396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B015D-1E1F-5909-347D-D29F8537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Що було однією з причин домовленості, досягнутої між онуками Ярослава Мудрого: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D38BA50-8F00-AEB8-8221-0F4D41F8CE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«Відтепер з’єднаймося в одне серце і </a:t>
            </a:r>
            <a:r>
              <a:rPr lang="uk-UA" i="1" dirty="0" err="1"/>
              <a:t>обережімо</a:t>
            </a:r>
            <a:r>
              <a:rPr lang="uk-UA" i="1" dirty="0"/>
              <a:t> Руську землю…»?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B3DFFB2A-AA5E-DA70-CDFE-A8FC0E2D6F0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14653868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55003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926E3-EECF-0EB9-BFDB-39A3DD53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«</a:t>
            </a:r>
            <a:r>
              <a:rPr lang="ru-RU" dirty="0" err="1"/>
              <a:t>Слові</a:t>
            </a:r>
            <a:r>
              <a:rPr lang="ru-RU" dirty="0"/>
              <a:t> о полку </a:t>
            </a:r>
            <a:r>
              <a:rPr lang="ru-RU" dirty="0" err="1"/>
              <a:t>Ігоревім</a:t>
            </a:r>
            <a:r>
              <a:rPr lang="ru-RU" dirty="0"/>
              <a:t>» </a:t>
            </a:r>
            <a:r>
              <a:rPr lang="ru-RU" dirty="0" err="1"/>
              <a:t>ідеться</a:t>
            </a:r>
            <a:r>
              <a:rPr lang="ru-RU" dirty="0"/>
              <a:t> про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2BFE28-9F20-49B2-484B-45D6CF9A09A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30819137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E040AAC-A9E9-AD61-F89C-826A9B3D0B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7904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96374-6577-E54C-1589-3C6ECE4C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Увідповідніть</a:t>
            </a:r>
            <a:r>
              <a:rPr lang="ru-RU" dirty="0"/>
              <a:t> битву </a:t>
            </a:r>
            <a:r>
              <a:rPr lang="ru-RU" dirty="0" err="1"/>
              <a:t>із</a:t>
            </a:r>
            <a:r>
              <a:rPr lang="ru-RU" dirty="0"/>
              <a:t> супротивником руських дружин.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10AB1E1-A680-7BA8-FF75-E313A0ED6BB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57572936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62C12BF-3EAE-9893-C3F3-66D20BD5D2E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7333278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771552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4736B-F589-F65F-30BF-FCC3F0E0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датою та </a:t>
            </a:r>
            <a:r>
              <a:rPr lang="ru-RU" dirty="0" err="1"/>
              <a:t>подією</a:t>
            </a:r>
            <a:r>
              <a:rPr lang="ru-RU" dirty="0"/>
              <a:t>, </a:t>
            </a:r>
            <a:r>
              <a:rPr lang="ru-RU" dirty="0" err="1"/>
              <a:t>описаною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975AF0CC-AB12-D549-8D9B-BCCDFEAA850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97470491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ADACBE2E-8645-D056-5CA5-895DD36660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6307228"/>
              </p:ext>
            </p:extLst>
          </p:nvPr>
        </p:nvGraphicFramePr>
        <p:xfrm>
          <a:off x="7723909" y="1149075"/>
          <a:ext cx="4096789" cy="3086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8978574C-8132-3DA8-F4D8-02F7A08399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029285"/>
              </p:ext>
            </p:extLst>
          </p:nvPr>
        </p:nvGraphicFramePr>
        <p:xfrm>
          <a:off x="7723909" y="4169467"/>
          <a:ext cx="4096789" cy="3086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0041590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EB52A-5497-36DA-F685-98054903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Облогу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міста</a:t>
            </a:r>
            <a:r>
              <a:rPr lang="ru-RU" dirty="0"/>
              <a:t> монголами описано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7F5BAC8-66E6-2D4D-0A89-35BC0C85C1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поставив Батий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пороки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під город коло воріт Лядських, і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пороки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безперестану били день і ніч. Вибили вони стіни, і вийшли городяни на розбиті стіни, і було тут видіти, як ламалися списи і розколювалися щити, [а] стріли затьмарили світ переможеним, і [воєвода] Дмитро поранений був…»?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9B7A6E7-4CF5-B7E9-FE40-91DF4E5C6D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0717883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18745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E6C2D-E5D6-8FD7-82B2-1918CF9B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Увідповідніть</a:t>
            </a:r>
            <a:r>
              <a:rPr lang="uk-UA" dirty="0"/>
              <a:t> подію з її наслідком.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D3ED49C-8EC7-92C5-538C-4B4B4418875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24441304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51DAEFD-C8D6-0C64-8BA5-8A6BCA5C46E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44211006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176754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1FF4C-12FB-7F80-5B78-EB811417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битві</a:t>
            </a:r>
            <a:r>
              <a:rPr lang="ru-RU" dirty="0"/>
              <a:t> на </a:t>
            </a:r>
            <a:r>
              <a:rPr lang="ru-RU" dirty="0" err="1"/>
              <a:t>річці</a:t>
            </a:r>
            <a:r>
              <a:rPr lang="ru-RU" dirty="0"/>
              <a:t> Калка (1223 р.) союзниками руських </a:t>
            </a:r>
            <a:r>
              <a:rPr lang="ru-RU" dirty="0" err="1"/>
              <a:t>князів</a:t>
            </a:r>
            <a:r>
              <a:rPr lang="ru-RU" dirty="0"/>
              <a:t> були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1388FA1-BE85-A52C-0374-2B9BF7C8853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0051073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C19BCC5-FECB-A785-9E4F-A00C7C4BB6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37461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3A647-3E2B-3212-2DCC-221D9B78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1238 р.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Дорогичином</a:t>
            </a:r>
            <a:r>
              <a:rPr lang="ru-RU" dirty="0"/>
              <a:t> </a:t>
            </a:r>
            <a:r>
              <a:rPr lang="ru-RU" dirty="0" err="1"/>
              <a:t>військо</a:t>
            </a:r>
            <a:r>
              <a:rPr lang="ru-RU" dirty="0"/>
              <a:t> князя Данила </a:t>
            </a:r>
            <a:r>
              <a:rPr lang="ru-RU" dirty="0" err="1"/>
              <a:t>Галицького</a:t>
            </a:r>
            <a:r>
              <a:rPr lang="ru-RU" dirty="0"/>
              <a:t> </a:t>
            </a:r>
            <a:r>
              <a:rPr lang="ru-RU" dirty="0" err="1"/>
              <a:t>завдало</a:t>
            </a:r>
            <a:r>
              <a:rPr lang="ru-RU" dirty="0"/>
              <a:t> </a:t>
            </a:r>
            <a:r>
              <a:rPr lang="ru-RU" dirty="0" err="1"/>
              <a:t>поразки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23AC3F48-3E80-F751-5992-778E991713B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1999352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EBDD3C05-8DC1-F18E-CA7B-AB4F9221CC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23852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3274C-FF38-DA44-1772-457C43F3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в </a:t>
            </a:r>
            <a:r>
              <a:rPr lang="ru-RU" dirty="0" err="1"/>
              <a:t>хронологічній</a:t>
            </a:r>
            <a:r>
              <a:rPr lang="ru-RU" dirty="0"/>
              <a:t> </a:t>
            </a:r>
            <a:r>
              <a:rPr lang="ru-RU" dirty="0" err="1"/>
              <a:t>послідовності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8B54F24-0416-7DC9-6197-711AD4422AC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22731607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8FE04AF-4572-F868-08A7-983977A590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82156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FBE45-F94C-8039-6194-45AC75BFD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переміг</a:t>
            </a:r>
            <a:r>
              <a:rPr lang="ru-RU" dirty="0"/>
              <a:t> у </a:t>
            </a:r>
            <a:r>
              <a:rPr lang="ru-RU" dirty="0" err="1"/>
              <a:t>битві</a:t>
            </a:r>
            <a:r>
              <a:rPr lang="ru-RU" dirty="0"/>
              <a:t>, </a:t>
            </a:r>
            <a:r>
              <a:rPr lang="ru-RU" dirty="0" err="1"/>
              <a:t>описаній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D98E531-A6DB-A418-673C-C4E52EAEF5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«Мстислав Мстиславович…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Данилові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попереду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перейти з полками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річку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Калку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полкам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за ним, а сам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перейшов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Мстислав же [Романович]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другий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Мстислав [Святославович]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сиділи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не знавши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тому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Мстислав [Мстиславович]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не сказав – через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заздрість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незгода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ними…»?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07FBF8D-3012-F995-7A3E-C0B546C255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0941089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120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DA81-1E66-F2EE-B97A-32C38779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1A5EA9-3774-0E5D-C594-A6EA2B96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битві</a:t>
            </a:r>
            <a:r>
              <a:rPr lang="ru-RU" dirty="0"/>
              <a:t> на </a:t>
            </a:r>
            <a:r>
              <a:rPr lang="ru-RU" dirty="0" err="1"/>
              <a:t>річці</a:t>
            </a:r>
            <a:r>
              <a:rPr lang="ru-RU" dirty="0"/>
              <a:t> Калка (1223 р.) союзниками руських </a:t>
            </a:r>
            <a:r>
              <a:rPr lang="ru-RU" dirty="0" err="1"/>
              <a:t>князів</a:t>
            </a:r>
            <a:r>
              <a:rPr lang="ru-RU" dirty="0"/>
              <a:t> були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D740B6D-6ADC-509C-9FA5-0A002621FCA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ACB4063-7CF0-F5D1-A4F3-037725807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328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DFA74-B0D2-F75E-8B06-DF661E3A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7087A-5909-E19C-DEC1-4BDA5805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1238 р.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Дорогичином</a:t>
            </a:r>
            <a:r>
              <a:rPr lang="ru-RU" dirty="0"/>
              <a:t> </a:t>
            </a:r>
            <a:r>
              <a:rPr lang="ru-RU" dirty="0" err="1"/>
              <a:t>військо</a:t>
            </a:r>
            <a:r>
              <a:rPr lang="ru-RU" dirty="0"/>
              <a:t> князя Данила </a:t>
            </a:r>
            <a:r>
              <a:rPr lang="ru-RU" dirty="0" err="1"/>
              <a:t>Галицького</a:t>
            </a:r>
            <a:r>
              <a:rPr lang="ru-RU" dirty="0"/>
              <a:t> </a:t>
            </a:r>
            <a:r>
              <a:rPr lang="ru-RU" dirty="0" err="1"/>
              <a:t>завдало</a:t>
            </a:r>
            <a:r>
              <a:rPr lang="ru-RU" dirty="0"/>
              <a:t> </a:t>
            </a:r>
            <a:r>
              <a:rPr lang="ru-RU" dirty="0" err="1"/>
              <a:t>поразки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1EFAFF7C-E5A1-AD45-76D9-F4136CBE109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A897797E-209C-03EF-BB57-B288F2CD25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04983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DB658-1BE8-F430-D599-4BB63277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256AB-1FD9-B9ED-969D-243CEBA5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в </a:t>
            </a:r>
            <a:r>
              <a:rPr lang="ru-RU" dirty="0" err="1"/>
              <a:t>хронологічній</a:t>
            </a:r>
            <a:r>
              <a:rPr lang="ru-RU" dirty="0"/>
              <a:t> </a:t>
            </a:r>
            <a:r>
              <a:rPr lang="ru-RU" dirty="0" err="1"/>
              <a:t>послідовності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7AC6CCB-9BA4-D3A2-EA38-6F54C3CC6D9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290787F-F6AC-99E4-5A64-21039E9875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0542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22D1-9D24-857A-09E9-65AE8FF9D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78F8E-5586-77FD-51C4-475BDD7F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переміг</a:t>
            </a:r>
            <a:r>
              <a:rPr lang="ru-RU" dirty="0"/>
              <a:t> у </a:t>
            </a:r>
            <a:r>
              <a:rPr lang="ru-RU" dirty="0" err="1"/>
              <a:t>битві</a:t>
            </a:r>
            <a:r>
              <a:rPr lang="ru-RU" dirty="0"/>
              <a:t>, </a:t>
            </a:r>
            <a:r>
              <a:rPr lang="ru-RU" dirty="0" err="1"/>
              <a:t>описаній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BAE1FDD-FD1C-FDF2-D1F0-0B935D2374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«Мстислав Мстиславович…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Данилові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попереду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перейти з полками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річку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Калку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полкам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за ним, а сам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перейшов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Мстислав же [Романович]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другий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Мстислав [Святославович]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сиділи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не знавши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тому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Мстислав [Мстиславович]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не сказав – через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заздрість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незгода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ними…»?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210471-F792-1C71-9146-EE0C2B56EF0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531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1F4C2-E7E0-A1D2-9FC0-4B1C5F12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основні</a:t>
            </a:r>
            <a:r>
              <a:rPr lang="ru-RU" dirty="0"/>
              <a:t> напрямки </a:t>
            </a:r>
            <a:r>
              <a:rPr lang="ru-RU" dirty="0" err="1"/>
              <a:t>завойовницьких</a:t>
            </a:r>
            <a:r>
              <a:rPr lang="ru-RU" dirty="0"/>
              <a:t> </a:t>
            </a:r>
            <a:r>
              <a:rPr lang="ru-RU" dirty="0" err="1"/>
              <a:t>походів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AA2FE8-84BB-1815-55B7-9896DC72A55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32607" y="803275"/>
            <a:ext cx="3246373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BE8EDAEC-1432-16FA-D077-EDD3AF43FCA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2721327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35191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2DDAF-B001-4E77-42C9-9EE48F23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стосується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3BAFBA0-8E54-6D56-C188-2918DE41AEB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29958" y="803275"/>
            <a:ext cx="2851672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EC884F8-7367-DF96-1E16-C6B93BD91FA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52164790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72F3B0CB-DBCE-BA1B-5AA6-C7C701CF9D17}"/>
              </a:ext>
            </a:extLst>
          </p:cNvPr>
          <p:cNvGraphicFramePr/>
          <p:nvPr/>
        </p:nvGraphicFramePr>
        <p:xfrm>
          <a:off x="6172200" y="5013550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0181646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810BF-5C01-D02B-50A6-DA0202FBB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карті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напрямки </a:t>
            </a:r>
            <a:r>
              <a:rPr lang="ru-RU" dirty="0" err="1"/>
              <a:t>походів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049F13-8AF9-540B-0F8A-7274C80A5F4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56328" y="803275"/>
            <a:ext cx="2998932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6D472E5-97F7-7C70-16C0-18ADD94568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3866085"/>
              </p:ext>
            </p:extLst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33081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CDAC1-24DE-35A9-07E8-E5999D01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1245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битва </a:t>
            </a:r>
            <a:r>
              <a:rPr lang="ru-RU" dirty="0" err="1"/>
              <a:t>біля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96A6A02-2313-62CE-0281-24492B2E08E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0090867"/>
              </p:ext>
            </p:extLst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8BCA436-C389-3631-B9E7-8A552AD173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246222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7C903-13E7-20FC-AE9E-808966D2F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Який</a:t>
            </a:r>
            <a:r>
              <a:rPr lang="ru-RU" sz="2800" dirty="0"/>
              <a:t> </a:t>
            </a:r>
            <a:r>
              <a:rPr lang="ru-RU" sz="2800" dirty="0" err="1"/>
              <a:t>наслідок</a:t>
            </a:r>
            <a:r>
              <a:rPr lang="ru-RU" sz="2800" dirty="0"/>
              <a:t> мала </a:t>
            </a:r>
            <a:r>
              <a:rPr lang="ru-RU" sz="2800" dirty="0" err="1"/>
              <a:t>перемога</a:t>
            </a:r>
            <a:r>
              <a:rPr lang="ru-RU" sz="2800" dirty="0"/>
              <a:t> </a:t>
            </a:r>
            <a:r>
              <a:rPr lang="ru-RU" sz="2800" dirty="0" err="1"/>
              <a:t>війська</a:t>
            </a:r>
            <a:r>
              <a:rPr lang="ru-RU" sz="2800" dirty="0"/>
              <a:t> Данила </a:t>
            </a:r>
            <a:r>
              <a:rPr lang="ru-RU" sz="2800" dirty="0" err="1"/>
              <a:t>Галицького</a:t>
            </a:r>
            <a:r>
              <a:rPr lang="ru-RU" sz="2800" dirty="0"/>
              <a:t> над </a:t>
            </a:r>
            <a:r>
              <a:rPr lang="ru-RU" sz="2800" dirty="0" err="1"/>
              <a:t>об’єднаними</a:t>
            </a:r>
            <a:r>
              <a:rPr lang="ru-RU" sz="2800" dirty="0"/>
              <a:t> силами </a:t>
            </a:r>
            <a:r>
              <a:rPr lang="ru-RU" sz="2800" dirty="0" err="1"/>
              <a:t>галицьких</a:t>
            </a:r>
            <a:r>
              <a:rPr lang="ru-RU" sz="2800" dirty="0"/>
              <a:t> бояр, </a:t>
            </a:r>
            <a:r>
              <a:rPr lang="ru-RU" sz="2800" dirty="0" err="1"/>
              <a:t>угорців</a:t>
            </a:r>
            <a:r>
              <a:rPr lang="ru-RU" sz="2800" dirty="0"/>
              <a:t> та </a:t>
            </a:r>
            <a:r>
              <a:rPr lang="ru-RU" sz="2800" dirty="0" err="1"/>
              <a:t>поляків</a:t>
            </a:r>
            <a:r>
              <a:rPr lang="ru-RU" sz="2800" dirty="0"/>
              <a:t> у </a:t>
            </a:r>
            <a:r>
              <a:rPr lang="ru-RU" sz="2800" dirty="0" err="1"/>
              <a:t>битві</a:t>
            </a:r>
            <a:r>
              <a:rPr lang="ru-RU" sz="2800" dirty="0"/>
              <a:t> </a:t>
            </a:r>
            <a:r>
              <a:rPr lang="ru-RU" sz="2800" dirty="0" err="1"/>
              <a:t>під</a:t>
            </a:r>
            <a:r>
              <a:rPr lang="ru-RU" sz="2800" dirty="0"/>
              <a:t> Ярославом (1245 р.)?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CDA46FB-D680-43FE-8753-C7177F80FC0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9B46DA5-9E64-EA35-D458-BBB81F0FB9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86312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70AD4-503E-4BA4-C9CB-113F3E79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Унаслідок</a:t>
            </a:r>
            <a:r>
              <a:rPr lang="ru-RU" dirty="0"/>
              <a:t> </a:t>
            </a:r>
            <a:r>
              <a:rPr lang="ru-RU" dirty="0" err="1"/>
              <a:t>Ярославської</a:t>
            </a:r>
            <a:r>
              <a:rPr lang="ru-RU" dirty="0"/>
              <a:t> </a:t>
            </a:r>
            <a:r>
              <a:rPr lang="ru-RU" dirty="0" err="1"/>
              <a:t>битви</a:t>
            </a:r>
            <a:r>
              <a:rPr lang="ru-RU" dirty="0"/>
              <a:t> (1245 р.) князь Данило Романович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854DA5E-9139-3FAF-1C56-F4E6B0712DA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B8FE687-F30E-845D-61F5-BFA5E4A211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56555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3CC0B-9283-6D8E-8A8A-FFDE9913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Зображену</a:t>
            </a:r>
            <a:r>
              <a:rPr lang="ru-RU" sz="3200" dirty="0"/>
              <a:t> картосхему </a:t>
            </a:r>
            <a:r>
              <a:rPr lang="ru-RU" sz="3200" dirty="0" err="1"/>
              <a:t>потрібно</a:t>
            </a:r>
            <a:r>
              <a:rPr lang="ru-RU" sz="3200" dirty="0"/>
              <a:t> </a:t>
            </a:r>
            <a:r>
              <a:rPr lang="ru-RU" sz="3200" dirty="0" err="1"/>
              <a:t>використовувати</a:t>
            </a:r>
            <a:r>
              <a:rPr lang="ru-RU" sz="3200" dirty="0"/>
              <a:t>, </a:t>
            </a:r>
            <a:r>
              <a:rPr lang="ru-RU" sz="3200" dirty="0" err="1"/>
              <a:t>характеризуючи</a:t>
            </a:r>
            <a:r>
              <a:rPr lang="ru-RU" sz="3200" dirty="0"/>
              <a:t> </a:t>
            </a:r>
            <a:r>
              <a:rPr lang="ru-RU" sz="3200" dirty="0" err="1"/>
              <a:t>боротьбу</a:t>
            </a:r>
            <a:r>
              <a:rPr lang="ru-RU" sz="3200" dirty="0"/>
              <a:t> руських </a:t>
            </a:r>
            <a:r>
              <a:rPr lang="ru-RU" sz="3200" dirty="0" err="1"/>
              <a:t>князів</a:t>
            </a:r>
            <a:r>
              <a:rPr lang="ru-RU" sz="3200" dirty="0"/>
              <a:t> </a:t>
            </a:r>
            <a:r>
              <a:rPr lang="ru-RU" sz="3200" dirty="0" err="1"/>
              <a:t>із</a:t>
            </a:r>
            <a:endParaRPr lang="uk-UA" sz="3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E6F5AB7-85FD-A54F-4F76-69C19A22383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9952" y="803275"/>
            <a:ext cx="3491683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F7A542E-CB45-4F36-961F-34E58AB70B1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8019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A892-B582-600A-966C-D14F263A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EF5B7-C6A9-A263-D0E1-3523C05E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1245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битва </a:t>
            </a:r>
            <a:r>
              <a:rPr lang="ru-RU" dirty="0" err="1"/>
              <a:t>біля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86FD637-F4CC-9917-D7D1-964BEEBA2BD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47E4B35-4270-908C-8EA8-63E6F3C7A9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66702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6D81-6397-0F1A-FD81-00004C682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02567-E9F7-F07D-E8A9-2E7B6760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Який</a:t>
            </a:r>
            <a:r>
              <a:rPr lang="ru-RU" sz="2800" dirty="0"/>
              <a:t> </a:t>
            </a:r>
            <a:r>
              <a:rPr lang="ru-RU" sz="2800" dirty="0" err="1"/>
              <a:t>наслідок</a:t>
            </a:r>
            <a:r>
              <a:rPr lang="ru-RU" sz="2800" dirty="0"/>
              <a:t> мала </a:t>
            </a:r>
            <a:r>
              <a:rPr lang="ru-RU" sz="2800" dirty="0" err="1"/>
              <a:t>перемога</a:t>
            </a:r>
            <a:r>
              <a:rPr lang="ru-RU" sz="2800" dirty="0"/>
              <a:t> </a:t>
            </a:r>
            <a:r>
              <a:rPr lang="ru-RU" sz="2800" dirty="0" err="1"/>
              <a:t>війська</a:t>
            </a:r>
            <a:r>
              <a:rPr lang="ru-RU" sz="2800" dirty="0"/>
              <a:t> Данила </a:t>
            </a:r>
            <a:r>
              <a:rPr lang="ru-RU" sz="2800" dirty="0" err="1"/>
              <a:t>Галицького</a:t>
            </a:r>
            <a:r>
              <a:rPr lang="ru-RU" sz="2800" dirty="0"/>
              <a:t> над </a:t>
            </a:r>
            <a:r>
              <a:rPr lang="ru-RU" sz="2800" dirty="0" err="1"/>
              <a:t>об’єднаними</a:t>
            </a:r>
            <a:r>
              <a:rPr lang="ru-RU" sz="2800" dirty="0"/>
              <a:t> силами </a:t>
            </a:r>
            <a:r>
              <a:rPr lang="ru-RU" sz="2800" dirty="0" err="1"/>
              <a:t>галицьких</a:t>
            </a:r>
            <a:r>
              <a:rPr lang="ru-RU" sz="2800" dirty="0"/>
              <a:t> бояр, </a:t>
            </a:r>
            <a:r>
              <a:rPr lang="ru-RU" sz="2800" dirty="0" err="1"/>
              <a:t>угорців</a:t>
            </a:r>
            <a:r>
              <a:rPr lang="ru-RU" sz="2800" dirty="0"/>
              <a:t> та </a:t>
            </a:r>
            <a:r>
              <a:rPr lang="ru-RU" sz="2800" dirty="0" err="1"/>
              <a:t>поляків</a:t>
            </a:r>
            <a:r>
              <a:rPr lang="ru-RU" sz="2800" dirty="0"/>
              <a:t> у </a:t>
            </a:r>
            <a:r>
              <a:rPr lang="ru-RU" sz="2800" dirty="0" err="1"/>
              <a:t>битві</a:t>
            </a:r>
            <a:r>
              <a:rPr lang="ru-RU" sz="2800" dirty="0"/>
              <a:t> </a:t>
            </a:r>
            <a:r>
              <a:rPr lang="ru-RU" sz="2800" dirty="0" err="1"/>
              <a:t>під</a:t>
            </a:r>
            <a:r>
              <a:rPr lang="ru-RU" sz="2800" dirty="0"/>
              <a:t> Ярославом (1245 р.)?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21C2490-AC76-4A34-8347-A8316CD1FD0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AAE579D-8B37-BEB3-F7A0-50A45C47CD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45841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8B05-70C9-6BBF-10AC-946CAD6E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0AADA-0682-D8F2-BF63-7B9D7A15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Унаслідок</a:t>
            </a:r>
            <a:r>
              <a:rPr lang="ru-RU" dirty="0"/>
              <a:t> </a:t>
            </a:r>
            <a:r>
              <a:rPr lang="ru-RU" dirty="0" err="1"/>
              <a:t>Ярославської</a:t>
            </a:r>
            <a:r>
              <a:rPr lang="ru-RU" dirty="0"/>
              <a:t> </a:t>
            </a:r>
            <a:r>
              <a:rPr lang="ru-RU" dirty="0" err="1"/>
              <a:t>битви</a:t>
            </a:r>
            <a:r>
              <a:rPr lang="ru-RU" dirty="0"/>
              <a:t> (1245 р.) князь Данило Романович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5438034-5CF6-A800-7CB1-BB8CADD14CF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713736F-248E-6235-9807-A558423420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963231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3417D-621E-7A96-2122-F1B4B883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Правління Ярославичів – це етап розвитку Київської Русі, на якому відбувається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B9243634-4E81-4A14-5B49-21B471EA302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2E26470C-D3AA-9AB1-D38D-8C137B990A5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917345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3B3AF0-EC4E-D1FA-119B-36EED744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Сходження</a:t>
            </a:r>
            <a:r>
              <a:rPr lang="ru-RU" dirty="0"/>
              <a:t> князя </a:t>
            </a:r>
            <a:r>
              <a:rPr lang="ru-RU" dirty="0" err="1"/>
              <a:t>Володимира</a:t>
            </a:r>
            <a:r>
              <a:rPr lang="ru-RU" dirty="0"/>
              <a:t> Мономаха на </a:t>
            </a:r>
            <a:r>
              <a:rPr lang="ru-RU" dirty="0" err="1"/>
              <a:t>великокнязівський</a:t>
            </a:r>
            <a:r>
              <a:rPr lang="ru-RU" dirty="0"/>
              <a:t> </a:t>
            </a:r>
            <a:r>
              <a:rPr lang="ru-RU" dirty="0" err="1"/>
              <a:t>стіл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99987C2-B2FE-1E2A-D0E7-621C5CD9E88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D987541-A88C-C553-66D0-2F6BF62629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39517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D189-4251-65B0-7B35-1FEFCCA49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EED7647-6093-D820-2CE8-8C6DA5FE3B1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2EB9356-F19A-66A4-2B4F-619642C38A0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394315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C51ED-1B94-99E1-03B1-797E89CB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33D3-56E9-701E-5CF3-EA716F4D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Зображену</a:t>
            </a:r>
            <a:r>
              <a:rPr lang="ru-RU" sz="3200" dirty="0"/>
              <a:t> картосхему </a:t>
            </a:r>
            <a:r>
              <a:rPr lang="ru-RU" sz="3200" dirty="0" err="1"/>
              <a:t>потрібно</a:t>
            </a:r>
            <a:r>
              <a:rPr lang="ru-RU" sz="3200" dirty="0"/>
              <a:t> </a:t>
            </a:r>
            <a:r>
              <a:rPr lang="ru-RU" sz="3200" dirty="0" err="1"/>
              <a:t>використовувати</a:t>
            </a:r>
            <a:r>
              <a:rPr lang="ru-RU" sz="3200" dirty="0"/>
              <a:t>, </a:t>
            </a:r>
            <a:r>
              <a:rPr lang="ru-RU" sz="3200" dirty="0" err="1"/>
              <a:t>характеризуючи</a:t>
            </a:r>
            <a:r>
              <a:rPr lang="ru-RU" sz="3200" dirty="0"/>
              <a:t> </a:t>
            </a:r>
            <a:r>
              <a:rPr lang="ru-RU" sz="3200" dirty="0" err="1"/>
              <a:t>боротьбу</a:t>
            </a:r>
            <a:r>
              <a:rPr lang="ru-RU" sz="3200" dirty="0"/>
              <a:t> руських </a:t>
            </a:r>
            <a:r>
              <a:rPr lang="ru-RU" sz="3200" dirty="0" err="1"/>
              <a:t>князів</a:t>
            </a:r>
            <a:r>
              <a:rPr lang="ru-RU" sz="3200" dirty="0"/>
              <a:t> </a:t>
            </a:r>
            <a:r>
              <a:rPr lang="ru-RU" sz="3200" dirty="0" err="1"/>
              <a:t>із</a:t>
            </a:r>
            <a:endParaRPr lang="uk-UA" sz="3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3174384-A5FE-C3F3-650C-DB809F15B75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9952" y="803275"/>
            <a:ext cx="3491683" cy="23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B61F76D-2F4B-5A00-7E6D-88D24443EBA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18100" y="3671888"/>
          <a:ext cx="6272213" cy="238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4654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7D458-0078-A42C-CD28-2D44E9C2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Укажіть</a:t>
            </a:r>
            <a:r>
              <a:rPr lang="ru-RU" sz="2800" dirty="0"/>
              <a:t> </a:t>
            </a:r>
            <a:r>
              <a:rPr lang="ru-RU" sz="2800" dirty="0" err="1"/>
              <a:t>назву</a:t>
            </a:r>
            <a:r>
              <a:rPr lang="ru-RU" sz="2800" dirty="0"/>
              <a:t> </a:t>
            </a:r>
            <a:r>
              <a:rPr lang="ru-RU" sz="2800" dirty="0" err="1"/>
              <a:t>кочового</a:t>
            </a:r>
            <a:r>
              <a:rPr lang="ru-RU" sz="2800" dirty="0"/>
              <a:t> народу, </a:t>
            </a:r>
            <a:r>
              <a:rPr lang="ru-RU" sz="2800" dirty="0" err="1"/>
              <a:t>проти</a:t>
            </a:r>
            <a:r>
              <a:rPr lang="ru-RU" sz="2800" dirty="0"/>
              <a:t> </a:t>
            </a:r>
            <a:r>
              <a:rPr lang="ru-RU" sz="2800" dirty="0" err="1"/>
              <a:t>якого</a:t>
            </a:r>
            <a:r>
              <a:rPr lang="ru-RU" sz="2800" dirty="0"/>
              <a:t> </a:t>
            </a:r>
            <a:r>
              <a:rPr lang="ru-RU" sz="2800" dirty="0" err="1"/>
              <a:t>Володимир</a:t>
            </a:r>
            <a:r>
              <a:rPr lang="ru-RU" sz="2800" dirty="0"/>
              <a:t> Мономах 1103 р., 1111 р. та 1116 р. разом з </a:t>
            </a:r>
            <a:r>
              <a:rPr lang="ru-RU" sz="2800" dirty="0" err="1"/>
              <a:t>іншими</a:t>
            </a:r>
            <a:r>
              <a:rPr lang="ru-RU" sz="2800" dirty="0"/>
              <a:t> князями </a:t>
            </a:r>
            <a:r>
              <a:rPr lang="ru-RU" sz="2800" dirty="0" err="1"/>
              <a:t>здійснив</a:t>
            </a:r>
            <a:r>
              <a:rPr lang="ru-RU" sz="2800" dirty="0"/>
              <a:t> </a:t>
            </a:r>
            <a:r>
              <a:rPr lang="ru-RU" sz="2800" dirty="0" err="1"/>
              <a:t>успішні</a:t>
            </a:r>
            <a:r>
              <a:rPr lang="ru-RU" sz="2800" dirty="0"/>
              <a:t> </a:t>
            </a:r>
            <a:r>
              <a:rPr lang="ru-RU" sz="2800" dirty="0" err="1"/>
              <a:t>військові</a:t>
            </a:r>
            <a:r>
              <a:rPr lang="ru-RU" sz="2800" dirty="0"/>
              <a:t> походи.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C37677-28BB-3EAC-7C36-5DC3CEEF5AD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C70EA71-AD14-3DAE-6EDC-4466D8DA44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30483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3B534-37B1-2DB0-1EB0-5D5DBDD5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F4B3E-2935-3A56-BAAE-48E2B201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Укажіть</a:t>
            </a:r>
            <a:r>
              <a:rPr lang="ru-RU" sz="2800" dirty="0"/>
              <a:t> </a:t>
            </a:r>
            <a:r>
              <a:rPr lang="ru-RU" sz="2800" dirty="0" err="1"/>
              <a:t>назву</a:t>
            </a:r>
            <a:r>
              <a:rPr lang="ru-RU" sz="2800" dirty="0"/>
              <a:t> </a:t>
            </a:r>
            <a:r>
              <a:rPr lang="ru-RU" sz="2800" dirty="0" err="1"/>
              <a:t>кочового</a:t>
            </a:r>
            <a:r>
              <a:rPr lang="ru-RU" sz="2800" dirty="0"/>
              <a:t> народу, </a:t>
            </a:r>
            <a:r>
              <a:rPr lang="ru-RU" sz="2800" dirty="0" err="1"/>
              <a:t>проти</a:t>
            </a:r>
            <a:r>
              <a:rPr lang="ru-RU" sz="2800" dirty="0"/>
              <a:t> </a:t>
            </a:r>
            <a:r>
              <a:rPr lang="ru-RU" sz="2800" dirty="0" err="1"/>
              <a:t>якого</a:t>
            </a:r>
            <a:r>
              <a:rPr lang="ru-RU" sz="2800" dirty="0"/>
              <a:t> </a:t>
            </a:r>
            <a:r>
              <a:rPr lang="ru-RU" sz="2800" dirty="0" err="1"/>
              <a:t>Володимир</a:t>
            </a:r>
            <a:r>
              <a:rPr lang="ru-RU" sz="2800" dirty="0"/>
              <a:t> Мономах 1103 р., 1111 р. та 1116 р. разом з </a:t>
            </a:r>
            <a:r>
              <a:rPr lang="ru-RU" sz="2800" dirty="0" err="1"/>
              <a:t>іншими</a:t>
            </a:r>
            <a:r>
              <a:rPr lang="ru-RU" sz="2800" dirty="0"/>
              <a:t> князями </a:t>
            </a:r>
            <a:r>
              <a:rPr lang="ru-RU" sz="2800" dirty="0" err="1"/>
              <a:t>здійснив</a:t>
            </a:r>
            <a:r>
              <a:rPr lang="ru-RU" sz="2800" dirty="0"/>
              <a:t> </a:t>
            </a:r>
            <a:r>
              <a:rPr lang="ru-RU" sz="2800" dirty="0" err="1"/>
              <a:t>успішні</a:t>
            </a:r>
            <a:r>
              <a:rPr lang="ru-RU" sz="2800" dirty="0"/>
              <a:t> </a:t>
            </a:r>
            <a:r>
              <a:rPr lang="ru-RU" sz="2800" dirty="0" err="1"/>
              <a:t>військові</a:t>
            </a:r>
            <a:r>
              <a:rPr lang="ru-RU" sz="2800" dirty="0"/>
              <a:t> походи.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1F7D7BA-F3F2-0533-366C-04D3723ACEF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21275" y="803275"/>
          <a:ext cx="6269038" cy="2382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84BF080-7E66-484F-B4ED-FE12973745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3414575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78C30D"/>
      </a:accent1>
      <a:accent2>
        <a:srgbClr val="099B62"/>
      </a:accent2>
      <a:accent3>
        <a:srgbClr val="21CFDF"/>
      </a:accent3>
      <a:accent4>
        <a:srgbClr val="179FDF"/>
      </a:accent4>
      <a:accent5>
        <a:srgbClr val="E75710"/>
      </a:accent5>
      <a:accent6>
        <a:srgbClr val="F89C19"/>
      </a:accent6>
      <a:hlink>
        <a:srgbClr val="7CDE25"/>
      </a:hlink>
      <a:folHlink>
        <a:srgbClr val="BCE8A8"/>
      </a:folHlink>
    </a:clrScheme>
    <a:fontScheme name="Атлас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тлас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EF0781-FB17-4F1F-B3B1-699933968C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Атлас</Template>
  <TotalTime>657</TotalTime>
  <Words>4983</Words>
  <Application>Microsoft Office PowerPoint</Application>
  <PresentationFormat>Широкий екран</PresentationFormat>
  <Paragraphs>543</Paragraphs>
  <Slides>92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92</vt:i4>
      </vt:variant>
    </vt:vector>
  </HeadingPairs>
  <TitlesOfParts>
    <vt:vector size="98" baseType="lpstr">
      <vt:lpstr>Arial</vt:lpstr>
      <vt:lpstr>Calibri Light</vt:lpstr>
      <vt:lpstr>Century Gothic</vt:lpstr>
      <vt:lpstr>Rockwell</vt:lpstr>
      <vt:lpstr>Wingdings</vt:lpstr>
      <vt:lpstr>Атлас</vt:lpstr>
      <vt:lpstr>Королівство Руське. Монгольська навала</vt:lpstr>
      <vt:lpstr>Установіть відповідність між заходами та діячами, причетними до них.</vt:lpstr>
      <vt:lpstr>Установіть відповідність між заходами та діячами, причетними до них.</vt:lpstr>
      <vt:lpstr>Які твердження характеризують діяльність галицько-волинського князя Романа Мстиславовича?</vt:lpstr>
      <vt:lpstr>Утворення князем Романом Мстиславовичем Галицько-Волинської держави відбулося наприкінці</vt:lpstr>
      <vt:lpstr>Утворення в 1199 р. Галицько-Волинської держави стало результатом</vt:lpstr>
      <vt:lpstr>Об’єднання князем Романом Мстиславичем Галицького та Волинського князівств відбулося в</vt:lpstr>
      <vt:lpstr>Що було спільного в правлінні князів Галицько-Волинської держави Романа Мстиславича та Данила Романовича?</vt:lpstr>
      <vt:lpstr>Який наслідок для Галицько-Волинського князівства мала загибель князя Романа Мстиславовича?</vt:lpstr>
      <vt:lpstr>Землі яких князівств перебували під владою князя Данила Романовича напередодні монгольської навали (1239 р.)?</vt:lpstr>
      <vt:lpstr>На картосхемі позначено Галицько-Волинську державу та князівства, залежні від неї, за правління</vt:lpstr>
      <vt:lpstr>Ім’я якого галицько-волинського князя пропущено в схемі?</vt:lpstr>
      <vt:lpstr>Якого року Данило та Василько Романовичі</vt:lpstr>
      <vt:lpstr>Данило Романович здійснював правління Галицько-Волинською державою протягом</vt:lpstr>
      <vt:lpstr>На яку верству суспільства переважно спирався Данило Галицький у боротьбі проти боярського свавілля?</vt:lpstr>
      <vt:lpstr>Кому з князів літописець приписує вислови</vt:lpstr>
      <vt:lpstr>Установіть послідовність військово-політичних заходів Данила Романовича, описаних в уривках з історичних джерел.</vt:lpstr>
      <vt:lpstr>Так відповів на чергову пропозицію коронуватися посланцям Папи Римського</vt:lpstr>
      <vt:lpstr>У боротьбі з якою державою Папа Римський Інокентій IV обіцяв надати допомогу князеві Данилу Галицькому?</vt:lpstr>
      <vt:lpstr>Головне завдання зовнішньої політики князя Данила Галицького в другій половині 40—60-х рр. XIII ст. полягало в</vt:lpstr>
      <vt:lpstr>З’ясуйте, кому з князів належить наведений факт біографії.</vt:lpstr>
      <vt:lpstr>Про діяльність якого князя історик М. Аркас писав:</vt:lpstr>
      <vt:lpstr>В уривку з історичного джерела ідеться про союзників галицько-волинського князя </vt:lpstr>
      <vt:lpstr>Установіть відповідність між іменами князів та періодами їхнього правління.</vt:lpstr>
      <vt:lpstr>Установіть послідовність правління князів Галицько-Волинської держави.</vt:lpstr>
      <vt:lpstr>Що в історії Галицько-Волинської держави пов’язано з діяльністю Лева Даниловича?</vt:lpstr>
      <vt:lpstr>Галицьку православну митрополію було створено за ініціативи князя</vt:lpstr>
      <vt:lpstr>Про кого із князів Галицько-Волинської держави йдеться в уривку з історичного джерела? </vt:lpstr>
      <vt:lpstr>Презентація PowerPoint</vt:lpstr>
      <vt:lpstr>Установіть відповідність між описаними подіями та часом (століттями), коли вони відбулися.</vt:lpstr>
      <vt:lpstr>Увідповідніть місто з подією в історії Русі-України (Київської держави).</vt:lpstr>
      <vt:lpstr>Установіть відповідність між подіями та їхніми наслідками.</vt:lpstr>
      <vt:lpstr>Установіть послідовність подій, описаних в уривках із літописів.</vt:lpstr>
      <vt:lpstr>Установіть відповідність між описаними подіями та часом (століттями), коли вони відбулися</vt:lpstr>
      <vt:lpstr>Установіть відповідність між подіями давньоруської історії та роками</vt:lpstr>
      <vt:lpstr>Твори давньоруського героїчного епосу, </vt:lpstr>
      <vt:lpstr>Установіть послідовність подій в історії державотворення Київської Русі.</vt:lpstr>
      <vt:lpstr>На фото зображено</vt:lpstr>
      <vt:lpstr>Проявом впливу на Русь якої культури є ікони, зображені на фото?</vt:lpstr>
      <vt:lpstr>Характеристику якої доби наведено в уривку з історичного джерела:</vt:lpstr>
      <vt:lpstr>Установіть послідовність подій, описаних в уривках з історичних джерел</vt:lpstr>
      <vt:lpstr>Розташуйте події в хронологічній послідовності.</vt:lpstr>
      <vt:lpstr>Установіть послідовність створення правових кодексів Київської Русі.</vt:lpstr>
      <vt:lpstr>Характеристику якої доби наведено в уривку з історичного джерела:</vt:lpstr>
      <vt:lpstr>Установіть послідовність подій, описаних в уривках з історичних джерел</vt:lpstr>
      <vt:lpstr>Розташуйте події в хронологічній послідовності.</vt:lpstr>
      <vt:lpstr>Установіть послідовність створення правових кодексів Київської Русі.</vt:lpstr>
      <vt:lpstr>Яке князівство в першій половині ХІІІ ст. стало центром об’єднання земель Південно-Західної Русі?</vt:lpstr>
      <vt:lpstr>У якому князівстві родове боярство наважилося оголосити князем одного з бояр?</vt:lpstr>
      <vt:lpstr>Установіть послідовність подій, наведених в уривках з історичних джерел.</vt:lpstr>
      <vt:lpstr>Терміни «ярлик» і « баскак » потрібно використовувати, характеризуючи наслідки походів на Русь</vt:lpstr>
      <vt:lpstr>Установіть відповідність між назвами давньоруських удільних князівств у період політичної роздробленості та їхніми теренами, позначеними на карті.</vt:lpstr>
      <vt:lpstr>Установіть відповідність між пронумерованими на карті теренами давньоруських удільних князівств у період політичної роздробленості та їхніми назвами.</vt:lpstr>
      <vt:lpstr>На карті позначено Галицько-Волинську державу та князівства, залежні від неї, за правління</vt:lpstr>
      <vt:lpstr>1199–1205 роки — це період в історії Галицько-Волинського князівства, для якого було характерним</vt:lpstr>
      <vt:lpstr>Прочитайте уривок з історичного джерела та виконайте завдання.</vt:lpstr>
      <vt:lpstr>Найдавнішою датованою книжною пам’яткою Київської Русі є</vt:lpstr>
      <vt:lpstr>На карті позначено Галицько-Волинську державу та князівства, залежні від неї, за правління</vt:lpstr>
      <vt:lpstr>1199–1205 роки — це період в історії Галицько-Волинського князівства, для якого було характерним</vt:lpstr>
      <vt:lpstr>Прочитайте уривок з історичного джерела та виконайте завдання.</vt:lpstr>
      <vt:lpstr>Найдавнішою датованою книжною пам’яткою Київської Русі є</vt:lpstr>
      <vt:lpstr>Укажіть риси, притаманні розвитку Київського князівства в другій половині ХІІ – на початку ХІІІ ст.</vt:lpstr>
      <vt:lpstr>Що було однією з причин домовленості, досягнутої між онуками Ярослава Мудрого:</vt:lpstr>
      <vt:lpstr>У «Слові о полку Ігоревім» ідеться про</vt:lpstr>
      <vt:lpstr>Увідповідніть битву із супротивником руських дружин.</vt:lpstr>
      <vt:lpstr>Установіть відповідність між датою та подією, описаною в уривку джерела.</vt:lpstr>
      <vt:lpstr>Облогу якого міста монголами описано в уривку з історичного джерела:</vt:lpstr>
      <vt:lpstr>Увідповідніть подію з її наслідком.</vt:lpstr>
      <vt:lpstr>У битві на річці Калка (1223 р.) союзниками руських князів були</vt:lpstr>
      <vt:lpstr>У 1238 р. під Дорогичином військо князя Данила Галицького завдало поразки</vt:lpstr>
      <vt:lpstr>Розташуйте події в хронологічній послідовності.</vt:lpstr>
      <vt:lpstr>Хто переміг у битві, описаній в уривку з історичного джерела:</vt:lpstr>
      <vt:lpstr>У битві на річці Калка (1223 р.) союзниками руських князів були</vt:lpstr>
      <vt:lpstr>У 1238 р. під Дорогичином військо князя Данила Галицького завдало поразки</vt:lpstr>
      <vt:lpstr>Розташуйте події в хронологічній послідовності.</vt:lpstr>
      <vt:lpstr>Хто переміг у битві, описаній в уривку з історичного джерела:</vt:lpstr>
      <vt:lpstr>На картосхемі відображено основні напрямки завойовницьких походів</vt:lpstr>
      <vt:lpstr>Який уривок з історичного джерела стосується подій, відображених на картосхемі?</vt:lpstr>
      <vt:lpstr>На карті позначено напрямки походів</vt:lpstr>
      <vt:lpstr>У 1245 році відбулася битва біля</vt:lpstr>
      <vt:lpstr>Який наслідок мала перемога війська Данила Галицького над об’єднаними силами галицьких бояр, угорців та поляків у битві під Ярославом (1245 р.)?</vt:lpstr>
      <vt:lpstr>Унаслідок Ярославської битви (1245 р.) князь Данило Романович</vt:lpstr>
      <vt:lpstr>Зображену картосхему потрібно використовувати, характеризуючи боротьбу руських князів із</vt:lpstr>
      <vt:lpstr>У 1245 році відбулася битва біля</vt:lpstr>
      <vt:lpstr>Який наслідок мала перемога війська Данила Галицького над об’єднаними силами галицьких бояр, угорців та поляків у битві під Ярославом (1245 р.)?</vt:lpstr>
      <vt:lpstr>Унаслідок Ярославської битви (1245 р.) князь Данило Романович</vt:lpstr>
      <vt:lpstr>Правління Ярославичів – це етап розвитку Київської Русі, на якому відбувається</vt:lpstr>
      <vt:lpstr>Сходження князя Володимира Мономаха на великокнязівський стіл</vt:lpstr>
      <vt:lpstr>Установіть послідовність подій, описаних в уривках з історичних джерел.</vt:lpstr>
      <vt:lpstr>Зображену картосхему потрібно використовувати, характеризуючи боротьбу руських князів із</vt:lpstr>
      <vt:lpstr>Укажіть назву кочового народу, проти якого Володимир Мономах 1103 р., 1111 р. та 1116 р. разом з іншими князями здійснив успішні військові походи.</vt:lpstr>
      <vt:lpstr>Укажіть назву кочового народу, проти якого Володимир Мономах 1103 р., 1111 р. та 1116 р. разом з іншими князями здійснив успішні військові походи.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18</cp:revision>
  <dcterms:created xsi:type="dcterms:W3CDTF">2024-11-24T15:04:45Z</dcterms:created>
  <dcterms:modified xsi:type="dcterms:W3CDTF">2024-12-01T11:29:59Z</dcterms:modified>
</cp:coreProperties>
</file>