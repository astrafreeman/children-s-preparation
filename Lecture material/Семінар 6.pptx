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ppt/diagrams/data57.xml" ContentType="application/vnd.openxmlformats-officedocument.drawingml.diagramData+xml"/>
  <Override PartName="/ppt/diagrams/layout57.xml" ContentType="application/vnd.openxmlformats-officedocument.drawingml.diagramLayout+xml"/>
  <Override PartName="/ppt/diagrams/quickStyle57.xml" ContentType="application/vnd.openxmlformats-officedocument.drawingml.diagramStyle+xml"/>
  <Override PartName="/ppt/diagrams/colors57.xml" ContentType="application/vnd.openxmlformats-officedocument.drawingml.diagramColors+xml"/>
  <Override PartName="/ppt/diagrams/drawing57.xml" ContentType="application/vnd.ms-office.drawingml.diagramDrawing+xml"/>
  <Override PartName="/ppt/diagrams/data58.xml" ContentType="application/vnd.openxmlformats-officedocument.drawingml.diagramData+xml"/>
  <Override PartName="/ppt/diagrams/layout58.xml" ContentType="application/vnd.openxmlformats-officedocument.drawingml.diagramLayout+xml"/>
  <Override PartName="/ppt/diagrams/quickStyle58.xml" ContentType="application/vnd.openxmlformats-officedocument.drawingml.diagramStyle+xml"/>
  <Override PartName="/ppt/diagrams/colors58.xml" ContentType="application/vnd.openxmlformats-officedocument.drawingml.diagramColors+xml"/>
  <Override PartName="/ppt/diagrams/drawing58.xml" ContentType="application/vnd.ms-office.drawingml.diagramDrawing+xml"/>
  <Override PartName="/ppt/diagrams/data59.xml" ContentType="application/vnd.openxmlformats-officedocument.drawingml.diagramData+xml"/>
  <Override PartName="/ppt/diagrams/layout59.xml" ContentType="application/vnd.openxmlformats-officedocument.drawingml.diagramLayout+xml"/>
  <Override PartName="/ppt/diagrams/quickStyle59.xml" ContentType="application/vnd.openxmlformats-officedocument.drawingml.diagramStyle+xml"/>
  <Override PartName="/ppt/diagrams/colors59.xml" ContentType="application/vnd.openxmlformats-officedocument.drawingml.diagramColors+xml"/>
  <Override PartName="/ppt/diagrams/drawing59.xml" ContentType="application/vnd.ms-office.drawingml.diagramDrawing+xml"/>
  <Override PartName="/ppt/diagrams/data60.xml" ContentType="application/vnd.openxmlformats-officedocument.drawingml.diagramData+xml"/>
  <Override PartName="/ppt/diagrams/layout60.xml" ContentType="application/vnd.openxmlformats-officedocument.drawingml.diagramLayout+xml"/>
  <Override PartName="/ppt/diagrams/quickStyle60.xml" ContentType="application/vnd.openxmlformats-officedocument.drawingml.diagramStyle+xml"/>
  <Override PartName="/ppt/diagrams/colors60.xml" ContentType="application/vnd.openxmlformats-officedocument.drawingml.diagramColors+xml"/>
  <Override PartName="/ppt/diagrams/drawing60.xml" ContentType="application/vnd.ms-office.drawingml.diagramDrawing+xml"/>
  <Override PartName="/ppt/diagrams/data61.xml" ContentType="application/vnd.openxmlformats-officedocument.drawingml.diagramData+xml"/>
  <Override PartName="/ppt/diagrams/layout61.xml" ContentType="application/vnd.openxmlformats-officedocument.drawingml.diagramLayout+xml"/>
  <Override PartName="/ppt/diagrams/quickStyle61.xml" ContentType="application/vnd.openxmlformats-officedocument.drawingml.diagramStyle+xml"/>
  <Override PartName="/ppt/diagrams/colors61.xml" ContentType="application/vnd.openxmlformats-officedocument.drawingml.diagramColors+xml"/>
  <Override PartName="/ppt/diagrams/drawing61.xml" ContentType="application/vnd.ms-office.drawingml.diagramDrawing+xml"/>
  <Override PartName="/ppt/diagrams/data62.xml" ContentType="application/vnd.openxmlformats-officedocument.drawingml.diagramData+xml"/>
  <Override PartName="/ppt/diagrams/layout62.xml" ContentType="application/vnd.openxmlformats-officedocument.drawingml.diagramLayout+xml"/>
  <Override PartName="/ppt/diagrams/quickStyle62.xml" ContentType="application/vnd.openxmlformats-officedocument.drawingml.diagramStyle+xml"/>
  <Override PartName="/ppt/diagrams/colors62.xml" ContentType="application/vnd.openxmlformats-officedocument.drawingml.diagramColors+xml"/>
  <Override PartName="/ppt/diagrams/drawing62.xml" ContentType="application/vnd.ms-office.drawingml.diagramDrawing+xml"/>
  <Override PartName="/ppt/diagrams/data63.xml" ContentType="application/vnd.openxmlformats-officedocument.drawingml.diagramData+xml"/>
  <Override PartName="/ppt/diagrams/layout63.xml" ContentType="application/vnd.openxmlformats-officedocument.drawingml.diagramLayout+xml"/>
  <Override PartName="/ppt/diagrams/quickStyle63.xml" ContentType="application/vnd.openxmlformats-officedocument.drawingml.diagramStyle+xml"/>
  <Override PartName="/ppt/diagrams/colors63.xml" ContentType="application/vnd.openxmlformats-officedocument.drawingml.diagramColors+xml"/>
  <Override PartName="/ppt/diagrams/drawing63.xml" ContentType="application/vnd.ms-office.drawingml.diagramDrawing+xml"/>
  <Override PartName="/ppt/diagrams/data64.xml" ContentType="application/vnd.openxmlformats-officedocument.drawingml.diagramData+xml"/>
  <Override PartName="/ppt/diagrams/layout64.xml" ContentType="application/vnd.openxmlformats-officedocument.drawingml.diagramLayout+xml"/>
  <Override PartName="/ppt/diagrams/quickStyle64.xml" ContentType="application/vnd.openxmlformats-officedocument.drawingml.diagramStyle+xml"/>
  <Override PartName="/ppt/diagrams/colors64.xml" ContentType="application/vnd.openxmlformats-officedocument.drawingml.diagramColors+xml"/>
  <Override PartName="/ppt/diagrams/drawing64.xml" ContentType="application/vnd.ms-office.drawingml.diagramDrawing+xml"/>
  <Override PartName="/ppt/diagrams/data65.xml" ContentType="application/vnd.openxmlformats-officedocument.drawingml.diagramData+xml"/>
  <Override PartName="/ppt/diagrams/layout65.xml" ContentType="application/vnd.openxmlformats-officedocument.drawingml.diagramLayout+xml"/>
  <Override PartName="/ppt/diagrams/quickStyle65.xml" ContentType="application/vnd.openxmlformats-officedocument.drawingml.diagramStyle+xml"/>
  <Override PartName="/ppt/diagrams/colors65.xml" ContentType="application/vnd.openxmlformats-officedocument.drawingml.diagramColors+xml"/>
  <Override PartName="/ppt/diagrams/drawing65.xml" ContentType="application/vnd.ms-office.drawingml.diagramDrawing+xml"/>
  <Override PartName="/ppt/diagrams/data66.xml" ContentType="application/vnd.openxmlformats-officedocument.drawingml.diagramData+xml"/>
  <Override PartName="/ppt/diagrams/layout66.xml" ContentType="application/vnd.openxmlformats-officedocument.drawingml.diagramLayout+xml"/>
  <Override PartName="/ppt/diagrams/quickStyle66.xml" ContentType="application/vnd.openxmlformats-officedocument.drawingml.diagramStyle+xml"/>
  <Override PartName="/ppt/diagrams/colors66.xml" ContentType="application/vnd.openxmlformats-officedocument.drawingml.diagramColors+xml"/>
  <Override PartName="/ppt/diagrams/drawing66.xml" ContentType="application/vnd.ms-office.drawingml.diagramDrawing+xml"/>
  <Override PartName="/ppt/diagrams/data67.xml" ContentType="application/vnd.openxmlformats-officedocument.drawingml.diagramData+xml"/>
  <Override PartName="/ppt/diagrams/layout67.xml" ContentType="application/vnd.openxmlformats-officedocument.drawingml.diagramLayout+xml"/>
  <Override PartName="/ppt/diagrams/quickStyle67.xml" ContentType="application/vnd.openxmlformats-officedocument.drawingml.diagramStyle+xml"/>
  <Override PartName="/ppt/diagrams/colors67.xml" ContentType="application/vnd.openxmlformats-officedocument.drawingml.diagramColors+xml"/>
  <Override PartName="/ppt/diagrams/drawing67.xml" ContentType="application/vnd.ms-office.drawingml.diagramDrawing+xml"/>
  <Override PartName="/ppt/diagrams/data68.xml" ContentType="application/vnd.openxmlformats-officedocument.drawingml.diagramData+xml"/>
  <Override PartName="/ppt/diagrams/layout68.xml" ContentType="application/vnd.openxmlformats-officedocument.drawingml.diagramLayout+xml"/>
  <Override PartName="/ppt/diagrams/quickStyle68.xml" ContentType="application/vnd.openxmlformats-officedocument.drawingml.diagramStyle+xml"/>
  <Override PartName="/ppt/diagrams/colors68.xml" ContentType="application/vnd.openxmlformats-officedocument.drawingml.diagramColors+xml"/>
  <Override PartName="/ppt/diagrams/drawing68.xml" ContentType="application/vnd.ms-office.drawingml.diagramDrawing+xml"/>
  <Override PartName="/ppt/diagrams/data69.xml" ContentType="application/vnd.openxmlformats-officedocument.drawingml.diagramData+xml"/>
  <Override PartName="/ppt/diagrams/layout69.xml" ContentType="application/vnd.openxmlformats-officedocument.drawingml.diagramLayout+xml"/>
  <Override PartName="/ppt/diagrams/quickStyle69.xml" ContentType="application/vnd.openxmlformats-officedocument.drawingml.diagramStyle+xml"/>
  <Override PartName="/ppt/diagrams/colors69.xml" ContentType="application/vnd.openxmlformats-officedocument.drawingml.diagramColors+xml"/>
  <Override PartName="/ppt/diagrams/drawing69.xml" ContentType="application/vnd.ms-office.drawingml.diagramDrawing+xml"/>
  <Override PartName="/ppt/diagrams/data70.xml" ContentType="application/vnd.openxmlformats-officedocument.drawingml.diagramData+xml"/>
  <Override PartName="/ppt/diagrams/layout70.xml" ContentType="application/vnd.openxmlformats-officedocument.drawingml.diagramLayout+xml"/>
  <Override PartName="/ppt/diagrams/quickStyle70.xml" ContentType="application/vnd.openxmlformats-officedocument.drawingml.diagramStyle+xml"/>
  <Override PartName="/ppt/diagrams/colors70.xml" ContentType="application/vnd.openxmlformats-officedocument.drawingml.diagramColors+xml"/>
  <Override PartName="/ppt/diagrams/drawing70.xml" ContentType="application/vnd.ms-office.drawingml.diagramDrawing+xml"/>
  <Override PartName="/ppt/diagrams/data71.xml" ContentType="application/vnd.openxmlformats-officedocument.drawingml.diagramData+xml"/>
  <Override PartName="/ppt/diagrams/layout71.xml" ContentType="application/vnd.openxmlformats-officedocument.drawingml.diagramLayout+xml"/>
  <Override PartName="/ppt/diagrams/quickStyle71.xml" ContentType="application/vnd.openxmlformats-officedocument.drawingml.diagramStyle+xml"/>
  <Override PartName="/ppt/diagrams/colors71.xml" ContentType="application/vnd.openxmlformats-officedocument.drawingml.diagramColors+xml"/>
  <Override PartName="/ppt/diagrams/drawing71.xml" ContentType="application/vnd.ms-office.drawingml.diagramDrawing+xml"/>
  <Override PartName="/ppt/diagrams/data72.xml" ContentType="application/vnd.openxmlformats-officedocument.drawingml.diagramData+xml"/>
  <Override PartName="/ppt/diagrams/layout72.xml" ContentType="application/vnd.openxmlformats-officedocument.drawingml.diagramLayout+xml"/>
  <Override PartName="/ppt/diagrams/quickStyle72.xml" ContentType="application/vnd.openxmlformats-officedocument.drawingml.diagramStyle+xml"/>
  <Override PartName="/ppt/diagrams/colors72.xml" ContentType="application/vnd.openxmlformats-officedocument.drawingml.diagramColors+xml"/>
  <Override PartName="/ppt/diagrams/drawing72.xml" ContentType="application/vnd.ms-office.drawingml.diagramDrawing+xml"/>
  <Override PartName="/ppt/diagrams/data73.xml" ContentType="application/vnd.openxmlformats-officedocument.drawingml.diagramData+xml"/>
  <Override PartName="/ppt/diagrams/layout73.xml" ContentType="application/vnd.openxmlformats-officedocument.drawingml.diagramLayout+xml"/>
  <Override PartName="/ppt/diagrams/quickStyle73.xml" ContentType="application/vnd.openxmlformats-officedocument.drawingml.diagramStyle+xml"/>
  <Override PartName="/ppt/diagrams/colors73.xml" ContentType="application/vnd.openxmlformats-officedocument.drawingml.diagramColors+xml"/>
  <Override PartName="/ppt/diagrams/drawing73.xml" ContentType="application/vnd.ms-office.drawingml.diagramDrawing+xml"/>
  <Override PartName="/ppt/diagrams/data74.xml" ContentType="application/vnd.openxmlformats-officedocument.drawingml.diagramData+xml"/>
  <Override PartName="/ppt/diagrams/layout74.xml" ContentType="application/vnd.openxmlformats-officedocument.drawingml.diagramLayout+xml"/>
  <Override PartName="/ppt/diagrams/quickStyle74.xml" ContentType="application/vnd.openxmlformats-officedocument.drawingml.diagramStyle+xml"/>
  <Override PartName="/ppt/diagrams/colors74.xml" ContentType="application/vnd.openxmlformats-officedocument.drawingml.diagramColors+xml"/>
  <Override PartName="/ppt/diagrams/drawing74.xml" ContentType="application/vnd.ms-office.drawingml.diagramDrawing+xml"/>
  <Override PartName="/ppt/diagrams/data75.xml" ContentType="application/vnd.openxmlformats-officedocument.drawingml.diagramData+xml"/>
  <Override PartName="/ppt/diagrams/layout75.xml" ContentType="application/vnd.openxmlformats-officedocument.drawingml.diagramLayout+xml"/>
  <Override PartName="/ppt/diagrams/quickStyle75.xml" ContentType="application/vnd.openxmlformats-officedocument.drawingml.diagramStyle+xml"/>
  <Override PartName="/ppt/diagrams/colors75.xml" ContentType="application/vnd.openxmlformats-officedocument.drawingml.diagramColors+xml"/>
  <Override PartName="/ppt/diagrams/drawing75.xml" ContentType="application/vnd.ms-office.drawingml.diagramDrawing+xml"/>
  <Override PartName="/ppt/diagrams/data76.xml" ContentType="application/vnd.openxmlformats-officedocument.drawingml.diagramData+xml"/>
  <Override PartName="/ppt/diagrams/layout76.xml" ContentType="application/vnd.openxmlformats-officedocument.drawingml.diagramLayout+xml"/>
  <Override PartName="/ppt/diagrams/quickStyle76.xml" ContentType="application/vnd.openxmlformats-officedocument.drawingml.diagramStyle+xml"/>
  <Override PartName="/ppt/diagrams/colors76.xml" ContentType="application/vnd.openxmlformats-officedocument.drawingml.diagramColors+xml"/>
  <Override PartName="/ppt/diagrams/drawing76.xml" ContentType="application/vnd.ms-office.drawingml.diagramDrawing+xml"/>
  <Override PartName="/ppt/diagrams/data77.xml" ContentType="application/vnd.openxmlformats-officedocument.drawingml.diagramData+xml"/>
  <Override PartName="/ppt/diagrams/layout77.xml" ContentType="application/vnd.openxmlformats-officedocument.drawingml.diagramLayout+xml"/>
  <Override PartName="/ppt/diagrams/quickStyle77.xml" ContentType="application/vnd.openxmlformats-officedocument.drawingml.diagramStyle+xml"/>
  <Override PartName="/ppt/diagrams/colors77.xml" ContentType="application/vnd.openxmlformats-officedocument.drawingml.diagramColors+xml"/>
  <Override PartName="/ppt/diagrams/drawing77.xml" ContentType="application/vnd.ms-office.drawingml.diagramDrawing+xml"/>
  <Override PartName="/ppt/diagrams/data78.xml" ContentType="application/vnd.openxmlformats-officedocument.drawingml.diagramData+xml"/>
  <Override PartName="/ppt/diagrams/layout78.xml" ContentType="application/vnd.openxmlformats-officedocument.drawingml.diagramLayout+xml"/>
  <Override PartName="/ppt/diagrams/quickStyle78.xml" ContentType="application/vnd.openxmlformats-officedocument.drawingml.diagramStyle+xml"/>
  <Override PartName="/ppt/diagrams/colors78.xml" ContentType="application/vnd.openxmlformats-officedocument.drawingml.diagramColors+xml"/>
  <Override PartName="/ppt/diagrams/drawing78.xml" ContentType="application/vnd.ms-office.drawingml.diagramDrawing+xml"/>
  <Override PartName="/ppt/diagrams/data79.xml" ContentType="application/vnd.openxmlformats-officedocument.drawingml.diagramData+xml"/>
  <Override PartName="/ppt/diagrams/layout79.xml" ContentType="application/vnd.openxmlformats-officedocument.drawingml.diagramLayout+xml"/>
  <Override PartName="/ppt/diagrams/quickStyle79.xml" ContentType="application/vnd.openxmlformats-officedocument.drawingml.diagramStyle+xml"/>
  <Override PartName="/ppt/diagrams/colors79.xml" ContentType="application/vnd.openxmlformats-officedocument.drawingml.diagramColors+xml"/>
  <Override PartName="/ppt/diagrams/drawing79.xml" ContentType="application/vnd.ms-office.drawingml.diagramDrawing+xml"/>
  <Override PartName="/ppt/diagrams/data80.xml" ContentType="application/vnd.openxmlformats-officedocument.drawingml.diagramData+xml"/>
  <Override PartName="/ppt/diagrams/layout80.xml" ContentType="application/vnd.openxmlformats-officedocument.drawingml.diagramLayout+xml"/>
  <Override PartName="/ppt/diagrams/quickStyle80.xml" ContentType="application/vnd.openxmlformats-officedocument.drawingml.diagramStyle+xml"/>
  <Override PartName="/ppt/diagrams/colors80.xml" ContentType="application/vnd.openxmlformats-officedocument.drawingml.diagramColors+xml"/>
  <Override PartName="/ppt/diagrams/drawing8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85" r:id="rId4"/>
    <p:sldId id="290" r:id="rId5"/>
    <p:sldId id="302" r:id="rId6"/>
    <p:sldId id="303" r:id="rId7"/>
    <p:sldId id="260" r:id="rId8"/>
    <p:sldId id="281" r:id="rId9"/>
    <p:sldId id="264" r:id="rId10"/>
    <p:sldId id="297" r:id="rId11"/>
    <p:sldId id="295" r:id="rId12"/>
    <p:sldId id="282" r:id="rId13"/>
    <p:sldId id="306" r:id="rId14"/>
    <p:sldId id="266" r:id="rId15"/>
    <p:sldId id="275" r:id="rId16"/>
    <p:sldId id="307" r:id="rId17"/>
    <p:sldId id="309" r:id="rId18"/>
    <p:sldId id="310" r:id="rId19"/>
    <p:sldId id="311" r:id="rId20"/>
    <p:sldId id="312" r:id="rId21"/>
    <p:sldId id="313" r:id="rId22"/>
    <p:sldId id="276" r:id="rId23"/>
    <p:sldId id="277" r:id="rId24"/>
    <p:sldId id="314" r:id="rId25"/>
    <p:sldId id="261" r:id="rId26"/>
    <p:sldId id="269" r:id="rId27"/>
    <p:sldId id="293" r:id="rId28"/>
    <p:sldId id="280" r:id="rId29"/>
    <p:sldId id="315" r:id="rId30"/>
    <p:sldId id="299" r:id="rId31"/>
    <p:sldId id="300" r:id="rId32"/>
    <p:sldId id="301" r:id="rId33"/>
    <p:sldId id="308" r:id="rId34"/>
    <p:sldId id="317" r:id="rId35"/>
    <p:sldId id="318" r:id="rId36"/>
    <p:sldId id="319" r:id="rId37"/>
    <p:sldId id="320" r:id="rId38"/>
    <p:sldId id="321" r:id="rId39"/>
    <p:sldId id="288" r:id="rId40"/>
    <p:sldId id="304" r:id="rId41"/>
    <p:sldId id="305" r:id="rId42"/>
    <p:sldId id="298" r:id="rId43"/>
    <p:sldId id="322" r:id="rId44"/>
    <p:sldId id="278" r:id="rId45"/>
    <p:sldId id="296" r:id="rId46"/>
    <p:sldId id="289" r:id="rId47"/>
    <p:sldId id="263" r:id="rId48"/>
    <p:sldId id="323" r:id="rId49"/>
    <p:sldId id="324" r:id="rId50"/>
    <p:sldId id="325" r:id="rId51"/>
    <p:sldId id="326" r:id="rId52"/>
    <p:sldId id="327" r:id="rId53"/>
    <p:sldId id="328" r:id="rId54"/>
    <p:sldId id="329" r:id="rId55"/>
    <p:sldId id="330" r:id="rId56"/>
    <p:sldId id="267" r:id="rId57"/>
    <p:sldId id="270" r:id="rId58"/>
    <p:sldId id="258" r:id="rId59"/>
    <p:sldId id="331" r:id="rId60"/>
    <p:sldId id="279" r:id="rId61"/>
    <p:sldId id="268" r:id="rId62"/>
    <p:sldId id="332" r:id="rId63"/>
    <p:sldId id="274" r:id="rId64"/>
    <p:sldId id="283" r:id="rId65"/>
    <p:sldId id="333" r:id="rId66"/>
    <p:sldId id="334" r:id="rId67"/>
    <p:sldId id="335" r:id="rId68"/>
    <p:sldId id="336" r:id="rId69"/>
    <p:sldId id="287" r:id="rId70"/>
    <p:sldId id="292" r:id="rId71"/>
    <p:sldId id="284" r:id="rId72"/>
    <p:sldId id="259" r:id="rId73"/>
    <p:sldId id="337" r:id="rId74"/>
    <p:sldId id="338" r:id="rId75"/>
    <p:sldId id="265" r:id="rId76"/>
    <p:sldId id="294" r:id="rId77"/>
    <p:sldId id="262" r:id="rId78"/>
    <p:sldId id="273" r:id="rId79"/>
    <p:sldId id="271" r:id="rId80"/>
    <p:sldId id="291" r:id="rId81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4E214EAD-0F0A-4469-BAB7-0640A48E6B66}">
          <p14:sldIdLst>
            <p14:sldId id="256"/>
          </p14:sldIdLst>
        </p14:section>
        <p14:section name="Блок 1" id="{DA8B05AF-1410-4775-A469-FBBB9F457B57}">
          <p14:sldIdLst>
            <p14:sldId id="257"/>
            <p14:sldId id="285"/>
            <p14:sldId id="290"/>
            <p14:sldId id="302"/>
            <p14:sldId id="303"/>
            <p14:sldId id="260"/>
            <p14:sldId id="281"/>
            <p14:sldId id="264"/>
            <p14:sldId id="297"/>
            <p14:sldId id="295"/>
            <p14:sldId id="282"/>
            <p14:sldId id="306"/>
            <p14:sldId id="266"/>
            <p14:sldId id="275"/>
          </p14:sldIdLst>
        </p14:section>
        <p14:section name="Блок 2" id="{3D9B6F20-4D59-4B8B-B835-0C18DEE70C0B}">
          <p14:sldIdLst>
            <p14:sldId id="307"/>
            <p14:sldId id="309"/>
            <p14:sldId id="310"/>
            <p14:sldId id="311"/>
            <p14:sldId id="312"/>
            <p14:sldId id="313"/>
            <p14:sldId id="276"/>
            <p14:sldId id="277"/>
            <p14:sldId id="314"/>
            <p14:sldId id="261"/>
            <p14:sldId id="269"/>
            <p14:sldId id="293"/>
            <p14:sldId id="280"/>
            <p14:sldId id="315"/>
            <p14:sldId id="299"/>
            <p14:sldId id="300"/>
            <p14:sldId id="301"/>
          </p14:sldIdLst>
        </p14:section>
        <p14:section name="Блок 3" id="{13818AE5-CC8C-454B-A6E1-391C6EE96DFF}">
          <p14:sldIdLst>
            <p14:sldId id="308"/>
            <p14:sldId id="317"/>
            <p14:sldId id="318"/>
            <p14:sldId id="319"/>
            <p14:sldId id="320"/>
            <p14:sldId id="321"/>
            <p14:sldId id="288"/>
            <p14:sldId id="304"/>
            <p14:sldId id="305"/>
            <p14:sldId id="298"/>
            <p14:sldId id="322"/>
            <p14:sldId id="278"/>
            <p14:sldId id="296"/>
            <p14:sldId id="289"/>
            <p14:sldId id="263"/>
            <p14:sldId id="323"/>
          </p14:sldIdLst>
        </p14:section>
        <p14:section name="Блок 4" id="{038336D1-8BA8-43F1-B694-4D7D68EFFBAF}">
          <p14:sldIdLst>
            <p14:sldId id="324"/>
            <p14:sldId id="325"/>
            <p14:sldId id="326"/>
            <p14:sldId id="327"/>
            <p14:sldId id="328"/>
            <p14:sldId id="329"/>
            <p14:sldId id="330"/>
            <p14:sldId id="267"/>
            <p14:sldId id="270"/>
            <p14:sldId id="258"/>
            <p14:sldId id="331"/>
            <p14:sldId id="279"/>
            <p14:sldId id="268"/>
            <p14:sldId id="332"/>
            <p14:sldId id="274"/>
            <p14:sldId id="283"/>
          </p14:sldIdLst>
        </p14:section>
        <p14:section name="Розділ 5" id="{38C7E3DA-6372-48E2-A795-B672F541732B}">
          <p14:sldIdLst>
            <p14:sldId id="333"/>
            <p14:sldId id="334"/>
            <p14:sldId id="335"/>
            <p14:sldId id="336"/>
            <p14:sldId id="287"/>
            <p14:sldId id="292"/>
            <p14:sldId id="284"/>
            <p14:sldId id="259"/>
            <p14:sldId id="337"/>
            <p14:sldId id="338"/>
            <p14:sldId id="265"/>
            <p14:sldId id="294"/>
            <p14:sldId id="262"/>
            <p14:sldId id="273"/>
            <p14:sldId id="271"/>
            <p14:sldId id="29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6D1BF1-E60A-4E61-9F27-0B79077E46A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8A8E4EA-0138-4271-A866-4DFADBEB5135}">
      <dgm:prSet/>
      <dgm:spPr/>
      <dgm:t>
        <a:bodyPr/>
        <a:lstStyle/>
        <a:p>
          <a:r>
            <a:rPr lang="ru-RU" b="0" i="0"/>
            <a:t>1, 3, 4</a:t>
          </a:r>
          <a:endParaRPr lang="uk-UA"/>
        </a:p>
      </dgm:t>
    </dgm:pt>
    <dgm:pt modelId="{B63D9A8A-7434-46DC-AC87-4BA3A2659B1F}" type="parTrans" cxnId="{1DC72530-78BB-44CA-AC7E-17F059B8D51E}">
      <dgm:prSet/>
      <dgm:spPr/>
      <dgm:t>
        <a:bodyPr/>
        <a:lstStyle/>
        <a:p>
          <a:endParaRPr lang="uk-UA"/>
        </a:p>
      </dgm:t>
    </dgm:pt>
    <dgm:pt modelId="{B01DDD12-6F53-4CF6-9626-A93A5BA02558}" type="sibTrans" cxnId="{1DC72530-78BB-44CA-AC7E-17F059B8D51E}">
      <dgm:prSet/>
      <dgm:spPr/>
      <dgm:t>
        <a:bodyPr/>
        <a:lstStyle/>
        <a:p>
          <a:endParaRPr lang="uk-UA"/>
        </a:p>
      </dgm:t>
    </dgm:pt>
    <dgm:pt modelId="{2C346332-0AF2-47CA-8657-175263072CB2}">
      <dgm:prSet/>
      <dgm:spPr/>
      <dgm:t>
        <a:bodyPr/>
        <a:lstStyle/>
        <a:p>
          <a:r>
            <a:rPr lang="ru-RU" b="0" i="0"/>
            <a:t>2, 4, 6</a:t>
          </a:r>
          <a:endParaRPr lang="uk-UA"/>
        </a:p>
      </dgm:t>
    </dgm:pt>
    <dgm:pt modelId="{7785522A-0381-4C0B-92A8-E35CB8A42188}" type="parTrans" cxnId="{08E5CBD0-FBF9-4B46-9D5E-E8F5EB6E2E84}">
      <dgm:prSet/>
      <dgm:spPr/>
      <dgm:t>
        <a:bodyPr/>
        <a:lstStyle/>
        <a:p>
          <a:endParaRPr lang="uk-UA"/>
        </a:p>
      </dgm:t>
    </dgm:pt>
    <dgm:pt modelId="{F0BA02DA-58DE-452E-A941-81D4E4549F97}" type="sibTrans" cxnId="{08E5CBD0-FBF9-4B46-9D5E-E8F5EB6E2E84}">
      <dgm:prSet/>
      <dgm:spPr/>
      <dgm:t>
        <a:bodyPr/>
        <a:lstStyle/>
        <a:p>
          <a:endParaRPr lang="uk-UA"/>
        </a:p>
      </dgm:t>
    </dgm:pt>
    <dgm:pt modelId="{5E2620D4-FDFC-4C19-A8A9-6BFA7BEEF0B1}">
      <dgm:prSet/>
      <dgm:spPr/>
      <dgm:t>
        <a:bodyPr/>
        <a:lstStyle/>
        <a:p>
          <a:r>
            <a:rPr lang="ru-RU" b="0" i="0"/>
            <a:t>1, 3, 5</a:t>
          </a:r>
          <a:endParaRPr lang="uk-UA"/>
        </a:p>
      </dgm:t>
    </dgm:pt>
    <dgm:pt modelId="{BC4BC767-10A2-42A1-8BD9-1988C15AF8C9}" type="parTrans" cxnId="{DCD78D7D-3229-4703-9320-E13CF6279797}">
      <dgm:prSet/>
      <dgm:spPr/>
      <dgm:t>
        <a:bodyPr/>
        <a:lstStyle/>
        <a:p>
          <a:endParaRPr lang="uk-UA"/>
        </a:p>
      </dgm:t>
    </dgm:pt>
    <dgm:pt modelId="{DAEF438B-F9CD-4655-BCAF-023AF87513B7}" type="sibTrans" cxnId="{DCD78D7D-3229-4703-9320-E13CF6279797}">
      <dgm:prSet/>
      <dgm:spPr/>
      <dgm:t>
        <a:bodyPr/>
        <a:lstStyle/>
        <a:p>
          <a:endParaRPr lang="uk-UA"/>
        </a:p>
      </dgm:t>
    </dgm:pt>
    <dgm:pt modelId="{65941453-D431-4A68-9FCA-68873490209F}">
      <dgm:prSet/>
      <dgm:spPr/>
      <dgm:t>
        <a:bodyPr/>
        <a:lstStyle/>
        <a:p>
          <a:r>
            <a:rPr lang="ru-RU" b="0" i="0"/>
            <a:t>2, 4, 5</a:t>
          </a:r>
          <a:endParaRPr lang="uk-UA"/>
        </a:p>
      </dgm:t>
    </dgm:pt>
    <dgm:pt modelId="{F39B3521-B683-4B8F-A77C-1849222AF747}" type="parTrans" cxnId="{C20AF8F4-98E3-4DED-85B3-8AA028D5E70E}">
      <dgm:prSet/>
      <dgm:spPr/>
      <dgm:t>
        <a:bodyPr/>
        <a:lstStyle/>
        <a:p>
          <a:endParaRPr lang="uk-UA"/>
        </a:p>
      </dgm:t>
    </dgm:pt>
    <dgm:pt modelId="{704B6999-7A6B-46AB-8C6B-7B0BFA73BADF}" type="sibTrans" cxnId="{C20AF8F4-98E3-4DED-85B3-8AA028D5E70E}">
      <dgm:prSet/>
      <dgm:spPr/>
      <dgm:t>
        <a:bodyPr/>
        <a:lstStyle/>
        <a:p>
          <a:endParaRPr lang="uk-UA"/>
        </a:p>
      </dgm:t>
    </dgm:pt>
    <dgm:pt modelId="{88E62929-2C76-43A0-9A67-013D668337CB}" type="pres">
      <dgm:prSet presAssocID="{FA6D1BF1-E60A-4E61-9F27-0B79077E46A8}" presName="matrix" presStyleCnt="0">
        <dgm:presLayoutVars>
          <dgm:chMax val="1"/>
          <dgm:dir/>
          <dgm:resizeHandles val="exact"/>
        </dgm:presLayoutVars>
      </dgm:prSet>
      <dgm:spPr/>
    </dgm:pt>
    <dgm:pt modelId="{93277A4A-5A84-48F8-843C-4631A39658F4}" type="pres">
      <dgm:prSet presAssocID="{FA6D1BF1-E60A-4E61-9F27-0B79077E46A8}" presName="diamond" presStyleLbl="bgShp" presStyleIdx="0" presStyleCnt="1"/>
      <dgm:spPr/>
    </dgm:pt>
    <dgm:pt modelId="{11D93CB7-4358-4FAD-9094-7DBC3DE6CD45}" type="pres">
      <dgm:prSet presAssocID="{FA6D1BF1-E60A-4E61-9F27-0B79077E46A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89476FD-93D1-4E15-89EF-59190E237CF8}" type="pres">
      <dgm:prSet presAssocID="{FA6D1BF1-E60A-4E61-9F27-0B79077E46A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98187FC-60EE-4E69-9CD7-19050559F5DE}" type="pres">
      <dgm:prSet presAssocID="{FA6D1BF1-E60A-4E61-9F27-0B79077E46A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E4A57C8-0951-4C7D-954F-A0EFC4F9E04B}" type="pres">
      <dgm:prSet presAssocID="{FA6D1BF1-E60A-4E61-9F27-0B79077E46A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620040E-7180-4CBD-BF69-370E082240FD}" type="presOf" srcId="{5E2620D4-FDFC-4C19-A8A9-6BFA7BEEF0B1}" destId="{D98187FC-60EE-4E69-9CD7-19050559F5DE}" srcOrd="0" destOrd="0" presId="urn:microsoft.com/office/officeart/2005/8/layout/matrix3"/>
    <dgm:cxn modelId="{1DC72530-78BB-44CA-AC7E-17F059B8D51E}" srcId="{FA6D1BF1-E60A-4E61-9F27-0B79077E46A8}" destId="{28A8E4EA-0138-4271-A866-4DFADBEB5135}" srcOrd="0" destOrd="0" parTransId="{B63D9A8A-7434-46DC-AC87-4BA3A2659B1F}" sibTransId="{B01DDD12-6F53-4CF6-9626-A93A5BA02558}"/>
    <dgm:cxn modelId="{F33ACB5F-6195-4C3F-8035-83F145BFA588}" type="presOf" srcId="{FA6D1BF1-E60A-4E61-9F27-0B79077E46A8}" destId="{88E62929-2C76-43A0-9A67-013D668337CB}" srcOrd="0" destOrd="0" presId="urn:microsoft.com/office/officeart/2005/8/layout/matrix3"/>
    <dgm:cxn modelId="{25995070-EA48-4A69-9488-A54190B2EBBA}" type="presOf" srcId="{2C346332-0AF2-47CA-8657-175263072CB2}" destId="{A89476FD-93D1-4E15-89EF-59190E237CF8}" srcOrd="0" destOrd="0" presId="urn:microsoft.com/office/officeart/2005/8/layout/matrix3"/>
    <dgm:cxn modelId="{DCD78D7D-3229-4703-9320-E13CF6279797}" srcId="{FA6D1BF1-E60A-4E61-9F27-0B79077E46A8}" destId="{5E2620D4-FDFC-4C19-A8A9-6BFA7BEEF0B1}" srcOrd="2" destOrd="0" parTransId="{BC4BC767-10A2-42A1-8BD9-1988C15AF8C9}" sibTransId="{DAEF438B-F9CD-4655-BCAF-023AF87513B7}"/>
    <dgm:cxn modelId="{5256DBC8-918F-49D3-861B-B75D0A4C62EB}" type="presOf" srcId="{28A8E4EA-0138-4271-A866-4DFADBEB5135}" destId="{11D93CB7-4358-4FAD-9094-7DBC3DE6CD45}" srcOrd="0" destOrd="0" presId="urn:microsoft.com/office/officeart/2005/8/layout/matrix3"/>
    <dgm:cxn modelId="{226C57C9-0972-4B48-96E9-32BBFF619CBB}" type="presOf" srcId="{65941453-D431-4A68-9FCA-68873490209F}" destId="{0E4A57C8-0951-4C7D-954F-A0EFC4F9E04B}" srcOrd="0" destOrd="0" presId="urn:microsoft.com/office/officeart/2005/8/layout/matrix3"/>
    <dgm:cxn modelId="{08E5CBD0-FBF9-4B46-9D5E-E8F5EB6E2E84}" srcId="{FA6D1BF1-E60A-4E61-9F27-0B79077E46A8}" destId="{2C346332-0AF2-47CA-8657-175263072CB2}" srcOrd="1" destOrd="0" parTransId="{7785522A-0381-4C0B-92A8-E35CB8A42188}" sibTransId="{F0BA02DA-58DE-452E-A941-81D4E4549F97}"/>
    <dgm:cxn modelId="{C20AF8F4-98E3-4DED-85B3-8AA028D5E70E}" srcId="{FA6D1BF1-E60A-4E61-9F27-0B79077E46A8}" destId="{65941453-D431-4A68-9FCA-68873490209F}" srcOrd="3" destOrd="0" parTransId="{F39B3521-B683-4B8F-A77C-1849222AF747}" sibTransId="{704B6999-7A6B-46AB-8C6B-7B0BFA73BADF}"/>
    <dgm:cxn modelId="{7271F614-1104-4B50-87CD-08D7E6434EEB}" type="presParOf" srcId="{88E62929-2C76-43A0-9A67-013D668337CB}" destId="{93277A4A-5A84-48F8-843C-4631A39658F4}" srcOrd="0" destOrd="0" presId="urn:microsoft.com/office/officeart/2005/8/layout/matrix3"/>
    <dgm:cxn modelId="{C01EE5C9-4495-459E-8F40-B3260FA9C18B}" type="presParOf" srcId="{88E62929-2C76-43A0-9A67-013D668337CB}" destId="{11D93CB7-4358-4FAD-9094-7DBC3DE6CD45}" srcOrd="1" destOrd="0" presId="urn:microsoft.com/office/officeart/2005/8/layout/matrix3"/>
    <dgm:cxn modelId="{3AEEDD65-E9A5-4553-A2C3-43EDAE8748CF}" type="presParOf" srcId="{88E62929-2C76-43A0-9A67-013D668337CB}" destId="{A89476FD-93D1-4E15-89EF-59190E237CF8}" srcOrd="2" destOrd="0" presId="urn:microsoft.com/office/officeart/2005/8/layout/matrix3"/>
    <dgm:cxn modelId="{CDDF4D8C-A5FA-4A9A-ACC4-812F60D935A2}" type="presParOf" srcId="{88E62929-2C76-43A0-9A67-013D668337CB}" destId="{D98187FC-60EE-4E69-9CD7-19050559F5DE}" srcOrd="3" destOrd="0" presId="urn:microsoft.com/office/officeart/2005/8/layout/matrix3"/>
    <dgm:cxn modelId="{EEC222C2-C11F-443A-BDB6-8F36DD194433}" type="presParOf" srcId="{88E62929-2C76-43A0-9A67-013D668337CB}" destId="{0E4A57C8-0951-4C7D-954F-A0EFC4F9E04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32555E4-03CA-4AF4-A8B3-C3B8AF61D9E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BD26308-F174-4F8B-ACA0-790BC02EFD0F}">
      <dgm:prSet/>
      <dgm:spPr/>
      <dgm:t>
        <a:bodyPr/>
        <a:lstStyle/>
        <a:p>
          <a:r>
            <a:rPr lang="uk-UA" b="0" i="0"/>
            <a:t>язичницьких ідолів давніх слов’ян.</a:t>
          </a:r>
          <a:endParaRPr lang="uk-UA"/>
        </a:p>
      </dgm:t>
    </dgm:pt>
    <dgm:pt modelId="{2B1606A8-78B8-4DAD-9781-ED83E6644A2D}" type="parTrans" cxnId="{A905EFEE-C6B0-4039-9EAB-D5FB1BEC61D3}">
      <dgm:prSet/>
      <dgm:spPr/>
      <dgm:t>
        <a:bodyPr/>
        <a:lstStyle/>
        <a:p>
          <a:endParaRPr lang="uk-UA"/>
        </a:p>
      </dgm:t>
    </dgm:pt>
    <dgm:pt modelId="{31639902-6BDD-407D-BBD1-797CEFEA718C}" type="sibTrans" cxnId="{A905EFEE-C6B0-4039-9EAB-D5FB1BEC61D3}">
      <dgm:prSet/>
      <dgm:spPr/>
      <dgm:t>
        <a:bodyPr/>
        <a:lstStyle/>
        <a:p>
          <a:endParaRPr lang="uk-UA"/>
        </a:p>
      </dgm:t>
    </dgm:pt>
    <dgm:pt modelId="{FE7E0623-578E-410F-85DB-0E4EAB5518B4}">
      <dgm:prSet/>
      <dgm:spPr/>
      <dgm:t>
        <a:bodyPr/>
        <a:lstStyle/>
        <a:p>
          <a:r>
            <a:rPr lang="uk-UA" b="0" i="0"/>
            <a:t>основних соціальних груп слов’ян.</a:t>
          </a:r>
          <a:endParaRPr lang="uk-UA"/>
        </a:p>
      </dgm:t>
    </dgm:pt>
    <dgm:pt modelId="{D884CCE1-F221-425D-9C2D-402AEB04AC7E}" type="parTrans" cxnId="{D19E9656-CB0C-402F-8515-BCB6133BCDD3}">
      <dgm:prSet/>
      <dgm:spPr/>
      <dgm:t>
        <a:bodyPr/>
        <a:lstStyle/>
        <a:p>
          <a:endParaRPr lang="uk-UA"/>
        </a:p>
      </dgm:t>
    </dgm:pt>
    <dgm:pt modelId="{BF32C7B9-1D4E-4B0E-9225-B6AC19E1C9D1}" type="sibTrans" cxnId="{D19E9656-CB0C-402F-8515-BCB6133BCDD3}">
      <dgm:prSet/>
      <dgm:spPr/>
      <dgm:t>
        <a:bodyPr/>
        <a:lstStyle/>
        <a:p>
          <a:endParaRPr lang="uk-UA"/>
        </a:p>
      </dgm:t>
    </dgm:pt>
    <dgm:pt modelId="{F3BCF3D6-2CCE-4686-BAB6-7128574E8199}">
      <dgm:prSet/>
      <dgm:spPr/>
      <dgm:t>
        <a:bodyPr/>
        <a:lstStyle/>
        <a:p>
          <a:r>
            <a:rPr lang="uk-UA" b="0" i="0"/>
            <a:t>варязьких факторій на землях слов’ян.</a:t>
          </a:r>
          <a:endParaRPr lang="uk-UA"/>
        </a:p>
      </dgm:t>
    </dgm:pt>
    <dgm:pt modelId="{0CF28D07-E84C-41EF-83EF-C04B10725FCD}" type="parTrans" cxnId="{3393255C-1CA6-41B5-9C4A-71850CD40C82}">
      <dgm:prSet/>
      <dgm:spPr/>
      <dgm:t>
        <a:bodyPr/>
        <a:lstStyle/>
        <a:p>
          <a:endParaRPr lang="uk-UA"/>
        </a:p>
      </dgm:t>
    </dgm:pt>
    <dgm:pt modelId="{1E0257FC-5237-49D6-9B84-3D38D7716FBA}" type="sibTrans" cxnId="{3393255C-1CA6-41B5-9C4A-71850CD40C82}">
      <dgm:prSet/>
      <dgm:spPr/>
      <dgm:t>
        <a:bodyPr/>
        <a:lstStyle/>
        <a:p>
          <a:endParaRPr lang="uk-UA"/>
        </a:p>
      </dgm:t>
    </dgm:pt>
    <dgm:pt modelId="{7BAE0A0E-D203-456E-939A-69E2D1B8BAEC}">
      <dgm:prSet/>
      <dgm:spPr/>
      <dgm:t>
        <a:bodyPr/>
        <a:lstStyle/>
        <a:p>
          <a:r>
            <a:rPr lang="uk-UA" b="0" i="0"/>
            <a:t>племінних союзів східних слов’ян.</a:t>
          </a:r>
          <a:endParaRPr lang="uk-UA"/>
        </a:p>
      </dgm:t>
    </dgm:pt>
    <dgm:pt modelId="{928B0642-7A3F-466E-9303-F669032B1281}" type="parTrans" cxnId="{A70B46B6-0E51-40B4-BCF5-FD38C02975EC}">
      <dgm:prSet/>
      <dgm:spPr/>
      <dgm:t>
        <a:bodyPr/>
        <a:lstStyle/>
        <a:p>
          <a:endParaRPr lang="uk-UA"/>
        </a:p>
      </dgm:t>
    </dgm:pt>
    <dgm:pt modelId="{1923FC60-91F5-4F9B-A5FE-0E91EF668A54}" type="sibTrans" cxnId="{A70B46B6-0E51-40B4-BCF5-FD38C02975EC}">
      <dgm:prSet/>
      <dgm:spPr/>
      <dgm:t>
        <a:bodyPr/>
        <a:lstStyle/>
        <a:p>
          <a:endParaRPr lang="uk-UA"/>
        </a:p>
      </dgm:t>
    </dgm:pt>
    <dgm:pt modelId="{432CFB15-B6EB-4874-BE99-C6B9938FA144}" type="pres">
      <dgm:prSet presAssocID="{232555E4-03CA-4AF4-A8B3-C3B8AF61D9E7}" presName="linear" presStyleCnt="0">
        <dgm:presLayoutVars>
          <dgm:animLvl val="lvl"/>
          <dgm:resizeHandles val="exact"/>
        </dgm:presLayoutVars>
      </dgm:prSet>
      <dgm:spPr/>
    </dgm:pt>
    <dgm:pt modelId="{9C0DC945-15BE-4F3E-AB20-1B1A0D170BA2}" type="pres">
      <dgm:prSet presAssocID="{2BD26308-F174-4F8B-ACA0-790BC02EFD0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89700BB-2FCC-442B-B267-FD703F9ACE0C}" type="pres">
      <dgm:prSet presAssocID="{31639902-6BDD-407D-BBD1-797CEFEA718C}" presName="spacer" presStyleCnt="0"/>
      <dgm:spPr/>
    </dgm:pt>
    <dgm:pt modelId="{7CC6D07F-7088-461E-AC5C-F09F9E8F216C}" type="pres">
      <dgm:prSet presAssocID="{FE7E0623-578E-410F-85DB-0E4EAB5518B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EB7A822-3888-4A6A-8C16-0C6067C2A77A}" type="pres">
      <dgm:prSet presAssocID="{BF32C7B9-1D4E-4B0E-9225-B6AC19E1C9D1}" presName="spacer" presStyleCnt="0"/>
      <dgm:spPr/>
    </dgm:pt>
    <dgm:pt modelId="{D8DCEAE9-2FF8-456C-9C6A-83D3F8BD392B}" type="pres">
      <dgm:prSet presAssocID="{F3BCF3D6-2CCE-4686-BAB6-7128574E819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FD5676B-4BE8-4B56-A7A8-8C0EA5D8A879}" type="pres">
      <dgm:prSet presAssocID="{1E0257FC-5237-49D6-9B84-3D38D7716FBA}" presName="spacer" presStyleCnt="0"/>
      <dgm:spPr/>
    </dgm:pt>
    <dgm:pt modelId="{2EF222B4-F5AB-4B93-B269-103D6B24E198}" type="pres">
      <dgm:prSet presAssocID="{7BAE0A0E-D203-456E-939A-69E2D1B8BAE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393255C-1CA6-41B5-9C4A-71850CD40C82}" srcId="{232555E4-03CA-4AF4-A8B3-C3B8AF61D9E7}" destId="{F3BCF3D6-2CCE-4686-BAB6-7128574E8199}" srcOrd="2" destOrd="0" parTransId="{0CF28D07-E84C-41EF-83EF-C04B10725FCD}" sibTransId="{1E0257FC-5237-49D6-9B84-3D38D7716FBA}"/>
    <dgm:cxn modelId="{D19E9656-CB0C-402F-8515-BCB6133BCDD3}" srcId="{232555E4-03CA-4AF4-A8B3-C3B8AF61D9E7}" destId="{FE7E0623-578E-410F-85DB-0E4EAB5518B4}" srcOrd="1" destOrd="0" parTransId="{D884CCE1-F221-425D-9C2D-402AEB04AC7E}" sibTransId="{BF32C7B9-1D4E-4B0E-9225-B6AC19E1C9D1}"/>
    <dgm:cxn modelId="{B0DBA3A8-1270-41D2-AFCC-D914544D60D7}" type="presOf" srcId="{7BAE0A0E-D203-456E-939A-69E2D1B8BAEC}" destId="{2EF222B4-F5AB-4B93-B269-103D6B24E198}" srcOrd="0" destOrd="0" presId="urn:microsoft.com/office/officeart/2005/8/layout/vList2"/>
    <dgm:cxn modelId="{A70B46B6-0E51-40B4-BCF5-FD38C02975EC}" srcId="{232555E4-03CA-4AF4-A8B3-C3B8AF61D9E7}" destId="{7BAE0A0E-D203-456E-939A-69E2D1B8BAEC}" srcOrd="3" destOrd="0" parTransId="{928B0642-7A3F-466E-9303-F669032B1281}" sibTransId="{1923FC60-91F5-4F9B-A5FE-0E91EF668A54}"/>
    <dgm:cxn modelId="{84E9AFB6-D984-4727-92A1-5FCE132E5933}" type="presOf" srcId="{F3BCF3D6-2CCE-4686-BAB6-7128574E8199}" destId="{D8DCEAE9-2FF8-456C-9C6A-83D3F8BD392B}" srcOrd="0" destOrd="0" presId="urn:microsoft.com/office/officeart/2005/8/layout/vList2"/>
    <dgm:cxn modelId="{555E85E7-DAEF-409F-B933-70613C3D3CB1}" type="presOf" srcId="{2BD26308-F174-4F8B-ACA0-790BC02EFD0F}" destId="{9C0DC945-15BE-4F3E-AB20-1B1A0D170BA2}" srcOrd="0" destOrd="0" presId="urn:microsoft.com/office/officeart/2005/8/layout/vList2"/>
    <dgm:cxn modelId="{A905EFEE-C6B0-4039-9EAB-D5FB1BEC61D3}" srcId="{232555E4-03CA-4AF4-A8B3-C3B8AF61D9E7}" destId="{2BD26308-F174-4F8B-ACA0-790BC02EFD0F}" srcOrd="0" destOrd="0" parTransId="{2B1606A8-78B8-4DAD-9781-ED83E6644A2D}" sibTransId="{31639902-6BDD-407D-BBD1-797CEFEA718C}"/>
    <dgm:cxn modelId="{5AC81DF2-C4FE-48A4-9CBB-A1D60A2653DB}" type="presOf" srcId="{FE7E0623-578E-410F-85DB-0E4EAB5518B4}" destId="{7CC6D07F-7088-461E-AC5C-F09F9E8F216C}" srcOrd="0" destOrd="0" presId="urn:microsoft.com/office/officeart/2005/8/layout/vList2"/>
    <dgm:cxn modelId="{981922F3-6FCB-45C3-B5B3-DE19D68D2142}" type="presOf" srcId="{232555E4-03CA-4AF4-A8B3-C3B8AF61D9E7}" destId="{432CFB15-B6EB-4874-BE99-C6B9938FA144}" srcOrd="0" destOrd="0" presId="urn:microsoft.com/office/officeart/2005/8/layout/vList2"/>
    <dgm:cxn modelId="{D9E9C12B-4669-49E0-A15E-A4B86CAE9776}" type="presParOf" srcId="{432CFB15-B6EB-4874-BE99-C6B9938FA144}" destId="{9C0DC945-15BE-4F3E-AB20-1B1A0D170BA2}" srcOrd="0" destOrd="0" presId="urn:microsoft.com/office/officeart/2005/8/layout/vList2"/>
    <dgm:cxn modelId="{548D842B-C146-4432-9D65-D2B9114E5306}" type="presParOf" srcId="{432CFB15-B6EB-4874-BE99-C6B9938FA144}" destId="{889700BB-2FCC-442B-B267-FD703F9ACE0C}" srcOrd="1" destOrd="0" presId="urn:microsoft.com/office/officeart/2005/8/layout/vList2"/>
    <dgm:cxn modelId="{837A5A0E-ADCA-4442-B70E-6B890C782BBA}" type="presParOf" srcId="{432CFB15-B6EB-4874-BE99-C6B9938FA144}" destId="{7CC6D07F-7088-461E-AC5C-F09F9E8F216C}" srcOrd="2" destOrd="0" presId="urn:microsoft.com/office/officeart/2005/8/layout/vList2"/>
    <dgm:cxn modelId="{20275B7E-E274-41F9-84B2-30E1D4D81551}" type="presParOf" srcId="{432CFB15-B6EB-4874-BE99-C6B9938FA144}" destId="{FEB7A822-3888-4A6A-8C16-0C6067C2A77A}" srcOrd="3" destOrd="0" presId="urn:microsoft.com/office/officeart/2005/8/layout/vList2"/>
    <dgm:cxn modelId="{9E8CDAEB-5B46-4635-8576-BF2D9631298D}" type="presParOf" srcId="{432CFB15-B6EB-4874-BE99-C6B9938FA144}" destId="{D8DCEAE9-2FF8-456C-9C6A-83D3F8BD392B}" srcOrd="4" destOrd="0" presId="urn:microsoft.com/office/officeart/2005/8/layout/vList2"/>
    <dgm:cxn modelId="{98A7B551-1620-47A9-BF41-BC5F072B454D}" type="presParOf" srcId="{432CFB15-B6EB-4874-BE99-C6B9938FA144}" destId="{6FD5676B-4BE8-4B56-A7A8-8C0EA5D8A879}" srcOrd="5" destOrd="0" presId="urn:microsoft.com/office/officeart/2005/8/layout/vList2"/>
    <dgm:cxn modelId="{A66D37E0-8A0B-48AD-BD4D-F496C692EBF6}" type="presParOf" srcId="{432CFB15-B6EB-4874-BE99-C6B9938FA144}" destId="{2EF222B4-F5AB-4B93-B269-103D6B24E19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1275CD8-516C-4261-AAFF-285994D7C3C3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329C199-1BEA-42D5-BCFB-CEA46AD2D706}">
      <dgm:prSet/>
      <dgm:spPr/>
      <dgm:t>
        <a:bodyPr/>
        <a:lstStyle/>
        <a:p>
          <a:r>
            <a:rPr lang="ru-RU" b="0" i="0"/>
            <a:t>радимичі</a:t>
          </a:r>
          <a:endParaRPr lang="uk-UA"/>
        </a:p>
      </dgm:t>
    </dgm:pt>
    <dgm:pt modelId="{69536AFA-9FF1-4950-A542-9387BFC16DC0}" type="parTrans" cxnId="{5F01413E-4F66-4357-ADEC-15C4B5DE463D}">
      <dgm:prSet/>
      <dgm:spPr/>
      <dgm:t>
        <a:bodyPr/>
        <a:lstStyle/>
        <a:p>
          <a:endParaRPr lang="uk-UA"/>
        </a:p>
      </dgm:t>
    </dgm:pt>
    <dgm:pt modelId="{0713B739-6A96-48B4-A1AF-89F83DF6DB65}" type="sibTrans" cxnId="{5F01413E-4F66-4357-ADEC-15C4B5DE463D}">
      <dgm:prSet/>
      <dgm:spPr/>
      <dgm:t>
        <a:bodyPr/>
        <a:lstStyle/>
        <a:p>
          <a:endParaRPr lang="uk-UA"/>
        </a:p>
      </dgm:t>
    </dgm:pt>
    <dgm:pt modelId="{1155CEC1-6F06-4021-A35C-D06464770B78}">
      <dgm:prSet/>
      <dgm:spPr/>
      <dgm:t>
        <a:bodyPr/>
        <a:lstStyle/>
        <a:p>
          <a:r>
            <a:rPr lang="ru-RU" b="0" i="0"/>
            <a:t>сіверяни</a:t>
          </a:r>
          <a:endParaRPr lang="uk-UA"/>
        </a:p>
      </dgm:t>
    </dgm:pt>
    <dgm:pt modelId="{1D3BFA4C-E003-4F3C-942A-37ABB5BBBB96}" type="parTrans" cxnId="{3CF6535E-30FC-44F3-B341-A82E568A4D0A}">
      <dgm:prSet/>
      <dgm:spPr/>
      <dgm:t>
        <a:bodyPr/>
        <a:lstStyle/>
        <a:p>
          <a:endParaRPr lang="uk-UA"/>
        </a:p>
      </dgm:t>
    </dgm:pt>
    <dgm:pt modelId="{A3DEF4B7-AB5D-43FC-83C3-FD5265AF1C19}" type="sibTrans" cxnId="{3CF6535E-30FC-44F3-B341-A82E568A4D0A}">
      <dgm:prSet/>
      <dgm:spPr/>
      <dgm:t>
        <a:bodyPr/>
        <a:lstStyle/>
        <a:p>
          <a:endParaRPr lang="uk-UA"/>
        </a:p>
      </dgm:t>
    </dgm:pt>
    <dgm:pt modelId="{36E1CF8F-A162-4270-AD83-5DD42FEEEAAD}">
      <dgm:prSet/>
      <dgm:spPr/>
      <dgm:t>
        <a:bodyPr/>
        <a:lstStyle/>
        <a:p>
          <a:r>
            <a:rPr lang="ru-RU" b="0" i="0"/>
            <a:t>в’ятичі</a:t>
          </a:r>
          <a:endParaRPr lang="uk-UA"/>
        </a:p>
      </dgm:t>
    </dgm:pt>
    <dgm:pt modelId="{540CCC13-003D-4539-92E9-14709309A487}" type="parTrans" cxnId="{5A410AF3-7B97-4D52-B08E-216FB90A60CB}">
      <dgm:prSet/>
      <dgm:spPr/>
      <dgm:t>
        <a:bodyPr/>
        <a:lstStyle/>
        <a:p>
          <a:endParaRPr lang="uk-UA"/>
        </a:p>
      </dgm:t>
    </dgm:pt>
    <dgm:pt modelId="{A5E7FD5A-65D5-4C7D-93CA-C6D1F7F9734B}" type="sibTrans" cxnId="{5A410AF3-7B97-4D52-B08E-216FB90A60CB}">
      <dgm:prSet/>
      <dgm:spPr/>
      <dgm:t>
        <a:bodyPr/>
        <a:lstStyle/>
        <a:p>
          <a:endParaRPr lang="uk-UA"/>
        </a:p>
      </dgm:t>
    </dgm:pt>
    <dgm:pt modelId="{2D548D17-9613-4F5B-B9A0-1C4E7B16C5D8}">
      <dgm:prSet/>
      <dgm:spPr/>
      <dgm:t>
        <a:bodyPr/>
        <a:lstStyle/>
        <a:p>
          <a:r>
            <a:rPr lang="ru-RU" b="0" i="0"/>
            <a:t>поляни</a:t>
          </a:r>
          <a:endParaRPr lang="uk-UA"/>
        </a:p>
      </dgm:t>
    </dgm:pt>
    <dgm:pt modelId="{0CE93ECF-85AA-4F7E-A8BC-E1050133E2C2}" type="parTrans" cxnId="{B9F7B9E9-DB50-4889-A636-7356886A2FD7}">
      <dgm:prSet/>
      <dgm:spPr/>
      <dgm:t>
        <a:bodyPr/>
        <a:lstStyle/>
        <a:p>
          <a:endParaRPr lang="uk-UA"/>
        </a:p>
      </dgm:t>
    </dgm:pt>
    <dgm:pt modelId="{61286A6A-30AD-4916-B425-75FDE2AB175F}" type="sibTrans" cxnId="{B9F7B9E9-DB50-4889-A636-7356886A2FD7}">
      <dgm:prSet/>
      <dgm:spPr/>
      <dgm:t>
        <a:bodyPr/>
        <a:lstStyle/>
        <a:p>
          <a:endParaRPr lang="uk-UA"/>
        </a:p>
      </dgm:t>
    </dgm:pt>
    <dgm:pt modelId="{35394D17-036F-4F4C-8947-D2B130E82F61}">
      <dgm:prSet/>
      <dgm:spPr/>
      <dgm:t>
        <a:bodyPr/>
        <a:lstStyle/>
        <a:p>
          <a:r>
            <a:rPr lang="ru-RU" b="0" i="0"/>
            <a:t>кривичі</a:t>
          </a:r>
          <a:endParaRPr lang="uk-UA"/>
        </a:p>
      </dgm:t>
    </dgm:pt>
    <dgm:pt modelId="{260CE8DC-88B0-4D7E-BED6-44347D987BFB}" type="parTrans" cxnId="{2AC86E86-A934-435B-917E-18DFC348C120}">
      <dgm:prSet/>
      <dgm:spPr/>
      <dgm:t>
        <a:bodyPr/>
        <a:lstStyle/>
        <a:p>
          <a:endParaRPr lang="uk-UA"/>
        </a:p>
      </dgm:t>
    </dgm:pt>
    <dgm:pt modelId="{0F2020BA-6097-4FDC-B014-68E19013B504}" type="sibTrans" cxnId="{2AC86E86-A934-435B-917E-18DFC348C120}">
      <dgm:prSet/>
      <dgm:spPr/>
      <dgm:t>
        <a:bodyPr/>
        <a:lstStyle/>
        <a:p>
          <a:endParaRPr lang="uk-UA"/>
        </a:p>
      </dgm:t>
    </dgm:pt>
    <dgm:pt modelId="{63220F30-8D53-46FD-BA1C-9F3DC6351C1B}">
      <dgm:prSet/>
      <dgm:spPr/>
      <dgm:t>
        <a:bodyPr/>
        <a:lstStyle/>
        <a:p>
          <a:r>
            <a:rPr lang="ru-RU" b="0" i="0"/>
            <a:t>дреговичі</a:t>
          </a:r>
          <a:endParaRPr lang="uk-UA"/>
        </a:p>
      </dgm:t>
    </dgm:pt>
    <dgm:pt modelId="{7FE6DCAD-A540-453F-A9C8-6DE76216087E}" type="parTrans" cxnId="{72237F03-D6B7-4738-A3D3-6BF441506C82}">
      <dgm:prSet/>
      <dgm:spPr/>
      <dgm:t>
        <a:bodyPr/>
        <a:lstStyle/>
        <a:p>
          <a:endParaRPr lang="uk-UA"/>
        </a:p>
      </dgm:t>
    </dgm:pt>
    <dgm:pt modelId="{8A0F0E56-E908-4B0E-B5E2-FDA8A55107D8}" type="sibTrans" cxnId="{72237F03-D6B7-4738-A3D3-6BF441506C82}">
      <dgm:prSet/>
      <dgm:spPr/>
      <dgm:t>
        <a:bodyPr/>
        <a:lstStyle/>
        <a:p>
          <a:endParaRPr lang="uk-UA"/>
        </a:p>
      </dgm:t>
    </dgm:pt>
    <dgm:pt modelId="{D09F6B97-0EE4-410E-B255-4FE0AAAB566A}">
      <dgm:prSet/>
      <dgm:spPr/>
      <dgm:t>
        <a:bodyPr/>
        <a:lstStyle/>
        <a:p>
          <a:r>
            <a:rPr lang="ru-RU" b="0" i="0"/>
            <a:t>деревляни</a:t>
          </a:r>
          <a:endParaRPr lang="uk-UA"/>
        </a:p>
      </dgm:t>
    </dgm:pt>
    <dgm:pt modelId="{515AB647-6ACB-4969-87E7-DA8473EAD8A5}" type="parTrans" cxnId="{2E5AA096-E9EF-4934-8A3B-4CD96F66CB54}">
      <dgm:prSet/>
      <dgm:spPr/>
      <dgm:t>
        <a:bodyPr/>
        <a:lstStyle/>
        <a:p>
          <a:endParaRPr lang="uk-UA"/>
        </a:p>
      </dgm:t>
    </dgm:pt>
    <dgm:pt modelId="{3DB39BDF-EE9A-4586-A0E1-56CA4D3B6E11}" type="sibTrans" cxnId="{2E5AA096-E9EF-4934-8A3B-4CD96F66CB54}">
      <dgm:prSet/>
      <dgm:spPr/>
      <dgm:t>
        <a:bodyPr/>
        <a:lstStyle/>
        <a:p>
          <a:endParaRPr lang="uk-UA"/>
        </a:p>
      </dgm:t>
    </dgm:pt>
    <dgm:pt modelId="{5C91DDB6-758F-4342-B0D3-E4EB804FF1AE}" type="pres">
      <dgm:prSet presAssocID="{91275CD8-516C-4261-AAFF-285994D7C3C3}" presName="compositeShape" presStyleCnt="0">
        <dgm:presLayoutVars>
          <dgm:chMax val="7"/>
          <dgm:dir/>
          <dgm:resizeHandles val="exact"/>
        </dgm:presLayoutVars>
      </dgm:prSet>
      <dgm:spPr/>
    </dgm:pt>
    <dgm:pt modelId="{DBDEB07A-E0DF-4759-A1FF-5A30E6BC6EE5}" type="pres">
      <dgm:prSet presAssocID="{E329C199-1BEA-42D5-BCFB-CEA46AD2D706}" presName="circ1" presStyleLbl="vennNode1" presStyleIdx="0" presStyleCnt="7"/>
      <dgm:spPr/>
    </dgm:pt>
    <dgm:pt modelId="{D4F666FB-5CA2-4FA6-8ED6-76F798C1B1CF}" type="pres">
      <dgm:prSet presAssocID="{E329C199-1BEA-42D5-BCFB-CEA46AD2D706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D017AD3-115D-49CE-932D-29A6175AECB3}" type="pres">
      <dgm:prSet presAssocID="{1155CEC1-6F06-4021-A35C-D06464770B78}" presName="circ2" presStyleLbl="vennNode1" presStyleIdx="1" presStyleCnt="7"/>
      <dgm:spPr/>
    </dgm:pt>
    <dgm:pt modelId="{B4434A09-1954-46CF-8AA5-7A8381AF3C6B}" type="pres">
      <dgm:prSet presAssocID="{1155CEC1-6F06-4021-A35C-D06464770B78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0101EB0-9CA0-45CC-B5CE-0A86848F820B}" type="pres">
      <dgm:prSet presAssocID="{36E1CF8F-A162-4270-AD83-5DD42FEEEAAD}" presName="circ3" presStyleLbl="vennNode1" presStyleIdx="2" presStyleCnt="7"/>
      <dgm:spPr/>
    </dgm:pt>
    <dgm:pt modelId="{F466C497-A7DD-47AC-B6A1-F3409B0E031D}" type="pres">
      <dgm:prSet presAssocID="{36E1CF8F-A162-4270-AD83-5DD42FEEEAAD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F6332AE-C9B8-4834-BEFA-8AA28C2008EC}" type="pres">
      <dgm:prSet presAssocID="{2D548D17-9613-4F5B-B9A0-1C4E7B16C5D8}" presName="circ4" presStyleLbl="vennNode1" presStyleIdx="3" presStyleCnt="7"/>
      <dgm:spPr/>
    </dgm:pt>
    <dgm:pt modelId="{5CE022E1-C996-46AE-B7B8-32CE45DA4DC4}" type="pres">
      <dgm:prSet presAssocID="{2D548D17-9613-4F5B-B9A0-1C4E7B16C5D8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5C3EF47F-249C-476A-A08B-7F4135EB0A31}" type="pres">
      <dgm:prSet presAssocID="{35394D17-036F-4F4C-8947-D2B130E82F61}" presName="circ5" presStyleLbl="vennNode1" presStyleIdx="4" presStyleCnt="7"/>
      <dgm:spPr/>
    </dgm:pt>
    <dgm:pt modelId="{B1B160F0-A930-4B89-BB5B-7847BDBF81D6}" type="pres">
      <dgm:prSet presAssocID="{35394D17-036F-4F4C-8947-D2B130E82F61}" presName="circ5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37D6A2C8-0762-4137-BDC8-7B4A26361CF9}" type="pres">
      <dgm:prSet presAssocID="{63220F30-8D53-46FD-BA1C-9F3DC6351C1B}" presName="circ6" presStyleLbl="vennNode1" presStyleIdx="5" presStyleCnt="7"/>
      <dgm:spPr/>
    </dgm:pt>
    <dgm:pt modelId="{30A9E65E-2E3C-4F32-9F48-0898F9D84727}" type="pres">
      <dgm:prSet presAssocID="{63220F30-8D53-46FD-BA1C-9F3DC6351C1B}" presName="circ6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7538DD6-53C4-4588-9345-6C0B7E4220C6}" type="pres">
      <dgm:prSet presAssocID="{D09F6B97-0EE4-410E-B255-4FE0AAAB566A}" presName="circ7" presStyleLbl="vennNode1" presStyleIdx="6" presStyleCnt="7"/>
      <dgm:spPr/>
    </dgm:pt>
    <dgm:pt modelId="{29DBD4F2-7996-4A59-8BD2-783590048031}" type="pres">
      <dgm:prSet presAssocID="{D09F6B97-0EE4-410E-B255-4FE0AAAB566A}" presName="circ7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72237F03-D6B7-4738-A3D3-6BF441506C82}" srcId="{91275CD8-516C-4261-AAFF-285994D7C3C3}" destId="{63220F30-8D53-46FD-BA1C-9F3DC6351C1B}" srcOrd="5" destOrd="0" parTransId="{7FE6DCAD-A540-453F-A9C8-6DE76216087E}" sibTransId="{8A0F0E56-E908-4B0E-B5E2-FDA8A55107D8}"/>
    <dgm:cxn modelId="{17127A33-4B24-4E9B-9B41-16EC87ECE047}" type="presOf" srcId="{D09F6B97-0EE4-410E-B255-4FE0AAAB566A}" destId="{29DBD4F2-7996-4A59-8BD2-783590048031}" srcOrd="0" destOrd="0" presId="urn:microsoft.com/office/officeart/2005/8/layout/venn1"/>
    <dgm:cxn modelId="{4CCADC39-A934-4FD4-9A16-0E6957D6D501}" type="presOf" srcId="{36E1CF8F-A162-4270-AD83-5DD42FEEEAAD}" destId="{F466C497-A7DD-47AC-B6A1-F3409B0E031D}" srcOrd="0" destOrd="0" presId="urn:microsoft.com/office/officeart/2005/8/layout/venn1"/>
    <dgm:cxn modelId="{5F01413E-4F66-4357-ADEC-15C4B5DE463D}" srcId="{91275CD8-516C-4261-AAFF-285994D7C3C3}" destId="{E329C199-1BEA-42D5-BCFB-CEA46AD2D706}" srcOrd="0" destOrd="0" parTransId="{69536AFA-9FF1-4950-A542-9387BFC16DC0}" sibTransId="{0713B739-6A96-48B4-A1AF-89F83DF6DB65}"/>
    <dgm:cxn modelId="{3CF6535E-30FC-44F3-B341-A82E568A4D0A}" srcId="{91275CD8-516C-4261-AAFF-285994D7C3C3}" destId="{1155CEC1-6F06-4021-A35C-D06464770B78}" srcOrd="1" destOrd="0" parTransId="{1D3BFA4C-E003-4F3C-942A-37ABB5BBBB96}" sibTransId="{A3DEF4B7-AB5D-43FC-83C3-FD5265AF1C19}"/>
    <dgm:cxn modelId="{6D7F856F-765B-4118-AE0A-5FC598D60640}" type="presOf" srcId="{91275CD8-516C-4261-AAFF-285994D7C3C3}" destId="{5C91DDB6-758F-4342-B0D3-E4EB804FF1AE}" srcOrd="0" destOrd="0" presId="urn:microsoft.com/office/officeart/2005/8/layout/venn1"/>
    <dgm:cxn modelId="{2AC86E86-A934-435B-917E-18DFC348C120}" srcId="{91275CD8-516C-4261-AAFF-285994D7C3C3}" destId="{35394D17-036F-4F4C-8947-D2B130E82F61}" srcOrd="4" destOrd="0" parTransId="{260CE8DC-88B0-4D7E-BED6-44347D987BFB}" sibTransId="{0F2020BA-6097-4FDC-B014-68E19013B504}"/>
    <dgm:cxn modelId="{2E5AA096-E9EF-4934-8A3B-4CD96F66CB54}" srcId="{91275CD8-516C-4261-AAFF-285994D7C3C3}" destId="{D09F6B97-0EE4-410E-B255-4FE0AAAB566A}" srcOrd="6" destOrd="0" parTransId="{515AB647-6ACB-4969-87E7-DA8473EAD8A5}" sibTransId="{3DB39BDF-EE9A-4586-A0E1-56CA4D3B6E11}"/>
    <dgm:cxn modelId="{92BC30A7-D20B-41CC-A67D-40A7307EAE6C}" type="presOf" srcId="{35394D17-036F-4F4C-8947-D2B130E82F61}" destId="{B1B160F0-A930-4B89-BB5B-7847BDBF81D6}" srcOrd="0" destOrd="0" presId="urn:microsoft.com/office/officeart/2005/8/layout/venn1"/>
    <dgm:cxn modelId="{52F301BE-615D-42A9-958F-42DEA511A736}" type="presOf" srcId="{1155CEC1-6F06-4021-A35C-D06464770B78}" destId="{B4434A09-1954-46CF-8AA5-7A8381AF3C6B}" srcOrd="0" destOrd="0" presId="urn:microsoft.com/office/officeart/2005/8/layout/venn1"/>
    <dgm:cxn modelId="{C02D92C6-E8C8-4467-BC04-A4FE92DE986B}" type="presOf" srcId="{2D548D17-9613-4F5B-B9A0-1C4E7B16C5D8}" destId="{5CE022E1-C996-46AE-B7B8-32CE45DA4DC4}" srcOrd="0" destOrd="0" presId="urn:microsoft.com/office/officeart/2005/8/layout/venn1"/>
    <dgm:cxn modelId="{83092DD6-170B-4195-8A26-F829293557DE}" type="presOf" srcId="{63220F30-8D53-46FD-BA1C-9F3DC6351C1B}" destId="{30A9E65E-2E3C-4F32-9F48-0898F9D84727}" srcOrd="0" destOrd="0" presId="urn:microsoft.com/office/officeart/2005/8/layout/venn1"/>
    <dgm:cxn modelId="{B9F7B9E9-DB50-4889-A636-7356886A2FD7}" srcId="{91275CD8-516C-4261-AAFF-285994D7C3C3}" destId="{2D548D17-9613-4F5B-B9A0-1C4E7B16C5D8}" srcOrd="3" destOrd="0" parTransId="{0CE93ECF-85AA-4F7E-A8BC-E1050133E2C2}" sibTransId="{61286A6A-30AD-4916-B425-75FDE2AB175F}"/>
    <dgm:cxn modelId="{5A410AF3-7B97-4D52-B08E-216FB90A60CB}" srcId="{91275CD8-516C-4261-AAFF-285994D7C3C3}" destId="{36E1CF8F-A162-4270-AD83-5DD42FEEEAAD}" srcOrd="2" destOrd="0" parTransId="{540CCC13-003D-4539-92E9-14709309A487}" sibTransId="{A5E7FD5A-65D5-4C7D-93CA-C6D1F7F9734B}"/>
    <dgm:cxn modelId="{8AC01DFF-112B-41F4-B242-54C19F5F99EA}" type="presOf" srcId="{E329C199-1BEA-42D5-BCFB-CEA46AD2D706}" destId="{D4F666FB-5CA2-4FA6-8ED6-76F798C1B1CF}" srcOrd="0" destOrd="0" presId="urn:microsoft.com/office/officeart/2005/8/layout/venn1"/>
    <dgm:cxn modelId="{E0C3E7CA-5CA6-4F22-8C2D-A1B0EF399D77}" type="presParOf" srcId="{5C91DDB6-758F-4342-B0D3-E4EB804FF1AE}" destId="{DBDEB07A-E0DF-4759-A1FF-5A30E6BC6EE5}" srcOrd="0" destOrd="0" presId="urn:microsoft.com/office/officeart/2005/8/layout/venn1"/>
    <dgm:cxn modelId="{09B8DF89-D32C-432D-BCE2-E78679DEF85B}" type="presParOf" srcId="{5C91DDB6-758F-4342-B0D3-E4EB804FF1AE}" destId="{D4F666FB-5CA2-4FA6-8ED6-76F798C1B1CF}" srcOrd="1" destOrd="0" presId="urn:microsoft.com/office/officeart/2005/8/layout/venn1"/>
    <dgm:cxn modelId="{A93F1D40-BA71-432F-90C3-6BC80582D9D2}" type="presParOf" srcId="{5C91DDB6-758F-4342-B0D3-E4EB804FF1AE}" destId="{8D017AD3-115D-49CE-932D-29A6175AECB3}" srcOrd="2" destOrd="0" presId="urn:microsoft.com/office/officeart/2005/8/layout/venn1"/>
    <dgm:cxn modelId="{AA184B9E-30C0-4A42-BE96-4CCD4599B5E6}" type="presParOf" srcId="{5C91DDB6-758F-4342-B0D3-E4EB804FF1AE}" destId="{B4434A09-1954-46CF-8AA5-7A8381AF3C6B}" srcOrd="3" destOrd="0" presId="urn:microsoft.com/office/officeart/2005/8/layout/venn1"/>
    <dgm:cxn modelId="{108C829C-DA78-4489-861E-7C85E099E121}" type="presParOf" srcId="{5C91DDB6-758F-4342-B0D3-E4EB804FF1AE}" destId="{80101EB0-9CA0-45CC-B5CE-0A86848F820B}" srcOrd="4" destOrd="0" presId="urn:microsoft.com/office/officeart/2005/8/layout/venn1"/>
    <dgm:cxn modelId="{0B24177C-E231-4CC2-BF9D-E2053BC203D3}" type="presParOf" srcId="{5C91DDB6-758F-4342-B0D3-E4EB804FF1AE}" destId="{F466C497-A7DD-47AC-B6A1-F3409B0E031D}" srcOrd="5" destOrd="0" presId="urn:microsoft.com/office/officeart/2005/8/layout/venn1"/>
    <dgm:cxn modelId="{436D1409-7464-413C-9E0B-5E679B91E5DA}" type="presParOf" srcId="{5C91DDB6-758F-4342-B0D3-E4EB804FF1AE}" destId="{AF6332AE-C9B8-4834-BEFA-8AA28C2008EC}" srcOrd="6" destOrd="0" presId="urn:microsoft.com/office/officeart/2005/8/layout/venn1"/>
    <dgm:cxn modelId="{62310EC5-B7B8-4DC8-A4B5-69B2C64BF2CE}" type="presParOf" srcId="{5C91DDB6-758F-4342-B0D3-E4EB804FF1AE}" destId="{5CE022E1-C996-46AE-B7B8-32CE45DA4DC4}" srcOrd="7" destOrd="0" presId="urn:microsoft.com/office/officeart/2005/8/layout/venn1"/>
    <dgm:cxn modelId="{E165137C-55F6-49C7-AE24-9C4A907D81EA}" type="presParOf" srcId="{5C91DDB6-758F-4342-B0D3-E4EB804FF1AE}" destId="{5C3EF47F-249C-476A-A08B-7F4135EB0A31}" srcOrd="8" destOrd="0" presId="urn:microsoft.com/office/officeart/2005/8/layout/venn1"/>
    <dgm:cxn modelId="{3CCAACBD-20D1-4607-AF94-D5E380003315}" type="presParOf" srcId="{5C91DDB6-758F-4342-B0D3-E4EB804FF1AE}" destId="{B1B160F0-A930-4B89-BB5B-7847BDBF81D6}" srcOrd="9" destOrd="0" presId="urn:microsoft.com/office/officeart/2005/8/layout/venn1"/>
    <dgm:cxn modelId="{9F9F1A7F-E56C-4B23-A4F0-74698E96C9B5}" type="presParOf" srcId="{5C91DDB6-758F-4342-B0D3-E4EB804FF1AE}" destId="{37D6A2C8-0762-4137-BDC8-7B4A26361CF9}" srcOrd="10" destOrd="0" presId="urn:microsoft.com/office/officeart/2005/8/layout/venn1"/>
    <dgm:cxn modelId="{72D7AADA-F4AB-4A27-A73D-D9B55EEB5AE7}" type="presParOf" srcId="{5C91DDB6-758F-4342-B0D3-E4EB804FF1AE}" destId="{30A9E65E-2E3C-4F32-9F48-0898F9D84727}" srcOrd="11" destOrd="0" presId="urn:microsoft.com/office/officeart/2005/8/layout/venn1"/>
    <dgm:cxn modelId="{98656DB1-9FB8-4299-9169-F4A2E4273887}" type="presParOf" srcId="{5C91DDB6-758F-4342-B0D3-E4EB804FF1AE}" destId="{97538DD6-53C4-4588-9345-6C0B7E4220C6}" srcOrd="12" destOrd="0" presId="urn:microsoft.com/office/officeart/2005/8/layout/venn1"/>
    <dgm:cxn modelId="{7236D002-9189-4D01-A5BD-6D46C03D7724}" type="presParOf" srcId="{5C91DDB6-758F-4342-B0D3-E4EB804FF1AE}" destId="{29DBD4F2-7996-4A59-8BD2-783590048031}" srcOrd="1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81A093D-5293-4F93-A721-EE51F1E9A05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8E52F5D-B52B-454E-A9CE-E7FD8DFCEA31}">
      <dgm:prSet/>
      <dgm:spPr/>
      <dgm:t>
        <a:bodyPr/>
        <a:lstStyle/>
        <a:p>
          <a:r>
            <a:rPr lang="uk-UA" b="0" i="0"/>
            <a:t>традиційний шлях збирання полюддя за часів князювання Олега</a:t>
          </a:r>
          <a:endParaRPr lang="uk-UA"/>
        </a:p>
      </dgm:t>
    </dgm:pt>
    <dgm:pt modelId="{830313A2-F2CB-451A-9A81-0170936414D8}" type="parTrans" cxnId="{021789BC-D35E-426B-9775-2DA8F1464126}">
      <dgm:prSet/>
      <dgm:spPr/>
      <dgm:t>
        <a:bodyPr/>
        <a:lstStyle/>
        <a:p>
          <a:endParaRPr lang="uk-UA"/>
        </a:p>
      </dgm:t>
    </dgm:pt>
    <dgm:pt modelId="{FB16D2B9-5B19-4DC1-AAFA-6829803BD666}" type="sibTrans" cxnId="{021789BC-D35E-426B-9775-2DA8F1464126}">
      <dgm:prSet/>
      <dgm:spPr/>
      <dgm:t>
        <a:bodyPr/>
        <a:lstStyle/>
        <a:p>
          <a:endParaRPr lang="uk-UA"/>
        </a:p>
      </dgm:t>
    </dgm:pt>
    <dgm:pt modelId="{CCAAF4F8-EA78-4A88-BADD-B69A48133695}">
      <dgm:prSet/>
      <dgm:spPr/>
      <dgm:t>
        <a:bodyPr/>
        <a:lstStyle/>
        <a:p>
          <a:r>
            <a:rPr lang="uk-UA" b="0" i="0"/>
            <a:t>шлях місії єпископа Адальберга до Києва та Константинополя</a:t>
          </a:r>
          <a:endParaRPr lang="uk-UA"/>
        </a:p>
      </dgm:t>
    </dgm:pt>
    <dgm:pt modelId="{EB8DE107-9D27-45BE-869E-9C408680C705}" type="parTrans" cxnId="{272B4180-EE22-40D4-A984-329479584396}">
      <dgm:prSet/>
      <dgm:spPr/>
      <dgm:t>
        <a:bodyPr/>
        <a:lstStyle/>
        <a:p>
          <a:endParaRPr lang="uk-UA"/>
        </a:p>
      </dgm:t>
    </dgm:pt>
    <dgm:pt modelId="{84495469-85AE-4013-AF2B-D9F21C621974}" type="sibTrans" cxnId="{272B4180-EE22-40D4-A984-329479584396}">
      <dgm:prSet/>
      <dgm:spPr/>
      <dgm:t>
        <a:bodyPr/>
        <a:lstStyle/>
        <a:p>
          <a:endParaRPr lang="uk-UA"/>
        </a:p>
      </dgm:t>
    </dgm:pt>
    <dgm:pt modelId="{78EEC2D5-9DB1-4CF8-AD30-34A1DC1336FE}">
      <dgm:prSet/>
      <dgm:spPr/>
      <dgm:t>
        <a:bodyPr/>
        <a:lstStyle/>
        <a:p>
          <a:r>
            <a:rPr lang="uk-UA" b="0" i="0"/>
            <a:t>походи князя Святослава на Новгород і Візантію</a:t>
          </a:r>
          <a:endParaRPr lang="uk-UA"/>
        </a:p>
      </dgm:t>
    </dgm:pt>
    <dgm:pt modelId="{48DA546B-5861-4348-AA9F-34F7EA7C04CA}" type="parTrans" cxnId="{C351A02C-D802-41FA-BF9E-6AC065E91675}">
      <dgm:prSet/>
      <dgm:spPr/>
      <dgm:t>
        <a:bodyPr/>
        <a:lstStyle/>
        <a:p>
          <a:endParaRPr lang="uk-UA"/>
        </a:p>
      </dgm:t>
    </dgm:pt>
    <dgm:pt modelId="{1F758C74-8CDE-40EA-8315-55619BD03B39}" type="sibTrans" cxnId="{C351A02C-D802-41FA-BF9E-6AC065E91675}">
      <dgm:prSet/>
      <dgm:spPr/>
      <dgm:t>
        <a:bodyPr/>
        <a:lstStyle/>
        <a:p>
          <a:endParaRPr lang="uk-UA"/>
        </a:p>
      </dgm:t>
    </dgm:pt>
    <dgm:pt modelId="{49558774-D90F-43BB-A8BC-7CD7C1188745}">
      <dgm:prSet/>
      <dgm:spPr/>
      <dgm:t>
        <a:bodyPr/>
        <a:lstStyle/>
        <a:p>
          <a:r>
            <a:rPr lang="uk-UA" b="0" i="0"/>
            <a:t>військово-торговельний «шлях із варягів у греки»</a:t>
          </a:r>
          <a:endParaRPr lang="uk-UA"/>
        </a:p>
      </dgm:t>
    </dgm:pt>
    <dgm:pt modelId="{092D35B7-0136-4CE6-959C-00A11E88151D}" type="parTrans" cxnId="{F33A8B0C-A4D4-40BE-8D58-3DCF93A63F9E}">
      <dgm:prSet/>
      <dgm:spPr/>
      <dgm:t>
        <a:bodyPr/>
        <a:lstStyle/>
        <a:p>
          <a:endParaRPr lang="uk-UA"/>
        </a:p>
      </dgm:t>
    </dgm:pt>
    <dgm:pt modelId="{AADEDD69-4D9A-4E09-BA6B-9ED09467134E}" type="sibTrans" cxnId="{F33A8B0C-A4D4-40BE-8D58-3DCF93A63F9E}">
      <dgm:prSet/>
      <dgm:spPr/>
      <dgm:t>
        <a:bodyPr/>
        <a:lstStyle/>
        <a:p>
          <a:endParaRPr lang="uk-UA"/>
        </a:p>
      </dgm:t>
    </dgm:pt>
    <dgm:pt modelId="{451AA98F-6F68-4EB9-9617-6B1FB0584273}" type="pres">
      <dgm:prSet presAssocID="{681A093D-5293-4F93-A721-EE51F1E9A05A}" presName="linear" presStyleCnt="0">
        <dgm:presLayoutVars>
          <dgm:animLvl val="lvl"/>
          <dgm:resizeHandles val="exact"/>
        </dgm:presLayoutVars>
      </dgm:prSet>
      <dgm:spPr/>
    </dgm:pt>
    <dgm:pt modelId="{9DBB6E61-C0C6-4CEF-8C63-5268B486AEE8}" type="pres">
      <dgm:prSet presAssocID="{78E52F5D-B52B-454E-A9CE-E7FD8DFCEA3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D1DCDCA-C631-44E7-B6E5-3BA0BD215742}" type="pres">
      <dgm:prSet presAssocID="{FB16D2B9-5B19-4DC1-AAFA-6829803BD666}" presName="spacer" presStyleCnt="0"/>
      <dgm:spPr/>
    </dgm:pt>
    <dgm:pt modelId="{CC93D30A-D897-4C75-B216-25B48359AFFF}" type="pres">
      <dgm:prSet presAssocID="{CCAAF4F8-EA78-4A88-BADD-B69A4813369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5FE7CDA-FDC2-4FB6-B295-0431E24FF1D9}" type="pres">
      <dgm:prSet presAssocID="{84495469-85AE-4013-AF2B-D9F21C621974}" presName="spacer" presStyleCnt="0"/>
      <dgm:spPr/>
    </dgm:pt>
    <dgm:pt modelId="{95CF33F9-A685-4DB0-B7BB-CF87E757DA58}" type="pres">
      <dgm:prSet presAssocID="{78EEC2D5-9DB1-4CF8-AD30-34A1DC1336F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7469977-627F-4BAE-BF98-3DA8D607A008}" type="pres">
      <dgm:prSet presAssocID="{1F758C74-8CDE-40EA-8315-55619BD03B39}" presName="spacer" presStyleCnt="0"/>
      <dgm:spPr/>
    </dgm:pt>
    <dgm:pt modelId="{178B4D6C-2228-41F9-BD5E-0039FCB361D0}" type="pres">
      <dgm:prSet presAssocID="{49558774-D90F-43BB-A8BC-7CD7C118874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33A8B0C-A4D4-40BE-8D58-3DCF93A63F9E}" srcId="{681A093D-5293-4F93-A721-EE51F1E9A05A}" destId="{49558774-D90F-43BB-A8BC-7CD7C1188745}" srcOrd="3" destOrd="0" parTransId="{092D35B7-0136-4CE6-959C-00A11E88151D}" sibTransId="{AADEDD69-4D9A-4E09-BA6B-9ED09467134E}"/>
    <dgm:cxn modelId="{F26A391B-64BE-4131-95EE-B37C97DD0BE0}" type="presOf" srcId="{CCAAF4F8-EA78-4A88-BADD-B69A48133695}" destId="{CC93D30A-D897-4C75-B216-25B48359AFFF}" srcOrd="0" destOrd="0" presId="urn:microsoft.com/office/officeart/2005/8/layout/vList2"/>
    <dgm:cxn modelId="{C351A02C-D802-41FA-BF9E-6AC065E91675}" srcId="{681A093D-5293-4F93-A721-EE51F1E9A05A}" destId="{78EEC2D5-9DB1-4CF8-AD30-34A1DC1336FE}" srcOrd="2" destOrd="0" parTransId="{48DA546B-5861-4348-AA9F-34F7EA7C04CA}" sibTransId="{1F758C74-8CDE-40EA-8315-55619BD03B39}"/>
    <dgm:cxn modelId="{272B4180-EE22-40D4-A984-329479584396}" srcId="{681A093D-5293-4F93-A721-EE51F1E9A05A}" destId="{CCAAF4F8-EA78-4A88-BADD-B69A48133695}" srcOrd="1" destOrd="0" parTransId="{EB8DE107-9D27-45BE-869E-9C408680C705}" sibTransId="{84495469-85AE-4013-AF2B-D9F21C621974}"/>
    <dgm:cxn modelId="{3EE23299-156D-43A5-B048-384D339BF765}" type="presOf" srcId="{49558774-D90F-43BB-A8BC-7CD7C1188745}" destId="{178B4D6C-2228-41F9-BD5E-0039FCB361D0}" srcOrd="0" destOrd="0" presId="urn:microsoft.com/office/officeart/2005/8/layout/vList2"/>
    <dgm:cxn modelId="{021789BC-D35E-426B-9775-2DA8F1464126}" srcId="{681A093D-5293-4F93-A721-EE51F1E9A05A}" destId="{78E52F5D-B52B-454E-A9CE-E7FD8DFCEA31}" srcOrd="0" destOrd="0" parTransId="{830313A2-F2CB-451A-9A81-0170936414D8}" sibTransId="{FB16D2B9-5B19-4DC1-AAFA-6829803BD666}"/>
    <dgm:cxn modelId="{5A06AAC9-B75A-422E-8CFE-00D23CD85856}" type="presOf" srcId="{78EEC2D5-9DB1-4CF8-AD30-34A1DC1336FE}" destId="{95CF33F9-A685-4DB0-B7BB-CF87E757DA58}" srcOrd="0" destOrd="0" presId="urn:microsoft.com/office/officeart/2005/8/layout/vList2"/>
    <dgm:cxn modelId="{5FB205F3-151B-4EF3-9A8C-D51421DB9F26}" type="presOf" srcId="{78E52F5D-B52B-454E-A9CE-E7FD8DFCEA31}" destId="{9DBB6E61-C0C6-4CEF-8C63-5268B486AEE8}" srcOrd="0" destOrd="0" presId="urn:microsoft.com/office/officeart/2005/8/layout/vList2"/>
    <dgm:cxn modelId="{128ED7F9-E130-4A7D-91BF-CEAE9160322E}" type="presOf" srcId="{681A093D-5293-4F93-A721-EE51F1E9A05A}" destId="{451AA98F-6F68-4EB9-9617-6B1FB0584273}" srcOrd="0" destOrd="0" presId="urn:microsoft.com/office/officeart/2005/8/layout/vList2"/>
    <dgm:cxn modelId="{FF52ED32-19DD-4F34-B06A-2F931B4F62E2}" type="presParOf" srcId="{451AA98F-6F68-4EB9-9617-6B1FB0584273}" destId="{9DBB6E61-C0C6-4CEF-8C63-5268B486AEE8}" srcOrd="0" destOrd="0" presId="urn:microsoft.com/office/officeart/2005/8/layout/vList2"/>
    <dgm:cxn modelId="{5627F125-6402-4483-AD06-BE8177CEC9D1}" type="presParOf" srcId="{451AA98F-6F68-4EB9-9617-6B1FB0584273}" destId="{AD1DCDCA-C631-44E7-B6E5-3BA0BD215742}" srcOrd="1" destOrd="0" presId="urn:microsoft.com/office/officeart/2005/8/layout/vList2"/>
    <dgm:cxn modelId="{CF34C6DD-61E5-4C9E-BC62-F30CFF61C53F}" type="presParOf" srcId="{451AA98F-6F68-4EB9-9617-6B1FB0584273}" destId="{CC93D30A-D897-4C75-B216-25B48359AFFF}" srcOrd="2" destOrd="0" presId="urn:microsoft.com/office/officeart/2005/8/layout/vList2"/>
    <dgm:cxn modelId="{E9BBF98F-3192-43BC-9CAA-7D41E1F18CBB}" type="presParOf" srcId="{451AA98F-6F68-4EB9-9617-6B1FB0584273}" destId="{25FE7CDA-FDC2-4FB6-B295-0431E24FF1D9}" srcOrd="3" destOrd="0" presId="urn:microsoft.com/office/officeart/2005/8/layout/vList2"/>
    <dgm:cxn modelId="{8A89C2DE-2AD5-40D9-A7E1-30D3FDE9C21B}" type="presParOf" srcId="{451AA98F-6F68-4EB9-9617-6B1FB0584273}" destId="{95CF33F9-A685-4DB0-B7BB-CF87E757DA58}" srcOrd="4" destOrd="0" presId="urn:microsoft.com/office/officeart/2005/8/layout/vList2"/>
    <dgm:cxn modelId="{74E5BD2D-FC10-4065-B70E-412D57A4492E}" type="presParOf" srcId="{451AA98F-6F68-4EB9-9617-6B1FB0584273}" destId="{77469977-627F-4BAE-BF98-3DA8D607A008}" srcOrd="5" destOrd="0" presId="urn:microsoft.com/office/officeart/2005/8/layout/vList2"/>
    <dgm:cxn modelId="{537C2E26-DAC1-4688-AB6E-952DA723989B}" type="presParOf" srcId="{451AA98F-6F68-4EB9-9617-6B1FB0584273}" destId="{178B4D6C-2228-41F9-BD5E-0039FCB361D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AF92019-B243-44E7-8ED8-E4C9F3F79AC0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32CBBC8-D416-4DAD-915E-6BEFC78865A9}">
      <dgm:prSet/>
      <dgm:spPr/>
      <dgm:t>
        <a:bodyPr/>
        <a:lstStyle/>
        <a:p>
          <a:r>
            <a:rPr lang="ru-RU" b="0" i="0"/>
            <a:t>Золотої Орди.</a:t>
          </a:r>
          <a:endParaRPr lang="uk-UA"/>
        </a:p>
      </dgm:t>
    </dgm:pt>
    <dgm:pt modelId="{D5C33CFD-5EDB-4CAC-8542-1B4628E12F78}" type="parTrans" cxnId="{7F252228-2EE9-4DBE-B26A-7C748D2B5927}">
      <dgm:prSet/>
      <dgm:spPr/>
      <dgm:t>
        <a:bodyPr/>
        <a:lstStyle/>
        <a:p>
          <a:endParaRPr lang="uk-UA"/>
        </a:p>
      </dgm:t>
    </dgm:pt>
    <dgm:pt modelId="{830DFD7A-5144-461B-9624-3574621458DB}" type="sibTrans" cxnId="{7F252228-2EE9-4DBE-B26A-7C748D2B5927}">
      <dgm:prSet/>
      <dgm:spPr/>
      <dgm:t>
        <a:bodyPr/>
        <a:lstStyle/>
        <a:p>
          <a:endParaRPr lang="uk-UA"/>
        </a:p>
      </dgm:t>
    </dgm:pt>
    <dgm:pt modelId="{6C3249B1-21A0-4A0B-8736-AF7437D09DBD}">
      <dgm:prSet/>
      <dgm:spPr/>
      <dgm:t>
        <a:bodyPr/>
        <a:lstStyle/>
        <a:p>
          <a:r>
            <a:rPr lang="ru-RU" b="0" i="0"/>
            <a:t>Великої Скіфії.</a:t>
          </a:r>
          <a:endParaRPr lang="uk-UA"/>
        </a:p>
      </dgm:t>
    </dgm:pt>
    <dgm:pt modelId="{A574D4F2-6695-4416-A644-23E585588577}" type="parTrans" cxnId="{5D0450CA-D22D-466D-BCED-8DB0AB71144B}">
      <dgm:prSet/>
      <dgm:spPr/>
      <dgm:t>
        <a:bodyPr/>
        <a:lstStyle/>
        <a:p>
          <a:endParaRPr lang="uk-UA"/>
        </a:p>
      </dgm:t>
    </dgm:pt>
    <dgm:pt modelId="{CC524018-4226-4729-BAE3-C351886BE21A}" type="sibTrans" cxnId="{5D0450CA-D22D-466D-BCED-8DB0AB71144B}">
      <dgm:prSet/>
      <dgm:spPr/>
      <dgm:t>
        <a:bodyPr/>
        <a:lstStyle/>
        <a:p>
          <a:endParaRPr lang="uk-UA"/>
        </a:p>
      </dgm:t>
    </dgm:pt>
    <dgm:pt modelId="{7A4479E9-D082-4BC2-BA9F-6366CB9EE91D}">
      <dgm:prSet/>
      <dgm:spPr/>
      <dgm:t>
        <a:bodyPr/>
        <a:lstStyle/>
        <a:p>
          <a:r>
            <a:rPr lang="ru-RU" b="0" i="0"/>
            <a:t>Аварського каганату.</a:t>
          </a:r>
          <a:endParaRPr lang="uk-UA"/>
        </a:p>
      </dgm:t>
    </dgm:pt>
    <dgm:pt modelId="{1E53653F-D2B1-4252-A922-EDEC8B7FC534}" type="parTrans" cxnId="{B3DF22C7-C375-42A9-B281-D9B10CC741DF}">
      <dgm:prSet/>
      <dgm:spPr/>
      <dgm:t>
        <a:bodyPr/>
        <a:lstStyle/>
        <a:p>
          <a:endParaRPr lang="uk-UA"/>
        </a:p>
      </dgm:t>
    </dgm:pt>
    <dgm:pt modelId="{0AB991FC-2BD8-401C-93C7-0C4811582231}" type="sibTrans" cxnId="{B3DF22C7-C375-42A9-B281-D9B10CC741DF}">
      <dgm:prSet/>
      <dgm:spPr/>
      <dgm:t>
        <a:bodyPr/>
        <a:lstStyle/>
        <a:p>
          <a:endParaRPr lang="uk-UA"/>
        </a:p>
      </dgm:t>
    </dgm:pt>
    <dgm:pt modelId="{053A79D0-3985-4625-8A47-2F26FFC9836C}">
      <dgm:prSet/>
      <dgm:spPr/>
      <dgm:t>
        <a:bodyPr/>
        <a:lstStyle/>
        <a:p>
          <a:r>
            <a:rPr lang="ru-RU" b="0" i="0"/>
            <a:t>Хозарського каганату</a:t>
          </a:r>
          <a:endParaRPr lang="uk-UA"/>
        </a:p>
      </dgm:t>
    </dgm:pt>
    <dgm:pt modelId="{95FC0715-007F-4E6C-AD72-9053C8A66430}" type="parTrans" cxnId="{35A66F61-E7AD-45CF-A8D8-3AD599198110}">
      <dgm:prSet/>
      <dgm:spPr/>
      <dgm:t>
        <a:bodyPr/>
        <a:lstStyle/>
        <a:p>
          <a:endParaRPr lang="uk-UA"/>
        </a:p>
      </dgm:t>
    </dgm:pt>
    <dgm:pt modelId="{EF85007F-EA7A-4C37-97BC-CF4A32F12160}" type="sibTrans" cxnId="{35A66F61-E7AD-45CF-A8D8-3AD599198110}">
      <dgm:prSet/>
      <dgm:spPr/>
      <dgm:t>
        <a:bodyPr/>
        <a:lstStyle/>
        <a:p>
          <a:endParaRPr lang="uk-UA"/>
        </a:p>
      </dgm:t>
    </dgm:pt>
    <dgm:pt modelId="{5EBBDE72-EB88-45E5-B1FC-82A0A65902F4}" type="pres">
      <dgm:prSet presAssocID="{4AF92019-B243-44E7-8ED8-E4C9F3F79AC0}" presName="Name0" presStyleCnt="0">
        <dgm:presLayoutVars>
          <dgm:dir/>
          <dgm:animLvl val="lvl"/>
          <dgm:resizeHandles/>
        </dgm:presLayoutVars>
      </dgm:prSet>
      <dgm:spPr/>
    </dgm:pt>
    <dgm:pt modelId="{AF7E99D9-2950-42B8-9AF0-0BFD573618F5}" type="pres">
      <dgm:prSet presAssocID="{432CBBC8-D416-4DAD-915E-6BEFC78865A9}" presName="linNode" presStyleCnt="0"/>
      <dgm:spPr/>
    </dgm:pt>
    <dgm:pt modelId="{B44BBC68-A2BB-4510-A942-40B493B93858}" type="pres">
      <dgm:prSet presAssocID="{432CBBC8-D416-4DAD-915E-6BEFC78865A9}" presName="parentShp" presStyleLbl="node1" presStyleIdx="0" presStyleCnt="4">
        <dgm:presLayoutVars>
          <dgm:bulletEnabled val="1"/>
        </dgm:presLayoutVars>
      </dgm:prSet>
      <dgm:spPr/>
    </dgm:pt>
    <dgm:pt modelId="{E62D68C8-EABE-4DCE-914D-B5C91047286F}" type="pres">
      <dgm:prSet presAssocID="{432CBBC8-D416-4DAD-915E-6BEFC78865A9}" presName="childShp" presStyleLbl="bgAccFollowNode1" presStyleIdx="0" presStyleCnt="4">
        <dgm:presLayoutVars>
          <dgm:bulletEnabled val="1"/>
        </dgm:presLayoutVars>
      </dgm:prSet>
      <dgm:spPr/>
    </dgm:pt>
    <dgm:pt modelId="{0C2EBB62-B8C9-44B3-B1E7-14757FA6E082}" type="pres">
      <dgm:prSet presAssocID="{830DFD7A-5144-461B-9624-3574621458DB}" presName="spacing" presStyleCnt="0"/>
      <dgm:spPr/>
    </dgm:pt>
    <dgm:pt modelId="{F85153F1-5195-42D0-8592-7850E119ACEE}" type="pres">
      <dgm:prSet presAssocID="{6C3249B1-21A0-4A0B-8736-AF7437D09DBD}" presName="linNode" presStyleCnt="0"/>
      <dgm:spPr/>
    </dgm:pt>
    <dgm:pt modelId="{FF13596C-3670-4182-A545-B5BE19A2C73D}" type="pres">
      <dgm:prSet presAssocID="{6C3249B1-21A0-4A0B-8736-AF7437D09DBD}" presName="parentShp" presStyleLbl="node1" presStyleIdx="1" presStyleCnt="4">
        <dgm:presLayoutVars>
          <dgm:bulletEnabled val="1"/>
        </dgm:presLayoutVars>
      </dgm:prSet>
      <dgm:spPr/>
    </dgm:pt>
    <dgm:pt modelId="{10E19688-AB14-4DDF-9527-274F73FF1C04}" type="pres">
      <dgm:prSet presAssocID="{6C3249B1-21A0-4A0B-8736-AF7437D09DBD}" presName="childShp" presStyleLbl="bgAccFollowNode1" presStyleIdx="1" presStyleCnt="4">
        <dgm:presLayoutVars>
          <dgm:bulletEnabled val="1"/>
        </dgm:presLayoutVars>
      </dgm:prSet>
      <dgm:spPr/>
    </dgm:pt>
    <dgm:pt modelId="{552C13BA-35D8-49AB-95F2-89954E1BA0AA}" type="pres">
      <dgm:prSet presAssocID="{CC524018-4226-4729-BAE3-C351886BE21A}" presName="spacing" presStyleCnt="0"/>
      <dgm:spPr/>
    </dgm:pt>
    <dgm:pt modelId="{23B6D559-C2D5-4123-B7A9-26D1171E6B74}" type="pres">
      <dgm:prSet presAssocID="{7A4479E9-D082-4BC2-BA9F-6366CB9EE91D}" presName="linNode" presStyleCnt="0"/>
      <dgm:spPr/>
    </dgm:pt>
    <dgm:pt modelId="{8BDBD5C8-A582-4D2E-818E-A5ACB55F1743}" type="pres">
      <dgm:prSet presAssocID="{7A4479E9-D082-4BC2-BA9F-6366CB9EE91D}" presName="parentShp" presStyleLbl="node1" presStyleIdx="2" presStyleCnt="4">
        <dgm:presLayoutVars>
          <dgm:bulletEnabled val="1"/>
        </dgm:presLayoutVars>
      </dgm:prSet>
      <dgm:spPr/>
    </dgm:pt>
    <dgm:pt modelId="{0D007D1A-66C7-43E7-989F-08B67422F9D6}" type="pres">
      <dgm:prSet presAssocID="{7A4479E9-D082-4BC2-BA9F-6366CB9EE91D}" presName="childShp" presStyleLbl="bgAccFollowNode1" presStyleIdx="2" presStyleCnt="4">
        <dgm:presLayoutVars>
          <dgm:bulletEnabled val="1"/>
        </dgm:presLayoutVars>
      </dgm:prSet>
      <dgm:spPr/>
    </dgm:pt>
    <dgm:pt modelId="{F4941851-2DE5-46A1-942C-D7EAA5AA2329}" type="pres">
      <dgm:prSet presAssocID="{0AB991FC-2BD8-401C-93C7-0C4811582231}" presName="spacing" presStyleCnt="0"/>
      <dgm:spPr/>
    </dgm:pt>
    <dgm:pt modelId="{65A98FFD-6FA6-42A5-B5A0-F65246ED5538}" type="pres">
      <dgm:prSet presAssocID="{053A79D0-3985-4625-8A47-2F26FFC9836C}" presName="linNode" presStyleCnt="0"/>
      <dgm:spPr/>
    </dgm:pt>
    <dgm:pt modelId="{EC81D177-4EA2-4557-9AFB-A462790A63DE}" type="pres">
      <dgm:prSet presAssocID="{053A79D0-3985-4625-8A47-2F26FFC9836C}" presName="parentShp" presStyleLbl="node1" presStyleIdx="3" presStyleCnt="4">
        <dgm:presLayoutVars>
          <dgm:bulletEnabled val="1"/>
        </dgm:presLayoutVars>
      </dgm:prSet>
      <dgm:spPr/>
    </dgm:pt>
    <dgm:pt modelId="{B500DA36-DC5B-4A63-8A43-521EF3B9F7F6}" type="pres">
      <dgm:prSet presAssocID="{053A79D0-3985-4625-8A47-2F26FFC9836C}" presName="childShp" presStyleLbl="bgAccFollowNode1" presStyleIdx="3" presStyleCnt="4">
        <dgm:presLayoutVars>
          <dgm:bulletEnabled val="1"/>
        </dgm:presLayoutVars>
      </dgm:prSet>
      <dgm:spPr/>
    </dgm:pt>
  </dgm:ptLst>
  <dgm:cxnLst>
    <dgm:cxn modelId="{7F252228-2EE9-4DBE-B26A-7C748D2B5927}" srcId="{4AF92019-B243-44E7-8ED8-E4C9F3F79AC0}" destId="{432CBBC8-D416-4DAD-915E-6BEFC78865A9}" srcOrd="0" destOrd="0" parTransId="{D5C33CFD-5EDB-4CAC-8542-1B4628E12F78}" sibTransId="{830DFD7A-5144-461B-9624-3574621458DB}"/>
    <dgm:cxn modelId="{C986D75E-6BB6-4077-9AE0-42F44123506D}" type="presOf" srcId="{053A79D0-3985-4625-8A47-2F26FFC9836C}" destId="{EC81D177-4EA2-4557-9AFB-A462790A63DE}" srcOrd="0" destOrd="0" presId="urn:microsoft.com/office/officeart/2005/8/layout/vList6"/>
    <dgm:cxn modelId="{35A66F61-E7AD-45CF-A8D8-3AD599198110}" srcId="{4AF92019-B243-44E7-8ED8-E4C9F3F79AC0}" destId="{053A79D0-3985-4625-8A47-2F26FFC9836C}" srcOrd="3" destOrd="0" parTransId="{95FC0715-007F-4E6C-AD72-9053C8A66430}" sibTransId="{EF85007F-EA7A-4C37-97BC-CF4A32F12160}"/>
    <dgm:cxn modelId="{93D50559-C130-4599-8C37-BFA42CDC7E4B}" type="presOf" srcId="{432CBBC8-D416-4DAD-915E-6BEFC78865A9}" destId="{B44BBC68-A2BB-4510-A942-40B493B93858}" srcOrd="0" destOrd="0" presId="urn:microsoft.com/office/officeart/2005/8/layout/vList6"/>
    <dgm:cxn modelId="{B197E696-AE0D-4B3D-991A-9E9A01906F7F}" type="presOf" srcId="{6C3249B1-21A0-4A0B-8736-AF7437D09DBD}" destId="{FF13596C-3670-4182-A545-B5BE19A2C73D}" srcOrd="0" destOrd="0" presId="urn:microsoft.com/office/officeart/2005/8/layout/vList6"/>
    <dgm:cxn modelId="{1199879E-E835-4720-8643-91CE5DA3E3DE}" type="presOf" srcId="{4AF92019-B243-44E7-8ED8-E4C9F3F79AC0}" destId="{5EBBDE72-EB88-45E5-B1FC-82A0A65902F4}" srcOrd="0" destOrd="0" presId="urn:microsoft.com/office/officeart/2005/8/layout/vList6"/>
    <dgm:cxn modelId="{F38F52B1-019C-4700-879C-BF2ED05EB9D9}" type="presOf" srcId="{7A4479E9-D082-4BC2-BA9F-6366CB9EE91D}" destId="{8BDBD5C8-A582-4D2E-818E-A5ACB55F1743}" srcOrd="0" destOrd="0" presId="urn:microsoft.com/office/officeart/2005/8/layout/vList6"/>
    <dgm:cxn modelId="{B3DF22C7-C375-42A9-B281-D9B10CC741DF}" srcId="{4AF92019-B243-44E7-8ED8-E4C9F3F79AC0}" destId="{7A4479E9-D082-4BC2-BA9F-6366CB9EE91D}" srcOrd="2" destOrd="0" parTransId="{1E53653F-D2B1-4252-A922-EDEC8B7FC534}" sibTransId="{0AB991FC-2BD8-401C-93C7-0C4811582231}"/>
    <dgm:cxn modelId="{5D0450CA-D22D-466D-BCED-8DB0AB71144B}" srcId="{4AF92019-B243-44E7-8ED8-E4C9F3F79AC0}" destId="{6C3249B1-21A0-4A0B-8736-AF7437D09DBD}" srcOrd="1" destOrd="0" parTransId="{A574D4F2-6695-4416-A644-23E585588577}" sibTransId="{CC524018-4226-4729-BAE3-C351886BE21A}"/>
    <dgm:cxn modelId="{A3956C4C-C2E9-4E62-9FD3-B07708CBB2F3}" type="presParOf" srcId="{5EBBDE72-EB88-45E5-B1FC-82A0A65902F4}" destId="{AF7E99D9-2950-42B8-9AF0-0BFD573618F5}" srcOrd="0" destOrd="0" presId="urn:microsoft.com/office/officeart/2005/8/layout/vList6"/>
    <dgm:cxn modelId="{C60ECDC5-F5DF-411F-814E-6E20E0C11440}" type="presParOf" srcId="{AF7E99D9-2950-42B8-9AF0-0BFD573618F5}" destId="{B44BBC68-A2BB-4510-A942-40B493B93858}" srcOrd="0" destOrd="0" presId="urn:microsoft.com/office/officeart/2005/8/layout/vList6"/>
    <dgm:cxn modelId="{8F78BCCA-BFF1-4CA0-8719-A86CDD28BE50}" type="presParOf" srcId="{AF7E99D9-2950-42B8-9AF0-0BFD573618F5}" destId="{E62D68C8-EABE-4DCE-914D-B5C91047286F}" srcOrd="1" destOrd="0" presId="urn:microsoft.com/office/officeart/2005/8/layout/vList6"/>
    <dgm:cxn modelId="{3F27EE25-1A80-4399-AE74-56B9B024CB65}" type="presParOf" srcId="{5EBBDE72-EB88-45E5-B1FC-82A0A65902F4}" destId="{0C2EBB62-B8C9-44B3-B1E7-14757FA6E082}" srcOrd="1" destOrd="0" presId="urn:microsoft.com/office/officeart/2005/8/layout/vList6"/>
    <dgm:cxn modelId="{8DA1C9EB-0C55-4B80-ADD1-15DD00CD7391}" type="presParOf" srcId="{5EBBDE72-EB88-45E5-B1FC-82A0A65902F4}" destId="{F85153F1-5195-42D0-8592-7850E119ACEE}" srcOrd="2" destOrd="0" presId="urn:microsoft.com/office/officeart/2005/8/layout/vList6"/>
    <dgm:cxn modelId="{08A877C7-C611-4FC8-9159-0A4F19BC49A6}" type="presParOf" srcId="{F85153F1-5195-42D0-8592-7850E119ACEE}" destId="{FF13596C-3670-4182-A545-B5BE19A2C73D}" srcOrd="0" destOrd="0" presId="urn:microsoft.com/office/officeart/2005/8/layout/vList6"/>
    <dgm:cxn modelId="{D740230B-D5F6-4767-8054-2DB065FFC809}" type="presParOf" srcId="{F85153F1-5195-42D0-8592-7850E119ACEE}" destId="{10E19688-AB14-4DDF-9527-274F73FF1C04}" srcOrd="1" destOrd="0" presId="urn:microsoft.com/office/officeart/2005/8/layout/vList6"/>
    <dgm:cxn modelId="{B562DC4A-3E06-4116-970C-9BE57A900913}" type="presParOf" srcId="{5EBBDE72-EB88-45E5-B1FC-82A0A65902F4}" destId="{552C13BA-35D8-49AB-95F2-89954E1BA0AA}" srcOrd="3" destOrd="0" presId="urn:microsoft.com/office/officeart/2005/8/layout/vList6"/>
    <dgm:cxn modelId="{E489C760-8825-4E24-9A0E-93E75566F9D0}" type="presParOf" srcId="{5EBBDE72-EB88-45E5-B1FC-82A0A65902F4}" destId="{23B6D559-C2D5-4123-B7A9-26D1171E6B74}" srcOrd="4" destOrd="0" presId="urn:microsoft.com/office/officeart/2005/8/layout/vList6"/>
    <dgm:cxn modelId="{BF9F35FB-3964-4F3F-AC54-9D754F7D7139}" type="presParOf" srcId="{23B6D559-C2D5-4123-B7A9-26D1171E6B74}" destId="{8BDBD5C8-A582-4D2E-818E-A5ACB55F1743}" srcOrd="0" destOrd="0" presId="urn:microsoft.com/office/officeart/2005/8/layout/vList6"/>
    <dgm:cxn modelId="{D71CA395-0C6E-4378-9918-9E7556A6955F}" type="presParOf" srcId="{23B6D559-C2D5-4123-B7A9-26D1171E6B74}" destId="{0D007D1A-66C7-43E7-989F-08B67422F9D6}" srcOrd="1" destOrd="0" presId="urn:microsoft.com/office/officeart/2005/8/layout/vList6"/>
    <dgm:cxn modelId="{38CA893E-3160-4049-9805-80F77CB8BF66}" type="presParOf" srcId="{5EBBDE72-EB88-45E5-B1FC-82A0A65902F4}" destId="{F4941851-2DE5-46A1-942C-D7EAA5AA2329}" srcOrd="5" destOrd="0" presId="urn:microsoft.com/office/officeart/2005/8/layout/vList6"/>
    <dgm:cxn modelId="{CF531054-1AAE-4CEE-B076-72787CFB98B5}" type="presParOf" srcId="{5EBBDE72-EB88-45E5-B1FC-82A0A65902F4}" destId="{65A98FFD-6FA6-42A5-B5A0-F65246ED5538}" srcOrd="6" destOrd="0" presId="urn:microsoft.com/office/officeart/2005/8/layout/vList6"/>
    <dgm:cxn modelId="{7BFD60F5-397D-45DF-AC99-01BAD3AF157D}" type="presParOf" srcId="{65A98FFD-6FA6-42A5-B5A0-F65246ED5538}" destId="{EC81D177-4EA2-4557-9AFB-A462790A63DE}" srcOrd="0" destOrd="0" presId="urn:microsoft.com/office/officeart/2005/8/layout/vList6"/>
    <dgm:cxn modelId="{6F0D11CA-0742-4AEA-8ECA-F70454300679}" type="presParOf" srcId="{65A98FFD-6FA6-42A5-B5A0-F65246ED5538}" destId="{B500DA36-DC5B-4A63-8A43-521EF3B9F7F6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8B0136C-AEB8-4048-BE41-DC0D55280B8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1A06D5B-2364-4528-B082-51370D616A5F}">
      <dgm:prSet/>
      <dgm:spPr/>
      <dgm:t>
        <a:bodyPr/>
        <a:lstStyle/>
        <a:p>
          <a:r>
            <a:rPr lang="en-US" b="0" i="0"/>
            <a:t>III-IV </a:t>
          </a:r>
          <a:r>
            <a:rPr lang="uk-UA" b="0" i="0"/>
            <a:t>ст.</a:t>
          </a:r>
          <a:endParaRPr lang="uk-UA"/>
        </a:p>
      </dgm:t>
    </dgm:pt>
    <dgm:pt modelId="{20C54925-6BD5-4CA5-BB4B-9F422B4883FB}" type="parTrans" cxnId="{DF696179-29AA-40BB-80BF-67EA6F3B8EFF}">
      <dgm:prSet/>
      <dgm:spPr/>
      <dgm:t>
        <a:bodyPr/>
        <a:lstStyle/>
        <a:p>
          <a:endParaRPr lang="uk-UA"/>
        </a:p>
      </dgm:t>
    </dgm:pt>
    <dgm:pt modelId="{485654D9-FDAD-4FBE-AAFC-69F3723B9602}" type="sibTrans" cxnId="{DF696179-29AA-40BB-80BF-67EA6F3B8EFF}">
      <dgm:prSet/>
      <dgm:spPr/>
      <dgm:t>
        <a:bodyPr/>
        <a:lstStyle/>
        <a:p>
          <a:endParaRPr lang="uk-UA"/>
        </a:p>
      </dgm:t>
    </dgm:pt>
    <dgm:pt modelId="{892AB662-C77A-47DD-BAB7-2FF8C8988622}">
      <dgm:prSet/>
      <dgm:spPr/>
      <dgm:t>
        <a:bodyPr/>
        <a:lstStyle/>
        <a:p>
          <a:r>
            <a:rPr lang="en-US" b="0" i="0"/>
            <a:t>V–VII </a:t>
          </a:r>
          <a:r>
            <a:rPr lang="uk-UA" b="0" i="0"/>
            <a:t>ст.</a:t>
          </a:r>
          <a:endParaRPr lang="uk-UA"/>
        </a:p>
      </dgm:t>
    </dgm:pt>
    <dgm:pt modelId="{F5F9060E-8BAD-46BC-BF2B-7D23C0DF594D}" type="parTrans" cxnId="{FE79137D-DDB4-4FF3-86E0-B43A70EB14FC}">
      <dgm:prSet/>
      <dgm:spPr/>
      <dgm:t>
        <a:bodyPr/>
        <a:lstStyle/>
        <a:p>
          <a:endParaRPr lang="uk-UA"/>
        </a:p>
      </dgm:t>
    </dgm:pt>
    <dgm:pt modelId="{C080E3AC-87FF-4E1C-80B7-CE83ACFB4089}" type="sibTrans" cxnId="{FE79137D-DDB4-4FF3-86E0-B43A70EB14FC}">
      <dgm:prSet/>
      <dgm:spPr/>
      <dgm:t>
        <a:bodyPr/>
        <a:lstStyle/>
        <a:p>
          <a:endParaRPr lang="uk-UA"/>
        </a:p>
      </dgm:t>
    </dgm:pt>
    <dgm:pt modelId="{FDA1F1F0-B427-4922-9A96-630B53EA2232}">
      <dgm:prSet/>
      <dgm:spPr/>
      <dgm:t>
        <a:bodyPr/>
        <a:lstStyle/>
        <a:p>
          <a:r>
            <a:rPr lang="en-US" b="0" i="0" dirty="0"/>
            <a:t>VIII-IX </a:t>
          </a:r>
          <a:r>
            <a:rPr lang="uk-UA" b="0" i="0" dirty="0"/>
            <a:t>ст.</a:t>
          </a:r>
          <a:endParaRPr lang="uk-UA" dirty="0"/>
        </a:p>
      </dgm:t>
    </dgm:pt>
    <dgm:pt modelId="{C8495250-9E50-4AEE-A0B9-3D21DD176C5C}" type="parTrans" cxnId="{DFB61B89-B469-4205-A8D4-7659195CF362}">
      <dgm:prSet/>
      <dgm:spPr/>
      <dgm:t>
        <a:bodyPr/>
        <a:lstStyle/>
        <a:p>
          <a:endParaRPr lang="uk-UA"/>
        </a:p>
      </dgm:t>
    </dgm:pt>
    <dgm:pt modelId="{CEDF792B-BC71-456B-A8FC-3764B7A47DF3}" type="sibTrans" cxnId="{DFB61B89-B469-4205-A8D4-7659195CF362}">
      <dgm:prSet/>
      <dgm:spPr/>
      <dgm:t>
        <a:bodyPr/>
        <a:lstStyle/>
        <a:p>
          <a:endParaRPr lang="uk-UA"/>
        </a:p>
      </dgm:t>
    </dgm:pt>
    <dgm:pt modelId="{E7F2CF43-4A75-4627-A772-EC4F121EE682}">
      <dgm:prSet/>
      <dgm:spPr/>
      <dgm:t>
        <a:bodyPr/>
        <a:lstStyle/>
        <a:p>
          <a:r>
            <a:rPr lang="en-US" b="0" i="0" dirty="0"/>
            <a:t>X-XI </a:t>
          </a:r>
          <a:r>
            <a:rPr lang="uk-UA" b="0" i="0" dirty="0"/>
            <a:t>ст.</a:t>
          </a:r>
          <a:endParaRPr lang="uk-UA" dirty="0"/>
        </a:p>
      </dgm:t>
    </dgm:pt>
    <dgm:pt modelId="{17E55174-7F0C-4A6C-BD52-7465C8AB8891}" type="parTrans" cxnId="{79CC2234-EDDD-4983-8368-E33CBA7D6A9C}">
      <dgm:prSet/>
      <dgm:spPr/>
      <dgm:t>
        <a:bodyPr/>
        <a:lstStyle/>
        <a:p>
          <a:endParaRPr lang="uk-UA"/>
        </a:p>
      </dgm:t>
    </dgm:pt>
    <dgm:pt modelId="{5203729F-34CF-47A5-803D-909B475C2087}" type="sibTrans" cxnId="{79CC2234-EDDD-4983-8368-E33CBA7D6A9C}">
      <dgm:prSet/>
      <dgm:spPr/>
      <dgm:t>
        <a:bodyPr/>
        <a:lstStyle/>
        <a:p>
          <a:endParaRPr lang="uk-UA"/>
        </a:p>
      </dgm:t>
    </dgm:pt>
    <dgm:pt modelId="{CC4449FA-A1C1-41FA-82D4-E24AA48830C4}" type="pres">
      <dgm:prSet presAssocID="{B8B0136C-AEB8-4048-BE41-DC0D55280B80}" presName="linear" presStyleCnt="0">
        <dgm:presLayoutVars>
          <dgm:animLvl val="lvl"/>
          <dgm:resizeHandles val="exact"/>
        </dgm:presLayoutVars>
      </dgm:prSet>
      <dgm:spPr/>
    </dgm:pt>
    <dgm:pt modelId="{9B172193-F1F6-497D-B0E5-C5FB250D73D2}" type="pres">
      <dgm:prSet presAssocID="{11A06D5B-2364-4528-B082-51370D616A5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5382755-111A-4714-A819-6AE69D34B131}" type="pres">
      <dgm:prSet presAssocID="{485654D9-FDAD-4FBE-AAFC-69F3723B9602}" presName="spacer" presStyleCnt="0"/>
      <dgm:spPr/>
    </dgm:pt>
    <dgm:pt modelId="{1CC7CCD0-73EC-4D11-9F0B-F5DEDD9055BC}" type="pres">
      <dgm:prSet presAssocID="{892AB662-C77A-47DD-BAB7-2FF8C898862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7ABCBC1-E9DA-46FB-8509-E6F6EDE849D1}" type="pres">
      <dgm:prSet presAssocID="{C080E3AC-87FF-4E1C-80B7-CE83ACFB4089}" presName="spacer" presStyleCnt="0"/>
      <dgm:spPr/>
    </dgm:pt>
    <dgm:pt modelId="{70410523-6169-4D78-98DA-DC4683DF61D9}" type="pres">
      <dgm:prSet presAssocID="{FDA1F1F0-B427-4922-9A96-630B53EA223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B86EB44-C8F5-455A-9381-321F2489150C}" type="pres">
      <dgm:prSet presAssocID="{CEDF792B-BC71-456B-A8FC-3764B7A47DF3}" presName="spacer" presStyleCnt="0"/>
      <dgm:spPr/>
    </dgm:pt>
    <dgm:pt modelId="{81BA7F36-6F50-4D53-883D-66961A15A6AE}" type="pres">
      <dgm:prSet presAssocID="{E7F2CF43-4A75-4627-A772-EC4F121EE68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A12CC19-E19B-459D-AAA5-B8BFE63DD9DD}" type="presOf" srcId="{FDA1F1F0-B427-4922-9A96-630B53EA2232}" destId="{70410523-6169-4D78-98DA-DC4683DF61D9}" srcOrd="0" destOrd="0" presId="urn:microsoft.com/office/officeart/2005/8/layout/vList2"/>
    <dgm:cxn modelId="{AF4CA21A-1265-4B2C-AFC5-CAFD89B493F0}" type="presOf" srcId="{B8B0136C-AEB8-4048-BE41-DC0D55280B80}" destId="{CC4449FA-A1C1-41FA-82D4-E24AA48830C4}" srcOrd="0" destOrd="0" presId="urn:microsoft.com/office/officeart/2005/8/layout/vList2"/>
    <dgm:cxn modelId="{92739E27-DC56-4AE7-96C4-680EA122F6F9}" type="presOf" srcId="{892AB662-C77A-47DD-BAB7-2FF8C8988622}" destId="{1CC7CCD0-73EC-4D11-9F0B-F5DEDD9055BC}" srcOrd="0" destOrd="0" presId="urn:microsoft.com/office/officeart/2005/8/layout/vList2"/>
    <dgm:cxn modelId="{2C27E831-5120-4A80-9435-470C0508F334}" type="presOf" srcId="{11A06D5B-2364-4528-B082-51370D616A5F}" destId="{9B172193-F1F6-497D-B0E5-C5FB250D73D2}" srcOrd="0" destOrd="0" presId="urn:microsoft.com/office/officeart/2005/8/layout/vList2"/>
    <dgm:cxn modelId="{79CC2234-EDDD-4983-8368-E33CBA7D6A9C}" srcId="{B8B0136C-AEB8-4048-BE41-DC0D55280B80}" destId="{E7F2CF43-4A75-4627-A772-EC4F121EE682}" srcOrd="3" destOrd="0" parTransId="{17E55174-7F0C-4A6C-BD52-7465C8AB8891}" sibTransId="{5203729F-34CF-47A5-803D-909B475C2087}"/>
    <dgm:cxn modelId="{DF696179-29AA-40BB-80BF-67EA6F3B8EFF}" srcId="{B8B0136C-AEB8-4048-BE41-DC0D55280B80}" destId="{11A06D5B-2364-4528-B082-51370D616A5F}" srcOrd="0" destOrd="0" parTransId="{20C54925-6BD5-4CA5-BB4B-9F422B4883FB}" sibTransId="{485654D9-FDAD-4FBE-AAFC-69F3723B9602}"/>
    <dgm:cxn modelId="{FE79137D-DDB4-4FF3-86E0-B43A70EB14FC}" srcId="{B8B0136C-AEB8-4048-BE41-DC0D55280B80}" destId="{892AB662-C77A-47DD-BAB7-2FF8C8988622}" srcOrd="1" destOrd="0" parTransId="{F5F9060E-8BAD-46BC-BF2B-7D23C0DF594D}" sibTransId="{C080E3AC-87FF-4E1C-80B7-CE83ACFB4089}"/>
    <dgm:cxn modelId="{DFB61B89-B469-4205-A8D4-7659195CF362}" srcId="{B8B0136C-AEB8-4048-BE41-DC0D55280B80}" destId="{FDA1F1F0-B427-4922-9A96-630B53EA2232}" srcOrd="2" destOrd="0" parTransId="{C8495250-9E50-4AEE-A0B9-3D21DD176C5C}" sibTransId="{CEDF792B-BC71-456B-A8FC-3764B7A47DF3}"/>
    <dgm:cxn modelId="{334CF1DC-1542-4A43-BE12-F9A76F2D7EC0}" type="presOf" srcId="{E7F2CF43-4A75-4627-A772-EC4F121EE682}" destId="{81BA7F36-6F50-4D53-883D-66961A15A6AE}" srcOrd="0" destOrd="0" presId="urn:microsoft.com/office/officeart/2005/8/layout/vList2"/>
    <dgm:cxn modelId="{C935BFDE-D676-4691-B24A-3DC5B8C1F386}" type="presParOf" srcId="{CC4449FA-A1C1-41FA-82D4-E24AA48830C4}" destId="{9B172193-F1F6-497D-B0E5-C5FB250D73D2}" srcOrd="0" destOrd="0" presId="urn:microsoft.com/office/officeart/2005/8/layout/vList2"/>
    <dgm:cxn modelId="{75355AB3-DCA6-41A6-A99F-DF2DA90CA8A0}" type="presParOf" srcId="{CC4449FA-A1C1-41FA-82D4-E24AA48830C4}" destId="{55382755-111A-4714-A819-6AE69D34B131}" srcOrd="1" destOrd="0" presId="urn:microsoft.com/office/officeart/2005/8/layout/vList2"/>
    <dgm:cxn modelId="{E9747774-B6C0-42A2-9A33-14CF2DD3D197}" type="presParOf" srcId="{CC4449FA-A1C1-41FA-82D4-E24AA48830C4}" destId="{1CC7CCD0-73EC-4D11-9F0B-F5DEDD9055BC}" srcOrd="2" destOrd="0" presId="urn:microsoft.com/office/officeart/2005/8/layout/vList2"/>
    <dgm:cxn modelId="{FED79797-0112-472E-A8AA-FC8C4524B14D}" type="presParOf" srcId="{CC4449FA-A1C1-41FA-82D4-E24AA48830C4}" destId="{67ABCBC1-E9DA-46FB-8509-E6F6EDE849D1}" srcOrd="3" destOrd="0" presId="urn:microsoft.com/office/officeart/2005/8/layout/vList2"/>
    <dgm:cxn modelId="{BB8BBC44-F616-42DA-8C75-8AA44D9E9031}" type="presParOf" srcId="{CC4449FA-A1C1-41FA-82D4-E24AA48830C4}" destId="{70410523-6169-4D78-98DA-DC4683DF61D9}" srcOrd="4" destOrd="0" presId="urn:microsoft.com/office/officeart/2005/8/layout/vList2"/>
    <dgm:cxn modelId="{B2BCB00B-F137-4889-B9B6-ADB8BDFDDD3B}" type="presParOf" srcId="{CC4449FA-A1C1-41FA-82D4-E24AA48830C4}" destId="{1B86EB44-C8F5-455A-9381-321F2489150C}" srcOrd="5" destOrd="0" presId="urn:microsoft.com/office/officeart/2005/8/layout/vList2"/>
    <dgm:cxn modelId="{846E8B1C-F063-4502-85B2-E4C4B9457484}" type="presParOf" srcId="{CC4449FA-A1C1-41FA-82D4-E24AA48830C4}" destId="{81BA7F36-6F50-4D53-883D-66961A15A6A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EBF55A5-3230-4231-8756-16C3ACFD5565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F4131BA-7B7F-4BEF-A44F-658CAE11BFDF}">
      <dgm:prSet/>
      <dgm:spPr/>
      <dgm:t>
        <a:bodyPr/>
        <a:lstStyle/>
        <a:p>
          <a:r>
            <a:rPr lang="ru-RU" b="0" i="0"/>
            <a:t>860 р.</a:t>
          </a:r>
          <a:endParaRPr lang="uk-UA"/>
        </a:p>
      </dgm:t>
    </dgm:pt>
    <dgm:pt modelId="{A78BA785-93A7-437E-939B-09FD1EE4452B}" type="parTrans" cxnId="{03376204-8323-4AD1-9A8D-863881B2B14B}">
      <dgm:prSet/>
      <dgm:spPr/>
      <dgm:t>
        <a:bodyPr/>
        <a:lstStyle/>
        <a:p>
          <a:endParaRPr lang="uk-UA"/>
        </a:p>
      </dgm:t>
    </dgm:pt>
    <dgm:pt modelId="{23183AC6-225D-4D38-827B-CDA12C844CCE}" type="sibTrans" cxnId="{03376204-8323-4AD1-9A8D-863881B2B14B}">
      <dgm:prSet/>
      <dgm:spPr/>
      <dgm:t>
        <a:bodyPr/>
        <a:lstStyle/>
        <a:p>
          <a:endParaRPr lang="uk-UA"/>
        </a:p>
      </dgm:t>
    </dgm:pt>
    <dgm:pt modelId="{97B6680F-458F-4787-888A-7F9810A89050}">
      <dgm:prSet/>
      <dgm:spPr/>
      <dgm:t>
        <a:bodyPr/>
        <a:lstStyle/>
        <a:p>
          <a:r>
            <a:rPr lang="ru-RU" b="0" i="0"/>
            <a:t>882 р.</a:t>
          </a:r>
          <a:endParaRPr lang="uk-UA"/>
        </a:p>
      </dgm:t>
    </dgm:pt>
    <dgm:pt modelId="{DE3257D9-164C-4E59-9EDD-9B65DA2CFA19}" type="parTrans" cxnId="{F8065C70-EECA-4FF4-891C-2F96CBB22375}">
      <dgm:prSet/>
      <dgm:spPr/>
      <dgm:t>
        <a:bodyPr/>
        <a:lstStyle/>
        <a:p>
          <a:endParaRPr lang="uk-UA"/>
        </a:p>
      </dgm:t>
    </dgm:pt>
    <dgm:pt modelId="{76A771EC-94F7-4C6E-80A3-6B68E35E968C}" type="sibTrans" cxnId="{F8065C70-EECA-4FF4-891C-2F96CBB22375}">
      <dgm:prSet/>
      <dgm:spPr/>
      <dgm:t>
        <a:bodyPr/>
        <a:lstStyle/>
        <a:p>
          <a:endParaRPr lang="uk-UA"/>
        </a:p>
      </dgm:t>
    </dgm:pt>
    <dgm:pt modelId="{A5480889-0064-4C83-B8CA-49105A9F3BC9}">
      <dgm:prSet/>
      <dgm:spPr/>
      <dgm:t>
        <a:bodyPr/>
        <a:lstStyle/>
        <a:p>
          <a:r>
            <a:rPr lang="ru-RU" b="0" i="0"/>
            <a:t>907 р.</a:t>
          </a:r>
          <a:endParaRPr lang="uk-UA"/>
        </a:p>
      </dgm:t>
    </dgm:pt>
    <dgm:pt modelId="{4A296FD7-48C9-4892-9A6D-69809AA82F1D}" type="parTrans" cxnId="{54EBA9B6-37B6-48E8-BEAD-5730B926E94E}">
      <dgm:prSet/>
      <dgm:spPr/>
      <dgm:t>
        <a:bodyPr/>
        <a:lstStyle/>
        <a:p>
          <a:endParaRPr lang="uk-UA"/>
        </a:p>
      </dgm:t>
    </dgm:pt>
    <dgm:pt modelId="{A694AC2D-59A9-4985-977A-9E7F50528C37}" type="sibTrans" cxnId="{54EBA9B6-37B6-48E8-BEAD-5730B926E94E}">
      <dgm:prSet/>
      <dgm:spPr/>
      <dgm:t>
        <a:bodyPr/>
        <a:lstStyle/>
        <a:p>
          <a:endParaRPr lang="uk-UA"/>
        </a:p>
      </dgm:t>
    </dgm:pt>
    <dgm:pt modelId="{4E6109ED-F294-4D39-95FC-5990F311D684}">
      <dgm:prSet/>
      <dgm:spPr/>
      <dgm:t>
        <a:bodyPr/>
        <a:lstStyle/>
        <a:p>
          <a:r>
            <a:rPr lang="ru-RU" b="0" i="0"/>
            <a:t>941 р.</a:t>
          </a:r>
          <a:endParaRPr lang="uk-UA"/>
        </a:p>
      </dgm:t>
    </dgm:pt>
    <dgm:pt modelId="{8A59694B-CE9F-4D75-A04C-1F9C19C408E6}" type="parTrans" cxnId="{EE635101-955F-4AB3-B3C8-B6F4EFB135DC}">
      <dgm:prSet/>
      <dgm:spPr/>
      <dgm:t>
        <a:bodyPr/>
        <a:lstStyle/>
        <a:p>
          <a:endParaRPr lang="uk-UA"/>
        </a:p>
      </dgm:t>
    </dgm:pt>
    <dgm:pt modelId="{4417B2EF-E75A-4D51-8948-04DEBC0066AE}" type="sibTrans" cxnId="{EE635101-955F-4AB3-B3C8-B6F4EFB135DC}">
      <dgm:prSet/>
      <dgm:spPr/>
      <dgm:t>
        <a:bodyPr/>
        <a:lstStyle/>
        <a:p>
          <a:endParaRPr lang="uk-UA"/>
        </a:p>
      </dgm:t>
    </dgm:pt>
    <dgm:pt modelId="{461ECE2F-F1C9-44DA-819D-BE5BDDB8879E}" type="pres">
      <dgm:prSet presAssocID="{AEBF55A5-3230-4231-8756-16C3ACFD5565}" presName="matrix" presStyleCnt="0">
        <dgm:presLayoutVars>
          <dgm:chMax val="1"/>
          <dgm:dir/>
          <dgm:resizeHandles val="exact"/>
        </dgm:presLayoutVars>
      </dgm:prSet>
      <dgm:spPr/>
    </dgm:pt>
    <dgm:pt modelId="{94E8B9F5-B749-4494-B823-41E27C5DD18E}" type="pres">
      <dgm:prSet presAssocID="{AEBF55A5-3230-4231-8756-16C3ACFD5565}" presName="diamond" presStyleLbl="bgShp" presStyleIdx="0" presStyleCnt="1"/>
      <dgm:spPr/>
    </dgm:pt>
    <dgm:pt modelId="{7F05223A-AFF8-4F18-BD76-DA4B28938C95}" type="pres">
      <dgm:prSet presAssocID="{AEBF55A5-3230-4231-8756-16C3ACFD5565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4097FDC-F32F-4472-8EBE-C4AF66D89CE3}" type="pres">
      <dgm:prSet presAssocID="{AEBF55A5-3230-4231-8756-16C3ACFD5565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7F50531-19CA-4B83-B0E3-23A7FF42EA67}" type="pres">
      <dgm:prSet presAssocID="{AEBF55A5-3230-4231-8756-16C3ACFD5565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F3AC5D4-0859-4495-B95B-C23388DB6498}" type="pres">
      <dgm:prSet presAssocID="{AEBF55A5-3230-4231-8756-16C3ACFD5565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E635101-955F-4AB3-B3C8-B6F4EFB135DC}" srcId="{AEBF55A5-3230-4231-8756-16C3ACFD5565}" destId="{4E6109ED-F294-4D39-95FC-5990F311D684}" srcOrd="3" destOrd="0" parTransId="{8A59694B-CE9F-4D75-A04C-1F9C19C408E6}" sibTransId="{4417B2EF-E75A-4D51-8948-04DEBC0066AE}"/>
    <dgm:cxn modelId="{03376204-8323-4AD1-9A8D-863881B2B14B}" srcId="{AEBF55A5-3230-4231-8756-16C3ACFD5565}" destId="{7F4131BA-7B7F-4BEF-A44F-658CAE11BFDF}" srcOrd="0" destOrd="0" parTransId="{A78BA785-93A7-437E-939B-09FD1EE4452B}" sibTransId="{23183AC6-225D-4D38-827B-CDA12C844CCE}"/>
    <dgm:cxn modelId="{06E94408-7061-4AA8-8434-77BCDB369DBD}" type="presOf" srcId="{97B6680F-458F-4787-888A-7F9810A89050}" destId="{84097FDC-F32F-4472-8EBE-C4AF66D89CE3}" srcOrd="0" destOrd="0" presId="urn:microsoft.com/office/officeart/2005/8/layout/matrix3"/>
    <dgm:cxn modelId="{F8065C70-EECA-4FF4-891C-2F96CBB22375}" srcId="{AEBF55A5-3230-4231-8756-16C3ACFD5565}" destId="{97B6680F-458F-4787-888A-7F9810A89050}" srcOrd="1" destOrd="0" parTransId="{DE3257D9-164C-4E59-9EDD-9B65DA2CFA19}" sibTransId="{76A771EC-94F7-4C6E-80A3-6B68E35E968C}"/>
    <dgm:cxn modelId="{DC96AA89-2963-45A0-BC19-E3AF1D0A1C28}" type="presOf" srcId="{7F4131BA-7B7F-4BEF-A44F-658CAE11BFDF}" destId="{7F05223A-AFF8-4F18-BD76-DA4B28938C95}" srcOrd="0" destOrd="0" presId="urn:microsoft.com/office/officeart/2005/8/layout/matrix3"/>
    <dgm:cxn modelId="{54EBA9B6-37B6-48E8-BEAD-5730B926E94E}" srcId="{AEBF55A5-3230-4231-8756-16C3ACFD5565}" destId="{A5480889-0064-4C83-B8CA-49105A9F3BC9}" srcOrd="2" destOrd="0" parTransId="{4A296FD7-48C9-4892-9A6D-69809AA82F1D}" sibTransId="{A694AC2D-59A9-4985-977A-9E7F50528C37}"/>
    <dgm:cxn modelId="{0BE4C7E1-B270-4954-9221-B9268C39D2BB}" type="presOf" srcId="{4E6109ED-F294-4D39-95FC-5990F311D684}" destId="{3F3AC5D4-0859-4495-B95B-C23388DB6498}" srcOrd="0" destOrd="0" presId="urn:microsoft.com/office/officeart/2005/8/layout/matrix3"/>
    <dgm:cxn modelId="{83577EF2-731C-40BD-A82B-1DEDC8052E49}" type="presOf" srcId="{A5480889-0064-4C83-B8CA-49105A9F3BC9}" destId="{E7F50531-19CA-4B83-B0E3-23A7FF42EA67}" srcOrd="0" destOrd="0" presId="urn:microsoft.com/office/officeart/2005/8/layout/matrix3"/>
    <dgm:cxn modelId="{EAC6F7F2-F408-46B1-9655-1BDAE1A5A8BE}" type="presOf" srcId="{AEBF55A5-3230-4231-8756-16C3ACFD5565}" destId="{461ECE2F-F1C9-44DA-819D-BE5BDDB8879E}" srcOrd="0" destOrd="0" presId="urn:microsoft.com/office/officeart/2005/8/layout/matrix3"/>
    <dgm:cxn modelId="{102B5F9D-00DF-46AE-A913-B570C248A804}" type="presParOf" srcId="{461ECE2F-F1C9-44DA-819D-BE5BDDB8879E}" destId="{94E8B9F5-B749-4494-B823-41E27C5DD18E}" srcOrd="0" destOrd="0" presId="urn:microsoft.com/office/officeart/2005/8/layout/matrix3"/>
    <dgm:cxn modelId="{9AD70DC1-08BB-4D5D-9B6F-EC3C1BE63566}" type="presParOf" srcId="{461ECE2F-F1C9-44DA-819D-BE5BDDB8879E}" destId="{7F05223A-AFF8-4F18-BD76-DA4B28938C95}" srcOrd="1" destOrd="0" presId="urn:microsoft.com/office/officeart/2005/8/layout/matrix3"/>
    <dgm:cxn modelId="{07612D40-E226-46F6-9DFD-A307DF966C51}" type="presParOf" srcId="{461ECE2F-F1C9-44DA-819D-BE5BDDB8879E}" destId="{84097FDC-F32F-4472-8EBE-C4AF66D89CE3}" srcOrd="2" destOrd="0" presId="urn:microsoft.com/office/officeart/2005/8/layout/matrix3"/>
    <dgm:cxn modelId="{A89E4717-EEBD-4D1B-BB5E-3D1AAAACE9B7}" type="presParOf" srcId="{461ECE2F-F1C9-44DA-819D-BE5BDDB8879E}" destId="{E7F50531-19CA-4B83-B0E3-23A7FF42EA67}" srcOrd="3" destOrd="0" presId="urn:microsoft.com/office/officeart/2005/8/layout/matrix3"/>
    <dgm:cxn modelId="{BA8F069C-AA60-478D-B2B4-C1D248CF6E93}" type="presParOf" srcId="{461ECE2F-F1C9-44DA-819D-BE5BDDB8879E}" destId="{3F3AC5D4-0859-4495-B95B-C23388DB6498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8181D4A-C506-411F-AA59-CD62A103F44B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2D567C0-539D-4E8E-A26A-D0FDD5FBE742}">
      <dgm:prSet/>
      <dgm:spPr/>
      <dgm:t>
        <a:bodyPr/>
        <a:lstStyle/>
        <a:p>
          <a:r>
            <a:rPr lang="uk-UA" b="0" i="0"/>
            <a:t>Константинополь.</a:t>
          </a:r>
          <a:endParaRPr lang="uk-UA"/>
        </a:p>
      </dgm:t>
    </dgm:pt>
    <dgm:pt modelId="{995127BB-F073-4850-8072-0AD69EDAFFFB}" type="parTrans" cxnId="{B3AA8564-40BF-4E7B-8E2D-ACEA9056BDCC}">
      <dgm:prSet/>
      <dgm:spPr/>
      <dgm:t>
        <a:bodyPr/>
        <a:lstStyle/>
        <a:p>
          <a:endParaRPr lang="uk-UA"/>
        </a:p>
      </dgm:t>
    </dgm:pt>
    <dgm:pt modelId="{04312376-942A-4070-A9F0-A00AE8715FA6}" type="sibTrans" cxnId="{B3AA8564-40BF-4E7B-8E2D-ACEA9056BDCC}">
      <dgm:prSet/>
      <dgm:spPr/>
      <dgm:t>
        <a:bodyPr/>
        <a:lstStyle/>
        <a:p>
          <a:endParaRPr lang="uk-UA"/>
        </a:p>
      </dgm:t>
    </dgm:pt>
    <dgm:pt modelId="{D70D14FC-D911-4CBA-8753-F67F041E05F3}">
      <dgm:prSet/>
      <dgm:spPr/>
      <dgm:t>
        <a:bodyPr/>
        <a:lstStyle/>
        <a:p>
          <a:r>
            <a:rPr lang="uk-UA" b="0" i="0"/>
            <a:t>Новгород.</a:t>
          </a:r>
          <a:endParaRPr lang="uk-UA"/>
        </a:p>
      </dgm:t>
    </dgm:pt>
    <dgm:pt modelId="{FA4E038C-85A1-4534-A5BA-967D0482ED42}" type="parTrans" cxnId="{85D7D5EA-104E-4B72-8079-7638E129CE6A}">
      <dgm:prSet/>
      <dgm:spPr/>
      <dgm:t>
        <a:bodyPr/>
        <a:lstStyle/>
        <a:p>
          <a:endParaRPr lang="uk-UA"/>
        </a:p>
      </dgm:t>
    </dgm:pt>
    <dgm:pt modelId="{A767B349-6A6B-4A7B-9264-EF73B2FC6803}" type="sibTrans" cxnId="{85D7D5EA-104E-4B72-8079-7638E129CE6A}">
      <dgm:prSet/>
      <dgm:spPr/>
      <dgm:t>
        <a:bodyPr/>
        <a:lstStyle/>
        <a:p>
          <a:endParaRPr lang="uk-UA"/>
        </a:p>
      </dgm:t>
    </dgm:pt>
    <dgm:pt modelId="{448084A0-FE06-4CA5-95E6-A68865D46A8E}">
      <dgm:prSet/>
      <dgm:spPr/>
      <dgm:t>
        <a:bodyPr/>
        <a:lstStyle/>
        <a:p>
          <a:r>
            <a:rPr lang="uk-UA" b="0" i="0"/>
            <a:t>Доростол.</a:t>
          </a:r>
          <a:endParaRPr lang="uk-UA"/>
        </a:p>
      </dgm:t>
    </dgm:pt>
    <dgm:pt modelId="{2AEAAE45-A257-4F3A-BB99-40DD3DA8D04E}" type="parTrans" cxnId="{AF8117DA-0657-44DD-94EB-B3F5C379F4D9}">
      <dgm:prSet/>
      <dgm:spPr/>
      <dgm:t>
        <a:bodyPr/>
        <a:lstStyle/>
        <a:p>
          <a:endParaRPr lang="uk-UA"/>
        </a:p>
      </dgm:t>
    </dgm:pt>
    <dgm:pt modelId="{4DE3D3CA-48EB-4380-B0E1-DE7E158BD4E1}" type="sibTrans" cxnId="{AF8117DA-0657-44DD-94EB-B3F5C379F4D9}">
      <dgm:prSet/>
      <dgm:spPr/>
      <dgm:t>
        <a:bodyPr/>
        <a:lstStyle/>
        <a:p>
          <a:endParaRPr lang="uk-UA"/>
        </a:p>
      </dgm:t>
    </dgm:pt>
    <dgm:pt modelId="{10DB621A-1A50-4AE5-9B06-EFFC5AC86304}">
      <dgm:prSet/>
      <dgm:spPr/>
      <dgm:t>
        <a:bodyPr/>
        <a:lstStyle/>
        <a:p>
          <a:r>
            <a:rPr lang="uk-UA" b="0" i="0"/>
            <a:t>Булгар.</a:t>
          </a:r>
          <a:endParaRPr lang="uk-UA"/>
        </a:p>
      </dgm:t>
    </dgm:pt>
    <dgm:pt modelId="{B3C07790-C8C2-4EF7-8765-3519CE460B3E}" type="parTrans" cxnId="{E6FC05C0-7DE1-40DC-B835-7C220FF3F8C0}">
      <dgm:prSet/>
      <dgm:spPr/>
      <dgm:t>
        <a:bodyPr/>
        <a:lstStyle/>
        <a:p>
          <a:endParaRPr lang="uk-UA"/>
        </a:p>
      </dgm:t>
    </dgm:pt>
    <dgm:pt modelId="{00ED9D15-2C7D-4E11-99E9-40ECE4ADE240}" type="sibTrans" cxnId="{E6FC05C0-7DE1-40DC-B835-7C220FF3F8C0}">
      <dgm:prSet/>
      <dgm:spPr/>
      <dgm:t>
        <a:bodyPr/>
        <a:lstStyle/>
        <a:p>
          <a:endParaRPr lang="uk-UA"/>
        </a:p>
      </dgm:t>
    </dgm:pt>
    <dgm:pt modelId="{282BAFDC-5ADE-4EC4-8160-A606EF7628BA}" type="pres">
      <dgm:prSet presAssocID="{D8181D4A-C506-411F-AA59-CD62A103F44B}" presName="matrix" presStyleCnt="0">
        <dgm:presLayoutVars>
          <dgm:chMax val="1"/>
          <dgm:dir/>
          <dgm:resizeHandles val="exact"/>
        </dgm:presLayoutVars>
      </dgm:prSet>
      <dgm:spPr/>
    </dgm:pt>
    <dgm:pt modelId="{78AB98E9-404D-4C33-BF83-B2608F5D5E18}" type="pres">
      <dgm:prSet presAssocID="{D8181D4A-C506-411F-AA59-CD62A103F44B}" presName="diamond" presStyleLbl="bgShp" presStyleIdx="0" presStyleCnt="1"/>
      <dgm:spPr/>
    </dgm:pt>
    <dgm:pt modelId="{2BFF9F11-D513-44FE-A56F-17EA9DC8A598}" type="pres">
      <dgm:prSet presAssocID="{D8181D4A-C506-411F-AA59-CD62A103F44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4961457-2AC5-4B83-94F5-FD286A78C0EC}" type="pres">
      <dgm:prSet presAssocID="{D8181D4A-C506-411F-AA59-CD62A103F44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F5A7295-B3BC-492E-93FB-76DF3652E763}" type="pres">
      <dgm:prSet presAssocID="{D8181D4A-C506-411F-AA59-CD62A103F44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566EBA0-2C2B-4CE1-A045-3204B00F24A9}" type="pres">
      <dgm:prSet presAssocID="{D8181D4A-C506-411F-AA59-CD62A103F44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4469325-4361-4E6D-8D8B-BC5C61A07D7F}" type="presOf" srcId="{448084A0-FE06-4CA5-95E6-A68865D46A8E}" destId="{5F5A7295-B3BC-492E-93FB-76DF3652E763}" srcOrd="0" destOrd="0" presId="urn:microsoft.com/office/officeart/2005/8/layout/matrix3"/>
    <dgm:cxn modelId="{B3AA8564-40BF-4E7B-8E2D-ACEA9056BDCC}" srcId="{D8181D4A-C506-411F-AA59-CD62A103F44B}" destId="{32D567C0-539D-4E8E-A26A-D0FDD5FBE742}" srcOrd="0" destOrd="0" parTransId="{995127BB-F073-4850-8072-0AD69EDAFFFB}" sibTransId="{04312376-942A-4070-A9F0-A00AE8715FA6}"/>
    <dgm:cxn modelId="{1848AE49-6AED-48F7-94A4-E662B810B11C}" type="presOf" srcId="{D70D14FC-D911-4CBA-8753-F67F041E05F3}" destId="{C4961457-2AC5-4B83-94F5-FD286A78C0EC}" srcOrd="0" destOrd="0" presId="urn:microsoft.com/office/officeart/2005/8/layout/matrix3"/>
    <dgm:cxn modelId="{11A7D0A9-8115-419C-B723-B455947287A0}" type="presOf" srcId="{32D567C0-539D-4E8E-A26A-D0FDD5FBE742}" destId="{2BFF9F11-D513-44FE-A56F-17EA9DC8A598}" srcOrd="0" destOrd="0" presId="urn:microsoft.com/office/officeart/2005/8/layout/matrix3"/>
    <dgm:cxn modelId="{EDAFEBB8-88A1-4133-B357-11381F3D82B8}" type="presOf" srcId="{D8181D4A-C506-411F-AA59-CD62A103F44B}" destId="{282BAFDC-5ADE-4EC4-8160-A606EF7628BA}" srcOrd="0" destOrd="0" presId="urn:microsoft.com/office/officeart/2005/8/layout/matrix3"/>
    <dgm:cxn modelId="{E6FC05C0-7DE1-40DC-B835-7C220FF3F8C0}" srcId="{D8181D4A-C506-411F-AA59-CD62A103F44B}" destId="{10DB621A-1A50-4AE5-9B06-EFFC5AC86304}" srcOrd="3" destOrd="0" parTransId="{B3C07790-C8C2-4EF7-8765-3519CE460B3E}" sibTransId="{00ED9D15-2C7D-4E11-99E9-40ECE4ADE240}"/>
    <dgm:cxn modelId="{AF8117DA-0657-44DD-94EB-B3F5C379F4D9}" srcId="{D8181D4A-C506-411F-AA59-CD62A103F44B}" destId="{448084A0-FE06-4CA5-95E6-A68865D46A8E}" srcOrd="2" destOrd="0" parTransId="{2AEAAE45-A257-4F3A-BB99-40DD3DA8D04E}" sibTransId="{4DE3D3CA-48EB-4380-B0E1-DE7E158BD4E1}"/>
    <dgm:cxn modelId="{9CB699E5-E311-4858-B127-EAF010BFB30B}" type="presOf" srcId="{10DB621A-1A50-4AE5-9B06-EFFC5AC86304}" destId="{2566EBA0-2C2B-4CE1-A045-3204B00F24A9}" srcOrd="0" destOrd="0" presId="urn:microsoft.com/office/officeart/2005/8/layout/matrix3"/>
    <dgm:cxn modelId="{85D7D5EA-104E-4B72-8079-7638E129CE6A}" srcId="{D8181D4A-C506-411F-AA59-CD62A103F44B}" destId="{D70D14FC-D911-4CBA-8753-F67F041E05F3}" srcOrd="1" destOrd="0" parTransId="{FA4E038C-85A1-4534-A5BA-967D0482ED42}" sibTransId="{A767B349-6A6B-4A7B-9264-EF73B2FC6803}"/>
    <dgm:cxn modelId="{9544D3AE-68EE-4BD1-B8C3-165C53B2636D}" type="presParOf" srcId="{282BAFDC-5ADE-4EC4-8160-A606EF7628BA}" destId="{78AB98E9-404D-4C33-BF83-B2608F5D5E18}" srcOrd="0" destOrd="0" presId="urn:microsoft.com/office/officeart/2005/8/layout/matrix3"/>
    <dgm:cxn modelId="{2A9EC877-3544-4225-A383-9F1B037BCB07}" type="presParOf" srcId="{282BAFDC-5ADE-4EC4-8160-A606EF7628BA}" destId="{2BFF9F11-D513-44FE-A56F-17EA9DC8A598}" srcOrd="1" destOrd="0" presId="urn:microsoft.com/office/officeart/2005/8/layout/matrix3"/>
    <dgm:cxn modelId="{71E4DDF0-86E6-4852-9317-A5DEBB839519}" type="presParOf" srcId="{282BAFDC-5ADE-4EC4-8160-A606EF7628BA}" destId="{C4961457-2AC5-4B83-94F5-FD286A78C0EC}" srcOrd="2" destOrd="0" presId="urn:microsoft.com/office/officeart/2005/8/layout/matrix3"/>
    <dgm:cxn modelId="{FCF83374-D4C9-4202-960B-532CCCC0EFE4}" type="presParOf" srcId="{282BAFDC-5ADE-4EC4-8160-A606EF7628BA}" destId="{5F5A7295-B3BC-492E-93FB-76DF3652E763}" srcOrd="3" destOrd="0" presId="urn:microsoft.com/office/officeart/2005/8/layout/matrix3"/>
    <dgm:cxn modelId="{C82C0010-A4E2-4AC1-9D99-9475F8A8CAF9}" type="presParOf" srcId="{282BAFDC-5ADE-4EC4-8160-A606EF7628BA}" destId="{2566EBA0-2C2B-4CE1-A045-3204B00F24A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8659F6B-4272-4305-A08B-0097CB2FE7D3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7263EC6-9DED-45BC-93F0-DDF69D121AB8}">
      <dgm:prSet/>
      <dgm:spPr/>
      <dgm:t>
        <a:bodyPr/>
        <a:lstStyle/>
        <a:p>
          <a:r>
            <a:rPr lang="en-US" b="0" i="0"/>
            <a:t>V-V</a:t>
          </a:r>
          <a:r>
            <a:rPr lang="uk-UA" b="0" i="0"/>
            <a:t>І ст.</a:t>
          </a:r>
          <a:endParaRPr lang="uk-UA"/>
        </a:p>
      </dgm:t>
    </dgm:pt>
    <dgm:pt modelId="{C07BC6A2-354A-4BD9-9A6B-DBF2D2107734}" type="parTrans" cxnId="{BAE12801-55DF-4F5D-B45F-0589EB9C93BE}">
      <dgm:prSet/>
      <dgm:spPr/>
      <dgm:t>
        <a:bodyPr/>
        <a:lstStyle/>
        <a:p>
          <a:endParaRPr lang="uk-UA"/>
        </a:p>
      </dgm:t>
    </dgm:pt>
    <dgm:pt modelId="{F4E78836-C412-44EB-B832-ED2EA661AF2D}" type="sibTrans" cxnId="{BAE12801-55DF-4F5D-B45F-0589EB9C93BE}">
      <dgm:prSet/>
      <dgm:spPr/>
      <dgm:t>
        <a:bodyPr/>
        <a:lstStyle/>
        <a:p>
          <a:endParaRPr lang="uk-UA"/>
        </a:p>
      </dgm:t>
    </dgm:pt>
    <dgm:pt modelId="{B119AB97-2903-4AA8-9F5D-06CF3FC740A1}">
      <dgm:prSet/>
      <dgm:spPr/>
      <dgm:t>
        <a:bodyPr/>
        <a:lstStyle/>
        <a:p>
          <a:r>
            <a:rPr lang="en-US" b="0" i="0"/>
            <a:t>V</a:t>
          </a:r>
          <a:r>
            <a:rPr lang="uk-UA" b="0" i="0"/>
            <a:t>ІІ-</a:t>
          </a:r>
          <a:r>
            <a:rPr lang="en-US" b="0" i="0"/>
            <a:t>V</a:t>
          </a:r>
          <a:r>
            <a:rPr lang="uk-UA" b="0" i="0"/>
            <a:t>ІІІ ст.</a:t>
          </a:r>
          <a:endParaRPr lang="uk-UA"/>
        </a:p>
      </dgm:t>
    </dgm:pt>
    <dgm:pt modelId="{AEE9EC50-9565-4BF9-A45F-0D2AC05A66EA}" type="parTrans" cxnId="{F8C70A46-052D-44D3-A7B4-678216E36B4C}">
      <dgm:prSet/>
      <dgm:spPr/>
      <dgm:t>
        <a:bodyPr/>
        <a:lstStyle/>
        <a:p>
          <a:endParaRPr lang="uk-UA"/>
        </a:p>
      </dgm:t>
    </dgm:pt>
    <dgm:pt modelId="{E6D2BAB0-7418-41F0-94DA-AB15962C95D8}" type="sibTrans" cxnId="{F8C70A46-052D-44D3-A7B4-678216E36B4C}">
      <dgm:prSet/>
      <dgm:spPr/>
      <dgm:t>
        <a:bodyPr/>
        <a:lstStyle/>
        <a:p>
          <a:endParaRPr lang="uk-UA"/>
        </a:p>
      </dgm:t>
    </dgm:pt>
    <dgm:pt modelId="{662B0F2A-F592-4C3F-B8A9-EAA0A19136EB}">
      <dgm:prSet/>
      <dgm:spPr/>
      <dgm:t>
        <a:bodyPr/>
        <a:lstStyle/>
        <a:p>
          <a:r>
            <a:rPr lang="uk-UA" b="0" i="0"/>
            <a:t>ІХ-Х ст.</a:t>
          </a:r>
          <a:endParaRPr lang="uk-UA"/>
        </a:p>
      </dgm:t>
    </dgm:pt>
    <dgm:pt modelId="{5A2894A2-792B-4C84-982F-2D481EDB8D93}" type="parTrans" cxnId="{C518B18D-23D6-4EF7-9980-0BDDBDAA867D}">
      <dgm:prSet/>
      <dgm:spPr/>
      <dgm:t>
        <a:bodyPr/>
        <a:lstStyle/>
        <a:p>
          <a:endParaRPr lang="uk-UA"/>
        </a:p>
      </dgm:t>
    </dgm:pt>
    <dgm:pt modelId="{65CBB162-8140-4B6D-9A75-1D7D788BBE6B}" type="sibTrans" cxnId="{C518B18D-23D6-4EF7-9980-0BDDBDAA867D}">
      <dgm:prSet/>
      <dgm:spPr/>
      <dgm:t>
        <a:bodyPr/>
        <a:lstStyle/>
        <a:p>
          <a:endParaRPr lang="uk-UA"/>
        </a:p>
      </dgm:t>
    </dgm:pt>
    <dgm:pt modelId="{7B820831-5E4F-41E3-9C02-545C4CD0DAA4}">
      <dgm:prSet/>
      <dgm:spPr/>
      <dgm:t>
        <a:bodyPr/>
        <a:lstStyle/>
        <a:p>
          <a:r>
            <a:rPr lang="uk-UA" b="0" i="0"/>
            <a:t>ХІ-ХІІІ ст.</a:t>
          </a:r>
          <a:endParaRPr lang="uk-UA"/>
        </a:p>
      </dgm:t>
    </dgm:pt>
    <dgm:pt modelId="{9C3CFA01-472A-4C02-90B6-E10315323388}" type="parTrans" cxnId="{C38BE783-AEAC-4FB6-B418-859DCF37CAF1}">
      <dgm:prSet/>
      <dgm:spPr/>
      <dgm:t>
        <a:bodyPr/>
        <a:lstStyle/>
        <a:p>
          <a:endParaRPr lang="uk-UA"/>
        </a:p>
      </dgm:t>
    </dgm:pt>
    <dgm:pt modelId="{5A5631A6-588F-4078-A570-6BBF01DAFEFC}" type="sibTrans" cxnId="{C38BE783-AEAC-4FB6-B418-859DCF37CAF1}">
      <dgm:prSet/>
      <dgm:spPr/>
      <dgm:t>
        <a:bodyPr/>
        <a:lstStyle/>
        <a:p>
          <a:endParaRPr lang="uk-UA"/>
        </a:p>
      </dgm:t>
    </dgm:pt>
    <dgm:pt modelId="{058ADF3A-60C1-45B4-B370-42A2B67DF375}" type="pres">
      <dgm:prSet presAssocID="{A8659F6B-4272-4305-A08B-0097CB2FE7D3}" presName="matrix" presStyleCnt="0">
        <dgm:presLayoutVars>
          <dgm:chMax val="1"/>
          <dgm:dir/>
          <dgm:resizeHandles val="exact"/>
        </dgm:presLayoutVars>
      </dgm:prSet>
      <dgm:spPr/>
    </dgm:pt>
    <dgm:pt modelId="{9D9B30D8-568B-4AA5-9957-3F528BA41D4A}" type="pres">
      <dgm:prSet presAssocID="{A8659F6B-4272-4305-A08B-0097CB2FE7D3}" presName="diamond" presStyleLbl="bgShp" presStyleIdx="0" presStyleCnt="1"/>
      <dgm:spPr/>
    </dgm:pt>
    <dgm:pt modelId="{214C4AD3-8217-4DFB-8C36-FCAB2E6A7C15}" type="pres">
      <dgm:prSet presAssocID="{A8659F6B-4272-4305-A08B-0097CB2FE7D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A31151C-33CD-426C-92DB-210AFA294D82}" type="pres">
      <dgm:prSet presAssocID="{A8659F6B-4272-4305-A08B-0097CB2FE7D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382BAC0-FD4F-4943-97F2-19E3AE774240}" type="pres">
      <dgm:prSet presAssocID="{A8659F6B-4272-4305-A08B-0097CB2FE7D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34BF181-7769-4313-9D70-35A14257E237}" type="pres">
      <dgm:prSet presAssocID="{A8659F6B-4272-4305-A08B-0097CB2FE7D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AE12801-55DF-4F5D-B45F-0589EB9C93BE}" srcId="{A8659F6B-4272-4305-A08B-0097CB2FE7D3}" destId="{A7263EC6-9DED-45BC-93F0-DDF69D121AB8}" srcOrd="0" destOrd="0" parTransId="{C07BC6A2-354A-4BD9-9A6B-DBF2D2107734}" sibTransId="{F4E78836-C412-44EB-B832-ED2EA661AF2D}"/>
    <dgm:cxn modelId="{CAE2AD29-D8D2-4E27-BBE3-5D26E2CEA1F3}" type="presOf" srcId="{7B820831-5E4F-41E3-9C02-545C4CD0DAA4}" destId="{934BF181-7769-4313-9D70-35A14257E237}" srcOrd="0" destOrd="0" presId="urn:microsoft.com/office/officeart/2005/8/layout/matrix3"/>
    <dgm:cxn modelId="{D826DA3C-3AA8-4E96-AC74-A39F21F80450}" type="presOf" srcId="{B119AB97-2903-4AA8-9F5D-06CF3FC740A1}" destId="{8A31151C-33CD-426C-92DB-210AFA294D82}" srcOrd="0" destOrd="0" presId="urn:microsoft.com/office/officeart/2005/8/layout/matrix3"/>
    <dgm:cxn modelId="{F8C70A46-052D-44D3-A7B4-678216E36B4C}" srcId="{A8659F6B-4272-4305-A08B-0097CB2FE7D3}" destId="{B119AB97-2903-4AA8-9F5D-06CF3FC740A1}" srcOrd="1" destOrd="0" parTransId="{AEE9EC50-9565-4BF9-A45F-0D2AC05A66EA}" sibTransId="{E6D2BAB0-7418-41F0-94DA-AB15962C95D8}"/>
    <dgm:cxn modelId="{E3A19253-8F99-407C-840B-271B669B0148}" type="presOf" srcId="{A8659F6B-4272-4305-A08B-0097CB2FE7D3}" destId="{058ADF3A-60C1-45B4-B370-42A2B67DF375}" srcOrd="0" destOrd="0" presId="urn:microsoft.com/office/officeart/2005/8/layout/matrix3"/>
    <dgm:cxn modelId="{C38BE783-AEAC-4FB6-B418-859DCF37CAF1}" srcId="{A8659F6B-4272-4305-A08B-0097CB2FE7D3}" destId="{7B820831-5E4F-41E3-9C02-545C4CD0DAA4}" srcOrd="3" destOrd="0" parTransId="{9C3CFA01-472A-4C02-90B6-E10315323388}" sibTransId="{5A5631A6-588F-4078-A570-6BBF01DAFEFC}"/>
    <dgm:cxn modelId="{C518B18D-23D6-4EF7-9980-0BDDBDAA867D}" srcId="{A8659F6B-4272-4305-A08B-0097CB2FE7D3}" destId="{662B0F2A-F592-4C3F-B8A9-EAA0A19136EB}" srcOrd="2" destOrd="0" parTransId="{5A2894A2-792B-4C84-982F-2D481EDB8D93}" sibTransId="{65CBB162-8140-4B6D-9A75-1D7D788BBE6B}"/>
    <dgm:cxn modelId="{7059F9A1-2EDE-45BC-92BA-5F575083F87B}" type="presOf" srcId="{662B0F2A-F592-4C3F-B8A9-EAA0A19136EB}" destId="{F382BAC0-FD4F-4943-97F2-19E3AE774240}" srcOrd="0" destOrd="0" presId="urn:microsoft.com/office/officeart/2005/8/layout/matrix3"/>
    <dgm:cxn modelId="{420287BE-7A5D-4E3D-980E-D6F0F0C4A431}" type="presOf" srcId="{A7263EC6-9DED-45BC-93F0-DDF69D121AB8}" destId="{214C4AD3-8217-4DFB-8C36-FCAB2E6A7C15}" srcOrd="0" destOrd="0" presId="urn:microsoft.com/office/officeart/2005/8/layout/matrix3"/>
    <dgm:cxn modelId="{A937BF51-D317-41EC-869C-E31665832784}" type="presParOf" srcId="{058ADF3A-60C1-45B4-B370-42A2B67DF375}" destId="{9D9B30D8-568B-4AA5-9957-3F528BA41D4A}" srcOrd="0" destOrd="0" presId="urn:microsoft.com/office/officeart/2005/8/layout/matrix3"/>
    <dgm:cxn modelId="{26D92AF0-26AE-4295-A182-F90B0C17BA04}" type="presParOf" srcId="{058ADF3A-60C1-45B4-B370-42A2B67DF375}" destId="{214C4AD3-8217-4DFB-8C36-FCAB2E6A7C15}" srcOrd="1" destOrd="0" presId="urn:microsoft.com/office/officeart/2005/8/layout/matrix3"/>
    <dgm:cxn modelId="{094B7DED-77EF-4BAA-81BB-08FFD84BE3BA}" type="presParOf" srcId="{058ADF3A-60C1-45B4-B370-42A2B67DF375}" destId="{8A31151C-33CD-426C-92DB-210AFA294D82}" srcOrd="2" destOrd="0" presId="urn:microsoft.com/office/officeart/2005/8/layout/matrix3"/>
    <dgm:cxn modelId="{55904600-2506-4B81-90EA-6664F3DEB1DB}" type="presParOf" srcId="{058ADF3A-60C1-45B4-B370-42A2B67DF375}" destId="{F382BAC0-FD4F-4943-97F2-19E3AE774240}" srcOrd="3" destOrd="0" presId="urn:microsoft.com/office/officeart/2005/8/layout/matrix3"/>
    <dgm:cxn modelId="{89AEF179-6977-4C22-856D-6E67F30391F8}" type="presParOf" srcId="{058ADF3A-60C1-45B4-B370-42A2B67DF375}" destId="{934BF181-7769-4313-9D70-35A14257E23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BD687A8-0779-4D91-889C-B7B4A349B4D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A2D1AB8-150B-4E45-99C5-21498C1CEE41}">
      <dgm:prSet/>
      <dgm:spPr/>
      <dgm:t>
        <a:bodyPr/>
        <a:lstStyle/>
        <a:p>
          <a:r>
            <a:rPr lang="ru-RU" b="0" i="0"/>
            <a:t>у зборі натуральної данини.</a:t>
          </a:r>
          <a:endParaRPr lang="uk-UA"/>
        </a:p>
      </dgm:t>
    </dgm:pt>
    <dgm:pt modelId="{9F709F20-59EB-4536-8A28-95C2F026FC1F}" type="parTrans" cxnId="{E2192A60-DDA9-488D-84A9-EA04204327E3}">
      <dgm:prSet/>
      <dgm:spPr/>
      <dgm:t>
        <a:bodyPr/>
        <a:lstStyle/>
        <a:p>
          <a:endParaRPr lang="uk-UA"/>
        </a:p>
      </dgm:t>
    </dgm:pt>
    <dgm:pt modelId="{A5BB9068-E76B-45AF-B124-1DB5DD5D0733}" type="sibTrans" cxnId="{E2192A60-DDA9-488D-84A9-EA04204327E3}">
      <dgm:prSet/>
      <dgm:spPr/>
      <dgm:t>
        <a:bodyPr/>
        <a:lstStyle/>
        <a:p>
          <a:endParaRPr lang="uk-UA"/>
        </a:p>
      </dgm:t>
    </dgm:pt>
    <dgm:pt modelId="{6F81C9D3-4FB9-4C84-939B-BFD7E1D24C59}">
      <dgm:prSet/>
      <dgm:spPr/>
      <dgm:t>
        <a:bodyPr/>
        <a:lstStyle/>
        <a:p>
          <a:r>
            <a:rPr lang="ru-RU" b="0" i="0"/>
            <a:t>у стягуванні грошового податку.</a:t>
          </a:r>
          <a:endParaRPr lang="uk-UA"/>
        </a:p>
      </dgm:t>
    </dgm:pt>
    <dgm:pt modelId="{57EE68B3-0F05-452D-AA9F-306E7E00FE42}" type="parTrans" cxnId="{CE5C48D3-A97F-4D22-B6F2-8156794B6713}">
      <dgm:prSet/>
      <dgm:spPr/>
      <dgm:t>
        <a:bodyPr/>
        <a:lstStyle/>
        <a:p>
          <a:endParaRPr lang="uk-UA"/>
        </a:p>
      </dgm:t>
    </dgm:pt>
    <dgm:pt modelId="{1C2E46A5-9D73-40FC-94FD-F9DC777638D3}" type="sibTrans" cxnId="{CE5C48D3-A97F-4D22-B6F2-8156794B6713}">
      <dgm:prSet/>
      <dgm:spPr/>
      <dgm:t>
        <a:bodyPr/>
        <a:lstStyle/>
        <a:p>
          <a:endParaRPr lang="uk-UA"/>
        </a:p>
      </dgm:t>
    </dgm:pt>
    <dgm:pt modelId="{8A26A033-A38C-476D-88A5-FC706876FD78}">
      <dgm:prSet/>
      <dgm:spPr/>
      <dgm:t>
        <a:bodyPr/>
        <a:lstStyle/>
        <a:p>
          <a:r>
            <a:rPr lang="ru-RU" b="0" i="0"/>
            <a:t>у сплаті церковної десятини.</a:t>
          </a:r>
          <a:endParaRPr lang="uk-UA"/>
        </a:p>
      </dgm:t>
    </dgm:pt>
    <dgm:pt modelId="{2841DDC2-1B09-4008-88D9-CFDAE606BEF7}" type="parTrans" cxnId="{262BDC60-E59C-43B7-89B9-F196AFFF1323}">
      <dgm:prSet/>
      <dgm:spPr/>
      <dgm:t>
        <a:bodyPr/>
        <a:lstStyle/>
        <a:p>
          <a:endParaRPr lang="uk-UA"/>
        </a:p>
      </dgm:t>
    </dgm:pt>
    <dgm:pt modelId="{45526136-E599-44FC-B2A9-F3CD42B59CB5}" type="sibTrans" cxnId="{262BDC60-E59C-43B7-89B9-F196AFFF1323}">
      <dgm:prSet/>
      <dgm:spPr/>
      <dgm:t>
        <a:bodyPr/>
        <a:lstStyle/>
        <a:p>
          <a:endParaRPr lang="uk-UA"/>
        </a:p>
      </dgm:t>
    </dgm:pt>
    <dgm:pt modelId="{82A251B8-44DB-4D1B-9BCF-5A22CDF18281}">
      <dgm:prSet/>
      <dgm:spPr/>
      <dgm:t>
        <a:bodyPr/>
        <a:lstStyle/>
        <a:p>
          <a:r>
            <a:rPr lang="ru-RU" b="0" i="0"/>
            <a:t>у відробітку на користь князя.</a:t>
          </a:r>
          <a:endParaRPr lang="uk-UA"/>
        </a:p>
      </dgm:t>
    </dgm:pt>
    <dgm:pt modelId="{8EFFA6E7-97AE-48C4-897B-62BA7C1CAD8A}" type="parTrans" cxnId="{A690B092-13F9-490D-941C-F945EC9D3C93}">
      <dgm:prSet/>
      <dgm:spPr/>
      <dgm:t>
        <a:bodyPr/>
        <a:lstStyle/>
        <a:p>
          <a:endParaRPr lang="uk-UA"/>
        </a:p>
      </dgm:t>
    </dgm:pt>
    <dgm:pt modelId="{0141A962-D020-4590-A3A5-BC23E7E46CD9}" type="sibTrans" cxnId="{A690B092-13F9-490D-941C-F945EC9D3C93}">
      <dgm:prSet/>
      <dgm:spPr/>
      <dgm:t>
        <a:bodyPr/>
        <a:lstStyle/>
        <a:p>
          <a:endParaRPr lang="uk-UA"/>
        </a:p>
      </dgm:t>
    </dgm:pt>
    <dgm:pt modelId="{8603AB3E-F4C6-42ED-BE66-EF26298CA4DE}" type="pres">
      <dgm:prSet presAssocID="{CBD687A8-0779-4D91-889C-B7B4A349B4D2}" presName="linearFlow" presStyleCnt="0">
        <dgm:presLayoutVars>
          <dgm:dir/>
          <dgm:resizeHandles val="exact"/>
        </dgm:presLayoutVars>
      </dgm:prSet>
      <dgm:spPr/>
    </dgm:pt>
    <dgm:pt modelId="{2046572F-55DE-4405-B285-EC510EEA8971}" type="pres">
      <dgm:prSet presAssocID="{BA2D1AB8-150B-4E45-99C5-21498C1CEE41}" presName="composite" presStyleCnt="0"/>
      <dgm:spPr/>
    </dgm:pt>
    <dgm:pt modelId="{8E41CEB2-169A-4469-8E36-6ADD52B052C9}" type="pres">
      <dgm:prSet presAssocID="{BA2D1AB8-150B-4E45-99C5-21498C1CEE41}" presName="imgShp" presStyleLbl="fgImgPlace1" presStyleIdx="0" presStyleCnt="4"/>
      <dgm:spPr/>
    </dgm:pt>
    <dgm:pt modelId="{C898E25F-30F1-4BA7-A547-F64B40294BCB}" type="pres">
      <dgm:prSet presAssocID="{BA2D1AB8-150B-4E45-99C5-21498C1CEE41}" presName="txShp" presStyleLbl="node1" presStyleIdx="0" presStyleCnt="4">
        <dgm:presLayoutVars>
          <dgm:bulletEnabled val="1"/>
        </dgm:presLayoutVars>
      </dgm:prSet>
      <dgm:spPr/>
    </dgm:pt>
    <dgm:pt modelId="{4B60E5F0-848F-4041-9680-2541818A81A3}" type="pres">
      <dgm:prSet presAssocID="{A5BB9068-E76B-45AF-B124-1DB5DD5D0733}" presName="spacing" presStyleCnt="0"/>
      <dgm:spPr/>
    </dgm:pt>
    <dgm:pt modelId="{2F205CBC-A7AE-4B99-A9F0-531C32DC5FA1}" type="pres">
      <dgm:prSet presAssocID="{6F81C9D3-4FB9-4C84-939B-BFD7E1D24C59}" presName="composite" presStyleCnt="0"/>
      <dgm:spPr/>
    </dgm:pt>
    <dgm:pt modelId="{3F711A2C-4496-4F02-90CE-D45F1FF7F532}" type="pres">
      <dgm:prSet presAssocID="{6F81C9D3-4FB9-4C84-939B-BFD7E1D24C59}" presName="imgShp" presStyleLbl="fgImgPlace1" presStyleIdx="1" presStyleCnt="4"/>
      <dgm:spPr/>
    </dgm:pt>
    <dgm:pt modelId="{3F2569ED-5B4C-4253-9E08-D7B0C40F4850}" type="pres">
      <dgm:prSet presAssocID="{6F81C9D3-4FB9-4C84-939B-BFD7E1D24C59}" presName="txShp" presStyleLbl="node1" presStyleIdx="1" presStyleCnt="4">
        <dgm:presLayoutVars>
          <dgm:bulletEnabled val="1"/>
        </dgm:presLayoutVars>
      </dgm:prSet>
      <dgm:spPr/>
    </dgm:pt>
    <dgm:pt modelId="{8A7B15F9-9D87-40BE-88DC-9ED7F7B05FD9}" type="pres">
      <dgm:prSet presAssocID="{1C2E46A5-9D73-40FC-94FD-F9DC777638D3}" presName="spacing" presStyleCnt="0"/>
      <dgm:spPr/>
    </dgm:pt>
    <dgm:pt modelId="{F964EF57-3E9C-4451-98AE-E79C552AF7B8}" type="pres">
      <dgm:prSet presAssocID="{8A26A033-A38C-476D-88A5-FC706876FD78}" presName="composite" presStyleCnt="0"/>
      <dgm:spPr/>
    </dgm:pt>
    <dgm:pt modelId="{887C1C78-2087-44C0-BC2D-38487D98D122}" type="pres">
      <dgm:prSet presAssocID="{8A26A033-A38C-476D-88A5-FC706876FD78}" presName="imgShp" presStyleLbl="fgImgPlace1" presStyleIdx="2" presStyleCnt="4"/>
      <dgm:spPr/>
    </dgm:pt>
    <dgm:pt modelId="{8FC77B5A-BCF8-4723-8D80-38884B936820}" type="pres">
      <dgm:prSet presAssocID="{8A26A033-A38C-476D-88A5-FC706876FD78}" presName="txShp" presStyleLbl="node1" presStyleIdx="2" presStyleCnt="4">
        <dgm:presLayoutVars>
          <dgm:bulletEnabled val="1"/>
        </dgm:presLayoutVars>
      </dgm:prSet>
      <dgm:spPr/>
    </dgm:pt>
    <dgm:pt modelId="{4544DA48-355A-4F7E-8128-EB3C02EFF23E}" type="pres">
      <dgm:prSet presAssocID="{45526136-E599-44FC-B2A9-F3CD42B59CB5}" presName="spacing" presStyleCnt="0"/>
      <dgm:spPr/>
    </dgm:pt>
    <dgm:pt modelId="{3879A37F-F376-4C20-90F7-EF7A9D7195B3}" type="pres">
      <dgm:prSet presAssocID="{82A251B8-44DB-4D1B-9BCF-5A22CDF18281}" presName="composite" presStyleCnt="0"/>
      <dgm:spPr/>
    </dgm:pt>
    <dgm:pt modelId="{C50599DE-D6CB-48E3-BB03-47A85453A2A1}" type="pres">
      <dgm:prSet presAssocID="{82A251B8-44DB-4D1B-9BCF-5A22CDF18281}" presName="imgShp" presStyleLbl="fgImgPlace1" presStyleIdx="3" presStyleCnt="4"/>
      <dgm:spPr/>
    </dgm:pt>
    <dgm:pt modelId="{5C081B85-9FBA-4DAA-A0B2-E24C459D8567}" type="pres">
      <dgm:prSet presAssocID="{82A251B8-44DB-4D1B-9BCF-5A22CDF18281}" presName="txShp" presStyleLbl="node1" presStyleIdx="3" presStyleCnt="4">
        <dgm:presLayoutVars>
          <dgm:bulletEnabled val="1"/>
        </dgm:presLayoutVars>
      </dgm:prSet>
      <dgm:spPr/>
    </dgm:pt>
  </dgm:ptLst>
  <dgm:cxnLst>
    <dgm:cxn modelId="{E2192A60-DDA9-488D-84A9-EA04204327E3}" srcId="{CBD687A8-0779-4D91-889C-B7B4A349B4D2}" destId="{BA2D1AB8-150B-4E45-99C5-21498C1CEE41}" srcOrd="0" destOrd="0" parTransId="{9F709F20-59EB-4536-8A28-95C2F026FC1F}" sibTransId="{A5BB9068-E76B-45AF-B124-1DB5DD5D0733}"/>
    <dgm:cxn modelId="{262BDC60-E59C-43B7-89B9-F196AFFF1323}" srcId="{CBD687A8-0779-4D91-889C-B7B4A349B4D2}" destId="{8A26A033-A38C-476D-88A5-FC706876FD78}" srcOrd="2" destOrd="0" parTransId="{2841DDC2-1B09-4008-88D9-CFDAE606BEF7}" sibTransId="{45526136-E599-44FC-B2A9-F3CD42B59CB5}"/>
    <dgm:cxn modelId="{C4A4DB65-2B74-4FF6-8564-D5F4E16A587B}" type="presOf" srcId="{BA2D1AB8-150B-4E45-99C5-21498C1CEE41}" destId="{C898E25F-30F1-4BA7-A547-F64B40294BCB}" srcOrd="0" destOrd="0" presId="urn:microsoft.com/office/officeart/2005/8/layout/vList3"/>
    <dgm:cxn modelId="{63E6CF80-335F-4970-97AD-EF6CB1DE542E}" type="presOf" srcId="{6F81C9D3-4FB9-4C84-939B-BFD7E1D24C59}" destId="{3F2569ED-5B4C-4253-9E08-D7B0C40F4850}" srcOrd="0" destOrd="0" presId="urn:microsoft.com/office/officeart/2005/8/layout/vList3"/>
    <dgm:cxn modelId="{FB724588-31F8-4A9E-B8F2-16E3031D2C4D}" type="presOf" srcId="{82A251B8-44DB-4D1B-9BCF-5A22CDF18281}" destId="{5C081B85-9FBA-4DAA-A0B2-E24C459D8567}" srcOrd="0" destOrd="0" presId="urn:microsoft.com/office/officeart/2005/8/layout/vList3"/>
    <dgm:cxn modelId="{034C5888-4719-46EE-A61B-613A1045C9CB}" type="presOf" srcId="{8A26A033-A38C-476D-88A5-FC706876FD78}" destId="{8FC77B5A-BCF8-4723-8D80-38884B936820}" srcOrd="0" destOrd="0" presId="urn:microsoft.com/office/officeart/2005/8/layout/vList3"/>
    <dgm:cxn modelId="{A690B092-13F9-490D-941C-F945EC9D3C93}" srcId="{CBD687A8-0779-4D91-889C-B7B4A349B4D2}" destId="{82A251B8-44DB-4D1B-9BCF-5A22CDF18281}" srcOrd="3" destOrd="0" parTransId="{8EFFA6E7-97AE-48C4-897B-62BA7C1CAD8A}" sibTransId="{0141A962-D020-4590-A3A5-BC23E7E46CD9}"/>
    <dgm:cxn modelId="{9EFC7CA3-7DB4-4A8A-9B75-5C89EC5446B1}" type="presOf" srcId="{CBD687A8-0779-4D91-889C-B7B4A349B4D2}" destId="{8603AB3E-F4C6-42ED-BE66-EF26298CA4DE}" srcOrd="0" destOrd="0" presId="urn:microsoft.com/office/officeart/2005/8/layout/vList3"/>
    <dgm:cxn modelId="{CE5C48D3-A97F-4D22-B6F2-8156794B6713}" srcId="{CBD687A8-0779-4D91-889C-B7B4A349B4D2}" destId="{6F81C9D3-4FB9-4C84-939B-BFD7E1D24C59}" srcOrd="1" destOrd="0" parTransId="{57EE68B3-0F05-452D-AA9F-306E7E00FE42}" sibTransId="{1C2E46A5-9D73-40FC-94FD-F9DC777638D3}"/>
    <dgm:cxn modelId="{75699349-785F-4CB9-B4FE-9DF5D81B1B9B}" type="presParOf" srcId="{8603AB3E-F4C6-42ED-BE66-EF26298CA4DE}" destId="{2046572F-55DE-4405-B285-EC510EEA8971}" srcOrd="0" destOrd="0" presId="urn:microsoft.com/office/officeart/2005/8/layout/vList3"/>
    <dgm:cxn modelId="{55637DC3-D5F9-4EFA-A2F8-0216896EFBCF}" type="presParOf" srcId="{2046572F-55DE-4405-B285-EC510EEA8971}" destId="{8E41CEB2-169A-4469-8E36-6ADD52B052C9}" srcOrd="0" destOrd="0" presId="urn:microsoft.com/office/officeart/2005/8/layout/vList3"/>
    <dgm:cxn modelId="{49DD77C7-83E9-4159-86E9-FBBF2A8C5CE9}" type="presParOf" srcId="{2046572F-55DE-4405-B285-EC510EEA8971}" destId="{C898E25F-30F1-4BA7-A547-F64B40294BCB}" srcOrd="1" destOrd="0" presId="urn:microsoft.com/office/officeart/2005/8/layout/vList3"/>
    <dgm:cxn modelId="{C615E3FD-11FC-4645-9F05-FC93E9A2230B}" type="presParOf" srcId="{8603AB3E-F4C6-42ED-BE66-EF26298CA4DE}" destId="{4B60E5F0-848F-4041-9680-2541818A81A3}" srcOrd="1" destOrd="0" presId="urn:microsoft.com/office/officeart/2005/8/layout/vList3"/>
    <dgm:cxn modelId="{E02913E0-4982-4D61-B433-26EE0019E353}" type="presParOf" srcId="{8603AB3E-F4C6-42ED-BE66-EF26298CA4DE}" destId="{2F205CBC-A7AE-4B99-A9F0-531C32DC5FA1}" srcOrd="2" destOrd="0" presId="urn:microsoft.com/office/officeart/2005/8/layout/vList3"/>
    <dgm:cxn modelId="{B161F5B8-954B-4A2C-8E6B-B661B1536859}" type="presParOf" srcId="{2F205CBC-A7AE-4B99-A9F0-531C32DC5FA1}" destId="{3F711A2C-4496-4F02-90CE-D45F1FF7F532}" srcOrd="0" destOrd="0" presId="urn:microsoft.com/office/officeart/2005/8/layout/vList3"/>
    <dgm:cxn modelId="{5C83226F-8817-4827-BCF8-EBED58E13DC8}" type="presParOf" srcId="{2F205CBC-A7AE-4B99-A9F0-531C32DC5FA1}" destId="{3F2569ED-5B4C-4253-9E08-D7B0C40F4850}" srcOrd="1" destOrd="0" presId="urn:microsoft.com/office/officeart/2005/8/layout/vList3"/>
    <dgm:cxn modelId="{C769BC91-81F1-4FBF-B4E9-6B074B5CE245}" type="presParOf" srcId="{8603AB3E-F4C6-42ED-BE66-EF26298CA4DE}" destId="{8A7B15F9-9D87-40BE-88DC-9ED7F7B05FD9}" srcOrd="3" destOrd="0" presId="urn:microsoft.com/office/officeart/2005/8/layout/vList3"/>
    <dgm:cxn modelId="{B14F85C6-C021-4185-A96D-7695E92F5F21}" type="presParOf" srcId="{8603AB3E-F4C6-42ED-BE66-EF26298CA4DE}" destId="{F964EF57-3E9C-4451-98AE-E79C552AF7B8}" srcOrd="4" destOrd="0" presId="urn:microsoft.com/office/officeart/2005/8/layout/vList3"/>
    <dgm:cxn modelId="{A6B33835-E6FE-40E7-AC4A-B30D04A5A81A}" type="presParOf" srcId="{F964EF57-3E9C-4451-98AE-E79C552AF7B8}" destId="{887C1C78-2087-44C0-BC2D-38487D98D122}" srcOrd="0" destOrd="0" presId="urn:microsoft.com/office/officeart/2005/8/layout/vList3"/>
    <dgm:cxn modelId="{B4185FF9-8459-40C8-92E5-21D50C0C82E0}" type="presParOf" srcId="{F964EF57-3E9C-4451-98AE-E79C552AF7B8}" destId="{8FC77B5A-BCF8-4723-8D80-38884B936820}" srcOrd="1" destOrd="0" presId="urn:microsoft.com/office/officeart/2005/8/layout/vList3"/>
    <dgm:cxn modelId="{D4E2D467-5979-42DD-977A-36144ABB8E8E}" type="presParOf" srcId="{8603AB3E-F4C6-42ED-BE66-EF26298CA4DE}" destId="{4544DA48-355A-4F7E-8128-EB3C02EFF23E}" srcOrd="5" destOrd="0" presId="urn:microsoft.com/office/officeart/2005/8/layout/vList3"/>
    <dgm:cxn modelId="{69126989-4A7A-4DD5-9CD3-716F73FE6165}" type="presParOf" srcId="{8603AB3E-F4C6-42ED-BE66-EF26298CA4DE}" destId="{3879A37F-F376-4C20-90F7-EF7A9D7195B3}" srcOrd="6" destOrd="0" presId="urn:microsoft.com/office/officeart/2005/8/layout/vList3"/>
    <dgm:cxn modelId="{3EF0F9A5-330C-4FBB-9AE4-B68D54230B3B}" type="presParOf" srcId="{3879A37F-F376-4C20-90F7-EF7A9D7195B3}" destId="{C50599DE-D6CB-48E3-BB03-47A85453A2A1}" srcOrd="0" destOrd="0" presId="urn:microsoft.com/office/officeart/2005/8/layout/vList3"/>
    <dgm:cxn modelId="{4D2810A7-E2CE-428C-8239-F2931E07BCB6}" type="presParOf" srcId="{3879A37F-F376-4C20-90F7-EF7A9D7195B3}" destId="{5C081B85-9FBA-4DAA-A0B2-E24C459D856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D4E3DC6-31C9-4F3F-9444-BA2C08F739B2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E28BD78-85ED-416B-B9CE-3E8058803F97}">
      <dgm:prSet/>
      <dgm:spPr/>
      <dgm:t>
        <a:bodyPr/>
        <a:lstStyle/>
        <a:p>
          <a:r>
            <a:rPr lang="uk-UA" b="0" i="0"/>
            <a:t>варягів.</a:t>
          </a:r>
          <a:endParaRPr lang="uk-UA"/>
        </a:p>
      </dgm:t>
    </dgm:pt>
    <dgm:pt modelId="{56E125A7-8D13-475D-B2C6-6C2DDECC6045}" type="parTrans" cxnId="{1AE33C79-83AD-4D16-94D1-7BC47D46C6A4}">
      <dgm:prSet/>
      <dgm:spPr/>
      <dgm:t>
        <a:bodyPr/>
        <a:lstStyle/>
        <a:p>
          <a:endParaRPr lang="uk-UA"/>
        </a:p>
      </dgm:t>
    </dgm:pt>
    <dgm:pt modelId="{5F86BDF9-8431-4198-8DD3-9BBDCA46F575}" type="sibTrans" cxnId="{1AE33C79-83AD-4D16-94D1-7BC47D46C6A4}">
      <dgm:prSet/>
      <dgm:spPr/>
      <dgm:t>
        <a:bodyPr/>
        <a:lstStyle/>
        <a:p>
          <a:endParaRPr lang="uk-UA"/>
        </a:p>
      </dgm:t>
    </dgm:pt>
    <dgm:pt modelId="{B417E569-196C-48A5-82C2-294294C9F7CB}">
      <dgm:prSet/>
      <dgm:spPr/>
      <dgm:t>
        <a:bodyPr/>
        <a:lstStyle/>
        <a:p>
          <a:r>
            <a:rPr lang="uk-UA" b="0" i="0"/>
            <a:t>печенігів.</a:t>
          </a:r>
          <a:endParaRPr lang="uk-UA"/>
        </a:p>
      </dgm:t>
    </dgm:pt>
    <dgm:pt modelId="{CC22B1FB-893B-45DC-87D2-6870C24CF3BC}" type="parTrans" cxnId="{C45A2564-58BC-4185-BC4F-225905633136}">
      <dgm:prSet/>
      <dgm:spPr/>
      <dgm:t>
        <a:bodyPr/>
        <a:lstStyle/>
        <a:p>
          <a:endParaRPr lang="uk-UA"/>
        </a:p>
      </dgm:t>
    </dgm:pt>
    <dgm:pt modelId="{4E502A91-D984-4B31-AF7D-D7EF93A52644}" type="sibTrans" cxnId="{C45A2564-58BC-4185-BC4F-225905633136}">
      <dgm:prSet/>
      <dgm:spPr/>
      <dgm:t>
        <a:bodyPr/>
        <a:lstStyle/>
        <a:p>
          <a:endParaRPr lang="uk-UA"/>
        </a:p>
      </dgm:t>
    </dgm:pt>
    <dgm:pt modelId="{E2D8CC12-EA24-4CF0-869D-01C7F49C96E4}">
      <dgm:prSet/>
      <dgm:spPr/>
      <dgm:t>
        <a:bodyPr/>
        <a:lstStyle/>
        <a:p>
          <a:r>
            <a:rPr lang="uk-UA" b="0" i="0"/>
            <a:t>половців.</a:t>
          </a:r>
          <a:endParaRPr lang="uk-UA"/>
        </a:p>
      </dgm:t>
    </dgm:pt>
    <dgm:pt modelId="{F19AC6EE-4F32-464D-ABFE-2A0F685C7230}" type="parTrans" cxnId="{C54222C1-A0BB-4576-BD33-28233E3A2095}">
      <dgm:prSet/>
      <dgm:spPr/>
      <dgm:t>
        <a:bodyPr/>
        <a:lstStyle/>
        <a:p>
          <a:endParaRPr lang="uk-UA"/>
        </a:p>
      </dgm:t>
    </dgm:pt>
    <dgm:pt modelId="{F9F5146A-9BD0-4CFA-9A1D-355EAA8E9BCB}" type="sibTrans" cxnId="{C54222C1-A0BB-4576-BD33-28233E3A2095}">
      <dgm:prSet/>
      <dgm:spPr/>
      <dgm:t>
        <a:bodyPr/>
        <a:lstStyle/>
        <a:p>
          <a:endParaRPr lang="uk-UA"/>
        </a:p>
      </dgm:t>
    </dgm:pt>
    <dgm:pt modelId="{69A3F695-E99C-4FFD-8918-187F852EC2C2}">
      <dgm:prSet/>
      <dgm:spPr/>
      <dgm:t>
        <a:bodyPr/>
        <a:lstStyle/>
        <a:p>
          <a:r>
            <a:rPr lang="uk-UA" b="0" i="0"/>
            <a:t>хозар.</a:t>
          </a:r>
          <a:endParaRPr lang="uk-UA"/>
        </a:p>
      </dgm:t>
    </dgm:pt>
    <dgm:pt modelId="{8F5C5785-4C09-404E-BDA7-B35D61A66425}" type="parTrans" cxnId="{AF3F55E9-B194-4DF1-A769-D67D569C2E28}">
      <dgm:prSet/>
      <dgm:spPr/>
      <dgm:t>
        <a:bodyPr/>
        <a:lstStyle/>
        <a:p>
          <a:endParaRPr lang="uk-UA"/>
        </a:p>
      </dgm:t>
    </dgm:pt>
    <dgm:pt modelId="{8FA87935-CA6F-49EA-9FD4-13E41D6A9C88}" type="sibTrans" cxnId="{AF3F55E9-B194-4DF1-A769-D67D569C2E28}">
      <dgm:prSet/>
      <dgm:spPr/>
      <dgm:t>
        <a:bodyPr/>
        <a:lstStyle/>
        <a:p>
          <a:endParaRPr lang="uk-UA"/>
        </a:p>
      </dgm:t>
    </dgm:pt>
    <dgm:pt modelId="{F3BEC9F1-B8B7-4893-AEFB-61F99DC82B5D}" type="pres">
      <dgm:prSet presAssocID="{3D4E3DC6-31C9-4F3F-9444-BA2C08F739B2}" presName="matrix" presStyleCnt="0">
        <dgm:presLayoutVars>
          <dgm:chMax val="1"/>
          <dgm:dir/>
          <dgm:resizeHandles val="exact"/>
        </dgm:presLayoutVars>
      </dgm:prSet>
      <dgm:spPr/>
    </dgm:pt>
    <dgm:pt modelId="{14B2EE06-909B-42E3-99BE-D800E77255D7}" type="pres">
      <dgm:prSet presAssocID="{3D4E3DC6-31C9-4F3F-9444-BA2C08F739B2}" presName="diamond" presStyleLbl="bgShp" presStyleIdx="0" presStyleCnt="1"/>
      <dgm:spPr/>
    </dgm:pt>
    <dgm:pt modelId="{17D87727-4015-40A8-BD8A-038FC40107AC}" type="pres">
      <dgm:prSet presAssocID="{3D4E3DC6-31C9-4F3F-9444-BA2C08F739B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1D0F64C-5118-4105-8410-CE1C73DCCFA6}" type="pres">
      <dgm:prSet presAssocID="{3D4E3DC6-31C9-4F3F-9444-BA2C08F739B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C5E2629-52C7-43ED-8CF9-31546EE41262}" type="pres">
      <dgm:prSet presAssocID="{3D4E3DC6-31C9-4F3F-9444-BA2C08F739B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A981AD2-9004-40F1-AB30-3F31748E293D}" type="pres">
      <dgm:prSet presAssocID="{3D4E3DC6-31C9-4F3F-9444-BA2C08F739B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DC62704-4EBD-4EF4-924A-737FA0255851}" type="presOf" srcId="{B417E569-196C-48A5-82C2-294294C9F7CB}" destId="{41D0F64C-5118-4105-8410-CE1C73DCCFA6}" srcOrd="0" destOrd="0" presId="urn:microsoft.com/office/officeart/2005/8/layout/matrix3"/>
    <dgm:cxn modelId="{2B5D152E-BC38-4D84-BB0F-025AE8E1739D}" type="presOf" srcId="{EE28BD78-85ED-416B-B9CE-3E8058803F97}" destId="{17D87727-4015-40A8-BD8A-038FC40107AC}" srcOrd="0" destOrd="0" presId="urn:microsoft.com/office/officeart/2005/8/layout/matrix3"/>
    <dgm:cxn modelId="{EF461743-EB69-49DD-92AD-A69DCF388D8F}" type="presOf" srcId="{E2D8CC12-EA24-4CF0-869D-01C7F49C96E4}" destId="{EC5E2629-52C7-43ED-8CF9-31546EE41262}" srcOrd="0" destOrd="0" presId="urn:microsoft.com/office/officeart/2005/8/layout/matrix3"/>
    <dgm:cxn modelId="{C45A2564-58BC-4185-BC4F-225905633136}" srcId="{3D4E3DC6-31C9-4F3F-9444-BA2C08F739B2}" destId="{B417E569-196C-48A5-82C2-294294C9F7CB}" srcOrd="1" destOrd="0" parTransId="{CC22B1FB-893B-45DC-87D2-6870C24CF3BC}" sibTransId="{4E502A91-D984-4B31-AF7D-D7EF93A52644}"/>
    <dgm:cxn modelId="{E7ABA64A-1827-42CD-AEF4-A50290F68C5C}" type="presOf" srcId="{3D4E3DC6-31C9-4F3F-9444-BA2C08F739B2}" destId="{F3BEC9F1-B8B7-4893-AEFB-61F99DC82B5D}" srcOrd="0" destOrd="0" presId="urn:microsoft.com/office/officeart/2005/8/layout/matrix3"/>
    <dgm:cxn modelId="{674E504E-397E-47BE-A24F-44E6F40982DB}" type="presOf" srcId="{69A3F695-E99C-4FFD-8918-187F852EC2C2}" destId="{CA981AD2-9004-40F1-AB30-3F31748E293D}" srcOrd="0" destOrd="0" presId="urn:microsoft.com/office/officeart/2005/8/layout/matrix3"/>
    <dgm:cxn modelId="{1AE33C79-83AD-4D16-94D1-7BC47D46C6A4}" srcId="{3D4E3DC6-31C9-4F3F-9444-BA2C08F739B2}" destId="{EE28BD78-85ED-416B-B9CE-3E8058803F97}" srcOrd="0" destOrd="0" parTransId="{56E125A7-8D13-475D-B2C6-6C2DDECC6045}" sibTransId="{5F86BDF9-8431-4198-8DD3-9BBDCA46F575}"/>
    <dgm:cxn modelId="{C54222C1-A0BB-4576-BD33-28233E3A2095}" srcId="{3D4E3DC6-31C9-4F3F-9444-BA2C08F739B2}" destId="{E2D8CC12-EA24-4CF0-869D-01C7F49C96E4}" srcOrd="2" destOrd="0" parTransId="{F19AC6EE-4F32-464D-ABFE-2A0F685C7230}" sibTransId="{F9F5146A-9BD0-4CFA-9A1D-355EAA8E9BCB}"/>
    <dgm:cxn modelId="{AF3F55E9-B194-4DF1-A769-D67D569C2E28}" srcId="{3D4E3DC6-31C9-4F3F-9444-BA2C08F739B2}" destId="{69A3F695-E99C-4FFD-8918-187F852EC2C2}" srcOrd="3" destOrd="0" parTransId="{8F5C5785-4C09-404E-BDA7-B35D61A66425}" sibTransId="{8FA87935-CA6F-49EA-9FD4-13E41D6A9C88}"/>
    <dgm:cxn modelId="{FECBCF93-C793-4B17-AF22-E34389D6422E}" type="presParOf" srcId="{F3BEC9F1-B8B7-4893-AEFB-61F99DC82B5D}" destId="{14B2EE06-909B-42E3-99BE-D800E77255D7}" srcOrd="0" destOrd="0" presId="urn:microsoft.com/office/officeart/2005/8/layout/matrix3"/>
    <dgm:cxn modelId="{68A35AC8-8AB4-46E1-AC85-30BFC50B39E2}" type="presParOf" srcId="{F3BEC9F1-B8B7-4893-AEFB-61F99DC82B5D}" destId="{17D87727-4015-40A8-BD8A-038FC40107AC}" srcOrd="1" destOrd="0" presId="urn:microsoft.com/office/officeart/2005/8/layout/matrix3"/>
    <dgm:cxn modelId="{87D148ED-A648-4658-BC44-544FC2DC256B}" type="presParOf" srcId="{F3BEC9F1-B8B7-4893-AEFB-61F99DC82B5D}" destId="{41D0F64C-5118-4105-8410-CE1C73DCCFA6}" srcOrd="2" destOrd="0" presId="urn:microsoft.com/office/officeart/2005/8/layout/matrix3"/>
    <dgm:cxn modelId="{24C50FC1-2368-4828-A2E3-1871E3129639}" type="presParOf" srcId="{F3BEC9F1-B8B7-4893-AEFB-61F99DC82B5D}" destId="{EC5E2629-52C7-43ED-8CF9-31546EE41262}" srcOrd="3" destOrd="0" presId="urn:microsoft.com/office/officeart/2005/8/layout/matrix3"/>
    <dgm:cxn modelId="{3FEB3C87-BA52-4053-83A5-ED509B4CB0E3}" type="presParOf" srcId="{F3BEC9F1-B8B7-4893-AEFB-61F99DC82B5D}" destId="{CA981AD2-9004-40F1-AB30-3F31748E293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8181D4A-C506-411F-AA59-CD62A103F44B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2D567C0-539D-4E8E-A26A-D0FDD5FBE742}">
      <dgm:prSet/>
      <dgm:spPr/>
      <dgm:t>
        <a:bodyPr/>
        <a:lstStyle/>
        <a:p>
          <a:r>
            <a:rPr lang="uk-UA" b="0" i="0"/>
            <a:t>Константинополь.</a:t>
          </a:r>
          <a:endParaRPr lang="uk-UA"/>
        </a:p>
      </dgm:t>
    </dgm:pt>
    <dgm:pt modelId="{995127BB-F073-4850-8072-0AD69EDAFFFB}" type="parTrans" cxnId="{B3AA8564-40BF-4E7B-8E2D-ACEA9056BDCC}">
      <dgm:prSet/>
      <dgm:spPr/>
      <dgm:t>
        <a:bodyPr/>
        <a:lstStyle/>
        <a:p>
          <a:endParaRPr lang="uk-UA"/>
        </a:p>
      </dgm:t>
    </dgm:pt>
    <dgm:pt modelId="{04312376-942A-4070-A9F0-A00AE8715FA6}" type="sibTrans" cxnId="{B3AA8564-40BF-4E7B-8E2D-ACEA9056BDCC}">
      <dgm:prSet/>
      <dgm:spPr/>
      <dgm:t>
        <a:bodyPr/>
        <a:lstStyle/>
        <a:p>
          <a:endParaRPr lang="uk-UA"/>
        </a:p>
      </dgm:t>
    </dgm:pt>
    <dgm:pt modelId="{D70D14FC-D911-4CBA-8753-F67F041E05F3}">
      <dgm:prSet/>
      <dgm:spPr/>
      <dgm:t>
        <a:bodyPr/>
        <a:lstStyle/>
        <a:p>
          <a:r>
            <a:rPr lang="uk-UA" b="0" i="0"/>
            <a:t>Новгород.</a:t>
          </a:r>
          <a:endParaRPr lang="uk-UA"/>
        </a:p>
      </dgm:t>
    </dgm:pt>
    <dgm:pt modelId="{FA4E038C-85A1-4534-A5BA-967D0482ED42}" type="parTrans" cxnId="{85D7D5EA-104E-4B72-8079-7638E129CE6A}">
      <dgm:prSet/>
      <dgm:spPr/>
      <dgm:t>
        <a:bodyPr/>
        <a:lstStyle/>
        <a:p>
          <a:endParaRPr lang="uk-UA"/>
        </a:p>
      </dgm:t>
    </dgm:pt>
    <dgm:pt modelId="{A767B349-6A6B-4A7B-9264-EF73B2FC6803}" type="sibTrans" cxnId="{85D7D5EA-104E-4B72-8079-7638E129CE6A}">
      <dgm:prSet/>
      <dgm:spPr/>
      <dgm:t>
        <a:bodyPr/>
        <a:lstStyle/>
        <a:p>
          <a:endParaRPr lang="uk-UA"/>
        </a:p>
      </dgm:t>
    </dgm:pt>
    <dgm:pt modelId="{448084A0-FE06-4CA5-95E6-A68865D46A8E}">
      <dgm:prSet/>
      <dgm:spPr/>
      <dgm:t>
        <a:bodyPr/>
        <a:lstStyle/>
        <a:p>
          <a:r>
            <a:rPr lang="uk-UA" b="0" i="0"/>
            <a:t>Доростол.</a:t>
          </a:r>
          <a:endParaRPr lang="uk-UA"/>
        </a:p>
      </dgm:t>
    </dgm:pt>
    <dgm:pt modelId="{2AEAAE45-A257-4F3A-BB99-40DD3DA8D04E}" type="parTrans" cxnId="{AF8117DA-0657-44DD-94EB-B3F5C379F4D9}">
      <dgm:prSet/>
      <dgm:spPr/>
      <dgm:t>
        <a:bodyPr/>
        <a:lstStyle/>
        <a:p>
          <a:endParaRPr lang="uk-UA"/>
        </a:p>
      </dgm:t>
    </dgm:pt>
    <dgm:pt modelId="{4DE3D3CA-48EB-4380-B0E1-DE7E158BD4E1}" type="sibTrans" cxnId="{AF8117DA-0657-44DD-94EB-B3F5C379F4D9}">
      <dgm:prSet/>
      <dgm:spPr/>
      <dgm:t>
        <a:bodyPr/>
        <a:lstStyle/>
        <a:p>
          <a:endParaRPr lang="uk-UA"/>
        </a:p>
      </dgm:t>
    </dgm:pt>
    <dgm:pt modelId="{10DB621A-1A50-4AE5-9B06-EFFC5AC86304}">
      <dgm:prSet/>
      <dgm:spPr/>
      <dgm:t>
        <a:bodyPr/>
        <a:lstStyle/>
        <a:p>
          <a:r>
            <a:rPr lang="uk-UA" b="0" i="0"/>
            <a:t>Булгар.</a:t>
          </a:r>
          <a:endParaRPr lang="uk-UA"/>
        </a:p>
      </dgm:t>
    </dgm:pt>
    <dgm:pt modelId="{B3C07790-C8C2-4EF7-8765-3519CE460B3E}" type="parTrans" cxnId="{E6FC05C0-7DE1-40DC-B835-7C220FF3F8C0}">
      <dgm:prSet/>
      <dgm:spPr/>
      <dgm:t>
        <a:bodyPr/>
        <a:lstStyle/>
        <a:p>
          <a:endParaRPr lang="uk-UA"/>
        </a:p>
      </dgm:t>
    </dgm:pt>
    <dgm:pt modelId="{00ED9D15-2C7D-4E11-99E9-40ECE4ADE240}" type="sibTrans" cxnId="{E6FC05C0-7DE1-40DC-B835-7C220FF3F8C0}">
      <dgm:prSet/>
      <dgm:spPr/>
      <dgm:t>
        <a:bodyPr/>
        <a:lstStyle/>
        <a:p>
          <a:endParaRPr lang="uk-UA"/>
        </a:p>
      </dgm:t>
    </dgm:pt>
    <dgm:pt modelId="{282BAFDC-5ADE-4EC4-8160-A606EF7628BA}" type="pres">
      <dgm:prSet presAssocID="{D8181D4A-C506-411F-AA59-CD62A103F44B}" presName="matrix" presStyleCnt="0">
        <dgm:presLayoutVars>
          <dgm:chMax val="1"/>
          <dgm:dir/>
          <dgm:resizeHandles val="exact"/>
        </dgm:presLayoutVars>
      </dgm:prSet>
      <dgm:spPr/>
    </dgm:pt>
    <dgm:pt modelId="{78AB98E9-404D-4C33-BF83-B2608F5D5E18}" type="pres">
      <dgm:prSet presAssocID="{D8181D4A-C506-411F-AA59-CD62A103F44B}" presName="diamond" presStyleLbl="bgShp" presStyleIdx="0" presStyleCnt="1"/>
      <dgm:spPr/>
    </dgm:pt>
    <dgm:pt modelId="{2BFF9F11-D513-44FE-A56F-17EA9DC8A598}" type="pres">
      <dgm:prSet presAssocID="{D8181D4A-C506-411F-AA59-CD62A103F44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4961457-2AC5-4B83-94F5-FD286A78C0EC}" type="pres">
      <dgm:prSet presAssocID="{D8181D4A-C506-411F-AA59-CD62A103F44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F5A7295-B3BC-492E-93FB-76DF3652E763}" type="pres">
      <dgm:prSet presAssocID="{D8181D4A-C506-411F-AA59-CD62A103F44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566EBA0-2C2B-4CE1-A045-3204B00F24A9}" type="pres">
      <dgm:prSet presAssocID="{D8181D4A-C506-411F-AA59-CD62A103F44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4469325-4361-4E6D-8D8B-BC5C61A07D7F}" type="presOf" srcId="{448084A0-FE06-4CA5-95E6-A68865D46A8E}" destId="{5F5A7295-B3BC-492E-93FB-76DF3652E763}" srcOrd="0" destOrd="0" presId="urn:microsoft.com/office/officeart/2005/8/layout/matrix3"/>
    <dgm:cxn modelId="{B3AA8564-40BF-4E7B-8E2D-ACEA9056BDCC}" srcId="{D8181D4A-C506-411F-AA59-CD62A103F44B}" destId="{32D567C0-539D-4E8E-A26A-D0FDD5FBE742}" srcOrd="0" destOrd="0" parTransId="{995127BB-F073-4850-8072-0AD69EDAFFFB}" sibTransId="{04312376-942A-4070-A9F0-A00AE8715FA6}"/>
    <dgm:cxn modelId="{1848AE49-6AED-48F7-94A4-E662B810B11C}" type="presOf" srcId="{D70D14FC-D911-4CBA-8753-F67F041E05F3}" destId="{C4961457-2AC5-4B83-94F5-FD286A78C0EC}" srcOrd="0" destOrd="0" presId="urn:microsoft.com/office/officeart/2005/8/layout/matrix3"/>
    <dgm:cxn modelId="{11A7D0A9-8115-419C-B723-B455947287A0}" type="presOf" srcId="{32D567C0-539D-4E8E-A26A-D0FDD5FBE742}" destId="{2BFF9F11-D513-44FE-A56F-17EA9DC8A598}" srcOrd="0" destOrd="0" presId="urn:microsoft.com/office/officeart/2005/8/layout/matrix3"/>
    <dgm:cxn modelId="{EDAFEBB8-88A1-4133-B357-11381F3D82B8}" type="presOf" srcId="{D8181D4A-C506-411F-AA59-CD62A103F44B}" destId="{282BAFDC-5ADE-4EC4-8160-A606EF7628BA}" srcOrd="0" destOrd="0" presId="urn:microsoft.com/office/officeart/2005/8/layout/matrix3"/>
    <dgm:cxn modelId="{E6FC05C0-7DE1-40DC-B835-7C220FF3F8C0}" srcId="{D8181D4A-C506-411F-AA59-CD62A103F44B}" destId="{10DB621A-1A50-4AE5-9B06-EFFC5AC86304}" srcOrd="3" destOrd="0" parTransId="{B3C07790-C8C2-4EF7-8765-3519CE460B3E}" sibTransId="{00ED9D15-2C7D-4E11-99E9-40ECE4ADE240}"/>
    <dgm:cxn modelId="{AF8117DA-0657-44DD-94EB-B3F5C379F4D9}" srcId="{D8181D4A-C506-411F-AA59-CD62A103F44B}" destId="{448084A0-FE06-4CA5-95E6-A68865D46A8E}" srcOrd="2" destOrd="0" parTransId="{2AEAAE45-A257-4F3A-BB99-40DD3DA8D04E}" sibTransId="{4DE3D3CA-48EB-4380-B0E1-DE7E158BD4E1}"/>
    <dgm:cxn modelId="{9CB699E5-E311-4858-B127-EAF010BFB30B}" type="presOf" srcId="{10DB621A-1A50-4AE5-9B06-EFFC5AC86304}" destId="{2566EBA0-2C2B-4CE1-A045-3204B00F24A9}" srcOrd="0" destOrd="0" presId="urn:microsoft.com/office/officeart/2005/8/layout/matrix3"/>
    <dgm:cxn modelId="{85D7D5EA-104E-4B72-8079-7638E129CE6A}" srcId="{D8181D4A-C506-411F-AA59-CD62A103F44B}" destId="{D70D14FC-D911-4CBA-8753-F67F041E05F3}" srcOrd="1" destOrd="0" parTransId="{FA4E038C-85A1-4534-A5BA-967D0482ED42}" sibTransId="{A767B349-6A6B-4A7B-9264-EF73B2FC6803}"/>
    <dgm:cxn modelId="{9544D3AE-68EE-4BD1-B8C3-165C53B2636D}" type="presParOf" srcId="{282BAFDC-5ADE-4EC4-8160-A606EF7628BA}" destId="{78AB98E9-404D-4C33-BF83-B2608F5D5E18}" srcOrd="0" destOrd="0" presId="urn:microsoft.com/office/officeart/2005/8/layout/matrix3"/>
    <dgm:cxn modelId="{2A9EC877-3544-4225-A383-9F1B037BCB07}" type="presParOf" srcId="{282BAFDC-5ADE-4EC4-8160-A606EF7628BA}" destId="{2BFF9F11-D513-44FE-A56F-17EA9DC8A598}" srcOrd="1" destOrd="0" presId="urn:microsoft.com/office/officeart/2005/8/layout/matrix3"/>
    <dgm:cxn modelId="{71E4DDF0-86E6-4852-9317-A5DEBB839519}" type="presParOf" srcId="{282BAFDC-5ADE-4EC4-8160-A606EF7628BA}" destId="{C4961457-2AC5-4B83-94F5-FD286A78C0EC}" srcOrd="2" destOrd="0" presId="urn:microsoft.com/office/officeart/2005/8/layout/matrix3"/>
    <dgm:cxn modelId="{FCF83374-D4C9-4202-960B-532CCCC0EFE4}" type="presParOf" srcId="{282BAFDC-5ADE-4EC4-8160-A606EF7628BA}" destId="{5F5A7295-B3BC-492E-93FB-76DF3652E763}" srcOrd="3" destOrd="0" presId="urn:microsoft.com/office/officeart/2005/8/layout/matrix3"/>
    <dgm:cxn modelId="{C82C0010-A4E2-4AC1-9D99-9475F8A8CAF9}" type="presParOf" srcId="{282BAFDC-5ADE-4EC4-8160-A606EF7628BA}" destId="{2566EBA0-2C2B-4CE1-A045-3204B00F24A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A8659F6B-4272-4305-A08B-0097CB2FE7D3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7263EC6-9DED-45BC-93F0-DDF69D121AB8}">
      <dgm:prSet/>
      <dgm:spPr/>
      <dgm:t>
        <a:bodyPr/>
        <a:lstStyle/>
        <a:p>
          <a:r>
            <a:rPr lang="en-US" b="0" i="0"/>
            <a:t>V-V</a:t>
          </a:r>
          <a:r>
            <a:rPr lang="uk-UA" b="0" i="0"/>
            <a:t>І ст.</a:t>
          </a:r>
          <a:endParaRPr lang="uk-UA"/>
        </a:p>
      </dgm:t>
    </dgm:pt>
    <dgm:pt modelId="{C07BC6A2-354A-4BD9-9A6B-DBF2D2107734}" type="parTrans" cxnId="{BAE12801-55DF-4F5D-B45F-0589EB9C93BE}">
      <dgm:prSet/>
      <dgm:spPr/>
      <dgm:t>
        <a:bodyPr/>
        <a:lstStyle/>
        <a:p>
          <a:endParaRPr lang="uk-UA"/>
        </a:p>
      </dgm:t>
    </dgm:pt>
    <dgm:pt modelId="{F4E78836-C412-44EB-B832-ED2EA661AF2D}" type="sibTrans" cxnId="{BAE12801-55DF-4F5D-B45F-0589EB9C93BE}">
      <dgm:prSet/>
      <dgm:spPr/>
      <dgm:t>
        <a:bodyPr/>
        <a:lstStyle/>
        <a:p>
          <a:endParaRPr lang="uk-UA"/>
        </a:p>
      </dgm:t>
    </dgm:pt>
    <dgm:pt modelId="{B119AB97-2903-4AA8-9F5D-06CF3FC740A1}">
      <dgm:prSet/>
      <dgm:spPr/>
      <dgm:t>
        <a:bodyPr/>
        <a:lstStyle/>
        <a:p>
          <a:r>
            <a:rPr lang="en-US" b="0" i="0"/>
            <a:t>V</a:t>
          </a:r>
          <a:r>
            <a:rPr lang="uk-UA" b="0" i="0"/>
            <a:t>ІІ-</a:t>
          </a:r>
          <a:r>
            <a:rPr lang="en-US" b="0" i="0"/>
            <a:t>V</a:t>
          </a:r>
          <a:r>
            <a:rPr lang="uk-UA" b="0" i="0"/>
            <a:t>ІІІ ст.</a:t>
          </a:r>
          <a:endParaRPr lang="uk-UA"/>
        </a:p>
      </dgm:t>
    </dgm:pt>
    <dgm:pt modelId="{AEE9EC50-9565-4BF9-A45F-0D2AC05A66EA}" type="parTrans" cxnId="{F8C70A46-052D-44D3-A7B4-678216E36B4C}">
      <dgm:prSet/>
      <dgm:spPr/>
      <dgm:t>
        <a:bodyPr/>
        <a:lstStyle/>
        <a:p>
          <a:endParaRPr lang="uk-UA"/>
        </a:p>
      </dgm:t>
    </dgm:pt>
    <dgm:pt modelId="{E6D2BAB0-7418-41F0-94DA-AB15962C95D8}" type="sibTrans" cxnId="{F8C70A46-052D-44D3-A7B4-678216E36B4C}">
      <dgm:prSet/>
      <dgm:spPr/>
      <dgm:t>
        <a:bodyPr/>
        <a:lstStyle/>
        <a:p>
          <a:endParaRPr lang="uk-UA"/>
        </a:p>
      </dgm:t>
    </dgm:pt>
    <dgm:pt modelId="{662B0F2A-F592-4C3F-B8A9-EAA0A19136EB}">
      <dgm:prSet/>
      <dgm:spPr/>
      <dgm:t>
        <a:bodyPr/>
        <a:lstStyle/>
        <a:p>
          <a:r>
            <a:rPr lang="uk-UA" b="0" i="0"/>
            <a:t>ІХ-Х ст.</a:t>
          </a:r>
          <a:endParaRPr lang="uk-UA"/>
        </a:p>
      </dgm:t>
    </dgm:pt>
    <dgm:pt modelId="{5A2894A2-792B-4C84-982F-2D481EDB8D93}" type="parTrans" cxnId="{C518B18D-23D6-4EF7-9980-0BDDBDAA867D}">
      <dgm:prSet/>
      <dgm:spPr/>
      <dgm:t>
        <a:bodyPr/>
        <a:lstStyle/>
        <a:p>
          <a:endParaRPr lang="uk-UA"/>
        </a:p>
      </dgm:t>
    </dgm:pt>
    <dgm:pt modelId="{65CBB162-8140-4B6D-9A75-1D7D788BBE6B}" type="sibTrans" cxnId="{C518B18D-23D6-4EF7-9980-0BDDBDAA867D}">
      <dgm:prSet/>
      <dgm:spPr/>
      <dgm:t>
        <a:bodyPr/>
        <a:lstStyle/>
        <a:p>
          <a:endParaRPr lang="uk-UA"/>
        </a:p>
      </dgm:t>
    </dgm:pt>
    <dgm:pt modelId="{7B820831-5E4F-41E3-9C02-545C4CD0DAA4}">
      <dgm:prSet/>
      <dgm:spPr/>
      <dgm:t>
        <a:bodyPr/>
        <a:lstStyle/>
        <a:p>
          <a:r>
            <a:rPr lang="uk-UA" b="0" i="0"/>
            <a:t>ХІ-ХІІІ ст.</a:t>
          </a:r>
          <a:endParaRPr lang="uk-UA"/>
        </a:p>
      </dgm:t>
    </dgm:pt>
    <dgm:pt modelId="{9C3CFA01-472A-4C02-90B6-E10315323388}" type="parTrans" cxnId="{C38BE783-AEAC-4FB6-B418-859DCF37CAF1}">
      <dgm:prSet/>
      <dgm:spPr/>
      <dgm:t>
        <a:bodyPr/>
        <a:lstStyle/>
        <a:p>
          <a:endParaRPr lang="uk-UA"/>
        </a:p>
      </dgm:t>
    </dgm:pt>
    <dgm:pt modelId="{5A5631A6-588F-4078-A570-6BBF01DAFEFC}" type="sibTrans" cxnId="{C38BE783-AEAC-4FB6-B418-859DCF37CAF1}">
      <dgm:prSet/>
      <dgm:spPr/>
      <dgm:t>
        <a:bodyPr/>
        <a:lstStyle/>
        <a:p>
          <a:endParaRPr lang="uk-UA"/>
        </a:p>
      </dgm:t>
    </dgm:pt>
    <dgm:pt modelId="{058ADF3A-60C1-45B4-B370-42A2B67DF375}" type="pres">
      <dgm:prSet presAssocID="{A8659F6B-4272-4305-A08B-0097CB2FE7D3}" presName="matrix" presStyleCnt="0">
        <dgm:presLayoutVars>
          <dgm:chMax val="1"/>
          <dgm:dir/>
          <dgm:resizeHandles val="exact"/>
        </dgm:presLayoutVars>
      </dgm:prSet>
      <dgm:spPr/>
    </dgm:pt>
    <dgm:pt modelId="{9D9B30D8-568B-4AA5-9957-3F528BA41D4A}" type="pres">
      <dgm:prSet presAssocID="{A8659F6B-4272-4305-A08B-0097CB2FE7D3}" presName="diamond" presStyleLbl="bgShp" presStyleIdx="0" presStyleCnt="1"/>
      <dgm:spPr/>
    </dgm:pt>
    <dgm:pt modelId="{214C4AD3-8217-4DFB-8C36-FCAB2E6A7C15}" type="pres">
      <dgm:prSet presAssocID="{A8659F6B-4272-4305-A08B-0097CB2FE7D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A31151C-33CD-426C-92DB-210AFA294D82}" type="pres">
      <dgm:prSet presAssocID="{A8659F6B-4272-4305-A08B-0097CB2FE7D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382BAC0-FD4F-4943-97F2-19E3AE774240}" type="pres">
      <dgm:prSet presAssocID="{A8659F6B-4272-4305-A08B-0097CB2FE7D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34BF181-7769-4313-9D70-35A14257E237}" type="pres">
      <dgm:prSet presAssocID="{A8659F6B-4272-4305-A08B-0097CB2FE7D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AE12801-55DF-4F5D-B45F-0589EB9C93BE}" srcId="{A8659F6B-4272-4305-A08B-0097CB2FE7D3}" destId="{A7263EC6-9DED-45BC-93F0-DDF69D121AB8}" srcOrd="0" destOrd="0" parTransId="{C07BC6A2-354A-4BD9-9A6B-DBF2D2107734}" sibTransId="{F4E78836-C412-44EB-B832-ED2EA661AF2D}"/>
    <dgm:cxn modelId="{CAE2AD29-D8D2-4E27-BBE3-5D26E2CEA1F3}" type="presOf" srcId="{7B820831-5E4F-41E3-9C02-545C4CD0DAA4}" destId="{934BF181-7769-4313-9D70-35A14257E237}" srcOrd="0" destOrd="0" presId="urn:microsoft.com/office/officeart/2005/8/layout/matrix3"/>
    <dgm:cxn modelId="{D826DA3C-3AA8-4E96-AC74-A39F21F80450}" type="presOf" srcId="{B119AB97-2903-4AA8-9F5D-06CF3FC740A1}" destId="{8A31151C-33CD-426C-92DB-210AFA294D82}" srcOrd="0" destOrd="0" presId="urn:microsoft.com/office/officeart/2005/8/layout/matrix3"/>
    <dgm:cxn modelId="{F8C70A46-052D-44D3-A7B4-678216E36B4C}" srcId="{A8659F6B-4272-4305-A08B-0097CB2FE7D3}" destId="{B119AB97-2903-4AA8-9F5D-06CF3FC740A1}" srcOrd="1" destOrd="0" parTransId="{AEE9EC50-9565-4BF9-A45F-0D2AC05A66EA}" sibTransId="{E6D2BAB0-7418-41F0-94DA-AB15962C95D8}"/>
    <dgm:cxn modelId="{E3A19253-8F99-407C-840B-271B669B0148}" type="presOf" srcId="{A8659F6B-4272-4305-A08B-0097CB2FE7D3}" destId="{058ADF3A-60C1-45B4-B370-42A2B67DF375}" srcOrd="0" destOrd="0" presId="urn:microsoft.com/office/officeart/2005/8/layout/matrix3"/>
    <dgm:cxn modelId="{C38BE783-AEAC-4FB6-B418-859DCF37CAF1}" srcId="{A8659F6B-4272-4305-A08B-0097CB2FE7D3}" destId="{7B820831-5E4F-41E3-9C02-545C4CD0DAA4}" srcOrd="3" destOrd="0" parTransId="{9C3CFA01-472A-4C02-90B6-E10315323388}" sibTransId="{5A5631A6-588F-4078-A570-6BBF01DAFEFC}"/>
    <dgm:cxn modelId="{C518B18D-23D6-4EF7-9980-0BDDBDAA867D}" srcId="{A8659F6B-4272-4305-A08B-0097CB2FE7D3}" destId="{662B0F2A-F592-4C3F-B8A9-EAA0A19136EB}" srcOrd="2" destOrd="0" parTransId="{5A2894A2-792B-4C84-982F-2D481EDB8D93}" sibTransId="{65CBB162-8140-4B6D-9A75-1D7D788BBE6B}"/>
    <dgm:cxn modelId="{7059F9A1-2EDE-45BC-92BA-5F575083F87B}" type="presOf" srcId="{662B0F2A-F592-4C3F-B8A9-EAA0A19136EB}" destId="{F382BAC0-FD4F-4943-97F2-19E3AE774240}" srcOrd="0" destOrd="0" presId="urn:microsoft.com/office/officeart/2005/8/layout/matrix3"/>
    <dgm:cxn modelId="{420287BE-7A5D-4E3D-980E-D6F0F0C4A431}" type="presOf" srcId="{A7263EC6-9DED-45BC-93F0-DDF69D121AB8}" destId="{214C4AD3-8217-4DFB-8C36-FCAB2E6A7C15}" srcOrd="0" destOrd="0" presId="urn:microsoft.com/office/officeart/2005/8/layout/matrix3"/>
    <dgm:cxn modelId="{A937BF51-D317-41EC-869C-E31665832784}" type="presParOf" srcId="{058ADF3A-60C1-45B4-B370-42A2B67DF375}" destId="{9D9B30D8-568B-4AA5-9957-3F528BA41D4A}" srcOrd="0" destOrd="0" presId="urn:microsoft.com/office/officeart/2005/8/layout/matrix3"/>
    <dgm:cxn modelId="{26D92AF0-26AE-4295-A182-F90B0C17BA04}" type="presParOf" srcId="{058ADF3A-60C1-45B4-B370-42A2B67DF375}" destId="{214C4AD3-8217-4DFB-8C36-FCAB2E6A7C15}" srcOrd="1" destOrd="0" presId="urn:microsoft.com/office/officeart/2005/8/layout/matrix3"/>
    <dgm:cxn modelId="{094B7DED-77EF-4BAA-81BB-08FFD84BE3BA}" type="presParOf" srcId="{058ADF3A-60C1-45B4-B370-42A2B67DF375}" destId="{8A31151C-33CD-426C-92DB-210AFA294D82}" srcOrd="2" destOrd="0" presId="urn:microsoft.com/office/officeart/2005/8/layout/matrix3"/>
    <dgm:cxn modelId="{55904600-2506-4B81-90EA-6664F3DEB1DB}" type="presParOf" srcId="{058ADF3A-60C1-45B4-B370-42A2B67DF375}" destId="{F382BAC0-FD4F-4943-97F2-19E3AE774240}" srcOrd="3" destOrd="0" presId="urn:microsoft.com/office/officeart/2005/8/layout/matrix3"/>
    <dgm:cxn modelId="{89AEF179-6977-4C22-856D-6E67F30391F8}" type="presParOf" srcId="{058ADF3A-60C1-45B4-B370-42A2B67DF375}" destId="{934BF181-7769-4313-9D70-35A14257E23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CBD687A8-0779-4D91-889C-B7B4A349B4D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A2D1AB8-150B-4E45-99C5-21498C1CEE41}">
      <dgm:prSet/>
      <dgm:spPr/>
      <dgm:t>
        <a:bodyPr/>
        <a:lstStyle/>
        <a:p>
          <a:r>
            <a:rPr lang="ru-RU" b="0" i="0"/>
            <a:t>у зборі натуральної данини.</a:t>
          </a:r>
          <a:endParaRPr lang="uk-UA"/>
        </a:p>
      </dgm:t>
    </dgm:pt>
    <dgm:pt modelId="{9F709F20-59EB-4536-8A28-95C2F026FC1F}" type="parTrans" cxnId="{E2192A60-DDA9-488D-84A9-EA04204327E3}">
      <dgm:prSet/>
      <dgm:spPr/>
      <dgm:t>
        <a:bodyPr/>
        <a:lstStyle/>
        <a:p>
          <a:endParaRPr lang="uk-UA"/>
        </a:p>
      </dgm:t>
    </dgm:pt>
    <dgm:pt modelId="{A5BB9068-E76B-45AF-B124-1DB5DD5D0733}" type="sibTrans" cxnId="{E2192A60-DDA9-488D-84A9-EA04204327E3}">
      <dgm:prSet/>
      <dgm:spPr/>
      <dgm:t>
        <a:bodyPr/>
        <a:lstStyle/>
        <a:p>
          <a:endParaRPr lang="uk-UA"/>
        </a:p>
      </dgm:t>
    </dgm:pt>
    <dgm:pt modelId="{6F81C9D3-4FB9-4C84-939B-BFD7E1D24C59}">
      <dgm:prSet/>
      <dgm:spPr/>
      <dgm:t>
        <a:bodyPr/>
        <a:lstStyle/>
        <a:p>
          <a:r>
            <a:rPr lang="ru-RU" b="0" i="0"/>
            <a:t>у стягуванні грошового податку.</a:t>
          </a:r>
          <a:endParaRPr lang="uk-UA"/>
        </a:p>
      </dgm:t>
    </dgm:pt>
    <dgm:pt modelId="{57EE68B3-0F05-452D-AA9F-306E7E00FE42}" type="parTrans" cxnId="{CE5C48D3-A97F-4D22-B6F2-8156794B6713}">
      <dgm:prSet/>
      <dgm:spPr/>
      <dgm:t>
        <a:bodyPr/>
        <a:lstStyle/>
        <a:p>
          <a:endParaRPr lang="uk-UA"/>
        </a:p>
      </dgm:t>
    </dgm:pt>
    <dgm:pt modelId="{1C2E46A5-9D73-40FC-94FD-F9DC777638D3}" type="sibTrans" cxnId="{CE5C48D3-A97F-4D22-B6F2-8156794B6713}">
      <dgm:prSet/>
      <dgm:spPr/>
      <dgm:t>
        <a:bodyPr/>
        <a:lstStyle/>
        <a:p>
          <a:endParaRPr lang="uk-UA"/>
        </a:p>
      </dgm:t>
    </dgm:pt>
    <dgm:pt modelId="{8A26A033-A38C-476D-88A5-FC706876FD78}">
      <dgm:prSet/>
      <dgm:spPr/>
      <dgm:t>
        <a:bodyPr/>
        <a:lstStyle/>
        <a:p>
          <a:r>
            <a:rPr lang="ru-RU" b="0" i="0"/>
            <a:t>у сплаті церковної десятини.</a:t>
          </a:r>
          <a:endParaRPr lang="uk-UA"/>
        </a:p>
      </dgm:t>
    </dgm:pt>
    <dgm:pt modelId="{2841DDC2-1B09-4008-88D9-CFDAE606BEF7}" type="parTrans" cxnId="{262BDC60-E59C-43B7-89B9-F196AFFF1323}">
      <dgm:prSet/>
      <dgm:spPr/>
      <dgm:t>
        <a:bodyPr/>
        <a:lstStyle/>
        <a:p>
          <a:endParaRPr lang="uk-UA"/>
        </a:p>
      </dgm:t>
    </dgm:pt>
    <dgm:pt modelId="{45526136-E599-44FC-B2A9-F3CD42B59CB5}" type="sibTrans" cxnId="{262BDC60-E59C-43B7-89B9-F196AFFF1323}">
      <dgm:prSet/>
      <dgm:spPr/>
      <dgm:t>
        <a:bodyPr/>
        <a:lstStyle/>
        <a:p>
          <a:endParaRPr lang="uk-UA"/>
        </a:p>
      </dgm:t>
    </dgm:pt>
    <dgm:pt modelId="{82A251B8-44DB-4D1B-9BCF-5A22CDF18281}">
      <dgm:prSet/>
      <dgm:spPr/>
      <dgm:t>
        <a:bodyPr/>
        <a:lstStyle/>
        <a:p>
          <a:r>
            <a:rPr lang="ru-RU" b="0" i="0"/>
            <a:t>у відробітку на користь князя.</a:t>
          </a:r>
          <a:endParaRPr lang="uk-UA"/>
        </a:p>
      </dgm:t>
    </dgm:pt>
    <dgm:pt modelId="{8EFFA6E7-97AE-48C4-897B-62BA7C1CAD8A}" type="parTrans" cxnId="{A690B092-13F9-490D-941C-F945EC9D3C93}">
      <dgm:prSet/>
      <dgm:spPr/>
      <dgm:t>
        <a:bodyPr/>
        <a:lstStyle/>
        <a:p>
          <a:endParaRPr lang="uk-UA"/>
        </a:p>
      </dgm:t>
    </dgm:pt>
    <dgm:pt modelId="{0141A962-D020-4590-A3A5-BC23E7E46CD9}" type="sibTrans" cxnId="{A690B092-13F9-490D-941C-F945EC9D3C93}">
      <dgm:prSet/>
      <dgm:spPr/>
      <dgm:t>
        <a:bodyPr/>
        <a:lstStyle/>
        <a:p>
          <a:endParaRPr lang="uk-UA"/>
        </a:p>
      </dgm:t>
    </dgm:pt>
    <dgm:pt modelId="{8603AB3E-F4C6-42ED-BE66-EF26298CA4DE}" type="pres">
      <dgm:prSet presAssocID="{CBD687A8-0779-4D91-889C-B7B4A349B4D2}" presName="linearFlow" presStyleCnt="0">
        <dgm:presLayoutVars>
          <dgm:dir/>
          <dgm:resizeHandles val="exact"/>
        </dgm:presLayoutVars>
      </dgm:prSet>
      <dgm:spPr/>
    </dgm:pt>
    <dgm:pt modelId="{2046572F-55DE-4405-B285-EC510EEA8971}" type="pres">
      <dgm:prSet presAssocID="{BA2D1AB8-150B-4E45-99C5-21498C1CEE41}" presName="composite" presStyleCnt="0"/>
      <dgm:spPr/>
    </dgm:pt>
    <dgm:pt modelId="{8E41CEB2-169A-4469-8E36-6ADD52B052C9}" type="pres">
      <dgm:prSet presAssocID="{BA2D1AB8-150B-4E45-99C5-21498C1CEE41}" presName="imgShp" presStyleLbl="fgImgPlace1" presStyleIdx="0" presStyleCnt="4"/>
      <dgm:spPr/>
    </dgm:pt>
    <dgm:pt modelId="{C898E25F-30F1-4BA7-A547-F64B40294BCB}" type="pres">
      <dgm:prSet presAssocID="{BA2D1AB8-150B-4E45-99C5-21498C1CEE41}" presName="txShp" presStyleLbl="node1" presStyleIdx="0" presStyleCnt="4">
        <dgm:presLayoutVars>
          <dgm:bulletEnabled val="1"/>
        </dgm:presLayoutVars>
      </dgm:prSet>
      <dgm:spPr/>
    </dgm:pt>
    <dgm:pt modelId="{4B60E5F0-848F-4041-9680-2541818A81A3}" type="pres">
      <dgm:prSet presAssocID="{A5BB9068-E76B-45AF-B124-1DB5DD5D0733}" presName="spacing" presStyleCnt="0"/>
      <dgm:spPr/>
    </dgm:pt>
    <dgm:pt modelId="{2F205CBC-A7AE-4B99-A9F0-531C32DC5FA1}" type="pres">
      <dgm:prSet presAssocID="{6F81C9D3-4FB9-4C84-939B-BFD7E1D24C59}" presName="composite" presStyleCnt="0"/>
      <dgm:spPr/>
    </dgm:pt>
    <dgm:pt modelId="{3F711A2C-4496-4F02-90CE-D45F1FF7F532}" type="pres">
      <dgm:prSet presAssocID="{6F81C9D3-4FB9-4C84-939B-BFD7E1D24C59}" presName="imgShp" presStyleLbl="fgImgPlace1" presStyleIdx="1" presStyleCnt="4"/>
      <dgm:spPr/>
    </dgm:pt>
    <dgm:pt modelId="{3F2569ED-5B4C-4253-9E08-D7B0C40F4850}" type="pres">
      <dgm:prSet presAssocID="{6F81C9D3-4FB9-4C84-939B-BFD7E1D24C59}" presName="txShp" presStyleLbl="node1" presStyleIdx="1" presStyleCnt="4">
        <dgm:presLayoutVars>
          <dgm:bulletEnabled val="1"/>
        </dgm:presLayoutVars>
      </dgm:prSet>
      <dgm:spPr/>
    </dgm:pt>
    <dgm:pt modelId="{8A7B15F9-9D87-40BE-88DC-9ED7F7B05FD9}" type="pres">
      <dgm:prSet presAssocID="{1C2E46A5-9D73-40FC-94FD-F9DC777638D3}" presName="spacing" presStyleCnt="0"/>
      <dgm:spPr/>
    </dgm:pt>
    <dgm:pt modelId="{F964EF57-3E9C-4451-98AE-E79C552AF7B8}" type="pres">
      <dgm:prSet presAssocID="{8A26A033-A38C-476D-88A5-FC706876FD78}" presName="composite" presStyleCnt="0"/>
      <dgm:spPr/>
    </dgm:pt>
    <dgm:pt modelId="{887C1C78-2087-44C0-BC2D-38487D98D122}" type="pres">
      <dgm:prSet presAssocID="{8A26A033-A38C-476D-88A5-FC706876FD78}" presName="imgShp" presStyleLbl="fgImgPlace1" presStyleIdx="2" presStyleCnt="4"/>
      <dgm:spPr/>
    </dgm:pt>
    <dgm:pt modelId="{8FC77B5A-BCF8-4723-8D80-38884B936820}" type="pres">
      <dgm:prSet presAssocID="{8A26A033-A38C-476D-88A5-FC706876FD78}" presName="txShp" presStyleLbl="node1" presStyleIdx="2" presStyleCnt="4">
        <dgm:presLayoutVars>
          <dgm:bulletEnabled val="1"/>
        </dgm:presLayoutVars>
      </dgm:prSet>
      <dgm:spPr/>
    </dgm:pt>
    <dgm:pt modelId="{4544DA48-355A-4F7E-8128-EB3C02EFF23E}" type="pres">
      <dgm:prSet presAssocID="{45526136-E599-44FC-B2A9-F3CD42B59CB5}" presName="spacing" presStyleCnt="0"/>
      <dgm:spPr/>
    </dgm:pt>
    <dgm:pt modelId="{3879A37F-F376-4C20-90F7-EF7A9D7195B3}" type="pres">
      <dgm:prSet presAssocID="{82A251B8-44DB-4D1B-9BCF-5A22CDF18281}" presName="composite" presStyleCnt="0"/>
      <dgm:spPr/>
    </dgm:pt>
    <dgm:pt modelId="{C50599DE-D6CB-48E3-BB03-47A85453A2A1}" type="pres">
      <dgm:prSet presAssocID="{82A251B8-44DB-4D1B-9BCF-5A22CDF18281}" presName="imgShp" presStyleLbl="fgImgPlace1" presStyleIdx="3" presStyleCnt="4"/>
      <dgm:spPr/>
    </dgm:pt>
    <dgm:pt modelId="{5C081B85-9FBA-4DAA-A0B2-E24C459D8567}" type="pres">
      <dgm:prSet presAssocID="{82A251B8-44DB-4D1B-9BCF-5A22CDF18281}" presName="txShp" presStyleLbl="node1" presStyleIdx="3" presStyleCnt="4">
        <dgm:presLayoutVars>
          <dgm:bulletEnabled val="1"/>
        </dgm:presLayoutVars>
      </dgm:prSet>
      <dgm:spPr/>
    </dgm:pt>
  </dgm:ptLst>
  <dgm:cxnLst>
    <dgm:cxn modelId="{E2192A60-DDA9-488D-84A9-EA04204327E3}" srcId="{CBD687A8-0779-4D91-889C-B7B4A349B4D2}" destId="{BA2D1AB8-150B-4E45-99C5-21498C1CEE41}" srcOrd="0" destOrd="0" parTransId="{9F709F20-59EB-4536-8A28-95C2F026FC1F}" sibTransId="{A5BB9068-E76B-45AF-B124-1DB5DD5D0733}"/>
    <dgm:cxn modelId="{262BDC60-E59C-43B7-89B9-F196AFFF1323}" srcId="{CBD687A8-0779-4D91-889C-B7B4A349B4D2}" destId="{8A26A033-A38C-476D-88A5-FC706876FD78}" srcOrd="2" destOrd="0" parTransId="{2841DDC2-1B09-4008-88D9-CFDAE606BEF7}" sibTransId="{45526136-E599-44FC-B2A9-F3CD42B59CB5}"/>
    <dgm:cxn modelId="{C4A4DB65-2B74-4FF6-8564-D5F4E16A587B}" type="presOf" srcId="{BA2D1AB8-150B-4E45-99C5-21498C1CEE41}" destId="{C898E25F-30F1-4BA7-A547-F64B40294BCB}" srcOrd="0" destOrd="0" presId="urn:microsoft.com/office/officeart/2005/8/layout/vList3"/>
    <dgm:cxn modelId="{63E6CF80-335F-4970-97AD-EF6CB1DE542E}" type="presOf" srcId="{6F81C9D3-4FB9-4C84-939B-BFD7E1D24C59}" destId="{3F2569ED-5B4C-4253-9E08-D7B0C40F4850}" srcOrd="0" destOrd="0" presId="urn:microsoft.com/office/officeart/2005/8/layout/vList3"/>
    <dgm:cxn modelId="{FB724588-31F8-4A9E-B8F2-16E3031D2C4D}" type="presOf" srcId="{82A251B8-44DB-4D1B-9BCF-5A22CDF18281}" destId="{5C081B85-9FBA-4DAA-A0B2-E24C459D8567}" srcOrd="0" destOrd="0" presId="urn:microsoft.com/office/officeart/2005/8/layout/vList3"/>
    <dgm:cxn modelId="{034C5888-4719-46EE-A61B-613A1045C9CB}" type="presOf" srcId="{8A26A033-A38C-476D-88A5-FC706876FD78}" destId="{8FC77B5A-BCF8-4723-8D80-38884B936820}" srcOrd="0" destOrd="0" presId="urn:microsoft.com/office/officeart/2005/8/layout/vList3"/>
    <dgm:cxn modelId="{A690B092-13F9-490D-941C-F945EC9D3C93}" srcId="{CBD687A8-0779-4D91-889C-B7B4A349B4D2}" destId="{82A251B8-44DB-4D1B-9BCF-5A22CDF18281}" srcOrd="3" destOrd="0" parTransId="{8EFFA6E7-97AE-48C4-897B-62BA7C1CAD8A}" sibTransId="{0141A962-D020-4590-A3A5-BC23E7E46CD9}"/>
    <dgm:cxn modelId="{9EFC7CA3-7DB4-4A8A-9B75-5C89EC5446B1}" type="presOf" srcId="{CBD687A8-0779-4D91-889C-B7B4A349B4D2}" destId="{8603AB3E-F4C6-42ED-BE66-EF26298CA4DE}" srcOrd="0" destOrd="0" presId="urn:microsoft.com/office/officeart/2005/8/layout/vList3"/>
    <dgm:cxn modelId="{CE5C48D3-A97F-4D22-B6F2-8156794B6713}" srcId="{CBD687A8-0779-4D91-889C-B7B4A349B4D2}" destId="{6F81C9D3-4FB9-4C84-939B-BFD7E1D24C59}" srcOrd="1" destOrd="0" parTransId="{57EE68B3-0F05-452D-AA9F-306E7E00FE42}" sibTransId="{1C2E46A5-9D73-40FC-94FD-F9DC777638D3}"/>
    <dgm:cxn modelId="{75699349-785F-4CB9-B4FE-9DF5D81B1B9B}" type="presParOf" srcId="{8603AB3E-F4C6-42ED-BE66-EF26298CA4DE}" destId="{2046572F-55DE-4405-B285-EC510EEA8971}" srcOrd="0" destOrd="0" presId="urn:microsoft.com/office/officeart/2005/8/layout/vList3"/>
    <dgm:cxn modelId="{55637DC3-D5F9-4EFA-A2F8-0216896EFBCF}" type="presParOf" srcId="{2046572F-55DE-4405-B285-EC510EEA8971}" destId="{8E41CEB2-169A-4469-8E36-6ADD52B052C9}" srcOrd="0" destOrd="0" presId="urn:microsoft.com/office/officeart/2005/8/layout/vList3"/>
    <dgm:cxn modelId="{49DD77C7-83E9-4159-86E9-FBBF2A8C5CE9}" type="presParOf" srcId="{2046572F-55DE-4405-B285-EC510EEA8971}" destId="{C898E25F-30F1-4BA7-A547-F64B40294BCB}" srcOrd="1" destOrd="0" presId="urn:microsoft.com/office/officeart/2005/8/layout/vList3"/>
    <dgm:cxn modelId="{C615E3FD-11FC-4645-9F05-FC93E9A2230B}" type="presParOf" srcId="{8603AB3E-F4C6-42ED-BE66-EF26298CA4DE}" destId="{4B60E5F0-848F-4041-9680-2541818A81A3}" srcOrd="1" destOrd="0" presId="urn:microsoft.com/office/officeart/2005/8/layout/vList3"/>
    <dgm:cxn modelId="{E02913E0-4982-4D61-B433-26EE0019E353}" type="presParOf" srcId="{8603AB3E-F4C6-42ED-BE66-EF26298CA4DE}" destId="{2F205CBC-A7AE-4B99-A9F0-531C32DC5FA1}" srcOrd="2" destOrd="0" presId="urn:microsoft.com/office/officeart/2005/8/layout/vList3"/>
    <dgm:cxn modelId="{B161F5B8-954B-4A2C-8E6B-B661B1536859}" type="presParOf" srcId="{2F205CBC-A7AE-4B99-A9F0-531C32DC5FA1}" destId="{3F711A2C-4496-4F02-90CE-D45F1FF7F532}" srcOrd="0" destOrd="0" presId="urn:microsoft.com/office/officeart/2005/8/layout/vList3"/>
    <dgm:cxn modelId="{5C83226F-8817-4827-BCF8-EBED58E13DC8}" type="presParOf" srcId="{2F205CBC-A7AE-4B99-A9F0-531C32DC5FA1}" destId="{3F2569ED-5B4C-4253-9E08-D7B0C40F4850}" srcOrd="1" destOrd="0" presId="urn:microsoft.com/office/officeart/2005/8/layout/vList3"/>
    <dgm:cxn modelId="{C769BC91-81F1-4FBF-B4E9-6B074B5CE245}" type="presParOf" srcId="{8603AB3E-F4C6-42ED-BE66-EF26298CA4DE}" destId="{8A7B15F9-9D87-40BE-88DC-9ED7F7B05FD9}" srcOrd="3" destOrd="0" presId="urn:microsoft.com/office/officeart/2005/8/layout/vList3"/>
    <dgm:cxn modelId="{B14F85C6-C021-4185-A96D-7695E92F5F21}" type="presParOf" srcId="{8603AB3E-F4C6-42ED-BE66-EF26298CA4DE}" destId="{F964EF57-3E9C-4451-98AE-E79C552AF7B8}" srcOrd="4" destOrd="0" presId="urn:microsoft.com/office/officeart/2005/8/layout/vList3"/>
    <dgm:cxn modelId="{A6B33835-E6FE-40E7-AC4A-B30D04A5A81A}" type="presParOf" srcId="{F964EF57-3E9C-4451-98AE-E79C552AF7B8}" destId="{887C1C78-2087-44C0-BC2D-38487D98D122}" srcOrd="0" destOrd="0" presId="urn:microsoft.com/office/officeart/2005/8/layout/vList3"/>
    <dgm:cxn modelId="{B4185FF9-8459-40C8-92E5-21D50C0C82E0}" type="presParOf" srcId="{F964EF57-3E9C-4451-98AE-E79C552AF7B8}" destId="{8FC77B5A-BCF8-4723-8D80-38884B936820}" srcOrd="1" destOrd="0" presId="urn:microsoft.com/office/officeart/2005/8/layout/vList3"/>
    <dgm:cxn modelId="{D4E2D467-5979-42DD-977A-36144ABB8E8E}" type="presParOf" srcId="{8603AB3E-F4C6-42ED-BE66-EF26298CA4DE}" destId="{4544DA48-355A-4F7E-8128-EB3C02EFF23E}" srcOrd="5" destOrd="0" presId="urn:microsoft.com/office/officeart/2005/8/layout/vList3"/>
    <dgm:cxn modelId="{69126989-4A7A-4DD5-9CD3-716F73FE6165}" type="presParOf" srcId="{8603AB3E-F4C6-42ED-BE66-EF26298CA4DE}" destId="{3879A37F-F376-4C20-90F7-EF7A9D7195B3}" srcOrd="6" destOrd="0" presId="urn:microsoft.com/office/officeart/2005/8/layout/vList3"/>
    <dgm:cxn modelId="{3EF0F9A5-330C-4FBB-9AE4-B68D54230B3B}" type="presParOf" srcId="{3879A37F-F376-4C20-90F7-EF7A9D7195B3}" destId="{C50599DE-D6CB-48E3-BB03-47A85453A2A1}" srcOrd="0" destOrd="0" presId="urn:microsoft.com/office/officeart/2005/8/layout/vList3"/>
    <dgm:cxn modelId="{4D2810A7-E2CE-428C-8239-F2931E07BCB6}" type="presParOf" srcId="{3879A37F-F376-4C20-90F7-EF7A9D7195B3}" destId="{5C081B85-9FBA-4DAA-A0B2-E24C459D856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3D4E3DC6-31C9-4F3F-9444-BA2C08F739B2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E28BD78-85ED-416B-B9CE-3E8058803F97}">
      <dgm:prSet/>
      <dgm:spPr/>
      <dgm:t>
        <a:bodyPr/>
        <a:lstStyle/>
        <a:p>
          <a:r>
            <a:rPr lang="uk-UA" b="0" i="0" dirty="0"/>
            <a:t>варягів.</a:t>
          </a:r>
          <a:endParaRPr lang="uk-UA" dirty="0"/>
        </a:p>
      </dgm:t>
    </dgm:pt>
    <dgm:pt modelId="{56E125A7-8D13-475D-B2C6-6C2DDECC6045}" type="parTrans" cxnId="{1AE33C79-83AD-4D16-94D1-7BC47D46C6A4}">
      <dgm:prSet/>
      <dgm:spPr/>
      <dgm:t>
        <a:bodyPr/>
        <a:lstStyle/>
        <a:p>
          <a:endParaRPr lang="uk-UA"/>
        </a:p>
      </dgm:t>
    </dgm:pt>
    <dgm:pt modelId="{5F86BDF9-8431-4198-8DD3-9BBDCA46F575}" type="sibTrans" cxnId="{1AE33C79-83AD-4D16-94D1-7BC47D46C6A4}">
      <dgm:prSet/>
      <dgm:spPr/>
      <dgm:t>
        <a:bodyPr/>
        <a:lstStyle/>
        <a:p>
          <a:endParaRPr lang="uk-UA"/>
        </a:p>
      </dgm:t>
    </dgm:pt>
    <dgm:pt modelId="{B417E569-196C-48A5-82C2-294294C9F7CB}">
      <dgm:prSet/>
      <dgm:spPr/>
      <dgm:t>
        <a:bodyPr/>
        <a:lstStyle/>
        <a:p>
          <a:r>
            <a:rPr lang="uk-UA" b="0" i="0"/>
            <a:t>печенігів.</a:t>
          </a:r>
          <a:endParaRPr lang="uk-UA"/>
        </a:p>
      </dgm:t>
    </dgm:pt>
    <dgm:pt modelId="{CC22B1FB-893B-45DC-87D2-6870C24CF3BC}" type="parTrans" cxnId="{C45A2564-58BC-4185-BC4F-225905633136}">
      <dgm:prSet/>
      <dgm:spPr/>
      <dgm:t>
        <a:bodyPr/>
        <a:lstStyle/>
        <a:p>
          <a:endParaRPr lang="uk-UA"/>
        </a:p>
      </dgm:t>
    </dgm:pt>
    <dgm:pt modelId="{4E502A91-D984-4B31-AF7D-D7EF93A52644}" type="sibTrans" cxnId="{C45A2564-58BC-4185-BC4F-225905633136}">
      <dgm:prSet/>
      <dgm:spPr/>
      <dgm:t>
        <a:bodyPr/>
        <a:lstStyle/>
        <a:p>
          <a:endParaRPr lang="uk-UA"/>
        </a:p>
      </dgm:t>
    </dgm:pt>
    <dgm:pt modelId="{E2D8CC12-EA24-4CF0-869D-01C7F49C96E4}">
      <dgm:prSet/>
      <dgm:spPr/>
      <dgm:t>
        <a:bodyPr/>
        <a:lstStyle/>
        <a:p>
          <a:r>
            <a:rPr lang="uk-UA" b="0" i="0" dirty="0"/>
            <a:t>половців.</a:t>
          </a:r>
          <a:endParaRPr lang="uk-UA" dirty="0"/>
        </a:p>
      </dgm:t>
    </dgm:pt>
    <dgm:pt modelId="{F19AC6EE-4F32-464D-ABFE-2A0F685C7230}" type="parTrans" cxnId="{C54222C1-A0BB-4576-BD33-28233E3A2095}">
      <dgm:prSet/>
      <dgm:spPr/>
      <dgm:t>
        <a:bodyPr/>
        <a:lstStyle/>
        <a:p>
          <a:endParaRPr lang="uk-UA"/>
        </a:p>
      </dgm:t>
    </dgm:pt>
    <dgm:pt modelId="{F9F5146A-9BD0-4CFA-9A1D-355EAA8E9BCB}" type="sibTrans" cxnId="{C54222C1-A0BB-4576-BD33-28233E3A2095}">
      <dgm:prSet/>
      <dgm:spPr/>
      <dgm:t>
        <a:bodyPr/>
        <a:lstStyle/>
        <a:p>
          <a:endParaRPr lang="uk-UA"/>
        </a:p>
      </dgm:t>
    </dgm:pt>
    <dgm:pt modelId="{69A3F695-E99C-4FFD-8918-187F852EC2C2}">
      <dgm:prSet/>
      <dgm:spPr/>
      <dgm:t>
        <a:bodyPr/>
        <a:lstStyle/>
        <a:p>
          <a:r>
            <a:rPr lang="uk-UA" b="0" i="0" dirty="0"/>
            <a:t>хозар.</a:t>
          </a:r>
          <a:endParaRPr lang="uk-UA" dirty="0"/>
        </a:p>
      </dgm:t>
    </dgm:pt>
    <dgm:pt modelId="{8F5C5785-4C09-404E-BDA7-B35D61A66425}" type="parTrans" cxnId="{AF3F55E9-B194-4DF1-A769-D67D569C2E28}">
      <dgm:prSet/>
      <dgm:spPr/>
      <dgm:t>
        <a:bodyPr/>
        <a:lstStyle/>
        <a:p>
          <a:endParaRPr lang="uk-UA"/>
        </a:p>
      </dgm:t>
    </dgm:pt>
    <dgm:pt modelId="{8FA87935-CA6F-49EA-9FD4-13E41D6A9C88}" type="sibTrans" cxnId="{AF3F55E9-B194-4DF1-A769-D67D569C2E28}">
      <dgm:prSet/>
      <dgm:spPr/>
      <dgm:t>
        <a:bodyPr/>
        <a:lstStyle/>
        <a:p>
          <a:endParaRPr lang="uk-UA"/>
        </a:p>
      </dgm:t>
    </dgm:pt>
    <dgm:pt modelId="{F3BEC9F1-B8B7-4893-AEFB-61F99DC82B5D}" type="pres">
      <dgm:prSet presAssocID="{3D4E3DC6-31C9-4F3F-9444-BA2C08F739B2}" presName="matrix" presStyleCnt="0">
        <dgm:presLayoutVars>
          <dgm:chMax val="1"/>
          <dgm:dir/>
          <dgm:resizeHandles val="exact"/>
        </dgm:presLayoutVars>
      </dgm:prSet>
      <dgm:spPr/>
    </dgm:pt>
    <dgm:pt modelId="{14B2EE06-909B-42E3-99BE-D800E77255D7}" type="pres">
      <dgm:prSet presAssocID="{3D4E3DC6-31C9-4F3F-9444-BA2C08F739B2}" presName="diamond" presStyleLbl="bgShp" presStyleIdx="0" presStyleCnt="1"/>
      <dgm:spPr/>
    </dgm:pt>
    <dgm:pt modelId="{17D87727-4015-40A8-BD8A-038FC40107AC}" type="pres">
      <dgm:prSet presAssocID="{3D4E3DC6-31C9-4F3F-9444-BA2C08F739B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1D0F64C-5118-4105-8410-CE1C73DCCFA6}" type="pres">
      <dgm:prSet presAssocID="{3D4E3DC6-31C9-4F3F-9444-BA2C08F739B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C5E2629-52C7-43ED-8CF9-31546EE41262}" type="pres">
      <dgm:prSet presAssocID="{3D4E3DC6-31C9-4F3F-9444-BA2C08F739B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A981AD2-9004-40F1-AB30-3F31748E293D}" type="pres">
      <dgm:prSet presAssocID="{3D4E3DC6-31C9-4F3F-9444-BA2C08F739B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DC62704-4EBD-4EF4-924A-737FA0255851}" type="presOf" srcId="{B417E569-196C-48A5-82C2-294294C9F7CB}" destId="{41D0F64C-5118-4105-8410-CE1C73DCCFA6}" srcOrd="0" destOrd="0" presId="urn:microsoft.com/office/officeart/2005/8/layout/matrix3"/>
    <dgm:cxn modelId="{2B5D152E-BC38-4D84-BB0F-025AE8E1739D}" type="presOf" srcId="{EE28BD78-85ED-416B-B9CE-3E8058803F97}" destId="{17D87727-4015-40A8-BD8A-038FC40107AC}" srcOrd="0" destOrd="0" presId="urn:microsoft.com/office/officeart/2005/8/layout/matrix3"/>
    <dgm:cxn modelId="{EF461743-EB69-49DD-92AD-A69DCF388D8F}" type="presOf" srcId="{E2D8CC12-EA24-4CF0-869D-01C7F49C96E4}" destId="{EC5E2629-52C7-43ED-8CF9-31546EE41262}" srcOrd="0" destOrd="0" presId="urn:microsoft.com/office/officeart/2005/8/layout/matrix3"/>
    <dgm:cxn modelId="{C45A2564-58BC-4185-BC4F-225905633136}" srcId="{3D4E3DC6-31C9-4F3F-9444-BA2C08F739B2}" destId="{B417E569-196C-48A5-82C2-294294C9F7CB}" srcOrd="1" destOrd="0" parTransId="{CC22B1FB-893B-45DC-87D2-6870C24CF3BC}" sibTransId="{4E502A91-D984-4B31-AF7D-D7EF93A52644}"/>
    <dgm:cxn modelId="{E7ABA64A-1827-42CD-AEF4-A50290F68C5C}" type="presOf" srcId="{3D4E3DC6-31C9-4F3F-9444-BA2C08F739B2}" destId="{F3BEC9F1-B8B7-4893-AEFB-61F99DC82B5D}" srcOrd="0" destOrd="0" presId="urn:microsoft.com/office/officeart/2005/8/layout/matrix3"/>
    <dgm:cxn modelId="{674E504E-397E-47BE-A24F-44E6F40982DB}" type="presOf" srcId="{69A3F695-E99C-4FFD-8918-187F852EC2C2}" destId="{CA981AD2-9004-40F1-AB30-3F31748E293D}" srcOrd="0" destOrd="0" presId="urn:microsoft.com/office/officeart/2005/8/layout/matrix3"/>
    <dgm:cxn modelId="{1AE33C79-83AD-4D16-94D1-7BC47D46C6A4}" srcId="{3D4E3DC6-31C9-4F3F-9444-BA2C08F739B2}" destId="{EE28BD78-85ED-416B-B9CE-3E8058803F97}" srcOrd="0" destOrd="0" parTransId="{56E125A7-8D13-475D-B2C6-6C2DDECC6045}" sibTransId="{5F86BDF9-8431-4198-8DD3-9BBDCA46F575}"/>
    <dgm:cxn modelId="{C54222C1-A0BB-4576-BD33-28233E3A2095}" srcId="{3D4E3DC6-31C9-4F3F-9444-BA2C08F739B2}" destId="{E2D8CC12-EA24-4CF0-869D-01C7F49C96E4}" srcOrd="2" destOrd="0" parTransId="{F19AC6EE-4F32-464D-ABFE-2A0F685C7230}" sibTransId="{F9F5146A-9BD0-4CFA-9A1D-355EAA8E9BCB}"/>
    <dgm:cxn modelId="{AF3F55E9-B194-4DF1-A769-D67D569C2E28}" srcId="{3D4E3DC6-31C9-4F3F-9444-BA2C08F739B2}" destId="{69A3F695-E99C-4FFD-8918-187F852EC2C2}" srcOrd="3" destOrd="0" parTransId="{8F5C5785-4C09-404E-BDA7-B35D61A66425}" sibTransId="{8FA87935-CA6F-49EA-9FD4-13E41D6A9C88}"/>
    <dgm:cxn modelId="{FECBCF93-C793-4B17-AF22-E34389D6422E}" type="presParOf" srcId="{F3BEC9F1-B8B7-4893-AEFB-61F99DC82B5D}" destId="{14B2EE06-909B-42E3-99BE-D800E77255D7}" srcOrd="0" destOrd="0" presId="urn:microsoft.com/office/officeart/2005/8/layout/matrix3"/>
    <dgm:cxn modelId="{68A35AC8-8AB4-46E1-AC85-30BFC50B39E2}" type="presParOf" srcId="{F3BEC9F1-B8B7-4893-AEFB-61F99DC82B5D}" destId="{17D87727-4015-40A8-BD8A-038FC40107AC}" srcOrd="1" destOrd="0" presId="urn:microsoft.com/office/officeart/2005/8/layout/matrix3"/>
    <dgm:cxn modelId="{87D148ED-A648-4658-BC44-544FC2DC256B}" type="presParOf" srcId="{F3BEC9F1-B8B7-4893-AEFB-61F99DC82B5D}" destId="{41D0F64C-5118-4105-8410-CE1C73DCCFA6}" srcOrd="2" destOrd="0" presId="urn:microsoft.com/office/officeart/2005/8/layout/matrix3"/>
    <dgm:cxn modelId="{24C50FC1-2368-4828-A2E3-1871E3129639}" type="presParOf" srcId="{F3BEC9F1-B8B7-4893-AEFB-61F99DC82B5D}" destId="{EC5E2629-52C7-43ED-8CF9-31546EE41262}" srcOrd="3" destOrd="0" presId="urn:microsoft.com/office/officeart/2005/8/layout/matrix3"/>
    <dgm:cxn modelId="{3FEB3C87-BA52-4053-83A5-ED509B4CB0E3}" type="presParOf" srcId="{F3BEC9F1-B8B7-4893-AEFB-61F99DC82B5D}" destId="{CA981AD2-9004-40F1-AB30-3F31748E293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7176B933-36E8-4447-A51E-EFBE3B6E52D6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02A51F8-29AB-4A60-9B32-465DB99E9F0F}">
      <dgm:prSet/>
      <dgm:spPr/>
      <dgm:t>
        <a:bodyPr/>
        <a:lstStyle/>
        <a:p>
          <a:r>
            <a:rPr lang="uk-UA" b="0" i="0" dirty="0"/>
            <a:t>древлян</a:t>
          </a:r>
          <a:endParaRPr lang="uk-UA" dirty="0"/>
        </a:p>
      </dgm:t>
    </dgm:pt>
    <dgm:pt modelId="{3CF5AED7-685B-464C-B6AC-9C115E8C9F9E}" type="sibTrans" cxnId="{AE2540E4-5E3C-4787-B757-E76B03D2612E}">
      <dgm:prSet/>
      <dgm:spPr/>
      <dgm:t>
        <a:bodyPr/>
        <a:lstStyle/>
        <a:p>
          <a:endParaRPr lang="uk-UA"/>
        </a:p>
      </dgm:t>
    </dgm:pt>
    <dgm:pt modelId="{D37014A3-8180-4B14-B1E0-E91D9EA50218}" type="parTrans" cxnId="{AE2540E4-5E3C-4787-B757-E76B03D2612E}">
      <dgm:prSet/>
      <dgm:spPr/>
      <dgm:t>
        <a:bodyPr/>
        <a:lstStyle/>
        <a:p>
          <a:endParaRPr lang="uk-UA"/>
        </a:p>
      </dgm:t>
    </dgm:pt>
    <dgm:pt modelId="{7C33C2E2-C5D9-4C69-A619-A3C1DF1BF691}">
      <dgm:prSet/>
      <dgm:spPr/>
      <dgm:t>
        <a:bodyPr/>
        <a:lstStyle/>
        <a:p>
          <a:r>
            <a:rPr lang="uk-UA" b="0" i="0" dirty="0"/>
            <a:t>сіверян</a:t>
          </a:r>
          <a:endParaRPr lang="uk-UA" dirty="0"/>
        </a:p>
      </dgm:t>
    </dgm:pt>
    <dgm:pt modelId="{A3C4B907-E39A-4691-B5FA-3137DBD1AAF2}" type="sibTrans" cxnId="{28DBCD39-9DFF-46C5-8027-C7C95CEF0C99}">
      <dgm:prSet/>
      <dgm:spPr/>
      <dgm:t>
        <a:bodyPr/>
        <a:lstStyle/>
        <a:p>
          <a:endParaRPr lang="uk-UA"/>
        </a:p>
      </dgm:t>
    </dgm:pt>
    <dgm:pt modelId="{41C252CB-9497-45F9-A5CD-9C4D0435FFFB}" type="parTrans" cxnId="{28DBCD39-9DFF-46C5-8027-C7C95CEF0C99}">
      <dgm:prSet/>
      <dgm:spPr/>
      <dgm:t>
        <a:bodyPr/>
        <a:lstStyle/>
        <a:p>
          <a:endParaRPr lang="uk-UA"/>
        </a:p>
      </dgm:t>
    </dgm:pt>
    <dgm:pt modelId="{9D198E57-9CC8-4E20-BF8D-FCD512A8C19E}">
      <dgm:prSet/>
      <dgm:spPr/>
      <dgm:t>
        <a:bodyPr/>
        <a:lstStyle/>
        <a:p>
          <a:r>
            <a:rPr lang="uk-UA" b="0" i="0"/>
            <a:t>полян</a:t>
          </a:r>
          <a:endParaRPr lang="uk-UA"/>
        </a:p>
      </dgm:t>
    </dgm:pt>
    <dgm:pt modelId="{D1D4F79D-81DD-4CA8-96A6-699795EE3262}" type="sibTrans" cxnId="{96A65A78-7B7F-49F7-8D46-1482665166C9}">
      <dgm:prSet/>
      <dgm:spPr/>
      <dgm:t>
        <a:bodyPr/>
        <a:lstStyle/>
        <a:p>
          <a:endParaRPr lang="uk-UA"/>
        </a:p>
      </dgm:t>
    </dgm:pt>
    <dgm:pt modelId="{D3DC3254-0CA4-484F-8E4A-91AE382556B5}" type="parTrans" cxnId="{96A65A78-7B7F-49F7-8D46-1482665166C9}">
      <dgm:prSet/>
      <dgm:spPr/>
      <dgm:t>
        <a:bodyPr/>
        <a:lstStyle/>
        <a:p>
          <a:endParaRPr lang="uk-UA"/>
        </a:p>
      </dgm:t>
    </dgm:pt>
    <dgm:pt modelId="{98D394C0-8368-437A-9DD1-565A4A838808}">
      <dgm:prSet/>
      <dgm:spPr/>
      <dgm:t>
        <a:bodyPr/>
        <a:lstStyle/>
        <a:p>
          <a:r>
            <a:rPr lang="uk-UA" b="0" i="0" dirty="0"/>
            <a:t>дулібів</a:t>
          </a:r>
          <a:endParaRPr lang="uk-UA" dirty="0"/>
        </a:p>
      </dgm:t>
    </dgm:pt>
    <dgm:pt modelId="{104E9DFF-3420-4435-855E-0C8F746FDBF8}" type="sibTrans" cxnId="{15D47799-6FBB-4E89-8802-49C614C735CA}">
      <dgm:prSet/>
      <dgm:spPr/>
      <dgm:t>
        <a:bodyPr/>
        <a:lstStyle/>
        <a:p>
          <a:endParaRPr lang="uk-UA"/>
        </a:p>
      </dgm:t>
    </dgm:pt>
    <dgm:pt modelId="{CBE91786-D9BE-4B3F-B5AB-5913EF74295C}" type="parTrans" cxnId="{15D47799-6FBB-4E89-8802-49C614C735CA}">
      <dgm:prSet/>
      <dgm:spPr/>
      <dgm:t>
        <a:bodyPr/>
        <a:lstStyle/>
        <a:p>
          <a:endParaRPr lang="uk-UA"/>
        </a:p>
      </dgm:t>
    </dgm:pt>
    <dgm:pt modelId="{7F73C2E9-5F57-49BF-BB39-7882B5692A1A}" type="pres">
      <dgm:prSet presAssocID="{7176B933-36E8-4447-A51E-EFBE3B6E52D6}" presName="matrix" presStyleCnt="0">
        <dgm:presLayoutVars>
          <dgm:chMax val="1"/>
          <dgm:dir/>
          <dgm:resizeHandles val="exact"/>
        </dgm:presLayoutVars>
      </dgm:prSet>
      <dgm:spPr/>
    </dgm:pt>
    <dgm:pt modelId="{F2EABD93-9711-4C8F-9BBF-1292C2517929}" type="pres">
      <dgm:prSet presAssocID="{7176B933-36E8-4447-A51E-EFBE3B6E52D6}" presName="diamond" presStyleLbl="bgShp" presStyleIdx="0" presStyleCnt="1"/>
      <dgm:spPr/>
    </dgm:pt>
    <dgm:pt modelId="{B21A9C64-633F-49F5-8411-C44022CD0929}" type="pres">
      <dgm:prSet presAssocID="{7176B933-36E8-4447-A51E-EFBE3B6E52D6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58F76DE-A7EC-4574-B51C-B001DB2BC051}" type="pres">
      <dgm:prSet presAssocID="{7176B933-36E8-4447-A51E-EFBE3B6E52D6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2328730-45BB-4280-9E48-FFBD2C701763}" type="pres">
      <dgm:prSet presAssocID="{7176B933-36E8-4447-A51E-EFBE3B6E52D6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71699C6-BF83-4267-9418-4860DFB3D6AD}" type="pres">
      <dgm:prSet presAssocID="{7176B933-36E8-4447-A51E-EFBE3B6E52D6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1DFB709-8F90-4895-BE8B-BA7BBB21B461}" type="presOf" srcId="{98D394C0-8368-437A-9DD1-565A4A838808}" destId="{471699C6-BF83-4267-9418-4860DFB3D6AD}" srcOrd="0" destOrd="0" presId="urn:microsoft.com/office/officeart/2005/8/layout/matrix3"/>
    <dgm:cxn modelId="{B4FC5017-F6E6-4904-94A3-AAAC93955531}" type="presOf" srcId="{7C33C2E2-C5D9-4C69-A619-A3C1DF1BF691}" destId="{A58F76DE-A7EC-4574-B51C-B001DB2BC051}" srcOrd="0" destOrd="0" presId="urn:microsoft.com/office/officeart/2005/8/layout/matrix3"/>
    <dgm:cxn modelId="{28DBCD39-9DFF-46C5-8027-C7C95CEF0C99}" srcId="{7176B933-36E8-4447-A51E-EFBE3B6E52D6}" destId="{7C33C2E2-C5D9-4C69-A619-A3C1DF1BF691}" srcOrd="1" destOrd="0" parTransId="{41C252CB-9497-45F9-A5CD-9C4D0435FFFB}" sibTransId="{A3C4B907-E39A-4691-B5FA-3137DBD1AAF2}"/>
    <dgm:cxn modelId="{48E50469-14E9-4642-BFDB-E311340FE141}" type="presOf" srcId="{7176B933-36E8-4447-A51E-EFBE3B6E52D6}" destId="{7F73C2E9-5F57-49BF-BB39-7882B5692A1A}" srcOrd="0" destOrd="0" presId="urn:microsoft.com/office/officeart/2005/8/layout/matrix3"/>
    <dgm:cxn modelId="{96A65A78-7B7F-49F7-8D46-1482665166C9}" srcId="{7176B933-36E8-4447-A51E-EFBE3B6E52D6}" destId="{9D198E57-9CC8-4E20-BF8D-FCD512A8C19E}" srcOrd="2" destOrd="0" parTransId="{D3DC3254-0CA4-484F-8E4A-91AE382556B5}" sibTransId="{D1D4F79D-81DD-4CA8-96A6-699795EE3262}"/>
    <dgm:cxn modelId="{D0FF1E81-0477-4CF2-A6A9-98F87358FE12}" type="presOf" srcId="{302A51F8-29AB-4A60-9B32-465DB99E9F0F}" destId="{B21A9C64-633F-49F5-8411-C44022CD0929}" srcOrd="0" destOrd="0" presId="urn:microsoft.com/office/officeart/2005/8/layout/matrix3"/>
    <dgm:cxn modelId="{8C857F8A-DB7F-47A0-83D3-898F60A23C61}" type="presOf" srcId="{9D198E57-9CC8-4E20-BF8D-FCD512A8C19E}" destId="{A2328730-45BB-4280-9E48-FFBD2C701763}" srcOrd="0" destOrd="0" presId="urn:microsoft.com/office/officeart/2005/8/layout/matrix3"/>
    <dgm:cxn modelId="{15D47799-6FBB-4E89-8802-49C614C735CA}" srcId="{7176B933-36E8-4447-A51E-EFBE3B6E52D6}" destId="{98D394C0-8368-437A-9DD1-565A4A838808}" srcOrd="3" destOrd="0" parTransId="{CBE91786-D9BE-4B3F-B5AB-5913EF74295C}" sibTransId="{104E9DFF-3420-4435-855E-0C8F746FDBF8}"/>
    <dgm:cxn modelId="{AE2540E4-5E3C-4787-B757-E76B03D2612E}" srcId="{7176B933-36E8-4447-A51E-EFBE3B6E52D6}" destId="{302A51F8-29AB-4A60-9B32-465DB99E9F0F}" srcOrd="0" destOrd="0" parTransId="{D37014A3-8180-4B14-B1E0-E91D9EA50218}" sibTransId="{3CF5AED7-685B-464C-B6AC-9C115E8C9F9E}"/>
    <dgm:cxn modelId="{3CA9D98E-582E-43B9-A7D2-BD26B97D3782}" type="presParOf" srcId="{7F73C2E9-5F57-49BF-BB39-7882B5692A1A}" destId="{F2EABD93-9711-4C8F-9BBF-1292C2517929}" srcOrd="0" destOrd="0" presId="urn:microsoft.com/office/officeart/2005/8/layout/matrix3"/>
    <dgm:cxn modelId="{00F6D6C0-D51B-46A1-8B7C-D6AD1296E166}" type="presParOf" srcId="{7F73C2E9-5F57-49BF-BB39-7882B5692A1A}" destId="{B21A9C64-633F-49F5-8411-C44022CD0929}" srcOrd="1" destOrd="0" presId="urn:microsoft.com/office/officeart/2005/8/layout/matrix3"/>
    <dgm:cxn modelId="{D44567B8-6DAD-4C2C-B095-AAE3DD3737AF}" type="presParOf" srcId="{7F73C2E9-5F57-49BF-BB39-7882B5692A1A}" destId="{A58F76DE-A7EC-4574-B51C-B001DB2BC051}" srcOrd="2" destOrd="0" presId="urn:microsoft.com/office/officeart/2005/8/layout/matrix3"/>
    <dgm:cxn modelId="{27E1E403-AE14-43BC-9A7D-CD2548EFA77E}" type="presParOf" srcId="{7F73C2E9-5F57-49BF-BB39-7882B5692A1A}" destId="{A2328730-45BB-4280-9E48-FFBD2C701763}" srcOrd="3" destOrd="0" presId="urn:microsoft.com/office/officeart/2005/8/layout/matrix3"/>
    <dgm:cxn modelId="{EF5D459B-7B3C-42D9-AA10-3574F5A7486F}" type="presParOf" srcId="{7F73C2E9-5F57-49BF-BB39-7882B5692A1A}" destId="{471699C6-BF83-4267-9418-4860DFB3D6A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389883B6-D509-49D5-BEFB-B6EB00EA0ABB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28D1A3B-3EBA-4D67-AF96-C6602311D709}">
      <dgm:prSet/>
      <dgm:spPr/>
      <dgm:t>
        <a:bodyPr/>
        <a:lstStyle/>
        <a:p>
          <a:r>
            <a:rPr lang="ru-RU" b="0" i="0"/>
            <a:t>Олега</a:t>
          </a:r>
          <a:endParaRPr lang="uk-UA"/>
        </a:p>
      </dgm:t>
    </dgm:pt>
    <dgm:pt modelId="{E2F15274-0426-44A9-8394-705CB2F01D6A}" type="parTrans" cxnId="{C6C7EF8C-4FFA-4ECA-964C-644257D687A6}">
      <dgm:prSet/>
      <dgm:spPr/>
      <dgm:t>
        <a:bodyPr/>
        <a:lstStyle/>
        <a:p>
          <a:endParaRPr lang="uk-UA"/>
        </a:p>
      </dgm:t>
    </dgm:pt>
    <dgm:pt modelId="{1166708C-3211-4013-AAC5-6015492FB12E}" type="sibTrans" cxnId="{C6C7EF8C-4FFA-4ECA-964C-644257D687A6}">
      <dgm:prSet/>
      <dgm:spPr/>
      <dgm:t>
        <a:bodyPr/>
        <a:lstStyle/>
        <a:p>
          <a:endParaRPr lang="uk-UA"/>
        </a:p>
      </dgm:t>
    </dgm:pt>
    <dgm:pt modelId="{252BA8D5-51EA-453D-951A-22A1EFC4D5BD}">
      <dgm:prSet/>
      <dgm:spPr/>
      <dgm:t>
        <a:bodyPr/>
        <a:lstStyle/>
        <a:p>
          <a:r>
            <a:rPr lang="ru-RU" b="0" i="0"/>
            <a:t>Святослава</a:t>
          </a:r>
          <a:endParaRPr lang="uk-UA"/>
        </a:p>
      </dgm:t>
    </dgm:pt>
    <dgm:pt modelId="{F57E6AB3-FDD5-477B-AAFB-EB140A24CE8C}" type="parTrans" cxnId="{868594A9-83D7-4F8A-901E-CD54F0D011B8}">
      <dgm:prSet/>
      <dgm:spPr/>
      <dgm:t>
        <a:bodyPr/>
        <a:lstStyle/>
        <a:p>
          <a:endParaRPr lang="uk-UA"/>
        </a:p>
      </dgm:t>
    </dgm:pt>
    <dgm:pt modelId="{51BDAD24-9FBC-4105-BD92-47C6D61BF2C5}" type="sibTrans" cxnId="{868594A9-83D7-4F8A-901E-CD54F0D011B8}">
      <dgm:prSet/>
      <dgm:spPr/>
      <dgm:t>
        <a:bodyPr/>
        <a:lstStyle/>
        <a:p>
          <a:endParaRPr lang="uk-UA"/>
        </a:p>
      </dgm:t>
    </dgm:pt>
    <dgm:pt modelId="{008262ED-4A33-45FD-AD76-625B861308C7}">
      <dgm:prSet/>
      <dgm:spPr/>
      <dgm:t>
        <a:bodyPr/>
        <a:lstStyle/>
        <a:p>
          <a:r>
            <a:rPr lang="ru-RU" b="0" i="0" dirty="0" err="1"/>
            <a:t>Володимира</a:t>
          </a:r>
          <a:r>
            <a:rPr lang="ru-RU" b="0" i="0" dirty="0"/>
            <a:t> Великого</a:t>
          </a:r>
          <a:endParaRPr lang="uk-UA" dirty="0"/>
        </a:p>
      </dgm:t>
    </dgm:pt>
    <dgm:pt modelId="{9CFB15DB-5004-4842-8010-BFB9FA88139E}" type="parTrans" cxnId="{B5C09483-C56B-499C-9427-473FB7AB11AC}">
      <dgm:prSet/>
      <dgm:spPr/>
      <dgm:t>
        <a:bodyPr/>
        <a:lstStyle/>
        <a:p>
          <a:endParaRPr lang="uk-UA"/>
        </a:p>
      </dgm:t>
    </dgm:pt>
    <dgm:pt modelId="{42920E0E-9ED9-492A-A931-ABB065D1176F}" type="sibTrans" cxnId="{B5C09483-C56B-499C-9427-473FB7AB11AC}">
      <dgm:prSet/>
      <dgm:spPr/>
      <dgm:t>
        <a:bodyPr/>
        <a:lstStyle/>
        <a:p>
          <a:endParaRPr lang="uk-UA"/>
        </a:p>
      </dgm:t>
    </dgm:pt>
    <dgm:pt modelId="{5258825E-8AC4-4CAC-A69E-02F7DFF63823}">
      <dgm:prSet/>
      <dgm:spPr/>
      <dgm:t>
        <a:bodyPr/>
        <a:lstStyle/>
        <a:p>
          <a:r>
            <a:rPr lang="ru-RU" b="0" i="0" dirty="0"/>
            <a:t>Ярослава Мудрого</a:t>
          </a:r>
          <a:endParaRPr lang="uk-UA" dirty="0"/>
        </a:p>
      </dgm:t>
    </dgm:pt>
    <dgm:pt modelId="{51FDDD5D-FE33-4CEE-9F1A-237759D1A354}" type="parTrans" cxnId="{54330437-3615-405C-A8B4-A02751CEC5C0}">
      <dgm:prSet/>
      <dgm:spPr/>
      <dgm:t>
        <a:bodyPr/>
        <a:lstStyle/>
        <a:p>
          <a:endParaRPr lang="uk-UA"/>
        </a:p>
      </dgm:t>
    </dgm:pt>
    <dgm:pt modelId="{36A41A51-50DA-4D7A-8F3E-BBFDE38A2C0A}" type="sibTrans" cxnId="{54330437-3615-405C-A8B4-A02751CEC5C0}">
      <dgm:prSet/>
      <dgm:spPr/>
      <dgm:t>
        <a:bodyPr/>
        <a:lstStyle/>
        <a:p>
          <a:endParaRPr lang="uk-UA"/>
        </a:p>
      </dgm:t>
    </dgm:pt>
    <dgm:pt modelId="{322EDAB4-2DF2-4528-A719-64BE48D5F35B}" type="pres">
      <dgm:prSet presAssocID="{389883B6-D509-49D5-BEFB-B6EB00EA0ABB}" presName="matrix" presStyleCnt="0">
        <dgm:presLayoutVars>
          <dgm:chMax val="1"/>
          <dgm:dir/>
          <dgm:resizeHandles val="exact"/>
        </dgm:presLayoutVars>
      </dgm:prSet>
      <dgm:spPr/>
    </dgm:pt>
    <dgm:pt modelId="{CB57DFC0-E4F5-4D79-BAD4-66CA993907A4}" type="pres">
      <dgm:prSet presAssocID="{389883B6-D509-49D5-BEFB-B6EB00EA0ABB}" presName="diamond" presStyleLbl="bgShp" presStyleIdx="0" presStyleCnt="1"/>
      <dgm:spPr/>
    </dgm:pt>
    <dgm:pt modelId="{A142580C-B03E-4FAF-950B-422F8C1FAD40}" type="pres">
      <dgm:prSet presAssocID="{389883B6-D509-49D5-BEFB-B6EB00EA0AB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860C554-37B7-4574-B5EE-8D81058B4617}" type="pres">
      <dgm:prSet presAssocID="{389883B6-D509-49D5-BEFB-B6EB00EA0AB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6075E8E-6715-4DAB-AD5C-E5BBF89398C5}" type="pres">
      <dgm:prSet presAssocID="{389883B6-D509-49D5-BEFB-B6EB00EA0AB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D8D861C-7F8C-420C-85A3-ACF7CB347ADA}" type="pres">
      <dgm:prSet presAssocID="{389883B6-D509-49D5-BEFB-B6EB00EA0AB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BE8E233-5B8D-450A-9FF7-E72951B319C0}" type="presOf" srcId="{5258825E-8AC4-4CAC-A69E-02F7DFF63823}" destId="{4D8D861C-7F8C-420C-85A3-ACF7CB347ADA}" srcOrd="0" destOrd="0" presId="urn:microsoft.com/office/officeart/2005/8/layout/matrix3"/>
    <dgm:cxn modelId="{54330437-3615-405C-A8B4-A02751CEC5C0}" srcId="{389883B6-D509-49D5-BEFB-B6EB00EA0ABB}" destId="{5258825E-8AC4-4CAC-A69E-02F7DFF63823}" srcOrd="3" destOrd="0" parTransId="{51FDDD5D-FE33-4CEE-9F1A-237759D1A354}" sibTransId="{36A41A51-50DA-4D7A-8F3E-BBFDE38A2C0A}"/>
    <dgm:cxn modelId="{AF9CCB66-BB18-4871-A67D-967657F1EAD3}" type="presOf" srcId="{008262ED-4A33-45FD-AD76-625B861308C7}" destId="{76075E8E-6715-4DAB-AD5C-E5BBF89398C5}" srcOrd="0" destOrd="0" presId="urn:microsoft.com/office/officeart/2005/8/layout/matrix3"/>
    <dgm:cxn modelId="{B5C09483-C56B-499C-9427-473FB7AB11AC}" srcId="{389883B6-D509-49D5-BEFB-B6EB00EA0ABB}" destId="{008262ED-4A33-45FD-AD76-625B861308C7}" srcOrd="2" destOrd="0" parTransId="{9CFB15DB-5004-4842-8010-BFB9FA88139E}" sibTransId="{42920E0E-9ED9-492A-A931-ABB065D1176F}"/>
    <dgm:cxn modelId="{C6C7EF8C-4FFA-4ECA-964C-644257D687A6}" srcId="{389883B6-D509-49D5-BEFB-B6EB00EA0ABB}" destId="{828D1A3B-3EBA-4D67-AF96-C6602311D709}" srcOrd="0" destOrd="0" parTransId="{E2F15274-0426-44A9-8394-705CB2F01D6A}" sibTransId="{1166708C-3211-4013-AAC5-6015492FB12E}"/>
    <dgm:cxn modelId="{1AAF95A1-93CF-4937-BD65-F810377841A8}" type="presOf" srcId="{389883B6-D509-49D5-BEFB-B6EB00EA0ABB}" destId="{322EDAB4-2DF2-4528-A719-64BE48D5F35B}" srcOrd="0" destOrd="0" presId="urn:microsoft.com/office/officeart/2005/8/layout/matrix3"/>
    <dgm:cxn modelId="{868594A9-83D7-4F8A-901E-CD54F0D011B8}" srcId="{389883B6-D509-49D5-BEFB-B6EB00EA0ABB}" destId="{252BA8D5-51EA-453D-951A-22A1EFC4D5BD}" srcOrd="1" destOrd="0" parTransId="{F57E6AB3-FDD5-477B-AAFB-EB140A24CE8C}" sibTransId="{51BDAD24-9FBC-4105-BD92-47C6D61BF2C5}"/>
    <dgm:cxn modelId="{9550C0D6-B190-4B3D-B21C-DFA3B5784142}" type="presOf" srcId="{252BA8D5-51EA-453D-951A-22A1EFC4D5BD}" destId="{0860C554-37B7-4574-B5EE-8D81058B4617}" srcOrd="0" destOrd="0" presId="urn:microsoft.com/office/officeart/2005/8/layout/matrix3"/>
    <dgm:cxn modelId="{F53745F8-35D4-48A4-9513-C476E0DB0660}" type="presOf" srcId="{828D1A3B-3EBA-4D67-AF96-C6602311D709}" destId="{A142580C-B03E-4FAF-950B-422F8C1FAD40}" srcOrd="0" destOrd="0" presId="urn:microsoft.com/office/officeart/2005/8/layout/matrix3"/>
    <dgm:cxn modelId="{C343A000-1D63-4577-A075-3312E44759D9}" type="presParOf" srcId="{322EDAB4-2DF2-4528-A719-64BE48D5F35B}" destId="{CB57DFC0-E4F5-4D79-BAD4-66CA993907A4}" srcOrd="0" destOrd="0" presId="urn:microsoft.com/office/officeart/2005/8/layout/matrix3"/>
    <dgm:cxn modelId="{7DE5A140-F7F9-4BC5-AEF1-25DEBCCDA3CB}" type="presParOf" srcId="{322EDAB4-2DF2-4528-A719-64BE48D5F35B}" destId="{A142580C-B03E-4FAF-950B-422F8C1FAD40}" srcOrd="1" destOrd="0" presId="urn:microsoft.com/office/officeart/2005/8/layout/matrix3"/>
    <dgm:cxn modelId="{950B5E95-007D-4552-86E2-7081C419A3A0}" type="presParOf" srcId="{322EDAB4-2DF2-4528-A719-64BE48D5F35B}" destId="{0860C554-37B7-4574-B5EE-8D81058B4617}" srcOrd="2" destOrd="0" presId="urn:microsoft.com/office/officeart/2005/8/layout/matrix3"/>
    <dgm:cxn modelId="{33CE6AA6-942D-4302-88DA-C4C802AF1D72}" type="presParOf" srcId="{322EDAB4-2DF2-4528-A719-64BE48D5F35B}" destId="{76075E8E-6715-4DAB-AD5C-E5BBF89398C5}" srcOrd="3" destOrd="0" presId="urn:microsoft.com/office/officeart/2005/8/layout/matrix3"/>
    <dgm:cxn modelId="{8530C71B-6A90-4190-B2E4-3D057BC870BC}" type="presParOf" srcId="{322EDAB4-2DF2-4528-A719-64BE48D5F35B}" destId="{4D8D861C-7F8C-420C-85A3-ACF7CB347AD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0CD2E43F-E6B6-42E8-A516-320A8E823DFC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66100DD-7AC5-4EFC-AF77-4A251BC54375}">
      <dgm:prSet/>
      <dgm:spPr/>
      <dgm:t>
        <a:bodyPr/>
        <a:lstStyle/>
        <a:p>
          <a:r>
            <a:rPr lang="uk-UA" b="0" i="0"/>
            <a:t>завершення формування території держави</a:t>
          </a:r>
          <a:endParaRPr lang="uk-UA"/>
        </a:p>
      </dgm:t>
    </dgm:pt>
    <dgm:pt modelId="{96390FC9-7341-41CD-8F2C-2699C4725C32}" type="parTrans" cxnId="{EB6DB1BF-8108-46F0-A42F-EB9EAF4CE7F5}">
      <dgm:prSet/>
      <dgm:spPr/>
      <dgm:t>
        <a:bodyPr/>
        <a:lstStyle/>
        <a:p>
          <a:endParaRPr lang="uk-UA"/>
        </a:p>
      </dgm:t>
    </dgm:pt>
    <dgm:pt modelId="{F47B3AFD-C2D7-46CF-B55F-1D3819D4DB74}" type="sibTrans" cxnId="{EB6DB1BF-8108-46F0-A42F-EB9EAF4CE7F5}">
      <dgm:prSet/>
      <dgm:spPr/>
      <dgm:t>
        <a:bodyPr/>
        <a:lstStyle/>
        <a:p>
          <a:endParaRPr lang="uk-UA"/>
        </a:p>
      </dgm:t>
    </dgm:pt>
    <dgm:pt modelId="{D94C36D7-38D0-4CB4-87BB-20A064D64D1D}">
      <dgm:prSet/>
      <dgm:spPr/>
      <dgm:t>
        <a:bodyPr/>
        <a:lstStyle/>
        <a:p>
          <a:r>
            <a:rPr lang="uk-UA" b="0" i="0" dirty="0"/>
            <a:t>запровадження та поширення християнства</a:t>
          </a:r>
          <a:endParaRPr lang="uk-UA" dirty="0"/>
        </a:p>
      </dgm:t>
    </dgm:pt>
    <dgm:pt modelId="{1E0CB580-D801-4A43-B126-E9577564F78B}" type="parTrans" cxnId="{66B662A9-4C2F-4FFE-8DF4-CCF5A598D3E7}">
      <dgm:prSet/>
      <dgm:spPr/>
      <dgm:t>
        <a:bodyPr/>
        <a:lstStyle/>
        <a:p>
          <a:endParaRPr lang="uk-UA"/>
        </a:p>
      </dgm:t>
    </dgm:pt>
    <dgm:pt modelId="{2DF2C7FF-4DA5-4E7B-B178-FA6916981BC5}" type="sibTrans" cxnId="{66B662A9-4C2F-4FFE-8DF4-CCF5A598D3E7}">
      <dgm:prSet/>
      <dgm:spPr/>
      <dgm:t>
        <a:bodyPr/>
        <a:lstStyle/>
        <a:p>
          <a:endParaRPr lang="uk-UA"/>
        </a:p>
      </dgm:t>
    </dgm:pt>
    <dgm:pt modelId="{3DA6A8F1-66BD-4003-A495-D061112E79F9}">
      <dgm:prSet/>
      <dgm:spPr/>
      <dgm:t>
        <a:bodyPr/>
        <a:lstStyle/>
        <a:p>
          <a:r>
            <a:rPr lang="uk-UA" b="0" i="0" dirty="0"/>
            <a:t>утвердження династії Рюриковичів у Києві</a:t>
          </a:r>
          <a:endParaRPr lang="uk-UA" dirty="0"/>
        </a:p>
      </dgm:t>
    </dgm:pt>
    <dgm:pt modelId="{19FDCAD6-8394-41C4-BD0A-D527DA2C906C}" type="parTrans" cxnId="{47CC583F-6B34-4661-A173-371457CA01A6}">
      <dgm:prSet/>
      <dgm:spPr/>
      <dgm:t>
        <a:bodyPr/>
        <a:lstStyle/>
        <a:p>
          <a:endParaRPr lang="uk-UA"/>
        </a:p>
      </dgm:t>
    </dgm:pt>
    <dgm:pt modelId="{52BF17E4-938A-46C2-A1B9-13CA709B8507}" type="sibTrans" cxnId="{47CC583F-6B34-4661-A173-371457CA01A6}">
      <dgm:prSet/>
      <dgm:spPr/>
      <dgm:t>
        <a:bodyPr/>
        <a:lstStyle/>
        <a:p>
          <a:endParaRPr lang="uk-UA"/>
        </a:p>
      </dgm:t>
    </dgm:pt>
    <dgm:pt modelId="{C690894D-17CC-49E9-B71D-EB32BBBAB1FE}">
      <dgm:prSet/>
      <dgm:spPr/>
      <dgm:t>
        <a:bodyPr/>
        <a:lstStyle/>
        <a:p>
          <a:r>
            <a:rPr lang="uk-UA" b="0" i="0" dirty="0"/>
            <a:t>зміна централізованої монархії федеративною</a:t>
          </a:r>
          <a:endParaRPr lang="uk-UA" dirty="0"/>
        </a:p>
      </dgm:t>
    </dgm:pt>
    <dgm:pt modelId="{A44227F1-BAE9-4422-819D-D31079625DC4}" type="parTrans" cxnId="{14E443B0-465A-4D22-8F29-A9EF7F66DA28}">
      <dgm:prSet/>
      <dgm:spPr/>
      <dgm:t>
        <a:bodyPr/>
        <a:lstStyle/>
        <a:p>
          <a:endParaRPr lang="uk-UA"/>
        </a:p>
      </dgm:t>
    </dgm:pt>
    <dgm:pt modelId="{333443D9-228E-40B4-B6D4-706A87F0D0D0}" type="sibTrans" cxnId="{14E443B0-465A-4D22-8F29-A9EF7F66DA28}">
      <dgm:prSet/>
      <dgm:spPr/>
      <dgm:t>
        <a:bodyPr/>
        <a:lstStyle/>
        <a:p>
          <a:endParaRPr lang="uk-UA"/>
        </a:p>
      </dgm:t>
    </dgm:pt>
    <dgm:pt modelId="{D5387C23-0E66-4228-9ADF-B3AA52204C00}" type="pres">
      <dgm:prSet presAssocID="{0CD2E43F-E6B6-42E8-A516-320A8E823DFC}" presName="linearFlow" presStyleCnt="0">
        <dgm:presLayoutVars>
          <dgm:dir/>
          <dgm:resizeHandles val="exact"/>
        </dgm:presLayoutVars>
      </dgm:prSet>
      <dgm:spPr/>
    </dgm:pt>
    <dgm:pt modelId="{B24F2789-F0F2-4DAB-B686-F367850E2F08}" type="pres">
      <dgm:prSet presAssocID="{F66100DD-7AC5-4EFC-AF77-4A251BC54375}" presName="composite" presStyleCnt="0"/>
      <dgm:spPr/>
    </dgm:pt>
    <dgm:pt modelId="{A3CFC85C-45CD-40EB-86D2-2A6132865F68}" type="pres">
      <dgm:prSet presAssocID="{F66100DD-7AC5-4EFC-AF77-4A251BC54375}" presName="imgShp" presStyleLbl="fgImgPlace1" presStyleIdx="0" presStyleCnt="4"/>
      <dgm:spPr/>
    </dgm:pt>
    <dgm:pt modelId="{B1D7AFDA-F7BF-48E7-BFB6-CC7D07FEAF14}" type="pres">
      <dgm:prSet presAssocID="{F66100DD-7AC5-4EFC-AF77-4A251BC54375}" presName="txShp" presStyleLbl="node1" presStyleIdx="0" presStyleCnt="4">
        <dgm:presLayoutVars>
          <dgm:bulletEnabled val="1"/>
        </dgm:presLayoutVars>
      </dgm:prSet>
      <dgm:spPr/>
    </dgm:pt>
    <dgm:pt modelId="{908DF7ED-E77C-45A0-9EA4-D96B8C0617F0}" type="pres">
      <dgm:prSet presAssocID="{F47B3AFD-C2D7-46CF-B55F-1D3819D4DB74}" presName="spacing" presStyleCnt="0"/>
      <dgm:spPr/>
    </dgm:pt>
    <dgm:pt modelId="{E60A419D-E744-479D-BF4E-9E6D1B7FFA23}" type="pres">
      <dgm:prSet presAssocID="{D94C36D7-38D0-4CB4-87BB-20A064D64D1D}" presName="composite" presStyleCnt="0"/>
      <dgm:spPr/>
    </dgm:pt>
    <dgm:pt modelId="{B59DDF14-6108-4479-B958-4FB20230CEDD}" type="pres">
      <dgm:prSet presAssocID="{D94C36D7-38D0-4CB4-87BB-20A064D64D1D}" presName="imgShp" presStyleLbl="fgImgPlace1" presStyleIdx="1" presStyleCnt="4"/>
      <dgm:spPr/>
    </dgm:pt>
    <dgm:pt modelId="{F8B63BEA-7CC6-4C2E-B771-77C05A89BCE0}" type="pres">
      <dgm:prSet presAssocID="{D94C36D7-38D0-4CB4-87BB-20A064D64D1D}" presName="txShp" presStyleLbl="node1" presStyleIdx="1" presStyleCnt="4">
        <dgm:presLayoutVars>
          <dgm:bulletEnabled val="1"/>
        </dgm:presLayoutVars>
      </dgm:prSet>
      <dgm:spPr/>
    </dgm:pt>
    <dgm:pt modelId="{B6BE933A-A221-4569-88DF-7A861F745386}" type="pres">
      <dgm:prSet presAssocID="{2DF2C7FF-4DA5-4E7B-B178-FA6916981BC5}" presName="spacing" presStyleCnt="0"/>
      <dgm:spPr/>
    </dgm:pt>
    <dgm:pt modelId="{03A357B6-6D5E-4544-96E9-79B5670671C4}" type="pres">
      <dgm:prSet presAssocID="{3DA6A8F1-66BD-4003-A495-D061112E79F9}" presName="composite" presStyleCnt="0"/>
      <dgm:spPr/>
    </dgm:pt>
    <dgm:pt modelId="{19786304-F550-4CCD-B728-2D5B1F5C7199}" type="pres">
      <dgm:prSet presAssocID="{3DA6A8F1-66BD-4003-A495-D061112E79F9}" presName="imgShp" presStyleLbl="fgImgPlace1" presStyleIdx="2" presStyleCnt="4"/>
      <dgm:spPr/>
    </dgm:pt>
    <dgm:pt modelId="{563F544F-4F61-4D6E-ACE6-C79F2A73EDD2}" type="pres">
      <dgm:prSet presAssocID="{3DA6A8F1-66BD-4003-A495-D061112E79F9}" presName="txShp" presStyleLbl="node1" presStyleIdx="2" presStyleCnt="4">
        <dgm:presLayoutVars>
          <dgm:bulletEnabled val="1"/>
        </dgm:presLayoutVars>
      </dgm:prSet>
      <dgm:spPr/>
    </dgm:pt>
    <dgm:pt modelId="{3E16C432-6CDF-41B7-8D32-220534D0BB82}" type="pres">
      <dgm:prSet presAssocID="{52BF17E4-938A-46C2-A1B9-13CA709B8507}" presName="spacing" presStyleCnt="0"/>
      <dgm:spPr/>
    </dgm:pt>
    <dgm:pt modelId="{3ECE6461-0BDA-4D11-A9BF-51C429A57229}" type="pres">
      <dgm:prSet presAssocID="{C690894D-17CC-49E9-B71D-EB32BBBAB1FE}" presName="composite" presStyleCnt="0"/>
      <dgm:spPr/>
    </dgm:pt>
    <dgm:pt modelId="{5EAFC962-5059-4449-AB3F-4AE6A9FC180F}" type="pres">
      <dgm:prSet presAssocID="{C690894D-17CC-49E9-B71D-EB32BBBAB1FE}" presName="imgShp" presStyleLbl="fgImgPlace1" presStyleIdx="3" presStyleCnt="4"/>
      <dgm:spPr/>
    </dgm:pt>
    <dgm:pt modelId="{1859DF55-3123-430A-8589-53C682EB6A58}" type="pres">
      <dgm:prSet presAssocID="{C690894D-17CC-49E9-B71D-EB32BBBAB1FE}" presName="txShp" presStyleLbl="node1" presStyleIdx="3" presStyleCnt="4">
        <dgm:presLayoutVars>
          <dgm:bulletEnabled val="1"/>
        </dgm:presLayoutVars>
      </dgm:prSet>
      <dgm:spPr/>
    </dgm:pt>
  </dgm:ptLst>
  <dgm:cxnLst>
    <dgm:cxn modelId="{47CC583F-6B34-4661-A173-371457CA01A6}" srcId="{0CD2E43F-E6B6-42E8-A516-320A8E823DFC}" destId="{3DA6A8F1-66BD-4003-A495-D061112E79F9}" srcOrd="2" destOrd="0" parTransId="{19FDCAD6-8394-41C4-BD0A-D527DA2C906C}" sibTransId="{52BF17E4-938A-46C2-A1B9-13CA709B8507}"/>
    <dgm:cxn modelId="{FE12F460-B928-4A35-9358-258E0B7898D1}" type="presOf" srcId="{0CD2E43F-E6B6-42E8-A516-320A8E823DFC}" destId="{D5387C23-0E66-4228-9ADF-B3AA52204C00}" srcOrd="0" destOrd="0" presId="urn:microsoft.com/office/officeart/2005/8/layout/vList3"/>
    <dgm:cxn modelId="{4CB7E682-C551-47C3-B4D0-0E5B49C08AD2}" type="presOf" srcId="{3DA6A8F1-66BD-4003-A495-D061112E79F9}" destId="{563F544F-4F61-4D6E-ACE6-C79F2A73EDD2}" srcOrd="0" destOrd="0" presId="urn:microsoft.com/office/officeart/2005/8/layout/vList3"/>
    <dgm:cxn modelId="{F3A94F8E-45FA-489E-97B4-C6446DD6E6F1}" type="presOf" srcId="{F66100DD-7AC5-4EFC-AF77-4A251BC54375}" destId="{B1D7AFDA-F7BF-48E7-BFB6-CC7D07FEAF14}" srcOrd="0" destOrd="0" presId="urn:microsoft.com/office/officeart/2005/8/layout/vList3"/>
    <dgm:cxn modelId="{66B662A9-4C2F-4FFE-8DF4-CCF5A598D3E7}" srcId="{0CD2E43F-E6B6-42E8-A516-320A8E823DFC}" destId="{D94C36D7-38D0-4CB4-87BB-20A064D64D1D}" srcOrd="1" destOrd="0" parTransId="{1E0CB580-D801-4A43-B126-E9577564F78B}" sibTransId="{2DF2C7FF-4DA5-4E7B-B178-FA6916981BC5}"/>
    <dgm:cxn modelId="{14E443B0-465A-4D22-8F29-A9EF7F66DA28}" srcId="{0CD2E43F-E6B6-42E8-A516-320A8E823DFC}" destId="{C690894D-17CC-49E9-B71D-EB32BBBAB1FE}" srcOrd="3" destOrd="0" parTransId="{A44227F1-BAE9-4422-819D-D31079625DC4}" sibTransId="{333443D9-228E-40B4-B6D4-706A87F0D0D0}"/>
    <dgm:cxn modelId="{A98613B1-F2AC-49F5-9D37-C6E3F61E2874}" type="presOf" srcId="{C690894D-17CC-49E9-B71D-EB32BBBAB1FE}" destId="{1859DF55-3123-430A-8589-53C682EB6A58}" srcOrd="0" destOrd="0" presId="urn:microsoft.com/office/officeart/2005/8/layout/vList3"/>
    <dgm:cxn modelId="{EB6DB1BF-8108-46F0-A42F-EB9EAF4CE7F5}" srcId="{0CD2E43F-E6B6-42E8-A516-320A8E823DFC}" destId="{F66100DD-7AC5-4EFC-AF77-4A251BC54375}" srcOrd="0" destOrd="0" parTransId="{96390FC9-7341-41CD-8F2C-2699C4725C32}" sibTransId="{F47B3AFD-C2D7-46CF-B55F-1D3819D4DB74}"/>
    <dgm:cxn modelId="{0D5E87E9-59D3-4E54-BC08-3123E9085866}" type="presOf" srcId="{D94C36D7-38D0-4CB4-87BB-20A064D64D1D}" destId="{F8B63BEA-7CC6-4C2E-B771-77C05A89BCE0}" srcOrd="0" destOrd="0" presId="urn:microsoft.com/office/officeart/2005/8/layout/vList3"/>
    <dgm:cxn modelId="{30F792F7-3806-4EE4-8CDE-51E0D028864F}" type="presParOf" srcId="{D5387C23-0E66-4228-9ADF-B3AA52204C00}" destId="{B24F2789-F0F2-4DAB-B686-F367850E2F08}" srcOrd="0" destOrd="0" presId="urn:microsoft.com/office/officeart/2005/8/layout/vList3"/>
    <dgm:cxn modelId="{A5FEE801-A181-4885-8B5D-24CEF6135957}" type="presParOf" srcId="{B24F2789-F0F2-4DAB-B686-F367850E2F08}" destId="{A3CFC85C-45CD-40EB-86D2-2A6132865F68}" srcOrd="0" destOrd="0" presId="urn:microsoft.com/office/officeart/2005/8/layout/vList3"/>
    <dgm:cxn modelId="{D63AFADA-F596-4005-857D-A512A7ACB628}" type="presParOf" srcId="{B24F2789-F0F2-4DAB-B686-F367850E2F08}" destId="{B1D7AFDA-F7BF-48E7-BFB6-CC7D07FEAF14}" srcOrd="1" destOrd="0" presId="urn:microsoft.com/office/officeart/2005/8/layout/vList3"/>
    <dgm:cxn modelId="{3621D92C-337B-4045-8E78-14749E51FEAD}" type="presParOf" srcId="{D5387C23-0E66-4228-9ADF-B3AA52204C00}" destId="{908DF7ED-E77C-45A0-9EA4-D96B8C0617F0}" srcOrd="1" destOrd="0" presId="urn:microsoft.com/office/officeart/2005/8/layout/vList3"/>
    <dgm:cxn modelId="{E7EEB8B0-1D5D-4959-A4A5-3E0FF7B80C53}" type="presParOf" srcId="{D5387C23-0E66-4228-9ADF-B3AA52204C00}" destId="{E60A419D-E744-479D-BF4E-9E6D1B7FFA23}" srcOrd="2" destOrd="0" presId="urn:microsoft.com/office/officeart/2005/8/layout/vList3"/>
    <dgm:cxn modelId="{C01D4E18-DCC1-41FD-9B59-A3DCEFEC6F9A}" type="presParOf" srcId="{E60A419D-E744-479D-BF4E-9E6D1B7FFA23}" destId="{B59DDF14-6108-4479-B958-4FB20230CEDD}" srcOrd="0" destOrd="0" presId="urn:microsoft.com/office/officeart/2005/8/layout/vList3"/>
    <dgm:cxn modelId="{46637E02-A502-436B-AF8B-4BE85904488E}" type="presParOf" srcId="{E60A419D-E744-479D-BF4E-9E6D1B7FFA23}" destId="{F8B63BEA-7CC6-4C2E-B771-77C05A89BCE0}" srcOrd="1" destOrd="0" presId="urn:microsoft.com/office/officeart/2005/8/layout/vList3"/>
    <dgm:cxn modelId="{E5D29E45-6DDB-4885-9F39-A9849282E185}" type="presParOf" srcId="{D5387C23-0E66-4228-9ADF-B3AA52204C00}" destId="{B6BE933A-A221-4569-88DF-7A861F745386}" srcOrd="3" destOrd="0" presId="urn:microsoft.com/office/officeart/2005/8/layout/vList3"/>
    <dgm:cxn modelId="{6D4B81F4-F240-4C95-9E60-A5E2E2E8272D}" type="presParOf" srcId="{D5387C23-0E66-4228-9ADF-B3AA52204C00}" destId="{03A357B6-6D5E-4544-96E9-79B5670671C4}" srcOrd="4" destOrd="0" presId="urn:microsoft.com/office/officeart/2005/8/layout/vList3"/>
    <dgm:cxn modelId="{6B699739-18A1-46E0-A398-7B95A4F0A119}" type="presParOf" srcId="{03A357B6-6D5E-4544-96E9-79B5670671C4}" destId="{19786304-F550-4CCD-B728-2D5B1F5C7199}" srcOrd="0" destOrd="0" presId="urn:microsoft.com/office/officeart/2005/8/layout/vList3"/>
    <dgm:cxn modelId="{65B2E90B-A1DE-4685-B471-9B50916E22C3}" type="presParOf" srcId="{03A357B6-6D5E-4544-96E9-79B5670671C4}" destId="{563F544F-4F61-4D6E-ACE6-C79F2A73EDD2}" srcOrd="1" destOrd="0" presId="urn:microsoft.com/office/officeart/2005/8/layout/vList3"/>
    <dgm:cxn modelId="{008B2361-E79C-4374-95ED-FBB923CE7C37}" type="presParOf" srcId="{D5387C23-0E66-4228-9ADF-B3AA52204C00}" destId="{3E16C432-6CDF-41B7-8D32-220534D0BB82}" srcOrd="5" destOrd="0" presId="urn:microsoft.com/office/officeart/2005/8/layout/vList3"/>
    <dgm:cxn modelId="{FFDECCC8-7BAC-411D-9D5A-8FC9C5549817}" type="presParOf" srcId="{D5387C23-0E66-4228-9ADF-B3AA52204C00}" destId="{3ECE6461-0BDA-4D11-A9BF-51C429A57229}" srcOrd="6" destOrd="0" presId="urn:microsoft.com/office/officeart/2005/8/layout/vList3"/>
    <dgm:cxn modelId="{CBCE4C47-7282-4AE6-85FF-5EC2A3F57D10}" type="presParOf" srcId="{3ECE6461-0BDA-4D11-A9BF-51C429A57229}" destId="{5EAFC962-5059-4449-AB3F-4AE6A9FC180F}" srcOrd="0" destOrd="0" presId="urn:microsoft.com/office/officeart/2005/8/layout/vList3"/>
    <dgm:cxn modelId="{1D199F65-20FD-494C-8CF2-1D577C8E8DA5}" type="presParOf" srcId="{3ECE6461-0BDA-4D11-A9BF-51C429A57229}" destId="{1859DF55-3123-430A-8589-53C682EB6A58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C2F05B8B-06CA-4CC1-B072-2CAD6F884DD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F458206-8806-4432-8141-99018EB118F3}">
      <dgm:prSet/>
      <dgm:spPr/>
      <dgm:t>
        <a:bodyPr/>
        <a:lstStyle/>
        <a:p>
          <a:r>
            <a:rPr lang="uk-UA" b="0" i="0"/>
            <a:t>Аскольда.</a:t>
          </a:r>
          <a:endParaRPr lang="uk-UA"/>
        </a:p>
      </dgm:t>
    </dgm:pt>
    <dgm:pt modelId="{9C1B3A20-6CF8-4B46-A60C-543B3DB294CE}" type="parTrans" cxnId="{5C6C5181-501F-48D6-AB07-40AA948777B6}">
      <dgm:prSet/>
      <dgm:spPr/>
      <dgm:t>
        <a:bodyPr/>
        <a:lstStyle/>
        <a:p>
          <a:endParaRPr lang="uk-UA"/>
        </a:p>
      </dgm:t>
    </dgm:pt>
    <dgm:pt modelId="{6D907700-72F3-4D88-A886-9E6DFAD788B2}" type="sibTrans" cxnId="{5C6C5181-501F-48D6-AB07-40AA948777B6}">
      <dgm:prSet/>
      <dgm:spPr/>
      <dgm:t>
        <a:bodyPr/>
        <a:lstStyle/>
        <a:p>
          <a:endParaRPr lang="uk-UA"/>
        </a:p>
      </dgm:t>
    </dgm:pt>
    <dgm:pt modelId="{FFA34AC5-AC3D-4EFE-A43B-931F43015454}">
      <dgm:prSet/>
      <dgm:spPr/>
      <dgm:t>
        <a:bodyPr/>
        <a:lstStyle/>
        <a:p>
          <a:r>
            <a:rPr lang="uk-UA" b="0" i="0" dirty="0"/>
            <a:t>Олега.</a:t>
          </a:r>
          <a:endParaRPr lang="uk-UA" dirty="0"/>
        </a:p>
      </dgm:t>
    </dgm:pt>
    <dgm:pt modelId="{ADBB18CB-3C3F-4D99-A5E6-6B4880A6CED0}" type="parTrans" cxnId="{87391DA5-CA30-4F17-A92D-14EF506F1D82}">
      <dgm:prSet/>
      <dgm:spPr/>
      <dgm:t>
        <a:bodyPr/>
        <a:lstStyle/>
        <a:p>
          <a:endParaRPr lang="uk-UA"/>
        </a:p>
      </dgm:t>
    </dgm:pt>
    <dgm:pt modelId="{129ABE24-10CA-405A-BB9A-DC88E19051FC}" type="sibTrans" cxnId="{87391DA5-CA30-4F17-A92D-14EF506F1D82}">
      <dgm:prSet/>
      <dgm:spPr/>
      <dgm:t>
        <a:bodyPr/>
        <a:lstStyle/>
        <a:p>
          <a:endParaRPr lang="uk-UA"/>
        </a:p>
      </dgm:t>
    </dgm:pt>
    <dgm:pt modelId="{AC5E9B49-3873-4E31-96DB-AA86C8441361}">
      <dgm:prSet/>
      <dgm:spPr/>
      <dgm:t>
        <a:bodyPr/>
        <a:lstStyle/>
        <a:p>
          <a:r>
            <a:rPr lang="uk-UA" b="0" i="0" dirty="0"/>
            <a:t>Святослава.</a:t>
          </a:r>
          <a:endParaRPr lang="uk-UA" dirty="0"/>
        </a:p>
      </dgm:t>
    </dgm:pt>
    <dgm:pt modelId="{EAB50586-028E-4E2A-9C1C-336EF25B4367}" type="parTrans" cxnId="{A8CB4B14-FD6B-436F-B12B-D30C252FE605}">
      <dgm:prSet/>
      <dgm:spPr/>
      <dgm:t>
        <a:bodyPr/>
        <a:lstStyle/>
        <a:p>
          <a:endParaRPr lang="uk-UA"/>
        </a:p>
      </dgm:t>
    </dgm:pt>
    <dgm:pt modelId="{FA9DC005-05AA-4BA9-8FF5-BE41F330620D}" type="sibTrans" cxnId="{A8CB4B14-FD6B-436F-B12B-D30C252FE605}">
      <dgm:prSet/>
      <dgm:spPr/>
      <dgm:t>
        <a:bodyPr/>
        <a:lstStyle/>
        <a:p>
          <a:endParaRPr lang="uk-UA"/>
        </a:p>
      </dgm:t>
    </dgm:pt>
    <dgm:pt modelId="{672DDD33-27C5-4C94-801C-03825E1A82F8}">
      <dgm:prSet/>
      <dgm:spPr/>
      <dgm:t>
        <a:bodyPr/>
        <a:lstStyle/>
        <a:p>
          <a:r>
            <a:rPr lang="uk-UA" b="0" i="0" dirty="0"/>
            <a:t>Володимира.</a:t>
          </a:r>
          <a:endParaRPr lang="uk-UA" dirty="0"/>
        </a:p>
      </dgm:t>
    </dgm:pt>
    <dgm:pt modelId="{3A9E520E-151D-40B8-B985-D13743114A23}" type="parTrans" cxnId="{AAEC6342-D943-4674-ADC1-29D37FC5EDF4}">
      <dgm:prSet/>
      <dgm:spPr/>
      <dgm:t>
        <a:bodyPr/>
        <a:lstStyle/>
        <a:p>
          <a:endParaRPr lang="uk-UA"/>
        </a:p>
      </dgm:t>
    </dgm:pt>
    <dgm:pt modelId="{FEDD6160-E628-4C33-A95F-63D3490B33D1}" type="sibTrans" cxnId="{AAEC6342-D943-4674-ADC1-29D37FC5EDF4}">
      <dgm:prSet/>
      <dgm:spPr/>
      <dgm:t>
        <a:bodyPr/>
        <a:lstStyle/>
        <a:p>
          <a:endParaRPr lang="uk-UA"/>
        </a:p>
      </dgm:t>
    </dgm:pt>
    <dgm:pt modelId="{FB6D522A-E0A2-4844-BC99-F057775EF3EF}" type="pres">
      <dgm:prSet presAssocID="{C2F05B8B-06CA-4CC1-B072-2CAD6F884DDE}" presName="linear" presStyleCnt="0">
        <dgm:presLayoutVars>
          <dgm:animLvl val="lvl"/>
          <dgm:resizeHandles val="exact"/>
        </dgm:presLayoutVars>
      </dgm:prSet>
      <dgm:spPr/>
    </dgm:pt>
    <dgm:pt modelId="{F93A5039-3ECF-4EED-9993-2B7AF592CF33}" type="pres">
      <dgm:prSet presAssocID="{EF458206-8806-4432-8141-99018EB118F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3F2021A-ACB2-4088-AD5C-1EE65A87BB5B}" type="pres">
      <dgm:prSet presAssocID="{6D907700-72F3-4D88-A886-9E6DFAD788B2}" presName="spacer" presStyleCnt="0"/>
      <dgm:spPr/>
    </dgm:pt>
    <dgm:pt modelId="{901673E7-9B13-458D-B420-C7F318204377}" type="pres">
      <dgm:prSet presAssocID="{FFA34AC5-AC3D-4EFE-A43B-931F4301545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942C048-2AD6-42C5-86C6-85F292C0ED6B}" type="pres">
      <dgm:prSet presAssocID="{129ABE24-10CA-405A-BB9A-DC88E19051FC}" presName="spacer" presStyleCnt="0"/>
      <dgm:spPr/>
    </dgm:pt>
    <dgm:pt modelId="{6ED7FD9F-2CA5-4740-A0B2-EAFD71001F4D}" type="pres">
      <dgm:prSet presAssocID="{AC5E9B49-3873-4E31-96DB-AA86C844136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A58E7A3-4332-4EFA-967D-80CCCBA9FDCC}" type="pres">
      <dgm:prSet presAssocID="{FA9DC005-05AA-4BA9-8FF5-BE41F330620D}" presName="spacer" presStyleCnt="0"/>
      <dgm:spPr/>
    </dgm:pt>
    <dgm:pt modelId="{B5D0441C-24ED-4F14-A5B2-7A22018C2D47}" type="pres">
      <dgm:prSet presAssocID="{672DDD33-27C5-4C94-801C-03825E1A82F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8CB4B14-FD6B-436F-B12B-D30C252FE605}" srcId="{C2F05B8B-06CA-4CC1-B072-2CAD6F884DDE}" destId="{AC5E9B49-3873-4E31-96DB-AA86C8441361}" srcOrd="2" destOrd="0" parTransId="{EAB50586-028E-4E2A-9C1C-336EF25B4367}" sibTransId="{FA9DC005-05AA-4BA9-8FF5-BE41F330620D}"/>
    <dgm:cxn modelId="{C0AF3761-F80F-4CC8-8A2D-67E7D4795664}" type="presOf" srcId="{EF458206-8806-4432-8141-99018EB118F3}" destId="{F93A5039-3ECF-4EED-9993-2B7AF592CF33}" srcOrd="0" destOrd="0" presId="urn:microsoft.com/office/officeart/2005/8/layout/vList2"/>
    <dgm:cxn modelId="{AAEC6342-D943-4674-ADC1-29D37FC5EDF4}" srcId="{C2F05B8B-06CA-4CC1-B072-2CAD6F884DDE}" destId="{672DDD33-27C5-4C94-801C-03825E1A82F8}" srcOrd="3" destOrd="0" parTransId="{3A9E520E-151D-40B8-B985-D13743114A23}" sibTransId="{FEDD6160-E628-4C33-A95F-63D3490B33D1}"/>
    <dgm:cxn modelId="{5C6C5181-501F-48D6-AB07-40AA948777B6}" srcId="{C2F05B8B-06CA-4CC1-B072-2CAD6F884DDE}" destId="{EF458206-8806-4432-8141-99018EB118F3}" srcOrd="0" destOrd="0" parTransId="{9C1B3A20-6CF8-4B46-A60C-543B3DB294CE}" sibTransId="{6D907700-72F3-4D88-A886-9E6DFAD788B2}"/>
    <dgm:cxn modelId="{87391DA5-CA30-4F17-A92D-14EF506F1D82}" srcId="{C2F05B8B-06CA-4CC1-B072-2CAD6F884DDE}" destId="{FFA34AC5-AC3D-4EFE-A43B-931F43015454}" srcOrd="1" destOrd="0" parTransId="{ADBB18CB-3C3F-4D99-A5E6-6B4880A6CED0}" sibTransId="{129ABE24-10CA-405A-BB9A-DC88E19051FC}"/>
    <dgm:cxn modelId="{C36512BC-9DDE-4638-91CF-C58858F43066}" type="presOf" srcId="{AC5E9B49-3873-4E31-96DB-AA86C8441361}" destId="{6ED7FD9F-2CA5-4740-A0B2-EAFD71001F4D}" srcOrd="0" destOrd="0" presId="urn:microsoft.com/office/officeart/2005/8/layout/vList2"/>
    <dgm:cxn modelId="{321C64CE-2BFE-4FC0-B448-504BE0D7B837}" type="presOf" srcId="{672DDD33-27C5-4C94-801C-03825E1A82F8}" destId="{B5D0441C-24ED-4F14-A5B2-7A22018C2D47}" srcOrd="0" destOrd="0" presId="urn:microsoft.com/office/officeart/2005/8/layout/vList2"/>
    <dgm:cxn modelId="{DC24DCE6-418D-4B66-92DF-3EA61FB2F349}" type="presOf" srcId="{FFA34AC5-AC3D-4EFE-A43B-931F43015454}" destId="{901673E7-9B13-458D-B420-C7F318204377}" srcOrd="0" destOrd="0" presId="urn:microsoft.com/office/officeart/2005/8/layout/vList2"/>
    <dgm:cxn modelId="{1406F3FC-323D-4ED4-9608-77FC60C57926}" type="presOf" srcId="{C2F05B8B-06CA-4CC1-B072-2CAD6F884DDE}" destId="{FB6D522A-E0A2-4844-BC99-F057775EF3EF}" srcOrd="0" destOrd="0" presId="urn:microsoft.com/office/officeart/2005/8/layout/vList2"/>
    <dgm:cxn modelId="{D86965B6-1198-43B9-B6DB-5192B7F62EA9}" type="presParOf" srcId="{FB6D522A-E0A2-4844-BC99-F057775EF3EF}" destId="{F93A5039-3ECF-4EED-9993-2B7AF592CF33}" srcOrd="0" destOrd="0" presId="urn:microsoft.com/office/officeart/2005/8/layout/vList2"/>
    <dgm:cxn modelId="{877A3658-4E7E-45FB-8F33-ED9780C0289D}" type="presParOf" srcId="{FB6D522A-E0A2-4844-BC99-F057775EF3EF}" destId="{13F2021A-ACB2-4088-AD5C-1EE65A87BB5B}" srcOrd="1" destOrd="0" presId="urn:microsoft.com/office/officeart/2005/8/layout/vList2"/>
    <dgm:cxn modelId="{14C6EDD9-BACF-4E1B-B165-0142BA85E199}" type="presParOf" srcId="{FB6D522A-E0A2-4844-BC99-F057775EF3EF}" destId="{901673E7-9B13-458D-B420-C7F318204377}" srcOrd="2" destOrd="0" presId="urn:microsoft.com/office/officeart/2005/8/layout/vList2"/>
    <dgm:cxn modelId="{BC6990A6-B212-4358-A4CB-7C76CB981021}" type="presParOf" srcId="{FB6D522A-E0A2-4844-BC99-F057775EF3EF}" destId="{8942C048-2AD6-42C5-86C6-85F292C0ED6B}" srcOrd="3" destOrd="0" presId="urn:microsoft.com/office/officeart/2005/8/layout/vList2"/>
    <dgm:cxn modelId="{B53FDF61-F3E9-4069-A693-E521DEBBB3CD}" type="presParOf" srcId="{FB6D522A-E0A2-4844-BC99-F057775EF3EF}" destId="{6ED7FD9F-2CA5-4740-A0B2-EAFD71001F4D}" srcOrd="4" destOrd="0" presId="urn:microsoft.com/office/officeart/2005/8/layout/vList2"/>
    <dgm:cxn modelId="{74192AC2-8698-4753-ACD6-E7F71F415D45}" type="presParOf" srcId="{FB6D522A-E0A2-4844-BC99-F057775EF3EF}" destId="{5A58E7A3-4332-4EFA-967D-80CCCBA9FDCC}" srcOrd="5" destOrd="0" presId="urn:microsoft.com/office/officeart/2005/8/layout/vList2"/>
    <dgm:cxn modelId="{17BB2A9E-16AC-4F87-9A17-5E0667ABB6EB}" type="presParOf" srcId="{FB6D522A-E0A2-4844-BC99-F057775EF3EF}" destId="{B5D0441C-24ED-4F14-A5B2-7A22018C2D4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7765DA70-9807-41F0-8541-85E8667CAC4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F375186-4FAA-4195-9B4A-9354BC8A254A}">
      <dgm:prSet/>
      <dgm:spPr/>
      <dgm:t>
        <a:bodyPr/>
        <a:lstStyle/>
        <a:p>
          <a:r>
            <a:rPr lang="uk-UA" b="0" i="0" dirty="0"/>
            <a:t>імперія втратила придунайські та причорноморські землі.</a:t>
          </a:r>
          <a:endParaRPr lang="uk-UA" dirty="0"/>
        </a:p>
      </dgm:t>
    </dgm:pt>
    <dgm:pt modelId="{FEE6384E-0998-445D-BFBC-F4FF5B6BF581}" type="parTrans" cxnId="{C3640C53-635F-4EB8-AA38-D509551FDF53}">
      <dgm:prSet/>
      <dgm:spPr/>
      <dgm:t>
        <a:bodyPr/>
        <a:lstStyle/>
        <a:p>
          <a:endParaRPr lang="uk-UA"/>
        </a:p>
      </dgm:t>
    </dgm:pt>
    <dgm:pt modelId="{D92DB7F2-B98B-4F8F-814C-BE7A08AC7E72}" type="sibTrans" cxnId="{C3640C53-635F-4EB8-AA38-D509551FDF53}">
      <dgm:prSet/>
      <dgm:spPr/>
      <dgm:t>
        <a:bodyPr/>
        <a:lstStyle/>
        <a:p>
          <a:endParaRPr lang="uk-UA"/>
        </a:p>
      </dgm:t>
    </dgm:pt>
    <dgm:pt modelId="{C74D5D50-7A92-43F7-929D-1D31FB5BFC86}">
      <dgm:prSet/>
      <dgm:spPr/>
      <dgm:t>
        <a:bodyPr/>
        <a:lstStyle/>
        <a:p>
          <a:r>
            <a:rPr lang="uk-UA" b="0" i="0"/>
            <a:t>Київська Русь забезпечила охорону володінь Візантії в Криму.</a:t>
          </a:r>
          <a:endParaRPr lang="uk-UA"/>
        </a:p>
      </dgm:t>
    </dgm:pt>
    <dgm:pt modelId="{AB8AFD80-39A4-4EF7-9271-B986BBDF57CC}" type="parTrans" cxnId="{2CD87184-545C-4C54-9FCC-F29213FBF58A}">
      <dgm:prSet/>
      <dgm:spPr/>
      <dgm:t>
        <a:bodyPr/>
        <a:lstStyle/>
        <a:p>
          <a:endParaRPr lang="uk-UA"/>
        </a:p>
      </dgm:t>
    </dgm:pt>
    <dgm:pt modelId="{E9F2D3AC-0A7B-42FC-AEAC-37F3D539FEBB}" type="sibTrans" cxnId="{2CD87184-545C-4C54-9FCC-F29213FBF58A}">
      <dgm:prSet/>
      <dgm:spPr/>
      <dgm:t>
        <a:bodyPr/>
        <a:lstStyle/>
        <a:p>
          <a:endParaRPr lang="uk-UA"/>
        </a:p>
      </dgm:t>
    </dgm:pt>
    <dgm:pt modelId="{A4E43C3D-6392-4E80-8935-7077FAE090FA}">
      <dgm:prSet/>
      <dgm:spPr/>
      <dgm:t>
        <a:bodyPr/>
        <a:lstStyle/>
        <a:p>
          <a:r>
            <a:rPr lang="uk-UA" b="0" i="0"/>
            <a:t>Візантія визнала зверхність Київської Русі над Болгарським царством.</a:t>
          </a:r>
          <a:endParaRPr lang="uk-UA"/>
        </a:p>
      </dgm:t>
    </dgm:pt>
    <dgm:pt modelId="{9A4A3550-90FF-465F-B42D-E9110573BDDE}" type="parTrans" cxnId="{AEF9CFD3-1BF5-476F-8093-BF930B9FBF33}">
      <dgm:prSet/>
      <dgm:spPr/>
      <dgm:t>
        <a:bodyPr/>
        <a:lstStyle/>
        <a:p>
          <a:endParaRPr lang="uk-UA"/>
        </a:p>
      </dgm:t>
    </dgm:pt>
    <dgm:pt modelId="{D03021D0-DD4F-42B0-9881-A4153D21CA90}" type="sibTrans" cxnId="{AEF9CFD3-1BF5-476F-8093-BF930B9FBF33}">
      <dgm:prSet/>
      <dgm:spPr/>
      <dgm:t>
        <a:bodyPr/>
        <a:lstStyle/>
        <a:p>
          <a:endParaRPr lang="uk-UA"/>
        </a:p>
      </dgm:t>
    </dgm:pt>
    <dgm:pt modelId="{FF454869-E3F2-4599-AB70-5DF522327198}">
      <dgm:prSet/>
      <dgm:spPr/>
      <dgm:t>
        <a:bodyPr/>
        <a:lstStyle/>
        <a:p>
          <a:r>
            <a:rPr lang="uk-UA" b="0" i="0" dirty="0"/>
            <a:t>руські купці отримали право на безмитну торгівлю у Константинополі.</a:t>
          </a:r>
          <a:endParaRPr lang="uk-UA" dirty="0"/>
        </a:p>
      </dgm:t>
    </dgm:pt>
    <dgm:pt modelId="{B1BAF135-0597-4527-AA1C-71C678476A71}" type="parTrans" cxnId="{16CEF390-8CB4-4903-B9B8-F855D414D4EC}">
      <dgm:prSet/>
      <dgm:spPr/>
      <dgm:t>
        <a:bodyPr/>
        <a:lstStyle/>
        <a:p>
          <a:endParaRPr lang="uk-UA"/>
        </a:p>
      </dgm:t>
    </dgm:pt>
    <dgm:pt modelId="{C06BA71E-D935-4D6A-B9E9-C14FA0F94C3B}" type="sibTrans" cxnId="{16CEF390-8CB4-4903-B9B8-F855D414D4EC}">
      <dgm:prSet/>
      <dgm:spPr/>
      <dgm:t>
        <a:bodyPr/>
        <a:lstStyle/>
        <a:p>
          <a:endParaRPr lang="uk-UA"/>
        </a:p>
      </dgm:t>
    </dgm:pt>
    <dgm:pt modelId="{49636B20-2A91-4864-A722-D7F566BCCFE0}" type="pres">
      <dgm:prSet presAssocID="{7765DA70-9807-41F0-8541-85E8667CAC41}" presName="linear" presStyleCnt="0">
        <dgm:presLayoutVars>
          <dgm:animLvl val="lvl"/>
          <dgm:resizeHandles val="exact"/>
        </dgm:presLayoutVars>
      </dgm:prSet>
      <dgm:spPr/>
    </dgm:pt>
    <dgm:pt modelId="{B9B0977B-67AC-4052-A91A-7A348D93E2A8}" type="pres">
      <dgm:prSet presAssocID="{FF375186-4FAA-4195-9B4A-9354BC8A254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7A56A7F-DF0C-4347-84BE-F1BE3EFCE6C2}" type="pres">
      <dgm:prSet presAssocID="{D92DB7F2-B98B-4F8F-814C-BE7A08AC7E72}" presName="spacer" presStyleCnt="0"/>
      <dgm:spPr/>
    </dgm:pt>
    <dgm:pt modelId="{061C1A7D-1DBC-46B4-B69D-C26A9706D015}" type="pres">
      <dgm:prSet presAssocID="{C74D5D50-7A92-43F7-929D-1D31FB5BFC8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5BCD51F-FB2D-4730-9FA4-3401F737B447}" type="pres">
      <dgm:prSet presAssocID="{E9F2D3AC-0A7B-42FC-AEAC-37F3D539FEBB}" presName="spacer" presStyleCnt="0"/>
      <dgm:spPr/>
    </dgm:pt>
    <dgm:pt modelId="{43268D8D-4F50-4135-BE7C-7A16EDFD29AE}" type="pres">
      <dgm:prSet presAssocID="{A4E43C3D-6392-4E80-8935-7077FAE090F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069A941-3D0C-417D-AB5E-ED5A1146AE2D}" type="pres">
      <dgm:prSet presAssocID="{D03021D0-DD4F-42B0-9881-A4153D21CA90}" presName="spacer" presStyleCnt="0"/>
      <dgm:spPr/>
    </dgm:pt>
    <dgm:pt modelId="{F3D405F2-1EE4-4B5E-83C1-22FCC88CE82D}" type="pres">
      <dgm:prSet presAssocID="{FF454869-E3F2-4599-AB70-5DF52232719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97B2413-A178-4D3F-A671-3E82513735DC}" type="presOf" srcId="{FF454869-E3F2-4599-AB70-5DF522327198}" destId="{F3D405F2-1EE4-4B5E-83C1-22FCC88CE82D}" srcOrd="0" destOrd="0" presId="urn:microsoft.com/office/officeart/2005/8/layout/vList2"/>
    <dgm:cxn modelId="{4EDFAF47-B435-4EFE-AA36-218F9B505948}" type="presOf" srcId="{7765DA70-9807-41F0-8541-85E8667CAC41}" destId="{49636B20-2A91-4864-A722-D7F566BCCFE0}" srcOrd="0" destOrd="0" presId="urn:microsoft.com/office/officeart/2005/8/layout/vList2"/>
    <dgm:cxn modelId="{C3640C53-635F-4EB8-AA38-D509551FDF53}" srcId="{7765DA70-9807-41F0-8541-85E8667CAC41}" destId="{FF375186-4FAA-4195-9B4A-9354BC8A254A}" srcOrd="0" destOrd="0" parTransId="{FEE6384E-0998-445D-BFBC-F4FF5B6BF581}" sibTransId="{D92DB7F2-B98B-4F8F-814C-BE7A08AC7E72}"/>
    <dgm:cxn modelId="{83AE1B5A-01F8-473E-B654-DFD262824F17}" type="presOf" srcId="{A4E43C3D-6392-4E80-8935-7077FAE090FA}" destId="{43268D8D-4F50-4135-BE7C-7A16EDFD29AE}" srcOrd="0" destOrd="0" presId="urn:microsoft.com/office/officeart/2005/8/layout/vList2"/>
    <dgm:cxn modelId="{AE74567A-18F4-4F99-9BED-4C0BB63AC501}" type="presOf" srcId="{FF375186-4FAA-4195-9B4A-9354BC8A254A}" destId="{B9B0977B-67AC-4052-A91A-7A348D93E2A8}" srcOrd="0" destOrd="0" presId="urn:microsoft.com/office/officeart/2005/8/layout/vList2"/>
    <dgm:cxn modelId="{2CD87184-545C-4C54-9FCC-F29213FBF58A}" srcId="{7765DA70-9807-41F0-8541-85E8667CAC41}" destId="{C74D5D50-7A92-43F7-929D-1D31FB5BFC86}" srcOrd="1" destOrd="0" parTransId="{AB8AFD80-39A4-4EF7-9271-B986BBDF57CC}" sibTransId="{E9F2D3AC-0A7B-42FC-AEAC-37F3D539FEBB}"/>
    <dgm:cxn modelId="{16CEF390-8CB4-4903-B9B8-F855D414D4EC}" srcId="{7765DA70-9807-41F0-8541-85E8667CAC41}" destId="{FF454869-E3F2-4599-AB70-5DF522327198}" srcOrd="3" destOrd="0" parTransId="{B1BAF135-0597-4527-AA1C-71C678476A71}" sibTransId="{C06BA71E-D935-4D6A-B9E9-C14FA0F94C3B}"/>
    <dgm:cxn modelId="{E1B7CF95-A7A2-45DD-A960-0A3DB1BC7F81}" type="presOf" srcId="{C74D5D50-7A92-43F7-929D-1D31FB5BFC86}" destId="{061C1A7D-1DBC-46B4-B69D-C26A9706D015}" srcOrd="0" destOrd="0" presId="urn:microsoft.com/office/officeart/2005/8/layout/vList2"/>
    <dgm:cxn modelId="{AEF9CFD3-1BF5-476F-8093-BF930B9FBF33}" srcId="{7765DA70-9807-41F0-8541-85E8667CAC41}" destId="{A4E43C3D-6392-4E80-8935-7077FAE090FA}" srcOrd="2" destOrd="0" parTransId="{9A4A3550-90FF-465F-B42D-E9110573BDDE}" sibTransId="{D03021D0-DD4F-42B0-9881-A4153D21CA90}"/>
    <dgm:cxn modelId="{EDE3546F-6A1F-4EE8-9128-9E20997FB7D9}" type="presParOf" srcId="{49636B20-2A91-4864-A722-D7F566BCCFE0}" destId="{B9B0977B-67AC-4052-A91A-7A348D93E2A8}" srcOrd="0" destOrd="0" presId="urn:microsoft.com/office/officeart/2005/8/layout/vList2"/>
    <dgm:cxn modelId="{3A2B1D52-565D-4A25-8ADF-FFF3C8C3A957}" type="presParOf" srcId="{49636B20-2A91-4864-A722-D7F566BCCFE0}" destId="{67A56A7F-DF0C-4347-84BE-F1BE3EFCE6C2}" srcOrd="1" destOrd="0" presId="urn:microsoft.com/office/officeart/2005/8/layout/vList2"/>
    <dgm:cxn modelId="{98664B09-523E-47F2-913D-F7057107712C}" type="presParOf" srcId="{49636B20-2A91-4864-A722-D7F566BCCFE0}" destId="{061C1A7D-1DBC-46B4-B69D-C26A9706D015}" srcOrd="2" destOrd="0" presId="urn:microsoft.com/office/officeart/2005/8/layout/vList2"/>
    <dgm:cxn modelId="{A9A34C7A-874F-434F-AA2B-B3856A15582C}" type="presParOf" srcId="{49636B20-2A91-4864-A722-D7F566BCCFE0}" destId="{A5BCD51F-FB2D-4730-9FA4-3401F737B447}" srcOrd="3" destOrd="0" presId="urn:microsoft.com/office/officeart/2005/8/layout/vList2"/>
    <dgm:cxn modelId="{83AAA53A-A82E-40E9-B65B-73139E9B43A9}" type="presParOf" srcId="{49636B20-2A91-4864-A722-D7F566BCCFE0}" destId="{43268D8D-4F50-4135-BE7C-7A16EDFD29AE}" srcOrd="4" destOrd="0" presId="urn:microsoft.com/office/officeart/2005/8/layout/vList2"/>
    <dgm:cxn modelId="{8E5BA643-06D6-49C9-BFF4-819B5878D08D}" type="presParOf" srcId="{49636B20-2A91-4864-A722-D7F566BCCFE0}" destId="{6069A941-3D0C-417D-AB5E-ED5A1146AE2D}" srcOrd="5" destOrd="0" presId="urn:microsoft.com/office/officeart/2005/8/layout/vList2"/>
    <dgm:cxn modelId="{C9E658AE-5A09-4D62-97A3-BCA81D5D5067}" type="presParOf" srcId="{49636B20-2A91-4864-A722-D7F566BCCFE0}" destId="{F3D405F2-1EE4-4B5E-83C1-22FCC88CE82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94DD4B9D-25BF-44D2-8D3B-0D8F8544258A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4FAE5D0-FCFC-4F8B-8A94-6216352FC5DB}">
      <dgm:prSet/>
      <dgm:spPr/>
      <dgm:t>
        <a:bodyPr/>
        <a:lstStyle/>
        <a:p>
          <a:r>
            <a:rPr lang="uk-UA" b="0" i="0"/>
            <a:t>Ітіль.</a:t>
          </a:r>
          <a:endParaRPr lang="uk-UA"/>
        </a:p>
      </dgm:t>
    </dgm:pt>
    <dgm:pt modelId="{CFDAB2DB-BAFA-4157-93D3-4D7EDEAA1CB1}" type="parTrans" cxnId="{C0FABCBF-CB03-4421-BED9-6376C020D736}">
      <dgm:prSet/>
      <dgm:spPr/>
      <dgm:t>
        <a:bodyPr/>
        <a:lstStyle/>
        <a:p>
          <a:endParaRPr lang="uk-UA"/>
        </a:p>
      </dgm:t>
    </dgm:pt>
    <dgm:pt modelId="{7ED1CC68-F585-4E50-9F2D-5A0816FE247F}" type="sibTrans" cxnId="{C0FABCBF-CB03-4421-BED9-6376C020D736}">
      <dgm:prSet/>
      <dgm:spPr/>
      <dgm:t>
        <a:bodyPr/>
        <a:lstStyle/>
        <a:p>
          <a:endParaRPr lang="uk-UA"/>
        </a:p>
      </dgm:t>
    </dgm:pt>
    <dgm:pt modelId="{725C5DB6-96BD-4E02-AC92-0A267E98F48F}">
      <dgm:prSet/>
      <dgm:spPr/>
      <dgm:t>
        <a:bodyPr/>
        <a:lstStyle/>
        <a:p>
          <a:r>
            <a:rPr lang="uk-UA" b="0" i="0" dirty="0" err="1"/>
            <a:t>Доростол</a:t>
          </a:r>
          <a:r>
            <a:rPr lang="uk-UA" b="0" i="0" dirty="0"/>
            <a:t>.</a:t>
          </a:r>
          <a:endParaRPr lang="uk-UA" dirty="0"/>
        </a:p>
      </dgm:t>
    </dgm:pt>
    <dgm:pt modelId="{394E0C9A-A756-4150-A8E7-9979F5824786}" type="parTrans" cxnId="{650D6482-F0B0-43B7-98B1-3CD69BD78526}">
      <dgm:prSet/>
      <dgm:spPr/>
      <dgm:t>
        <a:bodyPr/>
        <a:lstStyle/>
        <a:p>
          <a:endParaRPr lang="uk-UA"/>
        </a:p>
      </dgm:t>
    </dgm:pt>
    <dgm:pt modelId="{0AC6BCFE-4800-4414-861E-59140E36A17E}" type="sibTrans" cxnId="{650D6482-F0B0-43B7-98B1-3CD69BD78526}">
      <dgm:prSet/>
      <dgm:spPr/>
      <dgm:t>
        <a:bodyPr/>
        <a:lstStyle/>
        <a:p>
          <a:endParaRPr lang="uk-UA"/>
        </a:p>
      </dgm:t>
    </dgm:pt>
    <dgm:pt modelId="{EC0C88F8-15C2-4FA3-B4F2-24439DDF7681}">
      <dgm:prSet/>
      <dgm:spPr/>
      <dgm:t>
        <a:bodyPr/>
        <a:lstStyle/>
        <a:p>
          <a:r>
            <a:rPr lang="uk-UA" b="0" i="0"/>
            <a:t>Іскоростень.</a:t>
          </a:r>
          <a:endParaRPr lang="uk-UA"/>
        </a:p>
      </dgm:t>
    </dgm:pt>
    <dgm:pt modelId="{CA9FB5FE-9B44-4520-989B-40EE2C6F738D}" type="parTrans" cxnId="{A0A82257-6FD5-4774-89FD-D09DA1575BC8}">
      <dgm:prSet/>
      <dgm:spPr/>
      <dgm:t>
        <a:bodyPr/>
        <a:lstStyle/>
        <a:p>
          <a:endParaRPr lang="uk-UA"/>
        </a:p>
      </dgm:t>
    </dgm:pt>
    <dgm:pt modelId="{1268FDC4-1EB2-4259-A99F-0E9FFAA332BD}" type="sibTrans" cxnId="{A0A82257-6FD5-4774-89FD-D09DA1575BC8}">
      <dgm:prSet/>
      <dgm:spPr/>
      <dgm:t>
        <a:bodyPr/>
        <a:lstStyle/>
        <a:p>
          <a:endParaRPr lang="uk-UA"/>
        </a:p>
      </dgm:t>
    </dgm:pt>
    <dgm:pt modelId="{C98C2C62-CF89-4667-A796-E1160569BEDB}">
      <dgm:prSet/>
      <dgm:spPr/>
      <dgm:t>
        <a:bodyPr/>
        <a:lstStyle/>
        <a:p>
          <a:r>
            <a:rPr lang="uk-UA" b="0" i="0" dirty="0"/>
            <a:t>Константинополь</a:t>
          </a:r>
          <a:endParaRPr lang="uk-UA" dirty="0"/>
        </a:p>
      </dgm:t>
    </dgm:pt>
    <dgm:pt modelId="{F5BCDF84-137C-43A4-BEF6-02BC3A1BDD6D}" type="parTrans" cxnId="{F5EE4562-857E-4564-9130-6450F32BA87B}">
      <dgm:prSet/>
      <dgm:spPr/>
      <dgm:t>
        <a:bodyPr/>
        <a:lstStyle/>
        <a:p>
          <a:endParaRPr lang="uk-UA"/>
        </a:p>
      </dgm:t>
    </dgm:pt>
    <dgm:pt modelId="{AB8F8872-6E69-47A5-9311-7B775798EB93}" type="sibTrans" cxnId="{F5EE4562-857E-4564-9130-6450F32BA87B}">
      <dgm:prSet/>
      <dgm:spPr/>
      <dgm:t>
        <a:bodyPr/>
        <a:lstStyle/>
        <a:p>
          <a:endParaRPr lang="uk-UA"/>
        </a:p>
      </dgm:t>
    </dgm:pt>
    <dgm:pt modelId="{DDCB8F21-6D31-40F2-8C5E-98724BCAF2EC}" type="pres">
      <dgm:prSet presAssocID="{94DD4B9D-25BF-44D2-8D3B-0D8F8544258A}" presName="matrix" presStyleCnt="0">
        <dgm:presLayoutVars>
          <dgm:chMax val="1"/>
          <dgm:dir/>
          <dgm:resizeHandles val="exact"/>
        </dgm:presLayoutVars>
      </dgm:prSet>
      <dgm:spPr/>
    </dgm:pt>
    <dgm:pt modelId="{217678C3-F8A9-4CDC-9AC1-BA70A605F3F0}" type="pres">
      <dgm:prSet presAssocID="{94DD4B9D-25BF-44D2-8D3B-0D8F8544258A}" presName="diamond" presStyleLbl="bgShp" presStyleIdx="0" presStyleCnt="1"/>
      <dgm:spPr/>
    </dgm:pt>
    <dgm:pt modelId="{7A40FE4D-7257-4475-AB5E-721767596C12}" type="pres">
      <dgm:prSet presAssocID="{94DD4B9D-25BF-44D2-8D3B-0D8F8544258A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B04ECC3-9453-4566-A962-996AAD303D8A}" type="pres">
      <dgm:prSet presAssocID="{94DD4B9D-25BF-44D2-8D3B-0D8F8544258A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EAF80A2-156C-42E9-B530-3F9B58E4340A}" type="pres">
      <dgm:prSet presAssocID="{94DD4B9D-25BF-44D2-8D3B-0D8F8544258A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CC5972B-3308-4F46-97A8-32126BF1BD46}" type="pres">
      <dgm:prSet presAssocID="{94DD4B9D-25BF-44D2-8D3B-0D8F8544258A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1945914-FFF5-4512-AD4E-F3397ACC9B54}" type="presOf" srcId="{54FAE5D0-FCFC-4F8B-8A94-6216352FC5DB}" destId="{7A40FE4D-7257-4475-AB5E-721767596C12}" srcOrd="0" destOrd="0" presId="urn:microsoft.com/office/officeart/2005/8/layout/matrix3"/>
    <dgm:cxn modelId="{AC9ECC2C-4E61-451D-B489-5F93F189EAB7}" type="presOf" srcId="{94DD4B9D-25BF-44D2-8D3B-0D8F8544258A}" destId="{DDCB8F21-6D31-40F2-8C5E-98724BCAF2EC}" srcOrd="0" destOrd="0" presId="urn:microsoft.com/office/officeart/2005/8/layout/matrix3"/>
    <dgm:cxn modelId="{F5EE4562-857E-4564-9130-6450F32BA87B}" srcId="{94DD4B9D-25BF-44D2-8D3B-0D8F8544258A}" destId="{C98C2C62-CF89-4667-A796-E1160569BEDB}" srcOrd="3" destOrd="0" parTransId="{F5BCDF84-137C-43A4-BEF6-02BC3A1BDD6D}" sibTransId="{AB8F8872-6E69-47A5-9311-7B775798EB93}"/>
    <dgm:cxn modelId="{5726744A-420B-4F66-8EA3-B9C13B0E812B}" type="presOf" srcId="{C98C2C62-CF89-4667-A796-E1160569BEDB}" destId="{0CC5972B-3308-4F46-97A8-32126BF1BD46}" srcOrd="0" destOrd="0" presId="urn:microsoft.com/office/officeart/2005/8/layout/matrix3"/>
    <dgm:cxn modelId="{A0A82257-6FD5-4774-89FD-D09DA1575BC8}" srcId="{94DD4B9D-25BF-44D2-8D3B-0D8F8544258A}" destId="{EC0C88F8-15C2-4FA3-B4F2-24439DDF7681}" srcOrd="2" destOrd="0" parTransId="{CA9FB5FE-9B44-4520-989B-40EE2C6F738D}" sibTransId="{1268FDC4-1EB2-4259-A99F-0E9FFAA332BD}"/>
    <dgm:cxn modelId="{F004A277-EF76-4276-96BC-F5AC598865C0}" type="presOf" srcId="{725C5DB6-96BD-4E02-AC92-0A267E98F48F}" destId="{8B04ECC3-9453-4566-A962-996AAD303D8A}" srcOrd="0" destOrd="0" presId="urn:microsoft.com/office/officeart/2005/8/layout/matrix3"/>
    <dgm:cxn modelId="{650D6482-F0B0-43B7-98B1-3CD69BD78526}" srcId="{94DD4B9D-25BF-44D2-8D3B-0D8F8544258A}" destId="{725C5DB6-96BD-4E02-AC92-0A267E98F48F}" srcOrd="1" destOrd="0" parTransId="{394E0C9A-A756-4150-A8E7-9979F5824786}" sibTransId="{0AC6BCFE-4800-4414-861E-59140E36A17E}"/>
    <dgm:cxn modelId="{C0FABCBF-CB03-4421-BED9-6376C020D736}" srcId="{94DD4B9D-25BF-44D2-8D3B-0D8F8544258A}" destId="{54FAE5D0-FCFC-4F8B-8A94-6216352FC5DB}" srcOrd="0" destOrd="0" parTransId="{CFDAB2DB-BAFA-4157-93D3-4D7EDEAA1CB1}" sibTransId="{7ED1CC68-F585-4E50-9F2D-5A0816FE247F}"/>
    <dgm:cxn modelId="{25570CE8-B7FC-4785-9B88-C79919BDD7A0}" type="presOf" srcId="{EC0C88F8-15C2-4FA3-B4F2-24439DDF7681}" destId="{CEAF80A2-156C-42E9-B530-3F9B58E4340A}" srcOrd="0" destOrd="0" presId="urn:microsoft.com/office/officeart/2005/8/layout/matrix3"/>
    <dgm:cxn modelId="{FCECF8A0-8888-4776-BCC8-C58E8E15062E}" type="presParOf" srcId="{DDCB8F21-6D31-40F2-8C5E-98724BCAF2EC}" destId="{217678C3-F8A9-4CDC-9AC1-BA70A605F3F0}" srcOrd="0" destOrd="0" presId="urn:microsoft.com/office/officeart/2005/8/layout/matrix3"/>
    <dgm:cxn modelId="{B0EE48B2-296E-417D-9A93-6ABC27104308}" type="presParOf" srcId="{DDCB8F21-6D31-40F2-8C5E-98724BCAF2EC}" destId="{7A40FE4D-7257-4475-AB5E-721767596C12}" srcOrd="1" destOrd="0" presId="urn:microsoft.com/office/officeart/2005/8/layout/matrix3"/>
    <dgm:cxn modelId="{0A3FC82D-4D8B-45EF-9585-9B40970129FD}" type="presParOf" srcId="{DDCB8F21-6D31-40F2-8C5E-98724BCAF2EC}" destId="{8B04ECC3-9453-4566-A962-996AAD303D8A}" srcOrd="2" destOrd="0" presId="urn:microsoft.com/office/officeart/2005/8/layout/matrix3"/>
    <dgm:cxn modelId="{DDC5F774-331E-4D1C-B7BB-4084DEC6E5AD}" type="presParOf" srcId="{DDCB8F21-6D31-40F2-8C5E-98724BCAF2EC}" destId="{CEAF80A2-156C-42E9-B530-3F9B58E4340A}" srcOrd="3" destOrd="0" presId="urn:microsoft.com/office/officeart/2005/8/layout/matrix3"/>
    <dgm:cxn modelId="{B1CBAEDB-06A7-4B2A-A075-CB8B5A393332}" type="presParOf" srcId="{DDCB8F21-6D31-40F2-8C5E-98724BCAF2EC}" destId="{0CC5972B-3308-4F46-97A8-32126BF1BD4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13D98878-85C5-406D-82BD-E4B35D2F483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E6746AB-C24C-4648-A0B4-01BABAFB6017}">
      <dgm:prSet/>
      <dgm:spPr/>
      <dgm:t>
        <a:bodyPr/>
        <a:lstStyle/>
        <a:p>
          <a:r>
            <a:rPr lang="ru-RU" b="0" i="0"/>
            <a:t>Кия та Аскольда</a:t>
          </a:r>
          <a:endParaRPr lang="uk-UA"/>
        </a:p>
      </dgm:t>
    </dgm:pt>
    <dgm:pt modelId="{E59E4F0D-1ABB-402B-A24A-E095BDF4D112}" type="parTrans" cxnId="{1C98769E-AB39-40D6-916D-9B451D5F0504}">
      <dgm:prSet/>
      <dgm:spPr/>
      <dgm:t>
        <a:bodyPr/>
        <a:lstStyle/>
        <a:p>
          <a:endParaRPr lang="uk-UA"/>
        </a:p>
      </dgm:t>
    </dgm:pt>
    <dgm:pt modelId="{8148BAAF-A029-4979-83B2-4C4B5DCC2AB9}" type="sibTrans" cxnId="{1C98769E-AB39-40D6-916D-9B451D5F0504}">
      <dgm:prSet/>
      <dgm:spPr/>
      <dgm:t>
        <a:bodyPr/>
        <a:lstStyle/>
        <a:p>
          <a:endParaRPr lang="uk-UA"/>
        </a:p>
      </dgm:t>
    </dgm:pt>
    <dgm:pt modelId="{D31EDF89-3D8A-4EF8-BCDD-8C934E0DEABD}">
      <dgm:prSet/>
      <dgm:spPr/>
      <dgm:t>
        <a:bodyPr/>
        <a:lstStyle/>
        <a:p>
          <a:r>
            <a:rPr lang="ru-RU" b="0" i="0" dirty="0"/>
            <a:t>Олега та </a:t>
          </a:r>
          <a:r>
            <a:rPr lang="ru-RU" b="0" i="0" dirty="0" err="1"/>
            <a:t>Ігора</a:t>
          </a:r>
          <a:endParaRPr lang="uk-UA" dirty="0"/>
        </a:p>
      </dgm:t>
    </dgm:pt>
    <dgm:pt modelId="{FD2CB2A6-A9F0-49EE-B527-D679B4ED4736}" type="parTrans" cxnId="{1FF5F74E-D608-4E59-837A-9B5A57973A2B}">
      <dgm:prSet/>
      <dgm:spPr/>
      <dgm:t>
        <a:bodyPr/>
        <a:lstStyle/>
        <a:p>
          <a:endParaRPr lang="uk-UA"/>
        </a:p>
      </dgm:t>
    </dgm:pt>
    <dgm:pt modelId="{E60FBE28-9FC5-4506-A90A-F58D9A108806}" type="sibTrans" cxnId="{1FF5F74E-D608-4E59-837A-9B5A57973A2B}">
      <dgm:prSet/>
      <dgm:spPr/>
      <dgm:t>
        <a:bodyPr/>
        <a:lstStyle/>
        <a:p>
          <a:endParaRPr lang="uk-UA"/>
        </a:p>
      </dgm:t>
    </dgm:pt>
    <dgm:pt modelId="{D19E03B8-C945-4BCB-9BAD-04CD1082FD02}">
      <dgm:prSet/>
      <dgm:spPr/>
      <dgm:t>
        <a:bodyPr/>
        <a:lstStyle/>
        <a:p>
          <a:r>
            <a:rPr lang="ru-RU" b="0" i="0" dirty="0"/>
            <a:t>Ольги та Святослава</a:t>
          </a:r>
          <a:endParaRPr lang="uk-UA" dirty="0"/>
        </a:p>
      </dgm:t>
    </dgm:pt>
    <dgm:pt modelId="{E115B97A-529C-4FF2-B621-E36486C91E50}" type="parTrans" cxnId="{A18B8CC8-82EE-4E60-8E55-35DBD9DE79D4}">
      <dgm:prSet/>
      <dgm:spPr/>
      <dgm:t>
        <a:bodyPr/>
        <a:lstStyle/>
        <a:p>
          <a:endParaRPr lang="uk-UA"/>
        </a:p>
      </dgm:t>
    </dgm:pt>
    <dgm:pt modelId="{798B722F-56C9-447E-88AE-4BE2C9856172}" type="sibTrans" cxnId="{A18B8CC8-82EE-4E60-8E55-35DBD9DE79D4}">
      <dgm:prSet/>
      <dgm:spPr/>
      <dgm:t>
        <a:bodyPr/>
        <a:lstStyle/>
        <a:p>
          <a:endParaRPr lang="uk-UA"/>
        </a:p>
      </dgm:t>
    </dgm:pt>
    <dgm:pt modelId="{835F784F-C706-44D0-9903-DE4C26C64BA5}">
      <dgm:prSet/>
      <dgm:spPr/>
      <dgm:t>
        <a:bodyPr/>
        <a:lstStyle/>
        <a:p>
          <a:r>
            <a:rPr lang="ru-RU" b="0" i="0" dirty="0" err="1"/>
            <a:t>Володимира</a:t>
          </a:r>
          <a:r>
            <a:rPr lang="ru-RU" b="0" i="0" dirty="0"/>
            <a:t> Великого та Ярослава Мудрого</a:t>
          </a:r>
          <a:endParaRPr lang="uk-UA" dirty="0"/>
        </a:p>
      </dgm:t>
    </dgm:pt>
    <dgm:pt modelId="{1C381DCA-D1DD-4E23-A9BC-20021F952D86}" type="parTrans" cxnId="{2DC0B18A-05CE-4DF1-B4E9-E665AA25FC01}">
      <dgm:prSet/>
      <dgm:spPr/>
      <dgm:t>
        <a:bodyPr/>
        <a:lstStyle/>
        <a:p>
          <a:endParaRPr lang="uk-UA"/>
        </a:p>
      </dgm:t>
    </dgm:pt>
    <dgm:pt modelId="{A0B09BD3-844D-468B-B5C4-1B0F8E4AC9E0}" type="sibTrans" cxnId="{2DC0B18A-05CE-4DF1-B4E9-E665AA25FC01}">
      <dgm:prSet/>
      <dgm:spPr/>
      <dgm:t>
        <a:bodyPr/>
        <a:lstStyle/>
        <a:p>
          <a:endParaRPr lang="uk-UA"/>
        </a:p>
      </dgm:t>
    </dgm:pt>
    <dgm:pt modelId="{EC5375AA-BED9-435D-8A75-A1E8A768DF16}" type="pres">
      <dgm:prSet presAssocID="{13D98878-85C5-406D-82BD-E4B35D2F4832}" presName="linear" presStyleCnt="0">
        <dgm:presLayoutVars>
          <dgm:animLvl val="lvl"/>
          <dgm:resizeHandles val="exact"/>
        </dgm:presLayoutVars>
      </dgm:prSet>
      <dgm:spPr/>
    </dgm:pt>
    <dgm:pt modelId="{B861FDAB-E9A0-4460-93E2-C92E12CD7FB8}" type="pres">
      <dgm:prSet presAssocID="{8E6746AB-C24C-4648-A0B4-01BABAFB601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6175317-91F9-41E0-93C7-C1E7EF29DE16}" type="pres">
      <dgm:prSet presAssocID="{8148BAAF-A029-4979-83B2-4C4B5DCC2AB9}" presName="spacer" presStyleCnt="0"/>
      <dgm:spPr/>
    </dgm:pt>
    <dgm:pt modelId="{ABE49F52-AA53-4E72-A9AB-4F449D6CCB25}" type="pres">
      <dgm:prSet presAssocID="{D31EDF89-3D8A-4EF8-BCDD-8C934E0DEAB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954105D-3B01-4F5E-A142-EE1355207258}" type="pres">
      <dgm:prSet presAssocID="{E60FBE28-9FC5-4506-A90A-F58D9A108806}" presName="spacer" presStyleCnt="0"/>
      <dgm:spPr/>
    </dgm:pt>
    <dgm:pt modelId="{9BA8FF4E-7A84-4DAC-8453-F14949D15301}" type="pres">
      <dgm:prSet presAssocID="{D19E03B8-C945-4BCB-9BAD-04CD1082FD0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4C32F1F-4505-4FD3-A323-B292FC8D19A3}" type="pres">
      <dgm:prSet presAssocID="{798B722F-56C9-447E-88AE-4BE2C9856172}" presName="spacer" presStyleCnt="0"/>
      <dgm:spPr/>
    </dgm:pt>
    <dgm:pt modelId="{41EC47DD-5A61-42B6-838C-EE0ECF553654}" type="pres">
      <dgm:prSet presAssocID="{835F784F-C706-44D0-9903-DE4C26C64BA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0EE3217-E8FF-4C43-AA75-D15757E088AD}" type="presOf" srcId="{D31EDF89-3D8A-4EF8-BCDD-8C934E0DEABD}" destId="{ABE49F52-AA53-4E72-A9AB-4F449D6CCB25}" srcOrd="0" destOrd="0" presId="urn:microsoft.com/office/officeart/2005/8/layout/vList2"/>
    <dgm:cxn modelId="{E80FDC43-A201-4A4B-A0A4-6E08AEA3464F}" type="presOf" srcId="{D19E03B8-C945-4BCB-9BAD-04CD1082FD02}" destId="{9BA8FF4E-7A84-4DAC-8453-F14949D15301}" srcOrd="0" destOrd="0" presId="urn:microsoft.com/office/officeart/2005/8/layout/vList2"/>
    <dgm:cxn modelId="{1FF5F74E-D608-4E59-837A-9B5A57973A2B}" srcId="{13D98878-85C5-406D-82BD-E4B35D2F4832}" destId="{D31EDF89-3D8A-4EF8-BCDD-8C934E0DEABD}" srcOrd="1" destOrd="0" parTransId="{FD2CB2A6-A9F0-49EE-B527-D679B4ED4736}" sibTransId="{E60FBE28-9FC5-4506-A90A-F58D9A108806}"/>
    <dgm:cxn modelId="{7BC8F05A-B2A5-4373-BBAF-BD9D9C3291A6}" type="presOf" srcId="{8E6746AB-C24C-4648-A0B4-01BABAFB6017}" destId="{B861FDAB-E9A0-4460-93E2-C92E12CD7FB8}" srcOrd="0" destOrd="0" presId="urn:microsoft.com/office/officeart/2005/8/layout/vList2"/>
    <dgm:cxn modelId="{2DC0B18A-05CE-4DF1-B4E9-E665AA25FC01}" srcId="{13D98878-85C5-406D-82BD-E4B35D2F4832}" destId="{835F784F-C706-44D0-9903-DE4C26C64BA5}" srcOrd="3" destOrd="0" parTransId="{1C381DCA-D1DD-4E23-A9BC-20021F952D86}" sibTransId="{A0B09BD3-844D-468B-B5C4-1B0F8E4AC9E0}"/>
    <dgm:cxn modelId="{1C98769E-AB39-40D6-916D-9B451D5F0504}" srcId="{13D98878-85C5-406D-82BD-E4B35D2F4832}" destId="{8E6746AB-C24C-4648-A0B4-01BABAFB6017}" srcOrd="0" destOrd="0" parTransId="{E59E4F0D-1ABB-402B-A24A-E095BDF4D112}" sibTransId="{8148BAAF-A029-4979-83B2-4C4B5DCC2AB9}"/>
    <dgm:cxn modelId="{E24940B3-D9F1-453D-BA73-A28A8D7ED65F}" type="presOf" srcId="{13D98878-85C5-406D-82BD-E4B35D2F4832}" destId="{EC5375AA-BED9-435D-8A75-A1E8A768DF16}" srcOrd="0" destOrd="0" presId="urn:microsoft.com/office/officeart/2005/8/layout/vList2"/>
    <dgm:cxn modelId="{A18B8CC8-82EE-4E60-8E55-35DBD9DE79D4}" srcId="{13D98878-85C5-406D-82BD-E4B35D2F4832}" destId="{D19E03B8-C945-4BCB-9BAD-04CD1082FD02}" srcOrd="2" destOrd="0" parTransId="{E115B97A-529C-4FF2-B621-E36486C91E50}" sibTransId="{798B722F-56C9-447E-88AE-4BE2C9856172}"/>
    <dgm:cxn modelId="{F23DE3FB-F43F-46C4-A724-9410A376FC00}" type="presOf" srcId="{835F784F-C706-44D0-9903-DE4C26C64BA5}" destId="{41EC47DD-5A61-42B6-838C-EE0ECF553654}" srcOrd="0" destOrd="0" presId="urn:microsoft.com/office/officeart/2005/8/layout/vList2"/>
    <dgm:cxn modelId="{40E88EB8-BCF9-45B9-A431-738A998D5433}" type="presParOf" srcId="{EC5375AA-BED9-435D-8A75-A1E8A768DF16}" destId="{B861FDAB-E9A0-4460-93E2-C92E12CD7FB8}" srcOrd="0" destOrd="0" presId="urn:microsoft.com/office/officeart/2005/8/layout/vList2"/>
    <dgm:cxn modelId="{E210DE76-8F63-42BA-A8A6-640CE962B8F0}" type="presParOf" srcId="{EC5375AA-BED9-435D-8A75-A1E8A768DF16}" destId="{B6175317-91F9-41E0-93C7-C1E7EF29DE16}" srcOrd="1" destOrd="0" presId="urn:microsoft.com/office/officeart/2005/8/layout/vList2"/>
    <dgm:cxn modelId="{32137CC8-A196-435F-A372-78986949D1DF}" type="presParOf" srcId="{EC5375AA-BED9-435D-8A75-A1E8A768DF16}" destId="{ABE49F52-AA53-4E72-A9AB-4F449D6CCB25}" srcOrd="2" destOrd="0" presId="urn:microsoft.com/office/officeart/2005/8/layout/vList2"/>
    <dgm:cxn modelId="{6CC86B2C-2206-4B7F-96E2-6DFEA79A2B1A}" type="presParOf" srcId="{EC5375AA-BED9-435D-8A75-A1E8A768DF16}" destId="{4954105D-3B01-4F5E-A142-EE1355207258}" srcOrd="3" destOrd="0" presId="urn:microsoft.com/office/officeart/2005/8/layout/vList2"/>
    <dgm:cxn modelId="{E5474D7B-8172-477C-A10B-C2AE024C297E}" type="presParOf" srcId="{EC5375AA-BED9-435D-8A75-A1E8A768DF16}" destId="{9BA8FF4E-7A84-4DAC-8453-F14949D15301}" srcOrd="4" destOrd="0" presId="urn:microsoft.com/office/officeart/2005/8/layout/vList2"/>
    <dgm:cxn modelId="{CD7C54CB-D963-4B76-B38D-11F16F8A4C5A}" type="presParOf" srcId="{EC5375AA-BED9-435D-8A75-A1E8A768DF16}" destId="{34C32F1F-4505-4FD3-A323-B292FC8D19A3}" srcOrd="5" destOrd="0" presId="urn:microsoft.com/office/officeart/2005/8/layout/vList2"/>
    <dgm:cxn modelId="{0CF7461D-4E55-495E-B178-7E9E16B2A96B}" type="presParOf" srcId="{EC5375AA-BED9-435D-8A75-A1E8A768DF16}" destId="{41EC47DD-5A61-42B6-838C-EE0ECF55365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D3E68064-5F20-474D-BCF2-32130A07E61F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B376A6D-8038-4A6C-817F-B14B783E48CB}">
      <dgm:prSet/>
      <dgm:spPr/>
      <dgm:t>
        <a:bodyPr/>
        <a:lstStyle/>
        <a:p>
          <a:r>
            <a:rPr lang="ru-RU" b="0" i="0" dirty="0"/>
            <a:t>860 р.</a:t>
          </a:r>
          <a:endParaRPr lang="uk-UA" dirty="0"/>
        </a:p>
      </dgm:t>
    </dgm:pt>
    <dgm:pt modelId="{3D6ED7C9-2943-4F72-BC08-528495470BFF}" type="parTrans" cxnId="{4E3F6452-26E5-4797-B424-299829DF1E46}">
      <dgm:prSet/>
      <dgm:spPr/>
      <dgm:t>
        <a:bodyPr/>
        <a:lstStyle/>
        <a:p>
          <a:endParaRPr lang="uk-UA"/>
        </a:p>
      </dgm:t>
    </dgm:pt>
    <dgm:pt modelId="{3522197A-571F-4979-A9A5-AFC83071FD22}" type="sibTrans" cxnId="{4E3F6452-26E5-4797-B424-299829DF1E46}">
      <dgm:prSet/>
      <dgm:spPr/>
      <dgm:t>
        <a:bodyPr/>
        <a:lstStyle/>
        <a:p>
          <a:endParaRPr lang="uk-UA"/>
        </a:p>
      </dgm:t>
    </dgm:pt>
    <dgm:pt modelId="{708C88A0-82B8-4C40-98F6-A2AB8EA6C50C}">
      <dgm:prSet/>
      <dgm:spPr/>
      <dgm:t>
        <a:bodyPr/>
        <a:lstStyle/>
        <a:p>
          <a:r>
            <a:rPr lang="ru-RU" b="0" i="0"/>
            <a:t>882 р.</a:t>
          </a:r>
          <a:endParaRPr lang="uk-UA"/>
        </a:p>
      </dgm:t>
    </dgm:pt>
    <dgm:pt modelId="{464E53DF-9C58-4382-9594-D3EF9C6B51B0}" type="parTrans" cxnId="{3F5FDB3A-1391-42E0-B296-0184C17BEB63}">
      <dgm:prSet/>
      <dgm:spPr/>
      <dgm:t>
        <a:bodyPr/>
        <a:lstStyle/>
        <a:p>
          <a:endParaRPr lang="uk-UA"/>
        </a:p>
      </dgm:t>
    </dgm:pt>
    <dgm:pt modelId="{DD9FE7A3-37D6-4916-9A62-A58CEE2C957C}" type="sibTrans" cxnId="{3F5FDB3A-1391-42E0-B296-0184C17BEB63}">
      <dgm:prSet/>
      <dgm:spPr/>
      <dgm:t>
        <a:bodyPr/>
        <a:lstStyle/>
        <a:p>
          <a:endParaRPr lang="uk-UA"/>
        </a:p>
      </dgm:t>
    </dgm:pt>
    <dgm:pt modelId="{6DEDAB58-D57B-47AE-89FD-6ED2D94AF25A}">
      <dgm:prSet/>
      <dgm:spPr/>
      <dgm:t>
        <a:bodyPr/>
        <a:lstStyle/>
        <a:p>
          <a:r>
            <a:rPr lang="ru-RU" b="0" i="0" dirty="0"/>
            <a:t>941 р.</a:t>
          </a:r>
          <a:endParaRPr lang="uk-UA" dirty="0"/>
        </a:p>
      </dgm:t>
    </dgm:pt>
    <dgm:pt modelId="{3DB1EFFF-2CA9-433B-ADCF-25EE336921C4}" type="parTrans" cxnId="{FC7E4C81-D6ED-4AAC-B82E-327023E10C4A}">
      <dgm:prSet/>
      <dgm:spPr/>
      <dgm:t>
        <a:bodyPr/>
        <a:lstStyle/>
        <a:p>
          <a:endParaRPr lang="uk-UA"/>
        </a:p>
      </dgm:t>
    </dgm:pt>
    <dgm:pt modelId="{50E8EF89-CAEF-40F8-95A0-6716A1D3C5F0}" type="sibTrans" cxnId="{FC7E4C81-D6ED-4AAC-B82E-327023E10C4A}">
      <dgm:prSet/>
      <dgm:spPr/>
      <dgm:t>
        <a:bodyPr/>
        <a:lstStyle/>
        <a:p>
          <a:endParaRPr lang="uk-UA"/>
        </a:p>
      </dgm:t>
    </dgm:pt>
    <dgm:pt modelId="{EFA8BD53-842E-43A5-8F2B-5738304BB00D}">
      <dgm:prSet/>
      <dgm:spPr/>
      <dgm:t>
        <a:bodyPr/>
        <a:lstStyle/>
        <a:p>
          <a:r>
            <a:rPr lang="ru-RU" b="0" i="0" dirty="0"/>
            <a:t>945 р.</a:t>
          </a:r>
          <a:endParaRPr lang="uk-UA" dirty="0"/>
        </a:p>
      </dgm:t>
    </dgm:pt>
    <dgm:pt modelId="{3DE03697-0F50-4E86-8B52-EDF9DC9A9E27}" type="parTrans" cxnId="{14A5C3E2-B39A-48D2-8283-BABC7305B816}">
      <dgm:prSet/>
      <dgm:spPr/>
      <dgm:t>
        <a:bodyPr/>
        <a:lstStyle/>
        <a:p>
          <a:endParaRPr lang="uk-UA"/>
        </a:p>
      </dgm:t>
    </dgm:pt>
    <dgm:pt modelId="{4EEE479A-F468-42B6-A143-F41ABDDB1C51}" type="sibTrans" cxnId="{14A5C3E2-B39A-48D2-8283-BABC7305B816}">
      <dgm:prSet/>
      <dgm:spPr/>
      <dgm:t>
        <a:bodyPr/>
        <a:lstStyle/>
        <a:p>
          <a:endParaRPr lang="uk-UA"/>
        </a:p>
      </dgm:t>
    </dgm:pt>
    <dgm:pt modelId="{26BCD700-316E-4EED-AD62-688373C153BC}" type="pres">
      <dgm:prSet presAssocID="{D3E68064-5F20-474D-BCF2-32130A07E61F}" presName="matrix" presStyleCnt="0">
        <dgm:presLayoutVars>
          <dgm:chMax val="1"/>
          <dgm:dir/>
          <dgm:resizeHandles val="exact"/>
        </dgm:presLayoutVars>
      </dgm:prSet>
      <dgm:spPr/>
    </dgm:pt>
    <dgm:pt modelId="{67378590-1D23-4999-A306-4F9F9261FE7B}" type="pres">
      <dgm:prSet presAssocID="{D3E68064-5F20-474D-BCF2-32130A07E61F}" presName="diamond" presStyleLbl="bgShp" presStyleIdx="0" presStyleCnt="1"/>
      <dgm:spPr/>
    </dgm:pt>
    <dgm:pt modelId="{5C9042C5-882E-44C4-9E1F-4ACE5E731DC3}" type="pres">
      <dgm:prSet presAssocID="{D3E68064-5F20-474D-BCF2-32130A07E61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C5B4F5F-76B5-4265-A443-FA32384223F6}" type="pres">
      <dgm:prSet presAssocID="{D3E68064-5F20-474D-BCF2-32130A07E61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69997F1-341A-4E5A-84A9-3C083B60615E}" type="pres">
      <dgm:prSet presAssocID="{D3E68064-5F20-474D-BCF2-32130A07E61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BC92EE8-093D-41F0-9476-115E98B6CE2F}" type="pres">
      <dgm:prSet presAssocID="{D3E68064-5F20-474D-BCF2-32130A07E61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0C0FD30-BD88-4CB7-9EB9-3AB4E1149079}" type="presOf" srcId="{708C88A0-82B8-4C40-98F6-A2AB8EA6C50C}" destId="{0C5B4F5F-76B5-4265-A443-FA32384223F6}" srcOrd="0" destOrd="0" presId="urn:microsoft.com/office/officeart/2005/8/layout/matrix3"/>
    <dgm:cxn modelId="{3F5FDB3A-1391-42E0-B296-0184C17BEB63}" srcId="{D3E68064-5F20-474D-BCF2-32130A07E61F}" destId="{708C88A0-82B8-4C40-98F6-A2AB8EA6C50C}" srcOrd="1" destOrd="0" parTransId="{464E53DF-9C58-4382-9594-D3EF9C6B51B0}" sibTransId="{DD9FE7A3-37D6-4916-9A62-A58CEE2C957C}"/>
    <dgm:cxn modelId="{7CFE415E-54E7-4D5D-807B-AD8DF8DF6D77}" type="presOf" srcId="{DB376A6D-8038-4A6C-817F-B14B783E48CB}" destId="{5C9042C5-882E-44C4-9E1F-4ACE5E731DC3}" srcOrd="0" destOrd="0" presId="urn:microsoft.com/office/officeart/2005/8/layout/matrix3"/>
    <dgm:cxn modelId="{EFD73047-7109-4881-BF1D-CF6DA89265D1}" type="presOf" srcId="{EFA8BD53-842E-43A5-8F2B-5738304BB00D}" destId="{1BC92EE8-093D-41F0-9476-115E98B6CE2F}" srcOrd="0" destOrd="0" presId="urn:microsoft.com/office/officeart/2005/8/layout/matrix3"/>
    <dgm:cxn modelId="{526E8F48-B861-4C17-9E61-2CA94091282B}" type="presOf" srcId="{6DEDAB58-D57B-47AE-89FD-6ED2D94AF25A}" destId="{569997F1-341A-4E5A-84A9-3C083B60615E}" srcOrd="0" destOrd="0" presId="urn:microsoft.com/office/officeart/2005/8/layout/matrix3"/>
    <dgm:cxn modelId="{4E3F6452-26E5-4797-B424-299829DF1E46}" srcId="{D3E68064-5F20-474D-BCF2-32130A07E61F}" destId="{DB376A6D-8038-4A6C-817F-B14B783E48CB}" srcOrd="0" destOrd="0" parTransId="{3D6ED7C9-2943-4F72-BC08-528495470BFF}" sibTransId="{3522197A-571F-4979-A9A5-AFC83071FD22}"/>
    <dgm:cxn modelId="{FC7E4C81-D6ED-4AAC-B82E-327023E10C4A}" srcId="{D3E68064-5F20-474D-BCF2-32130A07E61F}" destId="{6DEDAB58-D57B-47AE-89FD-6ED2D94AF25A}" srcOrd="2" destOrd="0" parTransId="{3DB1EFFF-2CA9-433B-ADCF-25EE336921C4}" sibTransId="{50E8EF89-CAEF-40F8-95A0-6716A1D3C5F0}"/>
    <dgm:cxn modelId="{14A5C3E2-B39A-48D2-8283-BABC7305B816}" srcId="{D3E68064-5F20-474D-BCF2-32130A07E61F}" destId="{EFA8BD53-842E-43A5-8F2B-5738304BB00D}" srcOrd="3" destOrd="0" parTransId="{3DE03697-0F50-4E86-8B52-EDF9DC9A9E27}" sibTransId="{4EEE479A-F468-42B6-A143-F41ABDDB1C51}"/>
    <dgm:cxn modelId="{9E9EFBEA-0870-4305-BC3C-3F21CDFAD06B}" type="presOf" srcId="{D3E68064-5F20-474D-BCF2-32130A07E61F}" destId="{26BCD700-316E-4EED-AD62-688373C153BC}" srcOrd="0" destOrd="0" presId="urn:microsoft.com/office/officeart/2005/8/layout/matrix3"/>
    <dgm:cxn modelId="{5B015388-08B6-428B-9232-40F9CE659ACE}" type="presParOf" srcId="{26BCD700-316E-4EED-AD62-688373C153BC}" destId="{67378590-1D23-4999-A306-4F9F9261FE7B}" srcOrd="0" destOrd="0" presId="urn:microsoft.com/office/officeart/2005/8/layout/matrix3"/>
    <dgm:cxn modelId="{8850F11E-830C-407F-B4F1-542F2496DB7D}" type="presParOf" srcId="{26BCD700-316E-4EED-AD62-688373C153BC}" destId="{5C9042C5-882E-44C4-9E1F-4ACE5E731DC3}" srcOrd="1" destOrd="0" presId="urn:microsoft.com/office/officeart/2005/8/layout/matrix3"/>
    <dgm:cxn modelId="{0F30F648-0556-4EEA-AB3E-334EFD9F4B50}" type="presParOf" srcId="{26BCD700-316E-4EED-AD62-688373C153BC}" destId="{0C5B4F5F-76B5-4265-A443-FA32384223F6}" srcOrd="2" destOrd="0" presId="urn:microsoft.com/office/officeart/2005/8/layout/matrix3"/>
    <dgm:cxn modelId="{D758B904-6022-4021-9AB1-30E228BCB7DC}" type="presParOf" srcId="{26BCD700-316E-4EED-AD62-688373C153BC}" destId="{569997F1-341A-4E5A-84A9-3C083B60615E}" srcOrd="3" destOrd="0" presId="urn:microsoft.com/office/officeart/2005/8/layout/matrix3"/>
    <dgm:cxn modelId="{94D6F830-E145-4879-8028-D735CE3F6DC4}" type="presParOf" srcId="{26BCD700-316E-4EED-AD62-688373C153BC}" destId="{1BC92EE8-093D-41F0-9476-115E98B6CE2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6E1E80BF-8741-4457-83A0-4F03909FE29B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B7FC5AE-33AF-48F7-B61A-9CFC87D89A4C}">
      <dgm:prSet/>
      <dgm:spPr/>
      <dgm:t>
        <a:bodyPr/>
        <a:lstStyle/>
        <a:p>
          <a:r>
            <a:rPr lang="ru-RU" b="0" i="0"/>
            <a:t>Аскольда.</a:t>
          </a:r>
          <a:endParaRPr lang="uk-UA"/>
        </a:p>
      </dgm:t>
    </dgm:pt>
    <dgm:pt modelId="{10659ECE-4E7F-4779-9867-F23A6741712E}" type="parTrans" cxnId="{71127880-3489-46C8-8D71-72D6DD4A7332}">
      <dgm:prSet/>
      <dgm:spPr/>
      <dgm:t>
        <a:bodyPr/>
        <a:lstStyle/>
        <a:p>
          <a:endParaRPr lang="uk-UA"/>
        </a:p>
      </dgm:t>
    </dgm:pt>
    <dgm:pt modelId="{C1B7B87A-4CE7-4D82-93DF-5470A20B03C4}" type="sibTrans" cxnId="{71127880-3489-46C8-8D71-72D6DD4A7332}">
      <dgm:prSet/>
      <dgm:spPr/>
      <dgm:t>
        <a:bodyPr/>
        <a:lstStyle/>
        <a:p>
          <a:endParaRPr lang="uk-UA"/>
        </a:p>
      </dgm:t>
    </dgm:pt>
    <dgm:pt modelId="{4990BBF6-5A59-4760-91CF-DC0B85FBDBD3}">
      <dgm:prSet/>
      <dgm:spPr/>
      <dgm:t>
        <a:bodyPr/>
        <a:lstStyle/>
        <a:p>
          <a:r>
            <a:rPr lang="ru-RU" b="0" i="0"/>
            <a:t>Олега.</a:t>
          </a:r>
          <a:endParaRPr lang="uk-UA"/>
        </a:p>
      </dgm:t>
    </dgm:pt>
    <dgm:pt modelId="{EC69A6AB-216F-425D-804B-31338176AECF}" type="parTrans" cxnId="{809C54E0-9F8E-44BE-9A6D-AA5F7BE126AB}">
      <dgm:prSet/>
      <dgm:spPr/>
      <dgm:t>
        <a:bodyPr/>
        <a:lstStyle/>
        <a:p>
          <a:endParaRPr lang="uk-UA"/>
        </a:p>
      </dgm:t>
    </dgm:pt>
    <dgm:pt modelId="{CF29716C-3C8A-45DF-827F-3C1B0FEB2DC1}" type="sibTrans" cxnId="{809C54E0-9F8E-44BE-9A6D-AA5F7BE126AB}">
      <dgm:prSet/>
      <dgm:spPr/>
      <dgm:t>
        <a:bodyPr/>
        <a:lstStyle/>
        <a:p>
          <a:endParaRPr lang="uk-UA"/>
        </a:p>
      </dgm:t>
    </dgm:pt>
    <dgm:pt modelId="{AFA60B08-2CDA-4A1F-9137-3E0257A167E7}">
      <dgm:prSet/>
      <dgm:spPr/>
      <dgm:t>
        <a:bodyPr/>
        <a:lstStyle/>
        <a:p>
          <a:r>
            <a:rPr lang="ru-RU" b="0" i="0"/>
            <a:t>Володимира Великого.</a:t>
          </a:r>
          <a:endParaRPr lang="uk-UA"/>
        </a:p>
      </dgm:t>
    </dgm:pt>
    <dgm:pt modelId="{4E33781F-0057-40CE-8EFD-BCFC2F9DFF41}" type="parTrans" cxnId="{23054C7E-5726-45E1-A432-45DBE208388F}">
      <dgm:prSet/>
      <dgm:spPr/>
      <dgm:t>
        <a:bodyPr/>
        <a:lstStyle/>
        <a:p>
          <a:endParaRPr lang="uk-UA"/>
        </a:p>
      </dgm:t>
    </dgm:pt>
    <dgm:pt modelId="{87128FE8-3B30-43A6-945F-EA5D2DA3B9F6}" type="sibTrans" cxnId="{23054C7E-5726-45E1-A432-45DBE208388F}">
      <dgm:prSet/>
      <dgm:spPr/>
      <dgm:t>
        <a:bodyPr/>
        <a:lstStyle/>
        <a:p>
          <a:endParaRPr lang="uk-UA"/>
        </a:p>
      </dgm:t>
    </dgm:pt>
    <dgm:pt modelId="{B5745FC5-B17D-4483-BA00-6968C90C00B3}">
      <dgm:prSet/>
      <dgm:spPr/>
      <dgm:t>
        <a:bodyPr/>
        <a:lstStyle/>
        <a:p>
          <a:r>
            <a:rPr lang="ru-RU" b="0" i="0" dirty="0"/>
            <a:t>Ярослава Мудрого.</a:t>
          </a:r>
          <a:endParaRPr lang="uk-UA" dirty="0"/>
        </a:p>
      </dgm:t>
    </dgm:pt>
    <dgm:pt modelId="{EF46C6BD-782C-4F9D-8662-F885A1DB5767}" type="parTrans" cxnId="{E95B589A-FCBD-4204-8ED9-AF64024EE97A}">
      <dgm:prSet/>
      <dgm:spPr/>
      <dgm:t>
        <a:bodyPr/>
        <a:lstStyle/>
        <a:p>
          <a:endParaRPr lang="uk-UA"/>
        </a:p>
      </dgm:t>
    </dgm:pt>
    <dgm:pt modelId="{4A714FAE-D574-457D-B16C-2047C296A9EA}" type="sibTrans" cxnId="{E95B589A-FCBD-4204-8ED9-AF64024EE97A}">
      <dgm:prSet/>
      <dgm:spPr/>
      <dgm:t>
        <a:bodyPr/>
        <a:lstStyle/>
        <a:p>
          <a:endParaRPr lang="uk-UA"/>
        </a:p>
      </dgm:t>
    </dgm:pt>
    <dgm:pt modelId="{CE94872B-BFC1-4C2F-BDF9-A1804E992F07}" type="pres">
      <dgm:prSet presAssocID="{6E1E80BF-8741-4457-83A0-4F03909FE29B}" presName="matrix" presStyleCnt="0">
        <dgm:presLayoutVars>
          <dgm:chMax val="1"/>
          <dgm:dir/>
          <dgm:resizeHandles val="exact"/>
        </dgm:presLayoutVars>
      </dgm:prSet>
      <dgm:spPr/>
    </dgm:pt>
    <dgm:pt modelId="{6944D675-A429-4994-8542-0E723C3CE36E}" type="pres">
      <dgm:prSet presAssocID="{6E1E80BF-8741-4457-83A0-4F03909FE29B}" presName="diamond" presStyleLbl="bgShp" presStyleIdx="0" presStyleCnt="1"/>
      <dgm:spPr/>
    </dgm:pt>
    <dgm:pt modelId="{CC049FB7-54B4-426A-9095-99B5639A057A}" type="pres">
      <dgm:prSet presAssocID="{6E1E80BF-8741-4457-83A0-4F03909FE29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25A559E-0D51-467A-82A5-D2652353220D}" type="pres">
      <dgm:prSet presAssocID="{6E1E80BF-8741-4457-83A0-4F03909FE29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73E0FE8-34E3-4402-BDA5-0508017C264D}" type="pres">
      <dgm:prSet presAssocID="{6E1E80BF-8741-4457-83A0-4F03909FE29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2A026E6-4A5D-43C7-B7C4-CCCDE610565A}" type="pres">
      <dgm:prSet presAssocID="{6E1E80BF-8741-4457-83A0-4F03909FE29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1E4793E-7803-4B04-9B81-D94A2E0992FE}" type="presOf" srcId="{CB7FC5AE-33AF-48F7-B61A-9CFC87D89A4C}" destId="{CC049FB7-54B4-426A-9095-99B5639A057A}" srcOrd="0" destOrd="0" presId="urn:microsoft.com/office/officeart/2005/8/layout/matrix3"/>
    <dgm:cxn modelId="{D70B966A-82A4-4A68-AB2A-1A80FE46D27B}" type="presOf" srcId="{B5745FC5-B17D-4483-BA00-6968C90C00B3}" destId="{72A026E6-4A5D-43C7-B7C4-CCCDE610565A}" srcOrd="0" destOrd="0" presId="urn:microsoft.com/office/officeart/2005/8/layout/matrix3"/>
    <dgm:cxn modelId="{23054C7E-5726-45E1-A432-45DBE208388F}" srcId="{6E1E80BF-8741-4457-83A0-4F03909FE29B}" destId="{AFA60B08-2CDA-4A1F-9137-3E0257A167E7}" srcOrd="2" destOrd="0" parTransId="{4E33781F-0057-40CE-8EFD-BCFC2F9DFF41}" sibTransId="{87128FE8-3B30-43A6-945F-EA5D2DA3B9F6}"/>
    <dgm:cxn modelId="{71127880-3489-46C8-8D71-72D6DD4A7332}" srcId="{6E1E80BF-8741-4457-83A0-4F03909FE29B}" destId="{CB7FC5AE-33AF-48F7-B61A-9CFC87D89A4C}" srcOrd="0" destOrd="0" parTransId="{10659ECE-4E7F-4779-9867-F23A6741712E}" sibTransId="{C1B7B87A-4CE7-4D82-93DF-5470A20B03C4}"/>
    <dgm:cxn modelId="{82088A92-6475-49E5-AFCA-9F9CFFC49B9E}" type="presOf" srcId="{4990BBF6-5A59-4760-91CF-DC0B85FBDBD3}" destId="{925A559E-0D51-467A-82A5-D2652353220D}" srcOrd="0" destOrd="0" presId="urn:microsoft.com/office/officeart/2005/8/layout/matrix3"/>
    <dgm:cxn modelId="{E95B589A-FCBD-4204-8ED9-AF64024EE97A}" srcId="{6E1E80BF-8741-4457-83A0-4F03909FE29B}" destId="{B5745FC5-B17D-4483-BA00-6968C90C00B3}" srcOrd="3" destOrd="0" parTransId="{EF46C6BD-782C-4F9D-8662-F885A1DB5767}" sibTransId="{4A714FAE-D574-457D-B16C-2047C296A9EA}"/>
    <dgm:cxn modelId="{4BE9F09E-027C-448D-82D0-734D29FD6890}" type="presOf" srcId="{6E1E80BF-8741-4457-83A0-4F03909FE29B}" destId="{CE94872B-BFC1-4C2F-BDF9-A1804E992F07}" srcOrd="0" destOrd="0" presId="urn:microsoft.com/office/officeart/2005/8/layout/matrix3"/>
    <dgm:cxn modelId="{BADB53DC-CCCC-4316-AF0B-75F4A7FE4513}" type="presOf" srcId="{AFA60B08-2CDA-4A1F-9137-3E0257A167E7}" destId="{973E0FE8-34E3-4402-BDA5-0508017C264D}" srcOrd="0" destOrd="0" presId="urn:microsoft.com/office/officeart/2005/8/layout/matrix3"/>
    <dgm:cxn modelId="{809C54E0-9F8E-44BE-9A6D-AA5F7BE126AB}" srcId="{6E1E80BF-8741-4457-83A0-4F03909FE29B}" destId="{4990BBF6-5A59-4760-91CF-DC0B85FBDBD3}" srcOrd="1" destOrd="0" parTransId="{EC69A6AB-216F-425D-804B-31338176AECF}" sibTransId="{CF29716C-3C8A-45DF-827F-3C1B0FEB2DC1}"/>
    <dgm:cxn modelId="{B83A1161-FECC-45B9-8780-DD11E5A3C21B}" type="presParOf" srcId="{CE94872B-BFC1-4C2F-BDF9-A1804E992F07}" destId="{6944D675-A429-4994-8542-0E723C3CE36E}" srcOrd="0" destOrd="0" presId="urn:microsoft.com/office/officeart/2005/8/layout/matrix3"/>
    <dgm:cxn modelId="{C1F7B226-7405-4DA8-B235-1197A6C2308A}" type="presParOf" srcId="{CE94872B-BFC1-4C2F-BDF9-A1804E992F07}" destId="{CC049FB7-54B4-426A-9095-99B5639A057A}" srcOrd="1" destOrd="0" presId="urn:microsoft.com/office/officeart/2005/8/layout/matrix3"/>
    <dgm:cxn modelId="{E641DDBB-2B5D-4004-BEC2-47D35477309A}" type="presParOf" srcId="{CE94872B-BFC1-4C2F-BDF9-A1804E992F07}" destId="{925A559E-0D51-467A-82A5-D2652353220D}" srcOrd="2" destOrd="0" presId="urn:microsoft.com/office/officeart/2005/8/layout/matrix3"/>
    <dgm:cxn modelId="{FCA018D6-6127-482B-8772-46261CAE964C}" type="presParOf" srcId="{CE94872B-BFC1-4C2F-BDF9-A1804E992F07}" destId="{973E0FE8-34E3-4402-BDA5-0508017C264D}" srcOrd="3" destOrd="0" presId="urn:microsoft.com/office/officeart/2005/8/layout/matrix3"/>
    <dgm:cxn modelId="{3A958040-75F3-4D96-BA79-6EFA65804E81}" type="presParOf" srcId="{CE94872B-BFC1-4C2F-BDF9-A1804E992F07}" destId="{72A026E6-4A5D-43C7-B7C4-CCCDE610565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3EAFF51B-3510-424D-BBD4-B5B312D0ED3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B9804DD9-47D6-4601-A415-E7FAA9CF8F3E}">
      <dgm:prSet/>
      <dgm:spPr/>
      <dgm:t>
        <a:bodyPr/>
        <a:lstStyle/>
        <a:p>
          <a:r>
            <a:rPr lang="uk-UA" b="0" i="0" dirty="0"/>
            <a:t>визначити межі Київської держави (Русі-України) в середині Х ст.</a:t>
          </a:r>
          <a:endParaRPr lang="uk-UA" dirty="0"/>
        </a:p>
      </dgm:t>
    </dgm:pt>
    <dgm:pt modelId="{7F2BF340-7BA9-47C8-B243-584A547C47F0}" type="parTrans" cxnId="{0C87C44E-A40A-48B0-82A0-67A301BFE12F}">
      <dgm:prSet/>
      <dgm:spPr/>
      <dgm:t>
        <a:bodyPr/>
        <a:lstStyle/>
        <a:p>
          <a:endParaRPr lang="uk-UA"/>
        </a:p>
      </dgm:t>
    </dgm:pt>
    <dgm:pt modelId="{54260B1F-865D-4810-84C4-EB93DE37DDF5}" type="sibTrans" cxnId="{0C87C44E-A40A-48B0-82A0-67A301BFE12F}">
      <dgm:prSet/>
      <dgm:spPr/>
      <dgm:t>
        <a:bodyPr/>
        <a:lstStyle/>
        <a:p>
          <a:endParaRPr lang="uk-UA"/>
        </a:p>
      </dgm:t>
    </dgm:pt>
    <dgm:pt modelId="{0725CA15-4F51-40D5-B1E4-96289F54D7A4}">
      <dgm:prSet/>
      <dgm:spPr/>
      <dgm:t>
        <a:bodyPr/>
        <a:lstStyle/>
        <a:p>
          <a:r>
            <a:rPr lang="uk-UA" b="0" i="0" dirty="0"/>
            <a:t>визначити межі проживання кочовиків, які становили найбільшу загрозу для східних слов’ян у </a:t>
          </a:r>
          <a:r>
            <a:rPr lang="en-US" b="0" i="0" dirty="0"/>
            <a:t>VIII–</a:t>
          </a:r>
          <a:r>
            <a:rPr lang="uk-UA" b="0" i="0" dirty="0"/>
            <a:t>Х ст.</a:t>
          </a:r>
          <a:endParaRPr lang="uk-UA" dirty="0"/>
        </a:p>
      </dgm:t>
    </dgm:pt>
    <dgm:pt modelId="{1BC30998-5672-4333-96FF-93B67B0D26F0}" type="parTrans" cxnId="{B442C215-CCBD-43F9-A065-7F609EE208DC}">
      <dgm:prSet/>
      <dgm:spPr/>
      <dgm:t>
        <a:bodyPr/>
        <a:lstStyle/>
        <a:p>
          <a:endParaRPr lang="uk-UA"/>
        </a:p>
      </dgm:t>
    </dgm:pt>
    <dgm:pt modelId="{56B6CEA3-D2A5-459A-BAA0-9B1035F68174}" type="sibTrans" cxnId="{B442C215-CCBD-43F9-A065-7F609EE208DC}">
      <dgm:prSet/>
      <dgm:spPr/>
      <dgm:t>
        <a:bodyPr/>
        <a:lstStyle/>
        <a:p>
          <a:endParaRPr lang="uk-UA"/>
        </a:p>
      </dgm:t>
    </dgm:pt>
    <dgm:pt modelId="{85987ED7-B634-4184-96A9-A23351EBCBAF}">
      <dgm:prSet/>
      <dgm:spPr/>
      <dgm:t>
        <a:bodyPr/>
        <a:lstStyle/>
        <a:p>
          <a:r>
            <a:rPr lang="uk-UA" b="0" i="0" dirty="0"/>
            <a:t>визначити межі удільних князівств періоду роздробленості Київської держави (Русі-України).</a:t>
          </a:r>
          <a:endParaRPr lang="uk-UA" dirty="0"/>
        </a:p>
      </dgm:t>
    </dgm:pt>
    <dgm:pt modelId="{0BC2669D-EAE2-483D-AC06-43735AE9C55D}" type="parTrans" cxnId="{286B3424-E175-4AFB-AE95-5C59679EF173}">
      <dgm:prSet/>
      <dgm:spPr/>
      <dgm:t>
        <a:bodyPr/>
        <a:lstStyle/>
        <a:p>
          <a:endParaRPr lang="uk-UA"/>
        </a:p>
      </dgm:t>
    </dgm:pt>
    <dgm:pt modelId="{375D2E75-09D5-4851-B6C4-B2396984057C}" type="sibTrans" cxnId="{286B3424-E175-4AFB-AE95-5C59679EF173}">
      <dgm:prSet/>
      <dgm:spPr/>
      <dgm:t>
        <a:bodyPr/>
        <a:lstStyle/>
        <a:p>
          <a:endParaRPr lang="uk-UA"/>
        </a:p>
      </dgm:t>
    </dgm:pt>
    <dgm:pt modelId="{AAC939E3-D46C-463C-8F65-1E9DFBD7024F}">
      <dgm:prSet/>
      <dgm:spPr/>
      <dgm:t>
        <a:bodyPr/>
        <a:lstStyle/>
        <a:p>
          <a:r>
            <a:rPr lang="uk-UA" b="0" i="0" dirty="0"/>
            <a:t>указати напрямки походів київських князів Олега та Ігоря.</a:t>
          </a:r>
          <a:endParaRPr lang="uk-UA" dirty="0"/>
        </a:p>
      </dgm:t>
    </dgm:pt>
    <dgm:pt modelId="{0F82E1D6-7E5A-4DED-99BF-BC1D18921FAB}" type="parTrans" cxnId="{B8A96242-B71E-4879-ADAF-F0F2B0E3E0BD}">
      <dgm:prSet/>
      <dgm:spPr/>
      <dgm:t>
        <a:bodyPr/>
        <a:lstStyle/>
        <a:p>
          <a:endParaRPr lang="uk-UA"/>
        </a:p>
      </dgm:t>
    </dgm:pt>
    <dgm:pt modelId="{00041E73-0187-4E9A-9F0A-003E93558A08}" type="sibTrans" cxnId="{B8A96242-B71E-4879-ADAF-F0F2B0E3E0BD}">
      <dgm:prSet/>
      <dgm:spPr/>
      <dgm:t>
        <a:bodyPr/>
        <a:lstStyle/>
        <a:p>
          <a:endParaRPr lang="uk-UA"/>
        </a:p>
      </dgm:t>
    </dgm:pt>
    <dgm:pt modelId="{E11228CD-0B5D-4247-98DB-0E7730D3FE58}">
      <dgm:prSet/>
      <dgm:spPr/>
      <dgm:t>
        <a:bodyPr/>
        <a:lstStyle/>
        <a:p>
          <a:r>
            <a:rPr lang="uk-UA" b="0" i="0" dirty="0"/>
            <a:t>указати території, приєднані до Київської держави (Русі-України) за часів князювання Ярослава Мудрого.</a:t>
          </a:r>
          <a:endParaRPr lang="uk-UA" dirty="0"/>
        </a:p>
      </dgm:t>
    </dgm:pt>
    <dgm:pt modelId="{B8C785FA-0A12-4693-B924-193F0C12A646}" type="parTrans" cxnId="{8E275829-5A7D-497B-B0D5-8C3EE2A9D2DE}">
      <dgm:prSet/>
      <dgm:spPr/>
      <dgm:t>
        <a:bodyPr/>
        <a:lstStyle/>
        <a:p>
          <a:endParaRPr lang="uk-UA"/>
        </a:p>
      </dgm:t>
    </dgm:pt>
    <dgm:pt modelId="{8BDCF69A-1069-4FFB-B890-207992F89EBE}" type="sibTrans" cxnId="{8E275829-5A7D-497B-B0D5-8C3EE2A9D2DE}">
      <dgm:prSet/>
      <dgm:spPr/>
      <dgm:t>
        <a:bodyPr/>
        <a:lstStyle/>
        <a:p>
          <a:endParaRPr lang="uk-UA"/>
        </a:p>
      </dgm:t>
    </dgm:pt>
    <dgm:pt modelId="{C0724ED7-F5D1-44DD-A3D7-C68C92D60B51}">
      <dgm:prSet/>
      <dgm:spPr/>
      <dgm:t>
        <a:bodyPr/>
        <a:lstStyle/>
        <a:p>
          <a:r>
            <a:rPr lang="uk-UA" b="0" i="0" dirty="0"/>
            <a:t>указати напрямки походів військ Святослава проти Хозарського каганату.</a:t>
          </a:r>
          <a:endParaRPr lang="uk-UA" dirty="0"/>
        </a:p>
      </dgm:t>
    </dgm:pt>
    <dgm:pt modelId="{67B82235-31A6-4F9A-941D-A5FCA2645CDD}" type="parTrans" cxnId="{A8749F84-0EAF-4757-9507-1C8754F40772}">
      <dgm:prSet/>
      <dgm:spPr/>
      <dgm:t>
        <a:bodyPr/>
        <a:lstStyle/>
        <a:p>
          <a:endParaRPr lang="uk-UA"/>
        </a:p>
      </dgm:t>
    </dgm:pt>
    <dgm:pt modelId="{F9DA59EB-860C-4CA9-8A28-BB629DC35408}" type="sibTrans" cxnId="{A8749F84-0EAF-4757-9507-1C8754F40772}">
      <dgm:prSet/>
      <dgm:spPr/>
      <dgm:t>
        <a:bodyPr/>
        <a:lstStyle/>
        <a:p>
          <a:endParaRPr lang="uk-UA"/>
        </a:p>
      </dgm:t>
    </dgm:pt>
    <dgm:pt modelId="{36550B48-7BBD-4B7F-96E6-6AA95B6C2E81}">
      <dgm:prSet/>
      <dgm:spPr/>
      <dgm:t>
        <a:bodyPr/>
        <a:lstStyle/>
        <a:p>
          <a:r>
            <a:rPr lang="uk-UA" b="0" i="0" dirty="0"/>
            <a:t>показати місце спорудження системи укріплень, зведених для захисту від кочовиків.</a:t>
          </a:r>
          <a:endParaRPr lang="uk-UA" dirty="0"/>
        </a:p>
      </dgm:t>
    </dgm:pt>
    <dgm:pt modelId="{DC1248FF-6623-4FC0-B38B-3634FD0816D3}" type="sibTrans" cxnId="{B68C7885-30E1-4D51-82E0-23FA7D6045AA}">
      <dgm:prSet/>
      <dgm:spPr/>
      <dgm:t>
        <a:bodyPr/>
        <a:lstStyle/>
        <a:p>
          <a:endParaRPr lang="uk-UA"/>
        </a:p>
      </dgm:t>
    </dgm:pt>
    <dgm:pt modelId="{36544E72-A4FE-49BA-AD41-DF2E2B689857}" type="parTrans" cxnId="{B68C7885-30E1-4D51-82E0-23FA7D6045AA}">
      <dgm:prSet/>
      <dgm:spPr/>
      <dgm:t>
        <a:bodyPr/>
        <a:lstStyle/>
        <a:p>
          <a:endParaRPr lang="uk-UA"/>
        </a:p>
      </dgm:t>
    </dgm:pt>
    <dgm:pt modelId="{397652A0-AF17-4BA5-86AF-1659C20D079B}" type="pres">
      <dgm:prSet presAssocID="{3EAFF51B-3510-424D-BBD4-B5B312D0ED3E}" presName="linear" presStyleCnt="0">
        <dgm:presLayoutVars>
          <dgm:animLvl val="lvl"/>
          <dgm:resizeHandles val="exact"/>
        </dgm:presLayoutVars>
      </dgm:prSet>
      <dgm:spPr/>
    </dgm:pt>
    <dgm:pt modelId="{A04D9470-8C3C-4A45-9EE9-B91E0A733F0A}" type="pres">
      <dgm:prSet presAssocID="{B9804DD9-47D6-4601-A415-E7FAA9CF8F3E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7FDB00C4-4A6D-4976-8FBA-676561B75C7A}" type="pres">
      <dgm:prSet presAssocID="{54260B1F-865D-4810-84C4-EB93DE37DDF5}" presName="spacer" presStyleCnt="0"/>
      <dgm:spPr/>
    </dgm:pt>
    <dgm:pt modelId="{EB135AEC-A077-4800-9F10-5803FA8DA519}" type="pres">
      <dgm:prSet presAssocID="{36550B48-7BBD-4B7F-96E6-6AA95B6C2E81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7BE2A3E1-6CCF-4A2F-9D00-51A4F2224927}" type="pres">
      <dgm:prSet presAssocID="{DC1248FF-6623-4FC0-B38B-3634FD0816D3}" presName="spacer" presStyleCnt="0"/>
      <dgm:spPr/>
    </dgm:pt>
    <dgm:pt modelId="{47B2BC15-4C46-4203-9E2D-818D385FB16B}" type="pres">
      <dgm:prSet presAssocID="{0725CA15-4F51-40D5-B1E4-96289F54D7A4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B5172B5E-FEBC-4559-90D6-6F5285B147AF}" type="pres">
      <dgm:prSet presAssocID="{56B6CEA3-D2A5-459A-BAA0-9B1035F68174}" presName="spacer" presStyleCnt="0"/>
      <dgm:spPr/>
    </dgm:pt>
    <dgm:pt modelId="{5A9A474B-5C2A-4519-85B0-C0BFAB9210FA}" type="pres">
      <dgm:prSet presAssocID="{85987ED7-B634-4184-96A9-A23351EBCBAF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9ABBAABD-AB1F-45FD-BCC9-64E8BA3D67AC}" type="pres">
      <dgm:prSet presAssocID="{375D2E75-09D5-4851-B6C4-B2396984057C}" presName="spacer" presStyleCnt="0"/>
      <dgm:spPr/>
    </dgm:pt>
    <dgm:pt modelId="{BB3917BC-8404-4182-B131-746D68BFCD29}" type="pres">
      <dgm:prSet presAssocID="{AAC939E3-D46C-463C-8F65-1E9DFBD7024F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B10279D9-804B-47B0-8B65-17849ABC45A1}" type="pres">
      <dgm:prSet presAssocID="{00041E73-0187-4E9A-9F0A-003E93558A08}" presName="spacer" presStyleCnt="0"/>
      <dgm:spPr/>
    </dgm:pt>
    <dgm:pt modelId="{9279F3FB-7B96-40C5-BA6D-2A4B1E2CD9EF}" type="pres">
      <dgm:prSet presAssocID="{E11228CD-0B5D-4247-98DB-0E7730D3FE58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1660FB48-1849-4741-9215-144AFAB1DE70}" type="pres">
      <dgm:prSet presAssocID="{8BDCF69A-1069-4FFB-B890-207992F89EBE}" presName="spacer" presStyleCnt="0"/>
      <dgm:spPr/>
    </dgm:pt>
    <dgm:pt modelId="{D67CFFEF-1A38-4390-986B-DB09722B3B6E}" type="pres">
      <dgm:prSet presAssocID="{C0724ED7-F5D1-44DD-A3D7-C68C92D60B51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B442C215-CCBD-43F9-A065-7F609EE208DC}" srcId="{3EAFF51B-3510-424D-BBD4-B5B312D0ED3E}" destId="{0725CA15-4F51-40D5-B1E4-96289F54D7A4}" srcOrd="2" destOrd="0" parTransId="{1BC30998-5672-4333-96FF-93B67B0D26F0}" sibTransId="{56B6CEA3-D2A5-459A-BAA0-9B1035F68174}"/>
    <dgm:cxn modelId="{286B3424-E175-4AFB-AE95-5C59679EF173}" srcId="{3EAFF51B-3510-424D-BBD4-B5B312D0ED3E}" destId="{85987ED7-B634-4184-96A9-A23351EBCBAF}" srcOrd="3" destOrd="0" parTransId="{0BC2669D-EAE2-483D-AC06-43735AE9C55D}" sibTransId="{375D2E75-09D5-4851-B6C4-B2396984057C}"/>
    <dgm:cxn modelId="{8E275829-5A7D-497B-B0D5-8C3EE2A9D2DE}" srcId="{3EAFF51B-3510-424D-BBD4-B5B312D0ED3E}" destId="{E11228CD-0B5D-4247-98DB-0E7730D3FE58}" srcOrd="5" destOrd="0" parTransId="{B8C785FA-0A12-4693-B924-193F0C12A646}" sibTransId="{8BDCF69A-1069-4FFB-B890-207992F89EBE}"/>
    <dgm:cxn modelId="{2C4E572B-5BA6-4A9B-B71E-BE50EB4AAEE9}" type="presOf" srcId="{AAC939E3-D46C-463C-8F65-1E9DFBD7024F}" destId="{BB3917BC-8404-4182-B131-746D68BFCD29}" srcOrd="0" destOrd="0" presId="urn:microsoft.com/office/officeart/2005/8/layout/vList2"/>
    <dgm:cxn modelId="{B8A96242-B71E-4879-ADAF-F0F2B0E3E0BD}" srcId="{3EAFF51B-3510-424D-BBD4-B5B312D0ED3E}" destId="{AAC939E3-D46C-463C-8F65-1E9DFBD7024F}" srcOrd="4" destOrd="0" parTransId="{0F82E1D6-7E5A-4DED-99BF-BC1D18921FAB}" sibTransId="{00041E73-0187-4E9A-9F0A-003E93558A08}"/>
    <dgm:cxn modelId="{0C87C44E-A40A-48B0-82A0-67A301BFE12F}" srcId="{3EAFF51B-3510-424D-BBD4-B5B312D0ED3E}" destId="{B9804DD9-47D6-4601-A415-E7FAA9CF8F3E}" srcOrd="0" destOrd="0" parTransId="{7F2BF340-7BA9-47C8-B243-584A547C47F0}" sibTransId="{54260B1F-865D-4810-84C4-EB93DE37DDF5}"/>
    <dgm:cxn modelId="{AE86BF75-884B-48D5-967F-20268C31CAF3}" type="presOf" srcId="{B9804DD9-47D6-4601-A415-E7FAA9CF8F3E}" destId="{A04D9470-8C3C-4A45-9EE9-B91E0A733F0A}" srcOrd="0" destOrd="0" presId="urn:microsoft.com/office/officeart/2005/8/layout/vList2"/>
    <dgm:cxn modelId="{01178F7C-A9C3-4028-ACF1-0AC2B628869E}" type="presOf" srcId="{0725CA15-4F51-40D5-B1E4-96289F54D7A4}" destId="{47B2BC15-4C46-4203-9E2D-818D385FB16B}" srcOrd="0" destOrd="0" presId="urn:microsoft.com/office/officeart/2005/8/layout/vList2"/>
    <dgm:cxn modelId="{BB503F82-180E-469E-88C1-E56B2E352227}" type="presOf" srcId="{C0724ED7-F5D1-44DD-A3D7-C68C92D60B51}" destId="{D67CFFEF-1A38-4390-986B-DB09722B3B6E}" srcOrd="0" destOrd="0" presId="urn:microsoft.com/office/officeart/2005/8/layout/vList2"/>
    <dgm:cxn modelId="{A8749F84-0EAF-4757-9507-1C8754F40772}" srcId="{3EAFF51B-3510-424D-BBD4-B5B312D0ED3E}" destId="{C0724ED7-F5D1-44DD-A3D7-C68C92D60B51}" srcOrd="6" destOrd="0" parTransId="{67B82235-31A6-4F9A-941D-A5FCA2645CDD}" sibTransId="{F9DA59EB-860C-4CA9-8A28-BB629DC35408}"/>
    <dgm:cxn modelId="{B68C7885-30E1-4D51-82E0-23FA7D6045AA}" srcId="{3EAFF51B-3510-424D-BBD4-B5B312D0ED3E}" destId="{36550B48-7BBD-4B7F-96E6-6AA95B6C2E81}" srcOrd="1" destOrd="0" parTransId="{36544E72-A4FE-49BA-AD41-DF2E2B689857}" sibTransId="{DC1248FF-6623-4FC0-B38B-3634FD0816D3}"/>
    <dgm:cxn modelId="{D5FF4494-6D19-4EE8-8A62-DC17397A3FE7}" type="presOf" srcId="{E11228CD-0B5D-4247-98DB-0E7730D3FE58}" destId="{9279F3FB-7B96-40C5-BA6D-2A4B1E2CD9EF}" srcOrd="0" destOrd="0" presId="urn:microsoft.com/office/officeart/2005/8/layout/vList2"/>
    <dgm:cxn modelId="{99C470C7-B1F8-454A-9CDD-FEADA0326EFC}" type="presOf" srcId="{36550B48-7BBD-4B7F-96E6-6AA95B6C2E81}" destId="{EB135AEC-A077-4800-9F10-5803FA8DA519}" srcOrd="0" destOrd="0" presId="urn:microsoft.com/office/officeart/2005/8/layout/vList2"/>
    <dgm:cxn modelId="{E7B719CA-F529-47EC-B7FE-9F202549F949}" type="presOf" srcId="{3EAFF51B-3510-424D-BBD4-B5B312D0ED3E}" destId="{397652A0-AF17-4BA5-86AF-1659C20D079B}" srcOrd="0" destOrd="0" presId="urn:microsoft.com/office/officeart/2005/8/layout/vList2"/>
    <dgm:cxn modelId="{309DC8F4-EDA6-48FA-BFE4-DEB8B723176F}" type="presOf" srcId="{85987ED7-B634-4184-96A9-A23351EBCBAF}" destId="{5A9A474B-5C2A-4519-85B0-C0BFAB9210FA}" srcOrd="0" destOrd="0" presId="urn:microsoft.com/office/officeart/2005/8/layout/vList2"/>
    <dgm:cxn modelId="{21BA087B-ECD2-452E-B2C8-BD6DB1E4DC74}" type="presParOf" srcId="{397652A0-AF17-4BA5-86AF-1659C20D079B}" destId="{A04D9470-8C3C-4A45-9EE9-B91E0A733F0A}" srcOrd="0" destOrd="0" presId="urn:microsoft.com/office/officeart/2005/8/layout/vList2"/>
    <dgm:cxn modelId="{BE73E1B8-6D53-44A0-88F9-D0EBA7B778C6}" type="presParOf" srcId="{397652A0-AF17-4BA5-86AF-1659C20D079B}" destId="{7FDB00C4-4A6D-4976-8FBA-676561B75C7A}" srcOrd="1" destOrd="0" presId="urn:microsoft.com/office/officeart/2005/8/layout/vList2"/>
    <dgm:cxn modelId="{0A24120A-F1DE-452A-980E-A3280CE013C0}" type="presParOf" srcId="{397652A0-AF17-4BA5-86AF-1659C20D079B}" destId="{EB135AEC-A077-4800-9F10-5803FA8DA519}" srcOrd="2" destOrd="0" presId="urn:microsoft.com/office/officeart/2005/8/layout/vList2"/>
    <dgm:cxn modelId="{0F1EDCF0-2015-4526-A23A-417D0DC0BF1C}" type="presParOf" srcId="{397652A0-AF17-4BA5-86AF-1659C20D079B}" destId="{7BE2A3E1-6CCF-4A2F-9D00-51A4F2224927}" srcOrd="3" destOrd="0" presId="urn:microsoft.com/office/officeart/2005/8/layout/vList2"/>
    <dgm:cxn modelId="{3F3F9999-553F-4EED-BAA4-C8FE066361B4}" type="presParOf" srcId="{397652A0-AF17-4BA5-86AF-1659C20D079B}" destId="{47B2BC15-4C46-4203-9E2D-818D385FB16B}" srcOrd="4" destOrd="0" presId="urn:microsoft.com/office/officeart/2005/8/layout/vList2"/>
    <dgm:cxn modelId="{961A8B5A-11D3-41F5-9EB0-02A2834E642D}" type="presParOf" srcId="{397652A0-AF17-4BA5-86AF-1659C20D079B}" destId="{B5172B5E-FEBC-4559-90D6-6F5285B147AF}" srcOrd="5" destOrd="0" presId="urn:microsoft.com/office/officeart/2005/8/layout/vList2"/>
    <dgm:cxn modelId="{A7383829-70E6-47E9-8C99-728CEBEC9554}" type="presParOf" srcId="{397652A0-AF17-4BA5-86AF-1659C20D079B}" destId="{5A9A474B-5C2A-4519-85B0-C0BFAB9210FA}" srcOrd="6" destOrd="0" presId="urn:microsoft.com/office/officeart/2005/8/layout/vList2"/>
    <dgm:cxn modelId="{F0AB417D-C124-4F44-99B0-379360017B76}" type="presParOf" srcId="{397652A0-AF17-4BA5-86AF-1659C20D079B}" destId="{9ABBAABD-AB1F-45FD-BCC9-64E8BA3D67AC}" srcOrd="7" destOrd="0" presId="urn:microsoft.com/office/officeart/2005/8/layout/vList2"/>
    <dgm:cxn modelId="{DDF5B7EA-AC12-4F75-B314-C64E53D14430}" type="presParOf" srcId="{397652A0-AF17-4BA5-86AF-1659C20D079B}" destId="{BB3917BC-8404-4182-B131-746D68BFCD29}" srcOrd="8" destOrd="0" presId="urn:microsoft.com/office/officeart/2005/8/layout/vList2"/>
    <dgm:cxn modelId="{E2441421-2C75-4DAB-8055-508B087C6345}" type="presParOf" srcId="{397652A0-AF17-4BA5-86AF-1659C20D079B}" destId="{B10279D9-804B-47B0-8B65-17849ABC45A1}" srcOrd="9" destOrd="0" presId="urn:microsoft.com/office/officeart/2005/8/layout/vList2"/>
    <dgm:cxn modelId="{81A4C4FE-9076-4ACB-B0D4-98C0A9EFA415}" type="presParOf" srcId="{397652A0-AF17-4BA5-86AF-1659C20D079B}" destId="{9279F3FB-7B96-40C5-BA6D-2A4B1E2CD9EF}" srcOrd="10" destOrd="0" presId="urn:microsoft.com/office/officeart/2005/8/layout/vList2"/>
    <dgm:cxn modelId="{3AF06FBA-076F-4701-A39D-92F42737BBFF}" type="presParOf" srcId="{397652A0-AF17-4BA5-86AF-1659C20D079B}" destId="{1660FB48-1849-4741-9215-144AFAB1DE70}" srcOrd="11" destOrd="0" presId="urn:microsoft.com/office/officeart/2005/8/layout/vList2"/>
    <dgm:cxn modelId="{26E77650-BC0A-4F2F-A834-2EDCDB0FC5E7}" type="presParOf" srcId="{397652A0-AF17-4BA5-86AF-1659C20D079B}" destId="{D67CFFEF-1A38-4390-986B-DB09722B3B6E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28D12CD2-4FD9-4A6C-8964-2D0BD743E219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8D913B0F-EE07-4997-A2DA-B1F13559810D}">
      <dgm:prSet/>
      <dgm:spPr/>
      <dgm:t>
        <a:bodyPr/>
        <a:lstStyle/>
        <a:p>
          <a:r>
            <a:rPr lang="ru-RU" b="0" i="0"/>
            <a:t>Олег.</a:t>
          </a:r>
          <a:endParaRPr lang="uk-UA"/>
        </a:p>
      </dgm:t>
    </dgm:pt>
    <dgm:pt modelId="{DEB50561-CC76-4917-97BF-135C875DAE5B}" type="parTrans" cxnId="{14E0403E-EAC0-496D-BBEF-083428C19D24}">
      <dgm:prSet/>
      <dgm:spPr/>
      <dgm:t>
        <a:bodyPr/>
        <a:lstStyle/>
        <a:p>
          <a:endParaRPr lang="uk-UA"/>
        </a:p>
      </dgm:t>
    </dgm:pt>
    <dgm:pt modelId="{9247A5A1-2389-43A4-9538-834BE0B705BA}" type="sibTrans" cxnId="{14E0403E-EAC0-496D-BBEF-083428C19D24}">
      <dgm:prSet/>
      <dgm:spPr/>
      <dgm:t>
        <a:bodyPr/>
        <a:lstStyle/>
        <a:p>
          <a:endParaRPr lang="uk-UA"/>
        </a:p>
      </dgm:t>
    </dgm:pt>
    <dgm:pt modelId="{9B6F56A6-49C8-40FF-8477-D4FF379B07D5}">
      <dgm:prSet/>
      <dgm:spPr/>
      <dgm:t>
        <a:bodyPr/>
        <a:lstStyle/>
        <a:p>
          <a:r>
            <a:rPr lang="ru-RU" b="0" i="0"/>
            <a:t>Ігор.</a:t>
          </a:r>
          <a:endParaRPr lang="uk-UA"/>
        </a:p>
      </dgm:t>
    </dgm:pt>
    <dgm:pt modelId="{42FEAC9C-3A15-42EB-95C4-91841F572322}" type="parTrans" cxnId="{AF0189D6-EAED-4126-858F-897B850FAC3F}">
      <dgm:prSet/>
      <dgm:spPr/>
      <dgm:t>
        <a:bodyPr/>
        <a:lstStyle/>
        <a:p>
          <a:endParaRPr lang="uk-UA"/>
        </a:p>
      </dgm:t>
    </dgm:pt>
    <dgm:pt modelId="{5BE8A11C-7937-46BC-8B74-C72CF38EF51D}" type="sibTrans" cxnId="{AF0189D6-EAED-4126-858F-897B850FAC3F}">
      <dgm:prSet/>
      <dgm:spPr/>
      <dgm:t>
        <a:bodyPr/>
        <a:lstStyle/>
        <a:p>
          <a:endParaRPr lang="uk-UA"/>
        </a:p>
      </dgm:t>
    </dgm:pt>
    <dgm:pt modelId="{6313065E-2FBE-4735-ADB2-DE4D237582D0}">
      <dgm:prSet/>
      <dgm:spPr/>
      <dgm:t>
        <a:bodyPr/>
        <a:lstStyle/>
        <a:p>
          <a:r>
            <a:rPr lang="ru-RU" b="0" i="0" dirty="0"/>
            <a:t>Святослав.</a:t>
          </a:r>
          <a:endParaRPr lang="uk-UA" dirty="0"/>
        </a:p>
      </dgm:t>
    </dgm:pt>
    <dgm:pt modelId="{819BD2CF-EB13-4818-AC25-2331E20C3D3D}" type="parTrans" cxnId="{A2369881-8E11-44C6-8B8E-015CF563353F}">
      <dgm:prSet/>
      <dgm:spPr/>
      <dgm:t>
        <a:bodyPr/>
        <a:lstStyle/>
        <a:p>
          <a:endParaRPr lang="uk-UA"/>
        </a:p>
      </dgm:t>
    </dgm:pt>
    <dgm:pt modelId="{67C780D1-A2FF-4452-9C1E-09477EE1DDB5}" type="sibTrans" cxnId="{A2369881-8E11-44C6-8B8E-015CF563353F}">
      <dgm:prSet/>
      <dgm:spPr/>
      <dgm:t>
        <a:bodyPr/>
        <a:lstStyle/>
        <a:p>
          <a:endParaRPr lang="uk-UA"/>
        </a:p>
      </dgm:t>
    </dgm:pt>
    <dgm:pt modelId="{90404FCE-275D-425A-A7A6-739111D65B7D}">
      <dgm:prSet/>
      <dgm:spPr/>
      <dgm:t>
        <a:bodyPr/>
        <a:lstStyle/>
        <a:p>
          <a:r>
            <a:rPr lang="ru-RU" b="0" i="0"/>
            <a:t>Ярослав Мудрий.</a:t>
          </a:r>
          <a:endParaRPr lang="uk-UA"/>
        </a:p>
      </dgm:t>
    </dgm:pt>
    <dgm:pt modelId="{BFFCBEC6-8D5A-4D09-995F-75B06512A336}" type="parTrans" cxnId="{D6AFDF9A-2CEF-4C4B-92AE-4B1BE77EE8ED}">
      <dgm:prSet/>
      <dgm:spPr/>
      <dgm:t>
        <a:bodyPr/>
        <a:lstStyle/>
        <a:p>
          <a:endParaRPr lang="uk-UA"/>
        </a:p>
      </dgm:t>
    </dgm:pt>
    <dgm:pt modelId="{09AB7A15-D8F7-46E0-9831-66C560E728D1}" type="sibTrans" cxnId="{D6AFDF9A-2CEF-4C4B-92AE-4B1BE77EE8ED}">
      <dgm:prSet/>
      <dgm:spPr/>
      <dgm:t>
        <a:bodyPr/>
        <a:lstStyle/>
        <a:p>
          <a:endParaRPr lang="uk-UA"/>
        </a:p>
      </dgm:t>
    </dgm:pt>
    <dgm:pt modelId="{6E54181F-7E0F-4F52-9D4F-C14AD2B814C7}" type="pres">
      <dgm:prSet presAssocID="{28D12CD2-4FD9-4A6C-8964-2D0BD743E219}" presName="matrix" presStyleCnt="0">
        <dgm:presLayoutVars>
          <dgm:chMax val="1"/>
          <dgm:dir/>
          <dgm:resizeHandles val="exact"/>
        </dgm:presLayoutVars>
      </dgm:prSet>
      <dgm:spPr/>
    </dgm:pt>
    <dgm:pt modelId="{316721F1-3F0C-414E-8BA3-79679BDC30CF}" type="pres">
      <dgm:prSet presAssocID="{28D12CD2-4FD9-4A6C-8964-2D0BD743E219}" presName="diamond" presStyleLbl="bgShp" presStyleIdx="0" presStyleCnt="1"/>
      <dgm:spPr/>
    </dgm:pt>
    <dgm:pt modelId="{2A2C85FA-248B-42E9-84EF-F7E884EFD019}" type="pres">
      <dgm:prSet presAssocID="{28D12CD2-4FD9-4A6C-8964-2D0BD743E21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EF1BCA7-2505-468D-A502-C88202AD4CC6}" type="pres">
      <dgm:prSet presAssocID="{28D12CD2-4FD9-4A6C-8964-2D0BD743E21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89BC939-8680-4703-AC3F-8884A6660AFA}" type="pres">
      <dgm:prSet presAssocID="{28D12CD2-4FD9-4A6C-8964-2D0BD743E21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AFC40C0-C0A8-4057-8A58-7F9D14C09940}" type="pres">
      <dgm:prSet presAssocID="{28D12CD2-4FD9-4A6C-8964-2D0BD743E21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E805939-1E4C-475E-A913-5D735B9F3054}" type="presOf" srcId="{6313065E-2FBE-4735-ADB2-DE4D237582D0}" destId="{389BC939-8680-4703-AC3F-8884A6660AFA}" srcOrd="0" destOrd="0" presId="urn:microsoft.com/office/officeart/2005/8/layout/matrix3"/>
    <dgm:cxn modelId="{9ACE163B-0A51-4519-A9F3-FBA581901FBF}" type="presOf" srcId="{90404FCE-275D-425A-A7A6-739111D65B7D}" destId="{5AFC40C0-C0A8-4057-8A58-7F9D14C09940}" srcOrd="0" destOrd="0" presId="urn:microsoft.com/office/officeart/2005/8/layout/matrix3"/>
    <dgm:cxn modelId="{14E0403E-EAC0-496D-BBEF-083428C19D24}" srcId="{28D12CD2-4FD9-4A6C-8964-2D0BD743E219}" destId="{8D913B0F-EE07-4997-A2DA-B1F13559810D}" srcOrd="0" destOrd="0" parTransId="{DEB50561-CC76-4917-97BF-135C875DAE5B}" sibTransId="{9247A5A1-2389-43A4-9538-834BE0B705BA}"/>
    <dgm:cxn modelId="{C1651A74-1B72-4CC5-8F1A-7BFBBAD8D58D}" type="presOf" srcId="{8D913B0F-EE07-4997-A2DA-B1F13559810D}" destId="{2A2C85FA-248B-42E9-84EF-F7E884EFD019}" srcOrd="0" destOrd="0" presId="urn:microsoft.com/office/officeart/2005/8/layout/matrix3"/>
    <dgm:cxn modelId="{A2369881-8E11-44C6-8B8E-015CF563353F}" srcId="{28D12CD2-4FD9-4A6C-8964-2D0BD743E219}" destId="{6313065E-2FBE-4735-ADB2-DE4D237582D0}" srcOrd="2" destOrd="0" parTransId="{819BD2CF-EB13-4818-AC25-2331E20C3D3D}" sibTransId="{67C780D1-A2FF-4452-9C1E-09477EE1DDB5}"/>
    <dgm:cxn modelId="{D6AFDF9A-2CEF-4C4B-92AE-4B1BE77EE8ED}" srcId="{28D12CD2-4FD9-4A6C-8964-2D0BD743E219}" destId="{90404FCE-275D-425A-A7A6-739111D65B7D}" srcOrd="3" destOrd="0" parTransId="{BFFCBEC6-8D5A-4D09-995F-75B06512A336}" sibTransId="{09AB7A15-D8F7-46E0-9831-66C560E728D1}"/>
    <dgm:cxn modelId="{FE8F7BA2-A86A-462D-950D-4395754FF590}" type="presOf" srcId="{28D12CD2-4FD9-4A6C-8964-2D0BD743E219}" destId="{6E54181F-7E0F-4F52-9D4F-C14AD2B814C7}" srcOrd="0" destOrd="0" presId="urn:microsoft.com/office/officeart/2005/8/layout/matrix3"/>
    <dgm:cxn modelId="{2B1A8CAB-074D-471A-B932-CFB6ADB2B3E1}" type="presOf" srcId="{9B6F56A6-49C8-40FF-8477-D4FF379B07D5}" destId="{BEF1BCA7-2505-468D-A502-C88202AD4CC6}" srcOrd="0" destOrd="0" presId="urn:microsoft.com/office/officeart/2005/8/layout/matrix3"/>
    <dgm:cxn modelId="{AF0189D6-EAED-4126-858F-897B850FAC3F}" srcId="{28D12CD2-4FD9-4A6C-8964-2D0BD743E219}" destId="{9B6F56A6-49C8-40FF-8477-D4FF379B07D5}" srcOrd="1" destOrd="0" parTransId="{42FEAC9C-3A15-42EB-95C4-91841F572322}" sibTransId="{5BE8A11C-7937-46BC-8B74-C72CF38EF51D}"/>
    <dgm:cxn modelId="{F8DD0E4D-4662-4983-A746-66B5F95D6887}" type="presParOf" srcId="{6E54181F-7E0F-4F52-9D4F-C14AD2B814C7}" destId="{316721F1-3F0C-414E-8BA3-79679BDC30CF}" srcOrd="0" destOrd="0" presId="urn:microsoft.com/office/officeart/2005/8/layout/matrix3"/>
    <dgm:cxn modelId="{16CCC8A8-B93F-4C94-AB10-6E89A2A721E1}" type="presParOf" srcId="{6E54181F-7E0F-4F52-9D4F-C14AD2B814C7}" destId="{2A2C85FA-248B-42E9-84EF-F7E884EFD019}" srcOrd="1" destOrd="0" presId="urn:microsoft.com/office/officeart/2005/8/layout/matrix3"/>
    <dgm:cxn modelId="{FD1FA8C4-AB0F-4AD3-A4CD-D5273B844594}" type="presParOf" srcId="{6E54181F-7E0F-4F52-9D4F-C14AD2B814C7}" destId="{BEF1BCA7-2505-468D-A502-C88202AD4CC6}" srcOrd="2" destOrd="0" presId="urn:microsoft.com/office/officeart/2005/8/layout/matrix3"/>
    <dgm:cxn modelId="{F84C1711-3198-4FF7-BF34-A75543436067}" type="presParOf" srcId="{6E54181F-7E0F-4F52-9D4F-C14AD2B814C7}" destId="{389BC939-8680-4703-AC3F-8884A6660AFA}" srcOrd="3" destOrd="0" presId="urn:microsoft.com/office/officeart/2005/8/layout/matrix3"/>
    <dgm:cxn modelId="{D5FCEAA1-1C90-40D9-B757-AEE1638FFC6E}" type="presParOf" srcId="{6E54181F-7E0F-4F52-9D4F-C14AD2B814C7}" destId="{5AFC40C0-C0A8-4057-8A58-7F9D14C09940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13D98878-85C5-406D-82BD-E4B35D2F483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E6746AB-C24C-4648-A0B4-01BABAFB6017}">
      <dgm:prSet/>
      <dgm:spPr/>
      <dgm:t>
        <a:bodyPr/>
        <a:lstStyle/>
        <a:p>
          <a:r>
            <a:rPr lang="ru-RU" b="0" i="0"/>
            <a:t>Кия та Аскольда</a:t>
          </a:r>
          <a:endParaRPr lang="uk-UA"/>
        </a:p>
      </dgm:t>
    </dgm:pt>
    <dgm:pt modelId="{E59E4F0D-1ABB-402B-A24A-E095BDF4D112}" type="parTrans" cxnId="{1C98769E-AB39-40D6-916D-9B451D5F0504}">
      <dgm:prSet/>
      <dgm:spPr/>
      <dgm:t>
        <a:bodyPr/>
        <a:lstStyle/>
        <a:p>
          <a:endParaRPr lang="uk-UA"/>
        </a:p>
      </dgm:t>
    </dgm:pt>
    <dgm:pt modelId="{8148BAAF-A029-4979-83B2-4C4B5DCC2AB9}" type="sibTrans" cxnId="{1C98769E-AB39-40D6-916D-9B451D5F0504}">
      <dgm:prSet/>
      <dgm:spPr/>
      <dgm:t>
        <a:bodyPr/>
        <a:lstStyle/>
        <a:p>
          <a:endParaRPr lang="uk-UA"/>
        </a:p>
      </dgm:t>
    </dgm:pt>
    <dgm:pt modelId="{D31EDF89-3D8A-4EF8-BCDD-8C934E0DEABD}">
      <dgm:prSet/>
      <dgm:spPr/>
      <dgm:t>
        <a:bodyPr/>
        <a:lstStyle/>
        <a:p>
          <a:r>
            <a:rPr lang="ru-RU" b="0" i="0" dirty="0"/>
            <a:t>Олега та </a:t>
          </a:r>
          <a:r>
            <a:rPr lang="ru-RU" b="0" i="0" dirty="0" err="1"/>
            <a:t>Ігора</a:t>
          </a:r>
          <a:endParaRPr lang="uk-UA" dirty="0"/>
        </a:p>
      </dgm:t>
    </dgm:pt>
    <dgm:pt modelId="{FD2CB2A6-A9F0-49EE-B527-D679B4ED4736}" type="parTrans" cxnId="{1FF5F74E-D608-4E59-837A-9B5A57973A2B}">
      <dgm:prSet/>
      <dgm:spPr/>
      <dgm:t>
        <a:bodyPr/>
        <a:lstStyle/>
        <a:p>
          <a:endParaRPr lang="uk-UA"/>
        </a:p>
      </dgm:t>
    </dgm:pt>
    <dgm:pt modelId="{E60FBE28-9FC5-4506-A90A-F58D9A108806}" type="sibTrans" cxnId="{1FF5F74E-D608-4E59-837A-9B5A57973A2B}">
      <dgm:prSet/>
      <dgm:spPr/>
      <dgm:t>
        <a:bodyPr/>
        <a:lstStyle/>
        <a:p>
          <a:endParaRPr lang="uk-UA"/>
        </a:p>
      </dgm:t>
    </dgm:pt>
    <dgm:pt modelId="{D19E03B8-C945-4BCB-9BAD-04CD1082FD02}">
      <dgm:prSet/>
      <dgm:spPr/>
      <dgm:t>
        <a:bodyPr/>
        <a:lstStyle/>
        <a:p>
          <a:r>
            <a:rPr lang="ru-RU" b="0" i="0" dirty="0"/>
            <a:t>Ольги та Святослава</a:t>
          </a:r>
          <a:endParaRPr lang="uk-UA" dirty="0"/>
        </a:p>
      </dgm:t>
    </dgm:pt>
    <dgm:pt modelId="{E115B97A-529C-4FF2-B621-E36486C91E50}" type="parTrans" cxnId="{A18B8CC8-82EE-4E60-8E55-35DBD9DE79D4}">
      <dgm:prSet/>
      <dgm:spPr/>
      <dgm:t>
        <a:bodyPr/>
        <a:lstStyle/>
        <a:p>
          <a:endParaRPr lang="uk-UA"/>
        </a:p>
      </dgm:t>
    </dgm:pt>
    <dgm:pt modelId="{798B722F-56C9-447E-88AE-4BE2C9856172}" type="sibTrans" cxnId="{A18B8CC8-82EE-4E60-8E55-35DBD9DE79D4}">
      <dgm:prSet/>
      <dgm:spPr/>
      <dgm:t>
        <a:bodyPr/>
        <a:lstStyle/>
        <a:p>
          <a:endParaRPr lang="uk-UA"/>
        </a:p>
      </dgm:t>
    </dgm:pt>
    <dgm:pt modelId="{835F784F-C706-44D0-9903-DE4C26C64BA5}">
      <dgm:prSet/>
      <dgm:spPr/>
      <dgm:t>
        <a:bodyPr/>
        <a:lstStyle/>
        <a:p>
          <a:r>
            <a:rPr lang="ru-RU" b="0" i="0" dirty="0" err="1"/>
            <a:t>Володимира</a:t>
          </a:r>
          <a:r>
            <a:rPr lang="ru-RU" b="0" i="0" dirty="0"/>
            <a:t> Великого та Ярослава Мудрого</a:t>
          </a:r>
          <a:endParaRPr lang="uk-UA" dirty="0"/>
        </a:p>
      </dgm:t>
    </dgm:pt>
    <dgm:pt modelId="{1C381DCA-D1DD-4E23-A9BC-20021F952D86}" type="parTrans" cxnId="{2DC0B18A-05CE-4DF1-B4E9-E665AA25FC01}">
      <dgm:prSet/>
      <dgm:spPr/>
      <dgm:t>
        <a:bodyPr/>
        <a:lstStyle/>
        <a:p>
          <a:endParaRPr lang="uk-UA"/>
        </a:p>
      </dgm:t>
    </dgm:pt>
    <dgm:pt modelId="{A0B09BD3-844D-468B-B5C4-1B0F8E4AC9E0}" type="sibTrans" cxnId="{2DC0B18A-05CE-4DF1-B4E9-E665AA25FC01}">
      <dgm:prSet/>
      <dgm:spPr/>
      <dgm:t>
        <a:bodyPr/>
        <a:lstStyle/>
        <a:p>
          <a:endParaRPr lang="uk-UA"/>
        </a:p>
      </dgm:t>
    </dgm:pt>
    <dgm:pt modelId="{EC5375AA-BED9-435D-8A75-A1E8A768DF16}" type="pres">
      <dgm:prSet presAssocID="{13D98878-85C5-406D-82BD-E4B35D2F4832}" presName="linear" presStyleCnt="0">
        <dgm:presLayoutVars>
          <dgm:animLvl val="lvl"/>
          <dgm:resizeHandles val="exact"/>
        </dgm:presLayoutVars>
      </dgm:prSet>
      <dgm:spPr/>
    </dgm:pt>
    <dgm:pt modelId="{B861FDAB-E9A0-4460-93E2-C92E12CD7FB8}" type="pres">
      <dgm:prSet presAssocID="{8E6746AB-C24C-4648-A0B4-01BABAFB601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6175317-91F9-41E0-93C7-C1E7EF29DE16}" type="pres">
      <dgm:prSet presAssocID="{8148BAAF-A029-4979-83B2-4C4B5DCC2AB9}" presName="spacer" presStyleCnt="0"/>
      <dgm:spPr/>
    </dgm:pt>
    <dgm:pt modelId="{ABE49F52-AA53-4E72-A9AB-4F449D6CCB25}" type="pres">
      <dgm:prSet presAssocID="{D31EDF89-3D8A-4EF8-BCDD-8C934E0DEAB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954105D-3B01-4F5E-A142-EE1355207258}" type="pres">
      <dgm:prSet presAssocID="{E60FBE28-9FC5-4506-A90A-F58D9A108806}" presName="spacer" presStyleCnt="0"/>
      <dgm:spPr/>
    </dgm:pt>
    <dgm:pt modelId="{9BA8FF4E-7A84-4DAC-8453-F14949D15301}" type="pres">
      <dgm:prSet presAssocID="{D19E03B8-C945-4BCB-9BAD-04CD1082FD0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4C32F1F-4505-4FD3-A323-B292FC8D19A3}" type="pres">
      <dgm:prSet presAssocID="{798B722F-56C9-447E-88AE-4BE2C9856172}" presName="spacer" presStyleCnt="0"/>
      <dgm:spPr/>
    </dgm:pt>
    <dgm:pt modelId="{41EC47DD-5A61-42B6-838C-EE0ECF553654}" type="pres">
      <dgm:prSet presAssocID="{835F784F-C706-44D0-9903-DE4C26C64BA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0EE3217-E8FF-4C43-AA75-D15757E088AD}" type="presOf" srcId="{D31EDF89-3D8A-4EF8-BCDD-8C934E0DEABD}" destId="{ABE49F52-AA53-4E72-A9AB-4F449D6CCB25}" srcOrd="0" destOrd="0" presId="urn:microsoft.com/office/officeart/2005/8/layout/vList2"/>
    <dgm:cxn modelId="{E80FDC43-A201-4A4B-A0A4-6E08AEA3464F}" type="presOf" srcId="{D19E03B8-C945-4BCB-9BAD-04CD1082FD02}" destId="{9BA8FF4E-7A84-4DAC-8453-F14949D15301}" srcOrd="0" destOrd="0" presId="urn:microsoft.com/office/officeart/2005/8/layout/vList2"/>
    <dgm:cxn modelId="{1FF5F74E-D608-4E59-837A-9B5A57973A2B}" srcId="{13D98878-85C5-406D-82BD-E4B35D2F4832}" destId="{D31EDF89-3D8A-4EF8-BCDD-8C934E0DEABD}" srcOrd="1" destOrd="0" parTransId="{FD2CB2A6-A9F0-49EE-B527-D679B4ED4736}" sibTransId="{E60FBE28-9FC5-4506-A90A-F58D9A108806}"/>
    <dgm:cxn modelId="{7BC8F05A-B2A5-4373-BBAF-BD9D9C3291A6}" type="presOf" srcId="{8E6746AB-C24C-4648-A0B4-01BABAFB6017}" destId="{B861FDAB-E9A0-4460-93E2-C92E12CD7FB8}" srcOrd="0" destOrd="0" presId="urn:microsoft.com/office/officeart/2005/8/layout/vList2"/>
    <dgm:cxn modelId="{2DC0B18A-05CE-4DF1-B4E9-E665AA25FC01}" srcId="{13D98878-85C5-406D-82BD-E4B35D2F4832}" destId="{835F784F-C706-44D0-9903-DE4C26C64BA5}" srcOrd="3" destOrd="0" parTransId="{1C381DCA-D1DD-4E23-A9BC-20021F952D86}" sibTransId="{A0B09BD3-844D-468B-B5C4-1B0F8E4AC9E0}"/>
    <dgm:cxn modelId="{1C98769E-AB39-40D6-916D-9B451D5F0504}" srcId="{13D98878-85C5-406D-82BD-E4B35D2F4832}" destId="{8E6746AB-C24C-4648-A0B4-01BABAFB6017}" srcOrd="0" destOrd="0" parTransId="{E59E4F0D-1ABB-402B-A24A-E095BDF4D112}" sibTransId="{8148BAAF-A029-4979-83B2-4C4B5DCC2AB9}"/>
    <dgm:cxn modelId="{E24940B3-D9F1-453D-BA73-A28A8D7ED65F}" type="presOf" srcId="{13D98878-85C5-406D-82BD-E4B35D2F4832}" destId="{EC5375AA-BED9-435D-8A75-A1E8A768DF16}" srcOrd="0" destOrd="0" presId="urn:microsoft.com/office/officeart/2005/8/layout/vList2"/>
    <dgm:cxn modelId="{A18B8CC8-82EE-4E60-8E55-35DBD9DE79D4}" srcId="{13D98878-85C5-406D-82BD-E4B35D2F4832}" destId="{D19E03B8-C945-4BCB-9BAD-04CD1082FD02}" srcOrd="2" destOrd="0" parTransId="{E115B97A-529C-4FF2-B621-E36486C91E50}" sibTransId="{798B722F-56C9-447E-88AE-4BE2C9856172}"/>
    <dgm:cxn modelId="{F23DE3FB-F43F-46C4-A724-9410A376FC00}" type="presOf" srcId="{835F784F-C706-44D0-9903-DE4C26C64BA5}" destId="{41EC47DD-5A61-42B6-838C-EE0ECF553654}" srcOrd="0" destOrd="0" presId="urn:microsoft.com/office/officeart/2005/8/layout/vList2"/>
    <dgm:cxn modelId="{40E88EB8-BCF9-45B9-A431-738A998D5433}" type="presParOf" srcId="{EC5375AA-BED9-435D-8A75-A1E8A768DF16}" destId="{B861FDAB-E9A0-4460-93E2-C92E12CD7FB8}" srcOrd="0" destOrd="0" presId="urn:microsoft.com/office/officeart/2005/8/layout/vList2"/>
    <dgm:cxn modelId="{E210DE76-8F63-42BA-A8A6-640CE962B8F0}" type="presParOf" srcId="{EC5375AA-BED9-435D-8A75-A1E8A768DF16}" destId="{B6175317-91F9-41E0-93C7-C1E7EF29DE16}" srcOrd="1" destOrd="0" presId="urn:microsoft.com/office/officeart/2005/8/layout/vList2"/>
    <dgm:cxn modelId="{32137CC8-A196-435F-A372-78986949D1DF}" type="presParOf" srcId="{EC5375AA-BED9-435D-8A75-A1E8A768DF16}" destId="{ABE49F52-AA53-4E72-A9AB-4F449D6CCB25}" srcOrd="2" destOrd="0" presId="urn:microsoft.com/office/officeart/2005/8/layout/vList2"/>
    <dgm:cxn modelId="{6CC86B2C-2206-4B7F-96E2-6DFEA79A2B1A}" type="presParOf" srcId="{EC5375AA-BED9-435D-8A75-A1E8A768DF16}" destId="{4954105D-3B01-4F5E-A142-EE1355207258}" srcOrd="3" destOrd="0" presId="urn:microsoft.com/office/officeart/2005/8/layout/vList2"/>
    <dgm:cxn modelId="{E5474D7B-8172-477C-A10B-C2AE024C297E}" type="presParOf" srcId="{EC5375AA-BED9-435D-8A75-A1E8A768DF16}" destId="{9BA8FF4E-7A84-4DAC-8453-F14949D15301}" srcOrd="4" destOrd="0" presId="urn:microsoft.com/office/officeart/2005/8/layout/vList2"/>
    <dgm:cxn modelId="{CD7C54CB-D963-4B76-B38D-11F16F8A4C5A}" type="presParOf" srcId="{EC5375AA-BED9-435D-8A75-A1E8A768DF16}" destId="{34C32F1F-4505-4FD3-A323-B292FC8D19A3}" srcOrd="5" destOrd="0" presId="urn:microsoft.com/office/officeart/2005/8/layout/vList2"/>
    <dgm:cxn modelId="{0CF7461D-4E55-495E-B178-7E9E16B2A96B}" type="presParOf" srcId="{EC5375AA-BED9-435D-8A75-A1E8A768DF16}" destId="{41EC47DD-5A61-42B6-838C-EE0ECF55365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D3E68064-5F20-474D-BCF2-32130A07E61F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B376A6D-8038-4A6C-817F-B14B783E48CB}">
      <dgm:prSet/>
      <dgm:spPr/>
      <dgm:t>
        <a:bodyPr/>
        <a:lstStyle/>
        <a:p>
          <a:r>
            <a:rPr lang="ru-RU" b="0" i="0" dirty="0"/>
            <a:t>860 р.</a:t>
          </a:r>
          <a:endParaRPr lang="uk-UA" dirty="0"/>
        </a:p>
      </dgm:t>
    </dgm:pt>
    <dgm:pt modelId="{3D6ED7C9-2943-4F72-BC08-528495470BFF}" type="parTrans" cxnId="{4E3F6452-26E5-4797-B424-299829DF1E46}">
      <dgm:prSet/>
      <dgm:spPr/>
      <dgm:t>
        <a:bodyPr/>
        <a:lstStyle/>
        <a:p>
          <a:endParaRPr lang="uk-UA"/>
        </a:p>
      </dgm:t>
    </dgm:pt>
    <dgm:pt modelId="{3522197A-571F-4979-A9A5-AFC83071FD22}" type="sibTrans" cxnId="{4E3F6452-26E5-4797-B424-299829DF1E46}">
      <dgm:prSet/>
      <dgm:spPr/>
      <dgm:t>
        <a:bodyPr/>
        <a:lstStyle/>
        <a:p>
          <a:endParaRPr lang="uk-UA"/>
        </a:p>
      </dgm:t>
    </dgm:pt>
    <dgm:pt modelId="{708C88A0-82B8-4C40-98F6-A2AB8EA6C50C}">
      <dgm:prSet/>
      <dgm:spPr/>
      <dgm:t>
        <a:bodyPr/>
        <a:lstStyle/>
        <a:p>
          <a:r>
            <a:rPr lang="ru-RU" b="0" i="0"/>
            <a:t>882 р.</a:t>
          </a:r>
          <a:endParaRPr lang="uk-UA"/>
        </a:p>
      </dgm:t>
    </dgm:pt>
    <dgm:pt modelId="{464E53DF-9C58-4382-9594-D3EF9C6B51B0}" type="parTrans" cxnId="{3F5FDB3A-1391-42E0-B296-0184C17BEB63}">
      <dgm:prSet/>
      <dgm:spPr/>
      <dgm:t>
        <a:bodyPr/>
        <a:lstStyle/>
        <a:p>
          <a:endParaRPr lang="uk-UA"/>
        </a:p>
      </dgm:t>
    </dgm:pt>
    <dgm:pt modelId="{DD9FE7A3-37D6-4916-9A62-A58CEE2C957C}" type="sibTrans" cxnId="{3F5FDB3A-1391-42E0-B296-0184C17BEB63}">
      <dgm:prSet/>
      <dgm:spPr/>
      <dgm:t>
        <a:bodyPr/>
        <a:lstStyle/>
        <a:p>
          <a:endParaRPr lang="uk-UA"/>
        </a:p>
      </dgm:t>
    </dgm:pt>
    <dgm:pt modelId="{6DEDAB58-D57B-47AE-89FD-6ED2D94AF25A}">
      <dgm:prSet/>
      <dgm:spPr/>
      <dgm:t>
        <a:bodyPr/>
        <a:lstStyle/>
        <a:p>
          <a:r>
            <a:rPr lang="ru-RU" b="0" i="0" dirty="0"/>
            <a:t>941 р.</a:t>
          </a:r>
          <a:endParaRPr lang="uk-UA" dirty="0"/>
        </a:p>
      </dgm:t>
    </dgm:pt>
    <dgm:pt modelId="{3DB1EFFF-2CA9-433B-ADCF-25EE336921C4}" type="parTrans" cxnId="{FC7E4C81-D6ED-4AAC-B82E-327023E10C4A}">
      <dgm:prSet/>
      <dgm:spPr/>
      <dgm:t>
        <a:bodyPr/>
        <a:lstStyle/>
        <a:p>
          <a:endParaRPr lang="uk-UA"/>
        </a:p>
      </dgm:t>
    </dgm:pt>
    <dgm:pt modelId="{50E8EF89-CAEF-40F8-95A0-6716A1D3C5F0}" type="sibTrans" cxnId="{FC7E4C81-D6ED-4AAC-B82E-327023E10C4A}">
      <dgm:prSet/>
      <dgm:spPr/>
      <dgm:t>
        <a:bodyPr/>
        <a:lstStyle/>
        <a:p>
          <a:endParaRPr lang="uk-UA"/>
        </a:p>
      </dgm:t>
    </dgm:pt>
    <dgm:pt modelId="{EFA8BD53-842E-43A5-8F2B-5738304BB00D}">
      <dgm:prSet/>
      <dgm:spPr/>
      <dgm:t>
        <a:bodyPr/>
        <a:lstStyle/>
        <a:p>
          <a:r>
            <a:rPr lang="ru-RU" b="0" i="0" dirty="0"/>
            <a:t>945 р.</a:t>
          </a:r>
          <a:endParaRPr lang="uk-UA" dirty="0"/>
        </a:p>
      </dgm:t>
    </dgm:pt>
    <dgm:pt modelId="{3DE03697-0F50-4E86-8B52-EDF9DC9A9E27}" type="parTrans" cxnId="{14A5C3E2-B39A-48D2-8283-BABC7305B816}">
      <dgm:prSet/>
      <dgm:spPr/>
      <dgm:t>
        <a:bodyPr/>
        <a:lstStyle/>
        <a:p>
          <a:endParaRPr lang="uk-UA"/>
        </a:p>
      </dgm:t>
    </dgm:pt>
    <dgm:pt modelId="{4EEE479A-F468-42B6-A143-F41ABDDB1C51}" type="sibTrans" cxnId="{14A5C3E2-B39A-48D2-8283-BABC7305B816}">
      <dgm:prSet/>
      <dgm:spPr/>
      <dgm:t>
        <a:bodyPr/>
        <a:lstStyle/>
        <a:p>
          <a:endParaRPr lang="uk-UA"/>
        </a:p>
      </dgm:t>
    </dgm:pt>
    <dgm:pt modelId="{26BCD700-316E-4EED-AD62-688373C153BC}" type="pres">
      <dgm:prSet presAssocID="{D3E68064-5F20-474D-BCF2-32130A07E61F}" presName="matrix" presStyleCnt="0">
        <dgm:presLayoutVars>
          <dgm:chMax val="1"/>
          <dgm:dir/>
          <dgm:resizeHandles val="exact"/>
        </dgm:presLayoutVars>
      </dgm:prSet>
      <dgm:spPr/>
    </dgm:pt>
    <dgm:pt modelId="{67378590-1D23-4999-A306-4F9F9261FE7B}" type="pres">
      <dgm:prSet presAssocID="{D3E68064-5F20-474D-BCF2-32130A07E61F}" presName="diamond" presStyleLbl="bgShp" presStyleIdx="0" presStyleCnt="1"/>
      <dgm:spPr/>
    </dgm:pt>
    <dgm:pt modelId="{5C9042C5-882E-44C4-9E1F-4ACE5E731DC3}" type="pres">
      <dgm:prSet presAssocID="{D3E68064-5F20-474D-BCF2-32130A07E61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C5B4F5F-76B5-4265-A443-FA32384223F6}" type="pres">
      <dgm:prSet presAssocID="{D3E68064-5F20-474D-BCF2-32130A07E61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69997F1-341A-4E5A-84A9-3C083B60615E}" type="pres">
      <dgm:prSet presAssocID="{D3E68064-5F20-474D-BCF2-32130A07E61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BC92EE8-093D-41F0-9476-115E98B6CE2F}" type="pres">
      <dgm:prSet presAssocID="{D3E68064-5F20-474D-BCF2-32130A07E61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0C0FD30-BD88-4CB7-9EB9-3AB4E1149079}" type="presOf" srcId="{708C88A0-82B8-4C40-98F6-A2AB8EA6C50C}" destId="{0C5B4F5F-76B5-4265-A443-FA32384223F6}" srcOrd="0" destOrd="0" presId="urn:microsoft.com/office/officeart/2005/8/layout/matrix3"/>
    <dgm:cxn modelId="{3F5FDB3A-1391-42E0-B296-0184C17BEB63}" srcId="{D3E68064-5F20-474D-BCF2-32130A07E61F}" destId="{708C88A0-82B8-4C40-98F6-A2AB8EA6C50C}" srcOrd="1" destOrd="0" parTransId="{464E53DF-9C58-4382-9594-D3EF9C6B51B0}" sibTransId="{DD9FE7A3-37D6-4916-9A62-A58CEE2C957C}"/>
    <dgm:cxn modelId="{7CFE415E-54E7-4D5D-807B-AD8DF8DF6D77}" type="presOf" srcId="{DB376A6D-8038-4A6C-817F-B14B783E48CB}" destId="{5C9042C5-882E-44C4-9E1F-4ACE5E731DC3}" srcOrd="0" destOrd="0" presId="urn:microsoft.com/office/officeart/2005/8/layout/matrix3"/>
    <dgm:cxn modelId="{EFD73047-7109-4881-BF1D-CF6DA89265D1}" type="presOf" srcId="{EFA8BD53-842E-43A5-8F2B-5738304BB00D}" destId="{1BC92EE8-093D-41F0-9476-115E98B6CE2F}" srcOrd="0" destOrd="0" presId="urn:microsoft.com/office/officeart/2005/8/layout/matrix3"/>
    <dgm:cxn modelId="{526E8F48-B861-4C17-9E61-2CA94091282B}" type="presOf" srcId="{6DEDAB58-D57B-47AE-89FD-6ED2D94AF25A}" destId="{569997F1-341A-4E5A-84A9-3C083B60615E}" srcOrd="0" destOrd="0" presId="urn:microsoft.com/office/officeart/2005/8/layout/matrix3"/>
    <dgm:cxn modelId="{4E3F6452-26E5-4797-B424-299829DF1E46}" srcId="{D3E68064-5F20-474D-BCF2-32130A07E61F}" destId="{DB376A6D-8038-4A6C-817F-B14B783E48CB}" srcOrd="0" destOrd="0" parTransId="{3D6ED7C9-2943-4F72-BC08-528495470BFF}" sibTransId="{3522197A-571F-4979-A9A5-AFC83071FD22}"/>
    <dgm:cxn modelId="{FC7E4C81-D6ED-4AAC-B82E-327023E10C4A}" srcId="{D3E68064-5F20-474D-BCF2-32130A07E61F}" destId="{6DEDAB58-D57B-47AE-89FD-6ED2D94AF25A}" srcOrd="2" destOrd="0" parTransId="{3DB1EFFF-2CA9-433B-ADCF-25EE336921C4}" sibTransId="{50E8EF89-CAEF-40F8-95A0-6716A1D3C5F0}"/>
    <dgm:cxn modelId="{14A5C3E2-B39A-48D2-8283-BABC7305B816}" srcId="{D3E68064-5F20-474D-BCF2-32130A07E61F}" destId="{EFA8BD53-842E-43A5-8F2B-5738304BB00D}" srcOrd="3" destOrd="0" parTransId="{3DE03697-0F50-4E86-8B52-EDF9DC9A9E27}" sibTransId="{4EEE479A-F468-42B6-A143-F41ABDDB1C51}"/>
    <dgm:cxn modelId="{9E9EFBEA-0870-4305-BC3C-3F21CDFAD06B}" type="presOf" srcId="{D3E68064-5F20-474D-BCF2-32130A07E61F}" destId="{26BCD700-316E-4EED-AD62-688373C153BC}" srcOrd="0" destOrd="0" presId="urn:microsoft.com/office/officeart/2005/8/layout/matrix3"/>
    <dgm:cxn modelId="{5B015388-08B6-428B-9232-40F9CE659ACE}" type="presParOf" srcId="{26BCD700-316E-4EED-AD62-688373C153BC}" destId="{67378590-1D23-4999-A306-4F9F9261FE7B}" srcOrd="0" destOrd="0" presId="urn:microsoft.com/office/officeart/2005/8/layout/matrix3"/>
    <dgm:cxn modelId="{8850F11E-830C-407F-B4F1-542F2496DB7D}" type="presParOf" srcId="{26BCD700-316E-4EED-AD62-688373C153BC}" destId="{5C9042C5-882E-44C4-9E1F-4ACE5E731DC3}" srcOrd="1" destOrd="0" presId="urn:microsoft.com/office/officeart/2005/8/layout/matrix3"/>
    <dgm:cxn modelId="{0F30F648-0556-4EEA-AB3E-334EFD9F4B50}" type="presParOf" srcId="{26BCD700-316E-4EED-AD62-688373C153BC}" destId="{0C5B4F5F-76B5-4265-A443-FA32384223F6}" srcOrd="2" destOrd="0" presId="urn:microsoft.com/office/officeart/2005/8/layout/matrix3"/>
    <dgm:cxn modelId="{D758B904-6022-4021-9AB1-30E228BCB7DC}" type="presParOf" srcId="{26BCD700-316E-4EED-AD62-688373C153BC}" destId="{569997F1-341A-4E5A-84A9-3C083B60615E}" srcOrd="3" destOrd="0" presId="urn:microsoft.com/office/officeart/2005/8/layout/matrix3"/>
    <dgm:cxn modelId="{94D6F830-E145-4879-8028-D735CE3F6DC4}" type="presParOf" srcId="{26BCD700-316E-4EED-AD62-688373C153BC}" destId="{1BC92EE8-093D-41F0-9476-115E98B6CE2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6E1E80BF-8741-4457-83A0-4F03909FE29B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B7FC5AE-33AF-48F7-B61A-9CFC87D89A4C}">
      <dgm:prSet/>
      <dgm:spPr/>
      <dgm:t>
        <a:bodyPr/>
        <a:lstStyle/>
        <a:p>
          <a:r>
            <a:rPr lang="ru-RU" b="0" i="0"/>
            <a:t>Аскольда.</a:t>
          </a:r>
          <a:endParaRPr lang="uk-UA"/>
        </a:p>
      </dgm:t>
    </dgm:pt>
    <dgm:pt modelId="{10659ECE-4E7F-4779-9867-F23A6741712E}" type="parTrans" cxnId="{71127880-3489-46C8-8D71-72D6DD4A7332}">
      <dgm:prSet/>
      <dgm:spPr/>
      <dgm:t>
        <a:bodyPr/>
        <a:lstStyle/>
        <a:p>
          <a:endParaRPr lang="uk-UA"/>
        </a:p>
      </dgm:t>
    </dgm:pt>
    <dgm:pt modelId="{C1B7B87A-4CE7-4D82-93DF-5470A20B03C4}" type="sibTrans" cxnId="{71127880-3489-46C8-8D71-72D6DD4A7332}">
      <dgm:prSet/>
      <dgm:spPr/>
      <dgm:t>
        <a:bodyPr/>
        <a:lstStyle/>
        <a:p>
          <a:endParaRPr lang="uk-UA"/>
        </a:p>
      </dgm:t>
    </dgm:pt>
    <dgm:pt modelId="{4990BBF6-5A59-4760-91CF-DC0B85FBDBD3}">
      <dgm:prSet/>
      <dgm:spPr/>
      <dgm:t>
        <a:bodyPr/>
        <a:lstStyle/>
        <a:p>
          <a:r>
            <a:rPr lang="ru-RU" b="0" i="0"/>
            <a:t>Олега.</a:t>
          </a:r>
          <a:endParaRPr lang="uk-UA"/>
        </a:p>
      </dgm:t>
    </dgm:pt>
    <dgm:pt modelId="{EC69A6AB-216F-425D-804B-31338176AECF}" type="parTrans" cxnId="{809C54E0-9F8E-44BE-9A6D-AA5F7BE126AB}">
      <dgm:prSet/>
      <dgm:spPr/>
      <dgm:t>
        <a:bodyPr/>
        <a:lstStyle/>
        <a:p>
          <a:endParaRPr lang="uk-UA"/>
        </a:p>
      </dgm:t>
    </dgm:pt>
    <dgm:pt modelId="{CF29716C-3C8A-45DF-827F-3C1B0FEB2DC1}" type="sibTrans" cxnId="{809C54E0-9F8E-44BE-9A6D-AA5F7BE126AB}">
      <dgm:prSet/>
      <dgm:spPr/>
      <dgm:t>
        <a:bodyPr/>
        <a:lstStyle/>
        <a:p>
          <a:endParaRPr lang="uk-UA"/>
        </a:p>
      </dgm:t>
    </dgm:pt>
    <dgm:pt modelId="{AFA60B08-2CDA-4A1F-9137-3E0257A167E7}">
      <dgm:prSet/>
      <dgm:spPr/>
      <dgm:t>
        <a:bodyPr/>
        <a:lstStyle/>
        <a:p>
          <a:r>
            <a:rPr lang="ru-RU" b="0" i="0"/>
            <a:t>Володимира Великого.</a:t>
          </a:r>
          <a:endParaRPr lang="uk-UA"/>
        </a:p>
      </dgm:t>
    </dgm:pt>
    <dgm:pt modelId="{4E33781F-0057-40CE-8EFD-BCFC2F9DFF41}" type="parTrans" cxnId="{23054C7E-5726-45E1-A432-45DBE208388F}">
      <dgm:prSet/>
      <dgm:spPr/>
      <dgm:t>
        <a:bodyPr/>
        <a:lstStyle/>
        <a:p>
          <a:endParaRPr lang="uk-UA"/>
        </a:p>
      </dgm:t>
    </dgm:pt>
    <dgm:pt modelId="{87128FE8-3B30-43A6-945F-EA5D2DA3B9F6}" type="sibTrans" cxnId="{23054C7E-5726-45E1-A432-45DBE208388F}">
      <dgm:prSet/>
      <dgm:spPr/>
      <dgm:t>
        <a:bodyPr/>
        <a:lstStyle/>
        <a:p>
          <a:endParaRPr lang="uk-UA"/>
        </a:p>
      </dgm:t>
    </dgm:pt>
    <dgm:pt modelId="{B5745FC5-B17D-4483-BA00-6968C90C00B3}">
      <dgm:prSet/>
      <dgm:spPr/>
      <dgm:t>
        <a:bodyPr/>
        <a:lstStyle/>
        <a:p>
          <a:r>
            <a:rPr lang="ru-RU" b="0" i="0" dirty="0"/>
            <a:t>Ярослава Мудрого.</a:t>
          </a:r>
          <a:endParaRPr lang="uk-UA" dirty="0"/>
        </a:p>
      </dgm:t>
    </dgm:pt>
    <dgm:pt modelId="{EF46C6BD-782C-4F9D-8662-F885A1DB5767}" type="parTrans" cxnId="{E95B589A-FCBD-4204-8ED9-AF64024EE97A}">
      <dgm:prSet/>
      <dgm:spPr/>
      <dgm:t>
        <a:bodyPr/>
        <a:lstStyle/>
        <a:p>
          <a:endParaRPr lang="uk-UA"/>
        </a:p>
      </dgm:t>
    </dgm:pt>
    <dgm:pt modelId="{4A714FAE-D574-457D-B16C-2047C296A9EA}" type="sibTrans" cxnId="{E95B589A-FCBD-4204-8ED9-AF64024EE97A}">
      <dgm:prSet/>
      <dgm:spPr/>
      <dgm:t>
        <a:bodyPr/>
        <a:lstStyle/>
        <a:p>
          <a:endParaRPr lang="uk-UA"/>
        </a:p>
      </dgm:t>
    </dgm:pt>
    <dgm:pt modelId="{CE94872B-BFC1-4C2F-BDF9-A1804E992F07}" type="pres">
      <dgm:prSet presAssocID="{6E1E80BF-8741-4457-83A0-4F03909FE29B}" presName="matrix" presStyleCnt="0">
        <dgm:presLayoutVars>
          <dgm:chMax val="1"/>
          <dgm:dir/>
          <dgm:resizeHandles val="exact"/>
        </dgm:presLayoutVars>
      </dgm:prSet>
      <dgm:spPr/>
    </dgm:pt>
    <dgm:pt modelId="{6944D675-A429-4994-8542-0E723C3CE36E}" type="pres">
      <dgm:prSet presAssocID="{6E1E80BF-8741-4457-83A0-4F03909FE29B}" presName="diamond" presStyleLbl="bgShp" presStyleIdx="0" presStyleCnt="1"/>
      <dgm:spPr/>
    </dgm:pt>
    <dgm:pt modelId="{CC049FB7-54B4-426A-9095-99B5639A057A}" type="pres">
      <dgm:prSet presAssocID="{6E1E80BF-8741-4457-83A0-4F03909FE29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25A559E-0D51-467A-82A5-D2652353220D}" type="pres">
      <dgm:prSet presAssocID="{6E1E80BF-8741-4457-83A0-4F03909FE29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73E0FE8-34E3-4402-BDA5-0508017C264D}" type="pres">
      <dgm:prSet presAssocID="{6E1E80BF-8741-4457-83A0-4F03909FE29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2A026E6-4A5D-43C7-B7C4-CCCDE610565A}" type="pres">
      <dgm:prSet presAssocID="{6E1E80BF-8741-4457-83A0-4F03909FE29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1E4793E-7803-4B04-9B81-D94A2E0992FE}" type="presOf" srcId="{CB7FC5AE-33AF-48F7-B61A-9CFC87D89A4C}" destId="{CC049FB7-54B4-426A-9095-99B5639A057A}" srcOrd="0" destOrd="0" presId="urn:microsoft.com/office/officeart/2005/8/layout/matrix3"/>
    <dgm:cxn modelId="{D70B966A-82A4-4A68-AB2A-1A80FE46D27B}" type="presOf" srcId="{B5745FC5-B17D-4483-BA00-6968C90C00B3}" destId="{72A026E6-4A5D-43C7-B7C4-CCCDE610565A}" srcOrd="0" destOrd="0" presId="urn:microsoft.com/office/officeart/2005/8/layout/matrix3"/>
    <dgm:cxn modelId="{23054C7E-5726-45E1-A432-45DBE208388F}" srcId="{6E1E80BF-8741-4457-83A0-4F03909FE29B}" destId="{AFA60B08-2CDA-4A1F-9137-3E0257A167E7}" srcOrd="2" destOrd="0" parTransId="{4E33781F-0057-40CE-8EFD-BCFC2F9DFF41}" sibTransId="{87128FE8-3B30-43A6-945F-EA5D2DA3B9F6}"/>
    <dgm:cxn modelId="{71127880-3489-46C8-8D71-72D6DD4A7332}" srcId="{6E1E80BF-8741-4457-83A0-4F03909FE29B}" destId="{CB7FC5AE-33AF-48F7-B61A-9CFC87D89A4C}" srcOrd="0" destOrd="0" parTransId="{10659ECE-4E7F-4779-9867-F23A6741712E}" sibTransId="{C1B7B87A-4CE7-4D82-93DF-5470A20B03C4}"/>
    <dgm:cxn modelId="{82088A92-6475-49E5-AFCA-9F9CFFC49B9E}" type="presOf" srcId="{4990BBF6-5A59-4760-91CF-DC0B85FBDBD3}" destId="{925A559E-0D51-467A-82A5-D2652353220D}" srcOrd="0" destOrd="0" presId="urn:microsoft.com/office/officeart/2005/8/layout/matrix3"/>
    <dgm:cxn modelId="{E95B589A-FCBD-4204-8ED9-AF64024EE97A}" srcId="{6E1E80BF-8741-4457-83A0-4F03909FE29B}" destId="{B5745FC5-B17D-4483-BA00-6968C90C00B3}" srcOrd="3" destOrd="0" parTransId="{EF46C6BD-782C-4F9D-8662-F885A1DB5767}" sibTransId="{4A714FAE-D574-457D-B16C-2047C296A9EA}"/>
    <dgm:cxn modelId="{4BE9F09E-027C-448D-82D0-734D29FD6890}" type="presOf" srcId="{6E1E80BF-8741-4457-83A0-4F03909FE29B}" destId="{CE94872B-BFC1-4C2F-BDF9-A1804E992F07}" srcOrd="0" destOrd="0" presId="urn:microsoft.com/office/officeart/2005/8/layout/matrix3"/>
    <dgm:cxn modelId="{BADB53DC-CCCC-4316-AF0B-75F4A7FE4513}" type="presOf" srcId="{AFA60B08-2CDA-4A1F-9137-3E0257A167E7}" destId="{973E0FE8-34E3-4402-BDA5-0508017C264D}" srcOrd="0" destOrd="0" presId="urn:microsoft.com/office/officeart/2005/8/layout/matrix3"/>
    <dgm:cxn modelId="{809C54E0-9F8E-44BE-9A6D-AA5F7BE126AB}" srcId="{6E1E80BF-8741-4457-83A0-4F03909FE29B}" destId="{4990BBF6-5A59-4760-91CF-DC0B85FBDBD3}" srcOrd="1" destOrd="0" parTransId="{EC69A6AB-216F-425D-804B-31338176AECF}" sibTransId="{CF29716C-3C8A-45DF-827F-3C1B0FEB2DC1}"/>
    <dgm:cxn modelId="{B83A1161-FECC-45B9-8780-DD11E5A3C21B}" type="presParOf" srcId="{CE94872B-BFC1-4C2F-BDF9-A1804E992F07}" destId="{6944D675-A429-4994-8542-0E723C3CE36E}" srcOrd="0" destOrd="0" presId="urn:microsoft.com/office/officeart/2005/8/layout/matrix3"/>
    <dgm:cxn modelId="{C1F7B226-7405-4DA8-B235-1197A6C2308A}" type="presParOf" srcId="{CE94872B-BFC1-4C2F-BDF9-A1804E992F07}" destId="{CC049FB7-54B4-426A-9095-99B5639A057A}" srcOrd="1" destOrd="0" presId="urn:microsoft.com/office/officeart/2005/8/layout/matrix3"/>
    <dgm:cxn modelId="{E641DDBB-2B5D-4004-BEC2-47D35477309A}" type="presParOf" srcId="{CE94872B-BFC1-4C2F-BDF9-A1804E992F07}" destId="{925A559E-0D51-467A-82A5-D2652353220D}" srcOrd="2" destOrd="0" presId="urn:microsoft.com/office/officeart/2005/8/layout/matrix3"/>
    <dgm:cxn modelId="{FCA018D6-6127-482B-8772-46261CAE964C}" type="presParOf" srcId="{CE94872B-BFC1-4C2F-BDF9-A1804E992F07}" destId="{973E0FE8-34E3-4402-BDA5-0508017C264D}" srcOrd="3" destOrd="0" presId="urn:microsoft.com/office/officeart/2005/8/layout/matrix3"/>
    <dgm:cxn modelId="{3A958040-75F3-4D96-BA79-6EFA65804E81}" type="presParOf" srcId="{CE94872B-BFC1-4C2F-BDF9-A1804E992F07}" destId="{72A026E6-4A5D-43C7-B7C4-CCCDE610565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3EAFF51B-3510-424D-BBD4-B5B312D0ED3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B9804DD9-47D6-4601-A415-E7FAA9CF8F3E}">
      <dgm:prSet/>
      <dgm:spPr/>
      <dgm:t>
        <a:bodyPr/>
        <a:lstStyle/>
        <a:p>
          <a:r>
            <a:rPr lang="uk-UA" b="0" i="0" dirty="0"/>
            <a:t>визначити межі Київської держави (Русі-України) в середині Х ст.</a:t>
          </a:r>
          <a:endParaRPr lang="uk-UA" dirty="0"/>
        </a:p>
      </dgm:t>
    </dgm:pt>
    <dgm:pt modelId="{7F2BF340-7BA9-47C8-B243-584A547C47F0}" type="parTrans" cxnId="{0C87C44E-A40A-48B0-82A0-67A301BFE12F}">
      <dgm:prSet/>
      <dgm:spPr/>
      <dgm:t>
        <a:bodyPr/>
        <a:lstStyle/>
        <a:p>
          <a:endParaRPr lang="uk-UA"/>
        </a:p>
      </dgm:t>
    </dgm:pt>
    <dgm:pt modelId="{54260B1F-865D-4810-84C4-EB93DE37DDF5}" type="sibTrans" cxnId="{0C87C44E-A40A-48B0-82A0-67A301BFE12F}">
      <dgm:prSet/>
      <dgm:spPr/>
      <dgm:t>
        <a:bodyPr/>
        <a:lstStyle/>
        <a:p>
          <a:endParaRPr lang="uk-UA"/>
        </a:p>
      </dgm:t>
    </dgm:pt>
    <dgm:pt modelId="{0725CA15-4F51-40D5-B1E4-96289F54D7A4}">
      <dgm:prSet/>
      <dgm:spPr/>
      <dgm:t>
        <a:bodyPr/>
        <a:lstStyle/>
        <a:p>
          <a:r>
            <a:rPr lang="uk-UA" b="0" i="0" dirty="0"/>
            <a:t>визначити межі проживання кочовиків, які становили найбільшу загрозу для східних слов’ян у </a:t>
          </a:r>
          <a:r>
            <a:rPr lang="en-US" b="0" i="0" dirty="0"/>
            <a:t>VIII–</a:t>
          </a:r>
          <a:r>
            <a:rPr lang="uk-UA" b="0" i="0" dirty="0"/>
            <a:t>Х ст.</a:t>
          </a:r>
          <a:endParaRPr lang="uk-UA" dirty="0"/>
        </a:p>
      </dgm:t>
    </dgm:pt>
    <dgm:pt modelId="{1BC30998-5672-4333-96FF-93B67B0D26F0}" type="parTrans" cxnId="{B442C215-CCBD-43F9-A065-7F609EE208DC}">
      <dgm:prSet/>
      <dgm:spPr/>
      <dgm:t>
        <a:bodyPr/>
        <a:lstStyle/>
        <a:p>
          <a:endParaRPr lang="uk-UA"/>
        </a:p>
      </dgm:t>
    </dgm:pt>
    <dgm:pt modelId="{56B6CEA3-D2A5-459A-BAA0-9B1035F68174}" type="sibTrans" cxnId="{B442C215-CCBD-43F9-A065-7F609EE208DC}">
      <dgm:prSet/>
      <dgm:spPr/>
      <dgm:t>
        <a:bodyPr/>
        <a:lstStyle/>
        <a:p>
          <a:endParaRPr lang="uk-UA"/>
        </a:p>
      </dgm:t>
    </dgm:pt>
    <dgm:pt modelId="{85987ED7-B634-4184-96A9-A23351EBCBAF}">
      <dgm:prSet/>
      <dgm:spPr/>
      <dgm:t>
        <a:bodyPr/>
        <a:lstStyle/>
        <a:p>
          <a:r>
            <a:rPr lang="uk-UA" b="0" i="0" dirty="0"/>
            <a:t>визначити межі удільних князівств періоду роздробленості Київської держави (Русі-України).</a:t>
          </a:r>
          <a:endParaRPr lang="uk-UA" dirty="0"/>
        </a:p>
      </dgm:t>
    </dgm:pt>
    <dgm:pt modelId="{0BC2669D-EAE2-483D-AC06-43735AE9C55D}" type="parTrans" cxnId="{286B3424-E175-4AFB-AE95-5C59679EF173}">
      <dgm:prSet/>
      <dgm:spPr/>
      <dgm:t>
        <a:bodyPr/>
        <a:lstStyle/>
        <a:p>
          <a:endParaRPr lang="uk-UA"/>
        </a:p>
      </dgm:t>
    </dgm:pt>
    <dgm:pt modelId="{375D2E75-09D5-4851-B6C4-B2396984057C}" type="sibTrans" cxnId="{286B3424-E175-4AFB-AE95-5C59679EF173}">
      <dgm:prSet/>
      <dgm:spPr/>
      <dgm:t>
        <a:bodyPr/>
        <a:lstStyle/>
        <a:p>
          <a:endParaRPr lang="uk-UA"/>
        </a:p>
      </dgm:t>
    </dgm:pt>
    <dgm:pt modelId="{AAC939E3-D46C-463C-8F65-1E9DFBD7024F}">
      <dgm:prSet/>
      <dgm:spPr/>
      <dgm:t>
        <a:bodyPr/>
        <a:lstStyle/>
        <a:p>
          <a:r>
            <a:rPr lang="uk-UA" b="0" i="0" dirty="0"/>
            <a:t>указати напрямки походів київських князів Олега та Ігоря.</a:t>
          </a:r>
          <a:endParaRPr lang="uk-UA" dirty="0"/>
        </a:p>
      </dgm:t>
    </dgm:pt>
    <dgm:pt modelId="{0F82E1D6-7E5A-4DED-99BF-BC1D18921FAB}" type="parTrans" cxnId="{B8A96242-B71E-4879-ADAF-F0F2B0E3E0BD}">
      <dgm:prSet/>
      <dgm:spPr/>
      <dgm:t>
        <a:bodyPr/>
        <a:lstStyle/>
        <a:p>
          <a:endParaRPr lang="uk-UA"/>
        </a:p>
      </dgm:t>
    </dgm:pt>
    <dgm:pt modelId="{00041E73-0187-4E9A-9F0A-003E93558A08}" type="sibTrans" cxnId="{B8A96242-B71E-4879-ADAF-F0F2B0E3E0BD}">
      <dgm:prSet/>
      <dgm:spPr/>
      <dgm:t>
        <a:bodyPr/>
        <a:lstStyle/>
        <a:p>
          <a:endParaRPr lang="uk-UA"/>
        </a:p>
      </dgm:t>
    </dgm:pt>
    <dgm:pt modelId="{E11228CD-0B5D-4247-98DB-0E7730D3FE58}">
      <dgm:prSet/>
      <dgm:spPr/>
      <dgm:t>
        <a:bodyPr/>
        <a:lstStyle/>
        <a:p>
          <a:r>
            <a:rPr lang="uk-UA" b="0" i="0" dirty="0"/>
            <a:t>указати території, приєднані до Київської держави (Русі-України) за часів князювання Ярослава Мудрого.</a:t>
          </a:r>
          <a:endParaRPr lang="uk-UA" dirty="0"/>
        </a:p>
      </dgm:t>
    </dgm:pt>
    <dgm:pt modelId="{B8C785FA-0A12-4693-B924-193F0C12A646}" type="parTrans" cxnId="{8E275829-5A7D-497B-B0D5-8C3EE2A9D2DE}">
      <dgm:prSet/>
      <dgm:spPr/>
      <dgm:t>
        <a:bodyPr/>
        <a:lstStyle/>
        <a:p>
          <a:endParaRPr lang="uk-UA"/>
        </a:p>
      </dgm:t>
    </dgm:pt>
    <dgm:pt modelId="{8BDCF69A-1069-4FFB-B890-207992F89EBE}" type="sibTrans" cxnId="{8E275829-5A7D-497B-B0D5-8C3EE2A9D2DE}">
      <dgm:prSet/>
      <dgm:spPr/>
      <dgm:t>
        <a:bodyPr/>
        <a:lstStyle/>
        <a:p>
          <a:endParaRPr lang="uk-UA"/>
        </a:p>
      </dgm:t>
    </dgm:pt>
    <dgm:pt modelId="{C0724ED7-F5D1-44DD-A3D7-C68C92D60B51}">
      <dgm:prSet/>
      <dgm:spPr/>
      <dgm:t>
        <a:bodyPr/>
        <a:lstStyle/>
        <a:p>
          <a:r>
            <a:rPr lang="uk-UA" b="0" i="0" dirty="0"/>
            <a:t>указати напрямки походів військ Святослава проти Хозарського каганату.</a:t>
          </a:r>
          <a:endParaRPr lang="uk-UA" dirty="0"/>
        </a:p>
      </dgm:t>
    </dgm:pt>
    <dgm:pt modelId="{67B82235-31A6-4F9A-941D-A5FCA2645CDD}" type="parTrans" cxnId="{A8749F84-0EAF-4757-9507-1C8754F40772}">
      <dgm:prSet/>
      <dgm:spPr/>
      <dgm:t>
        <a:bodyPr/>
        <a:lstStyle/>
        <a:p>
          <a:endParaRPr lang="uk-UA"/>
        </a:p>
      </dgm:t>
    </dgm:pt>
    <dgm:pt modelId="{F9DA59EB-860C-4CA9-8A28-BB629DC35408}" type="sibTrans" cxnId="{A8749F84-0EAF-4757-9507-1C8754F40772}">
      <dgm:prSet/>
      <dgm:spPr/>
      <dgm:t>
        <a:bodyPr/>
        <a:lstStyle/>
        <a:p>
          <a:endParaRPr lang="uk-UA"/>
        </a:p>
      </dgm:t>
    </dgm:pt>
    <dgm:pt modelId="{36550B48-7BBD-4B7F-96E6-6AA95B6C2E81}">
      <dgm:prSet/>
      <dgm:spPr/>
      <dgm:t>
        <a:bodyPr/>
        <a:lstStyle/>
        <a:p>
          <a:r>
            <a:rPr lang="uk-UA" b="0" i="0" dirty="0"/>
            <a:t>показати місце спорудження системи укріплень, зведених для захисту від кочовиків.</a:t>
          </a:r>
          <a:endParaRPr lang="uk-UA" dirty="0"/>
        </a:p>
      </dgm:t>
    </dgm:pt>
    <dgm:pt modelId="{DC1248FF-6623-4FC0-B38B-3634FD0816D3}" type="sibTrans" cxnId="{B68C7885-30E1-4D51-82E0-23FA7D6045AA}">
      <dgm:prSet/>
      <dgm:spPr/>
      <dgm:t>
        <a:bodyPr/>
        <a:lstStyle/>
        <a:p>
          <a:endParaRPr lang="uk-UA"/>
        </a:p>
      </dgm:t>
    </dgm:pt>
    <dgm:pt modelId="{36544E72-A4FE-49BA-AD41-DF2E2B689857}" type="parTrans" cxnId="{B68C7885-30E1-4D51-82E0-23FA7D6045AA}">
      <dgm:prSet/>
      <dgm:spPr/>
      <dgm:t>
        <a:bodyPr/>
        <a:lstStyle/>
        <a:p>
          <a:endParaRPr lang="uk-UA"/>
        </a:p>
      </dgm:t>
    </dgm:pt>
    <dgm:pt modelId="{397652A0-AF17-4BA5-86AF-1659C20D079B}" type="pres">
      <dgm:prSet presAssocID="{3EAFF51B-3510-424D-BBD4-B5B312D0ED3E}" presName="linear" presStyleCnt="0">
        <dgm:presLayoutVars>
          <dgm:animLvl val="lvl"/>
          <dgm:resizeHandles val="exact"/>
        </dgm:presLayoutVars>
      </dgm:prSet>
      <dgm:spPr/>
    </dgm:pt>
    <dgm:pt modelId="{A04D9470-8C3C-4A45-9EE9-B91E0A733F0A}" type="pres">
      <dgm:prSet presAssocID="{B9804DD9-47D6-4601-A415-E7FAA9CF8F3E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7FDB00C4-4A6D-4976-8FBA-676561B75C7A}" type="pres">
      <dgm:prSet presAssocID="{54260B1F-865D-4810-84C4-EB93DE37DDF5}" presName="spacer" presStyleCnt="0"/>
      <dgm:spPr/>
    </dgm:pt>
    <dgm:pt modelId="{EB135AEC-A077-4800-9F10-5803FA8DA519}" type="pres">
      <dgm:prSet presAssocID="{36550B48-7BBD-4B7F-96E6-6AA95B6C2E81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7BE2A3E1-6CCF-4A2F-9D00-51A4F2224927}" type="pres">
      <dgm:prSet presAssocID="{DC1248FF-6623-4FC0-B38B-3634FD0816D3}" presName="spacer" presStyleCnt="0"/>
      <dgm:spPr/>
    </dgm:pt>
    <dgm:pt modelId="{47B2BC15-4C46-4203-9E2D-818D385FB16B}" type="pres">
      <dgm:prSet presAssocID="{0725CA15-4F51-40D5-B1E4-96289F54D7A4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B5172B5E-FEBC-4559-90D6-6F5285B147AF}" type="pres">
      <dgm:prSet presAssocID="{56B6CEA3-D2A5-459A-BAA0-9B1035F68174}" presName="spacer" presStyleCnt="0"/>
      <dgm:spPr/>
    </dgm:pt>
    <dgm:pt modelId="{5A9A474B-5C2A-4519-85B0-C0BFAB9210FA}" type="pres">
      <dgm:prSet presAssocID="{85987ED7-B634-4184-96A9-A23351EBCBAF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9ABBAABD-AB1F-45FD-BCC9-64E8BA3D67AC}" type="pres">
      <dgm:prSet presAssocID="{375D2E75-09D5-4851-B6C4-B2396984057C}" presName="spacer" presStyleCnt="0"/>
      <dgm:spPr/>
    </dgm:pt>
    <dgm:pt modelId="{BB3917BC-8404-4182-B131-746D68BFCD29}" type="pres">
      <dgm:prSet presAssocID="{AAC939E3-D46C-463C-8F65-1E9DFBD7024F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B10279D9-804B-47B0-8B65-17849ABC45A1}" type="pres">
      <dgm:prSet presAssocID="{00041E73-0187-4E9A-9F0A-003E93558A08}" presName="spacer" presStyleCnt="0"/>
      <dgm:spPr/>
    </dgm:pt>
    <dgm:pt modelId="{9279F3FB-7B96-40C5-BA6D-2A4B1E2CD9EF}" type="pres">
      <dgm:prSet presAssocID="{E11228CD-0B5D-4247-98DB-0E7730D3FE58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1660FB48-1849-4741-9215-144AFAB1DE70}" type="pres">
      <dgm:prSet presAssocID="{8BDCF69A-1069-4FFB-B890-207992F89EBE}" presName="spacer" presStyleCnt="0"/>
      <dgm:spPr/>
    </dgm:pt>
    <dgm:pt modelId="{D67CFFEF-1A38-4390-986B-DB09722B3B6E}" type="pres">
      <dgm:prSet presAssocID="{C0724ED7-F5D1-44DD-A3D7-C68C92D60B51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B442C215-CCBD-43F9-A065-7F609EE208DC}" srcId="{3EAFF51B-3510-424D-BBD4-B5B312D0ED3E}" destId="{0725CA15-4F51-40D5-B1E4-96289F54D7A4}" srcOrd="2" destOrd="0" parTransId="{1BC30998-5672-4333-96FF-93B67B0D26F0}" sibTransId="{56B6CEA3-D2A5-459A-BAA0-9B1035F68174}"/>
    <dgm:cxn modelId="{286B3424-E175-4AFB-AE95-5C59679EF173}" srcId="{3EAFF51B-3510-424D-BBD4-B5B312D0ED3E}" destId="{85987ED7-B634-4184-96A9-A23351EBCBAF}" srcOrd="3" destOrd="0" parTransId="{0BC2669D-EAE2-483D-AC06-43735AE9C55D}" sibTransId="{375D2E75-09D5-4851-B6C4-B2396984057C}"/>
    <dgm:cxn modelId="{8E275829-5A7D-497B-B0D5-8C3EE2A9D2DE}" srcId="{3EAFF51B-3510-424D-BBD4-B5B312D0ED3E}" destId="{E11228CD-0B5D-4247-98DB-0E7730D3FE58}" srcOrd="5" destOrd="0" parTransId="{B8C785FA-0A12-4693-B924-193F0C12A646}" sibTransId="{8BDCF69A-1069-4FFB-B890-207992F89EBE}"/>
    <dgm:cxn modelId="{2C4E572B-5BA6-4A9B-B71E-BE50EB4AAEE9}" type="presOf" srcId="{AAC939E3-D46C-463C-8F65-1E9DFBD7024F}" destId="{BB3917BC-8404-4182-B131-746D68BFCD29}" srcOrd="0" destOrd="0" presId="urn:microsoft.com/office/officeart/2005/8/layout/vList2"/>
    <dgm:cxn modelId="{B8A96242-B71E-4879-ADAF-F0F2B0E3E0BD}" srcId="{3EAFF51B-3510-424D-BBD4-B5B312D0ED3E}" destId="{AAC939E3-D46C-463C-8F65-1E9DFBD7024F}" srcOrd="4" destOrd="0" parTransId="{0F82E1D6-7E5A-4DED-99BF-BC1D18921FAB}" sibTransId="{00041E73-0187-4E9A-9F0A-003E93558A08}"/>
    <dgm:cxn modelId="{0C87C44E-A40A-48B0-82A0-67A301BFE12F}" srcId="{3EAFF51B-3510-424D-BBD4-B5B312D0ED3E}" destId="{B9804DD9-47D6-4601-A415-E7FAA9CF8F3E}" srcOrd="0" destOrd="0" parTransId="{7F2BF340-7BA9-47C8-B243-584A547C47F0}" sibTransId="{54260B1F-865D-4810-84C4-EB93DE37DDF5}"/>
    <dgm:cxn modelId="{AE86BF75-884B-48D5-967F-20268C31CAF3}" type="presOf" srcId="{B9804DD9-47D6-4601-A415-E7FAA9CF8F3E}" destId="{A04D9470-8C3C-4A45-9EE9-B91E0A733F0A}" srcOrd="0" destOrd="0" presId="urn:microsoft.com/office/officeart/2005/8/layout/vList2"/>
    <dgm:cxn modelId="{01178F7C-A9C3-4028-ACF1-0AC2B628869E}" type="presOf" srcId="{0725CA15-4F51-40D5-B1E4-96289F54D7A4}" destId="{47B2BC15-4C46-4203-9E2D-818D385FB16B}" srcOrd="0" destOrd="0" presId="urn:microsoft.com/office/officeart/2005/8/layout/vList2"/>
    <dgm:cxn modelId="{BB503F82-180E-469E-88C1-E56B2E352227}" type="presOf" srcId="{C0724ED7-F5D1-44DD-A3D7-C68C92D60B51}" destId="{D67CFFEF-1A38-4390-986B-DB09722B3B6E}" srcOrd="0" destOrd="0" presId="urn:microsoft.com/office/officeart/2005/8/layout/vList2"/>
    <dgm:cxn modelId="{A8749F84-0EAF-4757-9507-1C8754F40772}" srcId="{3EAFF51B-3510-424D-BBD4-B5B312D0ED3E}" destId="{C0724ED7-F5D1-44DD-A3D7-C68C92D60B51}" srcOrd="6" destOrd="0" parTransId="{67B82235-31A6-4F9A-941D-A5FCA2645CDD}" sibTransId="{F9DA59EB-860C-4CA9-8A28-BB629DC35408}"/>
    <dgm:cxn modelId="{B68C7885-30E1-4D51-82E0-23FA7D6045AA}" srcId="{3EAFF51B-3510-424D-BBD4-B5B312D0ED3E}" destId="{36550B48-7BBD-4B7F-96E6-6AA95B6C2E81}" srcOrd="1" destOrd="0" parTransId="{36544E72-A4FE-49BA-AD41-DF2E2B689857}" sibTransId="{DC1248FF-6623-4FC0-B38B-3634FD0816D3}"/>
    <dgm:cxn modelId="{D5FF4494-6D19-4EE8-8A62-DC17397A3FE7}" type="presOf" srcId="{E11228CD-0B5D-4247-98DB-0E7730D3FE58}" destId="{9279F3FB-7B96-40C5-BA6D-2A4B1E2CD9EF}" srcOrd="0" destOrd="0" presId="urn:microsoft.com/office/officeart/2005/8/layout/vList2"/>
    <dgm:cxn modelId="{99C470C7-B1F8-454A-9CDD-FEADA0326EFC}" type="presOf" srcId="{36550B48-7BBD-4B7F-96E6-6AA95B6C2E81}" destId="{EB135AEC-A077-4800-9F10-5803FA8DA519}" srcOrd="0" destOrd="0" presId="urn:microsoft.com/office/officeart/2005/8/layout/vList2"/>
    <dgm:cxn modelId="{E7B719CA-F529-47EC-B7FE-9F202549F949}" type="presOf" srcId="{3EAFF51B-3510-424D-BBD4-B5B312D0ED3E}" destId="{397652A0-AF17-4BA5-86AF-1659C20D079B}" srcOrd="0" destOrd="0" presId="urn:microsoft.com/office/officeart/2005/8/layout/vList2"/>
    <dgm:cxn modelId="{309DC8F4-EDA6-48FA-BFE4-DEB8B723176F}" type="presOf" srcId="{85987ED7-B634-4184-96A9-A23351EBCBAF}" destId="{5A9A474B-5C2A-4519-85B0-C0BFAB9210FA}" srcOrd="0" destOrd="0" presId="urn:microsoft.com/office/officeart/2005/8/layout/vList2"/>
    <dgm:cxn modelId="{21BA087B-ECD2-452E-B2C8-BD6DB1E4DC74}" type="presParOf" srcId="{397652A0-AF17-4BA5-86AF-1659C20D079B}" destId="{A04D9470-8C3C-4A45-9EE9-B91E0A733F0A}" srcOrd="0" destOrd="0" presId="urn:microsoft.com/office/officeart/2005/8/layout/vList2"/>
    <dgm:cxn modelId="{BE73E1B8-6D53-44A0-88F9-D0EBA7B778C6}" type="presParOf" srcId="{397652A0-AF17-4BA5-86AF-1659C20D079B}" destId="{7FDB00C4-4A6D-4976-8FBA-676561B75C7A}" srcOrd="1" destOrd="0" presId="urn:microsoft.com/office/officeart/2005/8/layout/vList2"/>
    <dgm:cxn modelId="{0A24120A-F1DE-452A-980E-A3280CE013C0}" type="presParOf" srcId="{397652A0-AF17-4BA5-86AF-1659C20D079B}" destId="{EB135AEC-A077-4800-9F10-5803FA8DA519}" srcOrd="2" destOrd="0" presId="urn:microsoft.com/office/officeart/2005/8/layout/vList2"/>
    <dgm:cxn modelId="{0F1EDCF0-2015-4526-A23A-417D0DC0BF1C}" type="presParOf" srcId="{397652A0-AF17-4BA5-86AF-1659C20D079B}" destId="{7BE2A3E1-6CCF-4A2F-9D00-51A4F2224927}" srcOrd="3" destOrd="0" presId="urn:microsoft.com/office/officeart/2005/8/layout/vList2"/>
    <dgm:cxn modelId="{3F3F9999-553F-4EED-BAA4-C8FE066361B4}" type="presParOf" srcId="{397652A0-AF17-4BA5-86AF-1659C20D079B}" destId="{47B2BC15-4C46-4203-9E2D-818D385FB16B}" srcOrd="4" destOrd="0" presId="urn:microsoft.com/office/officeart/2005/8/layout/vList2"/>
    <dgm:cxn modelId="{961A8B5A-11D3-41F5-9EB0-02A2834E642D}" type="presParOf" srcId="{397652A0-AF17-4BA5-86AF-1659C20D079B}" destId="{B5172B5E-FEBC-4559-90D6-6F5285B147AF}" srcOrd="5" destOrd="0" presId="urn:microsoft.com/office/officeart/2005/8/layout/vList2"/>
    <dgm:cxn modelId="{A7383829-70E6-47E9-8C99-728CEBEC9554}" type="presParOf" srcId="{397652A0-AF17-4BA5-86AF-1659C20D079B}" destId="{5A9A474B-5C2A-4519-85B0-C0BFAB9210FA}" srcOrd="6" destOrd="0" presId="urn:microsoft.com/office/officeart/2005/8/layout/vList2"/>
    <dgm:cxn modelId="{F0AB417D-C124-4F44-99B0-379360017B76}" type="presParOf" srcId="{397652A0-AF17-4BA5-86AF-1659C20D079B}" destId="{9ABBAABD-AB1F-45FD-BCC9-64E8BA3D67AC}" srcOrd="7" destOrd="0" presId="urn:microsoft.com/office/officeart/2005/8/layout/vList2"/>
    <dgm:cxn modelId="{DDF5B7EA-AC12-4F75-B314-C64E53D14430}" type="presParOf" srcId="{397652A0-AF17-4BA5-86AF-1659C20D079B}" destId="{BB3917BC-8404-4182-B131-746D68BFCD29}" srcOrd="8" destOrd="0" presId="urn:microsoft.com/office/officeart/2005/8/layout/vList2"/>
    <dgm:cxn modelId="{E2441421-2C75-4DAB-8055-508B087C6345}" type="presParOf" srcId="{397652A0-AF17-4BA5-86AF-1659C20D079B}" destId="{B10279D9-804B-47B0-8B65-17849ABC45A1}" srcOrd="9" destOrd="0" presId="urn:microsoft.com/office/officeart/2005/8/layout/vList2"/>
    <dgm:cxn modelId="{81A4C4FE-9076-4ACB-B0D4-98C0A9EFA415}" type="presParOf" srcId="{397652A0-AF17-4BA5-86AF-1659C20D079B}" destId="{9279F3FB-7B96-40C5-BA6D-2A4B1E2CD9EF}" srcOrd="10" destOrd="0" presId="urn:microsoft.com/office/officeart/2005/8/layout/vList2"/>
    <dgm:cxn modelId="{3AF06FBA-076F-4701-A39D-92F42737BBFF}" type="presParOf" srcId="{397652A0-AF17-4BA5-86AF-1659C20D079B}" destId="{1660FB48-1849-4741-9215-144AFAB1DE70}" srcOrd="11" destOrd="0" presId="urn:microsoft.com/office/officeart/2005/8/layout/vList2"/>
    <dgm:cxn modelId="{26E77650-BC0A-4F2F-A834-2EDCDB0FC5E7}" type="presParOf" srcId="{397652A0-AF17-4BA5-86AF-1659C20D079B}" destId="{D67CFFEF-1A38-4390-986B-DB09722B3B6E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28D12CD2-4FD9-4A6C-8964-2D0BD743E219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8D913B0F-EE07-4997-A2DA-B1F13559810D}">
      <dgm:prSet/>
      <dgm:spPr/>
      <dgm:t>
        <a:bodyPr/>
        <a:lstStyle/>
        <a:p>
          <a:r>
            <a:rPr lang="ru-RU" b="0" i="0"/>
            <a:t>Олег.</a:t>
          </a:r>
          <a:endParaRPr lang="uk-UA"/>
        </a:p>
      </dgm:t>
    </dgm:pt>
    <dgm:pt modelId="{DEB50561-CC76-4917-97BF-135C875DAE5B}" type="parTrans" cxnId="{14E0403E-EAC0-496D-BBEF-083428C19D24}">
      <dgm:prSet/>
      <dgm:spPr/>
      <dgm:t>
        <a:bodyPr/>
        <a:lstStyle/>
        <a:p>
          <a:endParaRPr lang="uk-UA"/>
        </a:p>
      </dgm:t>
    </dgm:pt>
    <dgm:pt modelId="{9247A5A1-2389-43A4-9538-834BE0B705BA}" type="sibTrans" cxnId="{14E0403E-EAC0-496D-BBEF-083428C19D24}">
      <dgm:prSet/>
      <dgm:spPr/>
      <dgm:t>
        <a:bodyPr/>
        <a:lstStyle/>
        <a:p>
          <a:endParaRPr lang="uk-UA"/>
        </a:p>
      </dgm:t>
    </dgm:pt>
    <dgm:pt modelId="{9B6F56A6-49C8-40FF-8477-D4FF379B07D5}">
      <dgm:prSet/>
      <dgm:spPr/>
      <dgm:t>
        <a:bodyPr/>
        <a:lstStyle/>
        <a:p>
          <a:r>
            <a:rPr lang="ru-RU" b="0" i="0"/>
            <a:t>Ігор.</a:t>
          </a:r>
          <a:endParaRPr lang="uk-UA"/>
        </a:p>
      </dgm:t>
    </dgm:pt>
    <dgm:pt modelId="{42FEAC9C-3A15-42EB-95C4-91841F572322}" type="parTrans" cxnId="{AF0189D6-EAED-4126-858F-897B850FAC3F}">
      <dgm:prSet/>
      <dgm:spPr/>
      <dgm:t>
        <a:bodyPr/>
        <a:lstStyle/>
        <a:p>
          <a:endParaRPr lang="uk-UA"/>
        </a:p>
      </dgm:t>
    </dgm:pt>
    <dgm:pt modelId="{5BE8A11C-7937-46BC-8B74-C72CF38EF51D}" type="sibTrans" cxnId="{AF0189D6-EAED-4126-858F-897B850FAC3F}">
      <dgm:prSet/>
      <dgm:spPr/>
      <dgm:t>
        <a:bodyPr/>
        <a:lstStyle/>
        <a:p>
          <a:endParaRPr lang="uk-UA"/>
        </a:p>
      </dgm:t>
    </dgm:pt>
    <dgm:pt modelId="{6313065E-2FBE-4735-ADB2-DE4D237582D0}">
      <dgm:prSet/>
      <dgm:spPr/>
      <dgm:t>
        <a:bodyPr/>
        <a:lstStyle/>
        <a:p>
          <a:r>
            <a:rPr lang="ru-RU" b="0" i="0" dirty="0"/>
            <a:t>Святослав.</a:t>
          </a:r>
          <a:endParaRPr lang="uk-UA" dirty="0"/>
        </a:p>
      </dgm:t>
    </dgm:pt>
    <dgm:pt modelId="{819BD2CF-EB13-4818-AC25-2331E20C3D3D}" type="parTrans" cxnId="{A2369881-8E11-44C6-8B8E-015CF563353F}">
      <dgm:prSet/>
      <dgm:spPr/>
      <dgm:t>
        <a:bodyPr/>
        <a:lstStyle/>
        <a:p>
          <a:endParaRPr lang="uk-UA"/>
        </a:p>
      </dgm:t>
    </dgm:pt>
    <dgm:pt modelId="{67C780D1-A2FF-4452-9C1E-09477EE1DDB5}" type="sibTrans" cxnId="{A2369881-8E11-44C6-8B8E-015CF563353F}">
      <dgm:prSet/>
      <dgm:spPr/>
      <dgm:t>
        <a:bodyPr/>
        <a:lstStyle/>
        <a:p>
          <a:endParaRPr lang="uk-UA"/>
        </a:p>
      </dgm:t>
    </dgm:pt>
    <dgm:pt modelId="{90404FCE-275D-425A-A7A6-739111D65B7D}">
      <dgm:prSet/>
      <dgm:spPr/>
      <dgm:t>
        <a:bodyPr/>
        <a:lstStyle/>
        <a:p>
          <a:r>
            <a:rPr lang="ru-RU" b="0" i="0"/>
            <a:t>Ярослав Мудрий.</a:t>
          </a:r>
          <a:endParaRPr lang="uk-UA"/>
        </a:p>
      </dgm:t>
    </dgm:pt>
    <dgm:pt modelId="{BFFCBEC6-8D5A-4D09-995F-75B06512A336}" type="parTrans" cxnId="{D6AFDF9A-2CEF-4C4B-92AE-4B1BE77EE8ED}">
      <dgm:prSet/>
      <dgm:spPr/>
      <dgm:t>
        <a:bodyPr/>
        <a:lstStyle/>
        <a:p>
          <a:endParaRPr lang="uk-UA"/>
        </a:p>
      </dgm:t>
    </dgm:pt>
    <dgm:pt modelId="{09AB7A15-D8F7-46E0-9831-66C560E728D1}" type="sibTrans" cxnId="{D6AFDF9A-2CEF-4C4B-92AE-4B1BE77EE8ED}">
      <dgm:prSet/>
      <dgm:spPr/>
      <dgm:t>
        <a:bodyPr/>
        <a:lstStyle/>
        <a:p>
          <a:endParaRPr lang="uk-UA"/>
        </a:p>
      </dgm:t>
    </dgm:pt>
    <dgm:pt modelId="{6E54181F-7E0F-4F52-9D4F-C14AD2B814C7}" type="pres">
      <dgm:prSet presAssocID="{28D12CD2-4FD9-4A6C-8964-2D0BD743E219}" presName="matrix" presStyleCnt="0">
        <dgm:presLayoutVars>
          <dgm:chMax val="1"/>
          <dgm:dir/>
          <dgm:resizeHandles val="exact"/>
        </dgm:presLayoutVars>
      </dgm:prSet>
      <dgm:spPr/>
    </dgm:pt>
    <dgm:pt modelId="{316721F1-3F0C-414E-8BA3-79679BDC30CF}" type="pres">
      <dgm:prSet presAssocID="{28D12CD2-4FD9-4A6C-8964-2D0BD743E219}" presName="diamond" presStyleLbl="bgShp" presStyleIdx="0" presStyleCnt="1"/>
      <dgm:spPr/>
    </dgm:pt>
    <dgm:pt modelId="{2A2C85FA-248B-42E9-84EF-F7E884EFD019}" type="pres">
      <dgm:prSet presAssocID="{28D12CD2-4FD9-4A6C-8964-2D0BD743E21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EF1BCA7-2505-468D-A502-C88202AD4CC6}" type="pres">
      <dgm:prSet presAssocID="{28D12CD2-4FD9-4A6C-8964-2D0BD743E21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89BC939-8680-4703-AC3F-8884A6660AFA}" type="pres">
      <dgm:prSet presAssocID="{28D12CD2-4FD9-4A6C-8964-2D0BD743E21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AFC40C0-C0A8-4057-8A58-7F9D14C09940}" type="pres">
      <dgm:prSet presAssocID="{28D12CD2-4FD9-4A6C-8964-2D0BD743E21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E805939-1E4C-475E-A913-5D735B9F3054}" type="presOf" srcId="{6313065E-2FBE-4735-ADB2-DE4D237582D0}" destId="{389BC939-8680-4703-AC3F-8884A6660AFA}" srcOrd="0" destOrd="0" presId="urn:microsoft.com/office/officeart/2005/8/layout/matrix3"/>
    <dgm:cxn modelId="{9ACE163B-0A51-4519-A9F3-FBA581901FBF}" type="presOf" srcId="{90404FCE-275D-425A-A7A6-739111D65B7D}" destId="{5AFC40C0-C0A8-4057-8A58-7F9D14C09940}" srcOrd="0" destOrd="0" presId="urn:microsoft.com/office/officeart/2005/8/layout/matrix3"/>
    <dgm:cxn modelId="{14E0403E-EAC0-496D-BBEF-083428C19D24}" srcId="{28D12CD2-4FD9-4A6C-8964-2D0BD743E219}" destId="{8D913B0F-EE07-4997-A2DA-B1F13559810D}" srcOrd="0" destOrd="0" parTransId="{DEB50561-CC76-4917-97BF-135C875DAE5B}" sibTransId="{9247A5A1-2389-43A4-9538-834BE0B705BA}"/>
    <dgm:cxn modelId="{C1651A74-1B72-4CC5-8F1A-7BFBBAD8D58D}" type="presOf" srcId="{8D913B0F-EE07-4997-A2DA-B1F13559810D}" destId="{2A2C85FA-248B-42E9-84EF-F7E884EFD019}" srcOrd="0" destOrd="0" presId="urn:microsoft.com/office/officeart/2005/8/layout/matrix3"/>
    <dgm:cxn modelId="{A2369881-8E11-44C6-8B8E-015CF563353F}" srcId="{28D12CD2-4FD9-4A6C-8964-2D0BD743E219}" destId="{6313065E-2FBE-4735-ADB2-DE4D237582D0}" srcOrd="2" destOrd="0" parTransId="{819BD2CF-EB13-4818-AC25-2331E20C3D3D}" sibTransId="{67C780D1-A2FF-4452-9C1E-09477EE1DDB5}"/>
    <dgm:cxn modelId="{D6AFDF9A-2CEF-4C4B-92AE-4B1BE77EE8ED}" srcId="{28D12CD2-4FD9-4A6C-8964-2D0BD743E219}" destId="{90404FCE-275D-425A-A7A6-739111D65B7D}" srcOrd="3" destOrd="0" parTransId="{BFFCBEC6-8D5A-4D09-995F-75B06512A336}" sibTransId="{09AB7A15-D8F7-46E0-9831-66C560E728D1}"/>
    <dgm:cxn modelId="{FE8F7BA2-A86A-462D-950D-4395754FF590}" type="presOf" srcId="{28D12CD2-4FD9-4A6C-8964-2D0BD743E219}" destId="{6E54181F-7E0F-4F52-9D4F-C14AD2B814C7}" srcOrd="0" destOrd="0" presId="urn:microsoft.com/office/officeart/2005/8/layout/matrix3"/>
    <dgm:cxn modelId="{2B1A8CAB-074D-471A-B932-CFB6ADB2B3E1}" type="presOf" srcId="{9B6F56A6-49C8-40FF-8477-D4FF379B07D5}" destId="{BEF1BCA7-2505-468D-A502-C88202AD4CC6}" srcOrd="0" destOrd="0" presId="urn:microsoft.com/office/officeart/2005/8/layout/matrix3"/>
    <dgm:cxn modelId="{AF0189D6-EAED-4126-858F-897B850FAC3F}" srcId="{28D12CD2-4FD9-4A6C-8964-2D0BD743E219}" destId="{9B6F56A6-49C8-40FF-8477-D4FF379B07D5}" srcOrd="1" destOrd="0" parTransId="{42FEAC9C-3A15-42EB-95C4-91841F572322}" sibTransId="{5BE8A11C-7937-46BC-8B74-C72CF38EF51D}"/>
    <dgm:cxn modelId="{F8DD0E4D-4662-4983-A746-66B5F95D6887}" type="presParOf" srcId="{6E54181F-7E0F-4F52-9D4F-C14AD2B814C7}" destId="{316721F1-3F0C-414E-8BA3-79679BDC30CF}" srcOrd="0" destOrd="0" presId="urn:microsoft.com/office/officeart/2005/8/layout/matrix3"/>
    <dgm:cxn modelId="{16CCC8A8-B93F-4C94-AB10-6E89A2A721E1}" type="presParOf" srcId="{6E54181F-7E0F-4F52-9D4F-C14AD2B814C7}" destId="{2A2C85FA-248B-42E9-84EF-F7E884EFD019}" srcOrd="1" destOrd="0" presId="urn:microsoft.com/office/officeart/2005/8/layout/matrix3"/>
    <dgm:cxn modelId="{FD1FA8C4-AB0F-4AD3-A4CD-D5273B844594}" type="presParOf" srcId="{6E54181F-7E0F-4F52-9D4F-C14AD2B814C7}" destId="{BEF1BCA7-2505-468D-A502-C88202AD4CC6}" srcOrd="2" destOrd="0" presId="urn:microsoft.com/office/officeart/2005/8/layout/matrix3"/>
    <dgm:cxn modelId="{F84C1711-3198-4FF7-BF34-A75543436067}" type="presParOf" srcId="{6E54181F-7E0F-4F52-9D4F-C14AD2B814C7}" destId="{389BC939-8680-4703-AC3F-8884A6660AFA}" srcOrd="3" destOrd="0" presId="urn:microsoft.com/office/officeart/2005/8/layout/matrix3"/>
    <dgm:cxn modelId="{D5FCEAA1-1C90-40D9-B757-AEE1638FFC6E}" type="presParOf" srcId="{6E54181F-7E0F-4F52-9D4F-C14AD2B814C7}" destId="{5AFC40C0-C0A8-4057-8A58-7F9D14C09940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CB2E4736-5108-4F88-8DE4-DA1A814616C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A95079A6-D986-4E63-B661-5A094A92DFA7}">
      <dgm:prSet/>
      <dgm:spPr/>
      <dgm:t>
        <a:bodyPr/>
        <a:lstStyle/>
        <a:p>
          <a:r>
            <a:rPr lang="ru-RU" b="0" i="0"/>
            <a:t>Аскольда.</a:t>
          </a:r>
          <a:endParaRPr lang="uk-UA"/>
        </a:p>
      </dgm:t>
    </dgm:pt>
    <dgm:pt modelId="{309D563B-AB98-47A3-941A-F6A4AE5DBD82}" type="parTrans" cxnId="{36285608-B0FF-4A34-B0E1-D683DA75251F}">
      <dgm:prSet/>
      <dgm:spPr/>
      <dgm:t>
        <a:bodyPr/>
        <a:lstStyle/>
        <a:p>
          <a:endParaRPr lang="uk-UA"/>
        </a:p>
      </dgm:t>
    </dgm:pt>
    <dgm:pt modelId="{E396A8FF-42DE-46B8-A93E-D9AC56BDE839}" type="sibTrans" cxnId="{36285608-B0FF-4A34-B0E1-D683DA75251F}">
      <dgm:prSet/>
      <dgm:spPr/>
      <dgm:t>
        <a:bodyPr/>
        <a:lstStyle/>
        <a:p>
          <a:endParaRPr lang="uk-UA"/>
        </a:p>
      </dgm:t>
    </dgm:pt>
    <dgm:pt modelId="{85465C2F-EAB8-4C1F-A77D-45BF67BEC54C}">
      <dgm:prSet/>
      <dgm:spPr/>
      <dgm:t>
        <a:bodyPr/>
        <a:lstStyle/>
        <a:p>
          <a:r>
            <a:rPr lang="ru-RU" b="0" i="0"/>
            <a:t>Ігоря.</a:t>
          </a:r>
          <a:endParaRPr lang="uk-UA"/>
        </a:p>
      </dgm:t>
    </dgm:pt>
    <dgm:pt modelId="{933080E4-0A43-4C22-B55D-55A429246789}" type="parTrans" cxnId="{F6D7414F-2E63-4761-937B-6F59D2B9C918}">
      <dgm:prSet/>
      <dgm:spPr/>
      <dgm:t>
        <a:bodyPr/>
        <a:lstStyle/>
        <a:p>
          <a:endParaRPr lang="uk-UA"/>
        </a:p>
      </dgm:t>
    </dgm:pt>
    <dgm:pt modelId="{C7B318A5-C157-495D-A2C4-9732B57BB464}" type="sibTrans" cxnId="{F6D7414F-2E63-4761-937B-6F59D2B9C918}">
      <dgm:prSet/>
      <dgm:spPr/>
      <dgm:t>
        <a:bodyPr/>
        <a:lstStyle/>
        <a:p>
          <a:endParaRPr lang="uk-UA"/>
        </a:p>
      </dgm:t>
    </dgm:pt>
    <dgm:pt modelId="{3CD84769-61FB-4680-8334-6048AB512FF9}">
      <dgm:prSet/>
      <dgm:spPr/>
      <dgm:t>
        <a:bodyPr/>
        <a:lstStyle/>
        <a:p>
          <a:r>
            <a:rPr lang="ru-RU" b="0" i="0" dirty="0" err="1"/>
            <a:t>Володимира</a:t>
          </a:r>
          <a:r>
            <a:rPr lang="ru-RU" b="0" i="0" dirty="0"/>
            <a:t> Великого.</a:t>
          </a:r>
          <a:endParaRPr lang="uk-UA" dirty="0"/>
        </a:p>
      </dgm:t>
    </dgm:pt>
    <dgm:pt modelId="{FF7FED6F-4A0A-486D-8A37-61D295AB0514}" type="parTrans" cxnId="{75A3D6E2-02FD-4771-AEAE-A842276AB4B2}">
      <dgm:prSet/>
      <dgm:spPr/>
      <dgm:t>
        <a:bodyPr/>
        <a:lstStyle/>
        <a:p>
          <a:endParaRPr lang="uk-UA"/>
        </a:p>
      </dgm:t>
    </dgm:pt>
    <dgm:pt modelId="{B4FAB53E-4203-45FD-8888-2E4AC41CA212}" type="sibTrans" cxnId="{75A3D6E2-02FD-4771-AEAE-A842276AB4B2}">
      <dgm:prSet/>
      <dgm:spPr/>
      <dgm:t>
        <a:bodyPr/>
        <a:lstStyle/>
        <a:p>
          <a:endParaRPr lang="uk-UA"/>
        </a:p>
      </dgm:t>
    </dgm:pt>
    <dgm:pt modelId="{D432ADF8-68EF-43DA-BEB4-CB06AEA53066}">
      <dgm:prSet/>
      <dgm:spPr/>
      <dgm:t>
        <a:bodyPr/>
        <a:lstStyle/>
        <a:p>
          <a:r>
            <a:rPr lang="ru-RU" b="0" i="0" dirty="0"/>
            <a:t>Ярослава Мудрого.</a:t>
          </a:r>
          <a:endParaRPr lang="uk-UA" dirty="0"/>
        </a:p>
      </dgm:t>
    </dgm:pt>
    <dgm:pt modelId="{7AD910B4-B400-4544-BB6D-67D48A1B015E}" type="parTrans" cxnId="{2C02F6F5-8A88-4C48-BAB8-9D264BBDFF06}">
      <dgm:prSet/>
      <dgm:spPr/>
      <dgm:t>
        <a:bodyPr/>
        <a:lstStyle/>
        <a:p>
          <a:endParaRPr lang="uk-UA"/>
        </a:p>
      </dgm:t>
    </dgm:pt>
    <dgm:pt modelId="{BAB48996-3E22-4ACA-B4A7-E746F42E471B}" type="sibTrans" cxnId="{2C02F6F5-8A88-4C48-BAB8-9D264BBDFF06}">
      <dgm:prSet/>
      <dgm:spPr/>
      <dgm:t>
        <a:bodyPr/>
        <a:lstStyle/>
        <a:p>
          <a:endParaRPr lang="uk-UA"/>
        </a:p>
      </dgm:t>
    </dgm:pt>
    <dgm:pt modelId="{DF45858A-0D2D-432B-B600-53A55ABD56AB}" type="pres">
      <dgm:prSet presAssocID="{CB2E4736-5108-4F88-8DE4-DA1A814616C2}" presName="linear" presStyleCnt="0">
        <dgm:presLayoutVars>
          <dgm:animLvl val="lvl"/>
          <dgm:resizeHandles val="exact"/>
        </dgm:presLayoutVars>
      </dgm:prSet>
      <dgm:spPr/>
    </dgm:pt>
    <dgm:pt modelId="{F9F713C2-66FC-4DB5-A96D-1E07FBEF55F6}" type="pres">
      <dgm:prSet presAssocID="{A95079A6-D986-4E63-B661-5A094A92DFA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409941E-1544-40FA-9842-133A3C567293}" type="pres">
      <dgm:prSet presAssocID="{E396A8FF-42DE-46B8-A93E-D9AC56BDE839}" presName="spacer" presStyleCnt="0"/>
      <dgm:spPr/>
    </dgm:pt>
    <dgm:pt modelId="{5672A3D4-F2B0-442E-B7BE-A2FC0CA0F4A2}" type="pres">
      <dgm:prSet presAssocID="{85465C2F-EAB8-4C1F-A77D-45BF67BEC54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3102FA4-D333-4B19-B867-BA771C83EA50}" type="pres">
      <dgm:prSet presAssocID="{C7B318A5-C157-495D-A2C4-9732B57BB464}" presName="spacer" presStyleCnt="0"/>
      <dgm:spPr/>
    </dgm:pt>
    <dgm:pt modelId="{B894418F-D6AD-4913-A52B-E28BAED0959E}" type="pres">
      <dgm:prSet presAssocID="{3CD84769-61FB-4680-8334-6048AB512FF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03AF34F-28AC-4F3C-B148-8992198A9D7A}" type="pres">
      <dgm:prSet presAssocID="{B4FAB53E-4203-45FD-8888-2E4AC41CA212}" presName="spacer" presStyleCnt="0"/>
      <dgm:spPr/>
    </dgm:pt>
    <dgm:pt modelId="{766F3D68-3B49-4B40-B107-589DC4A3CE0E}" type="pres">
      <dgm:prSet presAssocID="{D432ADF8-68EF-43DA-BEB4-CB06AEA5306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6285608-B0FF-4A34-B0E1-D683DA75251F}" srcId="{CB2E4736-5108-4F88-8DE4-DA1A814616C2}" destId="{A95079A6-D986-4E63-B661-5A094A92DFA7}" srcOrd="0" destOrd="0" parTransId="{309D563B-AB98-47A3-941A-F6A4AE5DBD82}" sibTransId="{E396A8FF-42DE-46B8-A93E-D9AC56BDE839}"/>
    <dgm:cxn modelId="{3A0A673C-F02E-47A9-AC48-1B9FF57D1712}" type="presOf" srcId="{D432ADF8-68EF-43DA-BEB4-CB06AEA53066}" destId="{766F3D68-3B49-4B40-B107-589DC4A3CE0E}" srcOrd="0" destOrd="0" presId="urn:microsoft.com/office/officeart/2005/8/layout/vList2"/>
    <dgm:cxn modelId="{336B2262-4BCA-47F8-8977-E3CEC9AD519C}" type="presOf" srcId="{CB2E4736-5108-4F88-8DE4-DA1A814616C2}" destId="{DF45858A-0D2D-432B-B600-53A55ABD56AB}" srcOrd="0" destOrd="0" presId="urn:microsoft.com/office/officeart/2005/8/layout/vList2"/>
    <dgm:cxn modelId="{6F74C76C-F996-4613-B4DD-E9795DD704C3}" type="presOf" srcId="{A95079A6-D986-4E63-B661-5A094A92DFA7}" destId="{F9F713C2-66FC-4DB5-A96D-1E07FBEF55F6}" srcOrd="0" destOrd="0" presId="urn:microsoft.com/office/officeart/2005/8/layout/vList2"/>
    <dgm:cxn modelId="{F6D7414F-2E63-4761-937B-6F59D2B9C918}" srcId="{CB2E4736-5108-4F88-8DE4-DA1A814616C2}" destId="{85465C2F-EAB8-4C1F-A77D-45BF67BEC54C}" srcOrd="1" destOrd="0" parTransId="{933080E4-0A43-4C22-B55D-55A429246789}" sibTransId="{C7B318A5-C157-495D-A2C4-9732B57BB464}"/>
    <dgm:cxn modelId="{3BFA3488-B5AC-4F64-A246-EBF697F2ED26}" type="presOf" srcId="{85465C2F-EAB8-4C1F-A77D-45BF67BEC54C}" destId="{5672A3D4-F2B0-442E-B7BE-A2FC0CA0F4A2}" srcOrd="0" destOrd="0" presId="urn:microsoft.com/office/officeart/2005/8/layout/vList2"/>
    <dgm:cxn modelId="{98C320C2-9853-4C6A-AB99-738845B62E19}" type="presOf" srcId="{3CD84769-61FB-4680-8334-6048AB512FF9}" destId="{B894418F-D6AD-4913-A52B-E28BAED0959E}" srcOrd="0" destOrd="0" presId="urn:microsoft.com/office/officeart/2005/8/layout/vList2"/>
    <dgm:cxn modelId="{75A3D6E2-02FD-4771-AEAE-A842276AB4B2}" srcId="{CB2E4736-5108-4F88-8DE4-DA1A814616C2}" destId="{3CD84769-61FB-4680-8334-6048AB512FF9}" srcOrd="2" destOrd="0" parTransId="{FF7FED6F-4A0A-486D-8A37-61D295AB0514}" sibTransId="{B4FAB53E-4203-45FD-8888-2E4AC41CA212}"/>
    <dgm:cxn modelId="{2C02F6F5-8A88-4C48-BAB8-9D264BBDFF06}" srcId="{CB2E4736-5108-4F88-8DE4-DA1A814616C2}" destId="{D432ADF8-68EF-43DA-BEB4-CB06AEA53066}" srcOrd="3" destOrd="0" parTransId="{7AD910B4-B400-4544-BB6D-67D48A1B015E}" sibTransId="{BAB48996-3E22-4ACA-B4A7-E746F42E471B}"/>
    <dgm:cxn modelId="{BED07C25-87A0-4BEC-ACAE-7FC480AD2D6A}" type="presParOf" srcId="{DF45858A-0D2D-432B-B600-53A55ABD56AB}" destId="{F9F713C2-66FC-4DB5-A96D-1E07FBEF55F6}" srcOrd="0" destOrd="0" presId="urn:microsoft.com/office/officeart/2005/8/layout/vList2"/>
    <dgm:cxn modelId="{E761B696-B9D4-4576-82CE-2A2FAAA07CC8}" type="presParOf" srcId="{DF45858A-0D2D-432B-B600-53A55ABD56AB}" destId="{A409941E-1544-40FA-9842-133A3C567293}" srcOrd="1" destOrd="0" presId="urn:microsoft.com/office/officeart/2005/8/layout/vList2"/>
    <dgm:cxn modelId="{A3D34537-50C4-4DC4-A6FA-A512480D6B64}" type="presParOf" srcId="{DF45858A-0D2D-432B-B600-53A55ABD56AB}" destId="{5672A3D4-F2B0-442E-B7BE-A2FC0CA0F4A2}" srcOrd="2" destOrd="0" presId="urn:microsoft.com/office/officeart/2005/8/layout/vList2"/>
    <dgm:cxn modelId="{5273A1EA-9E46-4EAA-BD13-5E2C1AEE4086}" type="presParOf" srcId="{DF45858A-0D2D-432B-B600-53A55ABD56AB}" destId="{F3102FA4-D333-4B19-B867-BA771C83EA50}" srcOrd="3" destOrd="0" presId="urn:microsoft.com/office/officeart/2005/8/layout/vList2"/>
    <dgm:cxn modelId="{5538BB4C-AB10-4D79-85CF-BC32928F8571}" type="presParOf" srcId="{DF45858A-0D2D-432B-B600-53A55ABD56AB}" destId="{B894418F-D6AD-4913-A52B-E28BAED0959E}" srcOrd="4" destOrd="0" presId="urn:microsoft.com/office/officeart/2005/8/layout/vList2"/>
    <dgm:cxn modelId="{5DAB490E-06C2-4FE4-9D23-3081201E4D4B}" type="presParOf" srcId="{DF45858A-0D2D-432B-B600-53A55ABD56AB}" destId="{803AF34F-28AC-4F3C-B148-8992198A9D7A}" srcOrd="5" destOrd="0" presId="urn:microsoft.com/office/officeart/2005/8/layout/vList2"/>
    <dgm:cxn modelId="{2C7AF80D-00C3-4413-8454-C7C403CC852B}" type="presParOf" srcId="{DF45858A-0D2D-432B-B600-53A55ABD56AB}" destId="{766F3D68-3B49-4B40-B107-589DC4A3CE0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90338B31-ED02-4654-8D5B-561E48F5BE86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490E7C5-AA7B-4740-A78B-FFBAC8BCCF1B}">
      <dgm:prSet/>
      <dgm:spPr/>
      <dgm:t>
        <a:bodyPr/>
        <a:lstStyle/>
        <a:p>
          <a:r>
            <a:rPr lang="ru-RU" b="0" i="0"/>
            <a:t>облаштування князем погостів.</a:t>
          </a:r>
          <a:endParaRPr lang="uk-UA"/>
        </a:p>
      </dgm:t>
    </dgm:pt>
    <dgm:pt modelId="{955B844F-828B-48BB-A6B6-C17383F05995}" type="parTrans" cxnId="{F087761D-A452-41D5-92C4-483B31E1DAF4}">
      <dgm:prSet/>
      <dgm:spPr/>
      <dgm:t>
        <a:bodyPr/>
        <a:lstStyle/>
        <a:p>
          <a:endParaRPr lang="uk-UA"/>
        </a:p>
      </dgm:t>
    </dgm:pt>
    <dgm:pt modelId="{91A5A9AD-1DAE-46AD-8167-E19A685B4340}" type="sibTrans" cxnId="{F087761D-A452-41D5-92C4-483B31E1DAF4}">
      <dgm:prSet/>
      <dgm:spPr/>
      <dgm:t>
        <a:bodyPr/>
        <a:lstStyle/>
        <a:p>
          <a:endParaRPr lang="uk-UA"/>
        </a:p>
      </dgm:t>
    </dgm:pt>
    <dgm:pt modelId="{25ED71A9-7B75-4DFD-BBAC-951D2CE15F57}">
      <dgm:prSet/>
      <dgm:spPr/>
      <dgm:t>
        <a:bodyPr/>
        <a:lstStyle/>
        <a:p>
          <a:r>
            <a:rPr lang="ru-RU" b="0" i="0"/>
            <a:t>визначення княжих ловищ.</a:t>
          </a:r>
          <a:endParaRPr lang="uk-UA"/>
        </a:p>
      </dgm:t>
    </dgm:pt>
    <dgm:pt modelId="{825F6F85-6272-49FB-9C5E-F66EA01FCAFF}" type="parTrans" cxnId="{461C0C69-67A0-4335-8142-F5405B585E75}">
      <dgm:prSet/>
      <dgm:spPr/>
      <dgm:t>
        <a:bodyPr/>
        <a:lstStyle/>
        <a:p>
          <a:endParaRPr lang="uk-UA"/>
        </a:p>
      </dgm:t>
    </dgm:pt>
    <dgm:pt modelId="{03A948E9-0851-4933-BB01-3AFF1A48D4D4}" type="sibTrans" cxnId="{461C0C69-67A0-4335-8142-F5405B585E75}">
      <dgm:prSet/>
      <dgm:spPr/>
      <dgm:t>
        <a:bodyPr/>
        <a:lstStyle/>
        <a:p>
          <a:endParaRPr lang="uk-UA"/>
        </a:p>
      </dgm:t>
    </dgm:pt>
    <dgm:pt modelId="{54B292E9-A611-4F29-BF27-5A16651E4219}">
      <dgm:prSet/>
      <dgm:spPr/>
      <dgm:t>
        <a:bodyPr/>
        <a:lstStyle/>
        <a:p>
          <a:r>
            <a:rPr lang="ru-RU" b="0" i="0" dirty="0" err="1"/>
            <a:t>встановлення</a:t>
          </a:r>
          <a:r>
            <a:rPr lang="ru-RU" b="0" i="0" dirty="0"/>
            <a:t> </a:t>
          </a:r>
          <a:r>
            <a:rPr lang="ru-RU" b="0" i="0" dirty="0" err="1"/>
            <a:t>уроків</a:t>
          </a:r>
          <a:r>
            <a:rPr lang="ru-RU" b="0" i="0" dirty="0"/>
            <a:t>.</a:t>
          </a:r>
          <a:endParaRPr lang="uk-UA" dirty="0"/>
        </a:p>
      </dgm:t>
    </dgm:pt>
    <dgm:pt modelId="{09D1AC78-35DD-4B6D-BE6D-2DC4414EA354}" type="parTrans" cxnId="{B0224CFB-2F04-44BA-A76A-8FEF77A8EFAB}">
      <dgm:prSet/>
      <dgm:spPr/>
      <dgm:t>
        <a:bodyPr/>
        <a:lstStyle/>
        <a:p>
          <a:endParaRPr lang="uk-UA"/>
        </a:p>
      </dgm:t>
    </dgm:pt>
    <dgm:pt modelId="{B377CF2F-F534-4388-9BC3-A3247C840FA6}" type="sibTrans" cxnId="{B0224CFB-2F04-44BA-A76A-8FEF77A8EFAB}">
      <dgm:prSet/>
      <dgm:spPr/>
      <dgm:t>
        <a:bodyPr/>
        <a:lstStyle/>
        <a:p>
          <a:endParaRPr lang="uk-UA"/>
        </a:p>
      </dgm:t>
    </dgm:pt>
    <dgm:pt modelId="{1A733824-14D1-4111-B724-30F2098CF8D5}">
      <dgm:prSet/>
      <dgm:spPr/>
      <dgm:t>
        <a:bodyPr/>
        <a:lstStyle/>
        <a:p>
          <a:r>
            <a:rPr lang="ru-RU" b="0" i="0" dirty="0" err="1"/>
            <a:t>здійснення</a:t>
          </a:r>
          <a:r>
            <a:rPr lang="ru-RU" b="0" i="0" dirty="0"/>
            <a:t> </a:t>
          </a:r>
          <a:r>
            <a:rPr lang="ru-RU" b="0" i="0" dirty="0" err="1"/>
            <a:t>полюддя</a:t>
          </a:r>
          <a:r>
            <a:rPr lang="ru-RU" b="0" i="0" dirty="0"/>
            <a:t>.</a:t>
          </a:r>
          <a:endParaRPr lang="uk-UA" dirty="0"/>
        </a:p>
      </dgm:t>
    </dgm:pt>
    <dgm:pt modelId="{4A6D2DAF-DE1D-447A-8AD7-ABA002709C54}" type="parTrans" cxnId="{6FD3C0B3-6AAB-4841-8923-F1C24DF8664D}">
      <dgm:prSet/>
      <dgm:spPr/>
      <dgm:t>
        <a:bodyPr/>
        <a:lstStyle/>
        <a:p>
          <a:endParaRPr lang="uk-UA"/>
        </a:p>
      </dgm:t>
    </dgm:pt>
    <dgm:pt modelId="{FE890360-8D73-4FA3-B2B2-AD0F692BAB4D}" type="sibTrans" cxnId="{6FD3C0B3-6AAB-4841-8923-F1C24DF8664D}">
      <dgm:prSet/>
      <dgm:spPr/>
      <dgm:t>
        <a:bodyPr/>
        <a:lstStyle/>
        <a:p>
          <a:endParaRPr lang="uk-UA"/>
        </a:p>
      </dgm:t>
    </dgm:pt>
    <dgm:pt modelId="{BB77CEBA-B86E-4B62-8048-F1A46729E579}" type="pres">
      <dgm:prSet presAssocID="{90338B31-ED02-4654-8D5B-561E48F5BE86}" presName="matrix" presStyleCnt="0">
        <dgm:presLayoutVars>
          <dgm:chMax val="1"/>
          <dgm:dir/>
          <dgm:resizeHandles val="exact"/>
        </dgm:presLayoutVars>
      </dgm:prSet>
      <dgm:spPr/>
    </dgm:pt>
    <dgm:pt modelId="{9671E5B2-0C34-4D43-A811-72D7703B7F64}" type="pres">
      <dgm:prSet presAssocID="{90338B31-ED02-4654-8D5B-561E48F5BE86}" presName="diamond" presStyleLbl="bgShp" presStyleIdx="0" presStyleCnt="1"/>
      <dgm:spPr/>
    </dgm:pt>
    <dgm:pt modelId="{8217F480-A305-4E00-9EA3-853C72479798}" type="pres">
      <dgm:prSet presAssocID="{90338B31-ED02-4654-8D5B-561E48F5BE86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551BED7-1015-4322-AFBB-0AF1922E5A67}" type="pres">
      <dgm:prSet presAssocID="{90338B31-ED02-4654-8D5B-561E48F5BE86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266A1CC-D7D4-4462-9E45-4B1AF8DD12A1}" type="pres">
      <dgm:prSet presAssocID="{90338B31-ED02-4654-8D5B-561E48F5BE86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4350E8F-321C-412B-BCD8-4A39ABFB1B9E}" type="pres">
      <dgm:prSet presAssocID="{90338B31-ED02-4654-8D5B-561E48F5BE86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087761D-A452-41D5-92C4-483B31E1DAF4}" srcId="{90338B31-ED02-4654-8D5B-561E48F5BE86}" destId="{8490E7C5-AA7B-4740-A78B-FFBAC8BCCF1B}" srcOrd="0" destOrd="0" parTransId="{955B844F-828B-48BB-A6B6-C17383F05995}" sibTransId="{91A5A9AD-1DAE-46AD-8167-E19A685B4340}"/>
    <dgm:cxn modelId="{D7FA501E-475F-4AC2-A28E-80ED7985BB3B}" type="presOf" srcId="{54B292E9-A611-4F29-BF27-5A16651E4219}" destId="{1266A1CC-D7D4-4462-9E45-4B1AF8DD12A1}" srcOrd="0" destOrd="0" presId="urn:microsoft.com/office/officeart/2005/8/layout/matrix3"/>
    <dgm:cxn modelId="{C4089A3D-FE38-4DE8-B550-2687AE288F5D}" type="presOf" srcId="{8490E7C5-AA7B-4740-A78B-FFBAC8BCCF1B}" destId="{8217F480-A305-4E00-9EA3-853C72479798}" srcOrd="0" destOrd="0" presId="urn:microsoft.com/office/officeart/2005/8/layout/matrix3"/>
    <dgm:cxn modelId="{5BBC5867-9749-4458-A6D4-67E892EBCE43}" type="presOf" srcId="{1A733824-14D1-4111-B724-30F2098CF8D5}" destId="{74350E8F-321C-412B-BCD8-4A39ABFB1B9E}" srcOrd="0" destOrd="0" presId="urn:microsoft.com/office/officeart/2005/8/layout/matrix3"/>
    <dgm:cxn modelId="{461C0C69-67A0-4335-8142-F5405B585E75}" srcId="{90338B31-ED02-4654-8D5B-561E48F5BE86}" destId="{25ED71A9-7B75-4DFD-BBAC-951D2CE15F57}" srcOrd="1" destOrd="0" parTransId="{825F6F85-6272-49FB-9C5E-F66EA01FCAFF}" sibTransId="{03A948E9-0851-4933-BB01-3AFF1A48D4D4}"/>
    <dgm:cxn modelId="{90EAD489-B9F4-44B2-95F8-1F8B6D7E205F}" type="presOf" srcId="{90338B31-ED02-4654-8D5B-561E48F5BE86}" destId="{BB77CEBA-B86E-4B62-8048-F1A46729E579}" srcOrd="0" destOrd="0" presId="urn:microsoft.com/office/officeart/2005/8/layout/matrix3"/>
    <dgm:cxn modelId="{6FD3C0B3-6AAB-4841-8923-F1C24DF8664D}" srcId="{90338B31-ED02-4654-8D5B-561E48F5BE86}" destId="{1A733824-14D1-4111-B724-30F2098CF8D5}" srcOrd="3" destOrd="0" parTransId="{4A6D2DAF-DE1D-447A-8AD7-ABA002709C54}" sibTransId="{FE890360-8D73-4FA3-B2B2-AD0F692BAB4D}"/>
    <dgm:cxn modelId="{69B60FF6-9916-436A-B439-2A0D7EF48D3A}" type="presOf" srcId="{25ED71A9-7B75-4DFD-BBAC-951D2CE15F57}" destId="{C551BED7-1015-4322-AFBB-0AF1922E5A67}" srcOrd="0" destOrd="0" presId="urn:microsoft.com/office/officeart/2005/8/layout/matrix3"/>
    <dgm:cxn modelId="{B0224CFB-2F04-44BA-A76A-8FEF77A8EFAB}" srcId="{90338B31-ED02-4654-8D5B-561E48F5BE86}" destId="{54B292E9-A611-4F29-BF27-5A16651E4219}" srcOrd="2" destOrd="0" parTransId="{09D1AC78-35DD-4B6D-BE6D-2DC4414EA354}" sibTransId="{B377CF2F-F534-4388-9BC3-A3247C840FA6}"/>
    <dgm:cxn modelId="{9635D9D4-0954-415F-AAB9-5DC4BB56024C}" type="presParOf" srcId="{BB77CEBA-B86E-4B62-8048-F1A46729E579}" destId="{9671E5B2-0C34-4D43-A811-72D7703B7F64}" srcOrd="0" destOrd="0" presId="urn:microsoft.com/office/officeart/2005/8/layout/matrix3"/>
    <dgm:cxn modelId="{42AC2E25-48AF-44E4-828C-8C4CCE430045}" type="presParOf" srcId="{BB77CEBA-B86E-4B62-8048-F1A46729E579}" destId="{8217F480-A305-4E00-9EA3-853C72479798}" srcOrd="1" destOrd="0" presId="urn:microsoft.com/office/officeart/2005/8/layout/matrix3"/>
    <dgm:cxn modelId="{8F375C35-D229-46BF-946D-5F5BE69DE15E}" type="presParOf" srcId="{BB77CEBA-B86E-4B62-8048-F1A46729E579}" destId="{C551BED7-1015-4322-AFBB-0AF1922E5A67}" srcOrd="2" destOrd="0" presId="urn:microsoft.com/office/officeart/2005/8/layout/matrix3"/>
    <dgm:cxn modelId="{757E707D-061D-4E25-B440-B53F45D6C78F}" type="presParOf" srcId="{BB77CEBA-B86E-4B62-8048-F1A46729E579}" destId="{1266A1CC-D7D4-4462-9E45-4B1AF8DD12A1}" srcOrd="3" destOrd="0" presId="urn:microsoft.com/office/officeart/2005/8/layout/matrix3"/>
    <dgm:cxn modelId="{40DF4EBB-2B34-40CB-A441-1B3D1F6DAD88}" type="presParOf" srcId="{BB77CEBA-B86E-4B62-8048-F1A46729E579}" destId="{74350E8F-321C-412B-BCD8-4A39ABFB1B9E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8124AAE9-52B1-42E0-B397-E7562035A60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700C38E-A83C-415B-87D7-8E5894E3A01A}">
      <dgm:prSet/>
      <dgm:spPr/>
      <dgm:t>
        <a:bodyPr/>
        <a:lstStyle/>
        <a:p>
          <a:r>
            <a:rPr lang="uk-UA" b="0" i="0"/>
            <a:t>торговельний шлях «із варягів у греки».</a:t>
          </a:r>
          <a:endParaRPr lang="uk-UA"/>
        </a:p>
      </dgm:t>
    </dgm:pt>
    <dgm:pt modelId="{2E921632-BB32-4607-9043-1CA428408F66}" type="parTrans" cxnId="{0B031BBD-625F-434C-96EE-4C6FD5053AC0}">
      <dgm:prSet/>
      <dgm:spPr/>
      <dgm:t>
        <a:bodyPr/>
        <a:lstStyle/>
        <a:p>
          <a:endParaRPr lang="uk-UA"/>
        </a:p>
      </dgm:t>
    </dgm:pt>
    <dgm:pt modelId="{0A2667A8-BC06-4F70-8E7A-30A0727424AC}" type="sibTrans" cxnId="{0B031BBD-625F-434C-96EE-4C6FD5053AC0}">
      <dgm:prSet/>
      <dgm:spPr/>
      <dgm:t>
        <a:bodyPr/>
        <a:lstStyle/>
        <a:p>
          <a:endParaRPr lang="uk-UA"/>
        </a:p>
      </dgm:t>
    </dgm:pt>
    <dgm:pt modelId="{60446758-6FAC-4878-A3BB-F1F736D3CC18}">
      <dgm:prSet/>
      <dgm:spPr/>
      <dgm:t>
        <a:bodyPr/>
        <a:lstStyle/>
        <a:p>
          <a:r>
            <a:rPr lang="uk-UA" b="0" i="0" dirty="0"/>
            <a:t>напрямок набігів кочівників на слов’янські племена.</a:t>
          </a:r>
          <a:endParaRPr lang="uk-UA" dirty="0"/>
        </a:p>
      </dgm:t>
    </dgm:pt>
    <dgm:pt modelId="{7AB76457-C1E9-4FA0-AD89-97365CB2784C}" type="parTrans" cxnId="{B38F1544-3072-437D-947E-FD6470A97BB2}">
      <dgm:prSet/>
      <dgm:spPr/>
      <dgm:t>
        <a:bodyPr/>
        <a:lstStyle/>
        <a:p>
          <a:endParaRPr lang="uk-UA"/>
        </a:p>
      </dgm:t>
    </dgm:pt>
    <dgm:pt modelId="{323E56FC-6E8B-4720-9D69-FB722067B421}" type="sibTrans" cxnId="{B38F1544-3072-437D-947E-FD6470A97BB2}">
      <dgm:prSet/>
      <dgm:spPr/>
      <dgm:t>
        <a:bodyPr/>
        <a:lstStyle/>
        <a:p>
          <a:endParaRPr lang="uk-UA"/>
        </a:p>
      </dgm:t>
    </dgm:pt>
    <dgm:pt modelId="{A2FB37CA-EA63-4B6F-B4D7-C7FC0CB29042}">
      <dgm:prSet/>
      <dgm:spPr/>
      <dgm:t>
        <a:bodyPr/>
        <a:lstStyle/>
        <a:p>
          <a:r>
            <a:rPr lang="uk-UA" b="0" i="0" dirty="0"/>
            <a:t>шлях здійснення полюддя першими київськими князями.</a:t>
          </a:r>
          <a:endParaRPr lang="uk-UA" dirty="0"/>
        </a:p>
      </dgm:t>
    </dgm:pt>
    <dgm:pt modelId="{ED616A50-8BA7-4709-BFBE-A58C43A80D1C}" type="parTrans" cxnId="{6D4B7C2A-DD95-4C80-9745-479CFBA7844B}">
      <dgm:prSet/>
      <dgm:spPr/>
      <dgm:t>
        <a:bodyPr/>
        <a:lstStyle/>
        <a:p>
          <a:endParaRPr lang="uk-UA"/>
        </a:p>
      </dgm:t>
    </dgm:pt>
    <dgm:pt modelId="{CA2150E9-46C0-4037-B275-098ADC058C3B}" type="sibTrans" cxnId="{6D4B7C2A-DD95-4C80-9745-479CFBA7844B}">
      <dgm:prSet/>
      <dgm:spPr/>
      <dgm:t>
        <a:bodyPr/>
        <a:lstStyle/>
        <a:p>
          <a:endParaRPr lang="uk-UA"/>
        </a:p>
      </dgm:t>
    </dgm:pt>
    <dgm:pt modelId="{85860EA9-0A37-4D36-94D1-68655B770F12}">
      <dgm:prSet/>
      <dgm:spPr/>
      <dgm:t>
        <a:bodyPr/>
        <a:lstStyle/>
        <a:p>
          <a:r>
            <a:rPr lang="uk-UA" b="0" i="0" dirty="0"/>
            <a:t>похід київського князя Володимира Великого на </a:t>
          </a:r>
          <a:r>
            <a:rPr lang="uk-UA" b="0" i="0" dirty="0" err="1"/>
            <a:t>Червенські</a:t>
          </a:r>
          <a:r>
            <a:rPr lang="uk-UA" b="0" i="0" dirty="0"/>
            <a:t> міста</a:t>
          </a:r>
          <a:endParaRPr lang="uk-UA" dirty="0"/>
        </a:p>
      </dgm:t>
    </dgm:pt>
    <dgm:pt modelId="{57E06AF8-7D97-4489-9938-A869C4516937}" type="parTrans" cxnId="{CE2D05B6-57EB-4052-A895-B731289F1E92}">
      <dgm:prSet/>
      <dgm:spPr/>
      <dgm:t>
        <a:bodyPr/>
        <a:lstStyle/>
        <a:p>
          <a:endParaRPr lang="uk-UA"/>
        </a:p>
      </dgm:t>
    </dgm:pt>
    <dgm:pt modelId="{A2057B3D-B703-4C67-B2C1-C4FD399883E1}" type="sibTrans" cxnId="{CE2D05B6-57EB-4052-A895-B731289F1E92}">
      <dgm:prSet/>
      <dgm:spPr/>
      <dgm:t>
        <a:bodyPr/>
        <a:lstStyle/>
        <a:p>
          <a:endParaRPr lang="uk-UA"/>
        </a:p>
      </dgm:t>
    </dgm:pt>
    <dgm:pt modelId="{D4664DCB-FC25-4A72-AD65-0EF713B959CD}" type="pres">
      <dgm:prSet presAssocID="{8124AAE9-52B1-42E0-B397-E7562035A60E}" presName="linear" presStyleCnt="0">
        <dgm:presLayoutVars>
          <dgm:animLvl val="lvl"/>
          <dgm:resizeHandles val="exact"/>
        </dgm:presLayoutVars>
      </dgm:prSet>
      <dgm:spPr/>
    </dgm:pt>
    <dgm:pt modelId="{7D499F56-3B5A-47F2-9D87-97960B345B35}" type="pres">
      <dgm:prSet presAssocID="{8700C38E-A83C-415B-87D7-8E5894E3A01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9768FC4-58C8-4FE9-A1DD-78182583DCA0}" type="pres">
      <dgm:prSet presAssocID="{0A2667A8-BC06-4F70-8E7A-30A0727424AC}" presName="spacer" presStyleCnt="0"/>
      <dgm:spPr/>
    </dgm:pt>
    <dgm:pt modelId="{F5A33B17-A423-4386-9204-BBE4689C8711}" type="pres">
      <dgm:prSet presAssocID="{60446758-6FAC-4878-A3BB-F1F736D3CC1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C8A8C12-DC3E-48B4-9D60-5B284B9B8B47}" type="pres">
      <dgm:prSet presAssocID="{323E56FC-6E8B-4720-9D69-FB722067B421}" presName="spacer" presStyleCnt="0"/>
      <dgm:spPr/>
    </dgm:pt>
    <dgm:pt modelId="{938A6613-B1EB-439E-976E-76A2D7CD67A6}" type="pres">
      <dgm:prSet presAssocID="{A2FB37CA-EA63-4B6F-B4D7-C7FC0CB2904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6617975-2F91-4286-B3A3-BDCC7B208AFF}" type="pres">
      <dgm:prSet presAssocID="{CA2150E9-46C0-4037-B275-098ADC058C3B}" presName="spacer" presStyleCnt="0"/>
      <dgm:spPr/>
    </dgm:pt>
    <dgm:pt modelId="{6D824BD6-A364-45DA-B048-6C68A20ED85C}" type="pres">
      <dgm:prSet presAssocID="{85860EA9-0A37-4D36-94D1-68655B770F1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7178509-767C-47A4-B41E-897DFACB9DA1}" type="presOf" srcId="{8124AAE9-52B1-42E0-B397-E7562035A60E}" destId="{D4664DCB-FC25-4A72-AD65-0EF713B959CD}" srcOrd="0" destOrd="0" presId="urn:microsoft.com/office/officeart/2005/8/layout/vList2"/>
    <dgm:cxn modelId="{6D4B7C2A-DD95-4C80-9745-479CFBA7844B}" srcId="{8124AAE9-52B1-42E0-B397-E7562035A60E}" destId="{A2FB37CA-EA63-4B6F-B4D7-C7FC0CB29042}" srcOrd="2" destOrd="0" parTransId="{ED616A50-8BA7-4709-BFBE-A58C43A80D1C}" sibTransId="{CA2150E9-46C0-4037-B275-098ADC058C3B}"/>
    <dgm:cxn modelId="{B38F1544-3072-437D-947E-FD6470A97BB2}" srcId="{8124AAE9-52B1-42E0-B397-E7562035A60E}" destId="{60446758-6FAC-4878-A3BB-F1F736D3CC18}" srcOrd="1" destOrd="0" parTransId="{7AB76457-C1E9-4FA0-AD89-97365CB2784C}" sibTransId="{323E56FC-6E8B-4720-9D69-FB722067B421}"/>
    <dgm:cxn modelId="{2C9C2D4F-AF67-4F24-AD30-DF9FF31CD6C5}" type="presOf" srcId="{A2FB37CA-EA63-4B6F-B4D7-C7FC0CB29042}" destId="{938A6613-B1EB-439E-976E-76A2D7CD67A6}" srcOrd="0" destOrd="0" presId="urn:microsoft.com/office/officeart/2005/8/layout/vList2"/>
    <dgm:cxn modelId="{CE2D05B6-57EB-4052-A895-B731289F1E92}" srcId="{8124AAE9-52B1-42E0-B397-E7562035A60E}" destId="{85860EA9-0A37-4D36-94D1-68655B770F12}" srcOrd="3" destOrd="0" parTransId="{57E06AF8-7D97-4489-9938-A869C4516937}" sibTransId="{A2057B3D-B703-4C67-B2C1-C4FD399883E1}"/>
    <dgm:cxn modelId="{0B031BBD-625F-434C-96EE-4C6FD5053AC0}" srcId="{8124AAE9-52B1-42E0-B397-E7562035A60E}" destId="{8700C38E-A83C-415B-87D7-8E5894E3A01A}" srcOrd="0" destOrd="0" parTransId="{2E921632-BB32-4607-9043-1CA428408F66}" sibTransId="{0A2667A8-BC06-4F70-8E7A-30A0727424AC}"/>
    <dgm:cxn modelId="{05B03DC5-8072-4104-906A-7AA915270F0E}" type="presOf" srcId="{85860EA9-0A37-4D36-94D1-68655B770F12}" destId="{6D824BD6-A364-45DA-B048-6C68A20ED85C}" srcOrd="0" destOrd="0" presId="urn:microsoft.com/office/officeart/2005/8/layout/vList2"/>
    <dgm:cxn modelId="{57D258C5-B5C5-4CC2-AFF2-186C5B08B99A}" type="presOf" srcId="{60446758-6FAC-4878-A3BB-F1F736D3CC18}" destId="{F5A33B17-A423-4386-9204-BBE4689C8711}" srcOrd="0" destOrd="0" presId="urn:microsoft.com/office/officeart/2005/8/layout/vList2"/>
    <dgm:cxn modelId="{753639CC-1D78-439E-8BA3-08789143880E}" type="presOf" srcId="{8700C38E-A83C-415B-87D7-8E5894E3A01A}" destId="{7D499F56-3B5A-47F2-9D87-97960B345B35}" srcOrd="0" destOrd="0" presId="urn:microsoft.com/office/officeart/2005/8/layout/vList2"/>
    <dgm:cxn modelId="{0794A5E0-A984-4F57-9E81-B14268490525}" type="presParOf" srcId="{D4664DCB-FC25-4A72-AD65-0EF713B959CD}" destId="{7D499F56-3B5A-47F2-9D87-97960B345B35}" srcOrd="0" destOrd="0" presId="urn:microsoft.com/office/officeart/2005/8/layout/vList2"/>
    <dgm:cxn modelId="{EE0A45CE-4AEF-4A51-BC0D-FB7241AAFE77}" type="presParOf" srcId="{D4664DCB-FC25-4A72-AD65-0EF713B959CD}" destId="{A9768FC4-58C8-4FE9-A1DD-78182583DCA0}" srcOrd="1" destOrd="0" presId="urn:microsoft.com/office/officeart/2005/8/layout/vList2"/>
    <dgm:cxn modelId="{579A27E4-2009-49F2-BCD5-8230A54F4CC1}" type="presParOf" srcId="{D4664DCB-FC25-4A72-AD65-0EF713B959CD}" destId="{F5A33B17-A423-4386-9204-BBE4689C8711}" srcOrd="2" destOrd="0" presId="urn:microsoft.com/office/officeart/2005/8/layout/vList2"/>
    <dgm:cxn modelId="{5AA4EE54-6804-42F9-8512-627910BB2354}" type="presParOf" srcId="{D4664DCB-FC25-4A72-AD65-0EF713B959CD}" destId="{2C8A8C12-DC3E-48B4-9D60-5B284B9B8B47}" srcOrd="3" destOrd="0" presId="urn:microsoft.com/office/officeart/2005/8/layout/vList2"/>
    <dgm:cxn modelId="{D67E68D6-6B4F-4BC2-94E9-8F346E8D10F6}" type="presParOf" srcId="{D4664DCB-FC25-4A72-AD65-0EF713B959CD}" destId="{938A6613-B1EB-439E-976E-76A2D7CD67A6}" srcOrd="4" destOrd="0" presId="urn:microsoft.com/office/officeart/2005/8/layout/vList2"/>
    <dgm:cxn modelId="{E2A60458-B958-4EFB-ADA0-0346B94C57B9}" type="presParOf" srcId="{D4664DCB-FC25-4A72-AD65-0EF713B959CD}" destId="{A6617975-2F91-4286-B3A3-BDCC7B208AFF}" srcOrd="5" destOrd="0" presId="urn:microsoft.com/office/officeart/2005/8/layout/vList2"/>
    <dgm:cxn modelId="{732B1D5C-7558-4114-A772-F91D7C380A08}" type="presParOf" srcId="{D4664DCB-FC25-4A72-AD65-0EF713B959CD}" destId="{6D824BD6-A364-45DA-B048-6C68A20ED85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EA1B9378-5C11-4940-A172-3AC0E5C246F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053100B-2AB1-4AAC-BB6F-FAD05C154666}">
      <dgm:prSet/>
      <dgm:spPr/>
      <dgm:t>
        <a:bodyPr/>
        <a:lstStyle/>
        <a:p>
          <a:r>
            <a:rPr lang="uk-UA" b="0" i="1" dirty="0"/>
            <a:t>«…І вискочили всі [</a:t>
          </a:r>
          <a:r>
            <a:rPr lang="uk-UA" b="0" i="1" dirty="0" err="1"/>
            <a:t>вої</a:t>
          </a:r>
          <a:r>
            <a:rPr lang="uk-UA" b="0" i="1" dirty="0"/>
            <a:t>] з човнів, і мовив Олег Аскольдові й </a:t>
          </a:r>
          <a:r>
            <a:rPr lang="uk-UA" b="0" i="1" dirty="0" err="1"/>
            <a:t>Дірові</a:t>
          </a:r>
          <a:r>
            <a:rPr lang="uk-UA" b="0" i="1" dirty="0"/>
            <a:t>: “Ви </a:t>
          </a:r>
          <a:r>
            <a:rPr lang="uk-UA" b="0" i="1" dirty="0" err="1"/>
            <a:t>оба</a:t>
          </a:r>
          <a:r>
            <a:rPr lang="uk-UA" b="0" i="1" dirty="0"/>
            <a:t> не є ні князі, ні роду княжого. А я є роду княжого. – І винесли Ігоря. – А се – син Рюриків…”»</a:t>
          </a:r>
          <a:endParaRPr lang="uk-UA" dirty="0"/>
        </a:p>
      </dgm:t>
    </dgm:pt>
    <dgm:pt modelId="{535057C1-CA56-4EFF-8F1E-BABDA2352E1E}" type="parTrans" cxnId="{9A3A99C3-7A1F-4927-9848-CE331FD6AB0A}">
      <dgm:prSet/>
      <dgm:spPr/>
      <dgm:t>
        <a:bodyPr/>
        <a:lstStyle/>
        <a:p>
          <a:endParaRPr lang="uk-UA"/>
        </a:p>
      </dgm:t>
    </dgm:pt>
    <dgm:pt modelId="{5AD0F4D7-1673-4120-98E8-B9B251F5234E}" type="sibTrans" cxnId="{9A3A99C3-7A1F-4927-9848-CE331FD6AB0A}">
      <dgm:prSet/>
      <dgm:spPr/>
      <dgm:t>
        <a:bodyPr/>
        <a:lstStyle/>
        <a:p>
          <a:endParaRPr lang="uk-UA"/>
        </a:p>
      </dgm:t>
    </dgm:pt>
    <dgm:pt modelId="{399BA2B2-F9FC-40A8-86DF-34788D807B82}">
      <dgm:prSet/>
      <dgm:spPr/>
      <dgm:t>
        <a:bodyPr/>
        <a:lstStyle/>
        <a:p>
          <a:r>
            <a:rPr lang="uk-UA" b="0" i="1" dirty="0"/>
            <a:t>«…І не послухав їх Ігор, і древляни, вийшовши насупроти з міста Іскоростеня, вбили Ігоря і дружину його; бо їх було мало. І похований був Ігор, і </a:t>
          </a:r>
          <a:r>
            <a:rPr lang="uk-UA" b="0" i="1" dirty="0" err="1"/>
            <a:t>єсть</a:t>
          </a:r>
          <a:r>
            <a:rPr lang="uk-UA" b="0" i="1" dirty="0"/>
            <a:t> могила коло Іскоростеня в древлянах…»</a:t>
          </a:r>
          <a:endParaRPr lang="uk-UA" dirty="0"/>
        </a:p>
      </dgm:t>
    </dgm:pt>
    <dgm:pt modelId="{6E0B3321-4440-44CC-9409-3F583434A219}" type="parTrans" cxnId="{AD50A26B-4243-43D6-8B6F-61FD2A4F111F}">
      <dgm:prSet/>
      <dgm:spPr/>
      <dgm:t>
        <a:bodyPr/>
        <a:lstStyle/>
        <a:p>
          <a:endParaRPr lang="uk-UA"/>
        </a:p>
      </dgm:t>
    </dgm:pt>
    <dgm:pt modelId="{E7920CE4-2C33-44F3-9CFD-938A5BE9F831}" type="sibTrans" cxnId="{AD50A26B-4243-43D6-8B6F-61FD2A4F111F}">
      <dgm:prSet/>
      <dgm:spPr/>
      <dgm:t>
        <a:bodyPr/>
        <a:lstStyle/>
        <a:p>
          <a:endParaRPr lang="uk-UA"/>
        </a:p>
      </dgm:t>
    </dgm:pt>
    <dgm:pt modelId="{BAFF9376-3A72-4B8C-9927-17647FFE09DD}" type="pres">
      <dgm:prSet presAssocID="{EA1B9378-5C11-4940-A172-3AC0E5C246FB}" presName="linear" presStyleCnt="0">
        <dgm:presLayoutVars>
          <dgm:animLvl val="lvl"/>
          <dgm:resizeHandles val="exact"/>
        </dgm:presLayoutVars>
      </dgm:prSet>
      <dgm:spPr/>
    </dgm:pt>
    <dgm:pt modelId="{5BB1819B-321D-4813-84A4-35793FDEB9F2}" type="pres">
      <dgm:prSet presAssocID="{8053100B-2AB1-4AAC-BB6F-FAD05C15466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BDF5D22-9848-469A-9E1F-423C5AD10BF2}" type="pres">
      <dgm:prSet presAssocID="{5AD0F4D7-1673-4120-98E8-B9B251F5234E}" presName="spacer" presStyleCnt="0"/>
      <dgm:spPr/>
    </dgm:pt>
    <dgm:pt modelId="{43BADD2C-691B-4A4A-978B-43D3B057B616}" type="pres">
      <dgm:prSet presAssocID="{399BA2B2-F9FC-40A8-86DF-34788D807B8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D50A26B-4243-43D6-8B6F-61FD2A4F111F}" srcId="{EA1B9378-5C11-4940-A172-3AC0E5C246FB}" destId="{399BA2B2-F9FC-40A8-86DF-34788D807B82}" srcOrd="1" destOrd="0" parTransId="{6E0B3321-4440-44CC-9409-3F583434A219}" sibTransId="{E7920CE4-2C33-44F3-9CFD-938A5BE9F831}"/>
    <dgm:cxn modelId="{B0010083-94B0-41A7-B2D5-A24C99C472B2}" type="presOf" srcId="{399BA2B2-F9FC-40A8-86DF-34788D807B82}" destId="{43BADD2C-691B-4A4A-978B-43D3B057B616}" srcOrd="0" destOrd="0" presId="urn:microsoft.com/office/officeart/2005/8/layout/vList2"/>
    <dgm:cxn modelId="{334266A4-BB6D-48CF-BF45-77E2B012B1EC}" type="presOf" srcId="{8053100B-2AB1-4AAC-BB6F-FAD05C154666}" destId="{5BB1819B-321D-4813-84A4-35793FDEB9F2}" srcOrd="0" destOrd="0" presId="urn:microsoft.com/office/officeart/2005/8/layout/vList2"/>
    <dgm:cxn modelId="{9A3A99C3-7A1F-4927-9848-CE331FD6AB0A}" srcId="{EA1B9378-5C11-4940-A172-3AC0E5C246FB}" destId="{8053100B-2AB1-4AAC-BB6F-FAD05C154666}" srcOrd="0" destOrd="0" parTransId="{535057C1-CA56-4EFF-8F1E-BABDA2352E1E}" sibTransId="{5AD0F4D7-1673-4120-98E8-B9B251F5234E}"/>
    <dgm:cxn modelId="{1C4106C6-E5C3-4932-A328-6A92AD1A1A0B}" type="presOf" srcId="{EA1B9378-5C11-4940-A172-3AC0E5C246FB}" destId="{BAFF9376-3A72-4B8C-9927-17647FFE09DD}" srcOrd="0" destOrd="0" presId="urn:microsoft.com/office/officeart/2005/8/layout/vList2"/>
    <dgm:cxn modelId="{DC4402C9-C84A-41BE-984F-F58C8F5A8C8F}" type="presParOf" srcId="{BAFF9376-3A72-4B8C-9927-17647FFE09DD}" destId="{5BB1819B-321D-4813-84A4-35793FDEB9F2}" srcOrd="0" destOrd="0" presId="urn:microsoft.com/office/officeart/2005/8/layout/vList2"/>
    <dgm:cxn modelId="{FE194D0F-7566-4B54-92B5-13D14A0D30EE}" type="presParOf" srcId="{BAFF9376-3A72-4B8C-9927-17647FFE09DD}" destId="{4BDF5D22-9848-469A-9E1F-423C5AD10BF2}" srcOrd="1" destOrd="0" presId="urn:microsoft.com/office/officeart/2005/8/layout/vList2"/>
    <dgm:cxn modelId="{5AA5E28D-DC74-4227-9C81-93ECE63E944D}" type="presParOf" srcId="{BAFF9376-3A72-4B8C-9927-17647FFE09DD}" destId="{43BADD2C-691B-4A4A-978B-43D3B057B61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5CF8FAEC-FB69-49FE-ABD8-07526BC04A8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DD36248-A1CB-4777-B451-4207602EF722}">
      <dgm:prSet/>
      <dgm:spPr/>
      <dgm:t>
        <a:bodyPr/>
        <a:lstStyle/>
        <a:p>
          <a:r>
            <a:rPr lang="uk-UA" b="0" i="1" dirty="0"/>
            <a:t>«Зібрав він воїнів і прийшов до Києва, і вчинив мир із братом своїм Мстиславом. І розділили вони по Дніпру Руську землю: собі узяв сю сторону, а Мстислав – ту. І перестала усобиця в землі Руській...»</a:t>
          </a:r>
          <a:endParaRPr lang="uk-UA" dirty="0"/>
        </a:p>
      </dgm:t>
    </dgm:pt>
    <dgm:pt modelId="{4130BC05-A7A4-487F-AEAF-4F6155674234}" type="parTrans" cxnId="{80294429-F251-4F41-A605-6E4F947F477B}">
      <dgm:prSet/>
      <dgm:spPr/>
      <dgm:t>
        <a:bodyPr/>
        <a:lstStyle/>
        <a:p>
          <a:endParaRPr lang="uk-UA"/>
        </a:p>
      </dgm:t>
    </dgm:pt>
    <dgm:pt modelId="{2261A5C8-439A-4715-B421-652938F1A357}" type="sibTrans" cxnId="{80294429-F251-4F41-A605-6E4F947F477B}">
      <dgm:prSet/>
      <dgm:spPr/>
      <dgm:t>
        <a:bodyPr/>
        <a:lstStyle/>
        <a:p>
          <a:endParaRPr lang="uk-UA"/>
        </a:p>
      </dgm:t>
    </dgm:pt>
    <dgm:pt modelId="{A6F009EE-4F10-4C92-A02B-CEEA6312C650}">
      <dgm:prSet/>
      <dgm:spPr/>
      <dgm:t>
        <a:bodyPr/>
        <a:lstStyle/>
        <a:p>
          <a:r>
            <a:rPr lang="uk-UA" b="0" i="1" dirty="0"/>
            <a:t>«…Ішла Ольга до Новгорода. І встановила вона… погости і данину, і оброки. І ловища її є по всій землі, і знаки [її], …і сани її стоять у Пскові й до сьогодні…»</a:t>
          </a:r>
          <a:endParaRPr lang="uk-UA" dirty="0"/>
        </a:p>
      </dgm:t>
    </dgm:pt>
    <dgm:pt modelId="{82BF73E2-D872-497F-B26E-6026F1DA18AD}" type="parTrans" cxnId="{E40391F2-2C26-4AFC-84FB-5D975F7D234B}">
      <dgm:prSet/>
      <dgm:spPr/>
      <dgm:t>
        <a:bodyPr/>
        <a:lstStyle/>
        <a:p>
          <a:endParaRPr lang="uk-UA"/>
        </a:p>
      </dgm:t>
    </dgm:pt>
    <dgm:pt modelId="{9C98C9D0-C4DE-4C99-9464-755A60E9BA59}" type="sibTrans" cxnId="{E40391F2-2C26-4AFC-84FB-5D975F7D234B}">
      <dgm:prSet/>
      <dgm:spPr/>
      <dgm:t>
        <a:bodyPr/>
        <a:lstStyle/>
        <a:p>
          <a:endParaRPr lang="uk-UA"/>
        </a:p>
      </dgm:t>
    </dgm:pt>
    <dgm:pt modelId="{DCCC72E8-64F0-41A8-B795-90131C5CE9E1}" type="pres">
      <dgm:prSet presAssocID="{5CF8FAEC-FB69-49FE-ABD8-07526BC04A8D}" presName="linear" presStyleCnt="0">
        <dgm:presLayoutVars>
          <dgm:animLvl val="lvl"/>
          <dgm:resizeHandles val="exact"/>
        </dgm:presLayoutVars>
      </dgm:prSet>
      <dgm:spPr/>
    </dgm:pt>
    <dgm:pt modelId="{796BB38C-BC61-4CCA-BCD2-F2B177169FB8}" type="pres">
      <dgm:prSet presAssocID="{ADD36248-A1CB-4777-B451-4207602EF72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111FA01-D8D1-435C-9045-F3AF231AF611}" type="pres">
      <dgm:prSet presAssocID="{2261A5C8-439A-4715-B421-652938F1A357}" presName="spacer" presStyleCnt="0"/>
      <dgm:spPr/>
    </dgm:pt>
    <dgm:pt modelId="{5BB22164-E9DF-4EFA-AF5A-FE92C355687B}" type="pres">
      <dgm:prSet presAssocID="{A6F009EE-4F10-4C92-A02B-CEEA6312C650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0294429-F251-4F41-A605-6E4F947F477B}" srcId="{5CF8FAEC-FB69-49FE-ABD8-07526BC04A8D}" destId="{ADD36248-A1CB-4777-B451-4207602EF722}" srcOrd="0" destOrd="0" parTransId="{4130BC05-A7A4-487F-AEAF-4F6155674234}" sibTransId="{2261A5C8-439A-4715-B421-652938F1A357}"/>
    <dgm:cxn modelId="{2642E0D5-FB4B-418F-8FFC-9CA698B6FEE8}" type="presOf" srcId="{A6F009EE-4F10-4C92-A02B-CEEA6312C650}" destId="{5BB22164-E9DF-4EFA-AF5A-FE92C355687B}" srcOrd="0" destOrd="0" presId="urn:microsoft.com/office/officeart/2005/8/layout/vList2"/>
    <dgm:cxn modelId="{7BFA0AE6-C034-4B21-8340-1D268D3725DC}" type="presOf" srcId="{ADD36248-A1CB-4777-B451-4207602EF722}" destId="{796BB38C-BC61-4CCA-BCD2-F2B177169FB8}" srcOrd="0" destOrd="0" presId="urn:microsoft.com/office/officeart/2005/8/layout/vList2"/>
    <dgm:cxn modelId="{97D447F2-5D08-4402-8061-1C6FDC3FABEC}" type="presOf" srcId="{5CF8FAEC-FB69-49FE-ABD8-07526BC04A8D}" destId="{DCCC72E8-64F0-41A8-B795-90131C5CE9E1}" srcOrd="0" destOrd="0" presId="urn:microsoft.com/office/officeart/2005/8/layout/vList2"/>
    <dgm:cxn modelId="{E40391F2-2C26-4AFC-84FB-5D975F7D234B}" srcId="{5CF8FAEC-FB69-49FE-ABD8-07526BC04A8D}" destId="{A6F009EE-4F10-4C92-A02B-CEEA6312C650}" srcOrd="1" destOrd="0" parTransId="{82BF73E2-D872-497F-B26E-6026F1DA18AD}" sibTransId="{9C98C9D0-C4DE-4C99-9464-755A60E9BA59}"/>
    <dgm:cxn modelId="{B433C5C1-7AF5-49DA-8526-A898DDA80C7D}" type="presParOf" srcId="{DCCC72E8-64F0-41A8-B795-90131C5CE9E1}" destId="{796BB38C-BC61-4CCA-BCD2-F2B177169FB8}" srcOrd="0" destOrd="0" presId="urn:microsoft.com/office/officeart/2005/8/layout/vList2"/>
    <dgm:cxn modelId="{89F1134F-FF9A-4573-A3E5-4B6BF57BFA71}" type="presParOf" srcId="{DCCC72E8-64F0-41A8-B795-90131C5CE9E1}" destId="{6111FA01-D8D1-435C-9045-F3AF231AF611}" srcOrd="1" destOrd="0" presId="urn:microsoft.com/office/officeart/2005/8/layout/vList2"/>
    <dgm:cxn modelId="{EB0E2AD5-44B3-4C69-B60F-8BFA6E92F73C}" type="presParOf" srcId="{DCCC72E8-64F0-41A8-B795-90131C5CE9E1}" destId="{5BB22164-E9DF-4EFA-AF5A-FE92C355687B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A081D142-27A5-4C4A-90D2-626482A8828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20F322D-8B89-4BC6-A350-C83C27F284D6}">
      <dgm:prSet/>
      <dgm:spPr/>
      <dgm:t>
        <a:bodyPr/>
        <a:lstStyle/>
        <a:p>
          <a:r>
            <a:rPr lang="uk-UA" b="0" i="0" dirty="0"/>
            <a:t>обмеження влади великого київського князя.</a:t>
          </a:r>
          <a:endParaRPr lang="uk-UA" dirty="0"/>
        </a:p>
      </dgm:t>
    </dgm:pt>
    <dgm:pt modelId="{B249B8F8-26AA-436B-A890-0E237E6B78FC}" type="parTrans" cxnId="{6F1F32A3-8B7C-4CF2-BD77-C153E09F68DA}">
      <dgm:prSet/>
      <dgm:spPr/>
      <dgm:t>
        <a:bodyPr/>
        <a:lstStyle/>
        <a:p>
          <a:endParaRPr lang="uk-UA"/>
        </a:p>
      </dgm:t>
    </dgm:pt>
    <dgm:pt modelId="{A176A614-AFDA-4F13-A0CA-66814ED0C610}" type="sibTrans" cxnId="{6F1F32A3-8B7C-4CF2-BD77-C153E09F68DA}">
      <dgm:prSet/>
      <dgm:spPr/>
      <dgm:t>
        <a:bodyPr/>
        <a:lstStyle/>
        <a:p>
          <a:endParaRPr lang="uk-UA"/>
        </a:p>
      </dgm:t>
    </dgm:pt>
    <dgm:pt modelId="{ECB0E6BB-5E25-4472-97AE-67CC6CC948A4}">
      <dgm:prSet/>
      <dgm:spPr/>
      <dgm:t>
        <a:bodyPr/>
        <a:lstStyle/>
        <a:p>
          <a:r>
            <a:rPr lang="uk-UA" b="0" i="0" dirty="0"/>
            <a:t>утвердження християнства як державної релігії.</a:t>
          </a:r>
          <a:endParaRPr lang="uk-UA" dirty="0"/>
        </a:p>
      </dgm:t>
    </dgm:pt>
    <dgm:pt modelId="{0823E8C4-AB13-4124-A73D-066F1D658E7A}" type="parTrans" cxnId="{98FCDDC7-798B-46D3-9A4E-EB6FD389DA40}">
      <dgm:prSet/>
      <dgm:spPr/>
      <dgm:t>
        <a:bodyPr/>
        <a:lstStyle/>
        <a:p>
          <a:endParaRPr lang="uk-UA"/>
        </a:p>
      </dgm:t>
    </dgm:pt>
    <dgm:pt modelId="{6E02A6F9-1DC8-49CD-9DD0-37A4E8088861}" type="sibTrans" cxnId="{98FCDDC7-798B-46D3-9A4E-EB6FD389DA40}">
      <dgm:prSet/>
      <dgm:spPr/>
      <dgm:t>
        <a:bodyPr/>
        <a:lstStyle/>
        <a:p>
          <a:endParaRPr lang="uk-UA"/>
        </a:p>
      </dgm:t>
    </dgm:pt>
    <dgm:pt modelId="{BD6E25AB-6117-47AF-BB2E-5640AD29E1D5}">
      <dgm:prSet/>
      <dgm:spPr/>
      <dgm:t>
        <a:bodyPr/>
        <a:lstStyle/>
        <a:p>
          <a:r>
            <a:rPr lang="uk-UA" b="0" i="0"/>
            <a:t>формування інституту загальноруських князівських з’їздів.</a:t>
          </a:r>
          <a:endParaRPr lang="uk-UA"/>
        </a:p>
      </dgm:t>
    </dgm:pt>
    <dgm:pt modelId="{92CD380A-1C07-427D-A096-76562A79F6FE}" type="parTrans" cxnId="{4E17A265-0DBD-411E-9550-03405885434A}">
      <dgm:prSet/>
      <dgm:spPr/>
      <dgm:t>
        <a:bodyPr/>
        <a:lstStyle/>
        <a:p>
          <a:endParaRPr lang="uk-UA"/>
        </a:p>
      </dgm:t>
    </dgm:pt>
    <dgm:pt modelId="{D1C08E51-0959-4BC7-B226-2400702843AC}" type="sibTrans" cxnId="{4E17A265-0DBD-411E-9550-03405885434A}">
      <dgm:prSet/>
      <dgm:spPr/>
      <dgm:t>
        <a:bodyPr/>
        <a:lstStyle/>
        <a:p>
          <a:endParaRPr lang="uk-UA"/>
        </a:p>
      </dgm:t>
    </dgm:pt>
    <dgm:pt modelId="{1AE65F5B-B666-42B5-9CBB-63032827A4ED}">
      <dgm:prSet/>
      <dgm:spPr/>
      <dgm:t>
        <a:bodyPr/>
        <a:lstStyle/>
        <a:p>
          <a:r>
            <a:rPr lang="uk-UA" b="0" i="0" dirty="0"/>
            <a:t>визначення розмірів і встановлення місць збирання данини.</a:t>
          </a:r>
          <a:endParaRPr lang="uk-UA" dirty="0"/>
        </a:p>
      </dgm:t>
    </dgm:pt>
    <dgm:pt modelId="{BC5F2417-C3D3-4704-9BAB-AB4A7BE71DE8}" type="parTrans" cxnId="{ACF8783A-9F63-478C-A381-3B9564E34B2A}">
      <dgm:prSet/>
      <dgm:spPr/>
      <dgm:t>
        <a:bodyPr/>
        <a:lstStyle/>
        <a:p>
          <a:endParaRPr lang="uk-UA"/>
        </a:p>
      </dgm:t>
    </dgm:pt>
    <dgm:pt modelId="{849A4134-13D9-4BEB-AC3E-A182F49010C7}" type="sibTrans" cxnId="{ACF8783A-9F63-478C-A381-3B9564E34B2A}">
      <dgm:prSet/>
      <dgm:spPr/>
      <dgm:t>
        <a:bodyPr/>
        <a:lstStyle/>
        <a:p>
          <a:endParaRPr lang="uk-UA"/>
        </a:p>
      </dgm:t>
    </dgm:pt>
    <dgm:pt modelId="{7725BB97-908E-4878-B3F7-D38DB91F84BF}" type="pres">
      <dgm:prSet presAssocID="{A081D142-27A5-4C4A-90D2-626482A88280}" presName="linear" presStyleCnt="0">
        <dgm:presLayoutVars>
          <dgm:animLvl val="lvl"/>
          <dgm:resizeHandles val="exact"/>
        </dgm:presLayoutVars>
      </dgm:prSet>
      <dgm:spPr/>
    </dgm:pt>
    <dgm:pt modelId="{E044A741-914E-4135-8A87-2B0E7B49606D}" type="pres">
      <dgm:prSet presAssocID="{F20F322D-8B89-4BC6-A350-C83C27F284D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25C1338-15EF-4B77-A000-01CC06DB6FBF}" type="pres">
      <dgm:prSet presAssocID="{A176A614-AFDA-4F13-A0CA-66814ED0C610}" presName="spacer" presStyleCnt="0"/>
      <dgm:spPr/>
    </dgm:pt>
    <dgm:pt modelId="{F479DD06-57CE-49E6-A736-7E3D5604BFD0}" type="pres">
      <dgm:prSet presAssocID="{ECB0E6BB-5E25-4472-97AE-67CC6CC948A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605F09C-2EEB-47FE-A9E1-9C0430FF39D5}" type="pres">
      <dgm:prSet presAssocID="{6E02A6F9-1DC8-49CD-9DD0-37A4E8088861}" presName="spacer" presStyleCnt="0"/>
      <dgm:spPr/>
    </dgm:pt>
    <dgm:pt modelId="{CE5BC75E-B8BD-48FF-BBB3-870305D4D416}" type="pres">
      <dgm:prSet presAssocID="{BD6E25AB-6117-47AF-BB2E-5640AD29E1D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7B6B8F0-6A41-45D2-B14B-124BD76A4513}" type="pres">
      <dgm:prSet presAssocID="{D1C08E51-0959-4BC7-B226-2400702843AC}" presName="spacer" presStyleCnt="0"/>
      <dgm:spPr/>
    </dgm:pt>
    <dgm:pt modelId="{687E2AA1-45E8-4CE3-9256-52E53D2DEE9F}" type="pres">
      <dgm:prSet presAssocID="{1AE65F5B-B666-42B5-9CBB-63032827A4E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8C26914-E7D8-4821-B5AD-8EC72197FCD1}" type="presOf" srcId="{BD6E25AB-6117-47AF-BB2E-5640AD29E1D5}" destId="{CE5BC75E-B8BD-48FF-BBB3-870305D4D416}" srcOrd="0" destOrd="0" presId="urn:microsoft.com/office/officeart/2005/8/layout/vList2"/>
    <dgm:cxn modelId="{563F7F23-E36B-4DDA-BF43-104D3E42B51D}" type="presOf" srcId="{1AE65F5B-B666-42B5-9CBB-63032827A4ED}" destId="{687E2AA1-45E8-4CE3-9256-52E53D2DEE9F}" srcOrd="0" destOrd="0" presId="urn:microsoft.com/office/officeart/2005/8/layout/vList2"/>
    <dgm:cxn modelId="{ACF8783A-9F63-478C-A381-3B9564E34B2A}" srcId="{A081D142-27A5-4C4A-90D2-626482A88280}" destId="{1AE65F5B-B666-42B5-9CBB-63032827A4ED}" srcOrd="3" destOrd="0" parTransId="{BC5F2417-C3D3-4704-9BAB-AB4A7BE71DE8}" sibTransId="{849A4134-13D9-4BEB-AC3E-A182F49010C7}"/>
    <dgm:cxn modelId="{76A9EC64-5301-4746-BC64-FDED773F75DB}" type="presOf" srcId="{ECB0E6BB-5E25-4472-97AE-67CC6CC948A4}" destId="{F479DD06-57CE-49E6-A736-7E3D5604BFD0}" srcOrd="0" destOrd="0" presId="urn:microsoft.com/office/officeart/2005/8/layout/vList2"/>
    <dgm:cxn modelId="{4E17A265-0DBD-411E-9550-03405885434A}" srcId="{A081D142-27A5-4C4A-90D2-626482A88280}" destId="{BD6E25AB-6117-47AF-BB2E-5640AD29E1D5}" srcOrd="2" destOrd="0" parTransId="{92CD380A-1C07-427D-A096-76562A79F6FE}" sibTransId="{D1C08E51-0959-4BC7-B226-2400702843AC}"/>
    <dgm:cxn modelId="{6F1F32A3-8B7C-4CF2-BD77-C153E09F68DA}" srcId="{A081D142-27A5-4C4A-90D2-626482A88280}" destId="{F20F322D-8B89-4BC6-A350-C83C27F284D6}" srcOrd="0" destOrd="0" parTransId="{B249B8F8-26AA-436B-A890-0E237E6B78FC}" sibTransId="{A176A614-AFDA-4F13-A0CA-66814ED0C610}"/>
    <dgm:cxn modelId="{8E28ACAC-D284-426F-93F9-FBBE2C7C10FF}" type="presOf" srcId="{A081D142-27A5-4C4A-90D2-626482A88280}" destId="{7725BB97-908E-4878-B3F7-D38DB91F84BF}" srcOrd="0" destOrd="0" presId="urn:microsoft.com/office/officeart/2005/8/layout/vList2"/>
    <dgm:cxn modelId="{98FCDDC7-798B-46D3-9A4E-EB6FD389DA40}" srcId="{A081D142-27A5-4C4A-90D2-626482A88280}" destId="{ECB0E6BB-5E25-4472-97AE-67CC6CC948A4}" srcOrd="1" destOrd="0" parTransId="{0823E8C4-AB13-4124-A73D-066F1D658E7A}" sibTransId="{6E02A6F9-1DC8-49CD-9DD0-37A4E8088861}"/>
    <dgm:cxn modelId="{04EEBCE6-EE57-428C-A55C-4423D1FDA593}" type="presOf" srcId="{F20F322D-8B89-4BC6-A350-C83C27F284D6}" destId="{E044A741-914E-4135-8A87-2B0E7B49606D}" srcOrd="0" destOrd="0" presId="urn:microsoft.com/office/officeart/2005/8/layout/vList2"/>
    <dgm:cxn modelId="{1AB6B9CC-57BF-4284-902C-A35C75BA7D57}" type="presParOf" srcId="{7725BB97-908E-4878-B3F7-D38DB91F84BF}" destId="{E044A741-914E-4135-8A87-2B0E7B49606D}" srcOrd="0" destOrd="0" presId="urn:microsoft.com/office/officeart/2005/8/layout/vList2"/>
    <dgm:cxn modelId="{E5A328DB-D9EF-41C8-B8AD-6E80F56865AF}" type="presParOf" srcId="{7725BB97-908E-4878-B3F7-D38DB91F84BF}" destId="{B25C1338-15EF-4B77-A000-01CC06DB6FBF}" srcOrd="1" destOrd="0" presId="urn:microsoft.com/office/officeart/2005/8/layout/vList2"/>
    <dgm:cxn modelId="{F7746304-82C6-4106-8CF5-FA5CFD49948B}" type="presParOf" srcId="{7725BB97-908E-4878-B3F7-D38DB91F84BF}" destId="{F479DD06-57CE-49E6-A736-7E3D5604BFD0}" srcOrd="2" destOrd="0" presId="urn:microsoft.com/office/officeart/2005/8/layout/vList2"/>
    <dgm:cxn modelId="{63812DAA-E345-4CF8-9950-600EA2114559}" type="presParOf" srcId="{7725BB97-908E-4878-B3F7-D38DB91F84BF}" destId="{7605F09C-2EEB-47FE-A9E1-9C0430FF39D5}" srcOrd="3" destOrd="0" presId="urn:microsoft.com/office/officeart/2005/8/layout/vList2"/>
    <dgm:cxn modelId="{99C48899-C761-41E6-AC9A-0ED5CF17A793}" type="presParOf" srcId="{7725BB97-908E-4878-B3F7-D38DB91F84BF}" destId="{CE5BC75E-B8BD-48FF-BBB3-870305D4D416}" srcOrd="4" destOrd="0" presId="urn:microsoft.com/office/officeart/2005/8/layout/vList2"/>
    <dgm:cxn modelId="{5A5EC17B-3416-4F50-9DDE-457BF6C74CB7}" type="presParOf" srcId="{7725BB97-908E-4878-B3F7-D38DB91F84BF}" destId="{F7B6B8F0-6A41-45D2-B14B-124BD76A4513}" srcOrd="5" destOrd="0" presId="urn:microsoft.com/office/officeart/2005/8/layout/vList2"/>
    <dgm:cxn modelId="{FEAEC200-6BE4-40B0-B66F-99C25E39FD7E}" type="presParOf" srcId="{7725BB97-908E-4878-B3F7-D38DB91F84BF}" destId="{687E2AA1-45E8-4CE3-9256-52E53D2DEE9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112EA46A-AD74-4500-A8CA-D366A32788A3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4408D6A-FE9D-42C3-B87F-905587DBCC4D}">
      <dgm:prSet/>
      <dgm:spPr/>
      <dgm:t>
        <a:bodyPr/>
        <a:lstStyle/>
        <a:p>
          <a:r>
            <a:rPr lang="uk-UA" b="0" i="0"/>
            <a:t>полян</a:t>
          </a:r>
          <a:endParaRPr lang="uk-UA"/>
        </a:p>
      </dgm:t>
    </dgm:pt>
    <dgm:pt modelId="{58835B8F-C3B9-4ECC-AFFF-3123EED9EC63}" type="parTrans" cxnId="{7223E819-335D-40E5-9573-36F4691B779B}">
      <dgm:prSet/>
      <dgm:spPr/>
      <dgm:t>
        <a:bodyPr/>
        <a:lstStyle/>
        <a:p>
          <a:endParaRPr lang="uk-UA"/>
        </a:p>
      </dgm:t>
    </dgm:pt>
    <dgm:pt modelId="{C8A27558-2DB6-4498-A710-497B35E42E1E}" type="sibTrans" cxnId="{7223E819-335D-40E5-9573-36F4691B779B}">
      <dgm:prSet/>
      <dgm:spPr/>
      <dgm:t>
        <a:bodyPr/>
        <a:lstStyle/>
        <a:p>
          <a:endParaRPr lang="uk-UA"/>
        </a:p>
      </dgm:t>
    </dgm:pt>
    <dgm:pt modelId="{2B75457E-153A-4884-8F98-137AF1EAA4E6}">
      <dgm:prSet/>
      <dgm:spPr/>
      <dgm:t>
        <a:bodyPr/>
        <a:lstStyle/>
        <a:p>
          <a:r>
            <a:rPr lang="uk-UA" b="0" i="0"/>
            <a:t>древлян</a:t>
          </a:r>
          <a:endParaRPr lang="uk-UA"/>
        </a:p>
      </dgm:t>
    </dgm:pt>
    <dgm:pt modelId="{D56C0E92-3D77-4766-B745-FFA9891E2FDC}" type="parTrans" cxnId="{4BE178D2-F89D-48DE-ADB2-8C0C86F8C3CA}">
      <dgm:prSet/>
      <dgm:spPr/>
      <dgm:t>
        <a:bodyPr/>
        <a:lstStyle/>
        <a:p>
          <a:endParaRPr lang="uk-UA"/>
        </a:p>
      </dgm:t>
    </dgm:pt>
    <dgm:pt modelId="{A0CA9BB5-9DC2-4E96-A761-76624456B675}" type="sibTrans" cxnId="{4BE178D2-F89D-48DE-ADB2-8C0C86F8C3CA}">
      <dgm:prSet/>
      <dgm:spPr/>
      <dgm:t>
        <a:bodyPr/>
        <a:lstStyle/>
        <a:p>
          <a:endParaRPr lang="uk-UA"/>
        </a:p>
      </dgm:t>
    </dgm:pt>
    <dgm:pt modelId="{A4ED340B-8393-4036-9F23-15BBD57F66BC}">
      <dgm:prSet/>
      <dgm:spPr/>
      <dgm:t>
        <a:bodyPr/>
        <a:lstStyle/>
        <a:p>
          <a:r>
            <a:rPr lang="uk-UA" b="0" i="0" dirty="0"/>
            <a:t>волинян</a:t>
          </a:r>
          <a:endParaRPr lang="uk-UA" dirty="0"/>
        </a:p>
      </dgm:t>
    </dgm:pt>
    <dgm:pt modelId="{87472ABA-932A-44CC-81A3-237D5C023A9B}" type="parTrans" cxnId="{4AB98ECF-5344-4F27-86B6-9933BD2BC3D1}">
      <dgm:prSet/>
      <dgm:spPr/>
      <dgm:t>
        <a:bodyPr/>
        <a:lstStyle/>
        <a:p>
          <a:endParaRPr lang="uk-UA"/>
        </a:p>
      </dgm:t>
    </dgm:pt>
    <dgm:pt modelId="{762A4AA8-9CE4-4A01-8D38-6CB24320351C}" type="sibTrans" cxnId="{4AB98ECF-5344-4F27-86B6-9933BD2BC3D1}">
      <dgm:prSet/>
      <dgm:spPr/>
      <dgm:t>
        <a:bodyPr/>
        <a:lstStyle/>
        <a:p>
          <a:endParaRPr lang="uk-UA"/>
        </a:p>
      </dgm:t>
    </dgm:pt>
    <dgm:pt modelId="{7CA7BFAF-5948-4845-8F5F-FB3C473EAD60}">
      <dgm:prSet/>
      <dgm:spPr/>
      <dgm:t>
        <a:bodyPr/>
        <a:lstStyle/>
        <a:p>
          <a:r>
            <a:rPr lang="uk-UA" b="0" i="0" dirty="0"/>
            <a:t>сіверян</a:t>
          </a:r>
          <a:endParaRPr lang="uk-UA" dirty="0"/>
        </a:p>
      </dgm:t>
    </dgm:pt>
    <dgm:pt modelId="{2893BC29-8F7E-4ACA-9311-821C04240E3A}" type="parTrans" cxnId="{BF9C27B2-65E4-4751-8012-67D29BBFE017}">
      <dgm:prSet/>
      <dgm:spPr/>
      <dgm:t>
        <a:bodyPr/>
        <a:lstStyle/>
        <a:p>
          <a:endParaRPr lang="uk-UA"/>
        </a:p>
      </dgm:t>
    </dgm:pt>
    <dgm:pt modelId="{5F24AA5A-6AA9-4BC9-82B1-6D72A6D10786}" type="sibTrans" cxnId="{BF9C27B2-65E4-4751-8012-67D29BBFE017}">
      <dgm:prSet/>
      <dgm:spPr/>
      <dgm:t>
        <a:bodyPr/>
        <a:lstStyle/>
        <a:p>
          <a:endParaRPr lang="uk-UA"/>
        </a:p>
      </dgm:t>
    </dgm:pt>
    <dgm:pt modelId="{85DD42D3-EE4F-4178-A770-792ADBED7E62}" type="pres">
      <dgm:prSet presAssocID="{112EA46A-AD74-4500-A8CA-D366A32788A3}" presName="matrix" presStyleCnt="0">
        <dgm:presLayoutVars>
          <dgm:chMax val="1"/>
          <dgm:dir/>
          <dgm:resizeHandles val="exact"/>
        </dgm:presLayoutVars>
      </dgm:prSet>
      <dgm:spPr/>
    </dgm:pt>
    <dgm:pt modelId="{14FF34A5-7229-4F33-ACB9-BCEA9FC74640}" type="pres">
      <dgm:prSet presAssocID="{112EA46A-AD74-4500-A8CA-D366A32788A3}" presName="diamond" presStyleLbl="bgShp" presStyleIdx="0" presStyleCnt="1"/>
      <dgm:spPr/>
    </dgm:pt>
    <dgm:pt modelId="{DCFF0059-629D-40D2-83DF-5A7C2B63FD32}" type="pres">
      <dgm:prSet presAssocID="{112EA46A-AD74-4500-A8CA-D366A32788A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AC5CEB7-61F3-42DF-9620-2CC7E3CEE6D6}" type="pres">
      <dgm:prSet presAssocID="{112EA46A-AD74-4500-A8CA-D366A32788A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7747E23-A2DA-4E58-9ECE-489019572464}" type="pres">
      <dgm:prSet presAssocID="{112EA46A-AD74-4500-A8CA-D366A32788A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9982252-BB4D-4357-91BE-8374A520E1D2}" type="pres">
      <dgm:prSet presAssocID="{112EA46A-AD74-4500-A8CA-D366A32788A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223E819-335D-40E5-9573-36F4691B779B}" srcId="{112EA46A-AD74-4500-A8CA-D366A32788A3}" destId="{C4408D6A-FE9D-42C3-B87F-905587DBCC4D}" srcOrd="0" destOrd="0" parTransId="{58835B8F-C3B9-4ECC-AFFF-3123EED9EC63}" sibTransId="{C8A27558-2DB6-4498-A710-497B35E42E1E}"/>
    <dgm:cxn modelId="{F20DD132-52C7-4E0E-A6BB-8F188FF49ACD}" type="presOf" srcId="{2B75457E-153A-4884-8F98-137AF1EAA4E6}" destId="{DAC5CEB7-61F3-42DF-9620-2CC7E3CEE6D6}" srcOrd="0" destOrd="0" presId="urn:microsoft.com/office/officeart/2005/8/layout/matrix3"/>
    <dgm:cxn modelId="{D0C9A485-2C60-4B9F-AB81-C129704EC26F}" type="presOf" srcId="{7CA7BFAF-5948-4845-8F5F-FB3C473EAD60}" destId="{E9982252-BB4D-4357-91BE-8374A520E1D2}" srcOrd="0" destOrd="0" presId="urn:microsoft.com/office/officeart/2005/8/layout/matrix3"/>
    <dgm:cxn modelId="{26A98296-C443-49C7-A409-B32DDB8FCCD7}" type="presOf" srcId="{112EA46A-AD74-4500-A8CA-D366A32788A3}" destId="{85DD42D3-EE4F-4178-A770-792ADBED7E62}" srcOrd="0" destOrd="0" presId="urn:microsoft.com/office/officeart/2005/8/layout/matrix3"/>
    <dgm:cxn modelId="{70824999-152A-44B2-9DC3-E8EEEF876E80}" type="presOf" srcId="{A4ED340B-8393-4036-9F23-15BBD57F66BC}" destId="{D7747E23-A2DA-4E58-9ECE-489019572464}" srcOrd="0" destOrd="0" presId="urn:microsoft.com/office/officeart/2005/8/layout/matrix3"/>
    <dgm:cxn modelId="{BF9C27B2-65E4-4751-8012-67D29BBFE017}" srcId="{112EA46A-AD74-4500-A8CA-D366A32788A3}" destId="{7CA7BFAF-5948-4845-8F5F-FB3C473EAD60}" srcOrd="3" destOrd="0" parTransId="{2893BC29-8F7E-4ACA-9311-821C04240E3A}" sibTransId="{5F24AA5A-6AA9-4BC9-82B1-6D72A6D10786}"/>
    <dgm:cxn modelId="{4AB98ECF-5344-4F27-86B6-9933BD2BC3D1}" srcId="{112EA46A-AD74-4500-A8CA-D366A32788A3}" destId="{A4ED340B-8393-4036-9F23-15BBD57F66BC}" srcOrd="2" destOrd="0" parTransId="{87472ABA-932A-44CC-81A3-237D5C023A9B}" sibTransId="{762A4AA8-9CE4-4A01-8D38-6CB24320351C}"/>
    <dgm:cxn modelId="{4BE178D2-F89D-48DE-ADB2-8C0C86F8C3CA}" srcId="{112EA46A-AD74-4500-A8CA-D366A32788A3}" destId="{2B75457E-153A-4884-8F98-137AF1EAA4E6}" srcOrd="1" destOrd="0" parTransId="{D56C0E92-3D77-4766-B745-FFA9891E2FDC}" sibTransId="{A0CA9BB5-9DC2-4E96-A761-76624456B675}"/>
    <dgm:cxn modelId="{28394AF3-8C6B-441C-98FE-885CBC8CBF02}" type="presOf" srcId="{C4408D6A-FE9D-42C3-B87F-905587DBCC4D}" destId="{DCFF0059-629D-40D2-83DF-5A7C2B63FD32}" srcOrd="0" destOrd="0" presId="urn:microsoft.com/office/officeart/2005/8/layout/matrix3"/>
    <dgm:cxn modelId="{669FC939-BF2E-44E8-BF5A-1FC706B4B4B1}" type="presParOf" srcId="{85DD42D3-EE4F-4178-A770-792ADBED7E62}" destId="{14FF34A5-7229-4F33-ACB9-BCEA9FC74640}" srcOrd="0" destOrd="0" presId="urn:microsoft.com/office/officeart/2005/8/layout/matrix3"/>
    <dgm:cxn modelId="{282C1CE9-D390-4958-A4ED-417EC447901E}" type="presParOf" srcId="{85DD42D3-EE4F-4178-A770-792ADBED7E62}" destId="{DCFF0059-629D-40D2-83DF-5A7C2B63FD32}" srcOrd="1" destOrd="0" presId="urn:microsoft.com/office/officeart/2005/8/layout/matrix3"/>
    <dgm:cxn modelId="{D46CC0D0-6E36-4ACA-BFEC-365042F3C111}" type="presParOf" srcId="{85DD42D3-EE4F-4178-A770-792ADBED7E62}" destId="{DAC5CEB7-61F3-42DF-9620-2CC7E3CEE6D6}" srcOrd="2" destOrd="0" presId="urn:microsoft.com/office/officeart/2005/8/layout/matrix3"/>
    <dgm:cxn modelId="{6BB34D4A-5584-4F0E-B5FB-226BF2928F58}" type="presParOf" srcId="{85DD42D3-EE4F-4178-A770-792ADBED7E62}" destId="{D7747E23-A2DA-4E58-9ECE-489019572464}" srcOrd="3" destOrd="0" presId="urn:microsoft.com/office/officeart/2005/8/layout/matrix3"/>
    <dgm:cxn modelId="{5BD8608D-BB9D-4D28-A272-2FC9EB1D20A6}" type="presParOf" srcId="{85DD42D3-EE4F-4178-A770-792ADBED7E62}" destId="{E9982252-BB4D-4357-91BE-8374A520E1D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178D9B11-650E-45C4-8080-343D55512E23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C877AC8-83F7-4AA3-ABF4-9A10199E97D7}">
      <dgm:prSet/>
      <dgm:spPr/>
      <dgm:t>
        <a:bodyPr/>
        <a:lstStyle/>
        <a:p>
          <a:r>
            <a:rPr lang="uk-UA" b="0" i="0"/>
            <a:t>древлян</a:t>
          </a:r>
          <a:endParaRPr lang="uk-UA"/>
        </a:p>
      </dgm:t>
    </dgm:pt>
    <dgm:pt modelId="{6DC4EABB-FFFE-4DB6-9062-1955ADBA00B6}" type="parTrans" cxnId="{0DE1DE26-9199-452E-8E17-1F7D0B34036E}">
      <dgm:prSet/>
      <dgm:spPr/>
      <dgm:t>
        <a:bodyPr/>
        <a:lstStyle/>
        <a:p>
          <a:endParaRPr lang="uk-UA"/>
        </a:p>
      </dgm:t>
    </dgm:pt>
    <dgm:pt modelId="{2F69C94E-7096-4960-BC69-D013F8F4ED26}" type="sibTrans" cxnId="{0DE1DE26-9199-452E-8E17-1F7D0B34036E}">
      <dgm:prSet/>
      <dgm:spPr/>
      <dgm:t>
        <a:bodyPr/>
        <a:lstStyle/>
        <a:p>
          <a:endParaRPr lang="uk-UA"/>
        </a:p>
      </dgm:t>
    </dgm:pt>
    <dgm:pt modelId="{94F6EF3C-3E09-4CC8-B233-EC206A3B5AC4}">
      <dgm:prSet/>
      <dgm:spPr/>
      <dgm:t>
        <a:bodyPr/>
        <a:lstStyle/>
        <a:p>
          <a:r>
            <a:rPr lang="uk-UA" b="0" i="0"/>
            <a:t>сіверян</a:t>
          </a:r>
          <a:endParaRPr lang="uk-UA"/>
        </a:p>
      </dgm:t>
    </dgm:pt>
    <dgm:pt modelId="{3DBFBFA6-EBCC-434F-A3F3-1E376C09E4B6}" type="parTrans" cxnId="{A79F26C9-40D7-4179-84A0-F68C67FB4C9B}">
      <dgm:prSet/>
      <dgm:spPr/>
      <dgm:t>
        <a:bodyPr/>
        <a:lstStyle/>
        <a:p>
          <a:endParaRPr lang="uk-UA"/>
        </a:p>
      </dgm:t>
    </dgm:pt>
    <dgm:pt modelId="{DB7C9C18-4337-470E-877A-B12CEEB296C7}" type="sibTrans" cxnId="{A79F26C9-40D7-4179-84A0-F68C67FB4C9B}">
      <dgm:prSet/>
      <dgm:spPr/>
      <dgm:t>
        <a:bodyPr/>
        <a:lstStyle/>
        <a:p>
          <a:endParaRPr lang="uk-UA"/>
        </a:p>
      </dgm:t>
    </dgm:pt>
    <dgm:pt modelId="{EFA70C9B-BD46-463A-8F78-ECF8E78B9C25}">
      <dgm:prSet/>
      <dgm:spPr/>
      <dgm:t>
        <a:bodyPr/>
        <a:lstStyle/>
        <a:p>
          <a:r>
            <a:rPr lang="uk-UA" b="0" i="0" dirty="0"/>
            <a:t>уличів</a:t>
          </a:r>
          <a:endParaRPr lang="uk-UA" dirty="0"/>
        </a:p>
      </dgm:t>
    </dgm:pt>
    <dgm:pt modelId="{927BA98C-DC49-4D71-BB11-B6BC032B5D8E}" type="parTrans" cxnId="{8806D023-B595-4CB3-8155-22BD93D0B15C}">
      <dgm:prSet/>
      <dgm:spPr/>
      <dgm:t>
        <a:bodyPr/>
        <a:lstStyle/>
        <a:p>
          <a:endParaRPr lang="uk-UA"/>
        </a:p>
      </dgm:t>
    </dgm:pt>
    <dgm:pt modelId="{822D102E-9270-4488-AEA3-5231FBE540B3}" type="sibTrans" cxnId="{8806D023-B595-4CB3-8155-22BD93D0B15C}">
      <dgm:prSet/>
      <dgm:spPr/>
      <dgm:t>
        <a:bodyPr/>
        <a:lstStyle/>
        <a:p>
          <a:endParaRPr lang="uk-UA"/>
        </a:p>
      </dgm:t>
    </dgm:pt>
    <dgm:pt modelId="{F89B564B-09D3-40A9-B582-94B61837D7E2}">
      <dgm:prSet/>
      <dgm:spPr/>
      <dgm:t>
        <a:bodyPr/>
        <a:lstStyle/>
        <a:p>
          <a:r>
            <a:rPr lang="uk-UA" b="0" i="0" dirty="0"/>
            <a:t>полян</a:t>
          </a:r>
          <a:endParaRPr lang="uk-UA" dirty="0"/>
        </a:p>
      </dgm:t>
    </dgm:pt>
    <dgm:pt modelId="{EA53D955-9FDA-4AC0-90B5-FEA5BBC317FD}" type="parTrans" cxnId="{BAED96F5-701C-4F4E-9654-4EC285719DBE}">
      <dgm:prSet/>
      <dgm:spPr/>
      <dgm:t>
        <a:bodyPr/>
        <a:lstStyle/>
        <a:p>
          <a:endParaRPr lang="uk-UA"/>
        </a:p>
      </dgm:t>
    </dgm:pt>
    <dgm:pt modelId="{05F16752-4573-4325-97A7-DDBE19C95432}" type="sibTrans" cxnId="{BAED96F5-701C-4F4E-9654-4EC285719DBE}">
      <dgm:prSet/>
      <dgm:spPr/>
      <dgm:t>
        <a:bodyPr/>
        <a:lstStyle/>
        <a:p>
          <a:endParaRPr lang="uk-UA"/>
        </a:p>
      </dgm:t>
    </dgm:pt>
    <dgm:pt modelId="{E0EE29AF-2EDE-495B-B30D-AB537AC60C7A}" type="pres">
      <dgm:prSet presAssocID="{178D9B11-650E-45C4-8080-343D55512E23}" presName="matrix" presStyleCnt="0">
        <dgm:presLayoutVars>
          <dgm:chMax val="1"/>
          <dgm:dir/>
          <dgm:resizeHandles val="exact"/>
        </dgm:presLayoutVars>
      </dgm:prSet>
      <dgm:spPr/>
    </dgm:pt>
    <dgm:pt modelId="{340C9DCF-6F12-4960-AEC5-D87BD86E5DE3}" type="pres">
      <dgm:prSet presAssocID="{178D9B11-650E-45C4-8080-343D55512E23}" presName="diamond" presStyleLbl="bgShp" presStyleIdx="0" presStyleCnt="1"/>
      <dgm:spPr/>
    </dgm:pt>
    <dgm:pt modelId="{96BF77D4-60FB-4BE0-8104-AFEAEC58866E}" type="pres">
      <dgm:prSet presAssocID="{178D9B11-650E-45C4-8080-343D55512E2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A11BEF1-757F-456F-8154-F583BDC11B8E}" type="pres">
      <dgm:prSet presAssocID="{178D9B11-650E-45C4-8080-343D55512E2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6C7B9BE-D068-4EAE-9C7F-E56BA5B8CCB9}" type="pres">
      <dgm:prSet presAssocID="{178D9B11-650E-45C4-8080-343D55512E2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B28A40F-151B-4EDE-BC05-A5452B3488BB}" type="pres">
      <dgm:prSet presAssocID="{178D9B11-650E-45C4-8080-343D55512E2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806D023-B595-4CB3-8155-22BD93D0B15C}" srcId="{178D9B11-650E-45C4-8080-343D55512E23}" destId="{EFA70C9B-BD46-463A-8F78-ECF8E78B9C25}" srcOrd="2" destOrd="0" parTransId="{927BA98C-DC49-4D71-BB11-B6BC032B5D8E}" sibTransId="{822D102E-9270-4488-AEA3-5231FBE540B3}"/>
    <dgm:cxn modelId="{0DE1DE26-9199-452E-8E17-1F7D0B34036E}" srcId="{178D9B11-650E-45C4-8080-343D55512E23}" destId="{4C877AC8-83F7-4AA3-ABF4-9A10199E97D7}" srcOrd="0" destOrd="0" parTransId="{6DC4EABB-FFFE-4DB6-9062-1955ADBA00B6}" sibTransId="{2F69C94E-7096-4960-BC69-D013F8F4ED26}"/>
    <dgm:cxn modelId="{E5E58542-4351-41F2-857B-ACB6E7E9D657}" type="presOf" srcId="{EFA70C9B-BD46-463A-8F78-ECF8E78B9C25}" destId="{16C7B9BE-D068-4EAE-9C7F-E56BA5B8CCB9}" srcOrd="0" destOrd="0" presId="urn:microsoft.com/office/officeart/2005/8/layout/matrix3"/>
    <dgm:cxn modelId="{470BFF7A-4E70-4EDA-B535-7D9EAE2D86E3}" type="presOf" srcId="{4C877AC8-83F7-4AA3-ABF4-9A10199E97D7}" destId="{96BF77D4-60FB-4BE0-8104-AFEAEC58866E}" srcOrd="0" destOrd="0" presId="urn:microsoft.com/office/officeart/2005/8/layout/matrix3"/>
    <dgm:cxn modelId="{F636389C-1AC9-43F4-BA72-BFA30BB34A90}" type="presOf" srcId="{178D9B11-650E-45C4-8080-343D55512E23}" destId="{E0EE29AF-2EDE-495B-B30D-AB537AC60C7A}" srcOrd="0" destOrd="0" presId="urn:microsoft.com/office/officeart/2005/8/layout/matrix3"/>
    <dgm:cxn modelId="{A79F26C9-40D7-4179-84A0-F68C67FB4C9B}" srcId="{178D9B11-650E-45C4-8080-343D55512E23}" destId="{94F6EF3C-3E09-4CC8-B233-EC206A3B5AC4}" srcOrd="1" destOrd="0" parTransId="{3DBFBFA6-EBCC-434F-A3F3-1E376C09E4B6}" sibTransId="{DB7C9C18-4337-470E-877A-B12CEEB296C7}"/>
    <dgm:cxn modelId="{B7BED8CA-75ED-455D-A6EE-FB3AB2D7F370}" type="presOf" srcId="{94F6EF3C-3E09-4CC8-B233-EC206A3B5AC4}" destId="{9A11BEF1-757F-456F-8154-F583BDC11B8E}" srcOrd="0" destOrd="0" presId="urn:microsoft.com/office/officeart/2005/8/layout/matrix3"/>
    <dgm:cxn modelId="{CFBE9FCF-24C3-4544-9AED-5DF0E298470D}" type="presOf" srcId="{F89B564B-09D3-40A9-B582-94B61837D7E2}" destId="{4B28A40F-151B-4EDE-BC05-A5452B3488BB}" srcOrd="0" destOrd="0" presId="urn:microsoft.com/office/officeart/2005/8/layout/matrix3"/>
    <dgm:cxn modelId="{BAED96F5-701C-4F4E-9654-4EC285719DBE}" srcId="{178D9B11-650E-45C4-8080-343D55512E23}" destId="{F89B564B-09D3-40A9-B582-94B61837D7E2}" srcOrd="3" destOrd="0" parTransId="{EA53D955-9FDA-4AC0-90B5-FEA5BBC317FD}" sibTransId="{05F16752-4573-4325-97A7-DDBE19C95432}"/>
    <dgm:cxn modelId="{EBC67C01-3DEE-4EC3-9066-5B1A810BDD9D}" type="presParOf" srcId="{E0EE29AF-2EDE-495B-B30D-AB537AC60C7A}" destId="{340C9DCF-6F12-4960-AEC5-D87BD86E5DE3}" srcOrd="0" destOrd="0" presId="urn:microsoft.com/office/officeart/2005/8/layout/matrix3"/>
    <dgm:cxn modelId="{67DD3B4D-3A30-4BE4-AA97-3DFC33B4C3A8}" type="presParOf" srcId="{E0EE29AF-2EDE-495B-B30D-AB537AC60C7A}" destId="{96BF77D4-60FB-4BE0-8104-AFEAEC58866E}" srcOrd="1" destOrd="0" presId="urn:microsoft.com/office/officeart/2005/8/layout/matrix3"/>
    <dgm:cxn modelId="{7AD04C6E-3018-4B56-80B9-25BB295FF7DD}" type="presParOf" srcId="{E0EE29AF-2EDE-495B-B30D-AB537AC60C7A}" destId="{9A11BEF1-757F-456F-8154-F583BDC11B8E}" srcOrd="2" destOrd="0" presId="urn:microsoft.com/office/officeart/2005/8/layout/matrix3"/>
    <dgm:cxn modelId="{889B74CF-5482-42D6-98AC-3B0FEA98EF4D}" type="presParOf" srcId="{E0EE29AF-2EDE-495B-B30D-AB537AC60C7A}" destId="{16C7B9BE-D068-4EAE-9C7F-E56BA5B8CCB9}" srcOrd="3" destOrd="0" presId="urn:microsoft.com/office/officeart/2005/8/layout/matrix3"/>
    <dgm:cxn modelId="{E7A823AB-E5C4-4B51-85E4-8E98BAF56C2D}" type="presParOf" srcId="{E0EE29AF-2EDE-495B-B30D-AB537AC60C7A}" destId="{4B28A40F-151B-4EDE-BC05-A5452B3488B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10FE7979-7896-4C47-A71D-437E4579AA57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2913570-C516-47DA-8EDF-9A50FE1F231C}">
      <dgm:prSet/>
      <dgm:spPr/>
      <dgm:t>
        <a:bodyPr/>
        <a:lstStyle/>
        <a:p>
          <a:r>
            <a:rPr lang="uk-UA" b="0" i="0" dirty="0"/>
            <a:t>полян.</a:t>
          </a:r>
          <a:endParaRPr lang="uk-UA" dirty="0"/>
        </a:p>
      </dgm:t>
    </dgm:pt>
    <dgm:pt modelId="{BC0E7AD2-ADC9-486C-B7F4-1DFBF2C24CD3}" type="parTrans" cxnId="{D7B246A5-6172-4D75-BC2F-5113C77FE4DD}">
      <dgm:prSet/>
      <dgm:spPr/>
      <dgm:t>
        <a:bodyPr/>
        <a:lstStyle/>
        <a:p>
          <a:endParaRPr lang="uk-UA"/>
        </a:p>
      </dgm:t>
    </dgm:pt>
    <dgm:pt modelId="{1FFEEC56-0DFD-4C00-8CC2-6B3B67F528DD}" type="sibTrans" cxnId="{D7B246A5-6172-4D75-BC2F-5113C77FE4DD}">
      <dgm:prSet/>
      <dgm:spPr/>
      <dgm:t>
        <a:bodyPr/>
        <a:lstStyle/>
        <a:p>
          <a:endParaRPr lang="uk-UA"/>
        </a:p>
      </dgm:t>
    </dgm:pt>
    <dgm:pt modelId="{3CB8F131-C31F-4336-9D22-92868567ECE7}">
      <dgm:prSet/>
      <dgm:spPr/>
      <dgm:t>
        <a:bodyPr/>
        <a:lstStyle/>
        <a:p>
          <a:r>
            <a:rPr lang="uk-UA" b="0" i="0"/>
            <a:t>сіверян.</a:t>
          </a:r>
          <a:endParaRPr lang="uk-UA"/>
        </a:p>
      </dgm:t>
    </dgm:pt>
    <dgm:pt modelId="{4A924405-401B-4852-8279-72D21B5F4B23}" type="parTrans" cxnId="{161D52D7-0DB5-43A0-B2A1-4F8FFD282431}">
      <dgm:prSet/>
      <dgm:spPr/>
      <dgm:t>
        <a:bodyPr/>
        <a:lstStyle/>
        <a:p>
          <a:endParaRPr lang="uk-UA"/>
        </a:p>
      </dgm:t>
    </dgm:pt>
    <dgm:pt modelId="{377648CB-2807-492C-B84B-399E271FDC1C}" type="sibTrans" cxnId="{161D52D7-0DB5-43A0-B2A1-4F8FFD282431}">
      <dgm:prSet/>
      <dgm:spPr/>
      <dgm:t>
        <a:bodyPr/>
        <a:lstStyle/>
        <a:p>
          <a:endParaRPr lang="uk-UA"/>
        </a:p>
      </dgm:t>
    </dgm:pt>
    <dgm:pt modelId="{EA7A2164-91FB-4A88-BF88-75268521A561}">
      <dgm:prSet/>
      <dgm:spPr/>
      <dgm:t>
        <a:bodyPr/>
        <a:lstStyle/>
        <a:p>
          <a:r>
            <a:rPr lang="uk-UA" b="0" i="0"/>
            <a:t>древлян.</a:t>
          </a:r>
          <a:endParaRPr lang="uk-UA"/>
        </a:p>
      </dgm:t>
    </dgm:pt>
    <dgm:pt modelId="{C1E0B1BD-A5EB-4427-ABBD-8CA469EBB8F6}" type="parTrans" cxnId="{67BC339B-5BEF-4382-A6C4-9D986AB604FB}">
      <dgm:prSet/>
      <dgm:spPr/>
      <dgm:t>
        <a:bodyPr/>
        <a:lstStyle/>
        <a:p>
          <a:endParaRPr lang="uk-UA"/>
        </a:p>
      </dgm:t>
    </dgm:pt>
    <dgm:pt modelId="{5BE952AF-F9B0-44DB-8E5F-0633956E3674}" type="sibTrans" cxnId="{67BC339B-5BEF-4382-A6C4-9D986AB604FB}">
      <dgm:prSet/>
      <dgm:spPr/>
      <dgm:t>
        <a:bodyPr/>
        <a:lstStyle/>
        <a:p>
          <a:endParaRPr lang="uk-UA"/>
        </a:p>
      </dgm:t>
    </dgm:pt>
    <dgm:pt modelId="{DB294FF5-DEA8-4AE9-8A3C-1C42281FA306}">
      <dgm:prSet/>
      <dgm:spPr/>
      <dgm:t>
        <a:bodyPr/>
        <a:lstStyle/>
        <a:p>
          <a:r>
            <a:rPr lang="uk-UA" b="0" i="0" dirty="0"/>
            <a:t>волинян.</a:t>
          </a:r>
          <a:endParaRPr lang="uk-UA" dirty="0"/>
        </a:p>
      </dgm:t>
    </dgm:pt>
    <dgm:pt modelId="{2C28F5DF-8EC8-426A-9DA7-E0E0B1ED47D3}" type="parTrans" cxnId="{FD0743C3-FFF6-44C9-8E1C-9A23D492C7E9}">
      <dgm:prSet/>
      <dgm:spPr/>
      <dgm:t>
        <a:bodyPr/>
        <a:lstStyle/>
        <a:p>
          <a:endParaRPr lang="uk-UA"/>
        </a:p>
      </dgm:t>
    </dgm:pt>
    <dgm:pt modelId="{226A2FA0-7744-403D-AE1E-9E05D34465E2}" type="sibTrans" cxnId="{FD0743C3-FFF6-44C9-8E1C-9A23D492C7E9}">
      <dgm:prSet/>
      <dgm:spPr/>
      <dgm:t>
        <a:bodyPr/>
        <a:lstStyle/>
        <a:p>
          <a:endParaRPr lang="uk-UA"/>
        </a:p>
      </dgm:t>
    </dgm:pt>
    <dgm:pt modelId="{C7480C85-A4C0-4785-8CC6-CE5AF92769FF}" type="pres">
      <dgm:prSet presAssocID="{10FE7979-7896-4C47-A71D-437E4579AA57}" presName="matrix" presStyleCnt="0">
        <dgm:presLayoutVars>
          <dgm:chMax val="1"/>
          <dgm:dir/>
          <dgm:resizeHandles val="exact"/>
        </dgm:presLayoutVars>
      </dgm:prSet>
      <dgm:spPr/>
    </dgm:pt>
    <dgm:pt modelId="{20CDDC4E-42FB-47FD-8659-B6553E8C481A}" type="pres">
      <dgm:prSet presAssocID="{10FE7979-7896-4C47-A71D-437E4579AA57}" presName="diamond" presStyleLbl="bgShp" presStyleIdx="0" presStyleCnt="1"/>
      <dgm:spPr/>
    </dgm:pt>
    <dgm:pt modelId="{F3095BC2-737D-4B77-80CB-96E720AEE957}" type="pres">
      <dgm:prSet presAssocID="{10FE7979-7896-4C47-A71D-437E4579AA57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55045CE-4948-4B6B-987E-39F8C42CFB0E}" type="pres">
      <dgm:prSet presAssocID="{10FE7979-7896-4C47-A71D-437E4579AA57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8B0D00C-D750-4149-8AE7-5DDC3444B48F}" type="pres">
      <dgm:prSet presAssocID="{10FE7979-7896-4C47-A71D-437E4579AA57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058C946-E107-44DE-8AF0-D76EBFF79766}" type="pres">
      <dgm:prSet presAssocID="{10FE7979-7896-4C47-A71D-437E4579AA57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E874217-5736-44F4-9E89-FB44CDCFC467}" type="presOf" srcId="{DB294FF5-DEA8-4AE9-8A3C-1C42281FA306}" destId="{6058C946-E107-44DE-8AF0-D76EBFF79766}" srcOrd="0" destOrd="0" presId="urn:microsoft.com/office/officeart/2005/8/layout/matrix3"/>
    <dgm:cxn modelId="{221B2B51-7D2A-4D99-9BA5-537B5334B4D5}" type="presOf" srcId="{3CB8F131-C31F-4336-9D22-92868567ECE7}" destId="{D55045CE-4948-4B6B-987E-39F8C42CFB0E}" srcOrd="0" destOrd="0" presId="urn:microsoft.com/office/officeart/2005/8/layout/matrix3"/>
    <dgm:cxn modelId="{2CB8DF79-E351-46FD-BFA0-EA6FC981457C}" type="presOf" srcId="{10FE7979-7896-4C47-A71D-437E4579AA57}" destId="{C7480C85-A4C0-4785-8CC6-CE5AF92769FF}" srcOrd="0" destOrd="0" presId="urn:microsoft.com/office/officeart/2005/8/layout/matrix3"/>
    <dgm:cxn modelId="{67BC339B-5BEF-4382-A6C4-9D986AB604FB}" srcId="{10FE7979-7896-4C47-A71D-437E4579AA57}" destId="{EA7A2164-91FB-4A88-BF88-75268521A561}" srcOrd="2" destOrd="0" parTransId="{C1E0B1BD-A5EB-4427-ABBD-8CA469EBB8F6}" sibTransId="{5BE952AF-F9B0-44DB-8E5F-0633956E3674}"/>
    <dgm:cxn modelId="{D7B246A5-6172-4D75-BC2F-5113C77FE4DD}" srcId="{10FE7979-7896-4C47-A71D-437E4579AA57}" destId="{C2913570-C516-47DA-8EDF-9A50FE1F231C}" srcOrd="0" destOrd="0" parTransId="{BC0E7AD2-ADC9-486C-B7F4-1DFBF2C24CD3}" sibTransId="{1FFEEC56-0DFD-4C00-8CC2-6B3B67F528DD}"/>
    <dgm:cxn modelId="{3B0F05C3-4BBC-412F-80BF-CAC4F560CB70}" type="presOf" srcId="{C2913570-C516-47DA-8EDF-9A50FE1F231C}" destId="{F3095BC2-737D-4B77-80CB-96E720AEE957}" srcOrd="0" destOrd="0" presId="urn:microsoft.com/office/officeart/2005/8/layout/matrix3"/>
    <dgm:cxn modelId="{FD0743C3-FFF6-44C9-8E1C-9A23D492C7E9}" srcId="{10FE7979-7896-4C47-A71D-437E4579AA57}" destId="{DB294FF5-DEA8-4AE9-8A3C-1C42281FA306}" srcOrd="3" destOrd="0" parTransId="{2C28F5DF-8EC8-426A-9DA7-E0E0B1ED47D3}" sibTransId="{226A2FA0-7744-403D-AE1E-9E05D34465E2}"/>
    <dgm:cxn modelId="{50FFFFC9-266C-46A1-8C66-60236E551CCB}" type="presOf" srcId="{EA7A2164-91FB-4A88-BF88-75268521A561}" destId="{D8B0D00C-D750-4149-8AE7-5DDC3444B48F}" srcOrd="0" destOrd="0" presId="urn:microsoft.com/office/officeart/2005/8/layout/matrix3"/>
    <dgm:cxn modelId="{161D52D7-0DB5-43A0-B2A1-4F8FFD282431}" srcId="{10FE7979-7896-4C47-A71D-437E4579AA57}" destId="{3CB8F131-C31F-4336-9D22-92868567ECE7}" srcOrd="1" destOrd="0" parTransId="{4A924405-401B-4852-8279-72D21B5F4B23}" sibTransId="{377648CB-2807-492C-B84B-399E271FDC1C}"/>
    <dgm:cxn modelId="{8DA790B9-9407-4322-AB20-C71A60EB29CA}" type="presParOf" srcId="{C7480C85-A4C0-4785-8CC6-CE5AF92769FF}" destId="{20CDDC4E-42FB-47FD-8659-B6553E8C481A}" srcOrd="0" destOrd="0" presId="urn:microsoft.com/office/officeart/2005/8/layout/matrix3"/>
    <dgm:cxn modelId="{2FEE5471-3A12-4D7E-8599-5CFC59370239}" type="presParOf" srcId="{C7480C85-A4C0-4785-8CC6-CE5AF92769FF}" destId="{F3095BC2-737D-4B77-80CB-96E720AEE957}" srcOrd="1" destOrd="0" presId="urn:microsoft.com/office/officeart/2005/8/layout/matrix3"/>
    <dgm:cxn modelId="{6DB5C4C7-9970-4AC5-90D4-319A771007DE}" type="presParOf" srcId="{C7480C85-A4C0-4785-8CC6-CE5AF92769FF}" destId="{D55045CE-4948-4B6B-987E-39F8C42CFB0E}" srcOrd="2" destOrd="0" presId="urn:microsoft.com/office/officeart/2005/8/layout/matrix3"/>
    <dgm:cxn modelId="{BED5B3AD-C99D-4138-BB5F-D0AA1BCE9DE3}" type="presParOf" srcId="{C7480C85-A4C0-4785-8CC6-CE5AF92769FF}" destId="{D8B0D00C-D750-4149-8AE7-5DDC3444B48F}" srcOrd="3" destOrd="0" presId="urn:microsoft.com/office/officeart/2005/8/layout/matrix3"/>
    <dgm:cxn modelId="{2D488BA9-A252-4E9C-A957-FACF4A0CD8AB}" type="presParOf" srcId="{C7480C85-A4C0-4785-8CC6-CE5AF92769FF}" destId="{6058C946-E107-44DE-8AF0-D76EBFF7976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0AAD3B8A-9610-4AEE-889C-5DD00D9205F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282957B-391E-4C88-AA1F-CA216D14EBFC}">
      <dgm:prSet/>
      <dgm:spPr/>
      <dgm:t>
        <a:bodyPr/>
        <a:lstStyle/>
        <a:p>
          <a:r>
            <a:rPr lang="uk-UA" b="0" i="0" dirty="0"/>
            <a:t>упорядкувати систему управління державою і збору данини</a:t>
          </a:r>
          <a:endParaRPr lang="uk-UA" dirty="0"/>
        </a:p>
      </dgm:t>
    </dgm:pt>
    <dgm:pt modelId="{D713CB25-C819-4BB7-8E34-AC3D0EBE5218}" type="parTrans" cxnId="{179A1F00-C710-45C7-BE4A-4CEC347BDD1C}">
      <dgm:prSet/>
      <dgm:spPr/>
      <dgm:t>
        <a:bodyPr/>
        <a:lstStyle/>
        <a:p>
          <a:endParaRPr lang="uk-UA"/>
        </a:p>
      </dgm:t>
    </dgm:pt>
    <dgm:pt modelId="{AA9FF20F-E671-4C10-98C1-23ADE229B2AE}" type="sibTrans" cxnId="{179A1F00-C710-45C7-BE4A-4CEC347BDD1C}">
      <dgm:prSet/>
      <dgm:spPr/>
      <dgm:t>
        <a:bodyPr/>
        <a:lstStyle/>
        <a:p>
          <a:endParaRPr lang="uk-UA"/>
        </a:p>
      </dgm:t>
    </dgm:pt>
    <dgm:pt modelId="{4A97F7F0-7DB9-4486-8982-24A125D3862B}">
      <dgm:prSet/>
      <dgm:spPr/>
      <dgm:t>
        <a:bodyPr/>
        <a:lstStyle/>
        <a:p>
          <a:r>
            <a:rPr lang="uk-UA" b="0" i="0" dirty="0"/>
            <a:t>окреслити межі Київської Русі для сусідніх держав</a:t>
          </a:r>
          <a:endParaRPr lang="uk-UA" dirty="0"/>
        </a:p>
      </dgm:t>
    </dgm:pt>
    <dgm:pt modelId="{98E93DDB-2B2E-4286-BDF9-B4F01AF51E57}" type="parTrans" cxnId="{6D656F52-B550-415F-A71D-CFB2F78032A7}">
      <dgm:prSet/>
      <dgm:spPr/>
      <dgm:t>
        <a:bodyPr/>
        <a:lstStyle/>
        <a:p>
          <a:endParaRPr lang="uk-UA"/>
        </a:p>
      </dgm:t>
    </dgm:pt>
    <dgm:pt modelId="{193E480A-6710-49FF-9471-76679F76D3E2}" type="sibTrans" cxnId="{6D656F52-B550-415F-A71D-CFB2F78032A7}">
      <dgm:prSet/>
      <dgm:spPr/>
      <dgm:t>
        <a:bodyPr/>
        <a:lstStyle/>
        <a:p>
          <a:endParaRPr lang="uk-UA"/>
        </a:p>
      </dgm:t>
    </dgm:pt>
    <dgm:pt modelId="{1B90A1E4-4EE6-408A-B729-E0FB7B60A87D}">
      <dgm:prSet/>
      <dgm:spPr/>
      <dgm:t>
        <a:bodyPr/>
        <a:lstStyle/>
        <a:p>
          <a:r>
            <a:rPr lang="uk-UA" b="0" i="0"/>
            <a:t>помститися повсталим проти неї племенам</a:t>
          </a:r>
          <a:endParaRPr lang="uk-UA"/>
        </a:p>
      </dgm:t>
    </dgm:pt>
    <dgm:pt modelId="{AA2C0D07-C2CE-4848-AB6A-FAECD1283937}" type="parTrans" cxnId="{5AFFA84F-C1B5-4D16-9FC0-4FDABF241522}">
      <dgm:prSet/>
      <dgm:spPr/>
      <dgm:t>
        <a:bodyPr/>
        <a:lstStyle/>
        <a:p>
          <a:endParaRPr lang="uk-UA"/>
        </a:p>
      </dgm:t>
    </dgm:pt>
    <dgm:pt modelId="{EA72B2CD-5249-48B4-8E47-F81A0FBA94E7}" type="sibTrans" cxnId="{5AFFA84F-C1B5-4D16-9FC0-4FDABF241522}">
      <dgm:prSet/>
      <dgm:spPr/>
      <dgm:t>
        <a:bodyPr/>
        <a:lstStyle/>
        <a:p>
          <a:endParaRPr lang="uk-UA"/>
        </a:p>
      </dgm:t>
    </dgm:pt>
    <dgm:pt modelId="{4B3EF1E2-806B-45A5-BBED-E08122A9D88F}">
      <dgm:prSet/>
      <dgm:spPr/>
      <dgm:t>
        <a:bodyPr/>
        <a:lstStyle/>
        <a:p>
          <a:r>
            <a:rPr lang="uk-UA" b="0" i="0" dirty="0"/>
            <a:t>поширити християнську віру серед язичників</a:t>
          </a:r>
          <a:endParaRPr lang="uk-UA" dirty="0"/>
        </a:p>
      </dgm:t>
    </dgm:pt>
    <dgm:pt modelId="{C9301650-48AA-4185-8AA7-389D2A3284DA}" type="parTrans" cxnId="{0B6D1823-C16C-435E-9F55-9EF4A6249E04}">
      <dgm:prSet/>
      <dgm:spPr/>
      <dgm:t>
        <a:bodyPr/>
        <a:lstStyle/>
        <a:p>
          <a:endParaRPr lang="uk-UA"/>
        </a:p>
      </dgm:t>
    </dgm:pt>
    <dgm:pt modelId="{F921A17F-6EDD-4206-BB5E-951A5703356C}" type="sibTrans" cxnId="{0B6D1823-C16C-435E-9F55-9EF4A6249E04}">
      <dgm:prSet/>
      <dgm:spPr/>
      <dgm:t>
        <a:bodyPr/>
        <a:lstStyle/>
        <a:p>
          <a:endParaRPr lang="uk-UA"/>
        </a:p>
      </dgm:t>
    </dgm:pt>
    <dgm:pt modelId="{0C983C7F-C167-4208-A06A-8D444EB5A87C}" type="pres">
      <dgm:prSet presAssocID="{0AAD3B8A-9610-4AEE-889C-5DD00D9205FA}" presName="linear" presStyleCnt="0">
        <dgm:presLayoutVars>
          <dgm:animLvl val="lvl"/>
          <dgm:resizeHandles val="exact"/>
        </dgm:presLayoutVars>
      </dgm:prSet>
      <dgm:spPr/>
    </dgm:pt>
    <dgm:pt modelId="{A526CC05-CEE1-4090-9125-1160BD7EFCA1}" type="pres">
      <dgm:prSet presAssocID="{5282957B-391E-4C88-AA1F-CA216D14EBF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75105A6-19CB-4E10-A3F7-67D39ECEC860}" type="pres">
      <dgm:prSet presAssocID="{AA9FF20F-E671-4C10-98C1-23ADE229B2AE}" presName="spacer" presStyleCnt="0"/>
      <dgm:spPr/>
    </dgm:pt>
    <dgm:pt modelId="{3E6D7F51-3395-44C4-9A20-38C57190AAA5}" type="pres">
      <dgm:prSet presAssocID="{4A97F7F0-7DB9-4486-8982-24A125D3862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B52B268-164D-4D1A-B650-87D7C27CACC6}" type="pres">
      <dgm:prSet presAssocID="{193E480A-6710-49FF-9471-76679F76D3E2}" presName="spacer" presStyleCnt="0"/>
      <dgm:spPr/>
    </dgm:pt>
    <dgm:pt modelId="{4B030898-6768-4336-8565-C42DE167C47E}" type="pres">
      <dgm:prSet presAssocID="{1B90A1E4-4EE6-408A-B729-E0FB7B60A87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244A992-52CE-441C-A031-4E0FE176E5C6}" type="pres">
      <dgm:prSet presAssocID="{EA72B2CD-5249-48B4-8E47-F81A0FBA94E7}" presName="spacer" presStyleCnt="0"/>
      <dgm:spPr/>
    </dgm:pt>
    <dgm:pt modelId="{BFB5ABB0-005E-405E-A799-9E60BF64EA0E}" type="pres">
      <dgm:prSet presAssocID="{4B3EF1E2-806B-45A5-BBED-E08122A9D88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79A1F00-C710-45C7-BE4A-4CEC347BDD1C}" srcId="{0AAD3B8A-9610-4AEE-889C-5DD00D9205FA}" destId="{5282957B-391E-4C88-AA1F-CA216D14EBFC}" srcOrd="0" destOrd="0" parTransId="{D713CB25-C819-4BB7-8E34-AC3D0EBE5218}" sibTransId="{AA9FF20F-E671-4C10-98C1-23ADE229B2AE}"/>
    <dgm:cxn modelId="{0B6D1823-C16C-435E-9F55-9EF4A6249E04}" srcId="{0AAD3B8A-9610-4AEE-889C-5DD00D9205FA}" destId="{4B3EF1E2-806B-45A5-BBED-E08122A9D88F}" srcOrd="3" destOrd="0" parTransId="{C9301650-48AA-4185-8AA7-389D2A3284DA}" sibTransId="{F921A17F-6EDD-4206-BB5E-951A5703356C}"/>
    <dgm:cxn modelId="{9CAB8034-57C4-44CD-A7B4-80B0A73C7725}" type="presOf" srcId="{5282957B-391E-4C88-AA1F-CA216D14EBFC}" destId="{A526CC05-CEE1-4090-9125-1160BD7EFCA1}" srcOrd="0" destOrd="0" presId="urn:microsoft.com/office/officeart/2005/8/layout/vList2"/>
    <dgm:cxn modelId="{66F67467-FFEB-4089-951A-2E8E8193C072}" type="presOf" srcId="{4B3EF1E2-806B-45A5-BBED-E08122A9D88F}" destId="{BFB5ABB0-005E-405E-A799-9E60BF64EA0E}" srcOrd="0" destOrd="0" presId="urn:microsoft.com/office/officeart/2005/8/layout/vList2"/>
    <dgm:cxn modelId="{F62CD16D-496D-4125-BD60-9663A512C2B7}" type="presOf" srcId="{0AAD3B8A-9610-4AEE-889C-5DD00D9205FA}" destId="{0C983C7F-C167-4208-A06A-8D444EB5A87C}" srcOrd="0" destOrd="0" presId="urn:microsoft.com/office/officeart/2005/8/layout/vList2"/>
    <dgm:cxn modelId="{5AFFA84F-C1B5-4D16-9FC0-4FDABF241522}" srcId="{0AAD3B8A-9610-4AEE-889C-5DD00D9205FA}" destId="{1B90A1E4-4EE6-408A-B729-E0FB7B60A87D}" srcOrd="2" destOrd="0" parTransId="{AA2C0D07-C2CE-4848-AB6A-FAECD1283937}" sibTransId="{EA72B2CD-5249-48B4-8E47-F81A0FBA94E7}"/>
    <dgm:cxn modelId="{6D656F52-B550-415F-A71D-CFB2F78032A7}" srcId="{0AAD3B8A-9610-4AEE-889C-5DD00D9205FA}" destId="{4A97F7F0-7DB9-4486-8982-24A125D3862B}" srcOrd="1" destOrd="0" parTransId="{98E93DDB-2B2E-4286-BDF9-B4F01AF51E57}" sibTransId="{193E480A-6710-49FF-9471-76679F76D3E2}"/>
    <dgm:cxn modelId="{52460ADA-A281-46DB-8B96-C6286A1F31EA}" type="presOf" srcId="{1B90A1E4-4EE6-408A-B729-E0FB7B60A87D}" destId="{4B030898-6768-4336-8565-C42DE167C47E}" srcOrd="0" destOrd="0" presId="urn:microsoft.com/office/officeart/2005/8/layout/vList2"/>
    <dgm:cxn modelId="{820B76E8-7F58-401D-AAD3-9F9D46B02989}" type="presOf" srcId="{4A97F7F0-7DB9-4486-8982-24A125D3862B}" destId="{3E6D7F51-3395-44C4-9A20-38C57190AAA5}" srcOrd="0" destOrd="0" presId="urn:microsoft.com/office/officeart/2005/8/layout/vList2"/>
    <dgm:cxn modelId="{25773664-BFF9-4DE9-A7A1-1DD6BD5D961D}" type="presParOf" srcId="{0C983C7F-C167-4208-A06A-8D444EB5A87C}" destId="{A526CC05-CEE1-4090-9125-1160BD7EFCA1}" srcOrd="0" destOrd="0" presId="urn:microsoft.com/office/officeart/2005/8/layout/vList2"/>
    <dgm:cxn modelId="{E1294E73-DF14-4618-A052-ECC3393F459A}" type="presParOf" srcId="{0C983C7F-C167-4208-A06A-8D444EB5A87C}" destId="{275105A6-19CB-4E10-A3F7-67D39ECEC860}" srcOrd="1" destOrd="0" presId="urn:microsoft.com/office/officeart/2005/8/layout/vList2"/>
    <dgm:cxn modelId="{76819ADD-DED3-4E06-9307-88791658FD4D}" type="presParOf" srcId="{0C983C7F-C167-4208-A06A-8D444EB5A87C}" destId="{3E6D7F51-3395-44C4-9A20-38C57190AAA5}" srcOrd="2" destOrd="0" presId="urn:microsoft.com/office/officeart/2005/8/layout/vList2"/>
    <dgm:cxn modelId="{335821AA-359C-4827-B769-F560797A37B2}" type="presParOf" srcId="{0C983C7F-C167-4208-A06A-8D444EB5A87C}" destId="{3B52B268-164D-4D1A-B650-87D7C27CACC6}" srcOrd="3" destOrd="0" presId="urn:microsoft.com/office/officeart/2005/8/layout/vList2"/>
    <dgm:cxn modelId="{B242AF2E-F9A7-4813-A7A6-BFCE654419A8}" type="presParOf" srcId="{0C983C7F-C167-4208-A06A-8D444EB5A87C}" destId="{4B030898-6768-4336-8565-C42DE167C47E}" srcOrd="4" destOrd="0" presId="urn:microsoft.com/office/officeart/2005/8/layout/vList2"/>
    <dgm:cxn modelId="{68DAEA9A-AB60-40BE-89D3-80308296C27E}" type="presParOf" srcId="{0C983C7F-C167-4208-A06A-8D444EB5A87C}" destId="{8244A992-52CE-441C-A031-4E0FE176E5C6}" srcOrd="5" destOrd="0" presId="urn:microsoft.com/office/officeart/2005/8/layout/vList2"/>
    <dgm:cxn modelId="{C5777563-4585-4BEB-B01B-DE65BB5EFFD5}" type="presParOf" srcId="{0C983C7F-C167-4208-A06A-8D444EB5A87C}" destId="{BFB5ABB0-005E-405E-A799-9E60BF64EA0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CB0E6277-504A-4343-9365-842DA0DADA6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77451F7-3FA9-4B2F-BAE7-329537A02386}">
      <dgm:prSet/>
      <dgm:spPr/>
      <dgm:t>
        <a:bodyPr/>
        <a:lstStyle/>
        <a:p>
          <a:r>
            <a:rPr lang="ru-RU" b="0" i="0"/>
            <a:t>визначено розміри данини.</a:t>
          </a:r>
          <a:endParaRPr lang="uk-UA"/>
        </a:p>
      </dgm:t>
    </dgm:pt>
    <dgm:pt modelId="{E67F5A98-E53F-42F2-8CF6-E96988CD5092}" type="parTrans" cxnId="{38297AA3-B8B1-4E07-AFD8-4557E6407843}">
      <dgm:prSet/>
      <dgm:spPr/>
      <dgm:t>
        <a:bodyPr/>
        <a:lstStyle/>
        <a:p>
          <a:endParaRPr lang="uk-UA"/>
        </a:p>
      </dgm:t>
    </dgm:pt>
    <dgm:pt modelId="{1E0C70ED-1764-41A7-AB1E-8E41C62162C5}" type="sibTrans" cxnId="{38297AA3-B8B1-4E07-AFD8-4557E6407843}">
      <dgm:prSet/>
      <dgm:spPr/>
      <dgm:t>
        <a:bodyPr/>
        <a:lstStyle/>
        <a:p>
          <a:endParaRPr lang="uk-UA"/>
        </a:p>
      </dgm:t>
    </dgm:pt>
    <dgm:pt modelId="{D5324657-9840-42A2-81B3-DD87519CF5D9}">
      <dgm:prSet/>
      <dgm:spPr/>
      <dgm:t>
        <a:bodyPr/>
        <a:lstStyle/>
        <a:p>
          <a:r>
            <a:rPr lang="ru-RU" b="0" i="0" dirty="0" err="1"/>
            <a:t>запроваджено</a:t>
          </a:r>
          <a:r>
            <a:rPr lang="ru-RU" b="0" i="0" dirty="0"/>
            <a:t> систему </a:t>
          </a:r>
          <a:r>
            <a:rPr lang="ru-RU" b="0" i="0" dirty="0" err="1"/>
            <a:t>полюддя</a:t>
          </a:r>
          <a:r>
            <a:rPr lang="ru-RU" b="0" i="0" dirty="0"/>
            <a:t>.</a:t>
          </a:r>
          <a:endParaRPr lang="uk-UA" dirty="0"/>
        </a:p>
      </dgm:t>
    </dgm:pt>
    <dgm:pt modelId="{38EB3964-165B-4B8E-A906-61AA076068AA}" type="parTrans" cxnId="{2812D0B3-1872-4538-8E0E-E82A18BAE839}">
      <dgm:prSet/>
      <dgm:spPr/>
      <dgm:t>
        <a:bodyPr/>
        <a:lstStyle/>
        <a:p>
          <a:endParaRPr lang="uk-UA"/>
        </a:p>
      </dgm:t>
    </dgm:pt>
    <dgm:pt modelId="{CA372E55-2C6D-4CEE-9446-5242E755BDCB}" type="sibTrans" cxnId="{2812D0B3-1872-4538-8E0E-E82A18BAE839}">
      <dgm:prSet/>
      <dgm:spPr/>
      <dgm:t>
        <a:bodyPr/>
        <a:lstStyle/>
        <a:p>
          <a:endParaRPr lang="uk-UA"/>
        </a:p>
      </dgm:t>
    </dgm:pt>
    <dgm:pt modelId="{AEA499D3-BBC9-4B89-95E7-C7D792C7D2B2}">
      <dgm:prSet/>
      <dgm:spPr/>
      <dgm:t>
        <a:bodyPr/>
        <a:lstStyle/>
        <a:p>
          <a:r>
            <a:rPr lang="ru-RU" b="0" i="0" dirty="0"/>
            <a:t>створено першу школу для </a:t>
          </a:r>
          <a:r>
            <a:rPr lang="ru-RU" b="0" i="0" dirty="0" err="1"/>
            <a:t>дівчат</a:t>
          </a:r>
          <a:r>
            <a:rPr lang="ru-RU" b="0" i="0" dirty="0"/>
            <a:t>.</a:t>
          </a:r>
          <a:endParaRPr lang="uk-UA" dirty="0"/>
        </a:p>
      </dgm:t>
    </dgm:pt>
    <dgm:pt modelId="{F399410E-0D5C-47EB-AE8F-73DF35A1E256}" type="parTrans" cxnId="{8F34BB38-D299-48AA-9117-5582AD844202}">
      <dgm:prSet/>
      <dgm:spPr/>
      <dgm:t>
        <a:bodyPr/>
        <a:lstStyle/>
        <a:p>
          <a:endParaRPr lang="uk-UA"/>
        </a:p>
      </dgm:t>
    </dgm:pt>
    <dgm:pt modelId="{D76C8CEF-F857-4B38-857E-8AD94AC0FA1B}" type="sibTrans" cxnId="{8F34BB38-D299-48AA-9117-5582AD844202}">
      <dgm:prSet/>
      <dgm:spPr/>
      <dgm:t>
        <a:bodyPr/>
        <a:lstStyle/>
        <a:p>
          <a:endParaRPr lang="uk-UA"/>
        </a:p>
      </dgm:t>
    </dgm:pt>
    <dgm:pt modelId="{9ED95356-577D-4607-822C-0B18287CCD6D}">
      <dgm:prSet/>
      <dgm:spPr/>
      <dgm:t>
        <a:bodyPr/>
        <a:lstStyle/>
        <a:p>
          <a:r>
            <a:rPr lang="ru-RU" b="0" i="0" dirty="0" err="1"/>
            <a:t>затверджено</a:t>
          </a:r>
          <a:r>
            <a:rPr lang="ru-RU" b="0" i="0" dirty="0"/>
            <a:t> систему </a:t>
          </a:r>
          <a:r>
            <a:rPr lang="ru-RU" b="0" i="0" dirty="0" err="1"/>
            <a:t>васалітету</a:t>
          </a:r>
          <a:r>
            <a:rPr lang="ru-RU" b="0" i="0" dirty="0"/>
            <a:t>.</a:t>
          </a:r>
          <a:endParaRPr lang="uk-UA" dirty="0"/>
        </a:p>
      </dgm:t>
    </dgm:pt>
    <dgm:pt modelId="{9A4DCE6B-101A-48BC-AE36-42B4ECBA0712}" type="parTrans" cxnId="{45164145-3F86-42EB-A662-567446E81542}">
      <dgm:prSet/>
      <dgm:spPr/>
      <dgm:t>
        <a:bodyPr/>
        <a:lstStyle/>
        <a:p>
          <a:endParaRPr lang="uk-UA"/>
        </a:p>
      </dgm:t>
    </dgm:pt>
    <dgm:pt modelId="{4C429883-D448-4832-8742-1B7981B4E7E7}" type="sibTrans" cxnId="{45164145-3F86-42EB-A662-567446E81542}">
      <dgm:prSet/>
      <dgm:spPr/>
      <dgm:t>
        <a:bodyPr/>
        <a:lstStyle/>
        <a:p>
          <a:endParaRPr lang="uk-UA"/>
        </a:p>
      </dgm:t>
    </dgm:pt>
    <dgm:pt modelId="{977398B3-A4C0-4A7D-AB72-5223A29A9743}" type="pres">
      <dgm:prSet presAssocID="{CB0E6277-504A-4343-9365-842DA0DADA68}" presName="linear" presStyleCnt="0">
        <dgm:presLayoutVars>
          <dgm:animLvl val="lvl"/>
          <dgm:resizeHandles val="exact"/>
        </dgm:presLayoutVars>
      </dgm:prSet>
      <dgm:spPr/>
    </dgm:pt>
    <dgm:pt modelId="{17D7AD0A-507A-4CF5-B154-8D96B4398E9F}" type="pres">
      <dgm:prSet presAssocID="{E77451F7-3FA9-4B2F-BAE7-329537A0238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F09A14E-1F83-4E15-8BD8-BFF449E10EC0}" type="pres">
      <dgm:prSet presAssocID="{1E0C70ED-1764-41A7-AB1E-8E41C62162C5}" presName="spacer" presStyleCnt="0"/>
      <dgm:spPr/>
    </dgm:pt>
    <dgm:pt modelId="{8490E0E8-A82F-459F-BA3F-7BCBB810ED21}" type="pres">
      <dgm:prSet presAssocID="{D5324657-9840-42A2-81B3-DD87519CF5D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FBB7BEB-6158-42B6-8B5D-70550C096D73}" type="pres">
      <dgm:prSet presAssocID="{CA372E55-2C6D-4CEE-9446-5242E755BDCB}" presName="spacer" presStyleCnt="0"/>
      <dgm:spPr/>
    </dgm:pt>
    <dgm:pt modelId="{FA03FB9E-8559-47E7-B1C6-7E15FEEFA53B}" type="pres">
      <dgm:prSet presAssocID="{AEA499D3-BBC9-4B89-95E7-C7D792C7D2B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077FD1E-4F59-4F09-BA6F-4F8428967E0B}" type="pres">
      <dgm:prSet presAssocID="{D76C8CEF-F857-4B38-857E-8AD94AC0FA1B}" presName="spacer" presStyleCnt="0"/>
      <dgm:spPr/>
    </dgm:pt>
    <dgm:pt modelId="{A874FEAE-F8F2-4D69-AC08-B130AAB3E5FB}" type="pres">
      <dgm:prSet presAssocID="{9ED95356-577D-4607-822C-0B18287CCD6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170751A-0F9B-498C-9385-6B08C48E0A95}" type="presOf" srcId="{CB0E6277-504A-4343-9365-842DA0DADA68}" destId="{977398B3-A4C0-4A7D-AB72-5223A29A9743}" srcOrd="0" destOrd="0" presId="urn:microsoft.com/office/officeart/2005/8/layout/vList2"/>
    <dgm:cxn modelId="{8F34BB38-D299-48AA-9117-5582AD844202}" srcId="{CB0E6277-504A-4343-9365-842DA0DADA68}" destId="{AEA499D3-BBC9-4B89-95E7-C7D792C7D2B2}" srcOrd="2" destOrd="0" parTransId="{F399410E-0D5C-47EB-AE8F-73DF35A1E256}" sibTransId="{D76C8CEF-F857-4B38-857E-8AD94AC0FA1B}"/>
    <dgm:cxn modelId="{45164145-3F86-42EB-A662-567446E81542}" srcId="{CB0E6277-504A-4343-9365-842DA0DADA68}" destId="{9ED95356-577D-4607-822C-0B18287CCD6D}" srcOrd="3" destOrd="0" parTransId="{9A4DCE6B-101A-48BC-AE36-42B4ECBA0712}" sibTransId="{4C429883-D448-4832-8742-1B7981B4E7E7}"/>
    <dgm:cxn modelId="{B6977C7F-8B2E-4329-A9F4-FB3A0E5A0784}" type="presOf" srcId="{E77451F7-3FA9-4B2F-BAE7-329537A02386}" destId="{17D7AD0A-507A-4CF5-B154-8D96B4398E9F}" srcOrd="0" destOrd="0" presId="urn:microsoft.com/office/officeart/2005/8/layout/vList2"/>
    <dgm:cxn modelId="{DFE1A086-F238-4E5D-A8C2-BB1112DFF2E6}" type="presOf" srcId="{9ED95356-577D-4607-822C-0B18287CCD6D}" destId="{A874FEAE-F8F2-4D69-AC08-B130AAB3E5FB}" srcOrd="0" destOrd="0" presId="urn:microsoft.com/office/officeart/2005/8/layout/vList2"/>
    <dgm:cxn modelId="{796AA498-737E-4F3C-BFBE-FFB5C05775CA}" type="presOf" srcId="{D5324657-9840-42A2-81B3-DD87519CF5D9}" destId="{8490E0E8-A82F-459F-BA3F-7BCBB810ED21}" srcOrd="0" destOrd="0" presId="urn:microsoft.com/office/officeart/2005/8/layout/vList2"/>
    <dgm:cxn modelId="{2F74F2A0-DF99-4180-A15C-BCC36DAF1FC7}" type="presOf" srcId="{AEA499D3-BBC9-4B89-95E7-C7D792C7D2B2}" destId="{FA03FB9E-8559-47E7-B1C6-7E15FEEFA53B}" srcOrd="0" destOrd="0" presId="urn:microsoft.com/office/officeart/2005/8/layout/vList2"/>
    <dgm:cxn modelId="{38297AA3-B8B1-4E07-AFD8-4557E6407843}" srcId="{CB0E6277-504A-4343-9365-842DA0DADA68}" destId="{E77451F7-3FA9-4B2F-BAE7-329537A02386}" srcOrd="0" destOrd="0" parTransId="{E67F5A98-E53F-42F2-8CF6-E96988CD5092}" sibTransId="{1E0C70ED-1764-41A7-AB1E-8E41C62162C5}"/>
    <dgm:cxn modelId="{2812D0B3-1872-4538-8E0E-E82A18BAE839}" srcId="{CB0E6277-504A-4343-9365-842DA0DADA68}" destId="{D5324657-9840-42A2-81B3-DD87519CF5D9}" srcOrd="1" destOrd="0" parTransId="{38EB3964-165B-4B8E-A906-61AA076068AA}" sibTransId="{CA372E55-2C6D-4CEE-9446-5242E755BDCB}"/>
    <dgm:cxn modelId="{F4491D9E-6290-488E-B030-AE238518F2E0}" type="presParOf" srcId="{977398B3-A4C0-4A7D-AB72-5223A29A9743}" destId="{17D7AD0A-507A-4CF5-B154-8D96B4398E9F}" srcOrd="0" destOrd="0" presId="urn:microsoft.com/office/officeart/2005/8/layout/vList2"/>
    <dgm:cxn modelId="{B461DA03-66A8-4FF2-92EC-6AF9583A1913}" type="presParOf" srcId="{977398B3-A4C0-4A7D-AB72-5223A29A9743}" destId="{2F09A14E-1F83-4E15-8BD8-BFF449E10EC0}" srcOrd="1" destOrd="0" presId="urn:microsoft.com/office/officeart/2005/8/layout/vList2"/>
    <dgm:cxn modelId="{F6B62337-ABDD-422B-AACE-5A5A63F777E6}" type="presParOf" srcId="{977398B3-A4C0-4A7D-AB72-5223A29A9743}" destId="{8490E0E8-A82F-459F-BA3F-7BCBB810ED21}" srcOrd="2" destOrd="0" presId="urn:microsoft.com/office/officeart/2005/8/layout/vList2"/>
    <dgm:cxn modelId="{B24E4643-000E-40AF-93A6-BF5C1CEAA64C}" type="presParOf" srcId="{977398B3-A4C0-4A7D-AB72-5223A29A9743}" destId="{1FBB7BEB-6158-42B6-8B5D-70550C096D73}" srcOrd="3" destOrd="0" presId="urn:microsoft.com/office/officeart/2005/8/layout/vList2"/>
    <dgm:cxn modelId="{9639AFCF-6414-44F6-B610-06446F0E5E2D}" type="presParOf" srcId="{977398B3-A4C0-4A7D-AB72-5223A29A9743}" destId="{FA03FB9E-8559-47E7-B1C6-7E15FEEFA53B}" srcOrd="4" destOrd="0" presId="urn:microsoft.com/office/officeart/2005/8/layout/vList2"/>
    <dgm:cxn modelId="{4D02A4C2-2F5D-462F-AC0F-A5359AF57B88}" type="presParOf" srcId="{977398B3-A4C0-4A7D-AB72-5223A29A9743}" destId="{7077FD1E-4F59-4F09-BA6F-4F8428967E0B}" srcOrd="5" destOrd="0" presId="urn:microsoft.com/office/officeart/2005/8/layout/vList2"/>
    <dgm:cxn modelId="{B7E30070-1CAC-4F39-98F2-E1B67EFEE824}" type="presParOf" srcId="{977398B3-A4C0-4A7D-AB72-5223A29A9743}" destId="{A874FEAE-F8F2-4D69-AC08-B130AAB3E5F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112EA46A-AD74-4500-A8CA-D366A32788A3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4408D6A-FE9D-42C3-B87F-905587DBCC4D}">
      <dgm:prSet/>
      <dgm:spPr/>
      <dgm:t>
        <a:bodyPr/>
        <a:lstStyle/>
        <a:p>
          <a:r>
            <a:rPr lang="uk-UA" b="0" i="0"/>
            <a:t>полян</a:t>
          </a:r>
          <a:endParaRPr lang="uk-UA"/>
        </a:p>
      </dgm:t>
    </dgm:pt>
    <dgm:pt modelId="{58835B8F-C3B9-4ECC-AFFF-3123EED9EC63}" type="parTrans" cxnId="{7223E819-335D-40E5-9573-36F4691B779B}">
      <dgm:prSet/>
      <dgm:spPr/>
      <dgm:t>
        <a:bodyPr/>
        <a:lstStyle/>
        <a:p>
          <a:endParaRPr lang="uk-UA"/>
        </a:p>
      </dgm:t>
    </dgm:pt>
    <dgm:pt modelId="{C8A27558-2DB6-4498-A710-497B35E42E1E}" type="sibTrans" cxnId="{7223E819-335D-40E5-9573-36F4691B779B}">
      <dgm:prSet/>
      <dgm:spPr/>
      <dgm:t>
        <a:bodyPr/>
        <a:lstStyle/>
        <a:p>
          <a:endParaRPr lang="uk-UA"/>
        </a:p>
      </dgm:t>
    </dgm:pt>
    <dgm:pt modelId="{2B75457E-153A-4884-8F98-137AF1EAA4E6}">
      <dgm:prSet/>
      <dgm:spPr/>
      <dgm:t>
        <a:bodyPr/>
        <a:lstStyle/>
        <a:p>
          <a:r>
            <a:rPr lang="uk-UA" b="0" i="0"/>
            <a:t>древлян</a:t>
          </a:r>
          <a:endParaRPr lang="uk-UA"/>
        </a:p>
      </dgm:t>
    </dgm:pt>
    <dgm:pt modelId="{D56C0E92-3D77-4766-B745-FFA9891E2FDC}" type="parTrans" cxnId="{4BE178D2-F89D-48DE-ADB2-8C0C86F8C3CA}">
      <dgm:prSet/>
      <dgm:spPr/>
      <dgm:t>
        <a:bodyPr/>
        <a:lstStyle/>
        <a:p>
          <a:endParaRPr lang="uk-UA"/>
        </a:p>
      </dgm:t>
    </dgm:pt>
    <dgm:pt modelId="{A0CA9BB5-9DC2-4E96-A761-76624456B675}" type="sibTrans" cxnId="{4BE178D2-F89D-48DE-ADB2-8C0C86F8C3CA}">
      <dgm:prSet/>
      <dgm:spPr/>
      <dgm:t>
        <a:bodyPr/>
        <a:lstStyle/>
        <a:p>
          <a:endParaRPr lang="uk-UA"/>
        </a:p>
      </dgm:t>
    </dgm:pt>
    <dgm:pt modelId="{A4ED340B-8393-4036-9F23-15BBD57F66BC}">
      <dgm:prSet/>
      <dgm:spPr/>
      <dgm:t>
        <a:bodyPr/>
        <a:lstStyle/>
        <a:p>
          <a:r>
            <a:rPr lang="uk-UA" b="0" i="0" dirty="0"/>
            <a:t>волинян</a:t>
          </a:r>
          <a:endParaRPr lang="uk-UA" dirty="0"/>
        </a:p>
      </dgm:t>
    </dgm:pt>
    <dgm:pt modelId="{87472ABA-932A-44CC-81A3-237D5C023A9B}" type="parTrans" cxnId="{4AB98ECF-5344-4F27-86B6-9933BD2BC3D1}">
      <dgm:prSet/>
      <dgm:spPr/>
      <dgm:t>
        <a:bodyPr/>
        <a:lstStyle/>
        <a:p>
          <a:endParaRPr lang="uk-UA"/>
        </a:p>
      </dgm:t>
    </dgm:pt>
    <dgm:pt modelId="{762A4AA8-9CE4-4A01-8D38-6CB24320351C}" type="sibTrans" cxnId="{4AB98ECF-5344-4F27-86B6-9933BD2BC3D1}">
      <dgm:prSet/>
      <dgm:spPr/>
      <dgm:t>
        <a:bodyPr/>
        <a:lstStyle/>
        <a:p>
          <a:endParaRPr lang="uk-UA"/>
        </a:p>
      </dgm:t>
    </dgm:pt>
    <dgm:pt modelId="{7CA7BFAF-5948-4845-8F5F-FB3C473EAD60}">
      <dgm:prSet/>
      <dgm:spPr/>
      <dgm:t>
        <a:bodyPr/>
        <a:lstStyle/>
        <a:p>
          <a:r>
            <a:rPr lang="uk-UA" b="0" i="0" dirty="0"/>
            <a:t>сіверян</a:t>
          </a:r>
          <a:endParaRPr lang="uk-UA" dirty="0"/>
        </a:p>
      </dgm:t>
    </dgm:pt>
    <dgm:pt modelId="{2893BC29-8F7E-4ACA-9311-821C04240E3A}" type="parTrans" cxnId="{BF9C27B2-65E4-4751-8012-67D29BBFE017}">
      <dgm:prSet/>
      <dgm:spPr/>
      <dgm:t>
        <a:bodyPr/>
        <a:lstStyle/>
        <a:p>
          <a:endParaRPr lang="uk-UA"/>
        </a:p>
      </dgm:t>
    </dgm:pt>
    <dgm:pt modelId="{5F24AA5A-6AA9-4BC9-82B1-6D72A6D10786}" type="sibTrans" cxnId="{BF9C27B2-65E4-4751-8012-67D29BBFE017}">
      <dgm:prSet/>
      <dgm:spPr/>
      <dgm:t>
        <a:bodyPr/>
        <a:lstStyle/>
        <a:p>
          <a:endParaRPr lang="uk-UA"/>
        </a:p>
      </dgm:t>
    </dgm:pt>
    <dgm:pt modelId="{85DD42D3-EE4F-4178-A770-792ADBED7E62}" type="pres">
      <dgm:prSet presAssocID="{112EA46A-AD74-4500-A8CA-D366A32788A3}" presName="matrix" presStyleCnt="0">
        <dgm:presLayoutVars>
          <dgm:chMax val="1"/>
          <dgm:dir/>
          <dgm:resizeHandles val="exact"/>
        </dgm:presLayoutVars>
      </dgm:prSet>
      <dgm:spPr/>
    </dgm:pt>
    <dgm:pt modelId="{14FF34A5-7229-4F33-ACB9-BCEA9FC74640}" type="pres">
      <dgm:prSet presAssocID="{112EA46A-AD74-4500-A8CA-D366A32788A3}" presName="diamond" presStyleLbl="bgShp" presStyleIdx="0" presStyleCnt="1"/>
      <dgm:spPr/>
    </dgm:pt>
    <dgm:pt modelId="{DCFF0059-629D-40D2-83DF-5A7C2B63FD32}" type="pres">
      <dgm:prSet presAssocID="{112EA46A-AD74-4500-A8CA-D366A32788A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AC5CEB7-61F3-42DF-9620-2CC7E3CEE6D6}" type="pres">
      <dgm:prSet presAssocID="{112EA46A-AD74-4500-A8CA-D366A32788A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7747E23-A2DA-4E58-9ECE-489019572464}" type="pres">
      <dgm:prSet presAssocID="{112EA46A-AD74-4500-A8CA-D366A32788A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9982252-BB4D-4357-91BE-8374A520E1D2}" type="pres">
      <dgm:prSet presAssocID="{112EA46A-AD74-4500-A8CA-D366A32788A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223E819-335D-40E5-9573-36F4691B779B}" srcId="{112EA46A-AD74-4500-A8CA-D366A32788A3}" destId="{C4408D6A-FE9D-42C3-B87F-905587DBCC4D}" srcOrd="0" destOrd="0" parTransId="{58835B8F-C3B9-4ECC-AFFF-3123EED9EC63}" sibTransId="{C8A27558-2DB6-4498-A710-497B35E42E1E}"/>
    <dgm:cxn modelId="{F20DD132-52C7-4E0E-A6BB-8F188FF49ACD}" type="presOf" srcId="{2B75457E-153A-4884-8F98-137AF1EAA4E6}" destId="{DAC5CEB7-61F3-42DF-9620-2CC7E3CEE6D6}" srcOrd="0" destOrd="0" presId="urn:microsoft.com/office/officeart/2005/8/layout/matrix3"/>
    <dgm:cxn modelId="{D0C9A485-2C60-4B9F-AB81-C129704EC26F}" type="presOf" srcId="{7CA7BFAF-5948-4845-8F5F-FB3C473EAD60}" destId="{E9982252-BB4D-4357-91BE-8374A520E1D2}" srcOrd="0" destOrd="0" presId="urn:microsoft.com/office/officeart/2005/8/layout/matrix3"/>
    <dgm:cxn modelId="{26A98296-C443-49C7-A409-B32DDB8FCCD7}" type="presOf" srcId="{112EA46A-AD74-4500-A8CA-D366A32788A3}" destId="{85DD42D3-EE4F-4178-A770-792ADBED7E62}" srcOrd="0" destOrd="0" presId="urn:microsoft.com/office/officeart/2005/8/layout/matrix3"/>
    <dgm:cxn modelId="{70824999-152A-44B2-9DC3-E8EEEF876E80}" type="presOf" srcId="{A4ED340B-8393-4036-9F23-15BBD57F66BC}" destId="{D7747E23-A2DA-4E58-9ECE-489019572464}" srcOrd="0" destOrd="0" presId="urn:microsoft.com/office/officeart/2005/8/layout/matrix3"/>
    <dgm:cxn modelId="{BF9C27B2-65E4-4751-8012-67D29BBFE017}" srcId="{112EA46A-AD74-4500-A8CA-D366A32788A3}" destId="{7CA7BFAF-5948-4845-8F5F-FB3C473EAD60}" srcOrd="3" destOrd="0" parTransId="{2893BC29-8F7E-4ACA-9311-821C04240E3A}" sibTransId="{5F24AA5A-6AA9-4BC9-82B1-6D72A6D10786}"/>
    <dgm:cxn modelId="{4AB98ECF-5344-4F27-86B6-9933BD2BC3D1}" srcId="{112EA46A-AD74-4500-A8CA-D366A32788A3}" destId="{A4ED340B-8393-4036-9F23-15BBD57F66BC}" srcOrd="2" destOrd="0" parTransId="{87472ABA-932A-44CC-81A3-237D5C023A9B}" sibTransId="{762A4AA8-9CE4-4A01-8D38-6CB24320351C}"/>
    <dgm:cxn modelId="{4BE178D2-F89D-48DE-ADB2-8C0C86F8C3CA}" srcId="{112EA46A-AD74-4500-A8CA-D366A32788A3}" destId="{2B75457E-153A-4884-8F98-137AF1EAA4E6}" srcOrd="1" destOrd="0" parTransId="{D56C0E92-3D77-4766-B745-FFA9891E2FDC}" sibTransId="{A0CA9BB5-9DC2-4E96-A761-76624456B675}"/>
    <dgm:cxn modelId="{28394AF3-8C6B-441C-98FE-885CBC8CBF02}" type="presOf" srcId="{C4408D6A-FE9D-42C3-B87F-905587DBCC4D}" destId="{DCFF0059-629D-40D2-83DF-5A7C2B63FD32}" srcOrd="0" destOrd="0" presId="urn:microsoft.com/office/officeart/2005/8/layout/matrix3"/>
    <dgm:cxn modelId="{669FC939-BF2E-44E8-BF5A-1FC706B4B4B1}" type="presParOf" srcId="{85DD42D3-EE4F-4178-A770-792ADBED7E62}" destId="{14FF34A5-7229-4F33-ACB9-BCEA9FC74640}" srcOrd="0" destOrd="0" presId="urn:microsoft.com/office/officeart/2005/8/layout/matrix3"/>
    <dgm:cxn modelId="{282C1CE9-D390-4958-A4ED-417EC447901E}" type="presParOf" srcId="{85DD42D3-EE4F-4178-A770-792ADBED7E62}" destId="{DCFF0059-629D-40D2-83DF-5A7C2B63FD32}" srcOrd="1" destOrd="0" presId="urn:microsoft.com/office/officeart/2005/8/layout/matrix3"/>
    <dgm:cxn modelId="{D46CC0D0-6E36-4ACA-BFEC-365042F3C111}" type="presParOf" srcId="{85DD42D3-EE4F-4178-A770-792ADBED7E62}" destId="{DAC5CEB7-61F3-42DF-9620-2CC7E3CEE6D6}" srcOrd="2" destOrd="0" presId="urn:microsoft.com/office/officeart/2005/8/layout/matrix3"/>
    <dgm:cxn modelId="{6BB34D4A-5584-4F0E-B5FB-226BF2928F58}" type="presParOf" srcId="{85DD42D3-EE4F-4178-A770-792ADBED7E62}" destId="{D7747E23-A2DA-4E58-9ECE-489019572464}" srcOrd="3" destOrd="0" presId="urn:microsoft.com/office/officeart/2005/8/layout/matrix3"/>
    <dgm:cxn modelId="{5BD8608D-BB9D-4D28-A272-2FC9EB1D20A6}" type="presParOf" srcId="{85DD42D3-EE4F-4178-A770-792ADBED7E62}" destId="{E9982252-BB4D-4357-91BE-8374A520E1D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178D9B11-650E-45C4-8080-343D55512E23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C877AC8-83F7-4AA3-ABF4-9A10199E97D7}">
      <dgm:prSet/>
      <dgm:spPr/>
      <dgm:t>
        <a:bodyPr/>
        <a:lstStyle/>
        <a:p>
          <a:r>
            <a:rPr lang="uk-UA" b="0" i="0"/>
            <a:t>древлян</a:t>
          </a:r>
          <a:endParaRPr lang="uk-UA"/>
        </a:p>
      </dgm:t>
    </dgm:pt>
    <dgm:pt modelId="{6DC4EABB-FFFE-4DB6-9062-1955ADBA00B6}" type="parTrans" cxnId="{0DE1DE26-9199-452E-8E17-1F7D0B34036E}">
      <dgm:prSet/>
      <dgm:spPr/>
      <dgm:t>
        <a:bodyPr/>
        <a:lstStyle/>
        <a:p>
          <a:endParaRPr lang="uk-UA"/>
        </a:p>
      </dgm:t>
    </dgm:pt>
    <dgm:pt modelId="{2F69C94E-7096-4960-BC69-D013F8F4ED26}" type="sibTrans" cxnId="{0DE1DE26-9199-452E-8E17-1F7D0B34036E}">
      <dgm:prSet/>
      <dgm:spPr/>
      <dgm:t>
        <a:bodyPr/>
        <a:lstStyle/>
        <a:p>
          <a:endParaRPr lang="uk-UA"/>
        </a:p>
      </dgm:t>
    </dgm:pt>
    <dgm:pt modelId="{94F6EF3C-3E09-4CC8-B233-EC206A3B5AC4}">
      <dgm:prSet/>
      <dgm:spPr/>
      <dgm:t>
        <a:bodyPr/>
        <a:lstStyle/>
        <a:p>
          <a:r>
            <a:rPr lang="uk-UA" b="0" i="0"/>
            <a:t>сіверян</a:t>
          </a:r>
          <a:endParaRPr lang="uk-UA"/>
        </a:p>
      </dgm:t>
    </dgm:pt>
    <dgm:pt modelId="{3DBFBFA6-EBCC-434F-A3F3-1E376C09E4B6}" type="parTrans" cxnId="{A79F26C9-40D7-4179-84A0-F68C67FB4C9B}">
      <dgm:prSet/>
      <dgm:spPr/>
      <dgm:t>
        <a:bodyPr/>
        <a:lstStyle/>
        <a:p>
          <a:endParaRPr lang="uk-UA"/>
        </a:p>
      </dgm:t>
    </dgm:pt>
    <dgm:pt modelId="{DB7C9C18-4337-470E-877A-B12CEEB296C7}" type="sibTrans" cxnId="{A79F26C9-40D7-4179-84A0-F68C67FB4C9B}">
      <dgm:prSet/>
      <dgm:spPr/>
      <dgm:t>
        <a:bodyPr/>
        <a:lstStyle/>
        <a:p>
          <a:endParaRPr lang="uk-UA"/>
        </a:p>
      </dgm:t>
    </dgm:pt>
    <dgm:pt modelId="{EFA70C9B-BD46-463A-8F78-ECF8E78B9C25}">
      <dgm:prSet/>
      <dgm:spPr/>
      <dgm:t>
        <a:bodyPr/>
        <a:lstStyle/>
        <a:p>
          <a:r>
            <a:rPr lang="uk-UA" b="0" i="0" dirty="0"/>
            <a:t>уличів</a:t>
          </a:r>
          <a:endParaRPr lang="uk-UA" dirty="0"/>
        </a:p>
      </dgm:t>
    </dgm:pt>
    <dgm:pt modelId="{927BA98C-DC49-4D71-BB11-B6BC032B5D8E}" type="parTrans" cxnId="{8806D023-B595-4CB3-8155-22BD93D0B15C}">
      <dgm:prSet/>
      <dgm:spPr/>
      <dgm:t>
        <a:bodyPr/>
        <a:lstStyle/>
        <a:p>
          <a:endParaRPr lang="uk-UA"/>
        </a:p>
      </dgm:t>
    </dgm:pt>
    <dgm:pt modelId="{822D102E-9270-4488-AEA3-5231FBE540B3}" type="sibTrans" cxnId="{8806D023-B595-4CB3-8155-22BD93D0B15C}">
      <dgm:prSet/>
      <dgm:spPr/>
      <dgm:t>
        <a:bodyPr/>
        <a:lstStyle/>
        <a:p>
          <a:endParaRPr lang="uk-UA"/>
        </a:p>
      </dgm:t>
    </dgm:pt>
    <dgm:pt modelId="{F89B564B-09D3-40A9-B582-94B61837D7E2}">
      <dgm:prSet/>
      <dgm:spPr/>
      <dgm:t>
        <a:bodyPr/>
        <a:lstStyle/>
        <a:p>
          <a:r>
            <a:rPr lang="uk-UA" b="0" i="0" dirty="0"/>
            <a:t>полян</a:t>
          </a:r>
          <a:endParaRPr lang="uk-UA" dirty="0"/>
        </a:p>
      </dgm:t>
    </dgm:pt>
    <dgm:pt modelId="{EA53D955-9FDA-4AC0-90B5-FEA5BBC317FD}" type="parTrans" cxnId="{BAED96F5-701C-4F4E-9654-4EC285719DBE}">
      <dgm:prSet/>
      <dgm:spPr/>
      <dgm:t>
        <a:bodyPr/>
        <a:lstStyle/>
        <a:p>
          <a:endParaRPr lang="uk-UA"/>
        </a:p>
      </dgm:t>
    </dgm:pt>
    <dgm:pt modelId="{05F16752-4573-4325-97A7-DDBE19C95432}" type="sibTrans" cxnId="{BAED96F5-701C-4F4E-9654-4EC285719DBE}">
      <dgm:prSet/>
      <dgm:spPr/>
      <dgm:t>
        <a:bodyPr/>
        <a:lstStyle/>
        <a:p>
          <a:endParaRPr lang="uk-UA"/>
        </a:p>
      </dgm:t>
    </dgm:pt>
    <dgm:pt modelId="{E0EE29AF-2EDE-495B-B30D-AB537AC60C7A}" type="pres">
      <dgm:prSet presAssocID="{178D9B11-650E-45C4-8080-343D55512E23}" presName="matrix" presStyleCnt="0">
        <dgm:presLayoutVars>
          <dgm:chMax val="1"/>
          <dgm:dir/>
          <dgm:resizeHandles val="exact"/>
        </dgm:presLayoutVars>
      </dgm:prSet>
      <dgm:spPr/>
    </dgm:pt>
    <dgm:pt modelId="{340C9DCF-6F12-4960-AEC5-D87BD86E5DE3}" type="pres">
      <dgm:prSet presAssocID="{178D9B11-650E-45C4-8080-343D55512E23}" presName="diamond" presStyleLbl="bgShp" presStyleIdx="0" presStyleCnt="1"/>
      <dgm:spPr/>
    </dgm:pt>
    <dgm:pt modelId="{96BF77D4-60FB-4BE0-8104-AFEAEC58866E}" type="pres">
      <dgm:prSet presAssocID="{178D9B11-650E-45C4-8080-343D55512E2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A11BEF1-757F-456F-8154-F583BDC11B8E}" type="pres">
      <dgm:prSet presAssocID="{178D9B11-650E-45C4-8080-343D55512E2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6C7B9BE-D068-4EAE-9C7F-E56BA5B8CCB9}" type="pres">
      <dgm:prSet presAssocID="{178D9B11-650E-45C4-8080-343D55512E2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B28A40F-151B-4EDE-BC05-A5452B3488BB}" type="pres">
      <dgm:prSet presAssocID="{178D9B11-650E-45C4-8080-343D55512E2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806D023-B595-4CB3-8155-22BD93D0B15C}" srcId="{178D9B11-650E-45C4-8080-343D55512E23}" destId="{EFA70C9B-BD46-463A-8F78-ECF8E78B9C25}" srcOrd="2" destOrd="0" parTransId="{927BA98C-DC49-4D71-BB11-B6BC032B5D8E}" sibTransId="{822D102E-9270-4488-AEA3-5231FBE540B3}"/>
    <dgm:cxn modelId="{0DE1DE26-9199-452E-8E17-1F7D0B34036E}" srcId="{178D9B11-650E-45C4-8080-343D55512E23}" destId="{4C877AC8-83F7-4AA3-ABF4-9A10199E97D7}" srcOrd="0" destOrd="0" parTransId="{6DC4EABB-FFFE-4DB6-9062-1955ADBA00B6}" sibTransId="{2F69C94E-7096-4960-BC69-D013F8F4ED26}"/>
    <dgm:cxn modelId="{E5E58542-4351-41F2-857B-ACB6E7E9D657}" type="presOf" srcId="{EFA70C9B-BD46-463A-8F78-ECF8E78B9C25}" destId="{16C7B9BE-D068-4EAE-9C7F-E56BA5B8CCB9}" srcOrd="0" destOrd="0" presId="urn:microsoft.com/office/officeart/2005/8/layout/matrix3"/>
    <dgm:cxn modelId="{470BFF7A-4E70-4EDA-B535-7D9EAE2D86E3}" type="presOf" srcId="{4C877AC8-83F7-4AA3-ABF4-9A10199E97D7}" destId="{96BF77D4-60FB-4BE0-8104-AFEAEC58866E}" srcOrd="0" destOrd="0" presId="urn:microsoft.com/office/officeart/2005/8/layout/matrix3"/>
    <dgm:cxn modelId="{F636389C-1AC9-43F4-BA72-BFA30BB34A90}" type="presOf" srcId="{178D9B11-650E-45C4-8080-343D55512E23}" destId="{E0EE29AF-2EDE-495B-B30D-AB537AC60C7A}" srcOrd="0" destOrd="0" presId="urn:microsoft.com/office/officeart/2005/8/layout/matrix3"/>
    <dgm:cxn modelId="{A79F26C9-40D7-4179-84A0-F68C67FB4C9B}" srcId="{178D9B11-650E-45C4-8080-343D55512E23}" destId="{94F6EF3C-3E09-4CC8-B233-EC206A3B5AC4}" srcOrd="1" destOrd="0" parTransId="{3DBFBFA6-EBCC-434F-A3F3-1E376C09E4B6}" sibTransId="{DB7C9C18-4337-470E-877A-B12CEEB296C7}"/>
    <dgm:cxn modelId="{B7BED8CA-75ED-455D-A6EE-FB3AB2D7F370}" type="presOf" srcId="{94F6EF3C-3E09-4CC8-B233-EC206A3B5AC4}" destId="{9A11BEF1-757F-456F-8154-F583BDC11B8E}" srcOrd="0" destOrd="0" presId="urn:microsoft.com/office/officeart/2005/8/layout/matrix3"/>
    <dgm:cxn modelId="{CFBE9FCF-24C3-4544-9AED-5DF0E298470D}" type="presOf" srcId="{F89B564B-09D3-40A9-B582-94B61837D7E2}" destId="{4B28A40F-151B-4EDE-BC05-A5452B3488BB}" srcOrd="0" destOrd="0" presId="urn:microsoft.com/office/officeart/2005/8/layout/matrix3"/>
    <dgm:cxn modelId="{BAED96F5-701C-4F4E-9654-4EC285719DBE}" srcId="{178D9B11-650E-45C4-8080-343D55512E23}" destId="{F89B564B-09D3-40A9-B582-94B61837D7E2}" srcOrd="3" destOrd="0" parTransId="{EA53D955-9FDA-4AC0-90B5-FEA5BBC317FD}" sibTransId="{05F16752-4573-4325-97A7-DDBE19C95432}"/>
    <dgm:cxn modelId="{EBC67C01-3DEE-4EC3-9066-5B1A810BDD9D}" type="presParOf" srcId="{E0EE29AF-2EDE-495B-B30D-AB537AC60C7A}" destId="{340C9DCF-6F12-4960-AEC5-D87BD86E5DE3}" srcOrd="0" destOrd="0" presId="urn:microsoft.com/office/officeart/2005/8/layout/matrix3"/>
    <dgm:cxn modelId="{67DD3B4D-3A30-4BE4-AA97-3DFC33B4C3A8}" type="presParOf" srcId="{E0EE29AF-2EDE-495B-B30D-AB537AC60C7A}" destId="{96BF77D4-60FB-4BE0-8104-AFEAEC58866E}" srcOrd="1" destOrd="0" presId="urn:microsoft.com/office/officeart/2005/8/layout/matrix3"/>
    <dgm:cxn modelId="{7AD04C6E-3018-4B56-80B9-25BB295FF7DD}" type="presParOf" srcId="{E0EE29AF-2EDE-495B-B30D-AB537AC60C7A}" destId="{9A11BEF1-757F-456F-8154-F583BDC11B8E}" srcOrd="2" destOrd="0" presId="urn:microsoft.com/office/officeart/2005/8/layout/matrix3"/>
    <dgm:cxn modelId="{889B74CF-5482-42D6-98AC-3B0FEA98EF4D}" type="presParOf" srcId="{E0EE29AF-2EDE-495B-B30D-AB537AC60C7A}" destId="{16C7B9BE-D068-4EAE-9C7F-E56BA5B8CCB9}" srcOrd="3" destOrd="0" presId="urn:microsoft.com/office/officeart/2005/8/layout/matrix3"/>
    <dgm:cxn modelId="{E7A823AB-E5C4-4B51-85E4-8E98BAF56C2D}" type="presParOf" srcId="{E0EE29AF-2EDE-495B-B30D-AB537AC60C7A}" destId="{4B28A40F-151B-4EDE-BC05-A5452B3488B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10FE7979-7896-4C47-A71D-437E4579AA57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2913570-C516-47DA-8EDF-9A50FE1F231C}">
      <dgm:prSet/>
      <dgm:spPr/>
      <dgm:t>
        <a:bodyPr/>
        <a:lstStyle/>
        <a:p>
          <a:r>
            <a:rPr lang="uk-UA" b="0" i="0" dirty="0"/>
            <a:t>полян.</a:t>
          </a:r>
          <a:endParaRPr lang="uk-UA" dirty="0"/>
        </a:p>
      </dgm:t>
    </dgm:pt>
    <dgm:pt modelId="{BC0E7AD2-ADC9-486C-B7F4-1DFBF2C24CD3}" type="parTrans" cxnId="{D7B246A5-6172-4D75-BC2F-5113C77FE4DD}">
      <dgm:prSet/>
      <dgm:spPr/>
      <dgm:t>
        <a:bodyPr/>
        <a:lstStyle/>
        <a:p>
          <a:endParaRPr lang="uk-UA"/>
        </a:p>
      </dgm:t>
    </dgm:pt>
    <dgm:pt modelId="{1FFEEC56-0DFD-4C00-8CC2-6B3B67F528DD}" type="sibTrans" cxnId="{D7B246A5-6172-4D75-BC2F-5113C77FE4DD}">
      <dgm:prSet/>
      <dgm:spPr/>
      <dgm:t>
        <a:bodyPr/>
        <a:lstStyle/>
        <a:p>
          <a:endParaRPr lang="uk-UA"/>
        </a:p>
      </dgm:t>
    </dgm:pt>
    <dgm:pt modelId="{3CB8F131-C31F-4336-9D22-92868567ECE7}">
      <dgm:prSet/>
      <dgm:spPr/>
      <dgm:t>
        <a:bodyPr/>
        <a:lstStyle/>
        <a:p>
          <a:r>
            <a:rPr lang="uk-UA" b="0" i="0"/>
            <a:t>сіверян.</a:t>
          </a:r>
          <a:endParaRPr lang="uk-UA"/>
        </a:p>
      </dgm:t>
    </dgm:pt>
    <dgm:pt modelId="{4A924405-401B-4852-8279-72D21B5F4B23}" type="parTrans" cxnId="{161D52D7-0DB5-43A0-B2A1-4F8FFD282431}">
      <dgm:prSet/>
      <dgm:spPr/>
      <dgm:t>
        <a:bodyPr/>
        <a:lstStyle/>
        <a:p>
          <a:endParaRPr lang="uk-UA"/>
        </a:p>
      </dgm:t>
    </dgm:pt>
    <dgm:pt modelId="{377648CB-2807-492C-B84B-399E271FDC1C}" type="sibTrans" cxnId="{161D52D7-0DB5-43A0-B2A1-4F8FFD282431}">
      <dgm:prSet/>
      <dgm:spPr/>
      <dgm:t>
        <a:bodyPr/>
        <a:lstStyle/>
        <a:p>
          <a:endParaRPr lang="uk-UA"/>
        </a:p>
      </dgm:t>
    </dgm:pt>
    <dgm:pt modelId="{EA7A2164-91FB-4A88-BF88-75268521A561}">
      <dgm:prSet/>
      <dgm:spPr/>
      <dgm:t>
        <a:bodyPr/>
        <a:lstStyle/>
        <a:p>
          <a:r>
            <a:rPr lang="uk-UA" b="0" i="0"/>
            <a:t>древлян.</a:t>
          </a:r>
          <a:endParaRPr lang="uk-UA"/>
        </a:p>
      </dgm:t>
    </dgm:pt>
    <dgm:pt modelId="{C1E0B1BD-A5EB-4427-ABBD-8CA469EBB8F6}" type="parTrans" cxnId="{67BC339B-5BEF-4382-A6C4-9D986AB604FB}">
      <dgm:prSet/>
      <dgm:spPr/>
      <dgm:t>
        <a:bodyPr/>
        <a:lstStyle/>
        <a:p>
          <a:endParaRPr lang="uk-UA"/>
        </a:p>
      </dgm:t>
    </dgm:pt>
    <dgm:pt modelId="{5BE952AF-F9B0-44DB-8E5F-0633956E3674}" type="sibTrans" cxnId="{67BC339B-5BEF-4382-A6C4-9D986AB604FB}">
      <dgm:prSet/>
      <dgm:spPr/>
      <dgm:t>
        <a:bodyPr/>
        <a:lstStyle/>
        <a:p>
          <a:endParaRPr lang="uk-UA"/>
        </a:p>
      </dgm:t>
    </dgm:pt>
    <dgm:pt modelId="{DB294FF5-DEA8-4AE9-8A3C-1C42281FA306}">
      <dgm:prSet/>
      <dgm:spPr/>
      <dgm:t>
        <a:bodyPr/>
        <a:lstStyle/>
        <a:p>
          <a:r>
            <a:rPr lang="uk-UA" b="0" i="0" dirty="0"/>
            <a:t>волинян.</a:t>
          </a:r>
          <a:endParaRPr lang="uk-UA" dirty="0"/>
        </a:p>
      </dgm:t>
    </dgm:pt>
    <dgm:pt modelId="{2C28F5DF-8EC8-426A-9DA7-E0E0B1ED47D3}" type="parTrans" cxnId="{FD0743C3-FFF6-44C9-8E1C-9A23D492C7E9}">
      <dgm:prSet/>
      <dgm:spPr/>
      <dgm:t>
        <a:bodyPr/>
        <a:lstStyle/>
        <a:p>
          <a:endParaRPr lang="uk-UA"/>
        </a:p>
      </dgm:t>
    </dgm:pt>
    <dgm:pt modelId="{226A2FA0-7744-403D-AE1E-9E05D34465E2}" type="sibTrans" cxnId="{FD0743C3-FFF6-44C9-8E1C-9A23D492C7E9}">
      <dgm:prSet/>
      <dgm:spPr/>
      <dgm:t>
        <a:bodyPr/>
        <a:lstStyle/>
        <a:p>
          <a:endParaRPr lang="uk-UA"/>
        </a:p>
      </dgm:t>
    </dgm:pt>
    <dgm:pt modelId="{C7480C85-A4C0-4785-8CC6-CE5AF92769FF}" type="pres">
      <dgm:prSet presAssocID="{10FE7979-7896-4C47-A71D-437E4579AA57}" presName="matrix" presStyleCnt="0">
        <dgm:presLayoutVars>
          <dgm:chMax val="1"/>
          <dgm:dir/>
          <dgm:resizeHandles val="exact"/>
        </dgm:presLayoutVars>
      </dgm:prSet>
      <dgm:spPr/>
    </dgm:pt>
    <dgm:pt modelId="{20CDDC4E-42FB-47FD-8659-B6553E8C481A}" type="pres">
      <dgm:prSet presAssocID="{10FE7979-7896-4C47-A71D-437E4579AA57}" presName="diamond" presStyleLbl="bgShp" presStyleIdx="0" presStyleCnt="1"/>
      <dgm:spPr/>
    </dgm:pt>
    <dgm:pt modelId="{F3095BC2-737D-4B77-80CB-96E720AEE957}" type="pres">
      <dgm:prSet presAssocID="{10FE7979-7896-4C47-A71D-437E4579AA57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55045CE-4948-4B6B-987E-39F8C42CFB0E}" type="pres">
      <dgm:prSet presAssocID="{10FE7979-7896-4C47-A71D-437E4579AA57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8B0D00C-D750-4149-8AE7-5DDC3444B48F}" type="pres">
      <dgm:prSet presAssocID="{10FE7979-7896-4C47-A71D-437E4579AA57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058C946-E107-44DE-8AF0-D76EBFF79766}" type="pres">
      <dgm:prSet presAssocID="{10FE7979-7896-4C47-A71D-437E4579AA57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E874217-5736-44F4-9E89-FB44CDCFC467}" type="presOf" srcId="{DB294FF5-DEA8-4AE9-8A3C-1C42281FA306}" destId="{6058C946-E107-44DE-8AF0-D76EBFF79766}" srcOrd="0" destOrd="0" presId="urn:microsoft.com/office/officeart/2005/8/layout/matrix3"/>
    <dgm:cxn modelId="{221B2B51-7D2A-4D99-9BA5-537B5334B4D5}" type="presOf" srcId="{3CB8F131-C31F-4336-9D22-92868567ECE7}" destId="{D55045CE-4948-4B6B-987E-39F8C42CFB0E}" srcOrd="0" destOrd="0" presId="urn:microsoft.com/office/officeart/2005/8/layout/matrix3"/>
    <dgm:cxn modelId="{2CB8DF79-E351-46FD-BFA0-EA6FC981457C}" type="presOf" srcId="{10FE7979-7896-4C47-A71D-437E4579AA57}" destId="{C7480C85-A4C0-4785-8CC6-CE5AF92769FF}" srcOrd="0" destOrd="0" presId="urn:microsoft.com/office/officeart/2005/8/layout/matrix3"/>
    <dgm:cxn modelId="{67BC339B-5BEF-4382-A6C4-9D986AB604FB}" srcId="{10FE7979-7896-4C47-A71D-437E4579AA57}" destId="{EA7A2164-91FB-4A88-BF88-75268521A561}" srcOrd="2" destOrd="0" parTransId="{C1E0B1BD-A5EB-4427-ABBD-8CA469EBB8F6}" sibTransId="{5BE952AF-F9B0-44DB-8E5F-0633956E3674}"/>
    <dgm:cxn modelId="{D7B246A5-6172-4D75-BC2F-5113C77FE4DD}" srcId="{10FE7979-7896-4C47-A71D-437E4579AA57}" destId="{C2913570-C516-47DA-8EDF-9A50FE1F231C}" srcOrd="0" destOrd="0" parTransId="{BC0E7AD2-ADC9-486C-B7F4-1DFBF2C24CD3}" sibTransId="{1FFEEC56-0DFD-4C00-8CC2-6B3B67F528DD}"/>
    <dgm:cxn modelId="{3B0F05C3-4BBC-412F-80BF-CAC4F560CB70}" type="presOf" srcId="{C2913570-C516-47DA-8EDF-9A50FE1F231C}" destId="{F3095BC2-737D-4B77-80CB-96E720AEE957}" srcOrd="0" destOrd="0" presId="urn:microsoft.com/office/officeart/2005/8/layout/matrix3"/>
    <dgm:cxn modelId="{FD0743C3-FFF6-44C9-8E1C-9A23D492C7E9}" srcId="{10FE7979-7896-4C47-A71D-437E4579AA57}" destId="{DB294FF5-DEA8-4AE9-8A3C-1C42281FA306}" srcOrd="3" destOrd="0" parTransId="{2C28F5DF-8EC8-426A-9DA7-E0E0B1ED47D3}" sibTransId="{226A2FA0-7744-403D-AE1E-9E05D34465E2}"/>
    <dgm:cxn modelId="{50FFFFC9-266C-46A1-8C66-60236E551CCB}" type="presOf" srcId="{EA7A2164-91FB-4A88-BF88-75268521A561}" destId="{D8B0D00C-D750-4149-8AE7-5DDC3444B48F}" srcOrd="0" destOrd="0" presId="urn:microsoft.com/office/officeart/2005/8/layout/matrix3"/>
    <dgm:cxn modelId="{161D52D7-0DB5-43A0-B2A1-4F8FFD282431}" srcId="{10FE7979-7896-4C47-A71D-437E4579AA57}" destId="{3CB8F131-C31F-4336-9D22-92868567ECE7}" srcOrd="1" destOrd="0" parTransId="{4A924405-401B-4852-8279-72D21B5F4B23}" sibTransId="{377648CB-2807-492C-B84B-399E271FDC1C}"/>
    <dgm:cxn modelId="{8DA790B9-9407-4322-AB20-C71A60EB29CA}" type="presParOf" srcId="{C7480C85-A4C0-4785-8CC6-CE5AF92769FF}" destId="{20CDDC4E-42FB-47FD-8659-B6553E8C481A}" srcOrd="0" destOrd="0" presId="urn:microsoft.com/office/officeart/2005/8/layout/matrix3"/>
    <dgm:cxn modelId="{2FEE5471-3A12-4D7E-8599-5CFC59370239}" type="presParOf" srcId="{C7480C85-A4C0-4785-8CC6-CE5AF92769FF}" destId="{F3095BC2-737D-4B77-80CB-96E720AEE957}" srcOrd="1" destOrd="0" presId="urn:microsoft.com/office/officeart/2005/8/layout/matrix3"/>
    <dgm:cxn modelId="{6DB5C4C7-9970-4AC5-90D4-319A771007DE}" type="presParOf" srcId="{C7480C85-A4C0-4785-8CC6-CE5AF92769FF}" destId="{D55045CE-4948-4B6B-987E-39F8C42CFB0E}" srcOrd="2" destOrd="0" presId="urn:microsoft.com/office/officeart/2005/8/layout/matrix3"/>
    <dgm:cxn modelId="{BED5B3AD-C99D-4138-BB5F-D0AA1BCE9DE3}" type="presParOf" srcId="{C7480C85-A4C0-4785-8CC6-CE5AF92769FF}" destId="{D8B0D00C-D750-4149-8AE7-5DDC3444B48F}" srcOrd="3" destOrd="0" presId="urn:microsoft.com/office/officeart/2005/8/layout/matrix3"/>
    <dgm:cxn modelId="{2D488BA9-A252-4E9C-A957-FACF4A0CD8AB}" type="presParOf" srcId="{C7480C85-A4C0-4785-8CC6-CE5AF92769FF}" destId="{6058C946-E107-44DE-8AF0-D76EBFF7976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0AAD3B8A-9610-4AEE-889C-5DD00D9205F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282957B-391E-4C88-AA1F-CA216D14EBFC}">
      <dgm:prSet/>
      <dgm:spPr/>
      <dgm:t>
        <a:bodyPr/>
        <a:lstStyle/>
        <a:p>
          <a:r>
            <a:rPr lang="uk-UA" b="0" i="0" dirty="0"/>
            <a:t>упорядкувати систему управління державою і збору данини</a:t>
          </a:r>
          <a:endParaRPr lang="uk-UA" dirty="0"/>
        </a:p>
      </dgm:t>
    </dgm:pt>
    <dgm:pt modelId="{D713CB25-C819-4BB7-8E34-AC3D0EBE5218}" type="parTrans" cxnId="{179A1F00-C710-45C7-BE4A-4CEC347BDD1C}">
      <dgm:prSet/>
      <dgm:spPr/>
      <dgm:t>
        <a:bodyPr/>
        <a:lstStyle/>
        <a:p>
          <a:endParaRPr lang="uk-UA"/>
        </a:p>
      </dgm:t>
    </dgm:pt>
    <dgm:pt modelId="{AA9FF20F-E671-4C10-98C1-23ADE229B2AE}" type="sibTrans" cxnId="{179A1F00-C710-45C7-BE4A-4CEC347BDD1C}">
      <dgm:prSet/>
      <dgm:spPr/>
      <dgm:t>
        <a:bodyPr/>
        <a:lstStyle/>
        <a:p>
          <a:endParaRPr lang="uk-UA"/>
        </a:p>
      </dgm:t>
    </dgm:pt>
    <dgm:pt modelId="{4A97F7F0-7DB9-4486-8982-24A125D3862B}">
      <dgm:prSet/>
      <dgm:spPr/>
      <dgm:t>
        <a:bodyPr/>
        <a:lstStyle/>
        <a:p>
          <a:r>
            <a:rPr lang="uk-UA" b="0" i="0" dirty="0"/>
            <a:t>окреслити межі Київської Русі для сусідніх держав</a:t>
          </a:r>
          <a:endParaRPr lang="uk-UA" dirty="0"/>
        </a:p>
      </dgm:t>
    </dgm:pt>
    <dgm:pt modelId="{98E93DDB-2B2E-4286-BDF9-B4F01AF51E57}" type="parTrans" cxnId="{6D656F52-B550-415F-A71D-CFB2F78032A7}">
      <dgm:prSet/>
      <dgm:spPr/>
      <dgm:t>
        <a:bodyPr/>
        <a:lstStyle/>
        <a:p>
          <a:endParaRPr lang="uk-UA"/>
        </a:p>
      </dgm:t>
    </dgm:pt>
    <dgm:pt modelId="{193E480A-6710-49FF-9471-76679F76D3E2}" type="sibTrans" cxnId="{6D656F52-B550-415F-A71D-CFB2F78032A7}">
      <dgm:prSet/>
      <dgm:spPr/>
      <dgm:t>
        <a:bodyPr/>
        <a:lstStyle/>
        <a:p>
          <a:endParaRPr lang="uk-UA"/>
        </a:p>
      </dgm:t>
    </dgm:pt>
    <dgm:pt modelId="{1B90A1E4-4EE6-408A-B729-E0FB7B60A87D}">
      <dgm:prSet/>
      <dgm:spPr/>
      <dgm:t>
        <a:bodyPr/>
        <a:lstStyle/>
        <a:p>
          <a:r>
            <a:rPr lang="uk-UA" b="0" i="0"/>
            <a:t>помститися повсталим проти неї племенам</a:t>
          </a:r>
          <a:endParaRPr lang="uk-UA"/>
        </a:p>
      </dgm:t>
    </dgm:pt>
    <dgm:pt modelId="{AA2C0D07-C2CE-4848-AB6A-FAECD1283937}" type="parTrans" cxnId="{5AFFA84F-C1B5-4D16-9FC0-4FDABF241522}">
      <dgm:prSet/>
      <dgm:spPr/>
      <dgm:t>
        <a:bodyPr/>
        <a:lstStyle/>
        <a:p>
          <a:endParaRPr lang="uk-UA"/>
        </a:p>
      </dgm:t>
    </dgm:pt>
    <dgm:pt modelId="{EA72B2CD-5249-48B4-8E47-F81A0FBA94E7}" type="sibTrans" cxnId="{5AFFA84F-C1B5-4D16-9FC0-4FDABF241522}">
      <dgm:prSet/>
      <dgm:spPr/>
      <dgm:t>
        <a:bodyPr/>
        <a:lstStyle/>
        <a:p>
          <a:endParaRPr lang="uk-UA"/>
        </a:p>
      </dgm:t>
    </dgm:pt>
    <dgm:pt modelId="{4B3EF1E2-806B-45A5-BBED-E08122A9D88F}">
      <dgm:prSet/>
      <dgm:spPr/>
      <dgm:t>
        <a:bodyPr/>
        <a:lstStyle/>
        <a:p>
          <a:r>
            <a:rPr lang="uk-UA" b="0" i="0" dirty="0"/>
            <a:t>поширити християнську віру серед язичників</a:t>
          </a:r>
          <a:endParaRPr lang="uk-UA" dirty="0"/>
        </a:p>
      </dgm:t>
    </dgm:pt>
    <dgm:pt modelId="{C9301650-48AA-4185-8AA7-389D2A3284DA}" type="parTrans" cxnId="{0B6D1823-C16C-435E-9F55-9EF4A6249E04}">
      <dgm:prSet/>
      <dgm:spPr/>
      <dgm:t>
        <a:bodyPr/>
        <a:lstStyle/>
        <a:p>
          <a:endParaRPr lang="uk-UA"/>
        </a:p>
      </dgm:t>
    </dgm:pt>
    <dgm:pt modelId="{F921A17F-6EDD-4206-BB5E-951A5703356C}" type="sibTrans" cxnId="{0B6D1823-C16C-435E-9F55-9EF4A6249E04}">
      <dgm:prSet/>
      <dgm:spPr/>
      <dgm:t>
        <a:bodyPr/>
        <a:lstStyle/>
        <a:p>
          <a:endParaRPr lang="uk-UA"/>
        </a:p>
      </dgm:t>
    </dgm:pt>
    <dgm:pt modelId="{0C983C7F-C167-4208-A06A-8D444EB5A87C}" type="pres">
      <dgm:prSet presAssocID="{0AAD3B8A-9610-4AEE-889C-5DD00D9205FA}" presName="linear" presStyleCnt="0">
        <dgm:presLayoutVars>
          <dgm:animLvl val="lvl"/>
          <dgm:resizeHandles val="exact"/>
        </dgm:presLayoutVars>
      </dgm:prSet>
      <dgm:spPr/>
    </dgm:pt>
    <dgm:pt modelId="{A526CC05-CEE1-4090-9125-1160BD7EFCA1}" type="pres">
      <dgm:prSet presAssocID="{5282957B-391E-4C88-AA1F-CA216D14EBF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75105A6-19CB-4E10-A3F7-67D39ECEC860}" type="pres">
      <dgm:prSet presAssocID="{AA9FF20F-E671-4C10-98C1-23ADE229B2AE}" presName="spacer" presStyleCnt="0"/>
      <dgm:spPr/>
    </dgm:pt>
    <dgm:pt modelId="{3E6D7F51-3395-44C4-9A20-38C57190AAA5}" type="pres">
      <dgm:prSet presAssocID="{4A97F7F0-7DB9-4486-8982-24A125D3862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B52B268-164D-4D1A-B650-87D7C27CACC6}" type="pres">
      <dgm:prSet presAssocID="{193E480A-6710-49FF-9471-76679F76D3E2}" presName="spacer" presStyleCnt="0"/>
      <dgm:spPr/>
    </dgm:pt>
    <dgm:pt modelId="{4B030898-6768-4336-8565-C42DE167C47E}" type="pres">
      <dgm:prSet presAssocID="{1B90A1E4-4EE6-408A-B729-E0FB7B60A87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244A992-52CE-441C-A031-4E0FE176E5C6}" type="pres">
      <dgm:prSet presAssocID="{EA72B2CD-5249-48B4-8E47-F81A0FBA94E7}" presName="spacer" presStyleCnt="0"/>
      <dgm:spPr/>
    </dgm:pt>
    <dgm:pt modelId="{BFB5ABB0-005E-405E-A799-9E60BF64EA0E}" type="pres">
      <dgm:prSet presAssocID="{4B3EF1E2-806B-45A5-BBED-E08122A9D88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79A1F00-C710-45C7-BE4A-4CEC347BDD1C}" srcId="{0AAD3B8A-9610-4AEE-889C-5DD00D9205FA}" destId="{5282957B-391E-4C88-AA1F-CA216D14EBFC}" srcOrd="0" destOrd="0" parTransId="{D713CB25-C819-4BB7-8E34-AC3D0EBE5218}" sibTransId="{AA9FF20F-E671-4C10-98C1-23ADE229B2AE}"/>
    <dgm:cxn modelId="{0B6D1823-C16C-435E-9F55-9EF4A6249E04}" srcId="{0AAD3B8A-9610-4AEE-889C-5DD00D9205FA}" destId="{4B3EF1E2-806B-45A5-BBED-E08122A9D88F}" srcOrd="3" destOrd="0" parTransId="{C9301650-48AA-4185-8AA7-389D2A3284DA}" sibTransId="{F921A17F-6EDD-4206-BB5E-951A5703356C}"/>
    <dgm:cxn modelId="{9CAB8034-57C4-44CD-A7B4-80B0A73C7725}" type="presOf" srcId="{5282957B-391E-4C88-AA1F-CA216D14EBFC}" destId="{A526CC05-CEE1-4090-9125-1160BD7EFCA1}" srcOrd="0" destOrd="0" presId="urn:microsoft.com/office/officeart/2005/8/layout/vList2"/>
    <dgm:cxn modelId="{66F67467-FFEB-4089-951A-2E8E8193C072}" type="presOf" srcId="{4B3EF1E2-806B-45A5-BBED-E08122A9D88F}" destId="{BFB5ABB0-005E-405E-A799-9E60BF64EA0E}" srcOrd="0" destOrd="0" presId="urn:microsoft.com/office/officeart/2005/8/layout/vList2"/>
    <dgm:cxn modelId="{F62CD16D-496D-4125-BD60-9663A512C2B7}" type="presOf" srcId="{0AAD3B8A-9610-4AEE-889C-5DD00D9205FA}" destId="{0C983C7F-C167-4208-A06A-8D444EB5A87C}" srcOrd="0" destOrd="0" presId="urn:microsoft.com/office/officeart/2005/8/layout/vList2"/>
    <dgm:cxn modelId="{5AFFA84F-C1B5-4D16-9FC0-4FDABF241522}" srcId="{0AAD3B8A-9610-4AEE-889C-5DD00D9205FA}" destId="{1B90A1E4-4EE6-408A-B729-E0FB7B60A87D}" srcOrd="2" destOrd="0" parTransId="{AA2C0D07-C2CE-4848-AB6A-FAECD1283937}" sibTransId="{EA72B2CD-5249-48B4-8E47-F81A0FBA94E7}"/>
    <dgm:cxn modelId="{6D656F52-B550-415F-A71D-CFB2F78032A7}" srcId="{0AAD3B8A-9610-4AEE-889C-5DD00D9205FA}" destId="{4A97F7F0-7DB9-4486-8982-24A125D3862B}" srcOrd="1" destOrd="0" parTransId="{98E93DDB-2B2E-4286-BDF9-B4F01AF51E57}" sibTransId="{193E480A-6710-49FF-9471-76679F76D3E2}"/>
    <dgm:cxn modelId="{52460ADA-A281-46DB-8B96-C6286A1F31EA}" type="presOf" srcId="{1B90A1E4-4EE6-408A-B729-E0FB7B60A87D}" destId="{4B030898-6768-4336-8565-C42DE167C47E}" srcOrd="0" destOrd="0" presId="urn:microsoft.com/office/officeart/2005/8/layout/vList2"/>
    <dgm:cxn modelId="{820B76E8-7F58-401D-AAD3-9F9D46B02989}" type="presOf" srcId="{4A97F7F0-7DB9-4486-8982-24A125D3862B}" destId="{3E6D7F51-3395-44C4-9A20-38C57190AAA5}" srcOrd="0" destOrd="0" presId="urn:microsoft.com/office/officeart/2005/8/layout/vList2"/>
    <dgm:cxn modelId="{25773664-BFF9-4DE9-A7A1-1DD6BD5D961D}" type="presParOf" srcId="{0C983C7F-C167-4208-A06A-8D444EB5A87C}" destId="{A526CC05-CEE1-4090-9125-1160BD7EFCA1}" srcOrd="0" destOrd="0" presId="urn:microsoft.com/office/officeart/2005/8/layout/vList2"/>
    <dgm:cxn modelId="{E1294E73-DF14-4618-A052-ECC3393F459A}" type="presParOf" srcId="{0C983C7F-C167-4208-A06A-8D444EB5A87C}" destId="{275105A6-19CB-4E10-A3F7-67D39ECEC860}" srcOrd="1" destOrd="0" presId="urn:microsoft.com/office/officeart/2005/8/layout/vList2"/>
    <dgm:cxn modelId="{76819ADD-DED3-4E06-9307-88791658FD4D}" type="presParOf" srcId="{0C983C7F-C167-4208-A06A-8D444EB5A87C}" destId="{3E6D7F51-3395-44C4-9A20-38C57190AAA5}" srcOrd="2" destOrd="0" presId="urn:microsoft.com/office/officeart/2005/8/layout/vList2"/>
    <dgm:cxn modelId="{335821AA-359C-4827-B769-F560797A37B2}" type="presParOf" srcId="{0C983C7F-C167-4208-A06A-8D444EB5A87C}" destId="{3B52B268-164D-4D1A-B650-87D7C27CACC6}" srcOrd="3" destOrd="0" presId="urn:microsoft.com/office/officeart/2005/8/layout/vList2"/>
    <dgm:cxn modelId="{B242AF2E-F9A7-4813-A7A6-BFCE654419A8}" type="presParOf" srcId="{0C983C7F-C167-4208-A06A-8D444EB5A87C}" destId="{4B030898-6768-4336-8565-C42DE167C47E}" srcOrd="4" destOrd="0" presId="urn:microsoft.com/office/officeart/2005/8/layout/vList2"/>
    <dgm:cxn modelId="{68DAEA9A-AB60-40BE-89D3-80308296C27E}" type="presParOf" srcId="{0C983C7F-C167-4208-A06A-8D444EB5A87C}" destId="{8244A992-52CE-441C-A031-4E0FE176E5C6}" srcOrd="5" destOrd="0" presId="urn:microsoft.com/office/officeart/2005/8/layout/vList2"/>
    <dgm:cxn modelId="{C5777563-4585-4BEB-B01B-DE65BB5EFFD5}" type="presParOf" srcId="{0C983C7F-C167-4208-A06A-8D444EB5A87C}" destId="{BFB5ABB0-005E-405E-A799-9E60BF64EA0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CB0E6277-504A-4343-9365-842DA0DADA6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77451F7-3FA9-4B2F-BAE7-329537A02386}">
      <dgm:prSet/>
      <dgm:spPr/>
      <dgm:t>
        <a:bodyPr/>
        <a:lstStyle/>
        <a:p>
          <a:r>
            <a:rPr lang="ru-RU" b="0" i="0"/>
            <a:t>визначено розміри данини.</a:t>
          </a:r>
          <a:endParaRPr lang="uk-UA"/>
        </a:p>
      </dgm:t>
    </dgm:pt>
    <dgm:pt modelId="{E67F5A98-E53F-42F2-8CF6-E96988CD5092}" type="parTrans" cxnId="{38297AA3-B8B1-4E07-AFD8-4557E6407843}">
      <dgm:prSet/>
      <dgm:spPr/>
      <dgm:t>
        <a:bodyPr/>
        <a:lstStyle/>
        <a:p>
          <a:endParaRPr lang="uk-UA"/>
        </a:p>
      </dgm:t>
    </dgm:pt>
    <dgm:pt modelId="{1E0C70ED-1764-41A7-AB1E-8E41C62162C5}" type="sibTrans" cxnId="{38297AA3-B8B1-4E07-AFD8-4557E6407843}">
      <dgm:prSet/>
      <dgm:spPr/>
      <dgm:t>
        <a:bodyPr/>
        <a:lstStyle/>
        <a:p>
          <a:endParaRPr lang="uk-UA"/>
        </a:p>
      </dgm:t>
    </dgm:pt>
    <dgm:pt modelId="{D5324657-9840-42A2-81B3-DD87519CF5D9}">
      <dgm:prSet/>
      <dgm:spPr/>
      <dgm:t>
        <a:bodyPr/>
        <a:lstStyle/>
        <a:p>
          <a:r>
            <a:rPr lang="ru-RU" b="0" i="0" dirty="0" err="1"/>
            <a:t>запроваджено</a:t>
          </a:r>
          <a:r>
            <a:rPr lang="ru-RU" b="0" i="0" dirty="0"/>
            <a:t> систему </a:t>
          </a:r>
          <a:r>
            <a:rPr lang="ru-RU" b="0" i="0" dirty="0" err="1"/>
            <a:t>полюддя</a:t>
          </a:r>
          <a:r>
            <a:rPr lang="ru-RU" b="0" i="0" dirty="0"/>
            <a:t>.</a:t>
          </a:r>
          <a:endParaRPr lang="uk-UA" dirty="0"/>
        </a:p>
      </dgm:t>
    </dgm:pt>
    <dgm:pt modelId="{38EB3964-165B-4B8E-A906-61AA076068AA}" type="parTrans" cxnId="{2812D0B3-1872-4538-8E0E-E82A18BAE839}">
      <dgm:prSet/>
      <dgm:spPr/>
      <dgm:t>
        <a:bodyPr/>
        <a:lstStyle/>
        <a:p>
          <a:endParaRPr lang="uk-UA"/>
        </a:p>
      </dgm:t>
    </dgm:pt>
    <dgm:pt modelId="{CA372E55-2C6D-4CEE-9446-5242E755BDCB}" type="sibTrans" cxnId="{2812D0B3-1872-4538-8E0E-E82A18BAE839}">
      <dgm:prSet/>
      <dgm:spPr/>
      <dgm:t>
        <a:bodyPr/>
        <a:lstStyle/>
        <a:p>
          <a:endParaRPr lang="uk-UA"/>
        </a:p>
      </dgm:t>
    </dgm:pt>
    <dgm:pt modelId="{AEA499D3-BBC9-4B89-95E7-C7D792C7D2B2}">
      <dgm:prSet/>
      <dgm:spPr/>
      <dgm:t>
        <a:bodyPr/>
        <a:lstStyle/>
        <a:p>
          <a:r>
            <a:rPr lang="ru-RU" b="0" i="0" dirty="0"/>
            <a:t>створено першу школу для </a:t>
          </a:r>
          <a:r>
            <a:rPr lang="ru-RU" b="0" i="0" dirty="0" err="1"/>
            <a:t>дівчат</a:t>
          </a:r>
          <a:r>
            <a:rPr lang="ru-RU" b="0" i="0" dirty="0"/>
            <a:t>.</a:t>
          </a:r>
          <a:endParaRPr lang="uk-UA" dirty="0"/>
        </a:p>
      </dgm:t>
    </dgm:pt>
    <dgm:pt modelId="{F399410E-0D5C-47EB-AE8F-73DF35A1E256}" type="parTrans" cxnId="{8F34BB38-D299-48AA-9117-5582AD844202}">
      <dgm:prSet/>
      <dgm:spPr/>
      <dgm:t>
        <a:bodyPr/>
        <a:lstStyle/>
        <a:p>
          <a:endParaRPr lang="uk-UA"/>
        </a:p>
      </dgm:t>
    </dgm:pt>
    <dgm:pt modelId="{D76C8CEF-F857-4B38-857E-8AD94AC0FA1B}" type="sibTrans" cxnId="{8F34BB38-D299-48AA-9117-5582AD844202}">
      <dgm:prSet/>
      <dgm:spPr/>
      <dgm:t>
        <a:bodyPr/>
        <a:lstStyle/>
        <a:p>
          <a:endParaRPr lang="uk-UA"/>
        </a:p>
      </dgm:t>
    </dgm:pt>
    <dgm:pt modelId="{9ED95356-577D-4607-822C-0B18287CCD6D}">
      <dgm:prSet/>
      <dgm:spPr/>
      <dgm:t>
        <a:bodyPr/>
        <a:lstStyle/>
        <a:p>
          <a:r>
            <a:rPr lang="ru-RU" b="0" i="0" dirty="0" err="1"/>
            <a:t>затверджено</a:t>
          </a:r>
          <a:r>
            <a:rPr lang="ru-RU" b="0" i="0" dirty="0"/>
            <a:t> систему </a:t>
          </a:r>
          <a:r>
            <a:rPr lang="ru-RU" b="0" i="0" dirty="0" err="1"/>
            <a:t>васалітету</a:t>
          </a:r>
          <a:r>
            <a:rPr lang="ru-RU" b="0" i="0" dirty="0"/>
            <a:t>.</a:t>
          </a:r>
          <a:endParaRPr lang="uk-UA" dirty="0"/>
        </a:p>
      </dgm:t>
    </dgm:pt>
    <dgm:pt modelId="{9A4DCE6B-101A-48BC-AE36-42B4ECBA0712}" type="parTrans" cxnId="{45164145-3F86-42EB-A662-567446E81542}">
      <dgm:prSet/>
      <dgm:spPr/>
      <dgm:t>
        <a:bodyPr/>
        <a:lstStyle/>
        <a:p>
          <a:endParaRPr lang="uk-UA"/>
        </a:p>
      </dgm:t>
    </dgm:pt>
    <dgm:pt modelId="{4C429883-D448-4832-8742-1B7981B4E7E7}" type="sibTrans" cxnId="{45164145-3F86-42EB-A662-567446E81542}">
      <dgm:prSet/>
      <dgm:spPr/>
      <dgm:t>
        <a:bodyPr/>
        <a:lstStyle/>
        <a:p>
          <a:endParaRPr lang="uk-UA"/>
        </a:p>
      </dgm:t>
    </dgm:pt>
    <dgm:pt modelId="{977398B3-A4C0-4A7D-AB72-5223A29A9743}" type="pres">
      <dgm:prSet presAssocID="{CB0E6277-504A-4343-9365-842DA0DADA68}" presName="linear" presStyleCnt="0">
        <dgm:presLayoutVars>
          <dgm:animLvl val="lvl"/>
          <dgm:resizeHandles val="exact"/>
        </dgm:presLayoutVars>
      </dgm:prSet>
      <dgm:spPr/>
    </dgm:pt>
    <dgm:pt modelId="{17D7AD0A-507A-4CF5-B154-8D96B4398E9F}" type="pres">
      <dgm:prSet presAssocID="{E77451F7-3FA9-4B2F-BAE7-329537A0238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F09A14E-1F83-4E15-8BD8-BFF449E10EC0}" type="pres">
      <dgm:prSet presAssocID="{1E0C70ED-1764-41A7-AB1E-8E41C62162C5}" presName="spacer" presStyleCnt="0"/>
      <dgm:spPr/>
    </dgm:pt>
    <dgm:pt modelId="{8490E0E8-A82F-459F-BA3F-7BCBB810ED21}" type="pres">
      <dgm:prSet presAssocID="{D5324657-9840-42A2-81B3-DD87519CF5D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FBB7BEB-6158-42B6-8B5D-70550C096D73}" type="pres">
      <dgm:prSet presAssocID="{CA372E55-2C6D-4CEE-9446-5242E755BDCB}" presName="spacer" presStyleCnt="0"/>
      <dgm:spPr/>
    </dgm:pt>
    <dgm:pt modelId="{FA03FB9E-8559-47E7-B1C6-7E15FEEFA53B}" type="pres">
      <dgm:prSet presAssocID="{AEA499D3-BBC9-4B89-95E7-C7D792C7D2B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077FD1E-4F59-4F09-BA6F-4F8428967E0B}" type="pres">
      <dgm:prSet presAssocID="{D76C8CEF-F857-4B38-857E-8AD94AC0FA1B}" presName="spacer" presStyleCnt="0"/>
      <dgm:spPr/>
    </dgm:pt>
    <dgm:pt modelId="{A874FEAE-F8F2-4D69-AC08-B130AAB3E5FB}" type="pres">
      <dgm:prSet presAssocID="{9ED95356-577D-4607-822C-0B18287CCD6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170751A-0F9B-498C-9385-6B08C48E0A95}" type="presOf" srcId="{CB0E6277-504A-4343-9365-842DA0DADA68}" destId="{977398B3-A4C0-4A7D-AB72-5223A29A9743}" srcOrd="0" destOrd="0" presId="urn:microsoft.com/office/officeart/2005/8/layout/vList2"/>
    <dgm:cxn modelId="{8F34BB38-D299-48AA-9117-5582AD844202}" srcId="{CB0E6277-504A-4343-9365-842DA0DADA68}" destId="{AEA499D3-BBC9-4B89-95E7-C7D792C7D2B2}" srcOrd="2" destOrd="0" parTransId="{F399410E-0D5C-47EB-AE8F-73DF35A1E256}" sibTransId="{D76C8CEF-F857-4B38-857E-8AD94AC0FA1B}"/>
    <dgm:cxn modelId="{45164145-3F86-42EB-A662-567446E81542}" srcId="{CB0E6277-504A-4343-9365-842DA0DADA68}" destId="{9ED95356-577D-4607-822C-0B18287CCD6D}" srcOrd="3" destOrd="0" parTransId="{9A4DCE6B-101A-48BC-AE36-42B4ECBA0712}" sibTransId="{4C429883-D448-4832-8742-1B7981B4E7E7}"/>
    <dgm:cxn modelId="{B6977C7F-8B2E-4329-A9F4-FB3A0E5A0784}" type="presOf" srcId="{E77451F7-3FA9-4B2F-BAE7-329537A02386}" destId="{17D7AD0A-507A-4CF5-B154-8D96B4398E9F}" srcOrd="0" destOrd="0" presId="urn:microsoft.com/office/officeart/2005/8/layout/vList2"/>
    <dgm:cxn modelId="{DFE1A086-F238-4E5D-A8C2-BB1112DFF2E6}" type="presOf" srcId="{9ED95356-577D-4607-822C-0B18287CCD6D}" destId="{A874FEAE-F8F2-4D69-AC08-B130AAB3E5FB}" srcOrd="0" destOrd="0" presId="urn:microsoft.com/office/officeart/2005/8/layout/vList2"/>
    <dgm:cxn modelId="{796AA498-737E-4F3C-BFBE-FFB5C05775CA}" type="presOf" srcId="{D5324657-9840-42A2-81B3-DD87519CF5D9}" destId="{8490E0E8-A82F-459F-BA3F-7BCBB810ED21}" srcOrd="0" destOrd="0" presId="urn:microsoft.com/office/officeart/2005/8/layout/vList2"/>
    <dgm:cxn modelId="{2F74F2A0-DF99-4180-A15C-BCC36DAF1FC7}" type="presOf" srcId="{AEA499D3-BBC9-4B89-95E7-C7D792C7D2B2}" destId="{FA03FB9E-8559-47E7-B1C6-7E15FEEFA53B}" srcOrd="0" destOrd="0" presId="urn:microsoft.com/office/officeart/2005/8/layout/vList2"/>
    <dgm:cxn modelId="{38297AA3-B8B1-4E07-AFD8-4557E6407843}" srcId="{CB0E6277-504A-4343-9365-842DA0DADA68}" destId="{E77451F7-3FA9-4B2F-BAE7-329537A02386}" srcOrd="0" destOrd="0" parTransId="{E67F5A98-E53F-42F2-8CF6-E96988CD5092}" sibTransId="{1E0C70ED-1764-41A7-AB1E-8E41C62162C5}"/>
    <dgm:cxn modelId="{2812D0B3-1872-4538-8E0E-E82A18BAE839}" srcId="{CB0E6277-504A-4343-9365-842DA0DADA68}" destId="{D5324657-9840-42A2-81B3-DD87519CF5D9}" srcOrd="1" destOrd="0" parTransId="{38EB3964-165B-4B8E-A906-61AA076068AA}" sibTransId="{CA372E55-2C6D-4CEE-9446-5242E755BDCB}"/>
    <dgm:cxn modelId="{F4491D9E-6290-488E-B030-AE238518F2E0}" type="presParOf" srcId="{977398B3-A4C0-4A7D-AB72-5223A29A9743}" destId="{17D7AD0A-507A-4CF5-B154-8D96B4398E9F}" srcOrd="0" destOrd="0" presId="urn:microsoft.com/office/officeart/2005/8/layout/vList2"/>
    <dgm:cxn modelId="{B461DA03-66A8-4FF2-92EC-6AF9583A1913}" type="presParOf" srcId="{977398B3-A4C0-4A7D-AB72-5223A29A9743}" destId="{2F09A14E-1F83-4E15-8BD8-BFF449E10EC0}" srcOrd="1" destOrd="0" presId="urn:microsoft.com/office/officeart/2005/8/layout/vList2"/>
    <dgm:cxn modelId="{F6B62337-ABDD-422B-AACE-5A5A63F777E6}" type="presParOf" srcId="{977398B3-A4C0-4A7D-AB72-5223A29A9743}" destId="{8490E0E8-A82F-459F-BA3F-7BCBB810ED21}" srcOrd="2" destOrd="0" presId="urn:microsoft.com/office/officeart/2005/8/layout/vList2"/>
    <dgm:cxn modelId="{B24E4643-000E-40AF-93A6-BF5C1CEAA64C}" type="presParOf" srcId="{977398B3-A4C0-4A7D-AB72-5223A29A9743}" destId="{1FBB7BEB-6158-42B6-8B5D-70550C096D73}" srcOrd="3" destOrd="0" presId="urn:microsoft.com/office/officeart/2005/8/layout/vList2"/>
    <dgm:cxn modelId="{9639AFCF-6414-44F6-B610-06446F0E5E2D}" type="presParOf" srcId="{977398B3-A4C0-4A7D-AB72-5223A29A9743}" destId="{FA03FB9E-8559-47E7-B1C6-7E15FEEFA53B}" srcOrd="4" destOrd="0" presId="urn:microsoft.com/office/officeart/2005/8/layout/vList2"/>
    <dgm:cxn modelId="{4D02A4C2-2F5D-462F-AC0F-A5359AF57B88}" type="presParOf" srcId="{977398B3-A4C0-4A7D-AB72-5223A29A9743}" destId="{7077FD1E-4F59-4F09-BA6F-4F8428967E0B}" srcOrd="5" destOrd="0" presId="urn:microsoft.com/office/officeart/2005/8/layout/vList2"/>
    <dgm:cxn modelId="{B7E30070-1CAC-4F39-98F2-E1B67EFEE824}" type="presParOf" srcId="{977398B3-A4C0-4A7D-AB72-5223A29A9743}" destId="{A874FEAE-F8F2-4D69-AC08-B130AAB3E5F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387B8202-D231-4A02-9648-470E5EC3B8D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CD91860-8300-40AE-AA26-D229EEE5D0BB}">
      <dgm:prSet/>
      <dgm:spPr/>
      <dgm:t>
        <a:bodyPr/>
        <a:lstStyle/>
        <a:p>
          <a:r>
            <a:rPr lang="uk-UA" b="0" i="0"/>
            <a:t>повернення Ольгою під владу Києва древлян</a:t>
          </a:r>
          <a:endParaRPr lang="uk-UA"/>
        </a:p>
      </dgm:t>
    </dgm:pt>
    <dgm:pt modelId="{5E0561EF-BA11-4BCB-8FA9-A29380124B96}" type="parTrans" cxnId="{CCABFE8B-DE7E-4636-8EDD-551CFBCEEC42}">
      <dgm:prSet/>
      <dgm:spPr/>
      <dgm:t>
        <a:bodyPr/>
        <a:lstStyle/>
        <a:p>
          <a:endParaRPr lang="uk-UA"/>
        </a:p>
      </dgm:t>
    </dgm:pt>
    <dgm:pt modelId="{918C35F0-1A03-488C-AE0B-C754AF1E6CA7}" type="sibTrans" cxnId="{CCABFE8B-DE7E-4636-8EDD-551CFBCEEC42}">
      <dgm:prSet/>
      <dgm:spPr/>
      <dgm:t>
        <a:bodyPr/>
        <a:lstStyle/>
        <a:p>
          <a:endParaRPr lang="uk-UA"/>
        </a:p>
      </dgm:t>
    </dgm:pt>
    <dgm:pt modelId="{C8F53795-0274-4417-B8A8-A7CFA6820599}">
      <dgm:prSet/>
      <dgm:spPr/>
      <dgm:t>
        <a:bodyPr/>
        <a:lstStyle/>
        <a:p>
          <a:r>
            <a:rPr lang="uk-UA" b="0" i="0" dirty="0"/>
            <a:t>прийняття княгинею християнства</a:t>
          </a:r>
          <a:endParaRPr lang="uk-UA" dirty="0"/>
        </a:p>
      </dgm:t>
    </dgm:pt>
    <dgm:pt modelId="{A4255156-A830-454F-82FB-89E88CFADF0B}" type="parTrans" cxnId="{5E145CE8-65D5-4C32-97AF-3568B53753D5}">
      <dgm:prSet/>
      <dgm:spPr/>
      <dgm:t>
        <a:bodyPr/>
        <a:lstStyle/>
        <a:p>
          <a:endParaRPr lang="uk-UA"/>
        </a:p>
      </dgm:t>
    </dgm:pt>
    <dgm:pt modelId="{94B5534A-8F8A-4B4E-92E2-E59E82072A47}" type="sibTrans" cxnId="{5E145CE8-65D5-4C32-97AF-3568B53753D5}">
      <dgm:prSet/>
      <dgm:spPr/>
      <dgm:t>
        <a:bodyPr/>
        <a:lstStyle/>
        <a:p>
          <a:endParaRPr lang="uk-UA"/>
        </a:p>
      </dgm:t>
    </dgm:pt>
    <dgm:pt modelId="{7AB25489-C3F9-493F-BB26-EC8E2C77B6E4}">
      <dgm:prSet/>
      <dgm:spPr/>
      <dgm:t>
        <a:bodyPr/>
        <a:lstStyle/>
        <a:p>
          <a:r>
            <a:rPr lang="uk-UA" b="0" i="0" dirty="0"/>
            <a:t>розпуск княгинею варязьких дружин</a:t>
          </a:r>
          <a:endParaRPr lang="uk-UA" dirty="0"/>
        </a:p>
      </dgm:t>
    </dgm:pt>
    <dgm:pt modelId="{FE489E47-D6F1-4825-9129-4A308A8F010F}" type="parTrans" cxnId="{6308CDB3-525F-419E-800F-36D8D820AFB9}">
      <dgm:prSet/>
      <dgm:spPr/>
      <dgm:t>
        <a:bodyPr/>
        <a:lstStyle/>
        <a:p>
          <a:endParaRPr lang="uk-UA"/>
        </a:p>
      </dgm:t>
    </dgm:pt>
    <dgm:pt modelId="{8D62CFD3-5C2E-4BF4-88B5-676EB19F2F25}" type="sibTrans" cxnId="{6308CDB3-525F-419E-800F-36D8D820AFB9}">
      <dgm:prSet/>
      <dgm:spPr/>
      <dgm:t>
        <a:bodyPr/>
        <a:lstStyle/>
        <a:p>
          <a:endParaRPr lang="uk-UA"/>
        </a:p>
      </dgm:t>
    </dgm:pt>
    <dgm:pt modelId="{280EB805-2912-4A99-A52B-663468CA3D0C}">
      <dgm:prSet/>
      <dgm:spPr/>
      <dgm:t>
        <a:bodyPr/>
        <a:lstStyle/>
        <a:p>
          <a:r>
            <a:rPr lang="uk-UA" b="0" i="0" dirty="0"/>
            <a:t>оголошення Ольгою війни Хозарському каганатові</a:t>
          </a:r>
          <a:endParaRPr lang="uk-UA" dirty="0"/>
        </a:p>
      </dgm:t>
    </dgm:pt>
    <dgm:pt modelId="{68D7BDD0-BD83-43AD-B714-39367819C434}" type="parTrans" cxnId="{E4F28F78-26E9-4062-A5F8-2AFF35F3DBE4}">
      <dgm:prSet/>
      <dgm:spPr/>
      <dgm:t>
        <a:bodyPr/>
        <a:lstStyle/>
        <a:p>
          <a:endParaRPr lang="uk-UA"/>
        </a:p>
      </dgm:t>
    </dgm:pt>
    <dgm:pt modelId="{96BA3B76-4FCB-4338-A5A7-4F2617196F1D}" type="sibTrans" cxnId="{E4F28F78-26E9-4062-A5F8-2AFF35F3DBE4}">
      <dgm:prSet/>
      <dgm:spPr/>
      <dgm:t>
        <a:bodyPr/>
        <a:lstStyle/>
        <a:p>
          <a:endParaRPr lang="uk-UA"/>
        </a:p>
      </dgm:t>
    </dgm:pt>
    <dgm:pt modelId="{1EB5A5B5-2614-4E85-9152-A53D9AD17649}" type="pres">
      <dgm:prSet presAssocID="{387B8202-D231-4A02-9648-470E5EC3B8D3}" presName="linear" presStyleCnt="0">
        <dgm:presLayoutVars>
          <dgm:animLvl val="lvl"/>
          <dgm:resizeHandles val="exact"/>
        </dgm:presLayoutVars>
      </dgm:prSet>
      <dgm:spPr/>
    </dgm:pt>
    <dgm:pt modelId="{1CB33915-C0A2-4995-8289-D19B718DBA35}" type="pres">
      <dgm:prSet presAssocID="{FCD91860-8300-40AE-AA26-D229EEE5D0B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4DB3F0B-70E1-4DA9-B211-E6F8C3D5DFEF}" type="pres">
      <dgm:prSet presAssocID="{918C35F0-1A03-488C-AE0B-C754AF1E6CA7}" presName="spacer" presStyleCnt="0"/>
      <dgm:spPr/>
    </dgm:pt>
    <dgm:pt modelId="{1F8F44D5-835D-48B3-BCDB-A27676557C8C}" type="pres">
      <dgm:prSet presAssocID="{C8F53795-0274-4417-B8A8-A7CFA682059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139E942-F033-4536-9884-CFB97B6EF2DD}" type="pres">
      <dgm:prSet presAssocID="{94B5534A-8F8A-4B4E-92E2-E59E82072A47}" presName="spacer" presStyleCnt="0"/>
      <dgm:spPr/>
    </dgm:pt>
    <dgm:pt modelId="{5096B3F8-0D08-4013-A69A-4451C8A17A7E}" type="pres">
      <dgm:prSet presAssocID="{7AB25489-C3F9-493F-BB26-EC8E2C77B6E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38FDE7E-1E8E-4A07-B645-518862114560}" type="pres">
      <dgm:prSet presAssocID="{8D62CFD3-5C2E-4BF4-88B5-676EB19F2F25}" presName="spacer" presStyleCnt="0"/>
      <dgm:spPr/>
    </dgm:pt>
    <dgm:pt modelId="{0BE76E9D-8FF1-402A-A29A-488335397485}" type="pres">
      <dgm:prSet presAssocID="{280EB805-2912-4A99-A52B-663468CA3D0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40D5161-3E53-476D-A991-350CBCF9DFAC}" type="presOf" srcId="{387B8202-D231-4A02-9648-470E5EC3B8D3}" destId="{1EB5A5B5-2614-4E85-9152-A53D9AD17649}" srcOrd="0" destOrd="0" presId="urn:microsoft.com/office/officeart/2005/8/layout/vList2"/>
    <dgm:cxn modelId="{B66FF443-1110-4C3C-9098-B4E0E3616BD3}" type="presOf" srcId="{C8F53795-0274-4417-B8A8-A7CFA6820599}" destId="{1F8F44D5-835D-48B3-BCDB-A27676557C8C}" srcOrd="0" destOrd="0" presId="urn:microsoft.com/office/officeart/2005/8/layout/vList2"/>
    <dgm:cxn modelId="{82911F50-B0F4-4EAC-8BA2-3C5EC98A18C2}" type="presOf" srcId="{280EB805-2912-4A99-A52B-663468CA3D0C}" destId="{0BE76E9D-8FF1-402A-A29A-488335397485}" srcOrd="0" destOrd="0" presId="urn:microsoft.com/office/officeart/2005/8/layout/vList2"/>
    <dgm:cxn modelId="{E4F28F78-26E9-4062-A5F8-2AFF35F3DBE4}" srcId="{387B8202-D231-4A02-9648-470E5EC3B8D3}" destId="{280EB805-2912-4A99-A52B-663468CA3D0C}" srcOrd="3" destOrd="0" parTransId="{68D7BDD0-BD83-43AD-B714-39367819C434}" sibTransId="{96BA3B76-4FCB-4338-A5A7-4F2617196F1D}"/>
    <dgm:cxn modelId="{CCABFE8B-DE7E-4636-8EDD-551CFBCEEC42}" srcId="{387B8202-D231-4A02-9648-470E5EC3B8D3}" destId="{FCD91860-8300-40AE-AA26-D229EEE5D0BB}" srcOrd="0" destOrd="0" parTransId="{5E0561EF-BA11-4BCB-8FA9-A29380124B96}" sibTransId="{918C35F0-1A03-488C-AE0B-C754AF1E6CA7}"/>
    <dgm:cxn modelId="{6308CDB3-525F-419E-800F-36D8D820AFB9}" srcId="{387B8202-D231-4A02-9648-470E5EC3B8D3}" destId="{7AB25489-C3F9-493F-BB26-EC8E2C77B6E4}" srcOrd="2" destOrd="0" parTransId="{FE489E47-D6F1-4825-9129-4A308A8F010F}" sibTransId="{8D62CFD3-5C2E-4BF4-88B5-676EB19F2F25}"/>
    <dgm:cxn modelId="{B4AB69DE-B928-4DB7-B4E1-CD84EAC1FCC1}" type="presOf" srcId="{FCD91860-8300-40AE-AA26-D229EEE5D0BB}" destId="{1CB33915-C0A2-4995-8289-D19B718DBA35}" srcOrd="0" destOrd="0" presId="urn:microsoft.com/office/officeart/2005/8/layout/vList2"/>
    <dgm:cxn modelId="{0A5CF4E5-8870-4696-AD84-BD949F3FDB26}" type="presOf" srcId="{7AB25489-C3F9-493F-BB26-EC8E2C77B6E4}" destId="{5096B3F8-0D08-4013-A69A-4451C8A17A7E}" srcOrd="0" destOrd="0" presId="urn:microsoft.com/office/officeart/2005/8/layout/vList2"/>
    <dgm:cxn modelId="{5E145CE8-65D5-4C32-97AF-3568B53753D5}" srcId="{387B8202-D231-4A02-9648-470E5EC3B8D3}" destId="{C8F53795-0274-4417-B8A8-A7CFA6820599}" srcOrd="1" destOrd="0" parTransId="{A4255156-A830-454F-82FB-89E88CFADF0B}" sibTransId="{94B5534A-8F8A-4B4E-92E2-E59E82072A47}"/>
    <dgm:cxn modelId="{23AD11D2-8653-44FB-A966-ABCDC92D92F0}" type="presParOf" srcId="{1EB5A5B5-2614-4E85-9152-A53D9AD17649}" destId="{1CB33915-C0A2-4995-8289-D19B718DBA35}" srcOrd="0" destOrd="0" presId="urn:microsoft.com/office/officeart/2005/8/layout/vList2"/>
    <dgm:cxn modelId="{E5252723-AF3A-4178-9CA6-946B1CB8A373}" type="presParOf" srcId="{1EB5A5B5-2614-4E85-9152-A53D9AD17649}" destId="{D4DB3F0B-70E1-4DA9-B211-E6F8C3D5DFEF}" srcOrd="1" destOrd="0" presId="urn:microsoft.com/office/officeart/2005/8/layout/vList2"/>
    <dgm:cxn modelId="{06406B43-DF49-4E73-B767-851D25762F83}" type="presParOf" srcId="{1EB5A5B5-2614-4E85-9152-A53D9AD17649}" destId="{1F8F44D5-835D-48B3-BCDB-A27676557C8C}" srcOrd="2" destOrd="0" presId="urn:microsoft.com/office/officeart/2005/8/layout/vList2"/>
    <dgm:cxn modelId="{F0F0B800-37E4-48DD-B7CF-3A59D85624B9}" type="presParOf" srcId="{1EB5A5B5-2614-4E85-9152-A53D9AD17649}" destId="{3139E942-F033-4536-9884-CFB97B6EF2DD}" srcOrd="3" destOrd="0" presId="urn:microsoft.com/office/officeart/2005/8/layout/vList2"/>
    <dgm:cxn modelId="{F4E52C3E-7229-4718-9D3A-8293363A108E}" type="presParOf" srcId="{1EB5A5B5-2614-4E85-9152-A53D9AD17649}" destId="{5096B3F8-0D08-4013-A69A-4451C8A17A7E}" srcOrd="4" destOrd="0" presId="urn:microsoft.com/office/officeart/2005/8/layout/vList2"/>
    <dgm:cxn modelId="{4339805D-36BD-4F70-88EB-6921E51B0069}" type="presParOf" srcId="{1EB5A5B5-2614-4E85-9152-A53D9AD17649}" destId="{E38FDE7E-1E8E-4A07-B645-518862114560}" srcOrd="5" destOrd="0" presId="urn:microsoft.com/office/officeart/2005/8/layout/vList2"/>
    <dgm:cxn modelId="{AB8A1EDE-8CCB-4120-A6A3-E94354D9910E}" type="presParOf" srcId="{1EB5A5B5-2614-4E85-9152-A53D9AD17649}" destId="{0BE76E9D-8FF1-402A-A29A-48833539748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7231D88B-0C84-4F48-A448-AF482351E2F8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24C1BFE-565F-47B2-9F65-C69E0DF4C675}">
      <dgm:prSet/>
      <dgm:spPr/>
      <dgm:t>
        <a:bodyPr/>
        <a:lstStyle/>
        <a:p>
          <a:r>
            <a:rPr lang="uk-UA" b="0" i="0" dirty="0"/>
            <a:t>Аскольда</a:t>
          </a:r>
          <a:endParaRPr lang="uk-UA" dirty="0"/>
        </a:p>
      </dgm:t>
    </dgm:pt>
    <dgm:pt modelId="{437BE6A9-EC81-424E-A1F7-7B1F5A242677}" type="parTrans" cxnId="{D985E0BE-4D97-4945-B645-831E15709B2F}">
      <dgm:prSet/>
      <dgm:spPr/>
      <dgm:t>
        <a:bodyPr/>
        <a:lstStyle/>
        <a:p>
          <a:endParaRPr lang="uk-UA"/>
        </a:p>
      </dgm:t>
    </dgm:pt>
    <dgm:pt modelId="{11DE5945-B94B-4EA4-B7CC-FA3F26EAFD28}" type="sibTrans" cxnId="{D985E0BE-4D97-4945-B645-831E15709B2F}">
      <dgm:prSet/>
      <dgm:spPr/>
      <dgm:t>
        <a:bodyPr/>
        <a:lstStyle/>
        <a:p>
          <a:endParaRPr lang="uk-UA"/>
        </a:p>
      </dgm:t>
    </dgm:pt>
    <dgm:pt modelId="{F98F7D01-705F-43BC-B06B-B5E555C35565}">
      <dgm:prSet/>
      <dgm:spPr/>
      <dgm:t>
        <a:bodyPr/>
        <a:lstStyle/>
        <a:p>
          <a:r>
            <a:rPr lang="uk-UA" b="0" i="0"/>
            <a:t>Олега</a:t>
          </a:r>
          <a:endParaRPr lang="uk-UA"/>
        </a:p>
      </dgm:t>
    </dgm:pt>
    <dgm:pt modelId="{4544B8C1-2CFC-49AB-BC1A-F0122C9E87DE}" type="parTrans" cxnId="{0ADDACD7-0669-48F3-9E5E-8E22A0E77E07}">
      <dgm:prSet/>
      <dgm:spPr/>
      <dgm:t>
        <a:bodyPr/>
        <a:lstStyle/>
        <a:p>
          <a:endParaRPr lang="uk-UA"/>
        </a:p>
      </dgm:t>
    </dgm:pt>
    <dgm:pt modelId="{19B04414-FFEC-4007-83DA-439458BBA3A7}" type="sibTrans" cxnId="{0ADDACD7-0669-48F3-9E5E-8E22A0E77E07}">
      <dgm:prSet/>
      <dgm:spPr/>
      <dgm:t>
        <a:bodyPr/>
        <a:lstStyle/>
        <a:p>
          <a:endParaRPr lang="uk-UA"/>
        </a:p>
      </dgm:t>
    </dgm:pt>
    <dgm:pt modelId="{5C1508CE-32DB-44A2-825B-28D1D1F87A59}">
      <dgm:prSet/>
      <dgm:spPr/>
      <dgm:t>
        <a:bodyPr/>
        <a:lstStyle/>
        <a:p>
          <a:r>
            <a:rPr lang="uk-UA" b="0" i="0" dirty="0"/>
            <a:t>Ігоря</a:t>
          </a:r>
          <a:endParaRPr lang="uk-UA" dirty="0"/>
        </a:p>
      </dgm:t>
    </dgm:pt>
    <dgm:pt modelId="{37568105-8D0D-4693-A5A1-187A988F36C7}" type="parTrans" cxnId="{03F954E6-3B4E-4745-B14D-6EF823D46562}">
      <dgm:prSet/>
      <dgm:spPr/>
      <dgm:t>
        <a:bodyPr/>
        <a:lstStyle/>
        <a:p>
          <a:endParaRPr lang="uk-UA"/>
        </a:p>
      </dgm:t>
    </dgm:pt>
    <dgm:pt modelId="{AB24BF6E-26E9-4234-AA76-BE6B91C343ED}" type="sibTrans" cxnId="{03F954E6-3B4E-4745-B14D-6EF823D46562}">
      <dgm:prSet/>
      <dgm:spPr/>
      <dgm:t>
        <a:bodyPr/>
        <a:lstStyle/>
        <a:p>
          <a:endParaRPr lang="uk-UA"/>
        </a:p>
      </dgm:t>
    </dgm:pt>
    <dgm:pt modelId="{78FA48A5-F508-4A47-BBAA-BE29A5FF8FB3}">
      <dgm:prSet/>
      <dgm:spPr/>
      <dgm:t>
        <a:bodyPr/>
        <a:lstStyle/>
        <a:p>
          <a:r>
            <a:rPr lang="uk-UA" b="0" i="0" dirty="0"/>
            <a:t>Ольги</a:t>
          </a:r>
          <a:endParaRPr lang="uk-UA" dirty="0"/>
        </a:p>
      </dgm:t>
    </dgm:pt>
    <dgm:pt modelId="{16228120-9F67-4E65-A7BB-9CCAC8E43FC2}" type="parTrans" cxnId="{9E2A0034-7BA9-4BDB-A737-39FE71E5D9EA}">
      <dgm:prSet/>
      <dgm:spPr/>
      <dgm:t>
        <a:bodyPr/>
        <a:lstStyle/>
        <a:p>
          <a:endParaRPr lang="uk-UA"/>
        </a:p>
      </dgm:t>
    </dgm:pt>
    <dgm:pt modelId="{708C3557-9908-4D48-9E7A-C73380C7AFF9}" type="sibTrans" cxnId="{9E2A0034-7BA9-4BDB-A737-39FE71E5D9EA}">
      <dgm:prSet/>
      <dgm:spPr/>
      <dgm:t>
        <a:bodyPr/>
        <a:lstStyle/>
        <a:p>
          <a:endParaRPr lang="uk-UA"/>
        </a:p>
      </dgm:t>
    </dgm:pt>
    <dgm:pt modelId="{87C4B794-8C99-4A1A-823E-174D4B468ED1}" type="pres">
      <dgm:prSet presAssocID="{7231D88B-0C84-4F48-A448-AF482351E2F8}" presName="matrix" presStyleCnt="0">
        <dgm:presLayoutVars>
          <dgm:chMax val="1"/>
          <dgm:dir/>
          <dgm:resizeHandles val="exact"/>
        </dgm:presLayoutVars>
      </dgm:prSet>
      <dgm:spPr/>
    </dgm:pt>
    <dgm:pt modelId="{5459ADB1-2529-443E-B6E7-B27CCC787325}" type="pres">
      <dgm:prSet presAssocID="{7231D88B-0C84-4F48-A448-AF482351E2F8}" presName="diamond" presStyleLbl="bgShp" presStyleIdx="0" presStyleCnt="1"/>
      <dgm:spPr/>
    </dgm:pt>
    <dgm:pt modelId="{7CF1D6F6-369E-498E-8CCF-E71C19628210}" type="pres">
      <dgm:prSet presAssocID="{7231D88B-0C84-4F48-A448-AF482351E2F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96EE3FF-CCB2-410A-8A28-6E6F05DC542D}" type="pres">
      <dgm:prSet presAssocID="{7231D88B-0C84-4F48-A448-AF482351E2F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AF970DA-FD58-4284-BC72-A5F9FF21C09B}" type="pres">
      <dgm:prSet presAssocID="{7231D88B-0C84-4F48-A448-AF482351E2F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40AE01C-C7C8-44BE-8C8C-FADE720FAB0C}" type="pres">
      <dgm:prSet presAssocID="{7231D88B-0C84-4F48-A448-AF482351E2F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DF44B01-2977-4A6A-B373-5DB8E5A54914}" type="presOf" srcId="{7231D88B-0C84-4F48-A448-AF482351E2F8}" destId="{87C4B794-8C99-4A1A-823E-174D4B468ED1}" srcOrd="0" destOrd="0" presId="urn:microsoft.com/office/officeart/2005/8/layout/matrix3"/>
    <dgm:cxn modelId="{9E2A0034-7BA9-4BDB-A737-39FE71E5D9EA}" srcId="{7231D88B-0C84-4F48-A448-AF482351E2F8}" destId="{78FA48A5-F508-4A47-BBAA-BE29A5FF8FB3}" srcOrd="3" destOrd="0" parTransId="{16228120-9F67-4E65-A7BB-9CCAC8E43FC2}" sibTransId="{708C3557-9908-4D48-9E7A-C73380C7AFF9}"/>
    <dgm:cxn modelId="{393A0D67-F9E6-49F6-83A2-1053D9EE3739}" type="presOf" srcId="{024C1BFE-565F-47B2-9F65-C69E0DF4C675}" destId="{7CF1D6F6-369E-498E-8CCF-E71C19628210}" srcOrd="0" destOrd="0" presId="urn:microsoft.com/office/officeart/2005/8/layout/matrix3"/>
    <dgm:cxn modelId="{CC9B5798-D8F9-40E5-BA54-B65C944AC18D}" type="presOf" srcId="{78FA48A5-F508-4A47-BBAA-BE29A5FF8FB3}" destId="{440AE01C-C7C8-44BE-8C8C-FADE720FAB0C}" srcOrd="0" destOrd="0" presId="urn:microsoft.com/office/officeart/2005/8/layout/matrix3"/>
    <dgm:cxn modelId="{BEF226BE-A111-4707-A118-936BD9A41200}" type="presOf" srcId="{F98F7D01-705F-43BC-B06B-B5E555C35565}" destId="{B96EE3FF-CCB2-410A-8A28-6E6F05DC542D}" srcOrd="0" destOrd="0" presId="urn:microsoft.com/office/officeart/2005/8/layout/matrix3"/>
    <dgm:cxn modelId="{D985E0BE-4D97-4945-B645-831E15709B2F}" srcId="{7231D88B-0C84-4F48-A448-AF482351E2F8}" destId="{024C1BFE-565F-47B2-9F65-C69E0DF4C675}" srcOrd="0" destOrd="0" parTransId="{437BE6A9-EC81-424E-A1F7-7B1F5A242677}" sibTransId="{11DE5945-B94B-4EA4-B7CC-FA3F26EAFD28}"/>
    <dgm:cxn modelId="{0ADDACD7-0669-48F3-9E5E-8E22A0E77E07}" srcId="{7231D88B-0C84-4F48-A448-AF482351E2F8}" destId="{F98F7D01-705F-43BC-B06B-B5E555C35565}" srcOrd="1" destOrd="0" parTransId="{4544B8C1-2CFC-49AB-BC1A-F0122C9E87DE}" sibTransId="{19B04414-FFEC-4007-83DA-439458BBA3A7}"/>
    <dgm:cxn modelId="{619A3ADF-1701-4D0D-809E-4667ECBCF91D}" type="presOf" srcId="{5C1508CE-32DB-44A2-825B-28D1D1F87A59}" destId="{0AF970DA-FD58-4284-BC72-A5F9FF21C09B}" srcOrd="0" destOrd="0" presId="urn:microsoft.com/office/officeart/2005/8/layout/matrix3"/>
    <dgm:cxn modelId="{03F954E6-3B4E-4745-B14D-6EF823D46562}" srcId="{7231D88B-0C84-4F48-A448-AF482351E2F8}" destId="{5C1508CE-32DB-44A2-825B-28D1D1F87A59}" srcOrd="2" destOrd="0" parTransId="{37568105-8D0D-4693-A5A1-187A988F36C7}" sibTransId="{AB24BF6E-26E9-4234-AA76-BE6B91C343ED}"/>
    <dgm:cxn modelId="{BA176895-95D5-45E7-BB48-7312382F914A}" type="presParOf" srcId="{87C4B794-8C99-4A1A-823E-174D4B468ED1}" destId="{5459ADB1-2529-443E-B6E7-B27CCC787325}" srcOrd="0" destOrd="0" presId="urn:microsoft.com/office/officeart/2005/8/layout/matrix3"/>
    <dgm:cxn modelId="{D7156372-92F0-46C8-9FA5-CFB2B35D7421}" type="presParOf" srcId="{87C4B794-8C99-4A1A-823E-174D4B468ED1}" destId="{7CF1D6F6-369E-498E-8CCF-E71C19628210}" srcOrd="1" destOrd="0" presId="urn:microsoft.com/office/officeart/2005/8/layout/matrix3"/>
    <dgm:cxn modelId="{25375EF3-2E7F-44B1-A55E-B8291F02A0CA}" type="presParOf" srcId="{87C4B794-8C99-4A1A-823E-174D4B468ED1}" destId="{B96EE3FF-CCB2-410A-8A28-6E6F05DC542D}" srcOrd="2" destOrd="0" presId="urn:microsoft.com/office/officeart/2005/8/layout/matrix3"/>
    <dgm:cxn modelId="{C3DCB993-9D79-425A-8014-D96BE03C368C}" type="presParOf" srcId="{87C4B794-8C99-4A1A-823E-174D4B468ED1}" destId="{0AF970DA-FD58-4284-BC72-A5F9FF21C09B}" srcOrd="3" destOrd="0" presId="urn:microsoft.com/office/officeart/2005/8/layout/matrix3"/>
    <dgm:cxn modelId="{2D5F68FE-FAF9-4F56-8F5E-D30FAD3320AD}" type="presParOf" srcId="{87C4B794-8C99-4A1A-823E-174D4B468ED1}" destId="{440AE01C-C7C8-44BE-8C8C-FADE720FAB0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09EDB3C7-3E47-4A3D-B866-44E8FDC522FE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EC3742B-CFD6-4ED1-98FA-CEAF05C0AC23}">
      <dgm:prSet/>
      <dgm:spPr/>
      <dgm:t>
        <a:bodyPr/>
        <a:lstStyle/>
        <a:p>
          <a:r>
            <a:rPr lang="ru-RU" b="0" i="0" dirty="0"/>
            <a:t>Аскольда та </a:t>
          </a:r>
          <a:r>
            <a:rPr lang="ru-RU" b="0" i="0" dirty="0" err="1"/>
            <a:t>Діра</a:t>
          </a:r>
          <a:r>
            <a:rPr lang="ru-RU" b="0" i="0" dirty="0"/>
            <a:t>.</a:t>
          </a:r>
          <a:endParaRPr lang="uk-UA" dirty="0"/>
        </a:p>
      </dgm:t>
    </dgm:pt>
    <dgm:pt modelId="{7C98955D-D26D-4BAD-B090-5BC17099C69A}" type="parTrans" cxnId="{6FF4C41F-5012-4CA8-9C41-AD0D85A0A27E}">
      <dgm:prSet/>
      <dgm:spPr/>
      <dgm:t>
        <a:bodyPr/>
        <a:lstStyle/>
        <a:p>
          <a:endParaRPr lang="uk-UA"/>
        </a:p>
      </dgm:t>
    </dgm:pt>
    <dgm:pt modelId="{DE896E28-927A-46AB-B774-899201154AF7}" type="sibTrans" cxnId="{6FF4C41F-5012-4CA8-9C41-AD0D85A0A27E}">
      <dgm:prSet/>
      <dgm:spPr/>
      <dgm:t>
        <a:bodyPr/>
        <a:lstStyle/>
        <a:p>
          <a:endParaRPr lang="uk-UA"/>
        </a:p>
      </dgm:t>
    </dgm:pt>
    <dgm:pt modelId="{AFEC6320-A1DA-4180-A80D-A39681659DB0}">
      <dgm:prSet/>
      <dgm:spPr/>
      <dgm:t>
        <a:bodyPr/>
        <a:lstStyle/>
        <a:p>
          <a:r>
            <a:rPr lang="ru-RU" b="0" i="0" dirty="0"/>
            <a:t>Аскольда, </a:t>
          </a:r>
          <a:r>
            <a:rPr lang="ru-RU" b="0" i="0" dirty="0" err="1"/>
            <a:t>Діра</a:t>
          </a:r>
          <a:r>
            <a:rPr lang="ru-RU" b="0" i="0" dirty="0"/>
            <a:t> та Олега.</a:t>
          </a:r>
          <a:endParaRPr lang="uk-UA" dirty="0"/>
        </a:p>
      </dgm:t>
    </dgm:pt>
    <dgm:pt modelId="{3391D073-1F41-4BC5-B6C7-2177EFBCE7A5}" type="parTrans" cxnId="{72E05863-29F0-4B3F-9B6B-7FD852F14D4D}">
      <dgm:prSet/>
      <dgm:spPr/>
      <dgm:t>
        <a:bodyPr/>
        <a:lstStyle/>
        <a:p>
          <a:endParaRPr lang="uk-UA"/>
        </a:p>
      </dgm:t>
    </dgm:pt>
    <dgm:pt modelId="{9FFAD528-462B-4908-88BD-5D386B89E71F}" type="sibTrans" cxnId="{72E05863-29F0-4B3F-9B6B-7FD852F14D4D}">
      <dgm:prSet/>
      <dgm:spPr/>
      <dgm:t>
        <a:bodyPr/>
        <a:lstStyle/>
        <a:p>
          <a:endParaRPr lang="uk-UA"/>
        </a:p>
      </dgm:t>
    </dgm:pt>
    <dgm:pt modelId="{C28346B9-5BC6-4A67-9251-FE11BBB61DF9}">
      <dgm:prSet/>
      <dgm:spPr/>
      <dgm:t>
        <a:bodyPr/>
        <a:lstStyle/>
        <a:p>
          <a:r>
            <a:rPr lang="ru-RU" b="0" i="0"/>
            <a:t>Олега, Ігоря та Ольги.</a:t>
          </a:r>
          <a:endParaRPr lang="uk-UA"/>
        </a:p>
      </dgm:t>
    </dgm:pt>
    <dgm:pt modelId="{24BF2170-73A3-4BA1-AA80-92C5169C0118}" type="parTrans" cxnId="{AA2FACA2-650C-4972-B9A7-1061E593FBFC}">
      <dgm:prSet/>
      <dgm:spPr/>
      <dgm:t>
        <a:bodyPr/>
        <a:lstStyle/>
        <a:p>
          <a:endParaRPr lang="uk-UA"/>
        </a:p>
      </dgm:t>
    </dgm:pt>
    <dgm:pt modelId="{811B2010-35B2-4C6B-B6F1-292779DA879A}" type="sibTrans" cxnId="{AA2FACA2-650C-4972-B9A7-1061E593FBFC}">
      <dgm:prSet/>
      <dgm:spPr/>
      <dgm:t>
        <a:bodyPr/>
        <a:lstStyle/>
        <a:p>
          <a:endParaRPr lang="uk-UA"/>
        </a:p>
      </dgm:t>
    </dgm:pt>
    <dgm:pt modelId="{34B6949C-2B24-4CB3-B3EF-28223AC03FC5}">
      <dgm:prSet/>
      <dgm:spPr/>
      <dgm:t>
        <a:bodyPr/>
        <a:lstStyle/>
        <a:p>
          <a:r>
            <a:rPr lang="ru-RU" b="0" i="0" dirty="0"/>
            <a:t>Ольги, Святослава та </a:t>
          </a:r>
          <a:r>
            <a:rPr lang="ru-RU" b="0" i="0" dirty="0" err="1"/>
            <a:t>Володимира</a:t>
          </a:r>
          <a:r>
            <a:rPr lang="ru-RU" b="0" i="0" dirty="0"/>
            <a:t>.</a:t>
          </a:r>
          <a:endParaRPr lang="uk-UA" dirty="0"/>
        </a:p>
      </dgm:t>
    </dgm:pt>
    <dgm:pt modelId="{DD868B66-AF6F-4B23-8E9A-FA7E5E03FC65}" type="parTrans" cxnId="{7C706C03-1995-4904-BE9E-A50CF7013348}">
      <dgm:prSet/>
      <dgm:spPr/>
      <dgm:t>
        <a:bodyPr/>
        <a:lstStyle/>
        <a:p>
          <a:endParaRPr lang="uk-UA"/>
        </a:p>
      </dgm:t>
    </dgm:pt>
    <dgm:pt modelId="{F9548153-1CC7-4216-837A-1E79BBA3EF93}" type="sibTrans" cxnId="{7C706C03-1995-4904-BE9E-A50CF7013348}">
      <dgm:prSet/>
      <dgm:spPr/>
      <dgm:t>
        <a:bodyPr/>
        <a:lstStyle/>
        <a:p>
          <a:endParaRPr lang="uk-UA"/>
        </a:p>
      </dgm:t>
    </dgm:pt>
    <dgm:pt modelId="{292B0FE9-D2EF-4829-8B79-1808E333A392}" type="pres">
      <dgm:prSet presAssocID="{09EDB3C7-3E47-4A3D-B866-44E8FDC522FE}" presName="Name0" presStyleCnt="0">
        <dgm:presLayoutVars>
          <dgm:chMax val="7"/>
          <dgm:chPref val="7"/>
          <dgm:dir/>
        </dgm:presLayoutVars>
      </dgm:prSet>
      <dgm:spPr/>
    </dgm:pt>
    <dgm:pt modelId="{79FA72F9-1B88-42B4-B693-55FF767E73FE}" type="pres">
      <dgm:prSet presAssocID="{09EDB3C7-3E47-4A3D-B866-44E8FDC522FE}" presName="Name1" presStyleCnt="0"/>
      <dgm:spPr/>
    </dgm:pt>
    <dgm:pt modelId="{D472F17D-0485-4400-9121-187CB1C4F83A}" type="pres">
      <dgm:prSet presAssocID="{09EDB3C7-3E47-4A3D-B866-44E8FDC522FE}" presName="cycle" presStyleCnt="0"/>
      <dgm:spPr/>
    </dgm:pt>
    <dgm:pt modelId="{55968AAA-5846-4BE4-AE90-876818034926}" type="pres">
      <dgm:prSet presAssocID="{09EDB3C7-3E47-4A3D-B866-44E8FDC522FE}" presName="srcNode" presStyleLbl="node1" presStyleIdx="0" presStyleCnt="4"/>
      <dgm:spPr/>
    </dgm:pt>
    <dgm:pt modelId="{C9B05392-957A-4528-B7CD-CC34D7DCFC5A}" type="pres">
      <dgm:prSet presAssocID="{09EDB3C7-3E47-4A3D-B866-44E8FDC522FE}" presName="conn" presStyleLbl="parChTrans1D2" presStyleIdx="0" presStyleCnt="1"/>
      <dgm:spPr/>
    </dgm:pt>
    <dgm:pt modelId="{2AAB59E7-829A-40C2-9922-EAB074E40C70}" type="pres">
      <dgm:prSet presAssocID="{09EDB3C7-3E47-4A3D-B866-44E8FDC522FE}" presName="extraNode" presStyleLbl="node1" presStyleIdx="0" presStyleCnt="4"/>
      <dgm:spPr/>
    </dgm:pt>
    <dgm:pt modelId="{C063A3BF-BED3-4DE7-B303-67CC7D0BC35E}" type="pres">
      <dgm:prSet presAssocID="{09EDB3C7-3E47-4A3D-B866-44E8FDC522FE}" presName="dstNode" presStyleLbl="node1" presStyleIdx="0" presStyleCnt="4"/>
      <dgm:spPr/>
    </dgm:pt>
    <dgm:pt modelId="{9F727DD9-3169-470A-B40B-41DE0F68DC07}" type="pres">
      <dgm:prSet presAssocID="{CEC3742B-CFD6-4ED1-98FA-CEAF05C0AC23}" presName="text_1" presStyleLbl="node1" presStyleIdx="0" presStyleCnt="4">
        <dgm:presLayoutVars>
          <dgm:bulletEnabled val="1"/>
        </dgm:presLayoutVars>
      </dgm:prSet>
      <dgm:spPr/>
    </dgm:pt>
    <dgm:pt modelId="{EB5E13AB-3123-4B23-8120-A84BACE0EA4F}" type="pres">
      <dgm:prSet presAssocID="{CEC3742B-CFD6-4ED1-98FA-CEAF05C0AC23}" presName="accent_1" presStyleCnt="0"/>
      <dgm:spPr/>
    </dgm:pt>
    <dgm:pt modelId="{A17A67C6-435C-4C0E-A9A6-DFC1CF44193A}" type="pres">
      <dgm:prSet presAssocID="{CEC3742B-CFD6-4ED1-98FA-CEAF05C0AC23}" presName="accentRepeatNode" presStyleLbl="solidFgAcc1" presStyleIdx="0" presStyleCnt="4"/>
      <dgm:spPr/>
    </dgm:pt>
    <dgm:pt modelId="{8ECA9385-C323-4731-A40D-F767C982C7CB}" type="pres">
      <dgm:prSet presAssocID="{AFEC6320-A1DA-4180-A80D-A39681659DB0}" presName="text_2" presStyleLbl="node1" presStyleIdx="1" presStyleCnt="4">
        <dgm:presLayoutVars>
          <dgm:bulletEnabled val="1"/>
        </dgm:presLayoutVars>
      </dgm:prSet>
      <dgm:spPr/>
    </dgm:pt>
    <dgm:pt modelId="{55BF8B18-0154-408A-98B2-202E735F23CA}" type="pres">
      <dgm:prSet presAssocID="{AFEC6320-A1DA-4180-A80D-A39681659DB0}" presName="accent_2" presStyleCnt="0"/>
      <dgm:spPr/>
    </dgm:pt>
    <dgm:pt modelId="{AE93D467-BE50-42E5-9D89-DCD9954D7F8B}" type="pres">
      <dgm:prSet presAssocID="{AFEC6320-A1DA-4180-A80D-A39681659DB0}" presName="accentRepeatNode" presStyleLbl="solidFgAcc1" presStyleIdx="1" presStyleCnt="4"/>
      <dgm:spPr/>
    </dgm:pt>
    <dgm:pt modelId="{E2C56FDB-C8BF-4BBE-B1F9-24F7D7B79D64}" type="pres">
      <dgm:prSet presAssocID="{C28346B9-5BC6-4A67-9251-FE11BBB61DF9}" presName="text_3" presStyleLbl="node1" presStyleIdx="2" presStyleCnt="4">
        <dgm:presLayoutVars>
          <dgm:bulletEnabled val="1"/>
        </dgm:presLayoutVars>
      </dgm:prSet>
      <dgm:spPr/>
    </dgm:pt>
    <dgm:pt modelId="{CC3FC953-9387-4249-A087-94AB18695F31}" type="pres">
      <dgm:prSet presAssocID="{C28346B9-5BC6-4A67-9251-FE11BBB61DF9}" presName="accent_3" presStyleCnt="0"/>
      <dgm:spPr/>
    </dgm:pt>
    <dgm:pt modelId="{5CADBA36-A483-4480-A560-F8397584ACFC}" type="pres">
      <dgm:prSet presAssocID="{C28346B9-5BC6-4A67-9251-FE11BBB61DF9}" presName="accentRepeatNode" presStyleLbl="solidFgAcc1" presStyleIdx="2" presStyleCnt="4"/>
      <dgm:spPr/>
    </dgm:pt>
    <dgm:pt modelId="{8C0ECBEF-CA5B-41D1-9140-9D5442CAE4B2}" type="pres">
      <dgm:prSet presAssocID="{34B6949C-2B24-4CB3-B3EF-28223AC03FC5}" presName="text_4" presStyleLbl="node1" presStyleIdx="3" presStyleCnt="4">
        <dgm:presLayoutVars>
          <dgm:bulletEnabled val="1"/>
        </dgm:presLayoutVars>
      </dgm:prSet>
      <dgm:spPr/>
    </dgm:pt>
    <dgm:pt modelId="{BD012D94-BCC9-4E1F-81F0-EDD32582814E}" type="pres">
      <dgm:prSet presAssocID="{34B6949C-2B24-4CB3-B3EF-28223AC03FC5}" presName="accent_4" presStyleCnt="0"/>
      <dgm:spPr/>
    </dgm:pt>
    <dgm:pt modelId="{0B41DC30-8133-4A3E-AA4A-6F3CA39AF542}" type="pres">
      <dgm:prSet presAssocID="{34B6949C-2B24-4CB3-B3EF-28223AC03FC5}" presName="accentRepeatNode" presStyleLbl="solidFgAcc1" presStyleIdx="3" presStyleCnt="4"/>
      <dgm:spPr/>
    </dgm:pt>
  </dgm:ptLst>
  <dgm:cxnLst>
    <dgm:cxn modelId="{7C706C03-1995-4904-BE9E-A50CF7013348}" srcId="{09EDB3C7-3E47-4A3D-B866-44E8FDC522FE}" destId="{34B6949C-2B24-4CB3-B3EF-28223AC03FC5}" srcOrd="3" destOrd="0" parTransId="{DD868B66-AF6F-4B23-8E9A-FA7E5E03FC65}" sibTransId="{F9548153-1CC7-4216-837A-1E79BBA3EF93}"/>
    <dgm:cxn modelId="{66FB9404-B56B-4F6A-B362-9D39D76A3CD5}" type="presOf" srcId="{C28346B9-5BC6-4A67-9251-FE11BBB61DF9}" destId="{E2C56FDB-C8BF-4BBE-B1F9-24F7D7B79D64}" srcOrd="0" destOrd="0" presId="urn:microsoft.com/office/officeart/2008/layout/VerticalCurvedList"/>
    <dgm:cxn modelId="{6FF4C41F-5012-4CA8-9C41-AD0D85A0A27E}" srcId="{09EDB3C7-3E47-4A3D-B866-44E8FDC522FE}" destId="{CEC3742B-CFD6-4ED1-98FA-CEAF05C0AC23}" srcOrd="0" destOrd="0" parTransId="{7C98955D-D26D-4BAD-B090-5BC17099C69A}" sibTransId="{DE896E28-927A-46AB-B774-899201154AF7}"/>
    <dgm:cxn modelId="{9DB9C62C-1880-4D5B-8CA2-E438190DE8A6}" type="presOf" srcId="{CEC3742B-CFD6-4ED1-98FA-CEAF05C0AC23}" destId="{9F727DD9-3169-470A-B40B-41DE0F68DC07}" srcOrd="0" destOrd="0" presId="urn:microsoft.com/office/officeart/2008/layout/VerticalCurvedList"/>
    <dgm:cxn modelId="{72E05863-29F0-4B3F-9B6B-7FD852F14D4D}" srcId="{09EDB3C7-3E47-4A3D-B866-44E8FDC522FE}" destId="{AFEC6320-A1DA-4180-A80D-A39681659DB0}" srcOrd="1" destOrd="0" parTransId="{3391D073-1F41-4BC5-B6C7-2177EFBCE7A5}" sibTransId="{9FFAD528-462B-4908-88BD-5D386B89E71F}"/>
    <dgm:cxn modelId="{6E1C647A-F512-483A-A9D1-F5A290283ECF}" type="presOf" srcId="{DE896E28-927A-46AB-B774-899201154AF7}" destId="{C9B05392-957A-4528-B7CD-CC34D7DCFC5A}" srcOrd="0" destOrd="0" presId="urn:microsoft.com/office/officeart/2008/layout/VerticalCurvedList"/>
    <dgm:cxn modelId="{DE269090-59E0-4376-9057-B3C922BEA01E}" type="presOf" srcId="{AFEC6320-A1DA-4180-A80D-A39681659DB0}" destId="{8ECA9385-C323-4731-A40D-F767C982C7CB}" srcOrd="0" destOrd="0" presId="urn:microsoft.com/office/officeart/2008/layout/VerticalCurvedList"/>
    <dgm:cxn modelId="{D977EF93-CEF3-4055-BAF8-A790F6D1C14F}" type="presOf" srcId="{34B6949C-2B24-4CB3-B3EF-28223AC03FC5}" destId="{8C0ECBEF-CA5B-41D1-9140-9D5442CAE4B2}" srcOrd="0" destOrd="0" presId="urn:microsoft.com/office/officeart/2008/layout/VerticalCurvedList"/>
    <dgm:cxn modelId="{AA2FACA2-650C-4972-B9A7-1061E593FBFC}" srcId="{09EDB3C7-3E47-4A3D-B866-44E8FDC522FE}" destId="{C28346B9-5BC6-4A67-9251-FE11BBB61DF9}" srcOrd="2" destOrd="0" parTransId="{24BF2170-73A3-4BA1-AA80-92C5169C0118}" sibTransId="{811B2010-35B2-4C6B-B6F1-292779DA879A}"/>
    <dgm:cxn modelId="{ED7746CC-8EB1-41C2-A1B7-3AD5E71E56CE}" type="presOf" srcId="{09EDB3C7-3E47-4A3D-B866-44E8FDC522FE}" destId="{292B0FE9-D2EF-4829-8B79-1808E333A392}" srcOrd="0" destOrd="0" presId="urn:microsoft.com/office/officeart/2008/layout/VerticalCurvedList"/>
    <dgm:cxn modelId="{F629E1EA-45A0-4266-8B33-7494DAB09C5E}" type="presParOf" srcId="{292B0FE9-D2EF-4829-8B79-1808E333A392}" destId="{79FA72F9-1B88-42B4-B693-55FF767E73FE}" srcOrd="0" destOrd="0" presId="urn:microsoft.com/office/officeart/2008/layout/VerticalCurvedList"/>
    <dgm:cxn modelId="{5C77878B-1FC0-483B-BA7F-1CE652F62F2D}" type="presParOf" srcId="{79FA72F9-1B88-42B4-B693-55FF767E73FE}" destId="{D472F17D-0485-4400-9121-187CB1C4F83A}" srcOrd="0" destOrd="0" presId="urn:microsoft.com/office/officeart/2008/layout/VerticalCurvedList"/>
    <dgm:cxn modelId="{19092DB5-EBAB-4B59-87EA-727251500F57}" type="presParOf" srcId="{D472F17D-0485-4400-9121-187CB1C4F83A}" destId="{55968AAA-5846-4BE4-AE90-876818034926}" srcOrd="0" destOrd="0" presId="urn:microsoft.com/office/officeart/2008/layout/VerticalCurvedList"/>
    <dgm:cxn modelId="{902CDB49-8E07-47EA-A14D-FA2FFD09743B}" type="presParOf" srcId="{D472F17D-0485-4400-9121-187CB1C4F83A}" destId="{C9B05392-957A-4528-B7CD-CC34D7DCFC5A}" srcOrd="1" destOrd="0" presId="urn:microsoft.com/office/officeart/2008/layout/VerticalCurvedList"/>
    <dgm:cxn modelId="{84A9D778-6B74-4513-8687-1FB5632FEA84}" type="presParOf" srcId="{D472F17D-0485-4400-9121-187CB1C4F83A}" destId="{2AAB59E7-829A-40C2-9922-EAB074E40C70}" srcOrd="2" destOrd="0" presId="urn:microsoft.com/office/officeart/2008/layout/VerticalCurvedList"/>
    <dgm:cxn modelId="{B6CE567C-5A16-43E5-B28D-AC7DD309251E}" type="presParOf" srcId="{D472F17D-0485-4400-9121-187CB1C4F83A}" destId="{C063A3BF-BED3-4DE7-B303-67CC7D0BC35E}" srcOrd="3" destOrd="0" presId="urn:microsoft.com/office/officeart/2008/layout/VerticalCurvedList"/>
    <dgm:cxn modelId="{068C138D-A51C-4D1A-BFB8-EE30B8B0A4B0}" type="presParOf" srcId="{79FA72F9-1B88-42B4-B693-55FF767E73FE}" destId="{9F727DD9-3169-470A-B40B-41DE0F68DC07}" srcOrd="1" destOrd="0" presId="urn:microsoft.com/office/officeart/2008/layout/VerticalCurvedList"/>
    <dgm:cxn modelId="{77036CBC-F56C-4031-B983-FFF390DE3955}" type="presParOf" srcId="{79FA72F9-1B88-42B4-B693-55FF767E73FE}" destId="{EB5E13AB-3123-4B23-8120-A84BACE0EA4F}" srcOrd="2" destOrd="0" presId="urn:microsoft.com/office/officeart/2008/layout/VerticalCurvedList"/>
    <dgm:cxn modelId="{45F84424-84CF-4F2D-83F9-FE39993F1D6A}" type="presParOf" srcId="{EB5E13AB-3123-4B23-8120-A84BACE0EA4F}" destId="{A17A67C6-435C-4C0E-A9A6-DFC1CF44193A}" srcOrd="0" destOrd="0" presId="urn:microsoft.com/office/officeart/2008/layout/VerticalCurvedList"/>
    <dgm:cxn modelId="{275309B7-426F-47E6-B5A9-7209616A80C9}" type="presParOf" srcId="{79FA72F9-1B88-42B4-B693-55FF767E73FE}" destId="{8ECA9385-C323-4731-A40D-F767C982C7CB}" srcOrd="3" destOrd="0" presId="urn:microsoft.com/office/officeart/2008/layout/VerticalCurvedList"/>
    <dgm:cxn modelId="{BCFE941D-45C4-4ABB-815E-422622AE0057}" type="presParOf" srcId="{79FA72F9-1B88-42B4-B693-55FF767E73FE}" destId="{55BF8B18-0154-408A-98B2-202E735F23CA}" srcOrd="4" destOrd="0" presId="urn:microsoft.com/office/officeart/2008/layout/VerticalCurvedList"/>
    <dgm:cxn modelId="{0128A367-8916-41E1-AB5B-257EF9ADEB60}" type="presParOf" srcId="{55BF8B18-0154-408A-98B2-202E735F23CA}" destId="{AE93D467-BE50-42E5-9D89-DCD9954D7F8B}" srcOrd="0" destOrd="0" presId="urn:microsoft.com/office/officeart/2008/layout/VerticalCurvedList"/>
    <dgm:cxn modelId="{7986C900-382F-4FFB-97D4-595BA63C5BEB}" type="presParOf" srcId="{79FA72F9-1B88-42B4-B693-55FF767E73FE}" destId="{E2C56FDB-C8BF-4BBE-B1F9-24F7D7B79D64}" srcOrd="5" destOrd="0" presId="urn:microsoft.com/office/officeart/2008/layout/VerticalCurvedList"/>
    <dgm:cxn modelId="{FAA41688-EFB9-41B4-AEBB-7E0CF1BC3832}" type="presParOf" srcId="{79FA72F9-1B88-42B4-B693-55FF767E73FE}" destId="{CC3FC953-9387-4249-A087-94AB18695F31}" srcOrd="6" destOrd="0" presId="urn:microsoft.com/office/officeart/2008/layout/VerticalCurvedList"/>
    <dgm:cxn modelId="{A9C668E7-557B-4D19-8BD7-39D31C2D3CB6}" type="presParOf" srcId="{CC3FC953-9387-4249-A087-94AB18695F31}" destId="{5CADBA36-A483-4480-A560-F8397584ACFC}" srcOrd="0" destOrd="0" presId="urn:microsoft.com/office/officeart/2008/layout/VerticalCurvedList"/>
    <dgm:cxn modelId="{41C7B924-0FB4-42A0-A4AE-61607A1F2FAE}" type="presParOf" srcId="{79FA72F9-1B88-42B4-B693-55FF767E73FE}" destId="{8C0ECBEF-CA5B-41D1-9140-9D5442CAE4B2}" srcOrd="7" destOrd="0" presId="urn:microsoft.com/office/officeart/2008/layout/VerticalCurvedList"/>
    <dgm:cxn modelId="{19679CD8-42C3-4B5D-B914-82609DDE6AC1}" type="presParOf" srcId="{79FA72F9-1B88-42B4-B693-55FF767E73FE}" destId="{BD012D94-BCC9-4E1F-81F0-EDD32582814E}" srcOrd="8" destOrd="0" presId="urn:microsoft.com/office/officeart/2008/layout/VerticalCurvedList"/>
    <dgm:cxn modelId="{E8348563-540B-4502-8E6F-B944420F97EF}" type="presParOf" srcId="{BD012D94-BCC9-4E1F-81F0-EDD32582814E}" destId="{0B41DC30-8133-4A3E-AA4A-6F3CA39AF54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F3D0FA3C-6DAE-4151-9D5C-538B1D22CEB3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E702C33-0978-432C-9F14-2DE7C2029CD2}">
      <dgm:prSet/>
      <dgm:spPr/>
      <dgm:t>
        <a:bodyPr/>
        <a:lstStyle/>
        <a:p>
          <a:r>
            <a:rPr lang="uk-UA" b="0" i="0" dirty="0"/>
            <a:t>Олега</a:t>
          </a:r>
          <a:endParaRPr lang="uk-UA" dirty="0"/>
        </a:p>
      </dgm:t>
    </dgm:pt>
    <dgm:pt modelId="{F436C297-49D7-48D5-A1DF-8F83B746B282}" type="parTrans" cxnId="{D163BA91-422C-4476-AF9C-06572CF8A2B9}">
      <dgm:prSet/>
      <dgm:spPr/>
      <dgm:t>
        <a:bodyPr/>
        <a:lstStyle/>
        <a:p>
          <a:endParaRPr lang="uk-UA"/>
        </a:p>
      </dgm:t>
    </dgm:pt>
    <dgm:pt modelId="{A8C2C20C-3E79-4A3C-9E98-1DD66151C2E9}" type="sibTrans" cxnId="{D163BA91-422C-4476-AF9C-06572CF8A2B9}">
      <dgm:prSet/>
      <dgm:spPr/>
      <dgm:t>
        <a:bodyPr/>
        <a:lstStyle/>
        <a:p>
          <a:endParaRPr lang="uk-UA"/>
        </a:p>
      </dgm:t>
    </dgm:pt>
    <dgm:pt modelId="{AA5E7182-22CA-42BC-B558-22CFFA41C26B}">
      <dgm:prSet/>
      <dgm:spPr/>
      <dgm:t>
        <a:bodyPr/>
        <a:lstStyle/>
        <a:p>
          <a:r>
            <a:rPr lang="uk-UA" b="0" i="0"/>
            <a:t>Ігоря</a:t>
          </a:r>
          <a:endParaRPr lang="uk-UA"/>
        </a:p>
      </dgm:t>
    </dgm:pt>
    <dgm:pt modelId="{8685C5D4-8F04-46F2-A550-9A4210AE0BB4}" type="parTrans" cxnId="{A8A1CFFE-B50C-427C-8C86-D92F403E2FED}">
      <dgm:prSet/>
      <dgm:spPr/>
      <dgm:t>
        <a:bodyPr/>
        <a:lstStyle/>
        <a:p>
          <a:endParaRPr lang="uk-UA"/>
        </a:p>
      </dgm:t>
    </dgm:pt>
    <dgm:pt modelId="{768EB237-965A-49FD-9F83-A644ACBF330C}" type="sibTrans" cxnId="{A8A1CFFE-B50C-427C-8C86-D92F403E2FED}">
      <dgm:prSet/>
      <dgm:spPr/>
      <dgm:t>
        <a:bodyPr/>
        <a:lstStyle/>
        <a:p>
          <a:endParaRPr lang="uk-UA"/>
        </a:p>
      </dgm:t>
    </dgm:pt>
    <dgm:pt modelId="{10D2D6DE-452D-4ED3-BD82-BE4F694A5FE9}">
      <dgm:prSet/>
      <dgm:spPr/>
      <dgm:t>
        <a:bodyPr/>
        <a:lstStyle/>
        <a:p>
          <a:r>
            <a:rPr lang="uk-UA" b="0" i="0" dirty="0"/>
            <a:t>Святослава</a:t>
          </a:r>
          <a:endParaRPr lang="uk-UA" dirty="0"/>
        </a:p>
      </dgm:t>
    </dgm:pt>
    <dgm:pt modelId="{504AFD3F-7F6C-44D4-A218-F38BEFBCD194}" type="parTrans" cxnId="{7C428C26-889C-45E7-A11D-B81C051B2576}">
      <dgm:prSet/>
      <dgm:spPr/>
      <dgm:t>
        <a:bodyPr/>
        <a:lstStyle/>
        <a:p>
          <a:endParaRPr lang="uk-UA"/>
        </a:p>
      </dgm:t>
    </dgm:pt>
    <dgm:pt modelId="{5FE63B85-B5EF-40AD-B57A-017FF43853EF}" type="sibTrans" cxnId="{7C428C26-889C-45E7-A11D-B81C051B2576}">
      <dgm:prSet/>
      <dgm:spPr/>
      <dgm:t>
        <a:bodyPr/>
        <a:lstStyle/>
        <a:p>
          <a:endParaRPr lang="uk-UA"/>
        </a:p>
      </dgm:t>
    </dgm:pt>
    <dgm:pt modelId="{516FB62E-85BC-4CA9-8B35-1B8F5829D200}">
      <dgm:prSet/>
      <dgm:spPr/>
      <dgm:t>
        <a:bodyPr/>
        <a:lstStyle/>
        <a:p>
          <a:r>
            <a:rPr lang="uk-UA" b="0" i="0" dirty="0"/>
            <a:t>Володимира</a:t>
          </a:r>
          <a:endParaRPr lang="uk-UA" dirty="0"/>
        </a:p>
      </dgm:t>
    </dgm:pt>
    <dgm:pt modelId="{F6B25C9A-9C2D-40C6-8A81-222B7F4ECBE8}" type="parTrans" cxnId="{0950B475-75E3-42E8-A29E-4FDD9CAADB94}">
      <dgm:prSet/>
      <dgm:spPr/>
      <dgm:t>
        <a:bodyPr/>
        <a:lstStyle/>
        <a:p>
          <a:endParaRPr lang="uk-UA"/>
        </a:p>
      </dgm:t>
    </dgm:pt>
    <dgm:pt modelId="{D7E78617-ABEA-40D2-BBDA-B008BA904CDA}" type="sibTrans" cxnId="{0950B475-75E3-42E8-A29E-4FDD9CAADB94}">
      <dgm:prSet/>
      <dgm:spPr/>
      <dgm:t>
        <a:bodyPr/>
        <a:lstStyle/>
        <a:p>
          <a:endParaRPr lang="uk-UA"/>
        </a:p>
      </dgm:t>
    </dgm:pt>
    <dgm:pt modelId="{E1145DBC-715E-4F26-AF8D-EAF6EE1BB70D}" type="pres">
      <dgm:prSet presAssocID="{F3D0FA3C-6DAE-4151-9D5C-538B1D22CEB3}" presName="Name0" presStyleCnt="0">
        <dgm:presLayoutVars>
          <dgm:chMax val="7"/>
          <dgm:chPref val="7"/>
          <dgm:dir/>
        </dgm:presLayoutVars>
      </dgm:prSet>
      <dgm:spPr/>
    </dgm:pt>
    <dgm:pt modelId="{2F544D34-D81B-406B-AEA0-A723DA521AF9}" type="pres">
      <dgm:prSet presAssocID="{F3D0FA3C-6DAE-4151-9D5C-538B1D22CEB3}" presName="Name1" presStyleCnt="0"/>
      <dgm:spPr/>
    </dgm:pt>
    <dgm:pt modelId="{CAAB8CC4-3486-44CD-87F4-D83A2339FE8C}" type="pres">
      <dgm:prSet presAssocID="{F3D0FA3C-6DAE-4151-9D5C-538B1D22CEB3}" presName="cycle" presStyleCnt="0"/>
      <dgm:spPr/>
    </dgm:pt>
    <dgm:pt modelId="{27080C26-346C-4618-9963-0D98FEF90195}" type="pres">
      <dgm:prSet presAssocID="{F3D0FA3C-6DAE-4151-9D5C-538B1D22CEB3}" presName="srcNode" presStyleLbl="node1" presStyleIdx="0" presStyleCnt="4"/>
      <dgm:spPr/>
    </dgm:pt>
    <dgm:pt modelId="{DC297773-9AE1-46D9-9B97-D66E857A7E00}" type="pres">
      <dgm:prSet presAssocID="{F3D0FA3C-6DAE-4151-9D5C-538B1D22CEB3}" presName="conn" presStyleLbl="parChTrans1D2" presStyleIdx="0" presStyleCnt="1"/>
      <dgm:spPr/>
    </dgm:pt>
    <dgm:pt modelId="{D56AE019-0611-4B68-845F-5F937BF51BB0}" type="pres">
      <dgm:prSet presAssocID="{F3D0FA3C-6DAE-4151-9D5C-538B1D22CEB3}" presName="extraNode" presStyleLbl="node1" presStyleIdx="0" presStyleCnt="4"/>
      <dgm:spPr/>
    </dgm:pt>
    <dgm:pt modelId="{D590D2FC-1570-4FCD-9267-AD80C84C89F4}" type="pres">
      <dgm:prSet presAssocID="{F3D0FA3C-6DAE-4151-9D5C-538B1D22CEB3}" presName="dstNode" presStyleLbl="node1" presStyleIdx="0" presStyleCnt="4"/>
      <dgm:spPr/>
    </dgm:pt>
    <dgm:pt modelId="{469B6D30-77F7-47D8-8C06-74D5099DBC95}" type="pres">
      <dgm:prSet presAssocID="{9E702C33-0978-432C-9F14-2DE7C2029CD2}" presName="text_1" presStyleLbl="node1" presStyleIdx="0" presStyleCnt="4">
        <dgm:presLayoutVars>
          <dgm:bulletEnabled val="1"/>
        </dgm:presLayoutVars>
      </dgm:prSet>
      <dgm:spPr/>
    </dgm:pt>
    <dgm:pt modelId="{89289886-BCF1-4512-8ABD-5EC156A58ED5}" type="pres">
      <dgm:prSet presAssocID="{9E702C33-0978-432C-9F14-2DE7C2029CD2}" presName="accent_1" presStyleCnt="0"/>
      <dgm:spPr/>
    </dgm:pt>
    <dgm:pt modelId="{4728E5C1-5EFF-41AE-84CB-F788768FD05B}" type="pres">
      <dgm:prSet presAssocID="{9E702C33-0978-432C-9F14-2DE7C2029CD2}" presName="accentRepeatNode" presStyleLbl="solidFgAcc1" presStyleIdx="0" presStyleCnt="4"/>
      <dgm:spPr/>
    </dgm:pt>
    <dgm:pt modelId="{84781B76-9B62-4475-96A7-BA6B14D4164D}" type="pres">
      <dgm:prSet presAssocID="{AA5E7182-22CA-42BC-B558-22CFFA41C26B}" presName="text_2" presStyleLbl="node1" presStyleIdx="1" presStyleCnt="4">
        <dgm:presLayoutVars>
          <dgm:bulletEnabled val="1"/>
        </dgm:presLayoutVars>
      </dgm:prSet>
      <dgm:spPr/>
    </dgm:pt>
    <dgm:pt modelId="{CC916077-AC44-4635-B1D0-A8F474EB6610}" type="pres">
      <dgm:prSet presAssocID="{AA5E7182-22CA-42BC-B558-22CFFA41C26B}" presName="accent_2" presStyleCnt="0"/>
      <dgm:spPr/>
    </dgm:pt>
    <dgm:pt modelId="{5127DF07-E582-410D-8660-688ED613FDC0}" type="pres">
      <dgm:prSet presAssocID="{AA5E7182-22CA-42BC-B558-22CFFA41C26B}" presName="accentRepeatNode" presStyleLbl="solidFgAcc1" presStyleIdx="1" presStyleCnt="4"/>
      <dgm:spPr/>
    </dgm:pt>
    <dgm:pt modelId="{AD817A87-5AB2-4C33-9578-B34B0F9CF92F}" type="pres">
      <dgm:prSet presAssocID="{10D2D6DE-452D-4ED3-BD82-BE4F694A5FE9}" presName="text_3" presStyleLbl="node1" presStyleIdx="2" presStyleCnt="4">
        <dgm:presLayoutVars>
          <dgm:bulletEnabled val="1"/>
        </dgm:presLayoutVars>
      </dgm:prSet>
      <dgm:spPr/>
    </dgm:pt>
    <dgm:pt modelId="{39BECCFE-D598-4326-BC9C-692B226413B4}" type="pres">
      <dgm:prSet presAssocID="{10D2D6DE-452D-4ED3-BD82-BE4F694A5FE9}" presName="accent_3" presStyleCnt="0"/>
      <dgm:spPr/>
    </dgm:pt>
    <dgm:pt modelId="{05B7B995-3ECF-400E-A6F8-C8D8E80F79C1}" type="pres">
      <dgm:prSet presAssocID="{10D2D6DE-452D-4ED3-BD82-BE4F694A5FE9}" presName="accentRepeatNode" presStyleLbl="solidFgAcc1" presStyleIdx="2" presStyleCnt="4"/>
      <dgm:spPr/>
    </dgm:pt>
    <dgm:pt modelId="{A2992327-AF66-444A-B51D-A2D8E8A1730B}" type="pres">
      <dgm:prSet presAssocID="{516FB62E-85BC-4CA9-8B35-1B8F5829D200}" presName="text_4" presStyleLbl="node1" presStyleIdx="3" presStyleCnt="4">
        <dgm:presLayoutVars>
          <dgm:bulletEnabled val="1"/>
        </dgm:presLayoutVars>
      </dgm:prSet>
      <dgm:spPr/>
    </dgm:pt>
    <dgm:pt modelId="{59C412F3-6AD4-40AD-A1E1-542B6E7CABE0}" type="pres">
      <dgm:prSet presAssocID="{516FB62E-85BC-4CA9-8B35-1B8F5829D200}" presName="accent_4" presStyleCnt="0"/>
      <dgm:spPr/>
    </dgm:pt>
    <dgm:pt modelId="{7FB502F0-CA6B-4958-B954-0ACBFBC3FB7C}" type="pres">
      <dgm:prSet presAssocID="{516FB62E-85BC-4CA9-8B35-1B8F5829D200}" presName="accentRepeatNode" presStyleLbl="solidFgAcc1" presStyleIdx="3" presStyleCnt="4"/>
      <dgm:spPr/>
    </dgm:pt>
  </dgm:ptLst>
  <dgm:cxnLst>
    <dgm:cxn modelId="{7C428C26-889C-45E7-A11D-B81C051B2576}" srcId="{F3D0FA3C-6DAE-4151-9D5C-538B1D22CEB3}" destId="{10D2D6DE-452D-4ED3-BD82-BE4F694A5FE9}" srcOrd="2" destOrd="0" parTransId="{504AFD3F-7F6C-44D4-A218-F38BEFBCD194}" sibTransId="{5FE63B85-B5EF-40AD-B57A-017FF43853EF}"/>
    <dgm:cxn modelId="{9518636C-7F34-48DA-B610-4423312B2AF1}" type="presOf" srcId="{F3D0FA3C-6DAE-4151-9D5C-538B1D22CEB3}" destId="{E1145DBC-715E-4F26-AF8D-EAF6EE1BB70D}" srcOrd="0" destOrd="0" presId="urn:microsoft.com/office/officeart/2008/layout/VerticalCurvedList"/>
    <dgm:cxn modelId="{0950B475-75E3-42E8-A29E-4FDD9CAADB94}" srcId="{F3D0FA3C-6DAE-4151-9D5C-538B1D22CEB3}" destId="{516FB62E-85BC-4CA9-8B35-1B8F5829D200}" srcOrd="3" destOrd="0" parTransId="{F6B25C9A-9C2D-40C6-8A81-222B7F4ECBE8}" sibTransId="{D7E78617-ABEA-40D2-BBDA-B008BA904CDA}"/>
    <dgm:cxn modelId="{F82E8482-6912-4BAD-B107-B7A5A8BE9707}" type="presOf" srcId="{A8C2C20C-3E79-4A3C-9E98-1DD66151C2E9}" destId="{DC297773-9AE1-46D9-9B97-D66E857A7E00}" srcOrd="0" destOrd="0" presId="urn:microsoft.com/office/officeart/2008/layout/VerticalCurvedList"/>
    <dgm:cxn modelId="{D163BA91-422C-4476-AF9C-06572CF8A2B9}" srcId="{F3D0FA3C-6DAE-4151-9D5C-538B1D22CEB3}" destId="{9E702C33-0978-432C-9F14-2DE7C2029CD2}" srcOrd="0" destOrd="0" parTransId="{F436C297-49D7-48D5-A1DF-8F83B746B282}" sibTransId="{A8C2C20C-3E79-4A3C-9E98-1DD66151C2E9}"/>
    <dgm:cxn modelId="{266EA99F-E788-487D-B030-9FFE8711F760}" type="presOf" srcId="{9E702C33-0978-432C-9F14-2DE7C2029CD2}" destId="{469B6D30-77F7-47D8-8C06-74D5099DBC95}" srcOrd="0" destOrd="0" presId="urn:microsoft.com/office/officeart/2008/layout/VerticalCurvedList"/>
    <dgm:cxn modelId="{307B81A4-8786-414B-BEA5-0CB7EF86CA1A}" type="presOf" srcId="{AA5E7182-22CA-42BC-B558-22CFFA41C26B}" destId="{84781B76-9B62-4475-96A7-BA6B14D4164D}" srcOrd="0" destOrd="0" presId="urn:microsoft.com/office/officeart/2008/layout/VerticalCurvedList"/>
    <dgm:cxn modelId="{B0B0F8B9-1ED2-4C22-8E82-F0740989C9CF}" type="presOf" srcId="{516FB62E-85BC-4CA9-8B35-1B8F5829D200}" destId="{A2992327-AF66-444A-B51D-A2D8E8A1730B}" srcOrd="0" destOrd="0" presId="urn:microsoft.com/office/officeart/2008/layout/VerticalCurvedList"/>
    <dgm:cxn modelId="{DD6BEBE8-67DE-4A9E-94FD-4D4CA7E3C0B7}" type="presOf" srcId="{10D2D6DE-452D-4ED3-BD82-BE4F694A5FE9}" destId="{AD817A87-5AB2-4C33-9578-B34B0F9CF92F}" srcOrd="0" destOrd="0" presId="urn:microsoft.com/office/officeart/2008/layout/VerticalCurvedList"/>
    <dgm:cxn modelId="{A8A1CFFE-B50C-427C-8C86-D92F403E2FED}" srcId="{F3D0FA3C-6DAE-4151-9D5C-538B1D22CEB3}" destId="{AA5E7182-22CA-42BC-B558-22CFFA41C26B}" srcOrd="1" destOrd="0" parTransId="{8685C5D4-8F04-46F2-A550-9A4210AE0BB4}" sibTransId="{768EB237-965A-49FD-9F83-A644ACBF330C}"/>
    <dgm:cxn modelId="{97ABF655-CF78-4491-B7FE-2377DA8EF611}" type="presParOf" srcId="{E1145DBC-715E-4F26-AF8D-EAF6EE1BB70D}" destId="{2F544D34-D81B-406B-AEA0-A723DA521AF9}" srcOrd="0" destOrd="0" presId="urn:microsoft.com/office/officeart/2008/layout/VerticalCurvedList"/>
    <dgm:cxn modelId="{20CA80C5-6555-4242-B142-F86E2087E80D}" type="presParOf" srcId="{2F544D34-D81B-406B-AEA0-A723DA521AF9}" destId="{CAAB8CC4-3486-44CD-87F4-D83A2339FE8C}" srcOrd="0" destOrd="0" presId="urn:microsoft.com/office/officeart/2008/layout/VerticalCurvedList"/>
    <dgm:cxn modelId="{CB18A2E9-E5F4-4304-8262-7BBB202818F2}" type="presParOf" srcId="{CAAB8CC4-3486-44CD-87F4-D83A2339FE8C}" destId="{27080C26-346C-4618-9963-0D98FEF90195}" srcOrd="0" destOrd="0" presId="urn:microsoft.com/office/officeart/2008/layout/VerticalCurvedList"/>
    <dgm:cxn modelId="{7FB3E4F3-C584-408D-8FA3-0738B5BB8854}" type="presParOf" srcId="{CAAB8CC4-3486-44CD-87F4-D83A2339FE8C}" destId="{DC297773-9AE1-46D9-9B97-D66E857A7E00}" srcOrd="1" destOrd="0" presId="urn:microsoft.com/office/officeart/2008/layout/VerticalCurvedList"/>
    <dgm:cxn modelId="{0479384B-69CD-407A-91B1-38D80B7BFBCF}" type="presParOf" srcId="{CAAB8CC4-3486-44CD-87F4-D83A2339FE8C}" destId="{D56AE019-0611-4B68-845F-5F937BF51BB0}" srcOrd="2" destOrd="0" presId="urn:microsoft.com/office/officeart/2008/layout/VerticalCurvedList"/>
    <dgm:cxn modelId="{6D3D7E0A-D102-4213-82B5-50D03EF18993}" type="presParOf" srcId="{CAAB8CC4-3486-44CD-87F4-D83A2339FE8C}" destId="{D590D2FC-1570-4FCD-9267-AD80C84C89F4}" srcOrd="3" destOrd="0" presId="urn:microsoft.com/office/officeart/2008/layout/VerticalCurvedList"/>
    <dgm:cxn modelId="{7DB7774E-4A56-4DF5-A40F-7317690CC13A}" type="presParOf" srcId="{2F544D34-D81B-406B-AEA0-A723DA521AF9}" destId="{469B6D30-77F7-47D8-8C06-74D5099DBC95}" srcOrd="1" destOrd="0" presId="urn:microsoft.com/office/officeart/2008/layout/VerticalCurvedList"/>
    <dgm:cxn modelId="{6D8217B7-43EE-4D18-9136-90F46EBF2280}" type="presParOf" srcId="{2F544D34-D81B-406B-AEA0-A723DA521AF9}" destId="{89289886-BCF1-4512-8ABD-5EC156A58ED5}" srcOrd="2" destOrd="0" presId="urn:microsoft.com/office/officeart/2008/layout/VerticalCurvedList"/>
    <dgm:cxn modelId="{068B4D27-FDFE-4F4C-8528-D79DBE08B696}" type="presParOf" srcId="{89289886-BCF1-4512-8ABD-5EC156A58ED5}" destId="{4728E5C1-5EFF-41AE-84CB-F788768FD05B}" srcOrd="0" destOrd="0" presId="urn:microsoft.com/office/officeart/2008/layout/VerticalCurvedList"/>
    <dgm:cxn modelId="{4DDF9D96-81F7-4BBD-AE74-6F9AEDFC9454}" type="presParOf" srcId="{2F544D34-D81B-406B-AEA0-A723DA521AF9}" destId="{84781B76-9B62-4475-96A7-BA6B14D4164D}" srcOrd="3" destOrd="0" presId="urn:microsoft.com/office/officeart/2008/layout/VerticalCurvedList"/>
    <dgm:cxn modelId="{7E408ADE-9A79-40D7-A88B-F7856DB2A6E1}" type="presParOf" srcId="{2F544D34-D81B-406B-AEA0-A723DA521AF9}" destId="{CC916077-AC44-4635-B1D0-A8F474EB6610}" srcOrd="4" destOrd="0" presId="urn:microsoft.com/office/officeart/2008/layout/VerticalCurvedList"/>
    <dgm:cxn modelId="{0E5517FB-445C-4AA6-AA4B-F6AA13A856C0}" type="presParOf" srcId="{CC916077-AC44-4635-B1D0-A8F474EB6610}" destId="{5127DF07-E582-410D-8660-688ED613FDC0}" srcOrd="0" destOrd="0" presId="urn:microsoft.com/office/officeart/2008/layout/VerticalCurvedList"/>
    <dgm:cxn modelId="{8B5E690E-CF7B-46F6-AA51-989E989166BC}" type="presParOf" srcId="{2F544D34-D81B-406B-AEA0-A723DA521AF9}" destId="{AD817A87-5AB2-4C33-9578-B34B0F9CF92F}" srcOrd="5" destOrd="0" presId="urn:microsoft.com/office/officeart/2008/layout/VerticalCurvedList"/>
    <dgm:cxn modelId="{0FEB3A8C-37CF-4512-99DF-FBFA76029139}" type="presParOf" srcId="{2F544D34-D81B-406B-AEA0-A723DA521AF9}" destId="{39BECCFE-D598-4326-BC9C-692B226413B4}" srcOrd="6" destOrd="0" presId="urn:microsoft.com/office/officeart/2008/layout/VerticalCurvedList"/>
    <dgm:cxn modelId="{C956CDCE-3D4C-4787-A24B-B430A9480A28}" type="presParOf" srcId="{39BECCFE-D598-4326-BC9C-692B226413B4}" destId="{05B7B995-3ECF-400E-A6F8-C8D8E80F79C1}" srcOrd="0" destOrd="0" presId="urn:microsoft.com/office/officeart/2008/layout/VerticalCurvedList"/>
    <dgm:cxn modelId="{2560EEB9-F64E-4AAA-945C-6A15092A1749}" type="presParOf" srcId="{2F544D34-D81B-406B-AEA0-A723DA521AF9}" destId="{A2992327-AF66-444A-B51D-A2D8E8A1730B}" srcOrd="7" destOrd="0" presId="urn:microsoft.com/office/officeart/2008/layout/VerticalCurvedList"/>
    <dgm:cxn modelId="{CD9FD3FF-6177-4902-8DAA-7824682AF27E}" type="presParOf" srcId="{2F544D34-D81B-406B-AEA0-A723DA521AF9}" destId="{59C412F3-6AD4-40AD-A1E1-542B6E7CABE0}" srcOrd="8" destOrd="0" presId="urn:microsoft.com/office/officeart/2008/layout/VerticalCurvedList"/>
    <dgm:cxn modelId="{1EDB4976-38F4-43C2-A32C-06827957ED5D}" type="presParOf" srcId="{59C412F3-6AD4-40AD-A1E1-542B6E7CABE0}" destId="{7FB502F0-CA6B-4958-B954-0ACBFBC3FB7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EA7A2A09-1ED2-4ADB-B282-F51D3BC2DE2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F10CEEC-4F93-4783-941E-83E682189746}">
      <dgm:prSet/>
      <dgm:spPr/>
      <dgm:t>
        <a:bodyPr/>
        <a:lstStyle/>
        <a:p>
          <a:r>
            <a:rPr lang="ru-RU" b="0" i="0"/>
            <a:t>Олег, Святослав</a:t>
          </a:r>
          <a:endParaRPr lang="uk-UA"/>
        </a:p>
      </dgm:t>
    </dgm:pt>
    <dgm:pt modelId="{CEF32A4D-E99D-406F-BA16-A4A1BB39FA86}" type="parTrans" cxnId="{FB8C4E45-2F7D-4063-A236-C176B76A425C}">
      <dgm:prSet/>
      <dgm:spPr/>
      <dgm:t>
        <a:bodyPr/>
        <a:lstStyle/>
        <a:p>
          <a:endParaRPr lang="uk-UA"/>
        </a:p>
      </dgm:t>
    </dgm:pt>
    <dgm:pt modelId="{7AE92475-9C12-4A0A-BB9A-6C2B7B85214C}" type="sibTrans" cxnId="{FB8C4E45-2F7D-4063-A236-C176B76A425C}">
      <dgm:prSet/>
      <dgm:spPr/>
      <dgm:t>
        <a:bodyPr/>
        <a:lstStyle/>
        <a:p>
          <a:endParaRPr lang="uk-UA"/>
        </a:p>
      </dgm:t>
    </dgm:pt>
    <dgm:pt modelId="{9C9F1B24-167C-4D5A-AC8E-DBB1322B0299}">
      <dgm:prSet/>
      <dgm:spPr/>
      <dgm:t>
        <a:bodyPr/>
        <a:lstStyle/>
        <a:p>
          <a:r>
            <a:rPr lang="ru-RU" b="0" i="0"/>
            <a:t>Володимир Великий, Ярослав Мудрий</a:t>
          </a:r>
          <a:endParaRPr lang="uk-UA"/>
        </a:p>
      </dgm:t>
    </dgm:pt>
    <dgm:pt modelId="{704E3552-C63D-49EC-B658-1CFD913F7E27}" type="parTrans" cxnId="{4971A9D0-D282-4F03-8819-947B796109AE}">
      <dgm:prSet/>
      <dgm:spPr/>
      <dgm:t>
        <a:bodyPr/>
        <a:lstStyle/>
        <a:p>
          <a:endParaRPr lang="uk-UA"/>
        </a:p>
      </dgm:t>
    </dgm:pt>
    <dgm:pt modelId="{447FF77E-8D11-40A8-80D6-011CB6761428}" type="sibTrans" cxnId="{4971A9D0-D282-4F03-8819-947B796109AE}">
      <dgm:prSet/>
      <dgm:spPr/>
      <dgm:t>
        <a:bodyPr/>
        <a:lstStyle/>
        <a:p>
          <a:endParaRPr lang="uk-UA"/>
        </a:p>
      </dgm:t>
    </dgm:pt>
    <dgm:pt modelId="{C685B593-8C49-4AD3-B9CB-933764D46D9A}">
      <dgm:prSet/>
      <dgm:spPr/>
      <dgm:t>
        <a:bodyPr/>
        <a:lstStyle/>
        <a:p>
          <a:r>
            <a:rPr lang="ru-RU" b="0" i="0" dirty="0" err="1"/>
            <a:t>Ізяслав</a:t>
          </a:r>
          <a:r>
            <a:rPr lang="ru-RU" b="0" i="0" dirty="0"/>
            <a:t> Ярославович, Всеволод Ярославович</a:t>
          </a:r>
          <a:endParaRPr lang="uk-UA" dirty="0"/>
        </a:p>
      </dgm:t>
    </dgm:pt>
    <dgm:pt modelId="{16CE7F40-3FA4-4C3B-8D64-B6D81480DF05}" type="parTrans" cxnId="{3B81F0C3-CBF8-4C51-8CA4-36AB8F8E3D9C}">
      <dgm:prSet/>
      <dgm:spPr/>
      <dgm:t>
        <a:bodyPr/>
        <a:lstStyle/>
        <a:p>
          <a:endParaRPr lang="uk-UA"/>
        </a:p>
      </dgm:t>
    </dgm:pt>
    <dgm:pt modelId="{077C8FF3-DD8B-4B4C-860D-45A07F2AFB9F}" type="sibTrans" cxnId="{3B81F0C3-CBF8-4C51-8CA4-36AB8F8E3D9C}">
      <dgm:prSet/>
      <dgm:spPr/>
      <dgm:t>
        <a:bodyPr/>
        <a:lstStyle/>
        <a:p>
          <a:endParaRPr lang="uk-UA"/>
        </a:p>
      </dgm:t>
    </dgm:pt>
    <dgm:pt modelId="{9178BA5D-3557-4987-84AC-493D0ECB19EF}">
      <dgm:prSet/>
      <dgm:spPr/>
      <dgm:t>
        <a:bodyPr/>
        <a:lstStyle/>
        <a:p>
          <a:r>
            <a:rPr lang="ru-RU" b="0" i="0" dirty="0" err="1"/>
            <a:t>Володимир</a:t>
          </a:r>
          <a:r>
            <a:rPr lang="ru-RU" b="0" i="0" dirty="0"/>
            <a:t> Мономах, Мстислав </a:t>
          </a:r>
          <a:r>
            <a:rPr lang="ru-RU" b="0" i="0" dirty="0" err="1"/>
            <a:t>Володимирович</a:t>
          </a:r>
          <a:endParaRPr lang="uk-UA" dirty="0"/>
        </a:p>
      </dgm:t>
    </dgm:pt>
    <dgm:pt modelId="{0B924CF1-BD34-4C28-8272-440BF5DEF2DD}" type="parTrans" cxnId="{17A93830-038D-4942-9AB6-DED37BF59CFE}">
      <dgm:prSet/>
      <dgm:spPr/>
      <dgm:t>
        <a:bodyPr/>
        <a:lstStyle/>
        <a:p>
          <a:endParaRPr lang="uk-UA"/>
        </a:p>
      </dgm:t>
    </dgm:pt>
    <dgm:pt modelId="{7863C9BA-9DA8-4487-A938-AC3DDB213FD1}" type="sibTrans" cxnId="{17A93830-038D-4942-9AB6-DED37BF59CFE}">
      <dgm:prSet/>
      <dgm:spPr/>
      <dgm:t>
        <a:bodyPr/>
        <a:lstStyle/>
        <a:p>
          <a:endParaRPr lang="uk-UA"/>
        </a:p>
      </dgm:t>
    </dgm:pt>
    <dgm:pt modelId="{EBCBF88B-2403-43E7-9208-96DD409CCFE9}" type="pres">
      <dgm:prSet presAssocID="{EA7A2A09-1ED2-4ADB-B282-F51D3BC2DE2F}" presName="linear" presStyleCnt="0">
        <dgm:presLayoutVars>
          <dgm:animLvl val="lvl"/>
          <dgm:resizeHandles val="exact"/>
        </dgm:presLayoutVars>
      </dgm:prSet>
      <dgm:spPr/>
    </dgm:pt>
    <dgm:pt modelId="{D1EE1916-DDA4-49CB-9657-C9E080F0FAEB}" type="pres">
      <dgm:prSet presAssocID="{3F10CEEC-4F93-4783-941E-83E68218974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1CEC1A1-AE63-4BF7-A8E5-314AED9BF019}" type="pres">
      <dgm:prSet presAssocID="{7AE92475-9C12-4A0A-BB9A-6C2B7B85214C}" presName="spacer" presStyleCnt="0"/>
      <dgm:spPr/>
    </dgm:pt>
    <dgm:pt modelId="{F4D82CFF-B3CE-4CA9-9767-BB68C41A7C06}" type="pres">
      <dgm:prSet presAssocID="{9C9F1B24-167C-4D5A-AC8E-DBB1322B029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2ADBFA2-DB6D-44E6-9CFC-37A2B729FFE0}" type="pres">
      <dgm:prSet presAssocID="{447FF77E-8D11-40A8-80D6-011CB6761428}" presName="spacer" presStyleCnt="0"/>
      <dgm:spPr/>
    </dgm:pt>
    <dgm:pt modelId="{03A069DC-2E6E-430F-9B53-E3361A768838}" type="pres">
      <dgm:prSet presAssocID="{C685B593-8C49-4AD3-B9CB-933764D46D9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580AD79-0085-48F7-AC02-B31A152597DF}" type="pres">
      <dgm:prSet presAssocID="{077C8FF3-DD8B-4B4C-860D-45A07F2AFB9F}" presName="spacer" presStyleCnt="0"/>
      <dgm:spPr/>
    </dgm:pt>
    <dgm:pt modelId="{31688590-DDD0-4531-9597-12D4B57B0329}" type="pres">
      <dgm:prSet presAssocID="{9178BA5D-3557-4987-84AC-493D0ECB19E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7A93830-038D-4942-9AB6-DED37BF59CFE}" srcId="{EA7A2A09-1ED2-4ADB-B282-F51D3BC2DE2F}" destId="{9178BA5D-3557-4987-84AC-493D0ECB19EF}" srcOrd="3" destOrd="0" parTransId="{0B924CF1-BD34-4C28-8272-440BF5DEF2DD}" sibTransId="{7863C9BA-9DA8-4487-A938-AC3DDB213FD1}"/>
    <dgm:cxn modelId="{66518F5C-643B-4412-B99E-B91507B00D8E}" type="presOf" srcId="{EA7A2A09-1ED2-4ADB-B282-F51D3BC2DE2F}" destId="{EBCBF88B-2403-43E7-9208-96DD409CCFE9}" srcOrd="0" destOrd="0" presId="urn:microsoft.com/office/officeart/2005/8/layout/vList2"/>
    <dgm:cxn modelId="{FB8C4E45-2F7D-4063-A236-C176B76A425C}" srcId="{EA7A2A09-1ED2-4ADB-B282-F51D3BC2DE2F}" destId="{3F10CEEC-4F93-4783-941E-83E682189746}" srcOrd="0" destOrd="0" parTransId="{CEF32A4D-E99D-406F-BA16-A4A1BB39FA86}" sibTransId="{7AE92475-9C12-4A0A-BB9A-6C2B7B85214C}"/>
    <dgm:cxn modelId="{87359D9E-2055-473E-84E5-201AEDA67104}" type="presOf" srcId="{C685B593-8C49-4AD3-B9CB-933764D46D9A}" destId="{03A069DC-2E6E-430F-9B53-E3361A768838}" srcOrd="0" destOrd="0" presId="urn:microsoft.com/office/officeart/2005/8/layout/vList2"/>
    <dgm:cxn modelId="{CE9326A1-362A-48C0-827F-E1873DF13CAF}" type="presOf" srcId="{9178BA5D-3557-4987-84AC-493D0ECB19EF}" destId="{31688590-DDD0-4531-9597-12D4B57B0329}" srcOrd="0" destOrd="0" presId="urn:microsoft.com/office/officeart/2005/8/layout/vList2"/>
    <dgm:cxn modelId="{68BB6FAD-9517-40DB-AD42-9C393C9D402F}" type="presOf" srcId="{3F10CEEC-4F93-4783-941E-83E682189746}" destId="{D1EE1916-DDA4-49CB-9657-C9E080F0FAEB}" srcOrd="0" destOrd="0" presId="urn:microsoft.com/office/officeart/2005/8/layout/vList2"/>
    <dgm:cxn modelId="{3B81F0C3-CBF8-4C51-8CA4-36AB8F8E3D9C}" srcId="{EA7A2A09-1ED2-4ADB-B282-F51D3BC2DE2F}" destId="{C685B593-8C49-4AD3-B9CB-933764D46D9A}" srcOrd="2" destOrd="0" parTransId="{16CE7F40-3FA4-4C3B-8D64-B6D81480DF05}" sibTransId="{077C8FF3-DD8B-4B4C-860D-45A07F2AFB9F}"/>
    <dgm:cxn modelId="{4971A9D0-D282-4F03-8819-947B796109AE}" srcId="{EA7A2A09-1ED2-4ADB-B282-F51D3BC2DE2F}" destId="{9C9F1B24-167C-4D5A-AC8E-DBB1322B0299}" srcOrd="1" destOrd="0" parTransId="{704E3552-C63D-49EC-B658-1CFD913F7E27}" sibTransId="{447FF77E-8D11-40A8-80D6-011CB6761428}"/>
    <dgm:cxn modelId="{DCD9EBD5-7C9A-4131-BD23-D204432927E6}" type="presOf" srcId="{9C9F1B24-167C-4D5A-AC8E-DBB1322B0299}" destId="{F4D82CFF-B3CE-4CA9-9767-BB68C41A7C06}" srcOrd="0" destOrd="0" presId="urn:microsoft.com/office/officeart/2005/8/layout/vList2"/>
    <dgm:cxn modelId="{F2D63D8B-048E-4277-9DCC-9C904B043E47}" type="presParOf" srcId="{EBCBF88B-2403-43E7-9208-96DD409CCFE9}" destId="{D1EE1916-DDA4-49CB-9657-C9E080F0FAEB}" srcOrd="0" destOrd="0" presId="urn:microsoft.com/office/officeart/2005/8/layout/vList2"/>
    <dgm:cxn modelId="{D13C4B4E-3A8B-4D85-93C2-DDCBF48FC5F9}" type="presParOf" srcId="{EBCBF88B-2403-43E7-9208-96DD409CCFE9}" destId="{81CEC1A1-AE63-4BF7-A8E5-314AED9BF019}" srcOrd="1" destOrd="0" presId="urn:microsoft.com/office/officeart/2005/8/layout/vList2"/>
    <dgm:cxn modelId="{D6C1CFA3-C764-47EA-8FB8-D37273C5AE16}" type="presParOf" srcId="{EBCBF88B-2403-43E7-9208-96DD409CCFE9}" destId="{F4D82CFF-B3CE-4CA9-9767-BB68C41A7C06}" srcOrd="2" destOrd="0" presId="urn:microsoft.com/office/officeart/2005/8/layout/vList2"/>
    <dgm:cxn modelId="{041F0CE3-43DF-4467-9800-5AF0A90BBF46}" type="presParOf" srcId="{EBCBF88B-2403-43E7-9208-96DD409CCFE9}" destId="{C2ADBFA2-DB6D-44E6-9CFC-37A2B729FFE0}" srcOrd="3" destOrd="0" presId="urn:microsoft.com/office/officeart/2005/8/layout/vList2"/>
    <dgm:cxn modelId="{69CA8F40-3660-42DD-9CF3-06177B1979B8}" type="presParOf" srcId="{EBCBF88B-2403-43E7-9208-96DD409CCFE9}" destId="{03A069DC-2E6E-430F-9B53-E3361A768838}" srcOrd="4" destOrd="0" presId="urn:microsoft.com/office/officeart/2005/8/layout/vList2"/>
    <dgm:cxn modelId="{CCD41DB4-293F-42C7-B8D0-1772AD7B3356}" type="presParOf" srcId="{EBCBF88B-2403-43E7-9208-96DD409CCFE9}" destId="{E580AD79-0085-48F7-AC02-B31A152597DF}" srcOrd="5" destOrd="0" presId="urn:microsoft.com/office/officeart/2005/8/layout/vList2"/>
    <dgm:cxn modelId="{E298354F-A92D-4B85-9BE4-CD0FFE6C2D5E}" type="presParOf" srcId="{EBCBF88B-2403-43E7-9208-96DD409CCFE9}" destId="{31688590-DDD0-4531-9597-12D4B57B032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6CAE068A-C9CC-4834-9D0C-47B269788F5B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uk-UA"/>
        </a:p>
      </dgm:t>
    </dgm:pt>
    <dgm:pt modelId="{FD79BEEF-7F50-4515-8EF4-CF4086ADF7DC}">
      <dgm:prSet/>
      <dgm:spPr/>
      <dgm:t>
        <a:bodyPr/>
        <a:lstStyle/>
        <a:p>
          <a:r>
            <a:rPr lang="ru-RU" b="0" i="1" dirty="0"/>
            <a:t>«</a:t>
          </a:r>
          <a:r>
            <a:rPr lang="ru-RU" b="0" i="1" dirty="0" err="1"/>
            <a:t>Прийшов</a:t>
          </a:r>
          <a:r>
            <a:rPr lang="ru-RU" b="0" i="1" dirty="0"/>
            <a:t> [князь] у </a:t>
          </a:r>
          <a:r>
            <a:rPr lang="ru-RU" b="0" i="1" dirty="0" err="1"/>
            <a:t>Переяславець</a:t>
          </a:r>
          <a:r>
            <a:rPr lang="ru-RU" b="0" i="1" dirty="0"/>
            <a:t>. І послав до </a:t>
          </a:r>
          <a:r>
            <a:rPr lang="ru-RU" b="0" i="1" dirty="0" err="1"/>
            <a:t>греків</a:t>
          </a:r>
          <a:r>
            <a:rPr lang="ru-RU" b="0" i="1" dirty="0"/>
            <a:t> </a:t>
          </a:r>
          <a:r>
            <a:rPr lang="ru-RU" b="0" i="1" dirty="0" err="1"/>
            <a:t>послів</a:t>
          </a:r>
          <a:r>
            <a:rPr lang="ru-RU" b="0" i="1" dirty="0"/>
            <a:t>, </a:t>
          </a:r>
          <a:r>
            <a:rPr lang="ru-RU" b="0" i="1" dirty="0" err="1"/>
            <a:t>говорячи</a:t>
          </a:r>
          <a:r>
            <a:rPr lang="ru-RU" b="0" i="1" dirty="0"/>
            <a:t>: «Хочу </a:t>
          </a:r>
          <a:r>
            <a:rPr lang="ru-RU" b="0" i="1" dirty="0" err="1"/>
            <a:t>йти</a:t>
          </a:r>
          <a:r>
            <a:rPr lang="ru-RU" b="0" i="1" dirty="0"/>
            <a:t> на вас»... І </a:t>
          </a:r>
          <a:r>
            <a:rPr lang="ru-RU" b="0" i="1" dirty="0" err="1"/>
            <a:t>пішов</a:t>
          </a:r>
          <a:r>
            <a:rPr lang="ru-RU" b="0" i="1" dirty="0"/>
            <a:t> до </a:t>
          </a:r>
          <a:r>
            <a:rPr lang="ru-RU" b="0" i="1" dirty="0" err="1"/>
            <a:t>Царграда</a:t>
          </a:r>
          <a:r>
            <a:rPr lang="ru-RU" b="0" i="1" dirty="0"/>
            <a:t>, </a:t>
          </a:r>
          <a:r>
            <a:rPr lang="ru-RU" b="0" i="1" dirty="0" err="1"/>
            <a:t>розоряючи</a:t>
          </a:r>
          <a:r>
            <a:rPr lang="ru-RU" b="0" i="1" dirty="0"/>
            <a:t> </a:t>
          </a:r>
          <a:r>
            <a:rPr lang="ru-RU" b="0" i="1" dirty="0" err="1"/>
            <a:t>міста</a:t>
          </a:r>
          <a:r>
            <a:rPr lang="ru-RU" b="0" i="1" dirty="0"/>
            <a:t>. І дали </a:t>
          </a:r>
          <a:r>
            <a:rPr lang="ru-RU" b="0" i="1" dirty="0" err="1"/>
            <a:t>йому</a:t>
          </a:r>
          <a:r>
            <a:rPr lang="ru-RU" b="0" i="1" dirty="0"/>
            <a:t> </a:t>
          </a:r>
          <a:r>
            <a:rPr lang="ru-RU" b="0" i="1" dirty="0" err="1"/>
            <a:t>данину</a:t>
          </a:r>
          <a:r>
            <a:rPr lang="ru-RU" b="0" i="1" dirty="0"/>
            <a:t>... І </a:t>
          </a:r>
          <a:r>
            <a:rPr lang="ru-RU" b="0" i="1" dirty="0" err="1"/>
            <a:t>повернувся</a:t>
          </a:r>
          <a:r>
            <a:rPr lang="ru-RU" b="0" i="1" dirty="0"/>
            <a:t> </a:t>
          </a:r>
          <a:r>
            <a:rPr lang="ru-RU" b="0" i="1" dirty="0" err="1"/>
            <a:t>він</a:t>
          </a:r>
          <a:r>
            <a:rPr lang="ru-RU" b="0" i="1" dirty="0"/>
            <a:t> у </a:t>
          </a:r>
          <a:r>
            <a:rPr lang="ru-RU" b="0" i="1" dirty="0" err="1"/>
            <a:t>Переяславець</a:t>
          </a:r>
          <a:r>
            <a:rPr lang="ru-RU" b="0" i="1" dirty="0"/>
            <a:t>...»</a:t>
          </a:r>
          <a:endParaRPr lang="uk-UA" dirty="0"/>
        </a:p>
      </dgm:t>
    </dgm:pt>
    <dgm:pt modelId="{EE2B13B5-A8FA-47BC-8E3D-281E1921DD70}" type="parTrans" cxnId="{47F0AD0E-D63F-41FD-B67A-326A317DBE50}">
      <dgm:prSet/>
      <dgm:spPr/>
      <dgm:t>
        <a:bodyPr/>
        <a:lstStyle/>
        <a:p>
          <a:endParaRPr lang="uk-UA"/>
        </a:p>
      </dgm:t>
    </dgm:pt>
    <dgm:pt modelId="{8C6FB59C-120B-4AAF-AB17-FB81B435AF1F}" type="sibTrans" cxnId="{47F0AD0E-D63F-41FD-B67A-326A317DBE50}">
      <dgm:prSet/>
      <dgm:spPr/>
      <dgm:t>
        <a:bodyPr/>
        <a:lstStyle/>
        <a:p>
          <a:endParaRPr lang="uk-UA"/>
        </a:p>
      </dgm:t>
    </dgm:pt>
    <dgm:pt modelId="{ED290A6D-5BF6-4CC7-BE70-9E81C415FAE1}">
      <dgm:prSet/>
      <dgm:spPr/>
      <dgm:t>
        <a:bodyPr/>
        <a:lstStyle/>
        <a:p>
          <a:r>
            <a:rPr lang="ru-RU" b="0" i="1" dirty="0"/>
            <a:t>«</a:t>
          </a:r>
          <a:r>
            <a:rPr lang="ru-RU" b="0" i="1" dirty="0" err="1"/>
            <a:t>Тепер</a:t>
          </a:r>
          <a:r>
            <a:rPr lang="ru-RU" b="0" i="1" dirty="0"/>
            <a:t> же поручаю я, - </a:t>
          </a:r>
          <a:r>
            <a:rPr lang="ru-RU" b="0" i="1" dirty="0" err="1"/>
            <a:t>замість</a:t>
          </a:r>
          <a:r>
            <a:rPr lang="ru-RU" b="0" i="1" dirty="0"/>
            <a:t> себе - </a:t>
          </a:r>
          <a:r>
            <a:rPr lang="ru-RU" b="0" i="1" dirty="0" err="1"/>
            <a:t>стіл</a:t>
          </a:r>
          <a:r>
            <a:rPr lang="ru-RU" b="0" i="1" dirty="0"/>
            <a:t> </a:t>
          </a:r>
          <a:r>
            <a:rPr lang="ru-RU" b="0" i="1" dirty="0" err="1"/>
            <a:t>свій</a:t>
          </a:r>
          <a:r>
            <a:rPr lang="ru-RU" b="0" i="1" dirty="0"/>
            <a:t>, </a:t>
          </a:r>
          <a:r>
            <a:rPr lang="ru-RU" b="0" i="1" dirty="0" err="1"/>
            <a:t>Київ</a:t>
          </a:r>
          <a:r>
            <a:rPr lang="ru-RU" b="0" i="1" dirty="0"/>
            <a:t>, </a:t>
          </a:r>
          <a:r>
            <a:rPr lang="ru-RU" b="0" i="1" dirty="0" err="1"/>
            <a:t>найстаршому</a:t>
          </a:r>
          <a:r>
            <a:rPr lang="ru-RU" b="0" i="1" dirty="0"/>
            <a:t> </a:t>
          </a:r>
          <a:r>
            <a:rPr lang="ru-RU" b="0" i="1" dirty="0" err="1"/>
            <a:t>синові</a:t>
          </a:r>
          <a:r>
            <a:rPr lang="ru-RU" b="0" i="1" dirty="0"/>
            <a:t> </a:t>
          </a:r>
          <a:r>
            <a:rPr lang="ru-RU" b="0" i="1" dirty="0" err="1"/>
            <a:t>Ізяславу</a:t>
          </a:r>
          <a:r>
            <a:rPr lang="ru-RU" b="0" i="1" dirty="0"/>
            <a:t>. А Святославу даю я </a:t>
          </a:r>
          <a:r>
            <a:rPr lang="ru-RU" b="0" i="1" dirty="0" err="1"/>
            <a:t>Чернігів</a:t>
          </a:r>
          <a:r>
            <a:rPr lang="ru-RU" b="0" i="1" dirty="0"/>
            <a:t>, а Всеволоду - Переяслав, а </a:t>
          </a:r>
          <a:r>
            <a:rPr lang="ru-RU" b="0" i="1" dirty="0" err="1"/>
            <a:t>Ігорю</a:t>
          </a:r>
          <a:r>
            <a:rPr lang="ru-RU" b="0" i="1" dirty="0"/>
            <a:t> - </a:t>
          </a:r>
          <a:r>
            <a:rPr lang="ru-RU" b="0" i="1" dirty="0" err="1"/>
            <a:t>Володимир</a:t>
          </a:r>
          <a:r>
            <a:rPr lang="ru-RU" b="0" i="1" dirty="0"/>
            <a:t>, а </a:t>
          </a:r>
          <a:r>
            <a:rPr lang="ru-RU" b="0" i="1" dirty="0" err="1"/>
            <a:t>В’ячеславу</a:t>
          </a:r>
          <a:r>
            <a:rPr lang="ru-RU" b="0" i="1" dirty="0"/>
            <a:t> - </a:t>
          </a:r>
          <a:r>
            <a:rPr lang="ru-RU" b="0" i="1" dirty="0" err="1"/>
            <a:t>Смоленськ</a:t>
          </a:r>
          <a:r>
            <a:rPr lang="ru-RU" b="0" i="1" dirty="0"/>
            <a:t>...»</a:t>
          </a:r>
          <a:endParaRPr lang="uk-UA" dirty="0"/>
        </a:p>
      </dgm:t>
    </dgm:pt>
    <dgm:pt modelId="{04057A5F-6599-486F-8294-8AA0523A2976}" type="parTrans" cxnId="{DDA68432-6550-4940-8924-1E8B4104132A}">
      <dgm:prSet/>
      <dgm:spPr/>
      <dgm:t>
        <a:bodyPr/>
        <a:lstStyle/>
        <a:p>
          <a:endParaRPr lang="uk-UA"/>
        </a:p>
      </dgm:t>
    </dgm:pt>
    <dgm:pt modelId="{2D6A77F8-7D2F-46D5-AA7A-65A8D13C3D6F}" type="sibTrans" cxnId="{DDA68432-6550-4940-8924-1E8B4104132A}">
      <dgm:prSet/>
      <dgm:spPr/>
      <dgm:t>
        <a:bodyPr/>
        <a:lstStyle/>
        <a:p>
          <a:endParaRPr lang="uk-UA"/>
        </a:p>
      </dgm:t>
    </dgm:pt>
    <dgm:pt modelId="{EC29BB27-E7EF-43AE-990D-0F1CECF6623B}" type="pres">
      <dgm:prSet presAssocID="{6CAE068A-C9CC-4834-9D0C-47B269788F5B}" presName="linear" presStyleCnt="0">
        <dgm:presLayoutVars>
          <dgm:animLvl val="lvl"/>
          <dgm:resizeHandles val="exact"/>
        </dgm:presLayoutVars>
      </dgm:prSet>
      <dgm:spPr/>
    </dgm:pt>
    <dgm:pt modelId="{61804944-2198-4C06-B3F7-CA240BE51284}" type="pres">
      <dgm:prSet presAssocID="{FD79BEEF-7F50-4515-8EF4-CF4086ADF7D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23F2784-FFF3-4F5A-8828-7D2F77B1BCD8}" type="pres">
      <dgm:prSet presAssocID="{8C6FB59C-120B-4AAF-AB17-FB81B435AF1F}" presName="spacer" presStyleCnt="0"/>
      <dgm:spPr/>
    </dgm:pt>
    <dgm:pt modelId="{344184CF-4DFF-456E-AEDC-6A57500B5E39}" type="pres">
      <dgm:prSet presAssocID="{ED290A6D-5BF6-4CC7-BE70-9E81C415FAE1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47F0AD0E-D63F-41FD-B67A-326A317DBE50}" srcId="{6CAE068A-C9CC-4834-9D0C-47B269788F5B}" destId="{FD79BEEF-7F50-4515-8EF4-CF4086ADF7DC}" srcOrd="0" destOrd="0" parTransId="{EE2B13B5-A8FA-47BC-8E3D-281E1921DD70}" sibTransId="{8C6FB59C-120B-4AAF-AB17-FB81B435AF1F}"/>
    <dgm:cxn modelId="{DDA68432-6550-4940-8924-1E8B4104132A}" srcId="{6CAE068A-C9CC-4834-9D0C-47B269788F5B}" destId="{ED290A6D-5BF6-4CC7-BE70-9E81C415FAE1}" srcOrd="1" destOrd="0" parTransId="{04057A5F-6599-486F-8294-8AA0523A2976}" sibTransId="{2D6A77F8-7D2F-46D5-AA7A-65A8D13C3D6F}"/>
    <dgm:cxn modelId="{17F60D35-2211-44AD-A15F-22B0F8F12286}" type="presOf" srcId="{6CAE068A-C9CC-4834-9D0C-47B269788F5B}" destId="{EC29BB27-E7EF-43AE-990D-0F1CECF6623B}" srcOrd="0" destOrd="0" presId="urn:microsoft.com/office/officeart/2005/8/layout/vList2"/>
    <dgm:cxn modelId="{0C43EB5F-6D3D-49A6-9997-970D34904C3B}" type="presOf" srcId="{ED290A6D-5BF6-4CC7-BE70-9E81C415FAE1}" destId="{344184CF-4DFF-456E-AEDC-6A57500B5E39}" srcOrd="0" destOrd="0" presId="urn:microsoft.com/office/officeart/2005/8/layout/vList2"/>
    <dgm:cxn modelId="{147C4DE1-1BC4-4EED-B4D7-EA053F7412A8}" type="presOf" srcId="{FD79BEEF-7F50-4515-8EF4-CF4086ADF7DC}" destId="{61804944-2198-4C06-B3F7-CA240BE51284}" srcOrd="0" destOrd="0" presId="urn:microsoft.com/office/officeart/2005/8/layout/vList2"/>
    <dgm:cxn modelId="{115E6164-EC63-40BA-86FF-F9C54B2E2301}" type="presParOf" srcId="{EC29BB27-E7EF-43AE-990D-0F1CECF6623B}" destId="{61804944-2198-4C06-B3F7-CA240BE51284}" srcOrd="0" destOrd="0" presId="urn:microsoft.com/office/officeart/2005/8/layout/vList2"/>
    <dgm:cxn modelId="{0E917ADA-EBFB-4CB3-BD70-DC61F8A3F410}" type="presParOf" srcId="{EC29BB27-E7EF-43AE-990D-0F1CECF6623B}" destId="{623F2784-FFF3-4F5A-8828-7D2F77B1BCD8}" srcOrd="1" destOrd="0" presId="urn:microsoft.com/office/officeart/2005/8/layout/vList2"/>
    <dgm:cxn modelId="{AA623E9F-005D-4740-98E4-D92C16AB8B13}" type="presParOf" srcId="{EC29BB27-E7EF-43AE-990D-0F1CECF6623B}" destId="{344184CF-4DFF-456E-AEDC-6A57500B5E3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4D235BB0-65AC-462C-8AB0-7D4D44DC5C56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uk-UA"/>
        </a:p>
      </dgm:t>
    </dgm:pt>
    <dgm:pt modelId="{F0411292-0932-4F69-ABB7-C6D5FE47BF2A}">
      <dgm:prSet/>
      <dgm:spPr/>
      <dgm:t>
        <a:bodyPr/>
        <a:lstStyle/>
        <a:p>
          <a:r>
            <a:rPr lang="uk-UA" b="0" i="1" dirty="0"/>
            <a:t>«Хозари вийшли супроти нього з каганом, князем своїм. І зступилися війська битися, і сталася битва межи ними, і </a:t>
          </a:r>
          <a:r>
            <a:rPr lang="uk-UA" b="0" i="1" dirty="0" err="1"/>
            <a:t>одолів</a:t>
          </a:r>
          <a:r>
            <a:rPr lang="uk-UA" b="0" i="1" dirty="0"/>
            <a:t> він хозар, і город їхній столицю Ітіль, і город Білу Вежу взяв...»</a:t>
          </a:r>
          <a:endParaRPr lang="uk-UA" dirty="0"/>
        </a:p>
      </dgm:t>
    </dgm:pt>
    <dgm:pt modelId="{8599EC73-37FD-4674-98E2-D6C6CC48ACF9}" type="parTrans" cxnId="{6FBB32CF-B39A-461A-84ED-13851E0B0605}">
      <dgm:prSet/>
      <dgm:spPr/>
      <dgm:t>
        <a:bodyPr/>
        <a:lstStyle/>
        <a:p>
          <a:endParaRPr lang="uk-UA"/>
        </a:p>
      </dgm:t>
    </dgm:pt>
    <dgm:pt modelId="{6A33643B-08C0-413A-9638-A30AEA4D0EEC}" type="sibTrans" cxnId="{6FBB32CF-B39A-461A-84ED-13851E0B0605}">
      <dgm:prSet/>
      <dgm:spPr/>
      <dgm:t>
        <a:bodyPr/>
        <a:lstStyle/>
        <a:p>
          <a:endParaRPr lang="uk-UA"/>
        </a:p>
      </dgm:t>
    </dgm:pt>
    <dgm:pt modelId="{B46407D3-11F9-49CC-ADC3-66A120D8D9AD}">
      <dgm:prSet/>
      <dgm:spPr/>
      <dgm:t>
        <a:bodyPr/>
        <a:lstStyle/>
        <a:p>
          <a:r>
            <a:rPr lang="uk-UA" b="0" i="1" dirty="0"/>
            <a:t>«Зібрав він воїнів і прийшов до Києва, і вчинив мир із братом своїм Мстиславом. І розділили вони по Дніпру Руську землю: собі узяв сю сторону, а Мстислав - ту...»</a:t>
          </a:r>
          <a:endParaRPr lang="uk-UA" dirty="0"/>
        </a:p>
      </dgm:t>
    </dgm:pt>
    <dgm:pt modelId="{060E2B42-EE33-4CDC-87E9-2B6C53969C4A}" type="parTrans" cxnId="{E8196BF6-0C20-4B13-9DF0-C48849EF0A8E}">
      <dgm:prSet/>
      <dgm:spPr/>
      <dgm:t>
        <a:bodyPr/>
        <a:lstStyle/>
        <a:p>
          <a:endParaRPr lang="uk-UA"/>
        </a:p>
      </dgm:t>
    </dgm:pt>
    <dgm:pt modelId="{A790DFE5-C4E6-4632-A1E1-030A3221FF3A}" type="sibTrans" cxnId="{E8196BF6-0C20-4B13-9DF0-C48849EF0A8E}">
      <dgm:prSet/>
      <dgm:spPr/>
      <dgm:t>
        <a:bodyPr/>
        <a:lstStyle/>
        <a:p>
          <a:endParaRPr lang="uk-UA"/>
        </a:p>
      </dgm:t>
    </dgm:pt>
    <dgm:pt modelId="{2B8F1445-4626-4819-B239-FB917C068CC3}">
      <dgm:prSet/>
      <dgm:spPr/>
      <dgm:t>
        <a:bodyPr/>
        <a:lstStyle/>
        <a:p>
          <a:r>
            <a:rPr lang="uk-UA" b="0" i="1" dirty="0"/>
            <a:t>«...побачив, що церкву завершено, він помолився Богу, говорячи: «Осе даю церкві сій, святій Богородиці, од маєтностей своїх десяту частину. Якщо се </a:t>
          </a:r>
          <a:r>
            <a:rPr lang="uk-UA" b="0" i="1" dirty="0" err="1"/>
            <a:t>одмінить</a:t>
          </a:r>
          <a:r>
            <a:rPr lang="uk-UA" b="0" i="1" dirty="0"/>
            <a:t> хто, - хай буде проклят»...»</a:t>
          </a:r>
          <a:endParaRPr lang="uk-UA" dirty="0"/>
        </a:p>
      </dgm:t>
    </dgm:pt>
    <dgm:pt modelId="{342C437C-25D7-4B13-BD96-9D5B3924DE9E}" type="parTrans" cxnId="{63D61380-777B-4D45-85C5-31124090ED58}">
      <dgm:prSet/>
      <dgm:spPr/>
      <dgm:t>
        <a:bodyPr/>
        <a:lstStyle/>
        <a:p>
          <a:endParaRPr lang="uk-UA"/>
        </a:p>
      </dgm:t>
    </dgm:pt>
    <dgm:pt modelId="{7088BC89-4D3C-471E-B6AC-31012A444D31}" type="sibTrans" cxnId="{63D61380-777B-4D45-85C5-31124090ED58}">
      <dgm:prSet/>
      <dgm:spPr/>
      <dgm:t>
        <a:bodyPr/>
        <a:lstStyle/>
        <a:p>
          <a:endParaRPr lang="uk-UA"/>
        </a:p>
      </dgm:t>
    </dgm:pt>
    <dgm:pt modelId="{7CCCA0B4-2D97-48E4-B1BE-E3C02D3F2F3E}" type="pres">
      <dgm:prSet presAssocID="{4D235BB0-65AC-462C-8AB0-7D4D44DC5C56}" presName="linear" presStyleCnt="0">
        <dgm:presLayoutVars>
          <dgm:animLvl val="lvl"/>
          <dgm:resizeHandles val="exact"/>
        </dgm:presLayoutVars>
      </dgm:prSet>
      <dgm:spPr/>
    </dgm:pt>
    <dgm:pt modelId="{F1B0F394-359F-4390-8129-B3627D3AFBAB}" type="pres">
      <dgm:prSet presAssocID="{F0411292-0932-4F69-ABB7-C6D5FE47BF2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D2DAA5E-3696-4C25-BD8A-52A1827F5E04}" type="pres">
      <dgm:prSet presAssocID="{6A33643B-08C0-413A-9638-A30AEA4D0EEC}" presName="spacer" presStyleCnt="0"/>
      <dgm:spPr/>
    </dgm:pt>
    <dgm:pt modelId="{ABEECBAE-7FDB-4EE8-9D50-92A9B1255DC2}" type="pres">
      <dgm:prSet presAssocID="{B46407D3-11F9-49CC-ADC3-66A120D8D9A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24538E1-0CE8-46C9-AEDD-A289A4DA90FB}" type="pres">
      <dgm:prSet presAssocID="{A790DFE5-C4E6-4632-A1E1-030A3221FF3A}" presName="spacer" presStyleCnt="0"/>
      <dgm:spPr/>
    </dgm:pt>
    <dgm:pt modelId="{D74542A1-9BA3-4D9F-9F23-19B6966C5ED0}" type="pres">
      <dgm:prSet presAssocID="{2B8F1445-4626-4819-B239-FB917C068CC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3D61380-777B-4D45-85C5-31124090ED58}" srcId="{4D235BB0-65AC-462C-8AB0-7D4D44DC5C56}" destId="{2B8F1445-4626-4819-B239-FB917C068CC3}" srcOrd="2" destOrd="0" parTransId="{342C437C-25D7-4B13-BD96-9D5B3924DE9E}" sibTransId="{7088BC89-4D3C-471E-B6AC-31012A444D31}"/>
    <dgm:cxn modelId="{DB97F5BF-E6EA-4084-B1C2-4B79198F4A4D}" type="presOf" srcId="{4D235BB0-65AC-462C-8AB0-7D4D44DC5C56}" destId="{7CCCA0B4-2D97-48E4-B1BE-E3C02D3F2F3E}" srcOrd="0" destOrd="0" presId="urn:microsoft.com/office/officeart/2005/8/layout/vList2"/>
    <dgm:cxn modelId="{0F5949C7-75C1-4D95-8D1B-18CA2F8CA56D}" type="presOf" srcId="{2B8F1445-4626-4819-B239-FB917C068CC3}" destId="{D74542A1-9BA3-4D9F-9F23-19B6966C5ED0}" srcOrd="0" destOrd="0" presId="urn:microsoft.com/office/officeart/2005/8/layout/vList2"/>
    <dgm:cxn modelId="{6FBB32CF-B39A-461A-84ED-13851E0B0605}" srcId="{4D235BB0-65AC-462C-8AB0-7D4D44DC5C56}" destId="{F0411292-0932-4F69-ABB7-C6D5FE47BF2A}" srcOrd="0" destOrd="0" parTransId="{8599EC73-37FD-4674-98E2-D6C6CC48ACF9}" sibTransId="{6A33643B-08C0-413A-9638-A30AEA4D0EEC}"/>
    <dgm:cxn modelId="{47C90FDA-1F33-4C4B-B974-317C2FCC28C9}" type="presOf" srcId="{B46407D3-11F9-49CC-ADC3-66A120D8D9AD}" destId="{ABEECBAE-7FDB-4EE8-9D50-92A9B1255DC2}" srcOrd="0" destOrd="0" presId="urn:microsoft.com/office/officeart/2005/8/layout/vList2"/>
    <dgm:cxn modelId="{CA7F3FED-24A1-4420-A525-61154034A646}" type="presOf" srcId="{F0411292-0932-4F69-ABB7-C6D5FE47BF2A}" destId="{F1B0F394-359F-4390-8129-B3627D3AFBAB}" srcOrd="0" destOrd="0" presId="urn:microsoft.com/office/officeart/2005/8/layout/vList2"/>
    <dgm:cxn modelId="{E8196BF6-0C20-4B13-9DF0-C48849EF0A8E}" srcId="{4D235BB0-65AC-462C-8AB0-7D4D44DC5C56}" destId="{B46407D3-11F9-49CC-ADC3-66A120D8D9AD}" srcOrd="1" destOrd="0" parTransId="{060E2B42-EE33-4CDC-87E9-2B6C53969C4A}" sibTransId="{A790DFE5-C4E6-4632-A1E1-030A3221FF3A}"/>
    <dgm:cxn modelId="{DAE48ED9-C45A-4558-BD7A-250C50909D7B}" type="presParOf" srcId="{7CCCA0B4-2D97-48E4-B1BE-E3C02D3F2F3E}" destId="{F1B0F394-359F-4390-8129-B3627D3AFBAB}" srcOrd="0" destOrd="0" presId="urn:microsoft.com/office/officeart/2005/8/layout/vList2"/>
    <dgm:cxn modelId="{CF231424-6EFD-4472-930A-068265DE61FD}" type="presParOf" srcId="{7CCCA0B4-2D97-48E4-B1BE-E3C02D3F2F3E}" destId="{8D2DAA5E-3696-4C25-BD8A-52A1827F5E04}" srcOrd="1" destOrd="0" presId="urn:microsoft.com/office/officeart/2005/8/layout/vList2"/>
    <dgm:cxn modelId="{37A5B81E-C421-4042-B244-9D36CA810C6A}" type="presParOf" srcId="{7CCCA0B4-2D97-48E4-B1BE-E3C02D3F2F3E}" destId="{ABEECBAE-7FDB-4EE8-9D50-92A9B1255DC2}" srcOrd="2" destOrd="0" presId="urn:microsoft.com/office/officeart/2005/8/layout/vList2"/>
    <dgm:cxn modelId="{DD2C2692-A884-46FD-BE81-B68111485741}" type="presParOf" srcId="{7CCCA0B4-2D97-48E4-B1BE-E3C02D3F2F3E}" destId="{024538E1-0CE8-46C9-AEDD-A289A4DA90FB}" srcOrd="3" destOrd="0" presId="urn:microsoft.com/office/officeart/2005/8/layout/vList2"/>
    <dgm:cxn modelId="{7CA095E6-EA98-4539-B974-2C46933C5550}" type="presParOf" srcId="{7CCCA0B4-2D97-48E4-B1BE-E3C02D3F2F3E}" destId="{D74542A1-9BA3-4D9F-9F23-19B6966C5ED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13CE3CC4-AEE9-4FE6-8F02-A26D2BB8F89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uk-UA"/>
        </a:p>
      </dgm:t>
    </dgm:pt>
    <dgm:pt modelId="{AF36A479-8751-4C17-9BD2-AFEE8C9A6B87}">
      <dgm:prSet/>
      <dgm:spPr/>
      <dgm:t>
        <a:bodyPr/>
        <a:lstStyle/>
        <a:p>
          <a:r>
            <a:rPr lang="uk-UA" b="0" i="1" dirty="0"/>
            <a:t>«...на другий день посилає до імператора просити миру за такою умовою: [русичі] повинні віддати [візантійцям] </a:t>
          </a:r>
          <a:r>
            <a:rPr lang="uk-UA" b="0" i="1" dirty="0" err="1"/>
            <a:t>Доростол</a:t>
          </a:r>
          <a:r>
            <a:rPr lang="uk-UA" b="0" i="1" dirty="0"/>
            <a:t>.., [візантійці] повинні дозволити привозити до себе хліб...»</a:t>
          </a:r>
          <a:endParaRPr lang="uk-UA" dirty="0"/>
        </a:p>
      </dgm:t>
    </dgm:pt>
    <dgm:pt modelId="{D5DDE45D-B84E-414D-8E73-BE2E8FF13D4E}" type="parTrans" cxnId="{2047194A-62BE-4453-B673-E23A8E1B01E2}">
      <dgm:prSet/>
      <dgm:spPr/>
      <dgm:t>
        <a:bodyPr/>
        <a:lstStyle/>
        <a:p>
          <a:endParaRPr lang="uk-UA"/>
        </a:p>
      </dgm:t>
    </dgm:pt>
    <dgm:pt modelId="{6C3AEF4B-DA6B-477F-A221-2224B639F19C}" type="sibTrans" cxnId="{2047194A-62BE-4453-B673-E23A8E1B01E2}">
      <dgm:prSet/>
      <dgm:spPr/>
      <dgm:t>
        <a:bodyPr/>
        <a:lstStyle/>
        <a:p>
          <a:endParaRPr lang="uk-UA"/>
        </a:p>
      </dgm:t>
    </dgm:pt>
    <dgm:pt modelId="{D5B84CC2-9278-404B-9E4A-73ED22E18476}">
      <dgm:prSet/>
      <dgm:spPr/>
      <dgm:t>
        <a:bodyPr/>
        <a:lstStyle/>
        <a:p>
          <a:r>
            <a:rPr lang="uk-UA" b="0" i="1" dirty="0"/>
            <a:t>«І поставив він кумири на пагорбі, поза двором </a:t>
          </a:r>
          <a:r>
            <a:rPr lang="uk-UA" b="0" i="1" dirty="0" err="1"/>
            <a:t>теремним</a:t>
          </a:r>
          <a:r>
            <a:rPr lang="uk-UA" b="0" i="1" dirty="0"/>
            <a:t>: Перуна дерев’яного, - а голова його була срібна, а вус - золотий, - і </a:t>
          </a:r>
          <a:r>
            <a:rPr lang="uk-UA" b="0" i="1" dirty="0" err="1"/>
            <a:t>Хорса</a:t>
          </a:r>
          <a:r>
            <a:rPr lang="uk-UA" b="0" i="1" dirty="0"/>
            <a:t>, і Дажбога, і </a:t>
          </a:r>
          <a:r>
            <a:rPr lang="uk-UA" b="0" i="1" dirty="0" err="1"/>
            <a:t>Стрибога</a:t>
          </a:r>
          <a:r>
            <a:rPr lang="uk-UA" b="0" i="1" dirty="0"/>
            <a:t>, і </a:t>
          </a:r>
          <a:r>
            <a:rPr lang="uk-UA" b="0" i="1" dirty="0" err="1"/>
            <a:t>Сімаргла</a:t>
          </a:r>
          <a:r>
            <a:rPr lang="uk-UA" b="0" i="1" dirty="0"/>
            <a:t>...»</a:t>
          </a:r>
          <a:endParaRPr lang="uk-UA" dirty="0"/>
        </a:p>
      </dgm:t>
    </dgm:pt>
    <dgm:pt modelId="{36FA2972-6F9F-4BAE-AC13-201759C33FFA}" type="parTrans" cxnId="{EC2AB14C-079C-425E-866E-C8D0CA7ED94D}">
      <dgm:prSet/>
      <dgm:spPr/>
      <dgm:t>
        <a:bodyPr/>
        <a:lstStyle/>
        <a:p>
          <a:endParaRPr lang="uk-UA"/>
        </a:p>
      </dgm:t>
    </dgm:pt>
    <dgm:pt modelId="{F42E7C76-3222-4861-AC05-DA020D824E8D}" type="sibTrans" cxnId="{EC2AB14C-079C-425E-866E-C8D0CA7ED94D}">
      <dgm:prSet/>
      <dgm:spPr/>
      <dgm:t>
        <a:bodyPr/>
        <a:lstStyle/>
        <a:p>
          <a:endParaRPr lang="uk-UA"/>
        </a:p>
      </dgm:t>
    </dgm:pt>
    <dgm:pt modelId="{E0B75BE6-2FDB-4935-9B29-40E033B5DF7A}" type="pres">
      <dgm:prSet presAssocID="{13CE3CC4-AEE9-4FE6-8F02-A26D2BB8F897}" presName="linear" presStyleCnt="0">
        <dgm:presLayoutVars>
          <dgm:animLvl val="lvl"/>
          <dgm:resizeHandles val="exact"/>
        </dgm:presLayoutVars>
      </dgm:prSet>
      <dgm:spPr/>
    </dgm:pt>
    <dgm:pt modelId="{B00CC1C5-6CDD-4D47-8B15-2FA91DCBBDF1}" type="pres">
      <dgm:prSet presAssocID="{AF36A479-8751-4C17-9BD2-AFEE8C9A6B8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E4FC826-8DBF-4C98-8FD0-B59BBB707D18}" type="pres">
      <dgm:prSet presAssocID="{6C3AEF4B-DA6B-477F-A221-2224B639F19C}" presName="spacer" presStyleCnt="0"/>
      <dgm:spPr/>
    </dgm:pt>
    <dgm:pt modelId="{AEDFE286-A265-414A-84F7-E6C6AD79CA11}" type="pres">
      <dgm:prSet presAssocID="{D5B84CC2-9278-404B-9E4A-73ED22E1847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1853C3D-B0A9-4F52-80EB-49240A25883F}" type="presOf" srcId="{AF36A479-8751-4C17-9BD2-AFEE8C9A6B87}" destId="{B00CC1C5-6CDD-4D47-8B15-2FA91DCBBDF1}" srcOrd="0" destOrd="0" presId="urn:microsoft.com/office/officeart/2005/8/layout/vList2"/>
    <dgm:cxn modelId="{2047194A-62BE-4453-B673-E23A8E1B01E2}" srcId="{13CE3CC4-AEE9-4FE6-8F02-A26D2BB8F897}" destId="{AF36A479-8751-4C17-9BD2-AFEE8C9A6B87}" srcOrd="0" destOrd="0" parTransId="{D5DDE45D-B84E-414D-8E73-BE2E8FF13D4E}" sibTransId="{6C3AEF4B-DA6B-477F-A221-2224B639F19C}"/>
    <dgm:cxn modelId="{EC2AB14C-079C-425E-866E-C8D0CA7ED94D}" srcId="{13CE3CC4-AEE9-4FE6-8F02-A26D2BB8F897}" destId="{D5B84CC2-9278-404B-9E4A-73ED22E18476}" srcOrd="1" destOrd="0" parTransId="{36FA2972-6F9F-4BAE-AC13-201759C33FFA}" sibTransId="{F42E7C76-3222-4861-AC05-DA020D824E8D}"/>
    <dgm:cxn modelId="{CC566AB3-F277-41CA-B3C9-AB5699D6C888}" type="presOf" srcId="{D5B84CC2-9278-404B-9E4A-73ED22E18476}" destId="{AEDFE286-A265-414A-84F7-E6C6AD79CA11}" srcOrd="0" destOrd="0" presId="urn:microsoft.com/office/officeart/2005/8/layout/vList2"/>
    <dgm:cxn modelId="{CE4464ED-0C31-4909-BBDB-4B3639EFD505}" type="presOf" srcId="{13CE3CC4-AEE9-4FE6-8F02-A26D2BB8F897}" destId="{E0B75BE6-2FDB-4935-9B29-40E033B5DF7A}" srcOrd="0" destOrd="0" presId="urn:microsoft.com/office/officeart/2005/8/layout/vList2"/>
    <dgm:cxn modelId="{62EAF6EF-855A-40AE-B84F-CEBD0D50983E}" type="presParOf" srcId="{E0B75BE6-2FDB-4935-9B29-40E033B5DF7A}" destId="{B00CC1C5-6CDD-4D47-8B15-2FA91DCBBDF1}" srcOrd="0" destOrd="0" presId="urn:microsoft.com/office/officeart/2005/8/layout/vList2"/>
    <dgm:cxn modelId="{AED6DF69-3960-4473-AB9B-340D384CBFBB}" type="presParOf" srcId="{E0B75BE6-2FDB-4935-9B29-40E033B5DF7A}" destId="{2E4FC826-8DBF-4C98-8FD0-B59BBB707D18}" srcOrd="1" destOrd="0" presId="urn:microsoft.com/office/officeart/2005/8/layout/vList2"/>
    <dgm:cxn modelId="{17F3F774-6DD2-4091-80AF-A252B9697146}" type="presParOf" srcId="{E0B75BE6-2FDB-4935-9B29-40E033B5DF7A}" destId="{AEDFE286-A265-414A-84F7-E6C6AD79CA1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DED03C40-B178-4CA1-BD3D-CF316358DA47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1BD2249-D08A-4235-9F08-C7BC2440B980}">
      <dgm:prSet/>
      <dgm:spPr/>
      <dgm:t>
        <a:bodyPr/>
        <a:lstStyle/>
        <a:p>
          <a:r>
            <a:rPr lang="uk-UA" b="0" i="0"/>
            <a:t>Аскольда.</a:t>
          </a:r>
          <a:endParaRPr lang="uk-UA"/>
        </a:p>
      </dgm:t>
    </dgm:pt>
    <dgm:pt modelId="{7ED912AC-4CB5-4409-A71F-3C54E1561DC9}" type="parTrans" cxnId="{D8D5ECF7-FF41-4579-9ED6-75E989D48B88}">
      <dgm:prSet/>
      <dgm:spPr/>
      <dgm:t>
        <a:bodyPr/>
        <a:lstStyle/>
        <a:p>
          <a:endParaRPr lang="uk-UA"/>
        </a:p>
      </dgm:t>
    </dgm:pt>
    <dgm:pt modelId="{918D7D7F-CE75-4FE1-925A-2CE434BE3483}" type="sibTrans" cxnId="{D8D5ECF7-FF41-4579-9ED6-75E989D48B88}">
      <dgm:prSet/>
      <dgm:spPr/>
      <dgm:t>
        <a:bodyPr/>
        <a:lstStyle/>
        <a:p>
          <a:endParaRPr lang="uk-UA"/>
        </a:p>
      </dgm:t>
    </dgm:pt>
    <dgm:pt modelId="{D34881E0-C0B6-4A53-A389-A277B4E8EED4}">
      <dgm:prSet/>
      <dgm:spPr/>
      <dgm:t>
        <a:bodyPr/>
        <a:lstStyle/>
        <a:p>
          <a:r>
            <a:rPr lang="uk-UA" b="0" i="0"/>
            <a:t>Олега.</a:t>
          </a:r>
          <a:endParaRPr lang="uk-UA"/>
        </a:p>
      </dgm:t>
    </dgm:pt>
    <dgm:pt modelId="{5A4C4280-0590-48C4-B60F-8F6E4A6D2FB8}" type="parTrans" cxnId="{4B35AB0A-CCAB-4ED5-88A0-3DAF66E9D3C5}">
      <dgm:prSet/>
      <dgm:spPr/>
      <dgm:t>
        <a:bodyPr/>
        <a:lstStyle/>
        <a:p>
          <a:endParaRPr lang="uk-UA"/>
        </a:p>
      </dgm:t>
    </dgm:pt>
    <dgm:pt modelId="{725D645D-3A1F-43FF-88F0-9E0BD2DD1746}" type="sibTrans" cxnId="{4B35AB0A-CCAB-4ED5-88A0-3DAF66E9D3C5}">
      <dgm:prSet/>
      <dgm:spPr/>
      <dgm:t>
        <a:bodyPr/>
        <a:lstStyle/>
        <a:p>
          <a:endParaRPr lang="uk-UA"/>
        </a:p>
      </dgm:t>
    </dgm:pt>
    <dgm:pt modelId="{56169A40-3078-4457-AEEB-DCC729F62048}">
      <dgm:prSet/>
      <dgm:spPr/>
      <dgm:t>
        <a:bodyPr/>
        <a:lstStyle/>
        <a:p>
          <a:r>
            <a:rPr lang="uk-UA" b="0" i="0" dirty="0"/>
            <a:t>Ігоря.</a:t>
          </a:r>
          <a:endParaRPr lang="uk-UA" dirty="0"/>
        </a:p>
      </dgm:t>
    </dgm:pt>
    <dgm:pt modelId="{911BF0DB-F92E-4992-BFC4-F2382EEC9DB0}" type="parTrans" cxnId="{5D207A35-D296-4F96-A6D3-8EA2453FF94F}">
      <dgm:prSet/>
      <dgm:spPr/>
      <dgm:t>
        <a:bodyPr/>
        <a:lstStyle/>
        <a:p>
          <a:endParaRPr lang="uk-UA"/>
        </a:p>
      </dgm:t>
    </dgm:pt>
    <dgm:pt modelId="{33467D88-ABAD-43B6-B2CE-E6035DA81ABE}" type="sibTrans" cxnId="{5D207A35-D296-4F96-A6D3-8EA2453FF94F}">
      <dgm:prSet/>
      <dgm:spPr/>
      <dgm:t>
        <a:bodyPr/>
        <a:lstStyle/>
        <a:p>
          <a:endParaRPr lang="uk-UA"/>
        </a:p>
      </dgm:t>
    </dgm:pt>
    <dgm:pt modelId="{FC8349B0-6B3E-42C7-9A63-EDAC5DC307C0}">
      <dgm:prSet/>
      <dgm:spPr/>
      <dgm:t>
        <a:bodyPr/>
        <a:lstStyle/>
        <a:p>
          <a:r>
            <a:rPr lang="uk-UA" b="0" i="0" dirty="0"/>
            <a:t>Святослава.</a:t>
          </a:r>
          <a:endParaRPr lang="uk-UA" dirty="0"/>
        </a:p>
      </dgm:t>
    </dgm:pt>
    <dgm:pt modelId="{06B18175-DC2A-488E-B43F-31A4AF2391EF}" type="parTrans" cxnId="{04132FD1-5AAD-4ABA-9E42-C9F14E429ACC}">
      <dgm:prSet/>
      <dgm:spPr/>
      <dgm:t>
        <a:bodyPr/>
        <a:lstStyle/>
        <a:p>
          <a:endParaRPr lang="uk-UA"/>
        </a:p>
      </dgm:t>
    </dgm:pt>
    <dgm:pt modelId="{842E8560-1E3C-44E3-AD27-178EB715CF76}" type="sibTrans" cxnId="{04132FD1-5AAD-4ABA-9E42-C9F14E429ACC}">
      <dgm:prSet/>
      <dgm:spPr/>
      <dgm:t>
        <a:bodyPr/>
        <a:lstStyle/>
        <a:p>
          <a:endParaRPr lang="uk-UA"/>
        </a:p>
      </dgm:t>
    </dgm:pt>
    <dgm:pt modelId="{0BD4C2B1-C3D3-4CB8-BADB-9BC05137616D}" type="pres">
      <dgm:prSet presAssocID="{DED03C40-B178-4CA1-BD3D-CF316358DA47}" presName="matrix" presStyleCnt="0">
        <dgm:presLayoutVars>
          <dgm:chMax val="1"/>
          <dgm:dir/>
          <dgm:resizeHandles val="exact"/>
        </dgm:presLayoutVars>
      </dgm:prSet>
      <dgm:spPr/>
    </dgm:pt>
    <dgm:pt modelId="{8D041FE2-CAF9-404A-86A0-DFEDF0625651}" type="pres">
      <dgm:prSet presAssocID="{DED03C40-B178-4CA1-BD3D-CF316358DA47}" presName="diamond" presStyleLbl="bgShp" presStyleIdx="0" presStyleCnt="1"/>
      <dgm:spPr/>
    </dgm:pt>
    <dgm:pt modelId="{85E82BFE-2993-42E0-86C8-BA8BFA077836}" type="pres">
      <dgm:prSet presAssocID="{DED03C40-B178-4CA1-BD3D-CF316358DA47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CF7900E-79F9-4F9A-B3FF-978589760AC4}" type="pres">
      <dgm:prSet presAssocID="{DED03C40-B178-4CA1-BD3D-CF316358DA47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FD148A0-8C3E-40F7-9110-D33D1C8B5BC5}" type="pres">
      <dgm:prSet presAssocID="{DED03C40-B178-4CA1-BD3D-CF316358DA47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02FC02E-3205-4789-B485-71A0B7B3E5D9}" type="pres">
      <dgm:prSet presAssocID="{DED03C40-B178-4CA1-BD3D-CF316358DA47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B35AB0A-CCAB-4ED5-88A0-3DAF66E9D3C5}" srcId="{DED03C40-B178-4CA1-BD3D-CF316358DA47}" destId="{D34881E0-C0B6-4A53-A389-A277B4E8EED4}" srcOrd="1" destOrd="0" parTransId="{5A4C4280-0590-48C4-B60F-8F6E4A6D2FB8}" sibTransId="{725D645D-3A1F-43FF-88F0-9E0BD2DD1746}"/>
    <dgm:cxn modelId="{D6150117-3AA3-4CB5-9FFF-C1139C550DA8}" type="presOf" srcId="{D34881E0-C0B6-4A53-A389-A277B4E8EED4}" destId="{4CF7900E-79F9-4F9A-B3FF-978589760AC4}" srcOrd="0" destOrd="0" presId="urn:microsoft.com/office/officeart/2005/8/layout/matrix3"/>
    <dgm:cxn modelId="{5D207A35-D296-4F96-A6D3-8EA2453FF94F}" srcId="{DED03C40-B178-4CA1-BD3D-CF316358DA47}" destId="{56169A40-3078-4457-AEEB-DCC729F62048}" srcOrd="2" destOrd="0" parTransId="{911BF0DB-F92E-4992-BFC4-F2382EEC9DB0}" sibTransId="{33467D88-ABAD-43B6-B2CE-E6035DA81ABE}"/>
    <dgm:cxn modelId="{52B53A77-1310-4DB1-82B6-A02E22D179EA}" type="presOf" srcId="{56169A40-3078-4457-AEEB-DCC729F62048}" destId="{0FD148A0-8C3E-40F7-9110-D33D1C8B5BC5}" srcOrd="0" destOrd="0" presId="urn:microsoft.com/office/officeart/2005/8/layout/matrix3"/>
    <dgm:cxn modelId="{45CDFA7D-AAC7-451E-B696-B5C1C6843708}" type="presOf" srcId="{C1BD2249-D08A-4235-9F08-C7BC2440B980}" destId="{85E82BFE-2993-42E0-86C8-BA8BFA077836}" srcOrd="0" destOrd="0" presId="urn:microsoft.com/office/officeart/2005/8/layout/matrix3"/>
    <dgm:cxn modelId="{CB26839A-9123-4FEC-BFFC-FBE1B8435C2A}" type="presOf" srcId="{DED03C40-B178-4CA1-BD3D-CF316358DA47}" destId="{0BD4C2B1-C3D3-4CB8-BADB-9BC05137616D}" srcOrd="0" destOrd="0" presId="urn:microsoft.com/office/officeart/2005/8/layout/matrix3"/>
    <dgm:cxn modelId="{1C00E7BD-3497-4E56-B571-236FAB57CBA5}" type="presOf" srcId="{FC8349B0-6B3E-42C7-9A63-EDAC5DC307C0}" destId="{B02FC02E-3205-4789-B485-71A0B7B3E5D9}" srcOrd="0" destOrd="0" presId="urn:microsoft.com/office/officeart/2005/8/layout/matrix3"/>
    <dgm:cxn modelId="{04132FD1-5AAD-4ABA-9E42-C9F14E429ACC}" srcId="{DED03C40-B178-4CA1-BD3D-CF316358DA47}" destId="{FC8349B0-6B3E-42C7-9A63-EDAC5DC307C0}" srcOrd="3" destOrd="0" parTransId="{06B18175-DC2A-488E-B43F-31A4AF2391EF}" sibTransId="{842E8560-1E3C-44E3-AD27-178EB715CF76}"/>
    <dgm:cxn modelId="{D8D5ECF7-FF41-4579-9ED6-75E989D48B88}" srcId="{DED03C40-B178-4CA1-BD3D-CF316358DA47}" destId="{C1BD2249-D08A-4235-9F08-C7BC2440B980}" srcOrd="0" destOrd="0" parTransId="{7ED912AC-4CB5-4409-A71F-3C54E1561DC9}" sibTransId="{918D7D7F-CE75-4FE1-925A-2CE434BE3483}"/>
    <dgm:cxn modelId="{DB7C75AA-C998-48C1-9CCF-063B363AAA98}" type="presParOf" srcId="{0BD4C2B1-C3D3-4CB8-BADB-9BC05137616D}" destId="{8D041FE2-CAF9-404A-86A0-DFEDF0625651}" srcOrd="0" destOrd="0" presId="urn:microsoft.com/office/officeart/2005/8/layout/matrix3"/>
    <dgm:cxn modelId="{AC9B4674-FF28-487D-8329-ECE475E5A7C1}" type="presParOf" srcId="{0BD4C2B1-C3D3-4CB8-BADB-9BC05137616D}" destId="{85E82BFE-2993-42E0-86C8-BA8BFA077836}" srcOrd="1" destOrd="0" presId="urn:microsoft.com/office/officeart/2005/8/layout/matrix3"/>
    <dgm:cxn modelId="{27EA658E-686A-4BCE-B1A7-A5FAD7B1115E}" type="presParOf" srcId="{0BD4C2B1-C3D3-4CB8-BADB-9BC05137616D}" destId="{4CF7900E-79F9-4F9A-B3FF-978589760AC4}" srcOrd="2" destOrd="0" presId="urn:microsoft.com/office/officeart/2005/8/layout/matrix3"/>
    <dgm:cxn modelId="{9268AA09-4FB6-4E78-87ED-CA8CE3AEC12D}" type="presParOf" srcId="{0BD4C2B1-C3D3-4CB8-BADB-9BC05137616D}" destId="{0FD148A0-8C3E-40F7-9110-D33D1C8B5BC5}" srcOrd="3" destOrd="0" presId="urn:microsoft.com/office/officeart/2005/8/layout/matrix3"/>
    <dgm:cxn modelId="{251B9389-1864-4206-B7CC-260FEB76A260}" type="presParOf" srcId="{0BD4C2B1-C3D3-4CB8-BADB-9BC05137616D}" destId="{B02FC02E-3205-4789-B485-71A0B7B3E5D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7.xml><?xml version="1.0" encoding="utf-8"?>
<dgm:dataModel xmlns:dgm="http://schemas.openxmlformats.org/drawingml/2006/diagram" xmlns:a="http://schemas.openxmlformats.org/drawingml/2006/main">
  <dgm:ptLst>
    <dgm:pt modelId="{5930A9F9-D47A-48B7-8597-1BEEB70B4E7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6CBE79E-5D53-4265-AD7B-019EF3B8FBBA}">
      <dgm:prSet/>
      <dgm:spPr/>
      <dgm:t>
        <a:bodyPr/>
        <a:lstStyle/>
        <a:p>
          <a:r>
            <a:rPr lang="uk-UA" b="0" i="0"/>
            <a:t>завершення процесу формування території Київської Русі</a:t>
          </a:r>
          <a:endParaRPr lang="uk-UA"/>
        </a:p>
      </dgm:t>
    </dgm:pt>
    <dgm:pt modelId="{34D0421E-EDDD-40CC-8298-89089BAD69E6}" type="parTrans" cxnId="{E3D1653F-F488-41FE-99D1-699FDF3AC8FE}">
      <dgm:prSet/>
      <dgm:spPr/>
      <dgm:t>
        <a:bodyPr/>
        <a:lstStyle/>
        <a:p>
          <a:endParaRPr lang="uk-UA"/>
        </a:p>
      </dgm:t>
    </dgm:pt>
    <dgm:pt modelId="{B71381BF-B635-442F-9236-6D6F87ACB0DE}" type="sibTrans" cxnId="{E3D1653F-F488-41FE-99D1-699FDF3AC8FE}">
      <dgm:prSet/>
      <dgm:spPr/>
      <dgm:t>
        <a:bodyPr/>
        <a:lstStyle/>
        <a:p>
          <a:endParaRPr lang="uk-UA"/>
        </a:p>
      </dgm:t>
    </dgm:pt>
    <dgm:pt modelId="{76E19F33-C1F0-4FF2-9B02-EDB1BD141F29}">
      <dgm:prSet/>
      <dgm:spPr/>
      <dgm:t>
        <a:bodyPr/>
        <a:lstStyle/>
        <a:p>
          <a:r>
            <a:rPr lang="uk-UA" b="0" i="0" dirty="0"/>
            <a:t>розширення політичних </a:t>
          </a:r>
          <a:r>
            <a:rPr lang="uk-UA" b="0" i="0" dirty="0" err="1"/>
            <a:t>зв’язків</a:t>
          </a:r>
          <a:r>
            <a:rPr lang="uk-UA" b="0" i="0" dirty="0"/>
            <a:t> Русі з країнами Західної Європи</a:t>
          </a:r>
          <a:endParaRPr lang="uk-UA" dirty="0"/>
        </a:p>
      </dgm:t>
    </dgm:pt>
    <dgm:pt modelId="{FB813233-9E0A-4289-99FF-FCC837A5EC71}" type="parTrans" cxnId="{17E318DC-9501-4E82-9D54-78CF55F3A351}">
      <dgm:prSet/>
      <dgm:spPr/>
      <dgm:t>
        <a:bodyPr/>
        <a:lstStyle/>
        <a:p>
          <a:endParaRPr lang="uk-UA"/>
        </a:p>
      </dgm:t>
    </dgm:pt>
    <dgm:pt modelId="{5BD3433B-940C-4899-98B8-90ED1C6489AF}" type="sibTrans" cxnId="{17E318DC-9501-4E82-9D54-78CF55F3A351}">
      <dgm:prSet/>
      <dgm:spPr/>
      <dgm:t>
        <a:bodyPr/>
        <a:lstStyle/>
        <a:p>
          <a:endParaRPr lang="uk-UA"/>
        </a:p>
      </dgm:t>
    </dgm:pt>
    <dgm:pt modelId="{7510C484-EC78-40AC-A845-1EE0CBAF4910}">
      <dgm:prSet/>
      <dgm:spPr/>
      <dgm:t>
        <a:bodyPr/>
        <a:lstStyle/>
        <a:p>
          <a:r>
            <a:rPr lang="uk-UA" b="0" i="0" dirty="0"/>
            <a:t>відкриття шляху на Русь кочовим ордам Сходу, насамперед печенігам</a:t>
          </a:r>
          <a:endParaRPr lang="uk-UA" dirty="0"/>
        </a:p>
      </dgm:t>
    </dgm:pt>
    <dgm:pt modelId="{94A5B793-7B13-496C-BAB5-906C65F8208B}" type="parTrans" cxnId="{959B9D0E-F6D4-4009-9398-558F4CA82116}">
      <dgm:prSet/>
      <dgm:spPr/>
      <dgm:t>
        <a:bodyPr/>
        <a:lstStyle/>
        <a:p>
          <a:endParaRPr lang="uk-UA"/>
        </a:p>
      </dgm:t>
    </dgm:pt>
    <dgm:pt modelId="{130A654D-8F82-4A07-87D5-BCEB0E4BECD2}" type="sibTrans" cxnId="{959B9D0E-F6D4-4009-9398-558F4CA82116}">
      <dgm:prSet/>
      <dgm:spPr/>
      <dgm:t>
        <a:bodyPr/>
        <a:lstStyle/>
        <a:p>
          <a:endParaRPr lang="uk-UA"/>
        </a:p>
      </dgm:t>
    </dgm:pt>
    <dgm:pt modelId="{88E95616-1442-4718-803A-EB647205A7D1}">
      <dgm:prSet/>
      <dgm:spPr/>
      <dgm:t>
        <a:bodyPr/>
        <a:lstStyle/>
        <a:p>
          <a:r>
            <a:rPr lang="uk-UA" b="0" i="0" dirty="0"/>
            <a:t>налагодження рівноправних стосунків Русі з Візантійською імперією</a:t>
          </a:r>
          <a:endParaRPr lang="uk-UA" dirty="0"/>
        </a:p>
      </dgm:t>
    </dgm:pt>
    <dgm:pt modelId="{70C5F229-3713-4FB3-BC13-D3415B13C88A}" type="parTrans" cxnId="{A438BAFF-34C6-48B3-B739-7E199E8BA52D}">
      <dgm:prSet/>
      <dgm:spPr/>
      <dgm:t>
        <a:bodyPr/>
        <a:lstStyle/>
        <a:p>
          <a:endParaRPr lang="uk-UA"/>
        </a:p>
      </dgm:t>
    </dgm:pt>
    <dgm:pt modelId="{9B2EEAD9-9BC6-4F76-A75F-FAA7FE3DFBA7}" type="sibTrans" cxnId="{A438BAFF-34C6-48B3-B739-7E199E8BA52D}">
      <dgm:prSet/>
      <dgm:spPr/>
      <dgm:t>
        <a:bodyPr/>
        <a:lstStyle/>
        <a:p>
          <a:endParaRPr lang="uk-UA"/>
        </a:p>
      </dgm:t>
    </dgm:pt>
    <dgm:pt modelId="{CCB9204D-2C0C-4AE8-A49F-EC4C1531ABBB}" type="pres">
      <dgm:prSet presAssocID="{5930A9F9-D47A-48B7-8597-1BEEB70B4E7C}" presName="linear" presStyleCnt="0">
        <dgm:presLayoutVars>
          <dgm:animLvl val="lvl"/>
          <dgm:resizeHandles val="exact"/>
        </dgm:presLayoutVars>
      </dgm:prSet>
      <dgm:spPr/>
    </dgm:pt>
    <dgm:pt modelId="{C1BD813F-257A-4A54-B86D-8E2E75D3DCCE}" type="pres">
      <dgm:prSet presAssocID="{66CBE79E-5D53-4265-AD7B-019EF3B8FBB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412C93C-8DBE-4538-B166-959D508B1D97}" type="pres">
      <dgm:prSet presAssocID="{B71381BF-B635-442F-9236-6D6F87ACB0DE}" presName="spacer" presStyleCnt="0"/>
      <dgm:spPr/>
    </dgm:pt>
    <dgm:pt modelId="{3E157B22-D073-47B0-BDC0-FDA5CEA89811}" type="pres">
      <dgm:prSet presAssocID="{76E19F33-C1F0-4FF2-9B02-EDB1BD141F2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D472B1F-587E-4D50-8B07-CC5BBDA46691}" type="pres">
      <dgm:prSet presAssocID="{5BD3433B-940C-4899-98B8-90ED1C6489AF}" presName="spacer" presStyleCnt="0"/>
      <dgm:spPr/>
    </dgm:pt>
    <dgm:pt modelId="{FA44B3C9-4632-44B4-B608-96171F89F26D}" type="pres">
      <dgm:prSet presAssocID="{7510C484-EC78-40AC-A845-1EE0CBAF491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B6D761E-A373-4439-940A-DC19934AD42F}" type="pres">
      <dgm:prSet presAssocID="{130A654D-8F82-4A07-87D5-BCEB0E4BECD2}" presName="spacer" presStyleCnt="0"/>
      <dgm:spPr/>
    </dgm:pt>
    <dgm:pt modelId="{C5612D8D-91FC-4A92-B8A2-D9D2782A65A9}" type="pres">
      <dgm:prSet presAssocID="{88E95616-1442-4718-803A-EB647205A7D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9FA7E0A-A03F-4C1D-B03D-519CA340B3FC}" type="presOf" srcId="{76E19F33-C1F0-4FF2-9B02-EDB1BD141F29}" destId="{3E157B22-D073-47B0-BDC0-FDA5CEA89811}" srcOrd="0" destOrd="0" presId="urn:microsoft.com/office/officeart/2005/8/layout/vList2"/>
    <dgm:cxn modelId="{959B9D0E-F6D4-4009-9398-558F4CA82116}" srcId="{5930A9F9-D47A-48B7-8597-1BEEB70B4E7C}" destId="{7510C484-EC78-40AC-A845-1EE0CBAF4910}" srcOrd="2" destOrd="0" parTransId="{94A5B793-7B13-496C-BAB5-906C65F8208B}" sibTransId="{130A654D-8F82-4A07-87D5-BCEB0E4BECD2}"/>
    <dgm:cxn modelId="{E3D1653F-F488-41FE-99D1-699FDF3AC8FE}" srcId="{5930A9F9-D47A-48B7-8597-1BEEB70B4E7C}" destId="{66CBE79E-5D53-4265-AD7B-019EF3B8FBBA}" srcOrd="0" destOrd="0" parTransId="{34D0421E-EDDD-40CC-8298-89089BAD69E6}" sibTransId="{B71381BF-B635-442F-9236-6D6F87ACB0DE}"/>
    <dgm:cxn modelId="{F7EF4841-12D5-4B71-8BA2-774DB5C3C8BF}" type="presOf" srcId="{7510C484-EC78-40AC-A845-1EE0CBAF4910}" destId="{FA44B3C9-4632-44B4-B608-96171F89F26D}" srcOrd="0" destOrd="0" presId="urn:microsoft.com/office/officeart/2005/8/layout/vList2"/>
    <dgm:cxn modelId="{1856F473-C021-4A71-A20F-8CE226941270}" type="presOf" srcId="{5930A9F9-D47A-48B7-8597-1BEEB70B4E7C}" destId="{CCB9204D-2C0C-4AE8-A49F-EC4C1531ABBB}" srcOrd="0" destOrd="0" presId="urn:microsoft.com/office/officeart/2005/8/layout/vList2"/>
    <dgm:cxn modelId="{0F788CAF-F4C5-43AE-98E9-649FD5291D89}" type="presOf" srcId="{88E95616-1442-4718-803A-EB647205A7D1}" destId="{C5612D8D-91FC-4A92-B8A2-D9D2782A65A9}" srcOrd="0" destOrd="0" presId="urn:microsoft.com/office/officeart/2005/8/layout/vList2"/>
    <dgm:cxn modelId="{C511EAB6-F745-489D-A19F-215C2952DBD3}" type="presOf" srcId="{66CBE79E-5D53-4265-AD7B-019EF3B8FBBA}" destId="{C1BD813F-257A-4A54-B86D-8E2E75D3DCCE}" srcOrd="0" destOrd="0" presId="urn:microsoft.com/office/officeart/2005/8/layout/vList2"/>
    <dgm:cxn modelId="{17E318DC-9501-4E82-9D54-78CF55F3A351}" srcId="{5930A9F9-D47A-48B7-8597-1BEEB70B4E7C}" destId="{76E19F33-C1F0-4FF2-9B02-EDB1BD141F29}" srcOrd="1" destOrd="0" parTransId="{FB813233-9E0A-4289-99FF-FCC837A5EC71}" sibTransId="{5BD3433B-940C-4899-98B8-90ED1C6489AF}"/>
    <dgm:cxn modelId="{A438BAFF-34C6-48B3-B739-7E199E8BA52D}" srcId="{5930A9F9-D47A-48B7-8597-1BEEB70B4E7C}" destId="{88E95616-1442-4718-803A-EB647205A7D1}" srcOrd="3" destOrd="0" parTransId="{70C5F229-3713-4FB3-BC13-D3415B13C88A}" sibTransId="{9B2EEAD9-9BC6-4F76-A75F-FAA7FE3DFBA7}"/>
    <dgm:cxn modelId="{22EDEB9B-F355-4167-BF15-94968F0C1946}" type="presParOf" srcId="{CCB9204D-2C0C-4AE8-A49F-EC4C1531ABBB}" destId="{C1BD813F-257A-4A54-B86D-8E2E75D3DCCE}" srcOrd="0" destOrd="0" presId="urn:microsoft.com/office/officeart/2005/8/layout/vList2"/>
    <dgm:cxn modelId="{B5EFA923-E20D-47C6-BDAF-8041E9148ED1}" type="presParOf" srcId="{CCB9204D-2C0C-4AE8-A49F-EC4C1531ABBB}" destId="{5412C93C-8DBE-4538-B166-959D508B1D97}" srcOrd="1" destOrd="0" presId="urn:microsoft.com/office/officeart/2005/8/layout/vList2"/>
    <dgm:cxn modelId="{662CCD5D-3FBD-43DE-8AF1-60ADF94A914B}" type="presParOf" srcId="{CCB9204D-2C0C-4AE8-A49F-EC4C1531ABBB}" destId="{3E157B22-D073-47B0-BDC0-FDA5CEA89811}" srcOrd="2" destOrd="0" presId="urn:microsoft.com/office/officeart/2005/8/layout/vList2"/>
    <dgm:cxn modelId="{645A81A7-3952-4419-A4F4-1DC5EE7F58BE}" type="presParOf" srcId="{CCB9204D-2C0C-4AE8-A49F-EC4C1531ABBB}" destId="{ED472B1F-587E-4D50-8B07-CC5BBDA46691}" srcOrd="3" destOrd="0" presId="urn:microsoft.com/office/officeart/2005/8/layout/vList2"/>
    <dgm:cxn modelId="{79A9EEE4-B2A5-4FBC-AC22-C670C02240F7}" type="presParOf" srcId="{CCB9204D-2C0C-4AE8-A49F-EC4C1531ABBB}" destId="{FA44B3C9-4632-44B4-B608-96171F89F26D}" srcOrd="4" destOrd="0" presId="urn:microsoft.com/office/officeart/2005/8/layout/vList2"/>
    <dgm:cxn modelId="{ED3DBF9D-2486-4EE2-BCBB-63B974BB9BC3}" type="presParOf" srcId="{CCB9204D-2C0C-4AE8-A49F-EC4C1531ABBB}" destId="{DB6D761E-A373-4439-940A-DC19934AD42F}" srcOrd="5" destOrd="0" presId="urn:microsoft.com/office/officeart/2005/8/layout/vList2"/>
    <dgm:cxn modelId="{59D6DE8B-27CF-4051-B4C0-19CA98EDFC6C}" type="presParOf" srcId="{CCB9204D-2C0C-4AE8-A49F-EC4C1531ABBB}" destId="{C5612D8D-91FC-4A92-B8A2-D9D2782A65A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8.xml><?xml version="1.0" encoding="utf-8"?>
<dgm:dataModel xmlns:dgm="http://schemas.openxmlformats.org/drawingml/2006/diagram" xmlns:a="http://schemas.openxmlformats.org/drawingml/2006/main">
  <dgm:ptLst>
    <dgm:pt modelId="{0014D86D-4AC7-49B6-9C58-CB0C5B667CC0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AFA6905-899C-4CDF-A25E-4D723609B614}">
      <dgm:prSet/>
      <dgm:spPr/>
      <dgm:t>
        <a:bodyPr/>
        <a:lstStyle/>
        <a:p>
          <a:r>
            <a:rPr lang="uk-UA" b="0" i="0" dirty="0"/>
            <a:t>Олега.</a:t>
          </a:r>
          <a:endParaRPr lang="uk-UA" dirty="0"/>
        </a:p>
      </dgm:t>
    </dgm:pt>
    <dgm:pt modelId="{807E4008-8899-4A58-AAE2-2084CAAC9162}" type="parTrans" cxnId="{4497955E-460A-43D1-A1D6-7F2D019C29F8}">
      <dgm:prSet/>
      <dgm:spPr/>
      <dgm:t>
        <a:bodyPr/>
        <a:lstStyle/>
        <a:p>
          <a:endParaRPr lang="uk-UA"/>
        </a:p>
      </dgm:t>
    </dgm:pt>
    <dgm:pt modelId="{25F9038C-541A-4503-93A1-47E8B8361296}" type="sibTrans" cxnId="{4497955E-460A-43D1-A1D6-7F2D019C29F8}">
      <dgm:prSet/>
      <dgm:spPr/>
      <dgm:t>
        <a:bodyPr/>
        <a:lstStyle/>
        <a:p>
          <a:endParaRPr lang="uk-UA"/>
        </a:p>
      </dgm:t>
    </dgm:pt>
    <dgm:pt modelId="{BDFC1728-D283-4E95-97C5-F191A2A1B494}">
      <dgm:prSet/>
      <dgm:spPr/>
      <dgm:t>
        <a:bodyPr/>
        <a:lstStyle/>
        <a:p>
          <a:r>
            <a:rPr lang="uk-UA" b="0" i="0"/>
            <a:t>Ігоря.</a:t>
          </a:r>
          <a:endParaRPr lang="uk-UA"/>
        </a:p>
      </dgm:t>
    </dgm:pt>
    <dgm:pt modelId="{2FD5F54D-3A1C-4F24-9D55-547978112162}" type="parTrans" cxnId="{FA8BDA98-87FB-419D-8F63-605F8F40969B}">
      <dgm:prSet/>
      <dgm:spPr/>
      <dgm:t>
        <a:bodyPr/>
        <a:lstStyle/>
        <a:p>
          <a:endParaRPr lang="uk-UA"/>
        </a:p>
      </dgm:t>
    </dgm:pt>
    <dgm:pt modelId="{DD5F4473-7BB5-4DE9-A792-DFA230819446}" type="sibTrans" cxnId="{FA8BDA98-87FB-419D-8F63-605F8F40969B}">
      <dgm:prSet/>
      <dgm:spPr/>
      <dgm:t>
        <a:bodyPr/>
        <a:lstStyle/>
        <a:p>
          <a:endParaRPr lang="uk-UA"/>
        </a:p>
      </dgm:t>
    </dgm:pt>
    <dgm:pt modelId="{4D84E160-F3B1-4135-937C-B55E3CE341BA}">
      <dgm:prSet/>
      <dgm:spPr/>
      <dgm:t>
        <a:bodyPr/>
        <a:lstStyle/>
        <a:p>
          <a:r>
            <a:rPr lang="uk-UA" b="0" i="0" dirty="0"/>
            <a:t>Святослава.</a:t>
          </a:r>
          <a:endParaRPr lang="uk-UA" dirty="0"/>
        </a:p>
      </dgm:t>
    </dgm:pt>
    <dgm:pt modelId="{85710784-9B71-4BC6-8225-A593E9AAD86F}" type="parTrans" cxnId="{03F1898C-CF69-4D1F-B6B2-FD2073F20029}">
      <dgm:prSet/>
      <dgm:spPr/>
      <dgm:t>
        <a:bodyPr/>
        <a:lstStyle/>
        <a:p>
          <a:endParaRPr lang="uk-UA"/>
        </a:p>
      </dgm:t>
    </dgm:pt>
    <dgm:pt modelId="{2225F632-610F-43FE-A78F-9C28D3E37AEF}" type="sibTrans" cxnId="{03F1898C-CF69-4D1F-B6B2-FD2073F20029}">
      <dgm:prSet/>
      <dgm:spPr/>
      <dgm:t>
        <a:bodyPr/>
        <a:lstStyle/>
        <a:p>
          <a:endParaRPr lang="uk-UA"/>
        </a:p>
      </dgm:t>
    </dgm:pt>
    <dgm:pt modelId="{28B91D9F-3EA9-433D-860F-E2D2EADF1F11}">
      <dgm:prSet/>
      <dgm:spPr/>
      <dgm:t>
        <a:bodyPr/>
        <a:lstStyle/>
        <a:p>
          <a:r>
            <a:rPr lang="uk-UA" b="0" i="0" dirty="0"/>
            <a:t>Володимира</a:t>
          </a:r>
          <a:endParaRPr lang="uk-UA" dirty="0"/>
        </a:p>
      </dgm:t>
    </dgm:pt>
    <dgm:pt modelId="{CF6ACF03-224E-4F5D-80F7-0565633104DD}" type="parTrans" cxnId="{08DE2B61-FDC7-4268-9245-205E2ED25010}">
      <dgm:prSet/>
      <dgm:spPr/>
      <dgm:t>
        <a:bodyPr/>
        <a:lstStyle/>
        <a:p>
          <a:endParaRPr lang="uk-UA"/>
        </a:p>
      </dgm:t>
    </dgm:pt>
    <dgm:pt modelId="{955FC36F-3B6B-455A-8D0A-6D6C7D24FAE0}" type="sibTrans" cxnId="{08DE2B61-FDC7-4268-9245-205E2ED25010}">
      <dgm:prSet/>
      <dgm:spPr/>
      <dgm:t>
        <a:bodyPr/>
        <a:lstStyle/>
        <a:p>
          <a:endParaRPr lang="uk-UA"/>
        </a:p>
      </dgm:t>
    </dgm:pt>
    <dgm:pt modelId="{4729C3D6-3281-43F3-9F4D-CF1E8D07E187}" type="pres">
      <dgm:prSet presAssocID="{0014D86D-4AC7-49B6-9C58-CB0C5B667CC0}" presName="matrix" presStyleCnt="0">
        <dgm:presLayoutVars>
          <dgm:chMax val="1"/>
          <dgm:dir/>
          <dgm:resizeHandles val="exact"/>
        </dgm:presLayoutVars>
      </dgm:prSet>
      <dgm:spPr/>
    </dgm:pt>
    <dgm:pt modelId="{DA6901A5-0BD2-4565-942E-B294E91B35D3}" type="pres">
      <dgm:prSet presAssocID="{0014D86D-4AC7-49B6-9C58-CB0C5B667CC0}" presName="diamond" presStyleLbl="bgShp" presStyleIdx="0" presStyleCnt="1"/>
      <dgm:spPr/>
    </dgm:pt>
    <dgm:pt modelId="{E97466E3-CA29-4E62-9CDB-D28B4936D0E2}" type="pres">
      <dgm:prSet presAssocID="{0014D86D-4AC7-49B6-9C58-CB0C5B667CC0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A0882AB-268C-4906-80D0-28E49AC7D20E}" type="pres">
      <dgm:prSet presAssocID="{0014D86D-4AC7-49B6-9C58-CB0C5B667CC0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EB62DBE-B019-48A6-A9C0-6585D66458DB}" type="pres">
      <dgm:prSet presAssocID="{0014D86D-4AC7-49B6-9C58-CB0C5B667CC0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EA8B605-BDA4-4435-87D3-924D978F1193}" type="pres">
      <dgm:prSet presAssocID="{0014D86D-4AC7-49B6-9C58-CB0C5B667CC0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DE4F204-8328-4E35-B1D4-1967A2AD2DE3}" type="presOf" srcId="{28B91D9F-3EA9-433D-860F-E2D2EADF1F11}" destId="{DEA8B605-BDA4-4435-87D3-924D978F1193}" srcOrd="0" destOrd="0" presId="urn:microsoft.com/office/officeart/2005/8/layout/matrix3"/>
    <dgm:cxn modelId="{B0B9CC09-B7C0-46A0-85F9-68A01FCB8395}" type="presOf" srcId="{8AFA6905-899C-4CDF-A25E-4D723609B614}" destId="{E97466E3-CA29-4E62-9CDB-D28B4936D0E2}" srcOrd="0" destOrd="0" presId="urn:microsoft.com/office/officeart/2005/8/layout/matrix3"/>
    <dgm:cxn modelId="{4497955E-460A-43D1-A1D6-7F2D019C29F8}" srcId="{0014D86D-4AC7-49B6-9C58-CB0C5B667CC0}" destId="{8AFA6905-899C-4CDF-A25E-4D723609B614}" srcOrd="0" destOrd="0" parTransId="{807E4008-8899-4A58-AAE2-2084CAAC9162}" sibTransId="{25F9038C-541A-4503-93A1-47E8B8361296}"/>
    <dgm:cxn modelId="{6F2E195F-8544-4467-86E8-CCC225026856}" type="presOf" srcId="{0014D86D-4AC7-49B6-9C58-CB0C5B667CC0}" destId="{4729C3D6-3281-43F3-9F4D-CF1E8D07E187}" srcOrd="0" destOrd="0" presId="urn:microsoft.com/office/officeart/2005/8/layout/matrix3"/>
    <dgm:cxn modelId="{08DE2B61-FDC7-4268-9245-205E2ED25010}" srcId="{0014D86D-4AC7-49B6-9C58-CB0C5B667CC0}" destId="{28B91D9F-3EA9-433D-860F-E2D2EADF1F11}" srcOrd="3" destOrd="0" parTransId="{CF6ACF03-224E-4F5D-80F7-0565633104DD}" sibTransId="{955FC36F-3B6B-455A-8D0A-6D6C7D24FAE0}"/>
    <dgm:cxn modelId="{4B91947C-69FA-4F9B-A04F-967B995A0FA0}" type="presOf" srcId="{4D84E160-F3B1-4135-937C-B55E3CE341BA}" destId="{BEB62DBE-B019-48A6-A9C0-6585D66458DB}" srcOrd="0" destOrd="0" presId="urn:microsoft.com/office/officeart/2005/8/layout/matrix3"/>
    <dgm:cxn modelId="{F6B2B286-63A2-4113-9474-1677E89C9221}" type="presOf" srcId="{BDFC1728-D283-4E95-97C5-F191A2A1B494}" destId="{1A0882AB-268C-4906-80D0-28E49AC7D20E}" srcOrd="0" destOrd="0" presId="urn:microsoft.com/office/officeart/2005/8/layout/matrix3"/>
    <dgm:cxn modelId="{03F1898C-CF69-4D1F-B6B2-FD2073F20029}" srcId="{0014D86D-4AC7-49B6-9C58-CB0C5B667CC0}" destId="{4D84E160-F3B1-4135-937C-B55E3CE341BA}" srcOrd="2" destOrd="0" parTransId="{85710784-9B71-4BC6-8225-A593E9AAD86F}" sibTransId="{2225F632-610F-43FE-A78F-9C28D3E37AEF}"/>
    <dgm:cxn modelId="{FA8BDA98-87FB-419D-8F63-605F8F40969B}" srcId="{0014D86D-4AC7-49B6-9C58-CB0C5B667CC0}" destId="{BDFC1728-D283-4E95-97C5-F191A2A1B494}" srcOrd="1" destOrd="0" parTransId="{2FD5F54D-3A1C-4F24-9D55-547978112162}" sibTransId="{DD5F4473-7BB5-4DE9-A792-DFA230819446}"/>
    <dgm:cxn modelId="{944988BD-B342-4BD9-926E-B23AEEC9A636}" type="presParOf" srcId="{4729C3D6-3281-43F3-9F4D-CF1E8D07E187}" destId="{DA6901A5-0BD2-4565-942E-B294E91B35D3}" srcOrd="0" destOrd="0" presId="urn:microsoft.com/office/officeart/2005/8/layout/matrix3"/>
    <dgm:cxn modelId="{C907A984-5D44-420D-B440-B114BD12402E}" type="presParOf" srcId="{4729C3D6-3281-43F3-9F4D-CF1E8D07E187}" destId="{E97466E3-CA29-4E62-9CDB-D28B4936D0E2}" srcOrd="1" destOrd="0" presId="urn:microsoft.com/office/officeart/2005/8/layout/matrix3"/>
    <dgm:cxn modelId="{4641B67C-5B04-4D5E-85C8-CB98D1F5D6BB}" type="presParOf" srcId="{4729C3D6-3281-43F3-9F4D-CF1E8D07E187}" destId="{1A0882AB-268C-4906-80D0-28E49AC7D20E}" srcOrd="2" destOrd="0" presId="urn:microsoft.com/office/officeart/2005/8/layout/matrix3"/>
    <dgm:cxn modelId="{16A8588B-AC35-4E87-8714-B49E16D8E022}" type="presParOf" srcId="{4729C3D6-3281-43F3-9F4D-CF1E8D07E187}" destId="{BEB62DBE-B019-48A6-A9C0-6585D66458DB}" srcOrd="3" destOrd="0" presId="urn:microsoft.com/office/officeart/2005/8/layout/matrix3"/>
    <dgm:cxn modelId="{F1A4D75B-1D9B-4CBF-B103-2F09B7A40A4A}" type="presParOf" srcId="{4729C3D6-3281-43F3-9F4D-CF1E8D07E187}" destId="{DEA8B605-BDA4-4435-87D3-924D978F1193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9.xml><?xml version="1.0" encoding="utf-8"?>
<dgm:dataModel xmlns:dgm="http://schemas.openxmlformats.org/drawingml/2006/diagram" xmlns:a="http://schemas.openxmlformats.org/drawingml/2006/main">
  <dgm:ptLst>
    <dgm:pt modelId="{5DA80BE6-DFBE-4D12-9037-578CA74AD2FF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AC65B55-DA00-4987-8CD6-5F9966BA139C}">
      <dgm:prSet/>
      <dgm:spPr/>
      <dgm:t>
        <a:bodyPr/>
        <a:lstStyle/>
        <a:p>
          <a:r>
            <a:rPr lang="uk-UA" b="0" i="0" dirty="0"/>
            <a:t>полян і древлян</a:t>
          </a:r>
          <a:endParaRPr lang="uk-UA" dirty="0"/>
        </a:p>
      </dgm:t>
    </dgm:pt>
    <dgm:pt modelId="{EA90BBA0-4229-4DAD-9941-EE0BA3A3F1FC}" type="parTrans" cxnId="{ABE7C627-AD77-4AD0-A907-E351BC8F8582}">
      <dgm:prSet/>
      <dgm:spPr/>
      <dgm:t>
        <a:bodyPr/>
        <a:lstStyle/>
        <a:p>
          <a:endParaRPr lang="uk-UA"/>
        </a:p>
      </dgm:t>
    </dgm:pt>
    <dgm:pt modelId="{C3333C17-B6E8-4EF5-964D-984B9F7AF331}" type="sibTrans" cxnId="{ABE7C627-AD77-4AD0-A907-E351BC8F8582}">
      <dgm:prSet/>
      <dgm:spPr/>
      <dgm:t>
        <a:bodyPr/>
        <a:lstStyle/>
        <a:p>
          <a:endParaRPr lang="uk-UA"/>
        </a:p>
      </dgm:t>
    </dgm:pt>
    <dgm:pt modelId="{5F9CE483-53F8-4687-BA6A-D609DF837305}">
      <dgm:prSet/>
      <dgm:spPr/>
      <dgm:t>
        <a:bodyPr/>
        <a:lstStyle/>
        <a:p>
          <a:r>
            <a:rPr lang="uk-UA" b="0" i="0" dirty="0"/>
            <a:t>волинян і білих хорватів</a:t>
          </a:r>
          <a:endParaRPr lang="uk-UA" dirty="0"/>
        </a:p>
      </dgm:t>
    </dgm:pt>
    <dgm:pt modelId="{56CC14AE-6E50-4389-BBA5-2018EF61EFCF}" type="parTrans" cxnId="{5C9B1389-64BC-4310-9283-C5E308FF91EB}">
      <dgm:prSet/>
      <dgm:spPr/>
      <dgm:t>
        <a:bodyPr/>
        <a:lstStyle/>
        <a:p>
          <a:endParaRPr lang="uk-UA"/>
        </a:p>
      </dgm:t>
    </dgm:pt>
    <dgm:pt modelId="{80DAEE1B-1AE4-42FA-8015-B260A4D18388}" type="sibTrans" cxnId="{5C9B1389-64BC-4310-9283-C5E308FF91EB}">
      <dgm:prSet/>
      <dgm:spPr/>
      <dgm:t>
        <a:bodyPr/>
        <a:lstStyle/>
        <a:p>
          <a:endParaRPr lang="uk-UA"/>
        </a:p>
      </dgm:t>
    </dgm:pt>
    <dgm:pt modelId="{BDF950BF-B98B-47A9-9E06-915F1FDADDE2}">
      <dgm:prSet/>
      <dgm:spPr/>
      <dgm:t>
        <a:bodyPr/>
        <a:lstStyle/>
        <a:p>
          <a:r>
            <a:rPr lang="uk-UA" b="0" i="0"/>
            <a:t>сіверян і в'ятичів</a:t>
          </a:r>
          <a:endParaRPr lang="uk-UA"/>
        </a:p>
      </dgm:t>
    </dgm:pt>
    <dgm:pt modelId="{AA898430-F095-4256-80A9-8B62F0BA6BAE}" type="parTrans" cxnId="{940BC236-7635-40F3-8475-3CA09D3A7057}">
      <dgm:prSet/>
      <dgm:spPr/>
      <dgm:t>
        <a:bodyPr/>
        <a:lstStyle/>
        <a:p>
          <a:endParaRPr lang="uk-UA"/>
        </a:p>
      </dgm:t>
    </dgm:pt>
    <dgm:pt modelId="{F50D1DE6-614F-43B1-BA38-94745087CBA4}" type="sibTrans" cxnId="{940BC236-7635-40F3-8475-3CA09D3A7057}">
      <dgm:prSet/>
      <dgm:spPr/>
      <dgm:t>
        <a:bodyPr/>
        <a:lstStyle/>
        <a:p>
          <a:endParaRPr lang="uk-UA"/>
        </a:p>
      </dgm:t>
    </dgm:pt>
    <dgm:pt modelId="{341FA8C6-F166-4A14-93EB-59D50965AB7D}">
      <dgm:prSet/>
      <dgm:spPr/>
      <dgm:t>
        <a:bodyPr/>
        <a:lstStyle/>
        <a:p>
          <a:r>
            <a:rPr lang="uk-UA" b="0" i="0" dirty="0"/>
            <a:t>уличів і тиверців</a:t>
          </a:r>
          <a:endParaRPr lang="uk-UA" dirty="0"/>
        </a:p>
      </dgm:t>
    </dgm:pt>
    <dgm:pt modelId="{2FFC5A3B-0446-4033-BB23-BA2C9E055526}" type="parTrans" cxnId="{C36FCDC3-2784-449C-BC5C-BEA08D7C8F62}">
      <dgm:prSet/>
      <dgm:spPr/>
      <dgm:t>
        <a:bodyPr/>
        <a:lstStyle/>
        <a:p>
          <a:endParaRPr lang="uk-UA"/>
        </a:p>
      </dgm:t>
    </dgm:pt>
    <dgm:pt modelId="{B8F63060-9406-458A-A367-138B3611B94C}" type="sibTrans" cxnId="{C36FCDC3-2784-449C-BC5C-BEA08D7C8F62}">
      <dgm:prSet/>
      <dgm:spPr/>
      <dgm:t>
        <a:bodyPr/>
        <a:lstStyle/>
        <a:p>
          <a:endParaRPr lang="uk-UA"/>
        </a:p>
      </dgm:t>
    </dgm:pt>
    <dgm:pt modelId="{71D70DF0-77B8-44DB-8938-A45F81D4A9A4}" type="pres">
      <dgm:prSet presAssocID="{5DA80BE6-DFBE-4D12-9037-578CA74AD2FF}" presName="Name0" presStyleCnt="0">
        <dgm:presLayoutVars>
          <dgm:chMax val="7"/>
          <dgm:chPref val="7"/>
          <dgm:dir/>
        </dgm:presLayoutVars>
      </dgm:prSet>
      <dgm:spPr/>
    </dgm:pt>
    <dgm:pt modelId="{4E81A0AF-33C2-43EF-8742-A3EE98B8A267}" type="pres">
      <dgm:prSet presAssocID="{5DA80BE6-DFBE-4D12-9037-578CA74AD2FF}" presName="Name1" presStyleCnt="0"/>
      <dgm:spPr/>
    </dgm:pt>
    <dgm:pt modelId="{27D9E549-614F-4EC2-A69D-F51EE32ED837}" type="pres">
      <dgm:prSet presAssocID="{5DA80BE6-DFBE-4D12-9037-578CA74AD2FF}" presName="cycle" presStyleCnt="0"/>
      <dgm:spPr/>
    </dgm:pt>
    <dgm:pt modelId="{EB4BF07F-8680-465D-BB7E-CC9EA6C13E08}" type="pres">
      <dgm:prSet presAssocID="{5DA80BE6-DFBE-4D12-9037-578CA74AD2FF}" presName="srcNode" presStyleLbl="node1" presStyleIdx="0" presStyleCnt="4"/>
      <dgm:spPr/>
    </dgm:pt>
    <dgm:pt modelId="{CBE73169-EE3F-444E-9F17-EAD573BCC56F}" type="pres">
      <dgm:prSet presAssocID="{5DA80BE6-DFBE-4D12-9037-578CA74AD2FF}" presName="conn" presStyleLbl="parChTrans1D2" presStyleIdx="0" presStyleCnt="1"/>
      <dgm:spPr/>
    </dgm:pt>
    <dgm:pt modelId="{C9B9FCF8-A7F6-467E-8935-C86C062E036E}" type="pres">
      <dgm:prSet presAssocID="{5DA80BE6-DFBE-4D12-9037-578CA74AD2FF}" presName="extraNode" presStyleLbl="node1" presStyleIdx="0" presStyleCnt="4"/>
      <dgm:spPr/>
    </dgm:pt>
    <dgm:pt modelId="{A77705F6-09D7-4568-8CC4-FEC8C9B478FD}" type="pres">
      <dgm:prSet presAssocID="{5DA80BE6-DFBE-4D12-9037-578CA74AD2FF}" presName="dstNode" presStyleLbl="node1" presStyleIdx="0" presStyleCnt="4"/>
      <dgm:spPr/>
    </dgm:pt>
    <dgm:pt modelId="{9D24F2EC-4D72-4F67-B96B-57BC801B6667}" type="pres">
      <dgm:prSet presAssocID="{1AC65B55-DA00-4987-8CD6-5F9966BA139C}" presName="text_1" presStyleLbl="node1" presStyleIdx="0" presStyleCnt="4">
        <dgm:presLayoutVars>
          <dgm:bulletEnabled val="1"/>
        </dgm:presLayoutVars>
      </dgm:prSet>
      <dgm:spPr/>
    </dgm:pt>
    <dgm:pt modelId="{73A3D588-5315-43B7-AF61-DB5855099627}" type="pres">
      <dgm:prSet presAssocID="{1AC65B55-DA00-4987-8CD6-5F9966BA139C}" presName="accent_1" presStyleCnt="0"/>
      <dgm:spPr/>
    </dgm:pt>
    <dgm:pt modelId="{0FCD6EAD-94A2-43B2-92EB-0AB9D9E5EAC9}" type="pres">
      <dgm:prSet presAssocID="{1AC65B55-DA00-4987-8CD6-5F9966BA139C}" presName="accentRepeatNode" presStyleLbl="solidFgAcc1" presStyleIdx="0" presStyleCnt="4"/>
      <dgm:spPr/>
    </dgm:pt>
    <dgm:pt modelId="{185D665B-907C-451A-8964-845083E94C2F}" type="pres">
      <dgm:prSet presAssocID="{5F9CE483-53F8-4687-BA6A-D609DF837305}" presName="text_2" presStyleLbl="node1" presStyleIdx="1" presStyleCnt="4">
        <dgm:presLayoutVars>
          <dgm:bulletEnabled val="1"/>
        </dgm:presLayoutVars>
      </dgm:prSet>
      <dgm:spPr/>
    </dgm:pt>
    <dgm:pt modelId="{7CA31972-E917-4A2C-B1A4-CC08E5C02CB5}" type="pres">
      <dgm:prSet presAssocID="{5F9CE483-53F8-4687-BA6A-D609DF837305}" presName="accent_2" presStyleCnt="0"/>
      <dgm:spPr/>
    </dgm:pt>
    <dgm:pt modelId="{03FE0F6E-BB57-43B4-90F9-102C24FCD9A0}" type="pres">
      <dgm:prSet presAssocID="{5F9CE483-53F8-4687-BA6A-D609DF837305}" presName="accentRepeatNode" presStyleLbl="solidFgAcc1" presStyleIdx="1" presStyleCnt="4"/>
      <dgm:spPr/>
    </dgm:pt>
    <dgm:pt modelId="{9C6D63C1-42BD-4B72-8EA2-FF10F96080DD}" type="pres">
      <dgm:prSet presAssocID="{BDF950BF-B98B-47A9-9E06-915F1FDADDE2}" presName="text_3" presStyleLbl="node1" presStyleIdx="2" presStyleCnt="4">
        <dgm:presLayoutVars>
          <dgm:bulletEnabled val="1"/>
        </dgm:presLayoutVars>
      </dgm:prSet>
      <dgm:spPr/>
    </dgm:pt>
    <dgm:pt modelId="{3E99D0E5-FDC8-4EE6-8770-EC628670EE09}" type="pres">
      <dgm:prSet presAssocID="{BDF950BF-B98B-47A9-9E06-915F1FDADDE2}" presName="accent_3" presStyleCnt="0"/>
      <dgm:spPr/>
    </dgm:pt>
    <dgm:pt modelId="{01C733E9-7006-4969-9F23-4D4760A7191C}" type="pres">
      <dgm:prSet presAssocID="{BDF950BF-B98B-47A9-9E06-915F1FDADDE2}" presName="accentRepeatNode" presStyleLbl="solidFgAcc1" presStyleIdx="2" presStyleCnt="4"/>
      <dgm:spPr/>
    </dgm:pt>
    <dgm:pt modelId="{F3E70B1C-D02D-4464-8566-DB1A06289089}" type="pres">
      <dgm:prSet presAssocID="{341FA8C6-F166-4A14-93EB-59D50965AB7D}" presName="text_4" presStyleLbl="node1" presStyleIdx="3" presStyleCnt="4">
        <dgm:presLayoutVars>
          <dgm:bulletEnabled val="1"/>
        </dgm:presLayoutVars>
      </dgm:prSet>
      <dgm:spPr/>
    </dgm:pt>
    <dgm:pt modelId="{BA78629D-F8F8-4D31-BF76-8E4B8FBBF76D}" type="pres">
      <dgm:prSet presAssocID="{341FA8C6-F166-4A14-93EB-59D50965AB7D}" presName="accent_4" presStyleCnt="0"/>
      <dgm:spPr/>
    </dgm:pt>
    <dgm:pt modelId="{A11CB499-4416-4771-B849-000CCFA0A135}" type="pres">
      <dgm:prSet presAssocID="{341FA8C6-F166-4A14-93EB-59D50965AB7D}" presName="accentRepeatNode" presStyleLbl="solidFgAcc1" presStyleIdx="3" presStyleCnt="4"/>
      <dgm:spPr/>
    </dgm:pt>
  </dgm:ptLst>
  <dgm:cxnLst>
    <dgm:cxn modelId="{24268616-A901-4097-BD44-E6041DC18320}" type="presOf" srcId="{5DA80BE6-DFBE-4D12-9037-578CA74AD2FF}" destId="{71D70DF0-77B8-44DB-8938-A45F81D4A9A4}" srcOrd="0" destOrd="0" presId="urn:microsoft.com/office/officeart/2008/layout/VerticalCurvedList"/>
    <dgm:cxn modelId="{ABE7C627-AD77-4AD0-A907-E351BC8F8582}" srcId="{5DA80BE6-DFBE-4D12-9037-578CA74AD2FF}" destId="{1AC65B55-DA00-4987-8CD6-5F9966BA139C}" srcOrd="0" destOrd="0" parTransId="{EA90BBA0-4229-4DAD-9941-EE0BA3A3F1FC}" sibTransId="{C3333C17-B6E8-4EF5-964D-984B9F7AF331}"/>
    <dgm:cxn modelId="{940BC236-7635-40F3-8475-3CA09D3A7057}" srcId="{5DA80BE6-DFBE-4D12-9037-578CA74AD2FF}" destId="{BDF950BF-B98B-47A9-9E06-915F1FDADDE2}" srcOrd="2" destOrd="0" parTransId="{AA898430-F095-4256-80A9-8B62F0BA6BAE}" sibTransId="{F50D1DE6-614F-43B1-BA38-94745087CBA4}"/>
    <dgm:cxn modelId="{FCDD6866-6A54-4063-A2E8-F1D299747540}" type="presOf" srcId="{C3333C17-B6E8-4EF5-964D-984B9F7AF331}" destId="{CBE73169-EE3F-444E-9F17-EAD573BCC56F}" srcOrd="0" destOrd="0" presId="urn:microsoft.com/office/officeart/2008/layout/VerticalCurvedList"/>
    <dgm:cxn modelId="{A1604B48-2F8F-49D1-B06E-B4FA68D44FF1}" type="presOf" srcId="{BDF950BF-B98B-47A9-9E06-915F1FDADDE2}" destId="{9C6D63C1-42BD-4B72-8EA2-FF10F96080DD}" srcOrd="0" destOrd="0" presId="urn:microsoft.com/office/officeart/2008/layout/VerticalCurvedList"/>
    <dgm:cxn modelId="{4CAD484F-185B-4BF2-8C1D-BB0F647E8CE6}" type="presOf" srcId="{341FA8C6-F166-4A14-93EB-59D50965AB7D}" destId="{F3E70B1C-D02D-4464-8566-DB1A06289089}" srcOrd="0" destOrd="0" presId="urn:microsoft.com/office/officeart/2008/layout/VerticalCurvedList"/>
    <dgm:cxn modelId="{5C9B1389-64BC-4310-9283-C5E308FF91EB}" srcId="{5DA80BE6-DFBE-4D12-9037-578CA74AD2FF}" destId="{5F9CE483-53F8-4687-BA6A-D609DF837305}" srcOrd="1" destOrd="0" parTransId="{56CC14AE-6E50-4389-BBA5-2018EF61EFCF}" sibTransId="{80DAEE1B-1AE4-42FA-8015-B260A4D18388}"/>
    <dgm:cxn modelId="{CF8A9F93-A7A8-4C51-A68F-2F068D4F0A0D}" type="presOf" srcId="{1AC65B55-DA00-4987-8CD6-5F9966BA139C}" destId="{9D24F2EC-4D72-4F67-B96B-57BC801B6667}" srcOrd="0" destOrd="0" presId="urn:microsoft.com/office/officeart/2008/layout/VerticalCurvedList"/>
    <dgm:cxn modelId="{8AD1A89A-96AE-4655-BA8B-444CCB4228AE}" type="presOf" srcId="{5F9CE483-53F8-4687-BA6A-D609DF837305}" destId="{185D665B-907C-451A-8964-845083E94C2F}" srcOrd="0" destOrd="0" presId="urn:microsoft.com/office/officeart/2008/layout/VerticalCurvedList"/>
    <dgm:cxn modelId="{C36FCDC3-2784-449C-BC5C-BEA08D7C8F62}" srcId="{5DA80BE6-DFBE-4D12-9037-578CA74AD2FF}" destId="{341FA8C6-F166-4A14-93EB-59D50965AB7D}" srcOrd="3" destOrd="0" parTransId="{2FFC5A3B-0446-4033-BB23-BA2C9E055526}" sibTransId="{B8F63060-9406-458A-A367-138B3611B94C}"/>
    <dgm:cxn modelId="{FC51570B-9D8A-4995-B6A6-C1597A0204B3}" type="presParOf" srcId="{71D70DF0-77B8-44DB-8938-A45F81D4A9A4}" destId="{4E81A0AF-33C2-43EF-8742-A3EE98B8A267}" srcOrd="0" destOrd="0" presId="urn:microsoft.com/office/officeart/2008/layout/VerticalCurvedList"/>
    <dgm:cxn modelId="{7C18D4E1-8EB6-4579-9215-34A38CCEC7D6}" type="presParOf" srcId="{4E81A0AF-33C2-43EF-8742-A3EE98B8A267}" destId="{27D9E549-614F-4EC2-A69D-F51EE32ED837}" srcOrd="0" destOrd="0" presId="urn:microsoft.com/office/officeart/2008/layout/VerticalCurvedList"/>
    <dgm:cxn modelId="{F48A9EAE-D4F9-46A0-BE8C-C5BF2233BBA9}" type="presParOf" srcId="{27D9E549-614F-4EC2-A69D-F51EE32ED837}" destId="{EB4BF07F-8680-465D-BB7E-CC9EA6C13E08}" srcOrd="0" destOrd="0" presId="urn:microsoft.com/office/officeart/2008/layout/VerticalCurvedList"/>
    <dgm:cxn modelId="{2A83C912-C7C3-4F8A-8ACB-4262B3EACC16}" type="presParOf" srcId="{27D9E549-614F-4EC2-A69D-F51EE32ED837}" destId="{CBE73169-EE3F-444E-9F17-EAD573BCC56F}" srcOrd="1" destOrd="0" presId="urn:microsoft.com/office/officeart/2008/layout/VerticalCurvedList"/>
    <dgm:cxn modelId="{0E17A56C-2852-4D11-A11E-CA5D63D6833A}" type="presParOf" srcId="{27D9E549-614F-4EC2-A69D-F51EE32ED837}" destId="{C9B9FCF8-A7F6-467E-8935-C86C062E036E}" srcOrd="2" destOrd="0" presId="urn:microsoft.com/office/officeart/2008/layout/VerticalCurvedList"/>
    <dgm:cxn modelId="{FC032831-F624-4F81-BE5B-60F971F249BB}" type="presParOf" srcId="{27D9E549-614F-4EC2-A69D-F51EE32ED837}" destId="{A77705F6-09D7-4568-8CC4-FEC8C9B478FD}" srcOrd="3" destOrd="0" presId="urn:microsoft.com/office/officeart/2008/layout/VerticalCurvedList"/>
    <dgm:cxn modelId="{FD9523A2-7F5F-4E53-ADCB-2B52CB6FD513}" type="presParOf" srcId="{4E81A0AF-33C2-43EF-8742-A3EE98B8A267}" destId="{9D24F2EC-4D72-4F67-B96B-57BC801B6667}" srcOrd="1" destOrd="0" presId="urn:microsoft.com/office/officeart/2008/layout/VerticalCurvedList"/>
    <dgm:cxn modelId="{D23CCACD-3366-4730-9337-39985DB656FA}" type="presParOf" srcId="{4E81A0AF-33C2-43EF-8742-A3EE98B8A267}" destId="{73A3D588-5315-43B7-AF61-DB5855099627}" srcOrd="2" destOrd="0" presId="urn:microsoft.com/office/officeart/2008/layout/VerticalCurvedList"/>
    <dgm:cxn modelId="{30FC7658-CD16-4D0E-840C-906978027D36}" type="presParOf" srcId="{73A3D588-5315-43B7-AF61-DB5855099627}" destId="{0FCD6EAD-94A2-43B2-92EB-0AB9D9E5EAC9}" srcOrd="0" destOrd="0" presId="urn:microsoft.com/office/officeart/2008/layout/VerticalCurvedList"/>
    <dgm:cxn modelId="{225621AF-1A1B-4295-A7E2-5818AA0AC96C}" type="presParOf" srcId="{4E81A0AF-33C2-43EF-8742-A3EE98B8A267}" destId="{185D665B-907C-451A-8964-845083E94C2F}" srcOrd="3" destOrd="0" presId="urn:microsoft.com/office/officeart/2008/layout/VerticalCurvedList"/>
    <dgm:cxn modelId="{735F6840-6CD0-40CC-9061-DACFFDA941EA}" type="presParOf" srcId="{4E81A0AF-33C2-43EF-8742-A3EE98B8A267}" destId="{7CA31972-E917-4A2C-B1A4-CC08E5C02CB5}" srcOrd="4" destOrd="0" presId="urn:microsoft.com/office/officeart/2008/layout/VerticalCurvedList"/>
    <dgm:cxn modelId="{52F6ECF6-AB76-452C-AC79-3A8D4E728179}" type="presParOf" srcId="{7CA31972-E917-4A2C-B1A4-CC08E5C02CB5}" destId="{03FE0F6E-BB57-43B4-90F9-102C24FCD9A0}" srcOrd="0" destOrd="0" presId="urn:microsoft.com/office/officeart/2008/layout/VerticalCurvedList"/>
    <dgm:cxn modelId="{BBE37E80-1490-4973-B6C3-0F94892AC9C8}" type="presParOf" srcId="{4E81A0AF-33C2-43EF-8742-A3EE98B8A267}" destId="{9C6D63C1-42BD-4B72-8EA2-FF10F96080DD}" srcOrd="5" destOrd="0" presId="urn:microsoft.com/office/officeart/2008/layout/VerticalCurvedList"/>
    <dgm:cxn modelId="{AE89BA77-54E9-4BE2-BEE1-062A66273BF6}" type="presParOf" srcId="{4E81A0AF-33C2-43EF-8742-A3EE98B8A267}" destId="{3E99D0E5-FDC8-4EE6-8770-EC628670EE09}" srcOrd="6" destOrd="0" presId="urn:microsoft.com/office/officeart/2008/layout/VerticalCurvedList"/>
    <dgm:cxn modelId="{4EA97844-5995-493C-811F-FD3CDCEC23C9}" type="presParOf" srcId="{3E99D0E5-FDC8-4EE6-8770-EC628670EE09}" destId="{01C733E9-7006-4969-9F23-4D4760A7191C}" srcOrd="0" destOrd="0" presId="urn:microsoft.com/office/officeart/2008/layout/VerticalCurvedList"/>
    <dgm:cxn modelId="{F1BED420-3B4E-4094-AAE2-F0CF7DFB18E1}" type="presParOf" srcId="{4E81A0AF-33C2-43EF-8742-A3EE98B8A267}" destId="{F3E70B1C-D02D-4464-8566-DB1A06289089}" srcOrd="7" destOrd="0" presId="urn:microsoft.com/office/officeart/2008/layout/VerticalCurvedList"/>
    <dgm:cxn modelId="{638E6E74-D692-4D8A-AC68-E8BC88FDF2A4}" type="presParOf" srcId="{4E81A0AF-33C2-43EF-8742-A3EE98B8A267}" destId="{BA78629D-F8F8-4D31-BF76-8E4B8FBBF76D}" srcOrd="8" destOrd="0" presId="urn:microsoft.com/office/officeart/2008/layout/VerticalCurvedList"/>
    <dgm:cxn modelId="{3DCE7582-DFA1-4705-BB83-1B253CCE2EBB}" type="presParOf" srcId="{BA78629D-F8F8-4D31-BF76-8E4B8FBBF76D}" destId="{A11CB499-4416-4771-B849-000CCFA0A13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0.xml><?xml version="1.0" encoding="utf-8"?>
<dgm:dataModel xmlns:dgm="http://schemas.openxmlformats.org/drawingml/2006/diagram" xmlns:a="http://schemas.openxmlformats.org/drawingml/2006/main">
  <dgm:ptLst>
    <dgm:pt modelId="{5930A9F9-D47A-48B7-8597-1BEEB70B4E7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6CBE79E-5D53-4265-AD7B-019EF3B8FBBA}">
      <dgm:prSet/>
      <dgm:spPr/>
      <dgm:t>
        <a:bodyPr/>
        <a:lstStyle/>
        <a:p>
          <a:r>
            <a:rPr lang="uk-UA" b="0" i="0"/>
            <a:t>завершення процесу формування території Київської Русі</a:t>
          </a:r>
          <a:endParaRPr lang="uk-UA"/>
        </a:p>
      </dgm:t>
    </dgm:pt>
    <dgm:pt modelId="{34D0421E-EDDD-40CC-8298-89089BAD69E6}" type="parTrans" cxnId="{E3D1653F-F488-41FE-99D1-699FDF3AC8FE}">
      <dgm:prSet/>
      <dgm:spPr/>
      <dgm:t>
        <a:bodyPr/>
        <a:lstStyle/>
        <a:p>
          <a:endParaRPr lang="uk-UA"/>
        </a:p>
      </dgm:t>
    </dgm:pt>
    <dgm:pt modelId="{B71381BF-B635-442F-9236-6D6F87ACB0DE}" type="sibTrans" cxnId="{E3D1653F-F488-41FE-99D1-699FDF3AC8FE}">
      <dgm:prSet/>
      <dgm:spPr/>
      <dgm:t>
        <a:bodyPr/>
        <a:lstStyle/>
        <a:p>
          <a:endParaRPr lang="uk-UA"/>
        </a:p>
      </dgm:t>
    </dgm:pt>
    <dgm:pt modelId="{76E19F33-C1F0-4FF2-9B02-EDB1BD141F29}">
      <dgm:prSet/>
      <dgm:spPr/>
      <dgm:t>
        <a:bodyPr/>
        <a:lstStyle/>
        <a:p>
          <a:r>
            <a:rPr lang="uk-UA" b="0" i="0"/>
            <a:t>розширення політичних зв’язків Русі з країнами Західної Європи</a:t>
          </a:r>
          <a:endParaRPr lang="uk-UA"/>
        </a:p>
      </dgm:t>
    </dgm:pt>
    <dgm:pt modelId="{FB813233-9E0A-4289-99FF-FCC837A5EC71}" type="parTrans" cxnId="{17E318DC-9501-4E82-9D54-78CF55F3A351}">
      <dgm:prSet/>
      <dgm:spPr/>
      <dgm:t>
        <a:bodyPr/>
        <a:lstStyle/>
        <a:p>
          <a:endParaRPr lang="uk-UA"/>
        </a:p>
      </dgm:t>
    </dgm:pt>
    <dgm:pt modelId="{5BD3433B-940C-4899-98B8-90ED1C6489AF}" type="sibTrans" cxnId="{17E318DC-9501-4E82-9D54-78CF55F3A351}">
      <dgm:prSet/>
      <dgm:spPr/>
      <dgm:t>
        <a:bodyPr/>
        <a:lstStyle/>
        <a:p>
          <a:endParaRPr lang="uk-UA"/>
        </a:p>
      </dgm:t>
    </dgm:pt>
    <dgm:pt modelId="{7510C484-EC78-40AC-A845-1EE0CBAF4910}">
      <dgm:prSet/>
      <dgm:spPr/>
      <dgm:t>
        <a:bodyPr/>
        <a:lstStyle/>
        <a:p>
          <a:r>
            <a:rPr lang="uk-UA" b="0" i="0"/>
            <a:t>відкриття шляху на Русь кочовим ордам Сходу, насамперед печенігам</a:t>
          </a:r>
          <a:endParaRPr lang="uk-UA"/>
        </a:p>
      </dgm:t>
    </dgm:pt>
    <dgm:pt modelId="{94A5B793-7B13-496C-BAB5-906C65F8208B}" type="parTrans" cxnId="{959B9D0E-F6D4-4009-9398-558F4CA82116}">
      <dgm:prSet/>
      <dgm:spPr/>
      <dgm:t>
        <a:bodyPr/>
        <a:lstStyle/>
        <a:p>
          <a:endParaRPr lang="uk-UA"/>
        </a:p>
      </dgm:t>
    </dgm:pt>
    <dgm:pt modelId="{130A654D-8F82-4A07-87D5-BCEB0E4BECD2}" type="sibTrans" cxnId="{959B9D0E-F6D4-4009-9398-558F4CA82116}">
      <dgm:prSet/>
      <dgm:spPr/>
      <dgm:t>
        <a:bodyPr/>
        <a:lstStyle/>
        <a:p>
          <a:endParaRPr lang="uk-UA"/>
        </a:p>
      </dgm:t>
    </dgm:pt>
    <dgm:pt modelId="{88E95616-1442-4718-803A-EB647205A7D1}">
      <dgm:prSet/>
      <dgm:spPr/>
      <dgm:t>
        <a:bodyPr/>
        <a:lstStyle/>
        <a:p>
          <a:r>
            <a:rPr lang="uk-UA" b="0" i="0"/>
            <a:t>налагодження рівноправних стосунків Русі з Візантійською імперією</a:t>
          </a:r>
          <a:endParaRPr lang="uk-UA"/>
        </a:p>
      </dgm:t>
    </dgm:pt>
    <dgm:pt modelId="{70C5F229-3713-4FB3-BC13-D3415B13C88A}" type="parTrans" cxnId="{A438BAFF-34C6-48B3-B739-7E199E8BA52D}">
      <dgm:prSet/>
      <dgm:spPr/>
      <dgm:t>
        <a:bodyPr/>
        <a:lstStyle/>
        <a:p>
          <a:endParaRPr lang="uk-UA"/>
        </a:p>
      </dgm:t>
    </dgm:pt>
    <dgm:pt modelId="{9B2EEAD9-9BC6-4F76-A75F-FAA7FE3DFBA7}" type="sibTrans" cxnId="{A438BAFF-34C6-48B3-B739-7E199E8BA52D}">
      <dgm:prSet/>
      <dgm:spPr/>
      <dgm:t>
        <a:bodyPr/>
        <a:lstStyle/>
        <a:p>
          <a:endParaRPr lang="uk-UA"/>
        </a:p>
      </dgm:t>
    </dgm:pt>
    <dgm:pt modelId="{CCB9204D-2C0C-4AE8-A49F-EC4C1531ABBB}" type="pres">
      <dgm:prSet presAssocID="{5930A9F9-D47A-48B7-8597-1BEEB70B4E7C}" presName="linear" presStyleCnt="0">
        <dgm:presLayoutVars>
          <dgm:animLvl val="lvl"/>
          <dgm:resizeHandles val="exact"/>
        </dgm:presLayoutVars>
      </dgm:prSet>
      <dgm:spPr/>
    </dgm:pt>
    <dgm:pt modelId="{C1BD813F-257A-4A54-B86D-8E2E75D3DCCE}" type="pres">
      <dgm:prSet presAssocID="{66CBE79E-5D53-4265-AD7B-019EF3B8FBB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412C93C-8DBE-4538-B166-959D508B1D97}" type="pres">
      <dgm:prSet presAssocID="{B71381BF-B635-442F-9236-6D6F87ACB0DE}" presName="spacer" presStyleCnt="0"/>
      <dgm:spPr/>
    </dgm:pt>
    <dgm:pt modelId="{3E157B22-D073-47B0-BDC0-FDA5CEA89811}" type="pres">
      <dgm:prSet presAssocID="{76E19F33-C1F0-4FF2-9B02-EDB1BD141F2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D472B1F-587E-4D50-8B07-CC5BBDA46691}" type="pres">
      <dgm:prSet presAssocID="{5BD3433B-940C-4899-98B8-90ED1C6489AF}" presName="spacer" presStyleCnt="0"/>
      <dgm:spPr/>
    </dgm:pt>
    <dgm:pt modelId="{FA44B3C9-4632-44B4-B608-96171F89F26D}" type="pres">
      <dgm:prSet presAssocID="{7510C484-EC78-40AC-A845-1EE0CBAF491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B6D761E-A373-4439-940A-DC19934AD42F}" type="pres">
      <dgm:prSet presAssocID="{130A654D-8F82-4A07-87D5-BCEB0E4BECD2}" presName="spacer" presStyleCnt="0"/>
      <dgm:spPr/>
    </dgm:pt>
    <dgm:pt modelId="{C5612D8D-91FC-4A92-B8A2-D9D2782A65A9}" type="pres">
      <dgm:prSet presAssocID="{88E95616-1442-4718-803A-EB647205A7D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9FA7E0A-A03F-4C1D-B03D-519CA340B3FC}" type="presOf" srcId="{76E19F33-C1F0-4FF2-9B02-EDB1BD141F29}" destId="{3E157B22-D073-47B0-BDC0-FDA5CEA89811}" srcOrd="0" destOrd="0" presId="urn:microsoft.com/office/officeart/2005/8/layout/vList2"/>
    <dgm:cxn modelId="{959B9D0E-F6D4-4009-9398-558F4CA82116}" srcId="{5930A9F9-D47A-48B7-8597-1BEEB70B4E7C}" destId="{7510C484-EC78-40AC-A845-1EE0CBAF4910}" srcOrd="2" destOrd="0" parTransId="{94A5B793-7B13-496C-BAB5-906C65F8208B}" sibTransId="{130A654D-8F82-4A07-87D5-BCEB0E4BECD2}"/>
    <dgm:cxn modelId="{E3D1653F-F488-41FE-99D1-699FDF3AC8FE}" srcId="{5930A9F9-D47A-48B7-8597-1BEEB70B4E7C}" destId="{66CBE79E-5D53-4265-AD7B-019EF3B8FBBA}" srcOrd="0" destOrd="0" parTransId="{34D0421E-EDDD-40CC-8298-89089BAD69E6}" sibTransId="{B71381BF-B635-442F-9236-6D6F87ACB0DE}"/>
    <dgm:cxn modelId="{F7EF4841-12D5-4B71-8BA2-774DB5C3C8BF}" type="presOf" srcId="{7510C484-EC78-40AC-A845-1EE0CBAF4910}" destId="{FA44B3C9-4632-44B4-B608-96171F89F26D}" srcOrd="0" destOrd="0" presId="urn:microsoft.com/office/officeart/2005/8/layout/vList2"/>
    <dgm:cxn modelId="{1856F473-C021-4A71-A20F-8CE226941270}" type="presOf" srcId="{5930A9F9-D47A-48B7-8597-1BEEB70B4E7C}" destId="{CCB9204D-2C0C-4AE8-A49F-EC4C1531ABBB}" srcOrd="0" destOrd="0" presId="urn:microsoft.com/office/officeart/2005/8/layout/vList2"/>
    <dgm:cxn modelId="{0F788CAF-F4C5-43AE-98E9-649FD5291D89}" type="presOf" srcId="{88E95616-1442-4718-803A-EB647205A7D1}" destId="{C5612D8D-91FC-4A92-B8A2-D9D2782A65A9}" srcOrd="0" destOrd="0" presId="urn:microsoft.com/office/officeart/2005/8/layout/vList2"/>
    <dgm:cxn modelId="{C511EAB6-F745-489D-A19F-215C2952DBD3}" type="presOf" srcId="{66CBE79E-5D53-4265-AD7B-019EF3B8FBBA}" destId="{C1BD813F-257A-4A54-B86D-8E2E75D3DCCE}" srcOrd="0" destOrd="0" presId="urn:microsoft.com/office/officeart/2005/8/layout/vList2"/>
    <dgm:cxn modelId="{17E318DC-9501-4E82-9D54-78CF55F3A351}" srcId="{5930A9F9-D47A-48B7-8597-1BEEB70B4E7C}" destId="{76E19F33-C1F0-4FF2-9B02-EDB1BD141F29}" srcOrd="1" destOrd="0" parTransId="{FB813233-9E0A-4289-99FF-FCC837A5EC71}" sibTransId="{5BD3433B-940C-4899-98B8-90ED1C6489AF}"/>
    <dgm:cxn modelId="{A438BAFF-34C6-48B3-B739-7E199E8BA52D}" srcId="{5930A9F9-D47A-48B7-8597-1BEEB70B4E7C}" destId="{88E95616-1442-4718-803A-EB647205A7D1}" srcOrd="3" destOrd="0" parTransId="{70C5F229-3713-4FB3-BC13-D3415B13C88A}" sibTransId="{9B2EEAD9-9BC6-4F76-A75F-FAA7FE3DFBA7}"/>
    <dgm:cxn modelId="{22EDEB9B-F355-4167-BF15-94968F0C1946}" type="presParOf" srcId="{CCB9204D-2C0C-4AE8-A49F-EC4C1531ABBB}" destId="{C1BD813F-257A-4A54-B86D-8E2E75D3DCCE}" srcOrd="0" destOrd="0" presId="urn:microsoft.com/office/officeart/2005/8/layout/vList2"/>
    <dgm:cxn modelId="{B5EFA923-E20D-47C6-BDAF-8041E9148ED1}" type="presParOf" srcId="{CCB9204D-2C0C-4AE8-A49F-EC4C1531ABBB}" destId="{5412C93C-8DBE-4538-B166-959D508B1D97}" srcOrd="1" destOrd="0" presId="urn:microsoft.com/office/officeart/2005/8/layout/vList2"/>
    <dgm:cxn modelId="{662CCD5D-3FBD-43DE-8AF1-60ADF94A914B}" type="presParOf" srcId="{CCB9204D-2C0C-4AE8-A49F-EC4C1531ABBB}" destId="{3E157B22-D073-47B0-BDC0-FDA5CEA89811}" srcOrd="2" destOrd="0" presId="urn:microsoft.com/office/officeart/2005/8/layout/vList2"/>
    <dgm:cxn modelId="{645A81A7-3952-4419-A4F4-1DC5EE7F58BE}" type="presParOf" srcId="{CCB9204D-2C0C-4AE8-A49F-EC4C1531ABBB}" destId="{ED472B1F-587E-4D50-8B07-CC5BBDA46691}" srcOrd="3" destOrd="0" presId="urn:microsoft.com/office/officeart/2005/8/layout/vList2"/>
    <dgm:cxn modelId="{79A9EEE4-B2A5-4FBC-AC22-C670C02240F7}" type="presParOf" srcId="{CCB9204D-2C0C-4AE8-A49F-EC4C1531ABBB}" destId="{FA44B3C9-4632-44B4-B608-96171F89F26D}" srcOrd="4" destOrd="0" presId="urn:microsoft.com/office/officeart/2005/8/layout/vList2"/>
    <dgm:cxn modelId="{ED3DBF9D-2486-4EE2-BCBB-63B974BB9BC3}" type="presParOf" srcId="{CCB9204D-2C0C-4AE8-A49F-EC4C1531ABBB}" destId="{DB6D761E-A373-4439-940A-DC19934AD42F}" srcOrd="5" destOrd="0" presId="urn:microsoft.com/office/officeart/2005/8/layout/vList2"/>
    <dgm:cxn modelId="{59D6DE8B-27CF-4051-B4C0-19CA98EDFC6C}" type="presParOf" srcId="{CCB9204D-2C0C-4AE8-A49F-EC4C1531ABBB}" destId="{C5612D8D-91FC-4A92-B8A2-D9D2782A65A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1.xml><?xml version="1.0" encoding="utf-8"?>
<dgm:dataModel xmlns:dgm="http://schemas.openxmlformats.org/drawingml/2006/diagram" xmlns:a="http://schemas.openxmlformats.org/drawingml/2006/main">
  <dgm:ptLst>
    <dgm:pt modelId="{0014D86D-4AC7-49B6-9C58-CB0C5B667CC0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AFA6905-899C-4CDF-A25E-4D723609B614}">
      <dgm:prSet/>
      <dgm:spPr/>
      <dgm:t>
        <a:bodyPr/>
        <a:lstStyle/>
        <a:p>
          <a:r>
            <a:rPr lang="uk-UA" b="0" i="0"/>
            <a:t>Олега.</a:t>
          </a:r>
          <a:endParaRPr lang="uk-UA"/>
        </a:p>
      </dgm:t>
    </dgm:pt>
    <dgm:pt modelId="{807E4008-8899-4A58-AAE2-2084CAAC9162}" type="parTrans" cxnId="{4497955E-460A-43D1-A1D6-7F2D019C29F8}">
      <dgm:prSet/>
      <dgm:spPr/>
      <dgm:t>
        <a:bodyPr/>
        <a:lstStyle/>
        <a:p>
          <a:endParaRPr lang="uk-UA"/>
        </a:p>
      </dgm:t>
    </dgm:pt>
    <dgm:pt modelId="{25F9038C-541A-4503-93A1-47E8B8361296}" type="sibTrans" cxnId="{4497955E-460A-43D1-A1D6-7F2D019C29F8}">
      <dgm:prSet/>
      <dgm:spPr/>
      <dgm:t>
        <a:bodyPr/>
        <a:lstStyle/>
        <a:p>
          <a:endParaRPr lang="uk-UA"/>
        </a:p>
      </dgm:t>
    </dgm:pt>
    <dgm:pt modelId="{BDFC1728-D283-4E95-97C5-F191A2A1B494}">
      <dgm:prSet/>
      <dgm:spPr/>
      <dgm:t>
        <a:bodyPr/>
        <a:lstStyle/>
        <a:p>
          <a:r>
            <a:rPr lang="uk-UA" b="0" i="0"/>
            <a:t>Ігоря.</a:t>
          </a:r>
          <a:endParaRPr lang="uk-UA"/>
        </a:p>
      </dgm:t>
    </dgm:pt>
    <dgm:pt modelId="{2FD5F54D-3A1C-4F24-9D55-547978112162}" type="parTrans" cxnId="{FA8BDA98-87FB-419D-8F63-605F8F40969B}">
      <dgm:prSet/>
      <dgm:spPr/>
      <dgm:t>
        <a:bodyPr/>
        <a:lstStyle/>
        <a:p>
          <a:endParaRPr lang="uk-UA"/>
        </a:p>
      </dgm:t>
    </dgm:pt>
    <dgm:pt modelId="{DD5F4473-7BB5-4DE9-A792-DFA230819446}" type="sibTrans" cxnId="{FA8BDA98-87FB-419D-8F63-605F8F40969B}">
      <dgm:prSet/>
      <dgm:spPr/>
      <dgm:t>
        <a:bodyPr/>
        <a:lstStyle/>
        <a:p>
          <a:endParaRPr lang="uk-UA"/>
        </a:p>
      </dgm:t>
    </dgm:pt>
    <dgm:pt modelId="{4D84E160-F3B1-4135-937C-B55E3CE341BA}">
      <dgm:prSet/>
      <dgm:spPr/>
      <dgm:t>
        <a:bodyPr/>
        <a:lstStyle/>
        <a:p>
          <a:r>
            <a:rPr lang="uk-UA" b="0" i="0"/>
            <a:t>Святослава.</a:t>
          </a:r>
          <a:endParaRPr lang="uk-UA"/>
        </a:p>
      </dgm:t>
    </dgm:pt>
    <dgm:pt modelId="{85710784-9B71-4BC6-8225-A593E9AAD86F}" type="parTrans" cxnId="{03F1898C-CF69-4D1F-B6B2-FD2073F20029}">
      <dgm:prSet/>
      <dgm:spPr/>
      <dgm:t>
        <a:bodyPr/>
        <a:lstStyle/>
        <a:p>
          <a:endParaRPr lang="uk-UA"/>
        </a:p>
      </dgm:t>
    </dgm:pt>
    <dgm:pt modelId="{2225F632-610F-43FE-A78F-9C28D3E37AEF}" type="sibTrans" cxnId="{03F1898C-CF69-4D1F-B6B2-FD2073F20029}">
      <dgm:prSet/>
      <dgm:spPr/>
      <dgm:t>
        <a:bodyPr/>
        <a:lstStyle/>
        <a:p>
          <a:endParaRPr lang="uk-UA"/>
        </a:p>
      </dgm:t>
    </dgm:pt>
    <dgm:pt modelId="{28B91D9F-3EA9-433D-860F-E2D2EADF1F11}">
      <dgm:prSet/>
      <dgm:spPr/>
      <dgm:t>
        <a:bodyPr/>
        <a:lstStyle/>
        <a:p>
          <a:r>
            <a:rPr lang="uk-UA" b="0" i="0"/>
            <a:t>Володимира</a:t>
          </a:r>
          <a:endParaRPr lang="uk-UA"/>
        </a:p>
      </dgm:t>
    </dgm:pt>
    <dgm:pt modelId="{CF6ACF03-224E-4F5D-80F7-0565633104DD}" type="parTrans" cxnId="{08DE2B61-FDC7-4268-9245-205E2ED25010}">
      <dgm:prSet/>
      <dgm:spPr/>
      <dgm:t>
        <a:bodyPr/>
        <a:lstStyle/>
        <a:p>
          <a:endParaRPr lang="uk-UA"/>
        </a:p>
      </dgm:t>
    </dgm:pt>
    <dgm:pt modelId="{955FC36F-3B6B-455A-8D0A-6D6C7D24FAE0}" type="sibTrans" cxnId="{08DE2B61-FDC7-4268-9245-205E2ED25010}">
      <dgm:prSet/>
      <dgm:spPr/>
      <dgm:t>
        <a:bodyPr/>
        <a:lstStyle/>
        <a:p>
          <a:endParaRPr lang="uk-UA"/>
        </a:p>
      </dgm:t>
    </dgm:pt>
    <dgm:pt modelId="{4729C3D6-3281-43F3-9F4D-CF1E8D07E187}" type="pres">
      <dgm:prSet presAssocID="{0014D86D-4AC7-49B6-9C58-CB0C5B667CC0}" presName="matrix" presStyleCnt="0">
        <dgm:presLayoutVars>
          <dgm:chMax val="1"/>
          <dgm:dir/>
          <dgm:resizeHandles val="exact"/>
        </dgm:presLayoutVars>
      </dgm:prSet>
      <dgm:spPr/>
    </dgm:pt>
    <dgm:pt modelId="{DA6901A5-0BD2-4565-942E-B294E91B35D3}" type="pres">
      <dgm:prSet presAssocID="{0014D86D-4AC7-49B6-9C58-CB0C5B667CC0}" presName="diamond" presStyleLbl="bgShp" presStyleIdx="0" presStyleCnt="1"/>
      <dgm:spPr/>
    </dgm:pt>
    <dgm:pt modelId="{E97466E3-CA29-4E62-9CDB-D28B4936D0E2}" type="pres">
      <dgm:prSet presAssocID="{0014D86D-4AC7-49B6-9C58-CB0C5B667CC0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A0882AB-268C-4906-80D0-28E49AC7D20E}" type="pres">
      <dgm:prSet presAssocID="{0014D86D-4AC7-49B6-9C58-CB0C5B667CC0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EB62DBE-B019-48A6-A9C0-6585D66458DB}" type="pres">
      <dgm:prSet presAssocID="{0014D86D-4AC7-49B6-9C58-CB0C5B667CC0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EA8B605-BDA4-4435-87D3-924D978F1193}" type="pres">
      <dgm:prSet presAssocID="{0014D86D-4AC7-49B6-9C58-CB0C5B667CC0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DE4F204-8328-4E35-B1D4-1967A2AD2DE3}" type="presOf" srcId="{28B91D9F-3EA9-433D-860F-E2D2EADF1F11}" destId="{DEA8B605-BDA4-4435-87D3-924D978F1193}" srcOrd="0" destOrd="0" presId="urn:microsoft.com/office/officeart/2005/8/layout/matrix3"/>
    <dgm:cxn modelId="{B0B9CC09-B7C0-46A0-85F9-68A01FCB8395}" type="presOf" srcId="{8AFA6905-899C-4CDF-A25E-4D723609B614}" destId="{E97466E3-CA29-4E62-9CDB-D28B4936D0E2}" srcOrd="0" destOrd="0" presId="urn:microsoft.com/office/officeart/2005/8/layout/matrix3"/>
    <dgm:cxn modelId="{4497955E-460A-43D1-A1D6-7F2D019C29F8}" srcId="{0014D86D-4AC7-49B6-9C58-CB0C5B667CC0}" destId="{8AFA6905-899C-4CDF-A25E-4D723609B614}" srcOrd="0" destOrd="0" parTransId="{807E4008-8899-4A58-AAE2-2084CAAC9162}" sibTransId="{25F9038C-541A-4503-93A1-47E8B8361296}"/>
    <dgm:cxn modelId="{6F2E195F-8544-4467-86E8-CCC225026856}" type="presOf" srcId="{0014D86D-4AC7-49B6-9C58-CB0C5B667CC0}" destId="{4729C3D6-3281-43F3-9F4D-CF1E8D07E187}" srcOrd="0" destOrd="0" presId="urn:microsoft.com/office/officeart/2005/8/layout/matrix3"/>
    <dgm:cxn modelId="{08DE2B61-FDC7-4268-9245-205E2ED25010}" srcId="{0014D86D-4AC7-49B6-9C58-CB0C5B667CC0}" destId="{28B91D9F-3EA9-433D-860F-E2D2EADF1F11}" srcOrd="3" destOrd="0" parTransId="{CF6ACF03-224E-4F5D-80F7-0565633104DD}" sibTransId="{955FC36F-3B6B-455A-8D0A-6D6C7D24FAE0}"/>
    <dgm:cxn modelId="{4B91947C-69FA-4F9B-A04F-967B995A0FA0}" type="presOf" srcId="{4D84E160-F3B1-4135-937C-B55E3CE341BA}" destId="{BEB62DBE-B019-48A6-A9C0-6585D66458DB}" srcOrd="0" destOrd="0" presId="urn:microsoft.com/office/officeart/2005/8/layout/matrix3"/>
    <dgm:cxn modelId="{F6B2B286-63A2-4113-9474-1677E89C9221}" type="presOf" srcId="{BDFC1728-D283-4E95-97C5-F191A2A1B494}" destId="{1A0882AB-268C-4906-80D0-28E49AC7D20E}" srcOrd="0" destOrd="0" presId="urn:microsoft.com/office/officeart/2005/8/layout/matrix3"/>
    <dgm:cxn modelId="{03F1898C-CF69-4D1F-B6B2-FD2073F20029}" srcId="{0014D86D-4AC7-49B6-9C58-CB0C5B667CC0}" destId="{4D84E160-F3B1-4135-937C-B55E3CE341BA}" srcOrd="2" destOrd="0" parTransId="{85710784-9B71-4BC6-8225-A593E9AAD86F}" sibTransId="{2225F632-610F-43FE-A78F-9C28D3E37AEF}"/>
    <dgm:cxn modelId="{FA8BDA98-87FB-419D-8F63-605F8F40969B}" srcId="{0014D86D-4AC7-49B6-9C58-CB0C5B667CC0}" destId="{BDFC1728-D283-4E95-97C5-F191A2A1B494}" srcOrd="1" destOrd="0" parTransId="{2FD5F54D-3A1C-4F24-9D55-547978112162}" sibTransId="{DD5F4473-7BB5-4DE9-A792-DFA230819446}"/>
    <dgm:cxn modelId="{944988BD-B342-4BD9-926E-B23AEEC9A636}" type="presParOf" srcId="{4729C3D6-3281-43F3-9F4D-CF1E8D07E187}" destId="{DA6901A5-0BD2-4565-942E-B294E91B35D3}" srcOrd="0" destOrd="0" presId="urn:microsoft.com/office/officeart/2005/8/layout/matrix3"/>
    <dgm:cxn modelId="{C907A984-5D44-420D-B440-B114BD12402E}" type="presParOf" srcId="{4729C3D6-3281-43F3-9F4D-CF1E8D07E187}" destId="{E97466E3-CA29-4E62-9CDB-D28B4936D0E2}" srcOrd="1" destOrd="0" presId="urn:microsoft.com/office/officeart/2005/8/layout/matrix3"/>
    <dgm:cxn modelId="{4641B67C-5B04-4D5E-85C8-CB98D1F5D6BB}" type="presParOf" srcId="{4729C3D6-3281-43F3-9F4D-CF1E8D07E187}" destId="{1A0882AB-268C-4906-80D0-28E49AC7D20E}" srcOrd="2" destOrd="0" presId="urn:microsoft.com/office/officeart/2005/8/layout/matrix3"/>
    <dgm:cxn modelId="{16A8588B-AC35-4E87-8714-B49E16D8E022}" type="presParOf" srcId="{4729C3D6-3281-43F3-9F4D-CF1E8D07E187}" destId="{BEB62DBE-B019-48A6-A9C0-6585D66458DB}" srcOrd="3" destOrd="0" presId="urn:microsoft.com/office/officeart/2005/8/layout/matrix3"/>
    <dgm:cxn modelId="{F1A4D75B-1D9B-4CBF-B103-2F09B7A40A4A}" type="presParOf" srcId="{4729C3D6-3281-43F3-9F4D-CF1E8D07E187}" destId="{DEA8B605-BDA4-4435-87D3-924D978F1193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2.xml><?xml version="1.0" encoding="utf-8"?>
<dgm:dataModel xmlns:dgm="http://schemas.openxmlformats.org/drawingml/2006/diagram" xmlns:a="http://schemas.openxmlformats.org/drawingml/2006/main">
  <dgm:ptLst>
    <dgm:pt modelId="{5DA80BE6-DFBE-4D12-9037-578CA74AD2FF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AC65B55-DA00-4987-8CD6-5F9966BA139C}">
      <dgm:prSet/>
      <dgm:spPr/>
      <dgm:t>
        <a:bodyPr/>
        <a:lstStyle/>
        <a:p>
          <a:r>
            <a:rPr lang="uk-UA" b="0" i="0"/>
            <a:t>полян і древлян</a:t>
          </a:r>
          <a:endParaRPr lang="uk-UA"/>
        </a:p>
      </dgm:t>
    </dgm:pt>
    <dgm:pt modelId="{EA90BBA0-4229-4DAD-9941-EE0BA3A3F1FC}" type="parTrans" cxnId="{ABE7C627-AD77-4AD0-A907-E351BC8F8582}">
      <dgm:prSet/>
      <dgm:spPr/>
      <dgm:t>
        <a:bodyPr/>
        <a:lstStyle/>
        <a:p>
          <a:endParaRPr lang="uk-UA"/>
        </a:p>
      </dgm:t>
    </dgm:pt>
    <dgm:pt modelId="{C3333C17-B6E8-4EF5-964D-984B9F7AF331}" type="sibTrans" cxnId="{ABE7C627-AD77-4AD0-A907-E351BC8F8582}">
      <dgm:prSet/>
      <dgm:spPr/>
      <dgm:t>
        <a:bodyPr/>
        <a:lstStyle/>
        <a:p>
          <a:endParaRPr lang="uk-UA"/>
        </a:p>
      </dgm:t>
    </dgm:pt>
    <dgm:pt modelId="{5F9CE483-53F8-4687-BA6A-D609DF837305}">
      <dgm:prSet/>
      <dgm:spPr/>
      <dgm:t>
        <a:bodyPr/>
        <a:lstStyle/>
        <a:p>
          <a:r>
            <a:rPr lang="uk-UA" b="0" i="0"/>
            <a:t>волинян і білих хорватів</a:t>
          </a:r>
          <a:endParaRPr lang="uk-UA"/>
        </a:p>
      </dgm:t>
    </dgm:pt>
    <dgm:pt modelId="{56CC14AE-6E50-4389-BBA5-2018EF61EFCF}" type="parTrans" cxnId="{5C9B1389-64BC-4310-9283-C5E308FF91EB}">
      <dgm:prSet/>
      <dgm:spPr/>
      <dgm:t>
        <a:bodyPr/>
        <a:lstStyle/>
        <a:p>
          <a:endParaRPr lang="uk-UA"/>
        </a:p>
      </dgm:t>
    </dgm:pt>
    <dgm:pt modelId="{80DAEE1B-1AE4-42FA-8015-B260A4D18388}" type="sibTrans" cxnId="{5C9B1389-64BC-4310-9283-C5E308FF91EB}">
      <dgm:prSet/>
      <dgm:spPr/>
      <dgm:t>
        <a:bodyPr/>
        <a:lstStyle/>
        <a:p>
          <a:endParaRPr lang="uk-UA"/>
        </a:p>
      </dgm:t>
    </dgm:pt>
    <dgm:pt modelId="{BDF950BF-B98B-47A9-9E06-915F1FDADDE2}">
      <dgm:prSet/>
      <dgm:spPr/>
      <dgm:t>
        <a:bodyPr/>
        <a:lstStyle/>
        <a:p>
          <a:r>
            <a:rPr lang="uk-UA" b="0" i="0"/>
            <a:t>сіверян і в'ятичів</a:t>
          </a:r>
          <a:endParaRPr lang="uk-UA"/>
        </a:p>
      </dgm:t>
    </dgm:pt>
    <dgm:pt modelId="{AA898430-F095-4256-80A9-8B62F0BA6BAE}" type="parTrans" cxnId="{940BC236-7635-40F3-8475-3CA09D3A7057}">
      <dgm:prSet/>
      <dgm:spPr/>
      <dgm:t>
        <a:bodyPr/>
        <a:lstStyle/>
        <a:p>
          <a:endParaRPr lang="uk-UA"/>
        </a:p>
      </dgm:t>
    </dgm:pt>
    <dgm:pt modelId="{F50D1DE6-614F-43B1-BA38-94745087CBA4}" type="sibTrans" cxnId="{940BC236-7635-40F3-8475-3CA09D3A7057}">
      <dgm:prSet/>
      <dgm:spPr/>
      <dgm:t>
        <a:bodyPr/>
        <a:lstStyle/>
        <a:p>
          <a:endParaRPr lang="uk-UA"/>
        </a:p>
      </dgm:t>
    </dgm:pt>
    <dgm:pt modelId="{341FA8C6-F166-4A14-93EB-59D50965AB7D}">
      <dgm:prSet/>
      <dgm:spPr/>
      <dgm:t>
        <a:bodyPr/>
        <a:lstStyle/>
        <a:p>
          <a:r>
            <a:rPr lang="uk-UA" b="0" i="0"/>
            <a:t>уличів і тиверців</a:t>
          </a:r>
          <a:endParaRPr lang="uk-UA"/>
        </a:p>
      </dgm:t>
    </dgm:pt>
    <dgm:pt modelId="{2FFC5A3B-0446-4033-BB23-BA2C9E055526}" type="parTrans" cxnId="{C36FCDC3-2784-449C-BC5C-BEA08D7C8F62}">
      <dgm:prSet/>
      <dgm:spPr/>
      <dgm:t>
        <a:bodyPr/>
        <a:lstStyle/>
        <a:p>
          <a:endParaRPr lang="uk-UA"/>
        </a:p>
      </dgm:t>
    </dgm:pt>
    <dgm:pt modelId="{B8F63060-9406-458A-A367-138B3611B94C}" type="sibTrans" cxnId="{C36FCDC3-2784-449C-BC5C-BEA08D7C8F62}">
      <dgm:prSet/>
      <dgm:spPr/>
      <dgm:t>
        <a:bodyPr/>
        <a:lstStyle/>
        <a:p>
          <a:endParaRPr lang="uk-UA"/>
        </a:p>
      </dgm:t>
    </dgm:pt>
    <dgm:pt modelId="{71D70DF0-77B8-44DB-8938-A45F81D4A9A4}" type="pres">
      <dgm:prSet presAssocID="{5DA80BE6-DFBE-4D12-9037-578CA74AD2FF}" presName="Name0" presStyleCnt="0">
        <dgm:presLayoutVars>
          <dgm:chMax val="7"/>
          <dgm:chPref val="7"/>
          <dgm:dir/>
        </dgm:presLayoutVars>
      </dgm:prSet>
      <dgm:spPr/>
    </dgm:pt>
    <dgm:pt modelId="{4E81A0AF-33C2-43EF-8742-A3EE98B8A267}" type="pres">
      <dgm:prSet presAssocID="{5DA80BE6-DFBE-4D12-9037-578CA74AD2FF}" presName="Name1" presStyleCnt="0"/>
      <dgm:spPr/>
    </dgm:pt>
    <dgm:pt modelId="{27D9E549-614F-4EC2-A69D-F51EE32ED837}" type="pres">
      <dgm:prSet presAssocID="{5DA80BE6-DFBE-4D12-9037-578CA74AD2FF}" presName="cycle" presStyleCnt="0"/>
      <dgm:spPr/>
    </dgm:pt>
    <dgm:pt modelId="{EB4BF07F-8680-465D-BB7E-CC9EA6C13E08}" type="pres">
      <dgm:prSet presAssocID="{5DA80BE6-DFBE-4D12-9037-578CA74AD2FF}" presName="srcNode" presStyleLbl="node1" presStyleIdx="0" presStyleCnt="4"/>
      <dgm:spPr/>
    </dgm:pt>
    <dgm:pt modelId="{CBE73169-EE3F-444E-9F17-EAD573BCC56F}" type="pres">
      <dgm:prSet presAssocID="{5DA80BE6-DFBE-4D12-9037-578CA74AD2FF}" presName="conn" presStyleLbl="parChTrans1D2" presStyleIdx="0" presStyleCnt="1"/>
      <dgm:spPr/>
    </dgm:pt>
    <dgm:pt modelId="{C9B9FCF8-A7F6-467E-8935-C86C062E036E}" type="pres">
      <dgm:prSet presAssocID="{5DA80BE6-DFBE-4D12-9037-578CA74AD2FF}" presName="extraNode" presStyleLbl="node1" presStyleIdx="0" presStyleCnt="4"/>
      <dgm:spPr/>
    </dgm:pt>
    <dgm:pt modelId="{A77705F6-09D7-4568-8CC4-FEC8C9B478FD}" type="pres">
      <dgm:prSet presAssocID="{5DA80BE6-DFBE-4D12-9037-578CA74AD2FF}" presName="dstNode" presStyleLbl="node1" presStyleIdx="0" presStyleCnt="4"/>
      <dgm:spPr/>
    </dgm:pt>
    <dgm:pt modelId="{9D24F2EC-4D72-4F67-B96B-57BC801B6667}" type="pres">
      <dgm:prSet presAssocID="{1AC65B55-DA00-4987-8CD6-5F9966BA139C}" presName="text_1" presStyleLbl="node1" presStyleIdx="0" presStyleCnt="4">
        <dgm:presLayoutVars>
          <dgm:bulletEnabled val="1"/>
        </dgm:presLayoutVars>
      </dgm:prSet>
      <dgm:spPr/>
    </dgm:pt>
    <dgm:pt modelId="{73A3D588-5315-43B7-AF61-DB5855099627}" type="pres">
      <dgm:prSet presAssocID="{1AC65B55-DA00-4987-8CD6-5F9966BA139C}" presName="accent_1" presStyleCnt="0"/>
      <dgm:spPr/>
    </dgm:pt>
    <dgm:pt modelId="{0FCD6EAD-94A2-43B2-92EB-0AB9D9E5EAC9}" type="pres">
      <dgm:prSet presAssocID="{1AC65B55-DA00-4987-8CD6-5F9966BA139C}" presName="accentRepeatNode" presStyleLbl="solidFgAcc1" presStyleIdx="0" presStyleCnt="4"/>
      <dgm:spPr/>
    </dgm:pt>
    <dgm:pt modelId="{185D665B-907C-451A-8964-845083E94C2F}" type="pres">
      <dgm:prSet presAssocID="{5F9CE483-53F8-4687-BA6A-D609DF837305}" presName="text_2" presStyleLbl="node1" presStyleIdx="1" presStyleCnt="4">
        <dgm:presLayoutVars>
          <dgm:bulletEnabled val="1"/>
        </dgm:presLayoutVars>
      </dgm:prSet>
      <dgm:spPr/>
    </dgm:pt>
    <dgm:pt modelId="{7CA31972-E917-4A2C-B1A4-CC08E5C02CB5}" type="pres">
      <dgm:prSet presAssocID="{5F9CE483-53F8-4687-BA6A-D609DF837305}" presName="accent_2" presStyleCnt="0"/>
      <dgm:spPr/>
    </dgm:pt>
    <dgm:pt modelId="{03FE0F6E-BB57-43B4-90F9-102C24FCD9A0}" type="pres">
      <dgm:prSet presAssocID="{5F9CE483-53F8-4687-BA6A-D609DF837305}" presName="accentRepeatNode" presStyleLbl="solidFgAcc1" presStyleIdx="1" presStyleCnt="4"/>
      <dgm:spPr/>
    </dgm:pt>
    <dgm:pt modelId="{9C6D63C1-42BD-4B72-8EA2-FF10F96080DD}" type="pres">
      <dgm:prSet presAssocID="{BDF950BF-B98B-47A9-9E06-915F1FDADDE2}" presName="text_3" presStyleLbl="node1" presStyleIdx="2" presStyleCnt="4">
        <dgm:presLayoutVars>
          <dgm:bulletEnabled val="1"/>
        </dgm:presLayoutVars>
      </dgm:prSet>
      <dgm:spPr/>
    </dgm:pt>
    <dgm:pt modelId="{3E99D0E5-FDC8-4EE6-8770-EC628670EE09}" type="pres">
      <dgm:prSet presAssocID="{BDF950BF-B98B-47A9-9E06-915F1FDADDE2}" presName="accent_3" presStyleCnt="0"/>
      <dgm:spPr/>
    </dgm:pt>
    <dgm:pt modelId="{01C733E9-7006-4969-9F23-4D4760A7191C}" type="pres">
      <dgm:prSet presAssocID="{BDF950BF-B98B-47A9-9E06-915F1FDADDE2}" presName="accentRepeatNode" presStyleLbl="solidFgAcc1" presStyleIdx="2" presStyleCnt="4"/>
      <dgm:spPr/>
    </dgm:pt>
    <dgm:pt modelId="{F3E70B1C-D02D-4464-8566-DB1A06289089}" type="pres">
      <dgm:prSet presAssocID="{341FA8C6-F166-4A14-93EB-59D50965AB7D}" presName="text_4" presStyleLbl="node1" presStyleIdx="3" presStyleCnt="4">
        <dgm:presLayoutVars>
          <dgm:bulletEnabled val="1"/>
        </dgm:presLayoutVars>
      </dgm:prSet>
      <dgm:spPr/>
    </dgm:pt>
    <dgm:pt modelId="{BA78629D-F8F8-4D31-BF76-8E4B8FBBF76D}" type="pres">
      <dgm:prSet presAssocID="{341FA8C6-F166-4A14-93EB-59D50965AB7D}" presName="accent_4" presStyleCnt="0"/>
      <dgm:spPr/>
    </dgm:pt>
    <dgm:pt modelId="{A11CB499-4416-4771-B849-000CCFA0A135}" type="pres">
      <dgm:prSet presAssocID="{341FA8C6-F166-4A14-93EB-59D50965AB7D}" presName="accentRepeatNode" presStyleLbl="solidFgAcc1" presStyleIdx="3" presStyleCnt="4"/>
      <dgm:spPr/>
    </dgm:pt>
  </dgm:ptLst>
  <dgm:cxnLst>
    <dgm:cxn modelId="{24268616-A901-4097-BD44-E6041DC18320}" type="presOf" srcId="{5DA80BE6-DFBE-4D12-9037-578CA74AD2FF}" destId="{71D70DF0-77B8-44DB-8938-A45F81D4A9A4}" srcOrd="0" destOrd="0" presId="urn:microsoft.com/office/officeart/2008/layout/VerticalCurvedList"/>
    <dgm:cxn modelId="{ABE7C627-AD77-4AD0-A907-E351BC8F8582}" srcId="{5DA80BE6-DFBE-4D12-9037-578CA74AD2FF}" destId="{1AC65B55-DA00-4987-8CD6-5F9966BA139C}" srcOrd="0" destOrd="0" parTransId="{EA90BBA0-4229-4DAD-9941-EE0BA3A3F1FC}" sibTransId="{C3333C17-B6E8-4EF5-964D-984B9F7AF331}"/>
    <dgm:cxn modelId="{940BC236-7635-40F3-8475-3CA09D3A7057}" srcId="{5DA80BE6-DFBE-4D12-9037-578CA74AD2FF}" destId="{BDF950BF-B98B-47A9-9E06-915F1FDADDE2}" srcOrd="2" destOrd="0" parTransId="{AA898430-F095-4256-80A9-8B62F0BA6BAE}" sibTransId="{F50D1DE6-614F-43B1-BA38-94745087CBA4}"/>
    <dgm:cxn modelId="{FCDD6866-6A54-4063-A2E8-F1D299747540}" type="presOf" srcId="{C3333C17-B6E8-4EF5-964D-984B9F7AF331}" destId="{CBE73169-EE3F-444E-9F17-EAD573BCC56F}" srcOrd="0" destOrd="0" presId="urn:microsoft.com/office/officeart/2008/layout/VerticalCurvedList"/>
    <dgm:cxn modelId="{A1604B48-2F8F-49D1-B06E-B4FA68D44FF1}" type="presOf" srcId="{BDF950BF-B98B-47A9-9E06-915F1FDADDE2}" destId="{9C6D63C1-42BD-4B72-8EA2-FF10F96080DD}" srcOrd="0" destOrd="0" presId="urn:microsoft.com/office/officeart/2008/layout/VerticalCurvedList"/>
    <dgm:cxn modelId="{4CAD484F-185B-4BF2-8C1D-BB0F647E8CE6}" type="presOf" srcId="{341FA8C6-F166-4A14-93EB-59D50965AB7D}" destId="{F3E70B1C-D02D-4464-8566-DB1A06289089}" srcOrd="0" destOrd="0" presId="urn:microsoft.com/office/officeart/2008/layout/VerticalCurvedList"/>
    <dgm:cxn modelId="{5C9B1389-64BC-4310-9283-C5E308FF91EB}" srcId="{5DA80BE6-DFBE-4D12-9037-578CA74AD2FF}" destId="{5F9CE483-53F8-4687-BA6A-D609DF837305}" srcOrd="1" destOrd="0" parTransId="{56CC14AE-6E50-4389-BBA5-2018EF61EFCF}" sibTransId="{80DAEE1B-1AE4-42FA-8015-B260A4D18388}"/>
    <dgm:cxn modelId="{CF8A9F93-A7A8-4C51-A68F-2F068D4F0A0D}" type="presOf" srcId="{1AC65B55-DA00-4987-8CD6-5F9966BA139C}" destId="{9D24F2EC-4D72-4F67-B96B-57BC801B6667}" srcOrd="0" destOrd="0" presId="urn:microsoft.com/office/officeart/2008/layout/VerticalCurvedList"/>
    <dgm:cxn modelId="{8AD1A89A-96AE-4655-BA8B-444CCB4228AE}" type="presOf" srcId="{5F9CE483-53F8-4687-BA6A-D609DF837305}" destId="{185D665B-907C-451A-8964-845083E94C2F}" srcOrd="0" destOrd="0" presId="urn:microsoft.com/office/officeart/2008/layout/VerticalCurvedList"/>
    <dgm:cxn modelId="{C36FCDC3-2784-449C-BC5C-BEA08D7C8F62}" srcId="{5DA80BE6-DFBE-4D12-9037-578CA74AD2FF}" destId="{341FA8C6-F166-4A14-93EB-59D50965AB7D}" srcOrd="3" destOrd="0" parTransId="{2FFC5A3B-0446-4033-BB23-BA2C9E055526}" sibTransId="{B8F63060-9406-458A-A367-138B3611B94C}"/>
    <dgm:cxn modelId="{FC51570B-9D8A-4995-B6A6-C1597A0204B3}" type="presParOf" srcId="{71D70DF0-77B8-44DB-8938-A45F81D4A9A4}" destId="{4E81A0AF-33C2-43EF-8742-A3EE98B8A267}" srcOrd="0" destOrd="0" presId="urn:microsoft.com/office/officeart/2008/layout/VerticalCurvedList"/>
    <dgm:cxn modelId="{7C18D4E1-8EB6-4579-9215-34A38CCEC7D6}" type="presParOf" srcId="{4E81A0AF-33C2-43EF-8742-A3EE98B8A267}" destId="{27D9E549-614F-4EC2-A69D-F51EE32ED837}" srcOrd="0" destOrd="0" presId="urn:microsoft.com/office/officeart/2008/layout/VerticalCurvedList"/>
    <dgm:cxn modelId="{F48A9EAE-D4F9-46A0-BE8C-C5BF2233BBA9}" type="presParOf" srcId="{27D9E549-614F-4EC2-A69D-F51EE32ED837}" destId="{EB4BF07F-8680-465D-BB7E-CC9EA6C13E08}" srcOrd="0" destOrd="0" presId="urn:microsoft.com/office/officeart/2008/layout/VerticalCurvedList"/>
    <dgm:cxn modelId="{2A83C912-C7C3-4F8A-8ACB-4262B3EACC16}" type="presParOf" srcId="{27D9E549-614F-4EC2-A69D-F51EE32ED837}" destId="{CBE73169-EE3F-444E-9F17-EAD573BCC56F}" srcOrd="1" destOrd="0" presId="urn:microsoft.com/office/officeart/2008/layout/VerticalCurvedList"/>
    <dgm:cxn modelId="{0E17A56C-2852-4D11-A11E-CA5D63D6833A}" type="presParOf" srcId="{27D9E549-614F-4EC2-A69D-F51EE32ED837}" destId="{C9B9FCF8-A7F6-467E-8935-C86C062E036E}" srcOrd="2" destOrd="0" presId="urn:microsoft.com/office/officeart/2008/layout/VerticalCurvedList"/>
    <dgm:cxn modelId="{FC032831-F624-4F81-BE5B-60F971F249BB}" type="presParOf" srcId="{27D9E549-614F-4EC2-A69D-F51EE32ED837}" destId="{A77705F6-09D7-4568-8CC4-FEC8C9B478FD}" srcOrd="3" destOrd="0" presId="urn:microsoft.com/office/officeart/2008/layout/VerticalCurvedList"/>
    <dgm:cxn modelId="{FD9523A2-7F5F-4E53-ADCB-2B52CB6FD513}" type="presParOf" srcId="{4E81A0AF-33C2-43EF-8742-A3EE98B8A267}" destId="{9D24F2EC-4D72-4F67-B96B-57BC801B6667}" srcOrd="1" destOrd="0" presId="urn:microsoft.com/office/officeart/2008/layout/VerticalCurvedList"/>
    <dgm:cxn modelId="{D23CCACD-3366-4730-9337-39985DB656FA}" type="presParOf" srcId="{4E81A0AF-33C2-43EF-8742-A3EE98B8A267}" destId="{73A3D588-5315-43B7-AF61-DB5855099627}" srcOrd="2" destOrd="0" presId="urn:microsoft.com/office/officeart/2008/layout/VerticalCurvedList"/>
    <dgm:cxn modelId="{30FC7658-CD16-4D0E-840C-906978027D36}" type="presParOf" srcId="{73A3D588-5315-43B7-AF61-DB5855099627}" destId="{0FCD6EAD-94A2-43B2-92EB-0AB9D9E5EAC9}" srcOrd="0" destOrd="0" presId="urn:microsoft.com/office/officeart/2008/layout/VerticalCurvedList"/>
    <dgm:cxn modelId="{225621AF-1A1B-4295-A7E2-5818AA0AC96C}" type="presParOf" srcId="{4E81A0AF-33C2-43EF-8742-A3EE98B8A267}" destId="{185D665B-907C-451A-8964-845083E94C2F}" srcOrd="3" destOrd="0" presId="urn:microsoft.com/office/officeart/2008/layout/VerticalCurvedList"/>
    <dgm:cxn modelId="{735F6840-6CD0-40CC-9061-DACFFDA941EA}" type="presParOf" srcId="{4E81A0AF-33C2-43EF-8742-A3EE98B8A267}" destId="{7CA31972-E917-4A2C-B1A4-CC08E5C02CB5}" srcOrd="4" destOrd="0" presId="urn:microsoft.com/office/officeart/2008/layout/VerticalCurvedList"/>
    <dgm:cxn modelId="{52F6ECF6-AB76-452C-AC79-3A8D4E728179}" type="presParOf" srcId="{7CA31972-E917-4A2C-B1A4-CC08E5C02CB5}" destId="{03FE0F6E-BB57-43B4-90F9-102C24FCD9A0}" srcOrd="0" destOrd="0" presId="urn:microsoft.com/office/officeart/2008/layout/VerticalCurvedList"/>
    <dgm:cxn modelId="{BBE37E80-1490-4973-B6C3-0F94892AC9C8}" type="presParOf" srcId="{4E81A0AF-33C2-43EF-8742-A3EE98B8A267}" destId="{9C6D63C1-42BD-4B72-8EA2-FF10F96080DD}" srcOrd="5" destOrd="0" presId="urn:microsoft.com/office/officeart/2008/layout/VerticalCurvedList"/>
    <dgm:cxn modelId="{AE89BA77-54E9-4BE2-BEE1-062A66273BF6}" type="presParOf" srcId="{4E81A0AF-33C2-43EF-8742-A3EE98B8A267}" destId="{3E99D0E5-FDC8-4EE6-8770-EC628670EE09}" srcOrd="6" destOrd="0" presId="urn:microsoft.com/office/officeart/2008/layout/VerticalCurvedList"/>
    <dgm:cxn modelId="{4EA97844-5995-493C-811F-FD3CDCEC23C9}" type="presParOf" srcId="{3E99D0E5-FDC8-4EE6-8770-EC628670EE09}" destId="{01C733E9-7006-4969-9F23-4D4760A7191C}" srcOrd="0" destOrd="0" presId="urn:microsoft.com/office/officeart/2008/layout/VerticalCurvedList"/>
    <dgm:cxn modelId="{F1BED420-3B4E-4094-AAE2-F0CF7DFB18E1}" type="presParOf" srcId="{4E81A0AF-33C2-43EF-8742-A3EE98B8A267}" destId="{F3E70B1C-D02D-4464-8566-DB1A06289089}" srcOrd="7" destOrd="0" presId="urn:microsoft.com/office/officeart/2008/layout/VerticalCurvedList"/>
    <dgm:cxn modelId="{638E6E74-D692-4D8A-AC68-E8BC88FDF2A4}" type="presParOf" srcId="{4E81A0AF-33C2-43EF-8742-A3EE98B8A267}" destId="{BA78629D-F8F8-4D31-BF76-8E4B8FBBF76D}" srcOrd="8" destOrd="0" presId="urn:microsoft.com/office/officeart/2008/layout/VerticalCurvedList"/>
    <dgm:cxn modelId="{3DCE7582-DFA1-4705-BB83-1B253CCE2EBB}" type="presParOf" srcId="{BA78629D-F8F8-4D31-BF76-8E4B8FBBF76D}" destId="{A11CB499-4416-4771-B849-000CCFA0A13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3.xml><?xml version="1.0" encoding="utf-8"?>
<dgm:dataModel xmlns:dgm="http://schemas.openxmlformats.org/drawingml/2006/diagram" xmlns:a="http://schemas.openxmlformats.org/drawingml/2006/main">
  <dgm:ptLst>
    <dgm:pt modelId="{2FD50441-20D6-4887-B5EB-B53B3C5608D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F1B3CBE-6E1A-4F9C-9AEF-DC8EE1DDA6BB}">
      <dgm:prSet/>
      <dgm:spPr/>
      <dgm:t>
        <a:bodyPr/>
        <a:lstStyle/>
        <a:p>
          <a:r>
            <a:rPr lang="uk-UA" b="0" i="1" dirty="0"/>
            <a:t>«Хозари вийшли супроти нього з каганом, князем своїм. І зступилися війська би- </a:t>
          </a:r>
          <a:r>
            <a:rPr lang="uk-UA" b="0" i="1" dirty="0" err="1"/>
            <a:t>тися</a:t>
          </a:r>
          <a:r>
            <a:rPr lang="uk-UA" b="0" i="1" dirty="0"/>
            <a:t>, і сталася битва межи ними, і </a:t>
          </a:r>
          <a:r>
            <a:rPr lang="uk-UA" b="0" i="1" dirty="0" err="1"/>
            <a:t>одолів</a:t>
          </a:r>
          <a:r>
            <a:rPr lang="uk-UA" b="0" i="1" dirty="0"/>
            <a:t> він хозар і город їхній столицю Ітіль, і город Білу Вежу взяв. І </a:t>
          </a:r>
          <a:r>
            <a:rPr lang="uk-UA" b="0" i="1" dirty="0" err="1"/>
            <a:t>ясів</a:t>
          </a:r>
          <a:r>
            <a:rPr lang="uk-UA" b="0" i="1" dirty="0"/>
            <a:t> він переміг, і </a:t>
          </a:r>
          <a:r>
            <a:rPr lang="uk-UA" b="0" i="1" dirty="0" err="1"/>
            <a:t>касогів</a:t>
          </a:r>
          <a:r>
            <a:rPr lang="uk-UA" b="0" i="1" dirty="0"/>
            <a:t>, і прийшов до Києва».</a:t>
          </a:r>
          <a:endParaRPr lang="uk-UA" dirty="0"/>
        </a:p>
      </dgm:t>
    </dgm:pt>
    <dgm:pt modelId="{04C8887B-0DEC-48CB-A457-192356BB675F}" type="parTrans" cxnId="{41876F74-9A79-4058-9497-5AC323299A47}">
      <dgm:prSet/>
      <dgm:spPr/>
      <dgm:t>
        <a:bodyPr/>
        <a:lstStyle/>
        <a:p>
          <a:endParaRPr lang="uk-UA"/>
        </a:p>
      </dgm:t>
    </dgm:pt>
    <dgm:pt modelId="{1591370F-AD6D-443E-AF89-2CAFBD098392}" type="sibTrans" cxnId="{41876F74-9A79-4058-9497-5AC323299A47}">
      <dgm:prSet/>
      <dgm:spPr/>
      <dgm:t>
        <a:bodyPr/>
        <a:lstStyle/>
        <a:p>
          <a:endParaRPr lang="uk-UA"/>
        </a:p>
      </dgm:t>
    </dgm:pt>
    <dgm:pt modelId="{CBF409C8-C03B-45C0-AA7D-871D23ECA52B}">
      <dgm:prSet/>
      <dgm:spPr/>
      <dgm:t>
        <a:bodyPr/>
        <a:lstStyle/>
        <a:p>
          <a:r>
            <a:rPr lang="uk-UA" b="0" i="1" dirty="0"/>
            <a:t>«А було ж печенігів без числа. Виступив тоді він із </a:t>
          </a:r>
          <a:r>
            <a:rPr lang="uk-UA" b="0" i="1" dirty="0" err="1"/>
            <a:t>города</a:t>
          </a:r>
          <a:r>
            <a:rPr lang="uk-UA" b="0" i="1" dirty="0"/>
            <a:t>, приготував до бою дружину. Зійшлися вони на місці, де ото нині свята Софія стоїть, митрополія руська. І сталася січа люта, і ледве </a:t>
          </a:r>
          <a:r>
            <a:rPr lang="uk-UA" b="0" i="1" dirty="0" err="1"/>
            <a:t>одолів</a:t>
          </a:r>
          <a:r>
            <a:rPr lang="uk-UA" b="0" i="1" dirty="0"/>
            <a:t> він печенігів під вечір».</a:t>
          </a:r>
          <a:endParaRPr lang="uk-UA" dirty="0"/>
        </a:p>
      </dgm:t>
    </dgm:pt>
    <dgm:pt modelId="{7C2C07D1-4F56-4BB5-8816-B64F4BF98AB9}" type="parTrans" cxnId="{E01CD475-24E6-4AEE-AB13-35E68BF5ACEE}">
      <dgm:prSet/>
      <dgm:spPr/>
      <dgm:t>
        <a:bodyPr/>
        <a:lstStyle/>
        <a:p>
          <a:endParaRPr lang="uk-UA"/>
        </a:p>
      </dgm:t>
    </dgm:pt>
    <dgm:pt modelId="{DEA6F4FF-85CC-41CF-A556-57D49BBA855C}" type="sibTrans" cxnId="{E01CD475-24E6-4AEE-AB13-35E68BF5ACEE}">
      <dgm:prSet/>
      <dgm:spPr/>
      <dgm:t>
        <a:bodyPr/>
        <a:lstStyle/>
        <a:p>
          <a:endParaRPr lang="uk-UA"/>
        </a:p>
      </dgm:t>
    </dgm:pt>
    <dgm:pt modelId="{4147D44B-AF5B-4918-A21A-5DAE9B40D854}" type="pres">
      <dgm:prSet presAssocID="{2FD50441-20D6-4887-B5EB-B53B3C5608D3}" presName="linear" presStyleCnt="0">
        <dgm:presLayoutVars>
          <dgm:animLvl val="lvl"/>
          <dgm:resizeHandles val="exact"/>
        </dgm:presLayoutVars>
      </dgm:prSet>
      <dgm:spPr/>
    </dgm:pt>
    <dgm:pt modelId="{434C868C-4012-4401-8346-C330C581994A}" type="pres">
      <dgm:prSet presAssocID="{5F1B3CBE-6E1A-4F9C-9AEF-DC8EE1DDA6B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3F0106E-D61E-4197-B2C7-3D4FFF37EFBD}" type="pres">
      <dgm:prSet presAssocID="{1591370F-AD6D-443E-AF89-2CAFBD098392}" presName="spacer" presStyleCnt="0"/>
      <dgm:spPr/>
    </dgm:pt>
    <dgm:pt modelId="{3558BD06-9991-4B81-80B8-57CB887E8D05}" type="pres">
      <dgm:prSet presAssocID="{CBF409C8-C03B-45C0-AA7D-871D23ECA52B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928E265-1E2E-4AA9-BF41-376F4AD4A3C9}" type="presOf" srcId="{5F1B3CBE-6E1A-4F9C-9AEF-DC8EE1DDA6BB}" destId="{434C868C-4012-4401-8346-C330C581994A}" srcOrd="0" destOrd="0" presId="urn:microsoft.com/office/officeart/2005/8/layout/vList2"/>
    <dgm:cxn modelId="{EC375B4C-1C95-4D5C-891A-B4EE129D18DD}" type="presOf" srcId="{2FD50441-20D6-4887-B5EB-B53B3C5608D3}" destId="{4147D44B-AF5B-4918-A21A-5DAE9B40D854}" srcOrd="0" destOrd="0" presId="urn:microsoft.com/office/officeart/2005/8/layout/vList2"/>
    <dgm:cxn modelId="{41876F74-9A79-4058-9497-5AC323299A47}" srcId="{2FD50441-20D6-4887-B5EB-B53B3C5608D3}" destId="{5F1B3CBE-6E1A-4F9C-9AEF-DC8EE1DDA6BB}" srcOrd="0" destOrd="0" parTransId="{04C8887B-0DEC-48CB-A457-192356BB675F}" sibTransId="{1591370F-AD6D-443E-AF89-2CAFBD098392}"/>
    <dgm:cxn modelId="{E01CD475-24E6-4AEE-AB13-35E68BF5ACEE}" srcId="{2FD50441-20D6-4887-B5EB-B53B3C5608D3}" destId="{CBF409C8-C03B-45C0-AA7D-871D23ECA52B}" srcOrd="1" destOrd="0" parTransId="{7C2C07D1-4F56-4BB5-8816-B64F4BF98AB9}" sibTransId="{DEA6F4FF-85CC-41CF-A556-57D49BBA855C}"/>
    <dgm:cxn modelId="{FC2299F7-012E-438C-ADC0-54F9AF917989}" type="presOf" srcId="{CBF409C8-C03B-45C0-AA7D-871D23ECA52B}" destId="{3558BD06-9991-4B81-80B8-57CB887E8D05}" srcOrd="0" destOrd="0" presId="urn:microsoft.com/office/officeart/2005/8/layout/vList2"/>
    <dgm:cxn modelId="{33CDB083-2850-475A-A34A-C800F2AC0E3C}" type="presParOf" srcId="{4147D44B-AF5B-4918-A21A-5DAE9B40D854}" destId="{434C868C-4012-4401-8346-C330C581994A}" srcOrd="0" destOrd="0" presId="urn:microsoft.com/office/officeart/2005/8/layout/vList2"/>
    <dgm:cxn modelId="{E2145479-39C5-4471-9926-47FDB4A05F53}" type="presParOf" srcId="{4147D44B-AF5B-4918-A21A-5DAE9B40D854}" destId="{03F0106E-D61E-4197-B2C7-3D4FFF37EFBD}" srcOrd="1" destOrd="0" presId="urn:microsoft.com/office/officeart/2005/8/layout/vList2"/>
    <dgm:cxn modelId="{6F2F0A8B-DC8B-40AF-BA80-7C623C3D8FD2}" type="presParOf" srcId="{4147D44B-AF5B-4918-A21A-5DAE9B40D854}" destId="{3558BD06-9991-4B81-80B8-57CB887E8D0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4.xml><?xml version="1.0" encoding="utf-8"?>
<dgm:dataModel xmlns:dgm="http://schemas.openxmlformats.org/drawingml/2006/diagram" xmlns:a="http://schemas.openxmlformats.org/drawingml/2006/main">
  <dgm:ptLst>
    <dgm:pt modelId="{D4CE2B33-EDC2-497B-8191-B3E69885941D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75B5222-08BE-40DA-A163-6E5A7CB8265F}">
      <dgm:prSet/>
      <dgm:spPr/>
      <dgm:t>
        <a:bodyPr/>
        <a:lstStyle/>
        <a:p>
          <a:r>
            <a:rPr lang="uk-UA" b="0" i="0" dirty="0"/>
            <a:t>так, обидві події стосуються</a:t>
          </a:r>
          <a:endParaRPr lang="uk-UA" dirty="0"/>
        </a:p>
      </dgm:t>
    </dgm:pt>
    <dgm:pt modelId="{A5B2F5CE-42FD-4D64-9DC8-D409843F88AB}" type="parTrans" cxnId="{A54C95D2-69B4-4179-8D60-1744035CAAA0}">
      <dgm:prSet/>
      <dgm:spPr/>
      <dgm:t>
        <a:bodyPr/>
        <a:lstStyle/>
        <a:p>
          <a:endParaRPr lang="uk-UA"/>
        </a:p>
      </dgm:t>
    </dgm:pt>
    <dgm:pt modelId="{154D3A93-BD8B-4298-8E0C-B857D4DCFB7F}" type="sibTrans" cxnId="{A54C95D2-69B4-4179-8D60-1744035CAAA0}">
      <dgm:prSet/>
      <dgm:spPr/>
      <dgm:t>
        <a:bodyPr/>
        <a:lstStyle/>
        <a:p>
          <a:endParaRPr lang="uk-UA"/>
        </a:p>
      </dgm:t>
    </dgm:pt>
    <dgm:pt modelId="{00039A8E-5651-4FCF-A1B1-C70E06DA76B0}">
      <dgm:prSet/>
      <dgm:spPr/>
      <dgm:t>
        <a:bodyPr/>
        <a:lstStyle/>
        <a:p>
          <a:r>
            <a:rPr lang="uk-UA" b="0" i="0" dirty="0"/>
            <a:t>тільки 1-ша подія стосується</a:t>
          </a:r>
          <a:endParaRPr lang="uk-UA" dirty="0"/>
        </a:p>
      </dgm:t>
    </dgm:pt>
    <dgm:pt modelId="{2491F2F6-FD07-44E5-AC09-ADFE5721DAA6}" type="parTrans" cxnId="{332AFA8E-E0FB-4DD0-BC93-36FCF56C8217}">
      <dgm:prSet/>
      <dgm:spPr/>
      <dgm:t>
        <a:bodyPr/>
        <a:lstStyle/>
        <a:p>
          <a:endParaRPr lang="uk-UA"/>
        </a:p>
      </dgm:t>
    </dgm:pt>
    <dgm:pt modelId="{655D42E1-8124-4AE5-BB34-05D2E23DB4F7}" type="sibTrans" cxnId="{332AFA8E-E0FB-4DD0-BC93-36FCF56C8217}">
      <dgm:prSet/>
      <dgm:spPr/>
      <dgm:t>
        <a:bodyPr/>
        <a:lstStyle/>
        <a:p>
          <a:endParaRPr lang="uk-UA"/>
        </a:p>
      </dgm:t>
    </dgm:pt>
    <dgm:pt modelId="{F36DB51F-48F2-4D3A-9899-E65D9274DF93}">
      <dgm:prSet/>
      <dgm:spPr/>
      <dgm:t>
        <a:bodyPr/>
        <a:lstStyle/>
        <a:p>
          <a:r>
            <a:rPr lang="uk-UA" b="0" i="0"/>
            <a:t>тільки 2-га подія стосується</a:t>
          </a:r>
          <a:endParaRPr lang="uk-UA"/>
        </a:p>
      </dgm:t>
    </dgm:pt>
    <dgm:pt modelId="{0040D9DC-A267-4DA8-A629-BE2FEA3DA30B}" type="parTrans" cxnId="{D6310037-9324-4994-B07D-9E79923E9167}">
      <dgm:prSet/>
      <dgm:spPr/>
      <dgm:t>
        <a:bodyPr/>
        <a:lstStyle/>
        <a:p>
          <a:endParaRPr lang="uk-UA"/>
        </a:p>
      </dgm:t>
    </dgm:pt>
    <dgm:pt modelId="{0F048DC6-5E1C-4DAD-AD87-C2783A0D93CC}" type="sibTrans" cxnId="{D6310037-9324-4994-B07D-9E79923E9167}">
      <dgm:prSet/>
      <dgm:spPr/>
      <dgm:t>
        <a:bodyPr/>
        <a:lstStyle/>
        <a:p>
          <a:endParaRPr lang="uk-UA"/>
        </a:p>
      </dgm:t>
    </dgm:pt>
    <dgm:pt modelId="{A32B131A-3615-41EC-844E-255B99D54F21}">
      <dgm:prSet/>
      <dgm:spPr/>
      <dgm:t>
        <a:bodyPr/>
        <a:lstStyle/>
        <a:p>
          <a:r>
            <a:rPr lang="uk-UA" b="0" i="0" dirty="0"/>
            <a:t>ні, жодна з подій не стосується</a:t>
          </a:r>
          <a:endParaRPr lang="uk-UA" dirty="0"/>
        </a:p>
      </dgm:t>
    </dgm:pt>
    <dgm:pt modelId="{6D17C93B-9D6A-4B46-8BF5-4B717A8E596D}" type="parTrans" cxnId="{F8F3DE7F-AE0D-4E38-8239-35EE4DD9015C}">
      <dgm:prSet/>
      <dgm:spPr/>
      <dgm:t>
        <a:bodyPr/>
        <a:lstStyle/>
        <a:p>
          <a:endParaRPr lang="uk-UA"/>
        </a:p>
      </dgm:t>
    </dgm:pt>
    <dgm:pt modelId="{B2F3B84A-96AC-4944-ACEB-0D6342526E43}" type="sibTrans" cxnId="{F8F3DE7F-AE0D-4E38-8239-35EE4DD9015C}">
      <dgm:prSet/>
      <dgm:spPr/>
      <dgm:t>
        <a:bodyPr/>
        <a:lstStyle/>
        <a:p>
          <a:endParaRPr lang="uk-UA"/>
        </a:p>
      </dgm:t>
    </dgm:pt>
    <dgm:pt modelId="{FE15D930-4C0E-42C0-9187-3C03565FC2DE}" type="pres">
      <dgm:prSet presAssocID="{D4CE2B33-EDC2-497B-8191-B3E69885941D}" presName="Name0" presStyleCnt="0">
        <dgm:presLayoutVars>
          <dgm:chMax val="7"/>
          <dgm:chPref val="7"/>
          <dgm:dir/>
        </dgm:presLayoutVars>
      </dgm:prSet>
      <dgm:spPr/>
    </dgm:pt>
    <dgm:pt modelId="{509738B6-2292-4319-9CD1-7425D2C5B68F}" type="pres">
      <dgm:prSet presAssocID="{D4CE2B33-EDC2-497B-8191-B3E69885941D}" presName="Name1" presStyleCnt="0"/>
      <dgm:spPr/>
    </dgm:pt>
    <dgm:pt modelId="{1498F3C3-BF14-4C6F-80C8-80A6BEEE75DD}" type="pres">
      <dgm:prSet presAssocID="{D4CE2B33-EDC2-497B-8191-B3E69885941D}" presName="cycle" presStyleCnt="0"/>
      <dgm:spPr/>
    </dgm:pt>
    <dgm:pt modelId="{DC7CAAAC-3D1B-4270-9C0A-DE352967AE20}" type="pres">
      <dgm:prSet presAssocID="{D4CE2B33-EDC2-497B-8191-B3E69885941D}" presName="srcNode" presStyleLbl="node1" presStyleIdx="0" presStyleCnt="4"/>
      <dgm:spPr/>
    </dgm:pt>
    <dgm:pt modelId="{08E631A6-E752-4617-B6D2-CB24C9E015CA}" type="pres">
      <dgm:prSet presAssocID="{D4CE2B33-EDC2-497B-8191-B3E69885941D}" presName="conn" presStyleLbl="parChTrans1D2" presStyleIdx="0" presStyleCnt="1"/>
      <dgm:spPr/>
    </dgm:pt>
    <dgm:pt modelId="{4F112674-B23C-47A0-BE26-3EF3FEAC9A0B}" type="pres">
      <dgm:prSet presAssocID="{D4CE2B33-EDC2-497B-8191-B3E69885941D}" presName="extraNode" presStyleLbl="node1" presStyleIdx="0" presStyleCnt="4"/>
      <dgm:spPr/>
    </dgm:pt>
    <dgm:pt modelId="{981D4AE4-6017-4FD1-A0FB-1866419DCBDB}" type="pres">
      <dgm:prSet presAssocID="{D4CE2B33-EDC2-497B-8191-B3E69885941D}" presName="dstNode" presStyleLbl="node1" presStyleIdx="0" presStyleCnt="4"/>
      <dgm:spPr/>
    </dgm:pt>
    <dgm:pt modelId="{A4E672CB-9316-4E79-9463-8C37CC6BC7FE}" type="pres">
      <dgm:prSet presAssocID="{675B5222-08BE-40DA-A163-6E5A7CB8265F}" presName="text_1" presStyleLbl="node1" presStyleIdx="0" presStyleCnt="4">
        <dgm:presLayoutVars>
          <dgm:bulletEnabled val="1"/>
        </dgm:presLayoutVars>
      </dgm:prSet>
      <dgm:spPr/>
    </dgm:pt>
    <dgm:pt modelId="{0CB880E4-20A4-4D7F-9B35-4C0568860719}" type="pres">
      <dgm:prSet presAssocID="{675B5222-08BE-40DA-A163-6E5A7CB8265F}" presName="accent_1" presStyleCnt="0"/>
      <dgm:spPr/>
    </dgm:pt>
    <dgm:pt modelId="{51E9AD7D-926F-4C4D-B359-395DBD5B4CE5}" type="pres">
      <dgm:prSet presAssocID="{675B5222-08BE-40DA-A163-6E5A7CB8265F}" presName="accentRepeatNode" presStyleLbl="solidFgAcc1" presStyleIdx="0" presStyleCnt="4"/>
      <dgm:spPr/>
    </dgm:pt>
    <dgm:pt modelId="{38FBA25D-6226-4857-B2D9-F32A98C3BF9D}" type="pres">
      <dgm:prSet presAssocID="{00039A8E-5651-4FCF-A1B1-C70E06DA76B0}" presName="text_2" presStyleLbl="node1" presStyleIdx="1" presStyleCnt="4">
        <dgm:presLayoutVars>
          <dgm:bulletEnabled val="1"/>
        </dgm:presLayoutVars>
      </dgm:prSet>
      <dgm:spPr/>
    </dgm:pt>
    <dgm:pt modelId="{E9885A7E-2F7C-401C-8C26-4C9CA3D15B4B}" type="pres">
      <dgm:prSet presAssocID="{00039A8E-5651-4FCF-A1B1-C70E06DA76B0}" presName="accent_2" presStyleCnt="0"/>
      <dgm:spPr/>
    </dgm:pt>
    <dgm:pt modelId="{9286AE9E-81DB-42AD-8E26-C4E7E3D5F35C}" type="pres">
      <dgm:prSet presAssocID="{00039A8E-5651-4FCF-A1B1-C70E06DA76B0}" presName="accentRepeatNode" presStyleLbl="solidFgAcc1" presStyleIdx="1" presStyleCnt="4"/>
      <dgm:spPr/>
    </dgm:pt>
    <dgm:pt modelId="{A726ECD5-6AD0-4091-BF7B-9BE9369D1EE0}" type="pres">
      <dgm:prSet presAssocID="{F36DB51F-48F2-4D3A-9899-E65D9274DF93}" presName="text_3" presStyleLbl="node1" presStyleIdx="2" presStyleCnt="4">
        <dgm:presLayoutVars>
          <dgm:bulletEnabled val="1"/>
        </dgm:presLayoutVars>
      </dgm:prSet>
      <dgm:spPr/>
    </dgm:pt>
    <dgm:pt modelId="{748BABF0-EFE4-4569-A682-2FBC281AC15F}" type="pres">
      <dgm:prSet presAssocID="{F36DB51F-48F2-4D3A-9899-E65D9274DF93}" presName="accent_3" presStyleCnt="0"/>
      <dgm:spPr/>
    </dgm:pt>
    <dgm:pt modelId="{64C3608B-9615-407A-B911-8625947E4C03}" type="pres">
      <dgm:prSet presAssocID="{F36DB51F-48F2-4D3A-9899-E65D9274DF93}" presName="accentRepeatNode" presStyleLbl="solidFgAcc1" presStyleIdx="2" presStyleCnt="4"/>
      <dgm:spPr/>
    </dgm:pt>
    <dgm:pt modelId="{45190ACA-04C5-4CF9-A711-DDA7EDE4C053}" type="pres">
      <dgm:prSet presAssocID="{A32B131A-3615-41EC-844E-255B99D54F21}" presName="text_4" presStyleLbl="node1" presStyleIdx="3" presStyleCnt="4">
        <dgm:presLayoutVars>
          <dgm:bulletEnabled val="1"/>
        </dgm:presLayoutVars>
      </dgm:prSet>
      <dgm:spPr/>
    </dgm:pt>
    <dgm:pt modelId="{2C1D02D2-880A-4D37-A9C9-49CF021ECF36}" type="pres">
      <dgm:prSet presAssocID="{A32B131A-3615-41EC-844E-255B99D54F21}" presName="accent_4" presStyleCnt="0"/>
      <dgm:spPr/>
    </dgm:pt>
    <dgm:pt modelId="{518AC361-90DC-4603-B86C-0644D1850911}" type="pres">
      <dgm:prSet presAssocID="{A32B131A-3615-41EC-844E-255B99D54F21}" presName="accentRepeatNode" presStyleLbl="solidFgAcc1" presStyleIdx="3" presStyleCnt="4"/>
      <dgm:spPr/>
    </dgm:pt>
  </dgm:ptLst>
  <dgm:cxnLst>
    <dgm:cxn modelId="{D6310037-9324-4994-B07D-9E79923E9167}" srcId="{D4CE2B33-EDC2-497B-8191-B3E69885941D}" destId="{F36DB51F-48F2-4D3A-9899-E65D9274DF93}" srcOrd="2" destOrd="0" parTransId="{0040D9DC-A267-4DA8-A629-BE2FEA3DA30B}" sibTransId="{0F048DC6-5E1C-4DAD-AD87-C2783A0D93CC}"/>
    <dgm:cxn modelId="{AE70863E-2ABD-4324-89E2-0DB3A6DC1443}" type="presOf" srcId="{154D3A93-BD8B-4298-8E0C-B857D4DCFB7F}" destId="{08E631A6-E752-4617-B6D2-CB24C9E015CA}" srcOrd="0" destOrd="0" presId="urn:microsoft.com/office/officeart/2008/layout/VerticalCurvedList"/>
    <dgm:cxn modelId="{4748EB41-84FF-4FD4-98E7-352A029D0E60}" type="presOf" srcId="{F36DB51F-48F2-4D3A-9899-E65D9274DF93}" destId="{A726ECD5-6AD0-4091-BF7B-9BE9369D1EE0}" srcOrd="0" destOrd="0" presId="urn:microsoft.com/office/officeart/2008/layout/VerticalCurvedList"/>
    <dgm:cxn modelId="{371F5B54-4FA5-4C36-B31B-5206EBC9C8AB}" type="presOf" srcId="{675B5222-08BE-40DA-A163-6E5A7CB8265F}" destId="{A4E672CB-9316-4E79-9463-8C37CC6BC7FE}" srcOrd="0" destOrd="0" presId="urn:microsoft.com/office/officeart/2008/layout/VerticalCurvedList"/>
    <dgm:cxn modelId="{F8F3DE7F-AE0D-4E38-8239-35EE4DD9015C}" srcId="{D4CE2B33-EDC2-497B-8191-B3E69885941D}" destId="{A32B131A-3615-41EC-844E-255B99D54F21}" srcOrd="3" destOrd="0" parTransId="{6D17C93B-9D6A-4B46-8BF5-4B717A8E596D}" sibTransId="{B2F3B84A-96AC-4944-ACEB-0D6342526E43}"/>
    <dgm:cxn modelId="{D100AC83-D4E4-4166-B26C-D9132F8F3F1D}" type="presOf" srcId="{D4CE2B33-EDC2-497B-8191-B3E69885941D}" destId="{FE15D930-4C0E-42C0-9187-3C03565FC2DE}" srcOrd="0" destOrd="0" presId="urn:microsoft.com/office/officeart/2008/layout/VerticalCurvedList"/>
    <dgm:cxn modelId="{332AFA8E-E0FB-4DD0-BC93-36FCF56C8217}" srcId="{D4CE2B33-EDC2-497B-8191-B3E69885941D}" destId="{00039A8E-5651-4FCF-A1B1-C70E06DA76B0}" srcOrd="1" destOrd="0" parTransId="{2491F2F6-FD07-44E5-AC09-ADFE5721DAA6}" sibTransId="{655D42E1-8124-4AE5-BB34-05D2E23DB4F7}"/>
    <dgm:cxn modelId="{12F01CC1-6D50-49FD-A6E0-60004DC0C30D}" type="presOf" srcId="{A32B131A-3615-41EC-844E-255B99D54F21}" destId="{45190ACA-04C5-4CF9-A711-DDA7EDE4C053}" srcOrd="0" destOrd="0" presId="urn:microsoft.com/office/officeart/2008/layout/VerticalCurvedList"/>
    <dgm:cxn modelId="{A54C95D2-69B4-4179-8D60-1744035CAAA0}" srcId="{D4CE2B33-EDC2-497B-8191-B3E69885941D}" destId="{675B5222-08BE-40DA-A163-6E5A7CB8265F}" srcOrd="0" destOrd="0" parTransId="{A5B2F5CE-42FD-4D64-9DC8-D409843F88AB}" sibTransId="{154D3A93-BD8B-4298-8E0C-B857D4DCFB7F}"/>
    <dgm:cxn modelId="{146F3BE3-4101-4C87-B2D4-CB3A36FCD416}" type="presOf" srcId="{00039A8E-5651-4FCF-A1B1-C70E06DA76B0}" destId="{38FBA25D-6226-4857-B2D9-F32A98C3BF9D}" srcOrd="0" destOrd="0" presId="urn:microsoft.com/office/officeart/2008/layout/VerticalCurvedList"/>
    <dgm:cxn modelId="{BA7D539B-32D7-4F9C-8150-73477D113D7D}" type="presParOf" srcId="{FE15D930-4C0E-42C0-9187-3C03565FC2DE}" destId="{509738B6-2292-4319-9CD1-7425D2C5B68F}" srcOrd="0" destOrd="0" presId="urn:microsoft.com/office/officeart/2008/layout/VerticalCurvedList"/>
    <dgm:cxn modelId="{45254EA6-2395-4E39-90B4-49321B02F453}" type="presParOf" srcId="{509738B6-2292-4319-9CD1-7425D2C5B68F}" destId="{1498F3C3-BF14-4C6F-80C8-80A6BEEE75DD}" srcOrd="0" destOrd="0" presId="urn:microsoft.com/office/officeart/2008/layout/VerticalCurvedList"/>
    <dgm:cxn modelId="{01A54E0B-9AE0-4F98-8580-EAD521464BDE}" type="presParOf" srcId="{1498F3C3-BF14-4C6F-80C8-80A6BEEE75DD}" destId="{DC7CAAAC-3D1B-4270-9C0A-DE352967AE20}" srcOrd="0" destOrd="0" presId="urn:microsoft.com/office/officeart/2008/layout/VerticalCurvedList"/>
    <dgm:cxn modelId="{14813429-69BF-40C4-B15D-88CAFF07CFCB}" type="presParOf" srcId="{1498F3C3-BF14-4C6F-80C8-80A6BEEE75DD}" destId="{08E631A6-E752-4617-B6D2-CB24C9E015CA}" srcOrd="1" destOrd="0" presId="urn:microsoft.com/office/officeart/2008/layout/VerticalCurvedList"/>
    <dgm:cxn modelId="{A516880A-9863-4292-B4B5-021F48519D54}" type="presParOf" srcId="{1498F3C3-BF14-4C6F-80C8-80A6BEEE75DD}" destId="{4F112674-B23C-47A0-BE26-3EF3FEAC9A0B}" srcOrd="2" destOrd="0" presId="urn:microsoft.com/office/officeart/2008/layout/VerticalCurvedList"/>
    <dgm:cxn modelId="{B6532280-0841-4EF4-B30E-3D63C46E3E34}" type="presParOf" srcId="{1498F3C3-BF14-4C6F-80C8-80A6BEEE75DD}" destId="{981D4AE4-6017-4FD1-A0FB-1866419DCBDB}" srcOrd="3" destOrd="0" presId="urn:microsoft.com/office/officeart/2008/layout/VerticalCurvedList"/>
    <dgm:cxn modelId="{0CEAF15F-C28D-4318-BB46-BCE89E0F1FDC}" type="presParOf" srcId="{509738B6-2292-4319-9CD1-7425D2C5B68F}" destId="{A4E672CB-9316-4E79-9463-8C37CC6BC7FE}" srcOrd="1" destOrd="0" presId="urn:microsoft.com/office/officeart/2008/layout/VerticalCurvedList"/>
    <dgm:cxn modelId="{3C7988EF-4467-4BC1-83C0-040D1C1211B1}" type="presParOf" srcId="{509738B6-2292-4319-9CD1-7425D2C5B68F}" destId="{0CB880E4-20A4-4D7F-9B35-4C0568860719}" srcOrd="2" destOrd="0" presId="urn:microsoft.com/office/officeart/2008/layout/VerticalCurvedList"/>
    <dgm:cxn modelId="{D1371A8B-2371-4C45-B36E-70EE051F74C8}" type="presParOf" srcId="{0CB880E4-20A4-4D7F-9B35-4C0568860719}" destId="{51E9AD7D-926F-4C4D-B359-395DBD5B4CE5}" srcOrd="0" destOrd="0" presId="urn:microsoft.com/office/officeart/2008/layout/VerticalCurvedList"/>
    <dgm:cxn modelId="{D710B455-6AE8-4B46-A393-60CA1F5B1F89}" type="presParOf" srcId="{509738B6-2292-4319-9CD1-7425D2C5B68F}" destId="{38FBA25D-6226-4857-B2D9-F32A98C3BF9D}" srcOrd="3" destOrd="0" presId="urn:microsoft.com/office/officeart/2008/layout/VerticalCurvedList"/>
    <dgm:cxn modelId="{C2421688-AD9A-436F-881B-DF3A62C239E8}" type="presParOf" srcId="{509738B6-2292-4319-9CD1-7425D2C5B68F}" destId="{E9885A7E-2F7C-401C-8C26-4C9CA3D15B4B}" srcOrd="4" destOrd="0" presId="urn:microsoft.com/office/officeart/2008/layout/VerticalCurvedList"/>
    <dgm:cxn modelId="{6D7B8155-CE5A-4BA8-83A6-5FEEF95857D8}" type="presParOf" srcId="{E9885A7E-2F7C-401C-8C26-4C9CA3D15B4B}" destId="{9286AE9E-81DB-42AD-8E26-C4E7E3D5F35C}" srcOrd="0" destOrd="0" presId="urn:microsoft.com/office/officeart/2008/layout/VerticalCurvedList"/>
    <dgm:cxn modelId="{5B4B2DD7-57A8-4998-AAE2-4F4B16C3FBAA}" type="presParOf" srcId="{509738B6-2292-4319-9CD1-7425D2C5B68F}" destId="{A726ECD5-6AD0-4091-BF7B-9BE9369D1EE0}" srcOrd="5" destOrd="0" presId="urn:microsoft.com/office/officeart/2008/layout/VerticalCurvedList"/>
    <dgm:cxn modelId="{4A4256D7-1DAC-431C-8F55-D0D25DF18FD7}" type="presParOf" srcId="{509738B6-2292-4319-9CD1-7425D2C5B68F}" destId="{748BABF0-EFE4-4569-A682-2FBC281AC15F}" srcOrd="6" destOrd="0" presId="urn:microsoft.com/office/officeart/2008/layout/VerticalCurvedList"/>
    <dgm:cxn modelId="{8F04BA64-45CA-4B94-8C40-83800490F36A}" type="presParOf" srcId="{748BABF0-EFE4-4569-A682-2FBC281AC15F}" destId="{64C3608B-9615-407A-B911-8625947E4C03}" srcOrd="0" destOrd="0" presId="urn:microsoft.com/office/officeart/2008/layout/VerticalCurvedList"/>
    <dgm:cxn modelId="{3379EDD3-1B57-4383-BC1D-317AF96119FC}" type="presParOf" srcId="{509738B6-2292-4319-9CD1-7425D2C5B68F}" destId="{45190ACA-04C5-4CF9-A711-DDA7EDE4C053}" srcOrd="7" destOrd="0" presId="urn:microsoft.com/office/officeart/2008/layout/VerticalCurvedList"/>
    <dgm:cxn modelId="{A817EB75-34E3-4436-846F-340EAE02EE91}" type="presParOf" srcId="{509738B6-2292-4319-9CD1-7425D2C5B68F}" destId="{2C1D02D2-880A-4D37-A9C9-49CF021ECF36}" srcOrd="8" destOrd="0" presId="urn:microsoft.com/office/officeart/2008/layout/VerticalCurvedList"/>
    <dgm:cxn modelId="{6C763DC4-4F88-4924-BF94-9540C4F4E3D5}" type="presParOf" srcId="{2C1D02D2-880A-4D37-A9C9-49CF021ECF36}" destId="{518AC361-90DC-4603-B86C-0644D185091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5.xml><?xml version="1.0" encoding="utf-8"?>
<dgm:dataModel xmlns:dgm="http://schemas.openxmlformats.org/drawingml/2006/diagram" xmlns:a="http://schemas.openxmlformats.org/drawingml/2006/main">
  <dgm:ptLst>
    <dgm:pt modelId="{D725E353-0E13-42B5-A8A6-480D19FCFA4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3D5B292-13EB-46E6-BE6B-887DD2FB3A08}">
      <dgm:prSet/>
      <dgm:spPr/>
      <dgm:t>
        <a:bodyPr/>
        <a:lstStyle/>
        <a:p>
          <a:r>
            <a:rPr lang="uk-UA" b="0" i="1" dirty="0"/>
            <a:t>«…на другий день посилає до імператора просити миру за такою умовою: [русичі] повинні віддати [візантійцям] </a:t>
          </a:r>
          <a:r>
            <a:rPr lang="uk-UA" b="0" i="1" dirty="0" err="1"/>
            <a:t>Доростол</a:t>
          </a:r>
          <a:r>
            <a:rPr lang="uk-UA" b="0" i="1" dirty="0"/>
            <a:t>.., [візантійці] повинні дозволити привозити до себе хліб…»</a:t>
          </a:r>
          <a:endParaRPr lang="uk-UA" dirty="0"/>
        </a:p>
      </dgm:t>
    </dgm:pt>
    <dgm:pt modelId="{0BF7965F-1F77-4B17-B304-2955AAEFDBEC}" type="parTrans" cxnId="{127E3AEB-68E6-4C91-BB5A-F3D569210FD1}">
      <dgm:prSet/>
      <dgm:spPr/>
      <dgm:t>
        <a:bodyPr/>
        <a:lstStyle/>
        <a:p>
          <a:endParaRPr lang="uk-UA"/>
        </a:p>
      </dgm:t>
    </dgm:pt>
    <dgm:pt modelId="{E851D0D0-6D1B-4ED6-A771-50C8F105E89A}" type="sibTrans" cxnId="{127E3AEB-68E6-4C91-BB5A-F3D569210FD1}">
      <dgm:prSet/>
      <dgm:spPr/>
      <dgm:t>
        <a:bodyPr/>
        <a:lstStyle/>
        <a:p>
          <a:endParaRPr lang="uk-UA"/>
        </a:p>
      </dgm:t>
    </dgm:pt>
    <dgm:pt modelId="{B628327A-0C2C-4C91-BABE-19F4B1A60950}">
      <dgm:prSet/>
      <dgm:spPr/>
      <dgm:t>
        <a:bodyPr/>
        <a:lstStyle/>
        <a:p>
          <a:r>
            <a:rPr lang="uk-UA" b="0" i="1"/>
            <a:t>«Більше вже не хочу мститися – хочу тільки взяти з вас невелику данину. Дайте мені від кожного двору по три голуби і по три горобці...»</a:t>
          </a:r>
          <a:endParaRPr lang="uk-UA"/>
        </a:p>
      </dgm:t>
    </dgm:pt>
    <dgm:pt modelId="{C19A3022-FC54-45F2-B1F1-FD336B351C41}" type="parTrans" cxnId="{248E31EE-C940-4E2D-AD77-0B9E93FF97EA}">
      <dgm:prSet/>
      <dgm:spPr/>
      <dgm:t>
        <a:bodyPr/>
        <a:lstStyle/>
        <a:p>
          <a:endParaRPr lang="uk-UA"/>
        </a:p>
      </dgm:t>
    </dgm:pt>
    <dgm:pt modelId="{D61394C7-571B-49D7-A914-977C639F9721}" type="sibTrans" cxnId="{248E31EE-C940-4E2D-AD77-0B9E93FF97EA}">
      <dgm:prSet/>
      <dgm:spPr/>
      <dgm:t>
        <a:bodyPr/>
        <a:lstStyle/>
        <a:p>
          <a:endParaRPr lang="uk-UA"/>
        </a:p>
      </dgm:t>
    </dgm:pt>
    <dgm:pt modelId="{DDD4E605-7449-419F-96D8-CD03E16B5C2A}">
      <dgm:prSet/>
      <dgm:spPr/>
      <dgm:t>
        <a:bodyPr/>
        <a:lstStyle/>
        <a:p>
          <a:r>
            <a:rPr lang="uk-UA" b="0" i="1" dirty="0"/>
            <a:t>«Хозари вийшли супроти нього з каганом, князем своїм. І зступилися війська битися, і сталася битва межи ними, і </a:t>
          </a:r>
          <a:r>
            <a:rPr lang="uk-UA" b="0" i="1" dirty="0" err="1"/>
            <a:t>одолів</a:t>
          </a:r>
          <a:r>
            <a:rPr lang="uk-UA" b="0" i="1" dirty="0"/>
            <a:t> він хозар і город їхній столицю Ітіль, і город Білу Вежу взяв...»</a:t>
          </a:r>
          <a:endParaRPr lang="uk-UA" dirty="0"/>
        </a:p>
      </dgm:t>
    </dgm:pt>
    <dgm:pt modelId="{42D1C62E-08A3-4DE1-8972-E2F3EC831E90}" type="parTrans" cxnId="{C8EDC93E-6553-493F-ACC1-421B98165298}">
      <dgm:prSet/>
      <dgm:spPr/>
      <dgm:t>
        <a:bodyPr/>
        <a:lstStyle/>
        <a:p>
          <a:endParaRPr lang="uk-UA"/>
        </a:p>
      </dgm:t>
    </dgm:pt>
    <dgm:pt modelId="{04EFF9D9-819A-4B85-BD1A-9EF2B56398D7}" type="sibTrans" cxnId="{C8EDC93E-6553-493F-ACC1-421B98165298}">
      <dgm:prSet/>
      <dgm:spPr/>
      <dgm:t>
        <a:bodyPr/>
        <a:lstStyle/>
        <a:p>
          <a:endParaRPr lang="uk-UA"/>
        </a:p>
      </dgm:t>
    </dgm:pt>
    <dgm:pt modelId="{9E7B138F-049C-4138-9735-02AEEB3A9D5B}" type="pres">
      <dgm:prSet presAssocID="{D725E353-0E13-42B5-A8A6-480D19FCFA4B}" presName="linear" presStyleCnt="0">
        <dgm:presLayoutVars>
          <dgm:animLvl val="lvl"/>
          <dgm:resizeHandles val="exact"/>
        </dgm:presLayoutVars>
      </dgm:prSet>
      <dgm:spPr/>
    </dgm:pt>
    <dgm:pt modelId="{EF990246-9247-4911-839C-D45A465FC68E}" type="pres">
      <dgm:prSet presAssocID="{73D5B292-13EB-46E6-BE6B-887DD2FB3A0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DE5D4AF-07F2-423D-AB1F-5D477E6377FF}" type="pres">
      <dgm:prSet presAssocID="{E851D0D0-6D1B-4ED6-A771-50C8F105E89A}" presName="spacer" presStyleCnt="0"/>
      <dgm:spPr/>
    </dgm:pt>
    <dgm:pt modelId="{C33C056A-28D5-4293-8AE4-24B750584CDF}" type="pres">
      <dgm:prSet presAssocID="{B628327A-0C2C-4C91-BABE-19F4B1A6095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979CB29-703A-4A96-B90A-B82BAC8AC447}" type="pres">
      <dgm:prSet presAssocID="{D61394C7-571B-49D7-A914-977C639F9721}" presName="spacer" presStyleCnt="0"/>
      <dgm:spPr/>
    </dgm:pt>
    <dgm:pt modelId="{8816401E-B66A-4485-BC91-67D9927711DE}" type="pres">
      <dgm:prSet presAssocID="{DDD4E605-7449-419F-96D8-CD03E16B5C2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FA16200-D963-4A64-8818-BAD728B9065D}" type="presOf" srcId="{B628327A-0C2C-4C91-BABE-19F4B1A60950}" destId="{C33C056A-28D5-4293-8AE4-24B750584CDF}" srcOrd="0" destOrd="0" presId="urn:microsoft.com/office/officeart/2005/8/layout/vList2"/>
    <dgm:cxn modelId="{494EDA16-C2FC-4C38-BD60-638BE85453AA}" type="presOf" srcId="{73D5B292-13EB-46E6-BE6B-887DD2FB3A08}" destId="{EF990246-9247-4911-839C-D45A465FC68E}" srcOrd="0" destOrd="0" presId="urn:microsoft.com/office/officeart/2005/8/layout/vList2"/>
    <dgm:cxn modelId="{56234126-BD22-4014-8D13-E602D10D3EA0}" type="presOf" srcId="{D725E353-0E13-42B5-A8A6-480D19FCFA4B}" destId="{9E7B138F-049C-4138-9735-02AEEB3A9D5B}" srcOrd="0" destOrd="0" presId="urn:microsoft.com/office/officeart/2005/8/layout/vList2"/>
    <dgm:cxn modelId="{B4136E3C-CB66-4AEF-B731-6B85EB3F411C}" type="presOf" srcId="{DDD4E605-7449-419F-96D8-CD03E16B5C2A}" destId="{8816401E-B66A-4485-BC91-67D9927711DE}" srcOrd="0" destOrd="0" presId="urn:microsoft.com/office/officeart/2005/8/layout/vList2"/>
    <dgm:cxn modelId="{C8EDC93E-6553-493F-ACC1-421B98165298}" srcId="{D725E353-0E13-42B5-A8A6-480D19FCFA4B}" destId="{DDD4E605-7449-419F-96D8-CD03E16B5C2A}" srcOrd="2" destOrd="0" parTransId="{42D1C62E-08A3-4DE1-8972-E2F3EC831E90}" sibTransId="{04EFF9D9-819A-4B85-BD1A-9EF2B56398D7}"/>
    <dgm:cxn modelId="{127E3AEB-68E6-4C91-BB5A-F3D569210FD1}" srcId="{D725E353-0E13-42B5-A8A6-480D19FCFA4B}" destId="{73D5B292-13EB-46E6-BE6B-887DD2FB3A08}" srcOrd="0" destOrd="0" parTransId="{0BF7965F-1F77-4B17-B304-2955AAEFDBEC}" sibTransId="{E851D0D0-6D1B-4ED6-A771-50C8F105E89A}"/>
    <dgm:cxn modelId="{248E31EE-C940-4E2D-AD77-0B9E93FF97EA}" srcId="{D725E353-0E13-42B5-A8A6-480D19FCFA4B}" destId="{B628327A-0C2C-4C91-BABE-19F4B1A60950}" srcOrd="1" destOrd="0" parTransId="{C19A3022-FC54-45F2-B1F1-FD336B351C41}" sibTransId="{D61394C7-571B-49D7-A914-977C639F9721}"/>
    <dgm:cxn modelId="{AFEF5817-2ED9-470B-AE74-BB1EE762B8AE}" type="presParOf" srcId="{9E7B138F-049C-4138-9735-02AEEB3A9D5B}" destId="{EF990246-9247-4911-839C-D45A465FC68E}" srcOrd="0" destOrd="0" presId="urn:microsoft.com/office/officeart/2005/8/layout/vList2"/>
    <dgm:cxn modelId="{3B1D4754-9D06-48CA-A1FC-88502F15892E}" type="presParOf" srcId="{9E7B138F-049C-4138-9735-02AEEB3A9D5B}" destId="{7DE5D4AF-07F2-423D-AB1F-5D477E6377FF}" srcOrd="1" destOrd="0" presId="urn:microsoft.com/office/officeart/2005/8/layout/vList2"/>
    <dgm:cxn modelId="{6676365A-3A2B-48C6-B811-591C8E6813DC}" type="presParOf" srcId="{9E7B138F-049C-4138-9735-02AEEB3A9D5B}" destId="{C33C056A-28D5-4293-8AE4-24B750584CDF}" srcOrd="2" destOrd="0" presId="urn:microsoft.com/office/officeart/2005/8/layout/vList2"/>
    <dgm:cxn modelId="{FC27E0F7-5F48-420C-A6A1-800A5D6CA7AB}" type="presParOf" srcId="{9E7B138F-049C-4138-9735-02AEEB3A9D5B}" destId="{A979CB29-703A-4A96-B90A-B82BAC8AC447}" srcOrd="3" destOrd="0" presId="urn:microsoft.com/office/officeart/2005/8/layout/vList2"/>
    <dgm:cxn modelId="{5C13DA75-9CBF-45C3-9530-491996253496}" type="presParOf" srcId="{9E7B138F-049C-4138-9735-02AEEB3A9D5B}" destId="{8816401E-B66A-4485-BC91-67D9927711D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6.xml><?xml version="1.0" encoding="utf-8"?>
<dgm:dataModel xmlns:dgm="http://schemas.openxmlformats.org/drawingml/2006/diagram" xmlns:a="http://schemas.openxmlformats.org/drawingml/2006/main">
  <dgm:ptLst>
    <dgm:pt modelId="{1982D740-37C8-4EC2-92EB-D67453FE5A0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67F29DA-669E-430F-BBAC-19E683F615BA}">
      <dgm:prSet/>
      <dgm:spPr/>
      <dgm:t>
        <a:bodyPr/>
        <a:lstStyle/>
        <a:p>
          <a:r>
            <a:rPr lang="uk-UA" b="0" i="1" dirty="0"/>
            <a:t>«Зібрав він воїнів і прийшов до Києва, і вчинив мир із братом своїм Мстиславом. І розділили вони по Дніпру Руську землю: собі узяв сю сторону, а Мстислав – ту…»</a:t>
          </a:r>
          <a:endParaRPr lang="uk-UA" dirty="0"/>
        </a:p>
      </dgm:t>
    </dgm:pt>
    <dgm:pt modelId="{1ACC4080-9B78-412D-B8C2-1EF6CBC7C4C0}" type="parTrans" cxnId="{4238D1C3-686D-41A5-91F9-0CC32DD1DD18}">
      <dgm:prSet/>
      <dgm:spPr/>
      <dgm:t>
        <a:bodyPr/>
        <a:lstStyle/>
        <a:p>
          <a:endParaRPr lang="uk-UA"/>
        </a:p>
      </dgm:t>
    </dgm:pt>
    <dgm:pt modelId="{EE2D4884-FF8E-47F0-9E74-F2BDD1660211}" type="sibTrans" cxnId="{4238D1C3-686D-41A5-91F9-0CC32DD1DD18}">
      <dgm:prSet/>
      <dgm:spPr/>
      <dgm:t>
        <a:bodyPr/>
        <a:lstStyle/>
        <a:p>
          <a:endParaRPr lang="uk-UA"/>
        </a:p>
      </dgm:t>
    </dgm:pt>
    <dgm:pt modelId="{1C12D141-8C5A-4DF0-B1CF-9F13A0108A69}">
      <dgm:prSet/>
      <dgm:spPr/>
      <dgm:t>
        <a:bodyPr/>
        <a:lstStyle/>
        <a:p>
          <a:r>
            <a:rPr lang="uk-UA" b="0" i="1"/>
            <a:t>«Тепер поручаю я, – замість себе, – стіл свій, Київ, найстаршому синові… Ізяславу, …нехай він вам буде замість мене… А Святославу даю Чернігів, а Всеволоду – Переяслав…»</a:t>
          </a:r>
          <a:endParaRPr lang="uk-UA"/>
        </a:p>
      </dgm:t>
    </dgm:pt>
    <dgm:pt modelId="{40506080-B7DB-4705-9A18-F317EB843535}" type="parTrans" cxnId="{C7690167-CE53-412A-91D5-015A47F8465F}">
      <dgm:prSet/>
      <dgm:spPr/>
      <dgm:t>
        <a:bodyPr/>
        <a:lstStyle/>
        <a:p>
          <a:endParaRPr lang="uk-UA"/>
        </a:p>
      </dgm:t>
    </dgm:pt>
    <dgm:pt modelId="{8F5BC0DC-FB20-499D-A11E-DDBBD7755536}" type="sibTrans" cxnId="{C7690167-CE53-412A-91D5-015A47F8465F}">
      <dgm:prSet/>
      <dgm:spPr/>
      <dgm:t>
        <a:bodyPr/>
        <a:lstStyle/>
        <a:p>
          <a:endParaRPr lang="uk-UA"/>
        </a:p>
      </dgm:t>
    </dgm:pt>
    <dgm:pt modelId="{BB6D3922-3F76-4B6F-8E39-170D8C56E4EE}">
      <dgm:prSet/>
      <dgm:spPr/>
      <dgm:t>
        <a:bodyPr/>
        <a:lstStyle/>
        <a:p>
          <a:r>
            <a:rPr lang="uk-UA" b="0" i="1" dirty="0"/>
            <a:t>«Прийшов [князь] у Переяславець. І послав до греків послів, говорячи: “Хочу йти на вас”… І пішов до </a:t>
          </a:r>
          <a:r>
            <a:rPr lang="uk-UA" b="0" i="1" dirty="0" err="1"/>
            <a:t>Царграда</a:t>
          </a:r>
          <a:r>
            <a:rPr lang="uk-UA" b="0" i="1" dirty="0"/>
            <a:t>, розоряючи міста. І дали йому данину… І повернувся він в Переяславець…»</a:t>
          </a:r>
          <a:endParaRPr lang="uk-UA" dirty="0"/>
        </a:p>
      </dgm:t>
    </dgm:pt>
    <dgm:pt modelId="{E3E79D19-18D0-4442-883C-FE6325CABBD5}" type="parTrans" cxnId="{4C94AD4C-8FB7-46DB-B240-0E0BCAA6861F}">
      <dgm:prSet/>
      <dgm:spPr/>
      <dgm:t>
        <a:bodyPr/>
        <a:lstStyle/>
        <a:p>
          <a:endParaRPr lang="uk-UA"/>
        </a:p>
      </dgm:t>
    </dgm:pt>
    <dgm:pt modelId="{5A51217F-0F4B-4F40-B718-8088CF025675}" type="sibTrans" cxnId="{4C94AD4C-8FB7-46DB-B240-0E0BCAA6861F}">
      <dgm:prSet/>
      <dgm:spPr/>
      <dgm:t>
        <a:bodyPr/>
        <a:lstStyle/>
        <a:p>
          <a:endParaRPr lang="uk-UA"/>
        </a:p>
      </dgm:t>
    </dgm:pt>
    <dgm:pt modelId="{D5BFA9AB-A3C4-4956-BFCD-9EBF7E73B54C}" type="pres">
      <dgm:prSet presAssocID="{1982D740-37C8-4EC2-92EB-D67453FE5A00}" presName="linear" presStyleCnt="0">
        <dgm:presLayoutVars>
          <dgm:animLvl val="lvl"/>
          <dgm:resizeHandles val="exact"/>
        </dgm:presLayoutVars>
      </dgm:prSet>
      <dgm:spPr/>
    </dgm:pt>
    <dgm:pt modelId="{693F839C-3712-4678-BEBD-CC4A3FA46595}" type="pres">
      <dgm:prSet presAssocID="{167F29DA-669E-430F-BBAC-19E683F615B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A038BF4-4E8E-4089-8E17-C60965F379D8}" type="pres">
      <dgm:prSet presAssocID="{EE2D4884-FF8E-47F0-9E74-F2BDD1660211}" presName="spacer" presStyleCnt="0"/>
      <dgm:spPr/>
    </dgm:pt>
    <dgm:pt modelId="{1E48AA6A-B791-4461-8958-17BA5326BA1B}" type="pres">
      <dgm:prSet presAssocID="{1C12D141-8C5A-4DF0-B1CF-9F13A0108A6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107DF08-13CB-441F-B523-930EA3C4E8BC}" type="pres">
      <dgm:prSet presAssocID="{8F5BC0DC-FB20-499D-A11E-DDBBD7755536}" presName="spacer" presStyleCnt="0"/>
      <dgm:spPr/>
    </dgm:pt>
    <dgm:pt modelId="{20DA2CEC-FFFB-4E66-A2D1-595297113013}" type="pres">
      <dgm:prSet presAssocID="{BB6D3922-3F76-4B6F-8E39-170D8C56E4E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FD9E609-BA73-4F37-B6F9-4160A9224ABD}" type="presOf" srcId="{167F29DA-669E-430F-BBAC-19E683F615BA}" destId="{693F839C-3712-4678-BEBD-CC4A3FA46595}" srcOrd="0" destOrd="0" presId="urn:microsoft.com/office/officeart/2005/8/layout/vList2"/>
    <dgm:cxn modelId="{AAFCA028-8FA1-453D-AA90-514A037E056B}" type="presOf" srcId="{1C12D141-8C5A-4DF0-B1CF-9F13A0108A69}" destId="{1E48AA6A-B791-4461-8958-17BA5326BA1B}" srcOrd="0" destOrd="0" presId="urn:microsoft.com/office/officeart/2005/8/layout/vList2"/>
    <dgm:cxn modelId="{B317E42C-C725-4CB7-AA8C-30E9407FD899}" type="presOf" srcId="{BB6D3922-3F76-4B6F-8E39-170D8C56E4EE}" destId="{20DA2CEC-FFFB-4E66-A2D1-595297113013}" srcOrd="0" destOrd="0" presId="urn:microsoft.com/office/officeart/2005/8/layout/vList2"/>
    <dgm:cxn modelId="{C7690167-CE53-412A-91D5-015A47F8465F}" srcId="{1982D740-37C8-4EC2-92EB-D67453FE5A00}" destId="{1C12D141-8C5A-4DF0-B1CF-9F13A0108A69}" srcOrd="1" destOrd="0" parTransId="{40506080-B7DB-4705-9A18-F317EB843535}" sibTransId="{8F5BC0DC-FB20-499D-A11E-DDBBD7755536}"/>
    <dgm:cxn modelId="{97BD7D6B-550F-46EE-B51F-D357034C2755}" type="presOf" srcId="{1982D740-37C8-4EC2-92EB-D67453FE5A00}" destId="{D5BFA9AB-A3C4-4956-BFCD-9EBF7E73B54C}" srcOrd="0" destOrd="0" presId="urn:microsoft.com/office/officeart/2005/8/layout/vList2"/>
    <dgm:cxn modelId="{4C94AD4C-8FB7-46DB-B240-0E0BCAA6861F}" srcId="{1982D740-37C8-4EC2-92EB-D67453FE5A00}" destId="{BB6D3922-3F76-4B6F-8E39-170D8C56E4EE}" srcOrd="2" destOrd="0" parTransId="{E3E79D19-18D0-4442-883C-FE6325CABBD5}" sibTransId="{5A51217F-0F4B-4F40-B718-8088CF025675}"/>
    <dgm:cxn modelId="{4238D1C3-686D-41A5-91F9-0CC32DD1DD18}" srcId="{1982D740-37C8-4EC2-92EB-D67453FE5A00}" destId="{167F29DA-669E-430F-BBAC-19E683F615BA}" srcOrd="0" destOrd="0" parTransId="{1ACC4080-9B78-412D-B8C2-1EF6CBC7C4C0}" sibTransId="{EE2D4884-FF8E-47F0-9E74-F2BDD1660211}"/>
    <dgm:cxn modelId="{E8B20280-E365-487B-8EB1-C43C0CB6A3D9}" type="presParOf" srcId="{D5BFA9AB-A3C4-4956-BFCD-9EBF7E73B54C}" destId="{693F839C-3712-4678-BEBD-CC4A3FA46595}" srcOrd="0" destOrd="0" presId="urn:microsoft.com/office/officeart/2005/8/layout/vList2"/>
    <dgm:cxn modelId="{CBAA7F58-C596-46BB-958A-1AC1FAD31E55}" type="presParOf" srcId="{D5BFA9AB-A3C4-4956-BFCD-9EBF7E73B54C}" destId="{3A038BF4-4E8E-4089-8E17-C60965F379D8}" srcOrd="1" destOrd="0" presId="urn:microsoft.com/office/officeart/2005/8/layout/vList2"/>
    <dgm:cxn modelId="{744CD122-7D02-4CD2-B6AE-513FB35BB781}" type="presParOf" srcId="{D5BFA9AB-A3C4-4956-BFCD-9EBF7E73B54C}" destId="{1E48AA6A-B791-4461-8958-17BA5326BA1B}" srcOrd="2" destOrd="0" presId="urn:microsoft.com/office/officeart/2005/8/layout/vList2"/>
    <dgm:cxn modelId="{08508885-224C-458F-9862-BAFE7B919902}" type="presParOf" srcId="{D5BFA9AB-A3C4-4956-BFCD-9EBF7E73B54C}" destId="{6107DF08-13CB-441F-B523-930EA3C4E8BC}" srcOrd="3" destOrd="0" presId="urn:microsoft.com/office/officeart/2005/8/layout/vList2"/>
    <dgm:cxn modelId="{AEAF3165-115D-4F29-9EB4-912E0DC7A3D6}" type="presParOf" srcId="{D5BFA9AB-A3C4-4956-BFCD-9EBF7E73B54C}" destId="{20DA2CEC-FFFB-4E66-A2D1-59529711301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7.xml><?xml version="1.0" encoding="utf-8"?>
<dgm:dataModel xmlns:dgm="http://schemas.openxmlformats.org/drawingml/2006/diagram" xmlns:a="http://schemas.openxmlformats.org/drawingml/2006/main">
  <dgm:ptLst>
    <dgm:pt modelId="{DE8B7D6E-3925-45D3-BE75-277D5CFDA89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D22696B-35B2-4F65-9AC6-C5A8C2C184C1}">
      <dgm:prSet/>
      <dgm:spPr/>
      <dgm:t>
        <a:bodyPr/>
        <a:lstStyle/>
        <a:p>
          <a:r>
            <a:rPr lang="uk-UA" b="0" i="1" dirty="0"/>
            <a:t>«Виступив тоді він із </a:t>
          </a:r>
          <a:r>
            <a:rPr lang="uk-UA" b="0" i="1" dirty="0" err="1"/>
            <a:t>города</a:t>
          </a:r>
          <a:r>
            <a:rPr lang="uk-UA" b="0" i="1" dirty="0"/>
            <a:t>, приготував до бою дружину. Зійшлися вони на місці, де ото нині свята Софія стоїть, митрополія руська. І сталася січа люта, і ледве </a:t>
          </a:r>
          <a:r>
            <a:rPr lang="uk-UA" b="0" i="1" dirty="0" err="1"/>
            <a:t>одолів</a:t>
          </a:r>
          <a:r>
            <a:rPr lang="uk-UA" b="0" i="1" dirty="0"/>
            <a:t> він печенігів під вечір...»</a:t>
          </a:r>
          <a:endParaRPr lang="uk-UA" dirty="0"/>
        </a:p>
      </dgm:t>
    </dgm:pt>
    <dgm:pt modelId="{70C9895C-28E5-4A15-8479-8F99E1F5DBA0}" type="parTrans" cxnId="{7127BE66-C17C-4B38-BE93-15E5DBC0B0D7}">
      <dgm:prSet/>
      <dgm:spPr/>
      <dgm:t>
        <a:bodyPr/>
        <a:lstStyle/>
        <a:p>
          <a:endParaRPr lang="uk-UA"/>
        </a:p>
      </dgm:t>
    </dgm:pt>
    <dgm:pt modelId="{439FA0AA-FE55-497C-B3C8-B6B8ABD2A3AA}" type="sibTrans" cxnId="{7127BE66-C17C-4B38-BE93-15E5DBC0B0D7}">
      <dgm:prSet/>
      <dgm:spPr/>
      <dgm:t>
        <a:bodyPr/>
        <a:lstStyle/>
        <a:p>
          <a:endParaRPr lang="uk-UA"/>
        </a:p>
      </dgm:t>
    </dgm:pt>
    <dgm:pt modelId="{0327DC34-94B1-450A-8FC1-55B47B4666C6}" type="pres">
      <dgm:prSet presAssocID="{DE8B7D6E-3925-45D3-BE75-277D5CFDA896}" presName="linear" presStyleCnt="0">
        <dgm:presLayoutVars>
          <dgm:animLvl val="lvl"/>
          <dgm:resizeHandles val="exact"/>
        </dgm:presLayoutVars>
      </dgm:prSet>
      <dgm:spPr/>
    </dgm:pt>
    <dgm:pt modelId="{5CE47CA0-593E-433F-B040-B98D509E749A}" type="pres">
      <dgm:prSet presAssocID="{9D22696B-35B2-4F65-9AC6-C5A8C2C184C1}" presName="parentText" presStyleLbl="node1" presStyleIdx="0" presStyleCnt="1" custLinFactNeighborX="-151">
        <dgm:presLayoutVars>
          <dgm:chMax val="0"/>
          <dgm:bulletEnabled val="1"/>
        </dgm:presLayoutVars>
      </dgm:prSet>
      <dgm:spPr/>
    </dgm:pt>
  </dgm:ptLst>
  <dgm:cxnLst>
    <dgm:cxn modelId="{0E7CDB3D-B862-4CCB-81B3-B908A83C6078}" type="presOf" srcId="{9D22696B-35B2-4F65-9AC6-C5A8C2C184C1}" destId="{5CE47CA0-593E-433F-B040-B98D509E749A}" srcOrd="0" destOrd="0" presId="urn:microsoft.com/office/officeart/2005/8/layout/vList2"/>
    <dgm:cxn modelId="{7127BE66-C17C-4B38-BE93-15E5DBC0B0D7}" srcId="{DE8B7D6E-3925-45D3-BE75-277D5CFDA896}" destId="{9D22696B-35B2-4F65-9AC6-C5A8C2C184C1}" srcOrd="0" destOrd="0" parTransId="{70C9895C-28E5-4A15-8479-8F99E1F5DBA0}" sibTransId="{439FA0AA-FE55-497C-B3C8-B6B8ABD2A3AA}"/>
    <dgm:cxn modelId="{4C1F2D9D-37E2-4145-A813-8BA697D2951D}" type="presOf" srcId="{DE8B7D6E-3925-45D3-BE75-277D5CFDA896}" destId="{0327DC34-94B1-450A-8FC1-55B47B4666C6}" srcOrd="0" destOrd="0" presId="urn:microsoft.com/office/officeart/2005/8/layout/vList2"/>
    <dgm:cxn modelId="{34A3AE8B-9CED-4A24-8284-7D76AD7AE184}" type="presParOf" srcId="{0327DC34-94B1-450A-8FC1-55B47B4666C6}" destId="{5CE47CA0-593E-433F-B040-B98D509E749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68.xml><?xml version="1.0" encoding="utf-8"?>
<dgm:dataModel xmlns:dgm="http://schemas.openxmlformats.org/drawingml/2006/diagram" xmlns:a="http://schemas.openxmlformats.org/drawingml/2006/main">
  <dgm:ptLst>
    <dgm:pt modelId="{A9D644C0-D80A-4011-BFA5-C3D2E8E92AE5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261564B-B502-461F-BD4A-F58606B2F7B0}">
      <dgm:prSet/>
      <dgm:spPr/>
      <dgm:t>
        <a:bodyPr/>
        <a:lstStyle/>
        <a:p>
          <a:r>
            <a:rPr lang="uk-UA" b="0" i="0"/>
            <a:t>Ігор</a:t>
          </a:r>
          <a:endParaRPr lang="uk-UA"/>
        </a:p>
      </dgm:t>
    </dgm:pt>
    <dgm:pt modelId="{BBDDF476-E0CA-4F4E-B622-C84E8268E68D}" type="parTrans" cxnId="{9B804A17-12A4-4C55-AB2D-D90968286A9D}">
      <dgm:prSet/>
      <dgm:spPr/>
      <dgm:t>
        <a:bodyPr/>
        <a:lstStyle/>
        <a:p>
          <a:endParaRPr lang="uk-UA"/>
        </a:p>
      </dgm:t>
    </dgm:pt>
    <dgm:pt modelId="{45F47BE1-A4A8-4804-8C2D-5B43DC630C03}" type="sibTrans" cxnId="{9B804A17-12A4-4C55-AB2D-D90968286A9D}">
      <dgm:prSet/>
      <dgm:spPr/>
      <dgm:t>
        <a:bodyPr/>
        <a:lstStyle/>
        <a:p>
          <a:endParaRPr lang="uk-UA"/>
        </a:p>
      </dgm:t>
    </dgm:pt>
    <dgm:pt modelId="{78949EF3-6CED-4F65-98BA-E28B75E9B19A}">
      <dgm:prSet/>
      <dgm:spPr/>
      <dgm:t>
        <a:bodyPr/>
        <a:lstStyle/>
        <a:p>
          <a:r>
            <a:rPr lang="uk-UA" b="0" i="0" dirty="0"/>
            <a:t>Ольга</a:t>
          </a:r>
          <a:endParaRPr lang="uk-UA" dirty="0"/>
        </a:p>
      </dgm:t>
    </dgm:pt>
    <dgm:pt modelId="{B6994CC6-1A46-4A76-A2BF-0654C18DDDE1}" type="parTrans" cxnId="{DD110E93-F3B0-489E-9A73-3F7267155345}">
      <dgm:prSet/>
      <dgm:spPr/>
      <dgm:t>
        <a:bodyPr/>
        <a:lstStyle/>
        <a:p>
          <a:endParaRPr lang="uk-UA"/>
        </a:p>
      </dgm:t>
    </dgm:pt>
    <dgm:pt modelId="{4E4DAE17-A629-4963-80D0-6771EB5445CB}" type="sibTrans" cxnId="{DD110E93-F3B0-489E-9A73-3F7267155345}">
      <dgm:prSet/>
      <dgm:spPr/>
      <dgm:t>
        <a:bodyPr/>
        <a:lstStyle/>
        <a:p>
          <a:endParaRPr lang="uk-UA"/>
        </a:p>
      </dgm:t>
    </dgm:pt>
    <dgm:pt modelId="{77AFD12C-C6BC-4150-B1E2-F706FB902959}">
      <dgm:prSet/>
      <dgm:spPr/>
      <dgm:t>
        <a:bodyPr/>
        <a:lstStyle/>
        <a:p>
          <a:r>
            <a:rPr lang="uk-UA" b="0" i="0" dirty="0"/>
            <a:t>Святослав</a:t>
          </a:r>
          <a:endParaRPr lang="uk-UA" dirty="0"/>
        </a:p>
      </dgm:t>
    </dgm:pt>
    <dgm:pt modelId="{2691E40A-BE8D-496F-AAF0-7F068D120537}" type="parTrans" cxnId="{FED9855A-92B2-4F0B-8A36-6CCC52421676}">
      <dgm:prSet/>
      <dgm:spPr/>
      <dgm:t>
        <a:bodyPr/>
        <a:lstStyle/>
        <a:p>
          <a:endParaRPr lang="uk-UA"/>
        </a:p>
      </dgm:t>
    </dgm:pt>
    <dgm:pt modelId="{0DEC3BEE-36B1-4E57-A4AB-C9AEEEB9ED7A}" type="sibTrans" cxnId="{FED9855A-92B2-4F0B-8A36-6CCC52421676}">
      <dgm:prSet/>
      <dgm:spPr/>
      <dgm:t>
        <a:bodyPr/>
        <a:lstStyle/>
        <a:p>
          <a:endParaRPr lang="uk-UA"/>
        </a:p>
      </dgm:t>
    </dgm:pt>
    <dgm:pt modelId="{04073289-DA7D-4C52-9FDC-19E930449767}">
      <dgm:prSet/>
      <dgm:spPr/>
      <dgm:t>
        <a:bodyPr/>
        <a:lstStyle/>
        <a:p>
          <a:r>
            <a:rPr lang="uk-UA" b="0" i="0" dirty="0"/>
            <a:t>Олег</a:t>
          </a:r>
          <a:endParaRPr lang="uk-UA" dirty="0"/>
        </a:p>
      </dgm:t>
    </dgm:pt>
    <dgm:pt modelId="{DCCA70CE-C443-4CF1-A711-9E2835406DBC}" type="parTrans" cxnId="{3B709C44-138D-42BC-8117-4FE0D107AE38}">
      <dgm:prSet/>
      <dgm:spPr/>
      <dgm:t>
        <a:bodyPr/>
        <a:lstStyle/>
        <a:p>
          <a:endParaRPr lang="uk-UA"/>
        </a:p>
      </dgm:t>
    </dgm:pt>
    <dgm:pt modelId="{91D39C13-7702-4B7E-A787-3C9D9ABE678B}" type="sibTrans" cxnId="{3B709C44-138D-42BC-8117-4FE0D107AE38}">
      <dgm:prSet/>
      <dgm:spPr/>
      <dgm:t>
        <a:bodyPr/>
        <a:lstStyle/>
        <a:p>
          <a:endParaRPr lang="uk-UA"/>
        </a:p>
      </dgm:t>
    </dgm:pt>
    <dgm:pt modelId="{A5CD2CBB-5BDD-4286-BA56-2EB6853A732E}" type="pres">
      <dgm:prSet presAssocID="{A9D644C0-D80A-4011-BFA5-C3D2E8E92AE5}" presName="matrix" presStyleCnt="0">
        <dgm:presLayoutVars>
          <dgm:chMax val="1"/>
          <dgm:dir/>
          <dgm:resizeHandles val="exact"/>
        </dgm:presLayoutVars>
      </dgm:prSet>
      <dgm:spPr/>
    </dgm:pt>
    <dgm:pt modelId="{584D57D0-64A0-4561-B68A-17C90AB907BB}" type="pres">
      <dgm:prSet presAssocID="{A9D644C0-D80A-4011-BFA5-C3D2E8E92AE5}" presName="diamond" presStyleLbl="bgShp" presStyleIdx="0" presStyleCnt="1"/>
      <dgm:spPr/>
    </dgm:pt>
    <dgm:pt modelId="{4831E07E-DBB7-42C8-863F-BD4C8EF585F0}" type="pres">
      <dgm:prSet presAssocID="{A9D644C0-D80A-4011-BFA5-C3D2E8E92AE5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BEE463B-66A4-488D-B2F2-C8257A1DE9ED}" type="pres">
      <dgm:prSet presAssocID="{A9D644C0-D80A-4011-BFA5-C3D2E8E92AE5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7756776-37D2-4F71-9474-BA5821354195}" type="pres">
      <dgm:prSet presAssocID="{A9D644C0-D80A-4011-BFA5-C3D2E8E92AE5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E59E645-17D2-420D-96F1-5F6F9BB43D58}" type="pres">
      <dgm:prSet presAssocID="{A9D644C0-D80A-4011-BFA5-C3D2E8E92AE5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B804A17-12A4-4C55-AB2D-D90968286A9D}" srcId="{A9D644C0-D80A-4011-BFA5-C3D2E8E92AE5}" destId="{4261564B-B502-461F-BD4A-F58606B2F7B0}" srcOrd="0" destOrd="0" parTransId="{BBDDF476-E0CA-4F4E-B622-C84E8268E68D}" sibTransId="{45F47BE1-A4A8-4804-8C2D-5B43DC630C03}"/>
    <dgm:cxn modelId="{3B709C44-138D-42BC-8117-4FE0D107AE38}" srcId="{A9D644C0-D80A-4011-BFA5-C3D2E8E92AE5}" destId="{04073289-DA7D-4C52-9FDC-19E930449767}" srcOrd="3" destOrd="0" parTransId="{DCCA70CE-C443-4CF1-A711-9E2835406DBC}" sibTransId="{91D39C13-7702-4B7E-A787-3C9D9ABE678B}"/>
    <dgm:cxn modelId="{2EF53251-94C9-4A88-B964-D9EF06A8DF09}" type="presOf" srcId="{A9D644C0-D80A-4011-BFA5-C3D2E8E92AE5}" destId="{A5CD2CBB-5BDD-4286-BA56-2EB6853A732E}" srcOrd="0" destOrd="0" presId="urn:microsoft.com/office/officeart/2005/8/layout/matrix3"/>
    <dgm:cxn modelId="{FED9855A-92B2-4F0B-8A36-6CCC52421676}" srcId="{A9D644C0-D80A-4011-BFA5-C3D2E8E92AE5}" destId="{77AFD12C-C6BC-4150-B1E2-F706FB902959}" srcOrd="2" destOrd="0" parTransId="{2691E40A-BE8D-496F-AAF0-7F068D120537}" sibTransId="{0DEC3BEE-36B1-4E57-A4AB-C9AEEEB9ED7A}"/>
    <dgm:cxn modelId="{ECE8047E-C4E4-44E8-8368-D46A2B7CF77E}" type="presOf" srcId="{78949EF3-6CED-4F65-98BA-E28B75E9B19A}" destId="{0BEE463B-66A4-488D-B2F2-C8257A1DE9ED}" srcOrd="0" destOrd="0" presId="urn:microsoft.com/office/officeart/2005/8/layout/matrix3"/>
    <dgm:cxn modelId="{F3688F92-AC54-42F0-AAAF-37CC98C87D5C}" type="presOf" srcId="{77AFD12C-C6BC-4150-B1E2-F706FB902959}" destId="{F7756776-37D2-4F71-9474-BA5821354195}" srcOrd="0" destOrd="0" presId="urn:microsoft.com/office/officeart/2005/8/layout/matrix3"/>
    <dgm:cxn modelId="{DD110E93-F3B0-489E-9A73-3F7267155345}" srcId="{A9D644C0-D80A-4011-BFA5-C3D2E8E92AE5}" destId="{78949EF3-6CED-4F65-98BA-E28B75E9B19A}" srcOrd="1" destOrd="0" parTransId="{B6994CC6-1A46-4A76-A2BF-0654C18DDDE1}" sibTransId="{4E4DAE17-A629-4963-80D0-6771EB5445CB}"/>
    <dgm:cxn modelId="{D97898E8-CF55-4C2D-B10C-8B306D70EA04}" type="presOf" srcId="{4261564B-B502-461F-BD4A-F58606B2F7B0}" destId="{4831E07E-DBB7-42C8-863F-BD4C8EF585F0}" srcOrd="0" destOrd="0" presId="urn:microsoft.com/office/officeart/2005/8/layout/matrix3"/>
    <dgm:cxn modelId="{4FE45CF3-951E-4797-91E4-7D23E79C1769}" type="presOf" srcId="{04073289-DA7D-4C52-9FDC-19E930449767}" destId="{0E59E645-17D2-420D-96F1-5F6F9BB43D58}" srcOrd="0" destOrd="0" presId="urn:microsoft.com/office/officeart/2005/8/layout/matrix3"/>
    <dgm:cxn modelId="{202CBBB9-CD92-420B-A2DD-F8101451B3BD}" type="presParOf" srcId="{A5CD2CBB-5BDD-4286-BA56-2EB6853A732E}" destId="{584D57D0-64A0-4561-B68A-17C90AB907BB}" srcOrd="0" destOrd="0" presId="urn:microsoft.com/office/officeart/2005/8/layout/matrix3"/>
    <dgm:cxn modelId="{B09F58B7-BD5F-45CB-8C61-873D29915AFC}" type="presParOf" srcId="{A5CD2CBB-5BDD-4286-BA56-2EB6853A732E}" destId="{4831E07E-DBB7-42C8-863F-BD4C8EF585F0}" srcOrd="1" destOrd="0" presId="urn:microsoft.com/office/officeart/2005/8/layout/matrix3"/>
    <dgm:cxn modelId="{0983AD1C-973B-40F0-9374-FE91E01C4C80}" type="presParOf" srcId="{A5CD2CBB-5BDD-4286-BA56-2EB6853A732E}" destId="{0BEE463B-66A4-488D-B2F2-C8257A1DE9ED}" srcOrd="2" destOrd="0" presId="urn:microsoft.com/office/officeart/2005/8/layout/matrix3"/>
    <dgm:cxn modelId="{F828AF2F-4B97-4A78-ACCC-60EC932DF2D6}" type="presParOf" srcId="{A5CD2CBB-5BDD-4286-BA56-2EB6853A732E}" destId="{F7756776-37D2-4F71-9474-BA5821354195}" srcOrd="3" destOrd="0" presId="urn:microsoft.com/office/officeart/2005/8/layout/matrix3"/>
    <dgm:cxn modelId="{8CE5C17E-CC60-44FE-8CF6-0BBCA0BD6FA2}" type="presParOf" srcId="{A5CD2CBB-5BDD-4286-BA56-2EB6853A732E}" destId="{0E59E645-17D2-420D-96F1-5F6F9BB43D58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9.xml><?xml version="1.0" encoding="utf-8"?>
<dgm:dataModel xmlns:dgm="http://schemas.openxmlformats.org/drawingml/2006/diagram" xmlns:a="http://schemas.openxmlformats.org/drawingml/2006/main">
  <dgm:ptLst>
    <dgm:pt modelId="{84FED4A4-3614-48BE-9C72-3DEB3FC145B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E908385-F525-4965-B8A2-BB5ABB803F45}">
      <dgm:prSet/>
      <dgm:spPr/>
      <dgm:t>
        <a:bodyPr/>
        <a:lstStyle/>
        <a:p>
          <a:r>
            <a:rPr lang="uk-UA" b="0" i="0"/>
            <a:t>запровадження християнства як державної релігії</a:t>
          </a:r>
          <a:endParaRPr lang="uk-UA"/>
        </a:p>
      </dgm:t>
    </dgm:pt>
    <dgm:pt modelId="{3E19F650-8D37-4119-84EF-9B9D1D30820C}" type="parTrans" cxnId="{85A70C2B-8BC8-4616-9C68-26219AE9769D}">
      <dgm:prSet/>
      <dgm:spPr/>
      <dgm:t>
        <a:bodyPr/>
        <a:lstStyle/>
        <a:p>
          <a:endParaRPr lang="uk-UA"/>
        </a:p>
      </dgm:t>
    </dgm:pt>
    <dgm:pt modelId="{8E703FA0-B7AF-45A6-AE73-AA6217CE6EFA}" type="sibTrans" cxnId="{85A70C2B-8BC8-4616-9C68-26219AE9769D}">
      <dgm:prSet/>
      <dgm:spPr/>
      <dgm:t>
        <a:bodyPr/>
        <a:lstStyle/>
        <a:p>
          <a:endParaRPr lang="uk-UA"/>
        </a:p>
      </dgm:t>
    </dgm:pt>
    <dgm:pt modelId="{E3E5C462-7BDC-430A-B99B-DA7243F16D76}">
      <dgm:prSet/>
      <dgm:spPr/>
      <dgm:t>
        <a:bodyPr/>
        <a:lstStyle/>
        <a:p>
          <a:r>
            <a:rPr lang="uk-UA" b="0" i="0" dirty="0"/>
            <a:t>загибель руського флоту від «грецького вогню»</a:t>
          </a:r>
          <a:endParaRPr lang="uk-UA" dirty="0"/>
        </a:p>
      </dgm:t>
    </dgm:pt>
    <dgm:pt modelId="{1F01C21E-D103-411E-81E8-F405B77E3F30}" type="parTrans" cxnId="{A72D85CD-7ECF-4CBD-924D-E4A7BB081788}">
      <dgm:prSet/>
      <dgm:spPr/>
      <dgm:t>
        <a:bodyPr/>
        <a:lstStyle/>
        <a:p>
          <a:endParaRPr lang="uk-UA"/>
        </a:p>
      </dgm:t>
    </dgm:pt>
    <dgm:pt modelId="{EDF4C4E4-DF9D-4282-B389-95CBFDE9E531}" type="sibTrans" cxnId="{A72D85CD-7ECF-4CBD-924D-E4A7BB081788}">
      <dgm:prSet/>
      <dgm:spPr/>
      <dgm:t>
        <a:bodyPr/>
        <a:lstStyle/>
        <a:p>
          <a:endParaRPr lang="uk-UA"/>
        </a:p>
      </dgm:t>
    </dgm:pt>
    <dgm:pt modelId="{D3137FBA-90A4-4261-B075-9678324A04AF}">
      <dgm:prSet/>
      <dgm:spPr/>
      <dgm:t>
        <a:bodyPr/>
        <a:lstStyle/>
        <a:p>
          <a:r>
            <a:rPr lang="uk-UA" b="0" i="0"/>
            <a:t>розгром Хозарського каганату</a:t>
          </a:r>
          <a:endParaRPr lang="uk-UA"/>
        </a:p>
      </dgm:t>
    </dgm:pt>
    <dgm:pt modelId="{B932667E-0005-43D9-B210-26E6283107D7}" type="parTrans" cxnId="{E0A6175B-6F01-4CA0-B0E6-B83F3FD37A0E}">
      <dgm:prSet/>
      <dgm:spPr/>
      <dgm:t>
        <a:bodyPr/>
        <a:lstStyle/>
        <a:p>
          <a:endParaRPr lang="uk-UA"/>
        </a:p>
      </dgm:t>
    </dgm:pt>
    <dgm:pt modelId="{36B88EAD-55AE-4CD2-9E7F-7E1F4AF1F2E6}" type="sibTrans" cxnId="{E0A6175B-6F01-4CA0-B0E6-B83F3FD37A0E}">
      <dgm:prSet/>
      <dgm:spPr/>
      <dgm:t>
        <a:bodyPr/>
        <a:lstStyle/>
        <a:p>
          <a:endParaRPr lang="uk-UA"/>
        </a:p>
      </dgm:t>
    </dgm:pt>
    <dgm:pt modelId="{1DCC83A0-0228-4D1B-B1CB-83FF8B06347A}">
      <dgm:prSet/>
      <dgm:spPr/>
      <dgm:t>
        <a:bodyPr/>
        <a:lstStyle/>
        <a:p>
          <a:r>
            <a:rPr lang="uk-UA" b="0" i="0"/>
            <a:t>організація погостів та запровадження системи уроків</a:t>
          </a:r>
          <a:endParaRPr lang="uk-UA"/>
        </a:p>
      </dgm:t>
    </dgm:pt>
    <dgm:pt modelId="{D193B2BA-F56E-43F4-961B-3BFB076D552F}" type="parTrans" cxnId="{06AF37D4-959C-4A3C-8B6D-C87C8FC5DB62}">
      <dgm:prSet/>
      <dgm:spPr/>
      <dgm:t>
        <a:bodyPr/>
        <a:lstStyle/>
        <a:p>
          <a:endParaRPr lang="uk-UA"/>
        </a:p>
      </dgm:t>
    </dgm:pt>
    <dgm:pt modelId="{3285B4FA-39E6-4F98-94E2-288C61EFCF7B}" type="sibTrans" cxnId="{06AF37D4-959C-4A3C-8B6D-C87C8FC5DB62}">
      <dgm:prSet/>
      <dgm:spPr/>
      <dgm:t>
        <a:bodyPr/>
        <a:lstStyle/>
        <a:p>
          <a:endParaRPr lang="uk-UA"/>
        </a:p>
      </dgm:t>
    </dgm:pt>
    <dgm:pt modelId="{284AFB38-FF7E-4FA0-83F0-CDA7485CD319}">
      <dgm:prSet/>
      <dgm:spPr/>
      <dgm:t>
        <a:bodyPr/>
        <a:lstStyle/>
        <a:p>
          <a:r>
            <a:rPr lang="uk-UA" b="0" i="0" dirty="0"/>
            <a:t>об'єднання північних та південних руських земель</a:t>
          </a:r>
          <a:endParaRPr lang="uk-UA" dirty="0"/>
        </a:p>
      </dgm:t>
    </dgm:pt>
    <dgm:pt modelId="{5A297C96-5A67-45EC-8BDD-E9D89FAF3FD7}" type="parTrans" cxnId="{976B7B71-4C0B-48EC-8137-0A0B6EE95A31}">
      <dgm:prSet/>
      <dgm:spPr/>
      <dgm:t>
        <a:bodyPr/>
        <a:lstStyle/>
        <a:p>
          <a:endParaRPr lang="uk-UA"/>
        </a:p>
      </dgm:t>
    </dgm:pt>
    <dgm:pt modelId="{B99637F7-964A-4709-8159-438E2D8A0006}" type="sibTrans" cxnId="{976B7B71-4C0B-48EC-8137-0A0B6EE95A31}">
      <dgm:prSet/>
      <dgm:spPr/>
      <dgm:t>
        <a:bodyPr/>
        <a:lstStyle/>
        <a:p>
          <a:endParaRPr lang="uk-UA"/>
        </a:p>
      </dgm:t>
    </dgm:pt>
    <dgm:pt modelId="{3892965E-579D-42D1-B1F9-DF5EB6F354DD}" type="pres">
      <dgm:prSet presAssocID="{84FED4A4-3614-48BE-9C72-3DEB3FC145B1}" presName="linear" presStyleCnt="0">
        <dgm:presLayoutVars>
          <dgm:animLvl val="lvl"/>
          <dgm:resizeHandles val="exact"/>
        </dgm:presLayoutVars>
      </dgm:prSet>
      <dgm:spPr/>
    </dgm:pt>
    <dgm:pt modelId="{F4F9C30B-B6D1-4D4B-94B0-5DB34F287563}" type="pres">
      <dgm:prSet presAssocID="{5E908385-F525-4965-B8A2-BB5ABB803F4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CFF9DC4-0554-4A4E-BE7B-78FB9ADA1D9C}" type="pres">
      <dgm:prSet presAssocID="{8E703FA0-B7AF-45A6-AE73-AA6217CE6EFA}" presName="spacer" presStyleCnt="0"/>
      <dgm:spPr/>
    </dgm:pt>
    <dgm:pt modelId="{9786F042-6B21-4A87-9543-C90993151D72}" type="pres">
      <dgm:prSet presAssocID="{E3E5C462-7BDC-430A-B99B-DA7243F16D7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C5FF860-EB24-42EA-9262-4572BA219681}" type="pres">
      <dgm:prSet presAssocID="{EDF4C4E4-DF9D-4282-B389-95CBFDE9E531}" presName="spacer" presStyleCnt="0"/>
      <dgm:spPr/>
    </dgm:pt>
    <dgm:pt modelId="{CB4189C7-4B54-4572-BAC0-CE6BF5F47C34}" type="pres">
      <dgm:prSet presAssocID="{D3137FBA-90A4-4261-B075-9678324A04A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15D8611-ED41-4518-BEBB-C1B79D2DC74A}" type="pres">
      <dgm:prSet presAssocID="{36B88EAD-55AE-4CD2-9E7F-7E1F4AF1F2E6}" presName="spacer" presStyleCnt="0"/>
      <dgm:spPr/>
    </dgm:pt>
    <dgm:pt modelId="{87801461-D0C3-4EB7-8C94-7F66F514A954}" type="pres">
      <dgm:prSet presAssocID="{1DCC83A0-0228-4D1B-B1CB-83FF8B06347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4300A82-FBEA-4803-B6D1-B467FFD81EA4}" type="pres">
      <dgm:prSet presAssocID="{3285B4FA-39E6-4F98-94E2-288C61EFCF7B}" presName="spacer" presStyleCnt="0"/>
      <dgm:spPr/>
    </dgm:pt>
    <dgm:pt modelId="{C9FB8895-3E16-46E1-AA08-E1C520F22B04}" type="pres">
      <dgm:prSet presAssocID="{284AFB38-FF7E-4FA0-83F0-CDA7485CD31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6271916-0597-407A-894D-631DBF0EE916}" type="presOf" srcId="{1DCC83A0-0228-4D1B-B1CB-83FF8B06347A}" destId="{87801461-D0C3-4EB7-8C94-7F66F514A954}" srcOrd="0" destOrd="0" presId="urn:microsoft.com/office/officeart/2005/8/layout/vList2"/>
    <dgm:cxn modelId="{19ADBE19-CE69-4CF0-AB26-DBE5408BA898}" type="presOf" srcId="{5E908385-F525-4965-B8A2-BB5ABB803F45}" destId="{F4F9C30B-B6D1-4D4B-94B0-5DB34F287563}" srcOrd="0" destOrd="0" presId="urn:microsoft.com/office/officeart/2005/8/layout/vList2"/>
    <dgm:cxn modelId="{85A70C2B-8BC8-4616-9C68-26219AE9769D}" srcId="{84FED4A4-3614-48BE-9C72-3DEB3FC145B1}" destId="{5E908385-F525-4965-B8A2-BB5ABB803F45}" srcOrd="0" destOrd="0" parTransId="{3E19F650-8D37-4119-84EF-9B9D1D30820C}" sibTransId="{8E703FA0-B7AF-45A6-AE73-AA6217CE6EFA}"/>
    <dgm:cxn modelId="{E0A6175B-6F01-4CA0-B0E6-B83F3FD37A0E}" srcId="{84FED4A4-3614-48BE-9C72-3DEB3FC145B1}" destId="{D3137FBA-90A4-4261-B075-9678324A04AF}" srcOrd="2" destOrd="0" parTransId="{B932667E-0005-43D9-B210-26E6283107D7}" sibTransId="{36B88EAD-55AE-4CD2-9E7F-7E1F4AF1F2E6}"/>
    <dgm:cxn modelId="{B10F9A44-AF05-44C4-B09D-AEC6B8D15F2B}" type="presOf" srcId="{E3E5C462-7BDC-430A-B99B-DA7243F16D76}" destId="{9786F042-6B21-4A87-9543-C90993151D72}" srcOrd="0" destOrd="0" presId="urn:microsoft.com/office/officeart/2005/8/layout/vList2"/>
    <dgm:cxn modelId="{976B7B71-4C0B-48EC-8137-0A0B6EE95A31}" srcId="{84FED4A4-3614-48BE-9C72-3DEB3FC145B1}" destId="{284AFB38-FF7E-4FA0-83F0-CDA7485CD319}" srcOrd="4" destOrd="0" parTransId="{5A297C96-5A67-45EC-8BDD-E9D89FAF3FD7}" sibTransId="{B99637F7-964A-4709-8159-438E2D8A0006}"/>
    <dgm:cxn modelId="{CEC82EAC-862B-4C51-A754-22AECD095566}" type="presOf" srcId="{284AFB38-FF7E-4FA0-83F0-CDA7485CD319}" destId="{C9FB8895-3E16-46E1-AA08-E1C520F22B04}" srcOrd="0" destOrd="0" presId="urn:microsoft.com/office/officeart/2005/8/layout/vList2"/>
    <dgm:cxn modelId="{A067ABBE-0420-4F12-B14F-AC0CC336314A}" type="presOf" srcId="{D3137FBA-90A4-4261-B075-9678324A04AF}" destId="{CB4189C7-4B54-4572-BAC0-CE6BF5F47C34}" srcOrd="0" destOrd="0" presId="urn:microsoft.com/office/officeart/2005/8/layout/vList2"/>
    <dgm:cxn modelId="{A72D85CD-7ECF-4CBD-924D-E4A7BB081788}" srcId="{84FED4A4-3614-48BE-9C72-3DEB3FC145B1}" destId="{E3E5C462-7BDC-430A-B99B-DA7243F16D76}" srcOrd="1" destOrd="0" parTransId="{1F01C21E-D103-411E-81E8-F405B77E3F30}" sibTransId="{EDF4C4E4-DF9D-4282-B389-95CBFDE9E531}"/>
    <dgm:cxn modelId="{06AF37D4-959C-4A3C-8B6D-C87C8FC5DB62}" srcId="{84FED4A4-3614-48BE-9C72-3DEB3FC145B1}" destId="{1DCC83A0-0228-4D1B-B1CB-83FF8B06347A}" srcOrd="3" destOrd="0" parTransId="{D193B2BA-F56E-43F4-961B-3BFB076D552F}" sibTransId="{3285B4FA-39E6-4F98-94E2-288C61EFCF7B}"/>
    <dgm:cxn modelId="{B13581D9-EBCD-4D60-9F4B-A5E38C792FEF}" type="presOf" srcId="{84FED4A4-3614-48BE-9C72-3DEB3FC145B1}" destId="{3892965E-579D-42D1-B1F9-DF5EB6F354DD}" srcOrd="0" destOrd="0" presId="urn:microsoft.com/office/officeart/2005/8/layout/vList2"/>
    <dgm:cxn modelId="{C33184E0-0AF7-439A-BCF9-65FE6DCBA309}" type="presParOf" srcId="{3892965E-579D-42D1-B1F9-DF5EB6F354DD}" destId="{F4F9C30B-B6D1-4D4B-94B0-5DB34F287563}" srcOrd="0" destOrd="0" presId="urn:microsoft.com/office/officeart/2005/8/layout/vList2"/>
    <dgm:cxn modelId="{98902614-7634-4AB3-BDA6-8950EFCFA1DE}" type="presParOf" srcId="{3892965E-579D-42D1-B1F9-DF5EB6F354DD}" destId="{8CFF9DC4-0554-4A4E-BE7B-78FB9ADA1D9C}" srcOrd="1" destOrd="0" presId="urn:microsoft.com/office/officeart/2005/8/layout/vList2"/>
    <dgm:cxn modelId="{C0B3F782-D713-461E-8121-81B438E763C2}" type="presParOf" srcId="{3892965E-579D-42D1-B1F9-DF5EB6F354DD}" destId="{9786F042-6B21-4A87-9543-C90993151D72}" srcOrd="2" destOrd="0" presId="urn:microsoft.com/office/officeart/2005/8/layout/vList2"/>
    <dgm:cxn modelId="{D18CB7D8-9D0A-42EB-BBC3-765964911AEF}" type="presParOf" srcId="{3892965E-579D-42D1-B1F9-DF5EB6F354DD}" destId="{BC5FF860-EB24-42EA-9262-4572BA219681}" srcOrd="3" destOrd="0" presId="urn:microsoft.com/office/officeart/2005/8/layout/vList2"/>
    <dgm:cxn modelId="{98BA9223-33C0-4956-817A-5C9D56957F1C}" type="presParOf" srcId="{3892965E-579D-42D1-B1F9-DF5EB6F354DD}" destId="{CB4189C7-4B54-4572-BAC0-CE6BF5F47C34}" srcOrd="4" destOrd="0" presId="urn:microsoft.com/office/officeart/2005/8/layout/vList2"/>
    <dgm:cxn modelId="{951A30C8-E33A-440F-834B-9C82439BBEFE}" type="presParOf" srcId="{3892965E-579D-42D1-B1F9-DF5EB6F354DD}" destId="{A15D8611-ED41-4518-BEBB-C1B79D2DC74A}" srcOrd="5" destOrd="0" presId="urn:microsoft.com/office/officeart/2005/8/layout/vList2"/>
    <dgm:cxn modelId="{36E6CAD2-9164-4947-83CC-96E1EFB8C1CE}" type="presParOf" srcId="{3892965E-579D-42D1-B1F9-DF5EB6F354DD}" destId="{87801461-D0C3-4EB7-8C94-7F66F514A954}" srcOrd="6" destOrd="0" presId="urn:microsoft.com/office/officeart/2005/8/layout/vList2"/>
    <dgm:cxn modelId="{18698625-352E-4569-9D2F-E645EBF51E7C}" type="presParOf" srcId="{3892965E-579D-42D1-B1F9-DF5EB6F354DD}" destId="{E4300A82-FBEA-4803-B6D1-B467FFD81EA4}" srcOrd="7" destOrd="0" presId="urn:microsoft.com/office/officeart/2005/8/layout/vList2"/>
    <dgm:cxn modelId="{A363BB2C-C4D7-4303-BA22-DA92B70406A3}" type="presParOf" srcId="{3892965E-579D-42D1-B1F9-DF5EB6F354DD}" destId="{C9FB8895-3E16-46E1-AA08-E1C520F22B0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0.xml><?xml version="1.0" encoding="utf-8"?>
<dgm:dataModel xmlns:dgm="http://schemas.openxmlformats.org/drawingml/2006/diagram" xmlns:a="http://schemas.openxmlformats.org/drawingml/2006/main">
  <dgm:ptLst>
    <dgm:pt modelId="{EF2B701F-B408-4D62-BD28-763DE71F98D4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401CDB3-FC8C-477E-8685-D9076FE844AC}">
      <dgm:prSet/>
      <dgm:spPr/>
      <dgm:t>
        <a:bodyPr/>
        <a:lstStyle/>
        <a:p>
          <a:r>
            <a:rPr lang="ru-RU" b="0" i="0"/>
            <a:t>приєднання земель Червоної Русі.</a:t>
          </a:r>
          <a:endParaRPr lang="uk-UA"/>
        </a:p>
      </dgm:t>
    </dgm:pt>
    <dgm:pt modelId="{15FD7CCD-7211-478B-8C12-7E23974C16FC}" type="parTrans" cxnId="{67705DB7-CE27-4C98-8D06-35A77C3E4F33}">
      <dgm:prSet/>
      <dgm:spPr/>
      <dgm:t>
        <a:bodyPr/>
        <a:lstStyle/>
        <a:p>
          <a:endParaRPr lang="uk-UA"/>
        </a:p>
      </dgm:t>
    </dgm:pt>
    <dgm:pt modelId="{5A1F8D81-F2DC-4F94-8F24-A72FCA558FA4}" type="sibTrans" cxnId="{67705DB7-CE27-4C98-8D06-35A77C3E4F33}">
      <dgm:prSet/>
      <dgm:spPr/>
      <dgm:t>
        <a:bodyPr/>
        <a:lstStyle/>
        <a:p>
          <a:endParaRPr lang="uk-UA"/>
        </a:p>
      </dgm:t>
    </dgm:pt>
    <dgm:pt modelId="{24B026ED-29A7-486B-B2A2-95F89B6112D9}">
      <dgm:prSet/>
      <dgm:spPr/>
      <dgm:t>
        <a:bodyPr/>
        <a:lstStyle/>
        <a:p>
          <a:r>
            <a:rPr lang="ru-RU" b="0" i="0" dirty="0" err="1"/>
            <a:t>усунення</a:t>
          </a:r>
          <a:r>
            <a:rPr lang="ru-RU" b="0" i="0" dirty="0"/>
            <a:t> </a:t>
          </a:r>
          <a:r>
            <a:rPr lang="ru-RU" b="0" i="0" dirty="0" err="1"/>
            <a:t>варягів</a:t>
          </a:r>
          <a:r>
            <a:rPr lang="ru-RU" b="0" i="0" dirty="0"/>
            <a:t> </a:t>
          </a:r>
          <a:r>
            <a:rPr lang="ru-RU" b="0" i="0" dirty="0" err="1"/>
            <a:t>від</a:t>
          </a:r>
          <a:r>
            <a:rPr lang="ru-RU" b="0" i="0" dirty="0"/>
            <a:t> </a:t>
          </a:r>
          <a:r>
            <a:rPr lang="ru-RU" b="0" i="0" dirty="0" err="1"/>
            <a:t>влади</a:t>
          </a:r>
          <a:r>
            <a:rPr lang="ru-RU" b="0" i="0" dirty="0"/>
            <a:t>.</a:t>
          </a:r>
          <a:endParaRPr lang="uk-UA" dirty="0"/>
        </a:p>
      </dgm:t>
    </dgm:pt>
    <dgm:pt modelId="{D24A981C-302C-4F6B-912C-EF51CDAFC36E}" type="parTrans" cxnId="{DF18C837-69E2-4C6B-8D9C-D05326A6C061}">
      <dgm:prSet/>
      <dgm:spPr/>
      <dgm:t>
        <a:bodyPr/>
        <a:lstStyle/>
        <a:p>
          <a:endParaRPr lang="uk-UA"/>
        </a:p>
      </dgm:t>
    </dgm:pt>
    <dgm:pt modelId="{9B9333E7-DC51-400B-BBE4-5EBFD50D915D}" type="sibTrans" cxnId="{DF18C837-69E2-4C6B-8D9C-D05326A6C061}">
      <dgm:prSet/>
      <dgm:spPr/>
      <dgm:t>
        <a:bodyPr/>
        <a:lstStyle/>
        <a:p>
          <a:endParaRPr lang="uk-UA"/>
        </a:p>
      </dgm:t>
    </dgm:pt>
    <dgm:pt modelId="{F4B381B1-4431-4AE6-8A88-F14AB46C4336}">
      <dgm:prSet/>
      <dgm:spPr/>
      <dgm:t>
        <a:bodyPr/>
        <a:lstStyle/>
        <a:p>
          <a:r>
            <a:rPr lang="ru-RU" b="0" i="0"/>
            <a:t>розширення кордонів держави.</a:t>
          </a:r>
          <a:endParaRPr lang="uk-UA"/>
        </a:p>
      </dgm:t>
    </dgm:pt>
    <dgm:pt modelId="{A9E46EC3-E078-4C62-A53F-C33D1C4A3879}" type="parTrans" cxnId="{2CF3E78D-B646-4C37-BDB1-C1605F1AB538}">
      <dgm:prSet/>
      <dgm:spPr/>
      <dgm:t>
        <a:bodyPr/>
        <a:lstStyle/>
        <a:p>
          <a:endParaRPr lang="uk-UA"/>
        </a:p>
      </dgm:t>
    </dgm:pt>
    <dgm:pt modelId="{9B3E43FB-D180-466C-80F0-127D14DD7142}" type="sibTrans" cxnId="{2CF3E78D-B646-4C37-BDB1-C1605F1AB538}">
      <dgm:prSet/>
      <dgm:spPr/>
      <dgm:t>
        <a:bodyPr/>
        <a:lstStyle/>
        <a:p>
          <a:endParaRPr lang="uk-UA"/>
        </a:p>
      </dgm:t>
    </dgm:pt>
    <dgm:pt modelId="{A8133668-20D2-4890-ADC5-C1B723F648B2}">
      <dgm:prSet/>
      <dgm:spPr/>
      <dgm:t>
        <a:bodyPr/>
        <a:lstStyle/>
        <a:p>
          <a:r>
            <a:rPr lang="ru-RU" b="0" i="0" dirty="0" err="1"/>
            <a:t>розорення</a:t>
          </a:r>
          <a:r>
            <a:rPr lang="ru-RU" b="0" i="0" dirty="0"/>
            <a:t> </a:t>
          </a:r>
          <a:r>
            <a:rPr lang="ru-RU" b="0" i="0" dirty="0" err="1"/>
            <a:t>господарства</a:t>
          </a:r>
          <a:r>
            <a:rPr lang="ru-RU" b="0" i="0" dirty="0"/>
            <a:t> </a:t>
          </a:r>
          <a:r>
            <a:rPr lang="ru-RU" b="0" i="0" dirty="0" err="1"/>
            <a:t>Русі</a:t>
          </a:r>
          <a:r>
            <a:rPr lang="ru-RU" b="0" i="0" dirty="0"/>
            <a:t>.</a:t>
          </a:r>
          <a:endParaRPr lang="uk-UA" dirty="0"/>
        </a:p>
      </dgm:t>
    </dgm:pt>
    <dgm:pt modelId="{D8EBBC4E-911C-4FD3-BA98-3BACE8AE8AF6}" type="parTrans" cxnId="{527902FC-BB5F-4F06-BA3F-5D4305F38FEA}">
      <dgm:prSet/>
      <dgm:spPr/>
      <dgm:t>
        <a:bodyPr/>
        <a:lstStyle/>
        <a:p>
          <a:endParaRPr lang="uk-UA"/>
        </a:p>
      </dgm:t>
    </dgm:pt>
    <dgm:pt modelId="{77C977D5-EA1A-4E82-8645-91CF1AE658E9}" type="sibTrans" cxnId="{527902FC-BB5F-4F06-BA3F-5D4305F38FEA}">
      <dgm:prSet/>
      <dgm:spPr/>
      <dgm:t>
        <a:bodyPr/>
        <a:lstStyle/>
        <a:p>
          <a:endParaRPr lang="uk-UA"/>
        </a:p>
      </dgm:t>
    </dgm:pt>
    <dgm:pt modelId="{DB16A20F-D3A0-4ADD-AD5F-45F378730C6D}" type="pres">
      <dgm:prSet presAssocID="{EF2B701F-B408-4D62-BD28-763DE71F98D4}" presName="Name0" presStyleCnt="0">
        <dgm:presLayoutVars>
          <dgm:chMax val="7"/>
          <dgm:chPref val="7"/>
          <dgm:dir/>
        </dgm:presLayoutVars>
      </dgm:prSet>
      <dgm:spPr/>
    </dgm:pt>
    <dgm:pt modelId="{43458D70-CC16-46AB-B963-40256D3736BF}" type="pres">
      <dgm:prSet presAssocID="{EF2B701F-B408-4D62-BD28-763DE71F98D4}" presName="Name1" presStyleCnt="0"/>
      <dgm:spPr/>
    </dgm:pt>
    <dgm:pt modelId="{5EE9E858-0040-4FBD-B6A3-79CB3E07ABDF}" type="pres">
      <dgm:prSet presAssocID="{EF2B701F-B408-4D62-BD28-763DE71F98D4}" presName="cycle" presStyleCnt="0"/>
      <dgm:spPr/>
    </dgm:pt>
    <dgm:pt modelId="{CF8335C2-8CDB-40B8-B939-94A28396A830}" type="pres">
      <dgm:prSet presAssocID="{EF2B701F-B408-4D62-BD28-763DE71F98D4}" presName="srcNode" presStyleLbl="node1" presStyleIdx="0" presStyleCnt="4"/>
      <dgm:spPr/>
    </dgm:pt>
    <dgm:pt modelId="{FFAC5C1D-D443-40ED-A80B-2478549822CA}" type="pres">
      <dgm:prSet presAssocID="{EF2B701F-B408-4D62-BD28-763DE71F98D4}" presName="conn" presStyleLbl="parChTrans1D2" presStyleIdx="0" presStyleCnt="1"/>
      <dgm:spPr/>
    </dgm:pt>
    <dgm:pt modelId="{7212D080-C8B0-4C90-938C-2FFD51C07F40}" type="pres">
      <dgm:prSet presAssocID="{EF2B701F-B408-4D62-BD28-763DE71F98D4}" presName="extraNode" presStyleLbl="node1" presStyleIdx="0" presStyleCnt="4"/>
      <dgm:spPr/>
    </dgm:pt>
    <dgm:pt modelId="{F6A7AA2C-90F3-479B-B902-83AEA5F507EB}" type="pres">
      <dgm:prSet presAssocID="{EF2B701F-B408-4D62-BD28-763DE71F98D4}" presName="dstNode" presStyleLbl="node1" presStyleIdx="0" presStyleCnt="4"/>
      <dgm:spPr/>
    </dgm:pt>
    <dgm:pt modelId="{20AC659E-2825-4BA2-A389-313785FDA2C2}" type="pres">
      <dgm:prSet presAssocID="{7401CDB3-FC8C-477E-8685-D9076FE844AC}" presName="text_1" presStyleLbl="node1" presStyleIdx="0" presStyleCnt="4">
        <dgm:presLayoutVars>
          <dgm:bulletEnabled val="1"/>
        </dgm:presLayoutVars>
      </dgm:prSet>
      <dgm:spPr/>
    </dgm:pt>
    <dgm:pt modelId="{AD2925F5-2493-4F2B-9425-1478246DC6FA}" type="pres">
      <dgm:prSet presAssocID="{7401CDB3-FC8C-477E-8685-D9076FE844AC}" presName="accent_1" presStyleCnt="0"/>
      <dgm:spPr/>
    </dgm:pt>
    <dgm:pt modelId="{FCD1F02E-CE7A-41A6-8D49-88C13A6F5649}" type="pres">
      <dgm:prSet presAssocID="{7401CDB3-FC8C-477E-8685-D9076FE844AC}" presName="accentRepeatNode" presStyleLbl="solidFgAcc1" presStyleIdx="0" presStyleCnt="4"/>
      <dgm:spPr/>
    </dgm:pt>
    <dgm:pt modelId="{8232D020-0C07-48DB-A1EF-26FDFE4D429D}" type="pres">
      <dgm:prSet presAssocID="{24B026ED-29A7-486B-B2A2-95F89B6112D9}" presName="text_2" presStyleLbl="node1" presStyleIdx="1" presStyleCnt="4">
        <dgm:presLayoutVars>
          <dgm:bulletEnabled val="1"/>
        </dgm:presLayoutVars>
      </dgm:prSet>
      <dgm:spPr/>
    </dgm:pt>
    <dgm:pt modelId="{D40213E7-410D-4D4C-A828-E69479E08CE4}" type="pres">
      <dgm:prSet presAssocID="{24B026ED-29A7-486B-B2A2-95F89B6112D9}" presName="accent_2" presStyleCnt="0"/>
      <dgm:spPr/>
    </dgm:pt>
    <dgm:pt modelId="{0E206202-326A-4D77-9A74-950B696ABD14}" type="pres">
      <dgm:prSet presAssocID="{24B026ED-29A7-486B-B2A2-95F89B6112D9}" presName="accentRepeatNode" presStyleLbl="solidFgAcc1" presStyleIdx="1" presStyleCnt="4"/>
      <dgm:spPr/>
    </dgm:pt>
    <dgm:pt modelId="{6BCA3D56-8B92-4E6F-9575-6B1229A338E1}" type="pres">
      <dgm:prSet presAssocID="{F4B381B1-4431-4AE6-8A88-F14AB46C4336}" presName="text_3" presStyleLbl="node1" presStyleIdx="2" presStyleCnt="4">
        <dgm:presLayoutVars>
          <dgm:bulletEnabled val="1"/>
        </dgm:presLayoutVars>
      </dgm:prSet>
      <dgm:spPr/>
    </dgm:pt>
    <dgm:pt modelId="{5127618F-C7DA-4A2E-848B-A3A1EFDB8C93}" type="pres">
      <dgm:prSet presAssocID="{F4B381B1-4431-4AE6-8A88-F14AB46C4336}" presName="accent_3" presStyleCnt="0"/>
      <dgm:spPr/>
    </dgm:pt>
    <dgm:pt modelId="{C747070B-D5F2-4872-96B0-6CF01166912F}" type="pres">
      <dgm:prSet presAssocID="{F4B381B1-4431-4AE6-8A88-F14AB46C4336}" presName="accentRepeatNode" presStyleLbl="solidFgAcc1" presStyleIdx="2" presStyleCnt="4"/>
      <dgm:spPr/>
    </dgm:pt>
    <dgm:pt modelId="{801F1470-0145-456A-9E3D-EA87935CB63B}" type="pres">
      <dgm:prSet presAssocID="{A8133668-20D2-4890-ADC5-C1B723F648B2}" presName="text_4" presStyleLbl="node1" presStyleIdx="3" presStyleCnt="4">
        <dgm:presLayoutVars>
          <dgm:bulletEnabled val="1"/>
        </dgm:presLayoutVars>
      </dgm:prSet>
      <dgm:spPr/>
    </dgm:pt>
    <dgm:pt modelId="{A0A250C0-1121-45DA-83FA-8C884CF70679}" type="pres">
      <dgm:prSet presAssocID="{A8133668-20D2-4890-ADC5-C1B723F648B2}" presName="accent_4" presStyleCnt="0"/>
      <dgm:spPr/>
    </dgm:pt>
    <dgm:pt modelId="{668ACB1B-9978-4F45-99A1-B113B9DC2863}" type="pres">
      <dgm:prSet presAssocID="{A8133668-20D2-4890-ADC5-C1B723F648B2}" presName="accentRepeatNode" presStyleLbl="solidFgAcc1" presStyleIdx="3" presStyleCnt="4"/>
      <dgm:spPr/>
    </dgm:pt>
  </dgm:ptLst>
  <dgm:cxnLst>
    <dgm:cxn modelId="{DF18C837-69E2-4C6B-8D9C-D05326A6C061}" srcId="{EF2B701F-B408-4D62-BD28-763DE71F98D4}" destId="{24B026ED-29A7-486B-B2A2-95F89B6112D9}" srcOrd="1" destOrd="0" parTransId="{D24A981C-302C-4F6B-912C-EF51CDAFC36E}" sibTransId="{9B9333E7-DC51-400B-BBE4-5EBFD50D915D}"/>
    <dgm:cxn modelId="{2D7B4776-CCC0-4CEB-B4B3-025C730FD1C0}" type="presOf" srcId="{EF2B701F-B408-4D62-BD28-763DE71F98D4}" destId="{DB16A20F-D3A0-4ADD-AD5F-45F378730C6D}" srcOrd="0" destOrd="0" presId="urn:microsoft.com/office/officeart/2008/layout/VerticalCurvedList"/>
    <dgm:cxn modelId="{121F418A-F043-4975-9F9C-F2A5171BBF2D}" type="presOf" srcId="{F4B381B1-4431-4AE6-8A88-F14AB46C4336}" destId="{6BCA3D56-8B92-4E6F-9575-6B1229A338E1}" srcOrd="0" destOrd="0" presId="urn:microsoft.com/office/officeart/2008/layout/VerticalCurvedList"/>
    <dgm:cxn modelId="{2CF3E78D-B646-4C37-BDB1-C1605F1AB538}" srcId="{EF2B701F-B408-4D62-BD28-763DE71F98D4}" destId="{F4B381B1-4431-4AE6-8A88-F14AB46C4336}" srcOrd="2" destOrd="0" parTransId="{A9E46EC3-E078-4C62-A53F-C33D1C4A3879}" sibTransId="{9B3E43FB-D180-466C-80F0-127D14DD7142}"/>
    <dgm:cxn modelId="{702B6A93-3ABE-4DFE-8CBA-B72B7535E6A6}" type="presOf" srcId="{A8133668-20D2-4890-ADC5-C1B723F648B2}" destId="{801F1470-0145-456A-9E3D-EA87935CB63B}" srcOrd="0" destOrd="0" presId="urn:microsoft.com/office/officeart/2008/layout/VerticalCurvedList"/>
    <dgm:cxn modelId="{67705DB7-CE27-4C98-8D06-35A77C3E4F33}" srcId="{EF2B701F-B408-4D62-BD28-763DE71F98D4}" destId="{7401CDB3-FC8C-477E-8685-D9076FE844AC}" srcOrd="0" destOrd="0" parTransId="{15FD7CCD-7211-478B-8C12-7E23974C16FC}" sibTransId="{5A1F8D81-F2DC-4F94-8F24-A72FCA558FA4}"/>
    <dgm:cxn modelId="{8D8B3AC3-6EB8-4761-8DFA-0B10B4EED234}" type="presOf" srcId="{24B026ED-29A7-486B-B2A2-95F89B6112D9}" destId="{8232D020-0C07-48DB-A1EF-26FDFE4D429D}" srcOrd="0" destOrd="0" presId="urn:microsoft.com/office/officeart/2008/layout/VerticalCurvedList"/>
    <dgm:cxn modelId="{4632F6D4-E7E1-4754-ACE5-297D9C4A1DCD}" type="presOf" srcId="{7401CDB3-FC8C-477E-8685-D9076FE844AC}" destId="{20AC659E-2825-4BA2-A389-313785FDA2C2}" srcOrd="0" destOrd="0" presId="urn:microsoft.com/office/officeart/2008/layout/VerticalCurvedList"/>
    <dgm:cxn modelId="{4EC5B0FA-40F1-4775-B443-22BB2830A1FE}" type="presOf" srcId="{5A1F8D81-F2DC-4F94-8F24-A72FCA558FA4}" destId="{FFAC5C1D-D443-40ED-A80B-2478549822CA}" srcOrd="0" destOrd="0" presId="urn:microsoft.com/office/officeart/2008/layout/VerticalCurvedList"/>
    <dgm:cxn modelId="{527902FC-BB5F-4F06-BA3F-5D4305F38FEA}" srcId="{EF2B701F-B408-4D62-BD28-763DE71F98D4}" destId="{A8133668-20D2-4890-ADC5-C1B723F648B2}" srcOrd="3" destOrd="0" parTransId="{D8EBBC4E-911C-4FD3-BA98-3BACE8AE8AF6}" sibTransId="{77C977D5-EA1A-4E82-8645-91CF1AE658E9}"/>
    <dgm:cxn modelId="{5D6008C2-7E76-43A6-B8D5-518C437B9ECB}" type="presParOf" srcId="{DB16A20F-D3A0-4ADD-AD5F-45F378730C6D}" destId="{43458D70-CC16-46AB-B963-40256D3736BF}" srcOrd="0" destOrd="0" presId="urn:microsoft.com/office/officeart/2008/layout/VerticalCurvedList"/>
    <dgm:cxn modelId="{E4D374B0-3547-498B-A1DC-6608AD866506}" type="presParOf" srcId="{43458D70-CC16-46AB-B963-40256D3736BF}" destId="{5EE9E858-0040-4FBD-B6A3-79CB3E07ABDF}" srcOrd="0" destOrd="0" presId="urn:microsoft.com/office/officeart/2008/layout/VerticalCurvedList"/>
    <dgm:cxn modelId="{9DD80ED0-C4E8-40A9-8ADF-9353FA88A0CB}" type="presParOf" srcId="{5EE9E858-0040-4FBD-B6A3-79CB3E07ABDF}" destId="{CF8335C2-8CDB-40B8-B939-94A28396A830}" srcOrd="0" destOrd="0" presId="urn:microsoft.com/office/officeart/2008/layout/VerticalCurvedList"/>
    <dgm:cxn modelId="{BF5AC816-6B0B-4758-BC38-2430E0D0859F}" type="presParOf" srcId="{5EE9E858-0040-4FBD-B6A3-79CB3E07ABDF}" destId="{FFAC5C1D-D443-40ED-A80B-2478549822CA}" srcOrd="1" destOrd="0" presId="urn:microsoft.com/office/officeart/2008/layout/VerticalCurvedList"/>
    <dgm:cxn modelId="{85146D38-F350-47A5-B31A-3B9CA4DF54F4}" type="presParOf" srcId="{5EE9E858-0040-4FBD-B6A3-79CB3E07ABDF}" destId="{7212D080-C8B0-4C90-938C-2FFD51C07F40}" srcOrd="2" destOrd="0" presId="urn:microsoft.com/office/officeart/2008/layout/VerticalCurvedList"/>
    <dgm:cxn modelId="{24C425AE-04CA-4912-8F3E-88DC26343847}" type="presParOf" srcId="{5EE9E858-0040-4FBD-B6A3-79CB3E07ABDF}" destId="{F6A7AA2C-90F3-479B-B902-83AEA5F507EB}" srcOrd="3" destOrd="0" presId="urn:microsoft.com/office/officeart/2008/layout/VerticalCurvedList"/>
    <dgm:cxn modelId="{53C1ABC3-3247-4881-8EE8-3C4E3BD9110F}" type="presParOf" srcId="{43458D70-CC16-46AB-B963-40256D3736BF}" destId="{20AC659E-2825-4BA2-A389-313785FDA2C2}" srcOrd="1" destOrd="0" presId="urn:microsoft.com/office/officeart/2008/layout/VerticalCurvedList"/>
    <dgm:cxn modelId="{A1DF9332-6BB3-4E98-A511-2608C7FA8699}" type="presParOf" srcId="{43458D70-CC16-46AB-B963-40256D3736BF}" destId="{AD2925F5-2493-4F2B-9425-1478246DC6FA}" srcOrd="2" destOrd="0" presId="urn:microsoft.com/office/officeart/2008/layout/VerticalCurvedList"/>
    <dgm:cxn modelId="{F6D11CC9-9810-4A95-AD72-5B09732DECCC}" type="presParOf" srcId="{AD2925F5-2493-4F2B-9425-1478246DC6FA}" destId="{FCD1F02E-CE7A-41A6-8D49-88C13A6F5649}" srcOrd="0" destOrd="0" presId="urn:microsoft.com/office/officeart/2008/layout/VerticalCurvedList"/>
    <dgm:cxn modelId="{0F5D943B-3051-4233-9A4D-A688DCFE30E3}" type="presParOf" srcId="{43458D70-CC16-46AB-B963-40256D3736BF}" destId="{8232D020-0C07-48DB-A1EF-26FDFE4D429D}" srcOrd="3" destOrd="0" presId="urn:microsoft.com/office/officeart/2008/layout/VerticalCurvedList"/>
    <dgm:cxn modelId="{3155CCE7-1EEC-4B5F-83E2-45A7868C7C89}" type="presParOf" srcId="{43458D70-CC16-46AB-B963-40256D3736BF}" destId="{D40213E7-410D-4D4C-A828-E69479E08CE4}" srcOrd="4" destOrd="0" presId="urn:microsoft.com/office/officeart/2008/layout/VerticalCurvedList"/>
    <dgm:cxn modelId="{BDB459A1-38E3-42D0-8E8A-EA05C7DEAB61}" type="presParOf" srcId="{D40213E7-410D-4D4C-A828-E69479E08CE4}" destId="{0E206202-326A-4D77-9A74-950B696ABD14}" srcOrd="0" destOrd="0" presId="urn:microsoft.com/office/officeart/2008/layout/VerticalCurvedList"/>
    <dgm:cxn modelId="{783F2314-9230-41D1-8A3B-CC2253875FD6}" type="presParOf" srcId="{43458D70-CC16-46AB-B963-40256D3736BF}" destId="{6BCA3D56-8B92-4E6F-9575-6B1229A338E1}" srcOrd="5" destOrd="0" presId="urn:microsoft.com/office/officeart/2008/layout/VerticalCurvedList"/>
    <dgm:cxn modelId="{888FDA95-D8A9-49B0-8ADA-355A7ABEFFE0}" type="presParOf" srcId="{43458D70-CC16-46AB-B963-40256D3736BF}" destId="{5127618F-C7DA-4A2E-848B-A3A1EFDB8C93}" srcOrd="6" destOrd="0" presId="urn:microsoft.com/office/officeart/2008/layout/VerticalCurvedList"/>
    <dgm:cxn modelId="{1AEF412C-F44A-471C-89E9-9CBDCA820788}" type="presParOf" srcId="{5127618F-C7DA-4A2E-848B-A3A1EFDB8C93}" destId="{C747070B-D5F2-4872-96B0-6CF01166912F}" srcOrd="0" destOrd="0" presId="urn:microsoft.com/office/officeart/2008/layout/VerticalCurvedList"/>
    <dgm:cxn modelId="{01AFE289-74E5-4B62-BF95-3F42EFF1E70C}" type="presParOf" srcId="{43458D70-CC16-46AB-B963-40256D3736BF}" destId="{801F1470-0145-456A-9E3D-EA87935CB63B}" srcOrd="7" destOrd="0" presId="urn:microsoft.com/office/officeart/2008/layout/VerticalCurvedList"/>
    <dgm:cxn modelId="{475E3D9F-41ED-4B53-918C-306AE5A9290A}" type="presParOf" srcId="{43458D70-CC16-46AB-B963-40256D3736BF}" destId="{A0A250C0-1121-45DA-83FA-8C884CF70679}" srcOrd="8" destOrd="0" presId="urn:microsoft.com/office/officeart/2008/layout/VerticalCurvedList"/>
    <dgm:cxn modelId="{2BC3AEAA-1252-4AF4-A1C9-A271F8F17637}" type="presParOf" srcId="{A0A250C0-1121-45DA-83FA-8C884CF70679}" destId="{668ACB1B-9978-4F45-99A1-B113B9DC286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1.xml><?xml version="1.0" encoding="utf-8"?>
<dgm:dataModel xmlns:dgm="http://schemas.openxmlformats.org/drawingml/2006/diagram" xmlns:a="http://schemas.openxmlformats.org/drawingml/2006/main">
  <dgm:ptLst>
    <dgm:pt modelId="{D0522B09-B00A-4F3F-A060-2367E83508E7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7DF0C66-2496-4053-9D66-CF3A920D5293}">
      <dgm:prSet/>
      <dgm:spPr/>
      <dgm:t>
        <a:bodyPr/>
        <a:lstStyle/>
        <a:p>
          <a:r>
            <a:rPr lang="uk-UA" b="0" i="0" dirty="0"/>
            <a:t>хозарами.</a:t>
          </a:r>
          <a:endParaRPr lang="uk-UA" dirty="0"/>
        </a:p>
      </dgm:t>
    </dgm:pt>
    <dgm:pt modelId="{E1BE605C-6CA1-4504-96D8-633EA6B28A53}" type="parTrans" cxnId="{8B9C3291-8213-412D-98E8-A60540A6A190}">
      <dgm:prSet/>
      <dgm:spPr/>
      <dgm:t>
        <a:bodyPr/>
        <a:lstStyle/>
        <a:p>
          <a:endParaRPr lang="uk-UA"/>
        </a:p>
      </dgm:t>
    </dgm:pt>
    <dgm:pt modelId="{9D5D9CD0-CACD-4003-8DB7-43D12B879534}" type="sibTrans" cxnId="{8B9C3291-8213-412D-98E8-A60540A6A190}">
      <dgm:prSet/>
      <dgm:spPr/>
      <dgm:t>
        <a:bodyPr/>
        <a:lstStyle/>
        <a:p>
          <a:endParaRPr lang="uk-UA"/>
        </a:p>
      </dgm:t>
    </dgm:pt>
    <dgm:pt modelId="{9F358476-4498-48B2-A914-B5168FBBDB61}">
      <dgm:prSet/>
      <dgm:spPr/>
      <dgm:t>
        <a:bodyPr/>
        <a:lstStyle/>
        <a:p>
          <a:r>
            <a:rPr lang="uk-UA" b="0" i="0"/>
            <a:t>варягами.</a:t>
          </a:r>
          <a:endParaRPr lang="uk-UA"/>
        </a:p>
      </dgm:t>
    </dgm:pt>
    <dgm:pt modelId="{30A2D9A5-8EE6-4DE7-A386-E179F4FEF183}" type="parTrans" cxnId="{4536B06E-97C8-4CD9-BFCF-D7DBC29E6736}">
      <dgm:prSet/>
      <dgm:spPr/>
      <dgm:t>
        <a:bodyPr/>
        <a:lstStyle/>
        <a:p>
          <a:endParaRPr lang="uk-UA"/>
        </a:p>
      </dgm:t>
    </dgm:pt>
    <dgm:pt modelId="{267207CC-4FBA-485C-8644-B59D575F1BC9}" type="sibTrans" cxnId="{4536B06E-97C8-4CD9-BFCF-D7DBC29E6736}">
      <dgm:prSet/>
      <dgm:spPr/>
      <dgm:t>
        <a:bodyPr/>
        <a:lstStyle/>
        <a:p>
          <a:endParaRPr lang="uk-UA"/>
        </a:p>
      </dgm:t>
    </dgm:pt>
    <dgm:pt modelId="{173D136B-8539-4BF4-B5D4-7C3DB1978BDB}">
      <dgm:prSet/>
      <dgm:spPr/>
      <dgm:t>
        <a:bodyPr/>
        <a:lstStyle/>
        <a:p>
          <a:r>
            <a:rPr lang="uk-UA" b="0" i="0" dirty="0"/>
            <a:t>печенігами.</a:t>
          </a:r>
          <a:endParaRPr lang="uk-UA" dirty="0"/>
        </a:p>
      </dgm:t>
    </dgm:pt>
    <dgm:pt modelId="{ACB93E51-CE9D-4E07-9483-091DAEB5E1CE}" type="parTrans" cxnId="{B613890B-8893-4A5F-B9F1-77824ED64D6D}">
      <dgm:prSet/>
      <dgm:spPr/>
      <dgm:t>
        <a:bodyPr/>
        <a:lstStyle/>
        <a:p>
          <a:endParaRPr lang="uk-UA"/>
        </a:p>
      </dgm:t>
    </dgm:pt>
    <dgm:pt modelId="{8108D46B-B4ED-49E2-AF43-F82BC2508FB4}" type="sibTrans" cxnId="{B613890B-8893-4A5F-B9F1-77824ED64D6D}">
      <dgm:prSet/>
      <dgm:spPr/>
      <dgm:t>
        <a:bodyPr/>
        <a:lstStyle/>
        <a:p>
          <a:endParaRPr lang="uk-UA"/>
        </a:p>
      </dgm:t>
    </dgm:pt>
    <dgm:pt modelId="{514D5BBE-C68D-4A71-87FC-C1E0A5B7C994}">
      <dgm:prSet/>
      <dgm:spPr/>
      <dgm:t>
        <a:bodyPr/>
        <a:lstStyle/>
        <a:p>
          <a:r>
            <a:rPr lang="uk-UA" b="0" i="0" dirty="0"/>
            <a:t>візантійцями.</a:t>
          </a:r>
          <a:endParaRPr lang="uk-UA" dirty="0"/>
        </a:p>
      </dgm:t>
    </dgm:pt>
    <dgm:pt modelId="{45953178-3E2C-4B28-8EF2-74212A072415}" type="parTrans" cxnId="{34B37D8E-9587-4683-BF31-AA7E871A46BC}">
      <dgm:prSet/>
      <dgm:spPr/>
      <dgm:t>
        <a:bodyPr/>
        <a:lstStyle/>
        <a:p>
          <a:endParaRPr lang="uk-UA"/>
        </a:p>
      </dgm:t>
    </dgm:pt>
    <dgm:pt modelId="{C294F722-9EF3-4699-9998-ECD10079F82C}" type="sibTrans" cxnId="{34B37D8E-9587-4683-BF31-AA7E871A46BC}">
      <dgm:prSet/>
      <dgm:spPr/>
      <dgm:t>
        <a:bodyPr/>
        <a:lstStyle/>
        <a:p>
          <a:endParaRPr lang="uk-UA"/>
        </a:p>
      </dgm:t>
    </dgm:pt>
    <dgm:pt modelId="{2604BB3A-B704-4F81-84E1-003BDD94D248}" type="pres">
      <dgm:prSet presAssocID="{D0522B09-B00A-4F3F-A060-2367E83508E7}" presName="matrix" presStyleCnt="0">
        <dgm:presLayoutVars>
          <dgm:chMax val="1"/>
          <dgm:dir/>
          <dgm:resizeHandles val="exact"/>
        </dgm:presLayoutVars>
      </dgm:prSet>
      <dgm:spPr/>
    </dgm:pt>
    <dgm:pt modelId="{179279A2-2886-4298-950D-1A6779E76CB8}" type="pres">
      <dgm:prSet presAssocID="{D0522B09-B00A-4F3F-A060-2367E83508E7}" presName="diamond" presStyleLbl="bgShp" presStyleIdx="0" presStyleCnt="1"/>
      <dgm:spPr/>
    </dgm:pt>
    <dgm:pt modelId="{A50B2E91-6DB3-4850-8837-153BCEB1B9FD}" type="pres">
      <dgm:prSet presAssocID="{D0522B09-B00A-4F3F-A060-2367E83508E7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73D03F2-41B3-4B8B-B56E-FCF87A6381C9}" type="pres">
      <dgm:prSet presAssocID="{D0522B09-B00A-4F3F-A060-2367E83508E7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671B53E-874E-438C-8A8B-EC7C2C45DA38}" type="pres">
      <dgm:prSet presAssocID="{D0522B09-B00A-4F3F-A060-2367E83508E7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D57FA64-0370-4A7B-B13B-96C09C52D6A6}" type="pres">
      <dgm:prSet presAssocID="{D0522B09-B00A-4F3F-A060-2367E83508E7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007FA09-F29C-437A-BF3C-7DD365A179AB}" type="presOf" srcId="{D0522B09-B00A-4F3F-A060-2367E83508E7}" destId="{2604BB3A-B704-4F81-84E1-003BDD94D248}" srcOrd="0" destOrd="0" presId="urn:microsoft.com/office/officeart/2005/8/layout/matrix3"/>
    <dgm:cxn modelId="{B613890B-8893-4A5F-B9F1-77824ED64D6D}" srcId="{D0522B09-B00A-4F3F-A060-2367E83508E7}" destId="{173D136B-8539-4BF4-B5D4-7C3DB1978BDB}" srcOrd="2" destOrd="0" parTransId="{ACB93E51-CE9D-4E07-9483-091DAEB5E1CE}" sibTransId="{8108D46B-B4ED-49E2-AF43-F82BC2508FB4}"/>
    <dgm:cxn modelId="{AFD78B5E-1BFE-4987-8F07-57AF3B3A6A5E}" type="presOf" srcId="{9F358476-4498-48B2-A914-B5168FBBDB61}" destId="{873D03F2-41B3-4B8B-B56E-FCF87A6381C9}" srcOrd="0" destOrd="0" presId="urn:microsoft.com/office/officeart/2005/8/layout/matrix3"/>
    <dgm:cxn modelId="{AC3B915E-BC9C-4E1C-83C6-C5BBE2565A99}" type="presOf" srcId="{77DF0C66-2496-4053-9D66-CF3A920D5293}" destId="{A50B2E91-6DB3-4850-8837-153BCEB1B9FD}" srcOrd="0" destOrd="0" presId="urn:microsoft.com/office/officeart/2005/8/layout/matrix3"/>
    <dgm:cxn modelId="{32B7B964-4DEE-4A47-9B5B-236B0DEAA5AD}" type="presOf" srcId="{173D136B-8539-4BF4-B5D4-7C3DB1978BDB}" destId="{2671B53E-874E-438C-8A8B-EC7C2C45DA38}" srcOrd="0" destOrd="0" presId="urn:microsoft.com/office/officeart/2005/8/layout/matrix3"/>
    <dgm:cxn modelId="{4536B06E-97C8-4CD9-BFCF-D7DBC29E6736}" srcId="{D0522B09-B00A-4F3F-A060-2367E83508E7}" destId="{9F358476-4498-48B2-A914-B5168FBBDB61}" srcOrd="1" destOrd="0" parTransId="{30A2D9A5-8EE6-4DE7-A386-E179F4FEF183}" sibTransId="{267207CC-4FBA-485C-8644-B59D575F1BC9}"/>
    <dgm:cxn modelId="{34B37D8E-9587-4683-BF31-AA7E871A46BC}" srcId="{D0522B09-B00A-4F3F-A060-2367E83508E7}" destId="{514D5BBE-C68D-4A71-87FC-C1E0A5B7C994}" srcOrd="3" destOrd="0" parTransId="{45953178-3E2C-4B28-8EF2-74212A072415}" sibTransId="{C294F722-9EF3-4699-9998-ECD10079F82C}"/>
    <dgm:cxn modelId="{8B9C3291-8213-412D-98E8-A60540A6A190}" srcId="{D0522B09-B00A-4F3F-A060-2367E83508E7}" destId="{77DF0C66-2496-4053-9D66-CF3A920D5293}" srcOrd="0" destOrd="0" parTransId="{E1BE605C-6CA1-4504-96D8-633EA6B28A53}" sibTransId="{9D5D9CD0-CACD-4003-8DB7-43D12B879534}"/>
    <dgm:cxn modelId="{317710B6-B010-4524-814A-E4B92CA71AF9}" type="presOf" srcId="{514D5BBE-C68D-4A71-87FC-C1E0A5B7C994}" destId="{6D57FA64-0370-4A7B-B13B-96C09C52D6A6}" srcOrd="0" destOrd="0" presId="urn:microsoft.com/office/officeart/2005/8/layout/matrix3"/>
    <dgm:cxn modelId="{3590FC0F-2EDF-4DE6-8AED-903054D2F2C1}" type="presParOf" srcId="{2604BB3A-B704-4F81-84E1-003BDD94D248}" destId="{179279A2-2886-4298-950D-1A6779E76CB8}" srcOrd="0" destOrd="0" presId="urn:microsoft.com/office/officeart/2005/8/layout/matrix3"/>
    <dgm:cxn modelId="{15485106-F262-4FBD-8164-B0648A3D1A0A}" type="presParOf" srcId="{2604BB3A-B704-4F81-84E1-003BDD94D248}" destId="{A50B2E91-6DB3-4850-8837-153BCEB1B9FD}" srcOrd="1" destOrd="0" presId="urn:microsoft.com/office/officeart/2005/8/layout/matrix3"/>
    <dgm:cxn modelId="{48625639-CF40-4D45-AC27-404E3B070422}" type="presParOf" srcId="{2604BB3A-B704-4F81-84E1-003BDD94D248}" destId="{873D03F2-41B3-4B8B-B56E-FCF87A6381C9}" srcOrd="2" destOrd="0" presId="urn:microsoft.com/office/officeart/2005/8/layout/matrix3"/>
    <dgm:cxn modelId="{EA70DD70-9596-442D-B045-F3B67EDD36E6}" type="presParOf" srcId="{2604BB3A-B704-4F81-84E1-003BDD94D248}" destId="{2671B53E-874E-438C-8A8B-EC7C2C45DA38}" srcOrd="3" destOrd="0" presId="urn:microsoft.com/office/officeart/2005/8/layout/matrix3"/>
    <dgm:cxn modelId="{F509CE7A-2B59-428A-B53D-4BC3E32A2453}" type="presParOf" srcId="{2604BB3A-B704-4F81-84E1-003BDD94D248}" destId="{6D57FA64-0370-4A7B-B13B-96C09C52D6A6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2.xml><?xml version="1.0" encoding="utf-8"?>
<dgm:dataModel xmlns:dgm="http://schemas.openxmlformats.org/drawingml/2006/diagram" xmlns:a="http://schemas.openxmlformats.org/drawingml/2006/main">
  <dgm:ptLst>
    <dgm:pt modelId="{0D2AECE1-6FB9-4AB9-A3C3-6239AE0423FA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AD727AD-0B67-48B8-B77B-2C9A31F245E1}">
      <dgm:prSet/>
      <dgm:spPr/>
      <dgm:t>
        <a:bodyPr/>
        <a:lstStyle/>
        <a:p>
          <a:r>
            <a:rPr lang="ru-RU" b="0" i="0" dirty="0"/>
            <a:t>Святослава Хороброго.</a:t>
          </a:r>
          <a:endParaRPr lang="uk-UA" dirty="0"/>
        </a:p>
      </dgm:t>
    </dgm:pt>
    <dgm:pt modelId="{6709D534-85B4-417F-B90A-55B143D6AB77}" type="parTrans" cxnId="{ABC35FAE-ABB5-48A5-87E9-0E72EA99F051}">
      <dgm:prSet/>
      <dgm:spPr/>
      <dgm:t>
        <a:bodyPr/>
        <a:lstStyle/>
        <a:p>
          <a:endParaRPr lang="uk-UA"/>
        </a:p>
      </dgm:t>
    </dgm:pt>
    <dgm:pt modelId="{59D07FB5-612D-44C4-81E7-7807ACBF85A1}" type="sibTrans" cxnId="{ABC35FAE-ABB5-48A5-87E9-0E72EA99F051}">
      <dgm:prSet/>
      <dgm:spPr/>
      <dgm:t>
        <a:bodyPr/>
        <a:lstStyle/>
        <a:p>
          <a:endParaRPr lang="uk-UA"/>
        </a:p>
      </dgm:t>
    </dgm:pt>
    <dgm:pt modelId="{3476D24A-22D0-4DD5-8318-C4D1EB0542DE}">
      <dgm:prSet/>
      <dgm:spPr/>
      <dgm:t>
        <a:bodyPr/>
        <a:lstStyle/>
        <a:p>
          <a:r>
            <a:rPr lang="ru-RU" b="0" i="0"/>
            <a:t>Володимира Великого.</a:t>
          </a:r>
          <a:endParaRPr lang="uk-UA"/>
        </a:p>
      </dgm:t>
    </dgm:pt>
    <dgm:pt modelId="{5AC30DA1-6AC4-420D-8647-E1153ADA528E}" type="parTrans" cxnId="{1073AD68-997F-4B43-9BC4-D42B656D481C}">
      <dgm:prSet/>
      <dgm:spPr/>
      <dgm:t>
        <a:bodyPr/>
        <a:lstStyle/>
        <a:p>
          <a:endParaRPr lang="uk-UA"/>
        </a:p>
      </dgm:t>
    </dgm:pt>
    <dgm:pt modelId="{ECE86982-377E-4E90-9A74-06EF57561BD3}" type="sibTrans" cxnId="{1073AD68-997F-4B43-9BC4-D42B656D481C}">
      <dgm:prSet/>
      <dgm:spPr/>
      <dgm:t>
        <a:bodyPr/>
        <a:lstStyle/>
        <a:p>
          <a:endParaRPr lang="uk-UA"/>
        </a:p>
      </dgm:t>
    </dgm:pt>
    <dgm:pt modelId="{6FE65F32-83F2-435D-9823-F383C87492CF}">
      <dgm:prSet/>
      <dgm:spPr/>
      <dgm:t>
        <a:bodyPr/>
        <a:lstStyle/>
        <a:p>
          <a:r>
            <a:rPr lang="ru-RU" b="0" i="0" dirty="0"/>
            <a:t>Ярослава Мудрого.</a:t>
          </a:r>
          <a:endParaRPr lang="uk-UA" dirty="0"/>
        </a:p>
      </dgm:t>
    </dgm:pt>
    <dgm:pt modelId="{B9B55638-BC98-45A7-A81E-8D058AE61062}" type="parTrans" cxnId="{48BA7ADB-0477-4A36-9AA6-8EB6AF307169}">
      <dgm:prSet/>
      <dgm:spPr/>
      <dgm:t>
        <a:bodyPr/>
        <a:lstStyle/>
        <a:p>
          <a:endParaRPr lang="uk-UA"/>
        </a:p>
      </dgm:t>
    </dgm:pt>
    <dgm:pt modelId="{EC9D37BF-3592-45B4-A109-2ABE873C953D}" type="sibTrans" cxnId="{48BA7ADB-0477-4A36-9AA6-8EB6AF307169}">
      <dgm:prSet/>
      <dgm:spPr/>
      <dgm:t>
        <a:bodyPr/>
        <a:lstStyle/>
        <a:p>
          <a:endParaRPr lang="uk-UA"/>
        </a:p>
      </dgm:t>
    </dgm:pt>
    <dgm:pt modelId="{A2AE1E07-DA02-473A-A1B9-DBE994532F8D}">
      <dgm:prSet/>
      <dgm:spPr/>
      <dgm:t>
        <a:bodyPr/>
        <a:lstStyle/>
        <a:p>
          <a:r>
            <a:rPr lang="ru-RU" b="0" i="0" dirty="0" err="1"/>
            <a:t>Володимира</a:t>
          </a:r>
          <a:r>
            <a:rPr lang="ru-RU" b="0" i="0" dirty="0"/>
            <a:t> Мономаха</a:t>
          </a:r>
          <a:endParaRPr lang="uk-UA" dirty="0"/>
        </a:p>
      </dgm:t>
    </dgm:pt>
    <dgm:pt modelId="{1B613B34-1688-464C-B0E8-7036ECD23469}" type="parTrans" cxnId="{04535762-5694-4988-A2C4-744E3DCCA95B}">
      <dgm:prSet/>
      <dgm:spPr/>
      <dgm:t>
        <a:bodyPr/>
        <a:lstStyle/>
        <a:p>
          <a:endParaRPr lang="uk-UA"/>
        </a:p>
      </dgm:t>
    </dgm:pt>
    <dgm:pt modelId="{1957E7B0-5F0D-4D51-A24C-429F40900E7F}" type="sibTrans" cxnId="{04535762-5694-4988-A2C4-744E3DCCA95B}">
      <dgm:prSet/>
      <dgm:spPr/>
      <dgm:t>
        <a:bodyPr/>
        <a:lstStyle/>
        <a:p>
          <a:endParaRPr lang="uk-UA"/>
        </a:p>
      </dgm:t>
    </dgm:pt>
    <dgm:pt modelId="{3114F5BD-C503-4CD4-9EB9-181332D3D36E}" type="pres">
      <dgm:prSet presAssocID="{0D2AECE1-6FB9-4AB9-A3C3-6239AE0423FA}" presName="matrix" presStyleCnt="0">
        <dgm:presLayoutVars>
          <dgm:chMax val="1"/>
          <dgm:dir/>
          <dgm:resizeHandles val="exact"/>
        </dgm:presLayoutVars>
      </dgm:prSet>
      <dgm:spPr/>
    </dgm:pt>
    <dgm:pt modelId="{289CDBE5-82C4-41CF-8DD8-FF6F0D8DF9B3}" type="pres">
      <dgm:prSet presAssocID="{0D2AECE1-6FB9-4AB9-A3C3-6239AE0423FA}" presName="diamond" presStyleLbl="bgShp" presStyleIdx="0" presStyleCnt="1"/>
      <dgm:spPr/>
    </dgm:pt>
    <dgm:pt modelId="{971E5237-A903-4C85-A1A8-E678A742CF67}" type="pres">
      <dgm:prSet presAssocID="{0D2AECE1-6FB9-4AB9-A3C3-6239AE0423FA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A958D78-6F27-4F0B-85A2-E3653F522EDF}" type="pres">
      <dgm:prSet presAssocID="{0D2AECE1-6FB9-4AB9-A3C3-6239AE0423FA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3025F4D-EB16-4CC4-8E36-3EE6B9E822E7}" type="pres">
      <dgm:prSet presAssocID="{0D2AECE1-6FB9-4AB9-A3C3-6239AE0423FA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A5540BE-25E0-43BC-813B-0E9918F9465B}" type="pres">
      <dgm:prSet presAssocID="{0D2AECE1-6FB9-4AB9-A3C3-6239AE0423FA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0ECEE1E-3340-4AD8-A45E-D7B765CADC71}" type="presOf" srcId="{3476D24A-22D0-4DD5-8318-C4D1EB0542DE}" destId="{0A958D78-6F27-4F0B-85A2-E3653F522EDF}" srcOrd="0" destOrd="0" presId="urn:microsoft.com/office/officeart/2005/8/layout/matrix3"/>
    <dgm:cxn modelId="{7658432B-B80E-4D0E-9922-DA411C90C12A}" type="presOf" srcId="{A2AE1E07-DA02-473A-A1B9-DBE994532F8D}" destId="{AA5540BE-25E0-43BC-813B-0E9918F9465B}" srcOrd="0" destOrd="0" presId="urn:microsoft.com/office/officeart/2005/8/layout/matrix3"/>
    <dgm:cxn modelId="{04535762-5694-4988-A2C4-744E3DCCA95B}" srcId="{0D2AECE1-6FB9-4AB9-A3C3-6239AE0423FA}" destId="{A2AE1E07-DA02-473A-A1B9-DBE994532F8D}" srcOrd="3" destOrd="0" parTransId="{1B613B34-1688-464C-B0E8-7036ECD23469}" sibTransId="{1957E7B0-5F0D-4D51-A24C-429F40900E7F}"/>
    <dgm:cxn modelId="{1073AD68-997F-4B43-9BC4-D42B656D481C}" srcId="{0D2AECE1-6FB9-4AB9-A3C3-6239AE0423FA}" destId="{3476D24A-22D0-4DD5-8318-C4D1EB0542DE}" srcOrd="1" destOrd="0" parTransId="{5AC30DA1-6AC4-420D-8647-E1153ADA528E}" sibTransId="{ECE86982-377E-4E90-9A74-06EF57561BD3}"/>
    <dgm:cxn modelId="{F6EFF17A-D5B6-4332-AA31-530B2F5DA3A3}" type="presOf" srcId="{6FE65F32-83F2-435D-9823-F383C87492CF}" destId="{E3025F4D-EB16-4CC4-8E36-3EE6B9E822E7}" srcOrd="0" destOrd="0" presId="urn:microsoft.com/office/officeart/2005/8/layout/matrix3"/>
    <dgm:cxn modelId="{8D483BAE-F829-468B-8837-B736CDC4AD9E}" type="presOf" srcId="{5AD727AD-0B67-48B8-B77B-2C9A31F245E1}" destId="{971E5237-A903-4C85-A1A8-E678A742CF67}" srcOrd="0" destOrd="0" presId="urn:microsoft.com/office/officeart/2005/8/layout/matrix3"/>
    <dgm:cxn modelId="{ABC35FAE-ABB5-48A5-87E9-0E72EA99F051}" srcId="{0D2AECE1-6FB9-4AB9-A3C3-6239AE0423FA}" destId="{5AD727AD-0B67-48B8-B77B-2C9A31F245E1}" srcOrd="0" destOrd="0" parTransId="{6709D534-85B4-417F-B90A-55B143D6AB77}" sibTransId="{59D07FB5-612D-44C4-81E7-7807ACBF85A1}"/>
    <dgm:cxn modelId="{CD4CE8B8-6B54-4999-8DB0-A246C422D61F}" type="presOf" srcId="{0D2AECE1-6FB9-4AB9-A3C3-6239AE0423FA}" destId="{3114F5BD-C503-4CD4-9EB9-181332D3D36E}" srcOrd="0" destOrd="0" presId="urn:microsoft.com/office/officeart/2005/8/layout/matrix3"/>
    <dgm:cxn modelId="{48BA7ADB-0477-4A36-9AA6-8EB6AF307169}" srcId="{0D2AECE1-6FB9-4AB9-A3C3-6239AE0423FA}" destId="{6FE65F32-83F2-435D-9823-F383C87492CF}" srcOrd="2" destOrd="0" parTransId="{B9B55638-BC98-45A7-A81E-8D058AE61062}" sibTransId="{EC9D37BF-3592-45B4-A109-2ABE873C953D}"/>
    <dgm:cxn modelId="{AC35DBA6-0CA9-4550-AEC1-AB0BCF4EEB96}" type="presParOf" srcId="{3114F5BD-C503-4CD4-9EB9-181332D3D36E}" destId="{289CDBE5-82C4-41CF-8DD8-FF6F0D8DF9B3}" srcOrd="0" destOrd="0" presId="urn:microsoft.com/office/officeart/2005/8/layout/matrix3"/>
    <dgm:cxn modelId="{6B11B0C7-D94B-4BBF-8CE3-08C222F34168}" type="presParOf" srcId="{3114F5BD-C503-4CD4-9EB9-181332D3D36E}" destId="{971E5237-A903-4C85-A1A8-E678A742CF67}" srcOrd="1" destOrd="0" presId="urn:microsoft.com/office/officeart/2005/8/layout/matrix3"/>
    <dgm:cxn modelId="{C54CDAA3-7986-42B6-AFAD-8A470CD5D7BC}" type="presParOf" srcId="{3114F5BD-C503-4CD4-9EB9-181332D3D36E}" destId="{0A958D78-6F27-4F0B-85A2-E3653F522EDF}" srcOrd="2" destOrd="0" presId="urn:microsoft.com/office/officeart/2005/8/layout/matrix3"/>
    <dgm:cxn modelId="{0F13CC81-204E-455A-BC90-B15BD95CB6AF}" type="presParOf" srcId="{3114F5BD-C503-4CD4-9EB9-181332D3D36E}" destId="{E3025F4D-EB16-4CC4-8E36-3EE6B9E822E7}" srcOrd="3" destOrd="0" presId="urn:microsoft.com/office/officeart/2005/8/layout/matrix3"/>
    <dgm:cxn modelId="{FDE9EFAB-3C06-46B6-9A5D-FA3F52C53641}" type="presParOf" srcId="{3114F5BD-C503-4CD4-9EB9-181332D3D36E}" destId="{AA5540BE-25E0-43BC-813B-0E9918F9465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3.xml><?xml version="1.0" encoding="utf-8"?>
<dgm:dataModel xmlns:dgm="http://schemas.openxmlformats.org/drawingml/2006/diagram" xmlns:a="http://schemas.openxmlformats.org/drawingml/2006/main">
  <dgm:ptLst>
    <dgm:pt modelId="{4A8534D8-4E0E-4413-866B-8F06723141C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EBB0874-2A21-49DC-A326-B10FB64C32D4}">
      <dgm:prSet/>
      <dgm:spPr/>
      <dgm:t>
        <a:bodyPr/>
        <a:lstStyle/>
        <a:p>
          <a:r>
            <a:rPr lang="uk-UA" b="0" i="1" dirty="0"/>
            <a:t>«…на другий день посилає до імператора просити миру за такою умовою: [русичі] повинні віддати [візантійцям] </a:t>
          </a:r>
          <a:r>
            <a:rPr lang="uk-UA" b="0" i="1" dirty="0" err="1"/>
            <a:t>Доростол</a:t>
          </a:r>
          <a:r>
            <a:rPr lang="uk-UA" b="0" i="1" dirty="0"/>
            <a:t>.., [візантійці] повинні дозволити привозити до себе хліб…»</a:t>
          </a:r>
          <a:endParaRPr lang="uk-UA" dirty="0"/>
        </a:p>
      </dgm:t>
    </dgm:pt>
    <dgm:pt modelId="{F13FC648-0AD0-4776-936D-36620ED96FF7}" type="parTrans" cxnId="{6C85CA81-53F7-46EE-82CE-F421EF30E766}">
      <dgm:prSet/>
      <dgm:spPr/>
      <dgm:t>
        <a:bodyPr/>
        <a:lstStyle/>
        <a:p>
          <a:endParaRPr lang="uk-UA"/>
        </a:p>
      </dgm:t>
    </dgm:pt>
    <dgm:pt modelId="{C467387E-EB83-42B9-A436-6E872309DF97}" type="sibTrans" cxnId="{6C85CA81-53F7-46EE-82CE-F421EF30E766}">
      <dgm:prSet/>
      <dgm:spPr/>
      <dgm:t>
        <a:bodyPr/>
        <a:lstStyle/>
        <a:p>
          <a:endParaRPr lang="uk-UA"/>
        </a:p>
      </dgm:t>
    </dgm:pt>
    <dgm:pt modelId="{9EC0D2BD-FE11-44A9-B4CB-214B6F449AC4}">
      <dgm:prSet/>
      <dgm:spPr/>
      <dgm:t>
        <a:bodyPr/>
        <a:lstStyle/>
        <a:p>
          <a:r>
            <a:rPr lang="uk-UA" b="0" i="0" dirty="0"/>
            <a:t>«І поставив він кумири на пагорбі, поза двором </a:t>
          </a:r>
          <a:r>
            <a:rPr lang="uk-UA" b="0" i="0" dirty="0" err="1"/>
            <a:t>теремним</a:t>
          </a:r>
          <a:r>
            <a:rPr lang="uk-UA" b="0" i="0" dirty="0"/>
            <a:t>: Перуна дерев'яного, - а голова його була срібна, а вус - золотий, - і </a:t>
          </a:r>
          <a:r>
            <a:rPr lang="uk-UA" b="0" i="0" dirty="0" err="1"/>
            <a:t>Хорса</a:t>
          </a:r>
          <a:r>
            <a:rPr lang="uk-UA" b="0" i="0" dirty="0"/>
            <a:t>, і Дажбога, і </a:t>
          </a:r>
          <a:r>
            <a:rPr lang="uk-UA" b="0" i="0" dirty="0" err="1"/>
            <a:t>Стрибога</a:t>
          </a:r>
          <a:r>
            <a:rPr lang="uk-UA" b="0" i="0" dirty="0"/>
            <a:t>, і </a:t>
          </a:r>
          <a:r>
            <a:rPr lang="uk-UA" b="0" i="0" dirty="0" err="1"/>
            <a:t>Сімаргла</a:t>
          </a:r>
          <a:r>
            <a:rPr lang="uk-UA" b="0" i="0" dirty="0"/>
            <a:t>...»*</a:t>
          </a:r>
          <a:endParaRPr lang="uk-UA" dirty="0"/>
        </a:p>
      </dgm:t>
    </dgm:pt>
    <dgm:pt modelId="{086F3E87-A024-48AB-96D4-F0EBD60D7135}" type="parTrans" cxnId="{5EACBE4B-1CC9-4B61-9BB7-F3C355E949D6}">
      <dgm:prSet/>
      <dgm:spPr/>
      <dgm:t>
        <a:bodyPr/>
        <a:lstStyle/>
        <a:p>
          <a:endParaRPr lang="uk-UA"/>
        </a:p>
      </dgm:t>
    </dgm:pt>
    <dgm:pt modelId="{40C5E817-CA97-418A-8F28-E9D5FB9AAE94}" type="sibTrans" cxnId="{5EACBE4B-1CC9-4B61-9BB7-F3C355E949D6}">
      <dgm:prSet/>
      <dgm:spPr/>
      <dgm:t>
        <a:bodyPr/>
        <a:lstStyle/>
        <a:p>
          <a:endParaRPr lang="uk-UA"/>
        </a:p>
      </dgm:t>
    </dgm:pt>
    <dgm:pt modelId="{1B995A0E-5FB1-4202-BEF3-154BC0936288}">
      <dgm:prSet/>
      <dgm:spPr/>
      <dgm:t>
        <a:bodyPr/>
        <a:lstStyle/>
        <a:p>
          <a:r>
            <a:rPr lang="uk-UA" b="0" i="1" dirty="0"/>
            <a:t>«Хозари вийшли супроти нього з каганом, князем своїм. І зступилися війська битися, і сталася битва межи ними, і </a:t>
          </a:r>
          <a:r>
            <a:rPr lang="uk-UA" b="0" i="1" dirty="0" err="1"/>
            <a:t>одолів</a:t>
          </a:r>
          <a:r>
            <a:rPr lang="uk-UA" b="0" i="1" dirty="0"/>
            <a:t> він хозар і город їхній столицю Ітіль, і город Білу Вежу взяв...»</a:t>
          </a:r>
          <a:endParaRPr lang="uk-UA" dirty="0"/>
        </a:p>
      </dgm:t>
    </dgm:pt>
    <dgm:pt modelId="{19A324D2-244C-49DE-A1FB-17882ACA469E}" type="parTrans" cxnId="{3CD1454D-F45B-406D-9CED-49EC88A78689}">
      <dgm:prSet/>
      <dgm:spPr/>
      <dgm:t>
        <a:bodyPr/>
        <a:lstStyle/>
        <a:p>
          <a:endParaRPr lang="uk-UA"/>
        </a:p>
      </dgm:t>
    </dgm:pt>
    <dgm:pt modelId="{33DD05AE-E730-43DF-B755-45A192AF8518}" type="sibTrans" cxnId="{3CD1454D-F45B-406D-9CED-49EC88A78689}">
      <dgm:prSet/>
      <dgm:spPr/>
      <dgm:t>
        <a:bodyPr/>
        <a:lstStyle/>
        <a:p>
          <a:endParaRPr lang="uk-UA"/>
        </a:p>
      </dgm:t>
    </dgm:pt>
    <dgm:pt modelId="{D381171D-927C-4F1D-B47E-CAA2B49B2E50}" type="pres">
      <dgm:prSet presAssocID="{4A8534D8-4E0E-4413-866B-8F06723141C7}" presName="linear" presStyleCnt="0">
        <dgm:presLayoutVars>
          <dgm:animLvl val="lvl"/>
          <dgm:resizeHandles val="exact"/>
        </dgm:presLayoutVars>
      </dgm:prSet>
      <dgm:spPr/>
    </dgm:pt>
    <dgm:pt modelId="{4E852F77-CB3F-4A6F-8C44-E088681A0ACF}" type="pres">
      <dgm:prSet presAssocID="{7EBB0874-2A21-49DC-A326-B10FB64C32D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182F15B-CC49-4478-BEC1-2CAD9DA53161}" type="pres">
      <dgm:prSet presAssocID="{C467387E-EB83-42B9-A436-6E872309DF97}" presName="spacer" presStyleCnt="0"/>
      <dgm:spPr/>
    </dgm:pt>
    <dgm:pt modelId="{DF8C984E-D9C2-4C18-9BB2-058FC8BB8E55}" type="pres">
      <dgm:prSet presAssocID="{9EC0D2BD-FE11-44A9-B4CB-214B6F449AC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630F07F-1536-4B5E-8C10-37FBED6B7EC0}" type="pres">
      <dgm:prSet presAssocID="{40C5E817-CA97-418A-8F28-E9D5FB9AAE94}" presName="spacer" presStyleCnt="0"/>
      <dgm:spPr/>
    </dgm:pt>
    <dgm:pt modelId="{A56AB599-BBBE-42BE-83A1-A250DC9E2B6B}" type="pres">
      <dgm:prSet presAssocID="{1B995A0E-5FB1-4202-BEF3-154BC093628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EACBE4B-1CC9-4B61-9BB7-F3C355E949D6}" srcId="{4A8534D8-4E0E-4413-866B-8F06723141C7}" destId="{9EC0D2BD-FE11-44A9-B4CB-214B6F449AC4}" srcOrd="1" destOrd="0" parTransId="{086F3E87-A024-48AB-96D4-F0EBD60D7135}" sibTransId="{40C5E817-CA97-418A-8F28-E9D5FB9AAE94}"/>
    <dgm:cxn modelId="{3CD1454D-F45B-406D-9CED-49EC88A78689}" srcId="{4A8534D8-4E0E-4413-866B-8F06723141C7}" destId="{1B995A0E-5FB1-4202-BEF3-154BC0936288}" srcOrd="2" destOrd="0" parTransId="{19A324D2-244C-49DE-A1FB-17882ACA469E}" sibTransId="{33DD05AE-E730-43DF-B755-45A192AF8518}"/>
    <dgm:cxn modelId="{8F5D9156-6892-4F2A-9320-17C66F2223F2}" type="presOf" srcId="{1B995A0E-5FB1-4202-BEF3-154BC0936288}" destId="{A56AB599-BBBE-42BE-83A1-A250DC9E2B6B}" srcOrd="0" destOrd="0" presId="urn:microsoft.com/office/officeart/2005/8/layout/vList2"/>
    <dgm:cxn modelId="{6C85CA81-53F7-46EE-82CE-F421EF30E766}" srcId="{4A8534D8-4E0E-4413-866B-8F06723141C7}" destId="{7EBB0874-2A21-49DC-A326-B10FB64C32D4}" srcOrd="0" destOrd="0" parTransId="{F13FC648-0AD0-4776-936D-36620ED96FF7}" sibTransId="{C467387E-EB83-42B9-A436-6E872309DF97}"/>
    <dgm:cxn modelId="{D14C2A84-2430-4EF4-BFF8-171BDC36ABF0}" type="presOf" srcId="{4A8534D8-4E0E-4413-866B-8F06723141C7}" destId="{D381171D-927C-4F1D-B47E-CAA2B49B2E50}" srcOrd="0" destOrd="0" presId="urn:microsoft.com/office/officeart/2005/8/layout/vList2"/>
    <dgm:cxn modelId="{FB473586-B838-4CFA-849C-789C14D8B3F9}" type="presOf" srcId="{9EC0D2BD-FE11-44A9-B4CB-214B6F449AC4}" destId="{DF8C984E-D9C2-4C18-9BB2-058FC8BB8E55}" srcOrd="0" destOrd="0" presId="urn:microsoft.com/office/officeart/2005/8/layout/vList2"/>
    <dgm:cxn modelId="{56341DB6-9806-4529-B607-412DA310FA72}" type="presOf" srcId="{7EBB0874-2A21-49DC-A326-B10FB64C32D4}" destId="{4E852F77-CB3F-4A6F-8C44-E088681A0ACF}" srcOrd="0" destOrd="0" presId="urn:microsoft.com/office/officeart/2005/8/layout/vList2"/>
    <dgm:cxn modelId="{7F7B37B6-831C-498F-9483-36A4762E1C40}" type="presParOf" srcId="{D381171D-927C-4F1D-B47E-CAA2B49B2E50}" destId="{4E852F77-CB3F-4A6F-8C44-E088681A0ACF}" srcOrd="0" destOrd="0" presId="urn:microsoft.com/office/officeart/2005/8/layout/vList2"/>
    <dgm:cxn modelId="{494467E6-8E9C-4B70-9B9A-A9235DE31164}" type="presParOf" srcId="{D381171D-927C-4F1D-B47E-CAA2B49B2E50}" destId="{7182F15B-CC49-4478-BEC1-2CAD9DA53161}" srcOrd="1" destOrd="0" presId="urn:microsoft.com/office/officeart/2005/8/layout/vList2"/>
    <dgm:cxn modelId="{3EF61E6B-8DF6-42CF-BF7D-C1BC24501BCD}" type="presParOf" srcId="{D381171D-927C-4F1D-B47E-CAA2B49B2E50}" destId="{DF8C984E-D9C2-4C18-9BB2-058FC8BB8E55}" srcOrd="2" destOrd="0" presId="urn:microsoft.com/office/officeart/2005/8/layout/vList2"/>
    <dgm:cxn modelId="{DBBEB377-E019-4DD4-A5B5-523CEB249B1A}" type="presParOf" srcId="{D381171D-927C-4F1D-B47E-CAA2B49B2E50}" destId="{6630F07F-1536-4B5E-8C10-37FBED6B7EC0}" srcOrd="3" destOrd="0" presId="urn:microsoft.com/office/officeart/2005/8/layout/vList2"/>
    <dgm:cxn modelId="{B406CFE1-D763-4DAB-B9D7-D0C1A9C2990B}" type="presParOf" srcId="{D381171D-927C-4F1D-B47E-CAA2B49B2E50}" destId="{A56AB599-BBBE-42BE-83A1-A250DC9E2B6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4.xml><?xml version="1.0" encoding="utf-8"?>
<dgm:dataModel xmlns:dgm="http://schemas.openxmlformats.org/drawingml/2006/diagram" xmlns:a="http://schemas.openxmlformats.org/drawingml/2006/main">
  <dgm:ptLst>
    <dgm:pt modelId="{24F60DC5-A041-42F1-BAFC-13CCC6BADFA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80799B1-88BE-422E-BD57-5260078AE23C}">
      <dgm:prSet/>
      <dgm:spPr/>
      <dgm:t>
        <a:bodyPr/>
        <a:lstStyle/>
        <a:p>
          <a:r>
            <a:rPr lang="uk-UA" b="0" i="1" dirty="0"/>
            <a:t>« Зібрав він воїнів і прийшов до Києва, і вчинив мир із братом своїм Мстиславом. І розділили вони по Дніпру Руську землю: собі узяв сю сторону, а Мстислав - ту...»</a:t>
          </a:r>
          <a:endParaRPr lang="uk-UA" dirty="0"/>
        </a:p>
      </dgm:t>
    </dgm:pt>
    <dgm:pt modelId="{0100BF6C-7D9B-40A9-9D1D-7D578165E6D3}" type="parTrans" cxnId="{ED33477A-3C52-460E-84D8-B7FA9D0A6A30}">
      <dgm:prSet/>
      <dgm:spPr/>
      <dgm:t>
        <a:bodyPr/>
        <a:lstStyle/>
        <a:p>
          <a:endParaRPr lang="uk-UA"/>
        </a:p>
      </dgm:t>
    </dgm:pt>
    <dgm:pt modelId="{C459147D-22A2-4387-AE6E-B97532DF01F4}" type="sibTrans" cxnId="{ED33477A-3C52-460E-84D8-B7FA9D0A6A30}">
      <dgm:prSet/>
      <dgm:spPr/>
      <dgm:t>
        <a:bodyPr/>
        <a:lstStyle/>
        <a:p>
          <a:endParaRPr lang="uk-UA"/>
        </a:p>
      </dgm:t>
    </dgm:pt>
    <dgm:pt modelId="{B4A5B7E5-08D8-42CF-837F-6C7F00E56AA3}">
      <dgm:prSet/>
      <dgm:spPr/>
      <dgm:t>
        <a:bodyPr/>
        <a:lstStyle/>
        <a:p>
          <a:r>
            <a:rPr lang="uk-UA" b="0" i="1" dirty="0"/>
            <a:t>«...побачив, що церкву завершено, він помолився Богу, говорячи: «Осе даю церкві сій, святій Богородиці, од маєтності своєї десяту частину. Якщо се </a:t>
          </a:r>
          <a:r>
            <a:rPr lang="uk-UA" b="0" i="1" dirty="0" err="1"/>
            <a:t>одмінить</a:t>
          </a:r>
          <a:r>
            <a:rPr lang="uk-UA" b="0" i="1" dirty="0"/>
            <a:t> хто - хай буде проклят...»</a:t>
          </a:r>
          <a:endParaRPr lang="uk-UA" dirty="0"/>
        </a:p>
      </dgm:t>
    </dgm:pt>
    <dgm:pt modelId="{B7BE5984-F16E-4782-A9B0-4B5BFC670910}" type="parTrans" cxnId="{B1D11321-2182-4558-85AD-CAE1622CAD41}">
      <dgm:prSet/>
      <dgm:spPr/>
      <dgm:t>
        <a:bodyPr/>
        <a:lstStyle/>
        <a:p>
          <a:endParaRPr lang="uk-UA"/>
        </a:p>
      </dgm:t>
    </dgm:pt>
    <dgm:pt modelId="{F47392D3-6428-4991-8C73-3749F5C50A9A}" type="sibTrans" cxnId="{B1D11321-2182-4558-85AD-CAE1622CAD41}">
      <dgm:prSet/>
      <dgm:spPr/>
      <dgm:t>
        <a:bodyPr/>
        <a:lstStyle/>
        <a:p>
          <a:endParaRPr lang="uk-UA"/>
        </a:p>
      </dgm:t>
    </dgm:pt>
    <dgm:pt modelId="{93F6FC4C-3BF2-4BAF-8B8C-F3AFAF9A22B8}">
      <dgm:prSet/>
      <dgm:spPr/>
      <dgm:t>
        <a:bodyPr/>
        <a:lstStyle/>
        <a:p>
          <a:r>
            <a:rPr lang="uk-UA" b="0" i="1" dirty="0"/>
            <a:t>«Прийшов [князь] у Переяславець. І послав до греків послів, говорячи: «Хочу йти на вас»...І пішов до </a:t>
          </a:r>
          <a:r>
            <a:rPr lang="uk-UA" b="0" i="1" dirty="0" err="1"/>
            <a:t>Царграда</a:t>
          </a:r>
          <a:r>
            <a:rPr lang="uk-UA" b="0" i="1" dirty="0"/>
            <a:t>, розоряючи міста. І дали йому данину...! повернувся він в Переяславець...»</a:t>
          </a:r>
          <a:endParaRPr lang="uk-UA" dirty="0"/>
        </a:p>
      </dgm:t>
    </dgm:pt>
    <dgm:pt modelId="{8543166E-8C3A-4C78-8364-C0AD0B992639}" type="parTrans" cxnId="{72C9524B-160A-4F60-BCC7-6CE2981EC908}">
      <dgm:prSet/>
      <dgm:spPr/>
      <dgm:t>
        <a:bodyPr/>
        <a:lstStyle/>
        <a:p>
          <a:endParaRPr lang="uk-UA"/>
        </a:p>
      </dgm:t>
    </dgm:pt>
    <dgm:pt modelId="{50653E4A-26FE-474B-8E7A-BEF7B6D38462}" type="sibTrans" cxnId="{72C9524B-160A-4F60-BCC7-6CE2981EC908}">
      <dgm:prSet/>
      <dgm:spPr/>
      <dgm:t>
        <a:bodyPr/>
        <a:lstStyle/>
        <a:p>
          <a:endParaRPr lang="uk-UA"/>
        </a:p>
      </dgm:t>
    </dgm:pt>
    <dgm:pt modelId="{C8FD0F16-5601-4CAF-8C46-329FB5E7FB06}" type="pres">
      <dgm:prSet presAssocID="{24F60DC5-A041-42F1-BAFC-13CCC6BADFA0}" presName="linear" presStyleCnt="0">
        <dgm:presLayoutVars>
          <dgm:animLvl val="lvl"/>
          <dgm:resizeHandles val="exact"/>
        </dgm:presLayoutVars>
      </dgm:prSet>
      <dgm:spPr/>
    </dgm:pt>
    <dgm:pt modelId="{3545DEFD-79C7-46FF-9EE9-B2DE66181E64}" type="pres">
      <dgm:prSet presAssocID="{180799B1-88BE-422E-BD57-5260078AE23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77C6802-90CE-4ACB-9F34-F7F498B7AC79}" type="pres">
      <dgm:prSet presAssocID="{C459147D-22A2-4387-AE6E-B97532DF01F4}" presName="spacer" presStyleCnt="0"/>
      <dgm:spPr/>
    </dgm:pt>
    <dgm:pt modelId="{FAA43F0A-41E7-4A8B-97BD-C42ED5021314}" type="pres">
      <dgm:prSet presAssocID="{B4A5B7E5-08D8-42CF-837F-6C7F00E56AA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426DF85-2585-4384-8E61-71B63F0AC0C8}" type="pres">
      <dgm:prSet presAssocID="{F47392D3-6428-4991-8C73-3749F5C50A9A}" presName="spacer" presStyleCnt="0"/>
      <dgm:spPr/>
    </dgm:pt>
    <dgm:pt modelId="{342273ED-906D-47C7-8AA1-10B64891AF87}" type="pres">
      <dgm:prSet presAssocID="{93F6FC4C-3BF2-4BAF-8B8C-F3AFAF9A22B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0E77904-B554-452C-930C-402EB760BED4}" type="presOf" srcId="{180799B1-88BE-422E-BD57-5260078AE23C}" destId="{3545DEFD-79C7-46FF-9EE9-B2DE66181E64}" srcOrd="0" destOrd="0" presId="urn:microsoft.com/office/officeart/2005/8/layout/vList2"/>
    <dgm:cxn modelId="{B1D11321-2182-4558-85AD-CAE1622CAD41}" srcId="{24F60DC5-A041-42F1-BAFC-13CCC6BADFA0}" destId="{B4A5B7E5-08D8-42CF-837F-6C7F00E56AA3}" srcOrd="1" destOrd="0" parTransId="{B7BE5984-F16E-4782-A9B0-4B5BFC670910}" sibTransId="{F47392D3-6428-4991-8C73-3749F5C50A9A}"/>
    <dgm:cxn modelId="{72C9524B-160A-4F60-BCC7-6CE2981EC908}" srcId="{24F60DC5-A041-42F1-BAFC-13CCC6BADFA0}" destId="{93F6FC4C-3BF2-4BAF-8B8C-F3AFAF9A22B8}" srcOrd="2" destOrd="0" parTransId="{8543166E-8C3A-4C78-8364-C0AD0B992639}" sibTransId="{50653E4A-26FE-474B-8E7A-BEF7B6D38462}"/>
    <dgm:cxn modelId="{57037555-EC66-47AF-903E-3EECB238491F}" type="presOf" srcId="{B4A5B7E5-08D8-42CF-837F-6C7F00E56AA3}" destId="{FAA43F0A-41E7-4A8B-97BD-C42ED5021314}" srcOrd="0" destOrd="0" presId="urn:microsoft.com/office/officeart/2005/8/layout/vList2"/>
    <dgm:cxn modelId="{ED33477A-3C52-460E-84D8-B7FA9D0A6A30}" srcId="{24F60DC5-A041-42F1-BAFC-13CCC6BADFA0}" destId="{180799B1-88BE-422E-BD57-5260078AE23C}" srcOrd="0" destOrd="0" parTransId="{0100BF6C-7D9B-40A9-9D1D-7D578165E6D3}" sibTransId="{C459147D-22A2-4387-AE6E-B97532DF01F4}"/>
    <dgm:cxn modelId="{8088198F-5756-402E-8B50-81E1F0C1A821}" type="presOf" srcId="{24F60DC5-A041-42F1-BAFC-13CCC6BADFA0}" destId="{C8FD0F16-5601-4CAF-8C46-329FB5E7FB06}" srcOrd="0" destOrd="0" presId="urn:microsoft.com/office/officeart/2005/8/layout/vList2"/>
    <dgm:cxn modelId="{0C4415C8-6828-4F95-8072-6FEBE5657F84}" type="presOf" srcId="{93F6FC4C-3BF2-4BAF-8B8C-F3AFAF9A22B8}" destId="{342273ED-906D-47C7-8AA1-10B64891AF87}" srcOrd="0" destOrd="0" presId="urn:microsoft.com/office/officeart/2005/8/layout/vList2"/>
    <dgm:cxn modelId="{A64821AE-3E71-4A79-876D-338D62DD03AF}" type="presParOf" srcId="{C8FD0F16-5601-4CAF-8C46-329FB5E7FB06}" destId="{3545DEFD-79C7-46FF-9EE9-B2DE66181E64}" srcOrd="0" destOrd="0" presId="urn:microsoft.com/office/officeart/2005/8/layout/vList2"/>
    <dgm:cxn modelId="{62831F63-AD6C-4140-B0BF-20C459BFB439}" type="presParOf" srcId="{C8FD0F16-5601-4CAF-8C46-329FB5E7FB06}" destId="{377C6802-90CE-4ACB-9F34-F7F498B7AC79}" srcOrd="1" destOrd="0" presId="urn:microsoft.com/office/officeart/2005/8/layout/vList2"/>
    <dgm:cxn modelId="{627A1BBE-9E56-4449-9C7B-B9F4D2E84C4F}" type="presParOf" srcId="{C8FD0F16-5601-4CAF-8C46-329FB5E7FB06}" destId="{FAA43F0A-41E7-4A8B-97BD-C42ED5021314}" srcOrd="2" destOrd="0" presId="urn:microsoft.com/office/officeart/2005/8/layout/vList2"/>
    <dgm:cxn modelId="{B3AA7D3B-716D-4DA6-BB07-FA4328143576}" type="presParOf" srcId="{C8FD0F16-5601-4CAF-8C46-329FB5E7FB06}" destId="{F426DF85-2585-4384-8E61-71B63F0AC0C8}" srcOrd="3" destOrd="0" presId="urn:microsoft.com/office/officeart/2005/8/layout/vList2"/>
    <dgm:cxn modelId="{0EF10DA4-4B0A-4072-9849-91BA39156BFD}" type="presParOf" srcId="{C8FD0F16-5601-4CAF-8C46-329FB5E7FB06}" destId="{342273ED-906D-47C7-8AA1-10B64891AF8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5.xml><?xml version="1.0" encoding="utf-8"?>
<dgm:dataModel xmlns:dgm="http://schemas.openxmlformats.org/drawingml/2006/diagram" xmlns:a="http://schemas.openxmlformats.org/drawingml/2006/main">
  <dgm:ptLst>
    <dgm:pt modelId="{5474863F-41F7-4113-AA7B-4D953179E002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88C3BA6-16FC-4D5A-BBC6-04EBD7F376B0}">
      <dgm:prSet/>
      <dgm:spPr/>
      <dgm:t>
        <a:bodyPr/>
        <a:lstStyle/>
        <a:p>
          <a:r>
            <a:rPr lang="ru-RU" b="0" i="0"/>
            <a:t>Олег.</a:t>
          </a:r>
          <a:endParaRPr lang="uk-UA"/>
        </a:p>
      </dgm:t>
    </dgm:pt>
    <dgm:pt modelId="{FDEFF3D4-DC82-42F7-B263-31503C808F46}" type="parTrans" cxnId="{22FEEC79-96FA-492A-95C5-14D3581E86EB}">
      <dgm:prSet/>
      <dgm:spPr/>
      <dgm:t>
        <a:bodyPr/>
        <a:lstStyle/>
        <a:p>
          <a:endParaRPr lang="uk-UA"/>
        </a:p>
      </dgm:t>
    </dgm:pt>
    <dgm:pt modelId="{D7793BB4-AE2B-466F-9B0D-95B25193488C}" type="sibTrans" cxnId="{22FEEC79-96FA-492A-95C5-14D3581E86EB}">
      <dgm:prSet/>
      <dgm:spPr/>
      <dgm:t>
        <a:bodyPr/>
        <a:lstStyle/>
        <a:p>
          <a:endParaRPr lang="uk-UA"/>
        </a:p>
      </dgm:t>
    </dgm:pt>
    <dgm:pt modelId="{95602217-58F4-4B3C-B87F-AAE01629C2B4}">
      <dgm:prSet/>
      <dgm:spPr/>
      <dgm:t>
        <a:bodyPr/>
        <a:lstStyle/>
        <a:p>
          <a:r>
            <a:rPr lang="ru-RU" b="0" i="0"/>
            <a:t>Ігор.</a:t>
          </a:r>
          <a:endParaRPr lang="uk-UA"/>
        </a:p>
      </dgm:t>
    </dgm:pt>
    <dgm:pt modelId="{5435FCE9-5372-4E40-B86F-AEA4EBFB4FF7}" type="parTrans" cxnId="{81E4C976-E08E-4AEE-AB33-682D78187E04}">
      <dgm:prSet/>
      <dgm:spPr/>
      <dgm:t>
        <a:bodyPr/>
        <a:lstStyle/>
        <a:p>
          <a:endParaRPr lang="uk-UA"/>
        </a:p>
      </dgm:t>
    </dgm:pt>
    <dgm:pt modelId="{9A6B0657-0345-4D8C-8A91-36A7875CB6B8}" type="sibTrans" cxnId="{81E4C976-E08E-4AEE-AB33-682D78187E04}">
      <dgm:prSet/>
      <dgm:spPr/>
      <dgm:t>
        <a:bodyPr/>
        <a:lstStyle/>
        <a:p>
          <a:endParaRPr lang="uk-UA"/>
        </a:p>
      </dgm:t>
    </dgm:pt>
    <dgm:pt modelId="{E8048800-49CF-48D3-AD6E-7BFDDFC89E35}">
      <dgm:prSet/>
      <dgm:spPr/>
      <dgm:t>
        <a:bodyPr/>
        <a:lstStyle/>
        <a:p>
          <a:r>
            <a:rPr lang="ru-RU" b="0" i="0" dirty="0"/>
            <a:t>Святослав </a:t>
          </a:r>
          <a:r>
            <a:rPr lang="ru-RU" b="0" i="0" dirty="0" err="1"/>
            <a:t>Ігоревич</a:t>
          </a:r>
          <a:r>
            <a:rPr lang="ru-RU" b="0" i="0" dirty="0"/>
            <a:t>.</a:t>
          </a:r>
          <a:endParaRPr lang="uk-UA" dirty="0"/>
        </a:p>
      </dgm:t>
    </dgm:pt>
    <dgm:pt modelId="{5BB76A97-6653-4A38-9FC9-9F03EFB463AB}" type="parTrans" cxnId="{97F2C5E8-F1A6-4554-816C-37899BAA03CD}">
      <dgm:prSet/>
      <dgm:spPr/>
      <dgm:t>
        <a:bodyPr/>
        <a:lstStyle/>
        <a:p>
          <a:endParaRPr lang="uk-UA"/>
        </a:p>
      </dgm:t>
    </dgm:pt>
    <dgm:pt modelId="{A5E86362-5163-419F-803B-AD03978A4D34}" type="sibTrans" cxnId="{97F2C5E8-F1A6-4554-816C-37899BAA03CD}">
      <dgm:prSet/>
      <dgm:spPr/>
      <dgm:t>
        <a:bodyPr/>
        <a:lstStyle/>
        <a:p>
          <a:endParaRPr lang="uk-UA"/>
        </a:p>
      </dgm:t>
    </dgm:pt>
    <dgm:pt modelId="{51F17693-C463-4A00-B0AD-BBDB1F847BF9}">
      <dgm:prSet/>
      <dgm:spPr/>
      <dgm:t>
        <a:bodyPr/>
        <a:lstStyle/>
        <a:p>
          <a:r>
            <a:rPr lang="ru-RU" b="0" i="0" dirty="0" err="1"/>
            <a:t>Володимир</a:t>
          </a:r>
          <a:r>
            <a:rPr lang="ru-RU" b="0" i="0" dirty="0"/>
            <a:t> Святославич.</a:t>
          </a:r>
          <a:endParaRPr lang="uk-UA" dirty="0"/>
        </a:p>
      </dgm:t>
    </dgm:pt>
    <dgm:pt modelId="{8119403B-99CB-4CA7-A5B9-E042DA94561D}" type="parTrans" cxnId="{DB84A642-6E7C-4E7D-B788-3AABDD74FFA1}">
      <dgm:prSet/>
      <dgm:spPr/>
      <dgm:t>
        <a:bodyPr/>
        <a:lstStyle/>
        <a:p>
          <a:endParaRPr lang="uk-UA"/>
        </a:p>
      </dgm:t>
    </dgm:pt>
    <dgm:pt modelId="{C2379FE9-D93B-44ED-8727-DDF082E41B31}" type="sibTrans" cxnId="{DB84A642-6E7C-4E7D-B788-3AABDD74FFA1}">
      <dgm:prSet/>
      <dgm:spPr/>
      <dgm:t>
        <a:bodyPr/>
        <a:lstStyle/>
        <a:p>
          <a:endParaRPr lang="uk-UA"/>
        </a:p>
      </dgm:t>
    </dgm:pt>
    <dgm:pt modelId="{F1FA23BA-745B-453F-A521-F4BAF2729F6F}" type="pres">
      <dgm:prSet presAssocID="{5474863F-41F7-4113-AA7B-4D953179E002}" presName="matrix" presStyleCnt="0">
        <dgm:presLayoutVars>
          <dgm:chMax val="1"/>
          <dgm:dir/>
          <dgm:resizeHandles val="exact"/>
        </dgm:presLayoutVars>
      </dgm:prSet>
      <dgm:spPr/>
    </dgm:pt>
    <dgm:pt modelId="{E305F5C3-83A2-4BC6-A301-3994813BF63E}" type="pres">
      <dgm:prSet presAssocID="{5474863F-41F7-4113-AA7B-4D953179E002}" presName="diamond" presStyleLbl="bgShp" presStyleIdx="0" presStyleCnt="1"/>
      <dgm:spPr/>
    </dgm:pt>
    <dgm:pt modelId="{C50371AA-0271-483F-AA05-44F09FA37751}" type="pres">
      <dgm:prSet presAssocID="{5474863F-41F7-4113-AA7B-4D953179E00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5E07F10-6EF0-4259-9B3D-3A3406995323}" type="pres">
      <dgm:prSet presAssocID="{5474863F-41F7-4113-AA7B-4D953179E00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B0989A5-9C74-456C-BAFC-8EE0B181C4EF}" type="pres">
      <dgm:prSet presAssocID="{5474863F-41F7-4113-AA7B-4D953179E00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27993DA-FBDE-4FBC-938D-5B67EE94CBDD}" type="pres">
      <dgm:prSet presAssocID="{5474863F-41F7-4113-AA7B-4D953179E00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FEFF40C-329C-457B-BD16-42D34E4738F4}" type="presOf" srcId="{95602217-58F4-4B3C-B87F-AAE01629C2B4}" destId="{15E07F10-6EF0-4259-9B3D-3A3406995323}" srcOrd="0" destOrd="0" presId="urn:microsoft.com/office/officeart/2005/8/layout/matrix3"/>
    <dgm:cxn modelId="{BD059F29-4764-4426-B726-0591CBA90564}" type="presOf" srcId="{51F17693-C463-4A00-B0AD-BBDB1F847BF9}" destId="{A27993DA-FBDE-4FBC-938D-5B67EE94CBDD}" srcOrd="0" destOrd="0" presId="urn:microsoft.com/office/officeart/2005/8/layout/matrix3"/>
    <dgm:cxn modelId="{3CF6303C-4F4C-4711-B37A-438B982622D3}" type="presOf" srcId="{E8048800-49CF-48D3-AD6E-7BFDDFC89E35}" destId="{DB0989A5-9C74-456C-BAFC-8EE0B181C4EF}" srcOrd="0" destOrd="0" presId="urn:microsoft.com/office/officeart/2005/8/layout/matrix3"/>
    <dgm:cxn modelId="{DB84A642-6E7C-4E7D-B788-3AABDD74FFA1}" srcId="{5474863F-41F7-4113-AA7B-4D953179E002}" destId="{51F17693-C463-4A00-B0AD-BBDB1F847BF9}" srcOrd="3" destOrd="0" parTransId="{8119403B-99CB-4CA7-A5B9-E042DA94561D}" sibTransId="{C2379FE9-D93B-44ED-8727-DDF082E41B31}"/>
    <dgm:cxn modelId="{81E4C976-E08E-4AEE-AB33-682D78187E04}" srcId="{5474863F-41F7-4113-AA7B-4D953179E002}" destId="{95602217-58F4-4B3C-B87F-AAE01629C2B4}" srcOrd="1" destOrd="0" parTransId="{5435FCE9-5372-4E40-B86F-AEA4EBFB4FF7}" sibTransId="{9A6B0657-0345-4D8C-8A91-36A7875CB6B8}"/>
    <dgm:cxn modelId="{22FEEC79-96FA-492A-95C5-14D3581E86EB}" srcId="{5474863F-41F7-4113-AA7B-4D953179E002}" destId="{588C3BA6-16FC-4D5A-BBC6-04EBD7F376B0}" srcOrd="0" destOrd="0" parTransId="{FDEFF3D4-DC82-42F7-B263-31503C808F46}" sibTransId="{D7793BB4-AE2B-466F-9B0D-95B25193488C}"/>
    <dgm:cxn modelId="{7022487D-CFCD-40C1-A7E0-D644ACC12DC2}" type="presOf" srcId="{5474863F-41F7-4113-AA7B-4D953179E002}" destId="{F1FA23BA-745B-453F-A521-F4BAF2729F6F}" srcOrd="0" destOrd="0" presId="urn:microsoft.com/office/officeart/2005/8/layout/matrix3"/>
    <dgm:cxn modelId="{B233DEE3-9D8F-4D61-BEA0-C1D48772DB51}" type="presOf" srcId="{588C3BA6-16FC-4D5A-BBC6-04EBD7F376B0}" destId="{C50371AA-0271-483F-AA05-44F09FA37751}" srcOrd="0" destOrd="0" presId="urn:microsoft.com/office/officeart/2005/8/layout/matrix3"/>
    <dgm:cxn modelId="{97F2C5E8-F1A6-4554-816C-37899BAA03CD}" srcId="{5474863F-41F7-4113-AA7B-4D953179E002}" destId="{E8048800-49CF-48D3-AD6E-7BFDDFC89E35}" srcOrd="2" destOrd="0" parTransId="{5BB76A97-6653-4A38-9FC9-9F03EFB463AB}" sibTransId="{A5E86362-5163-419F-803B-AD03978A4D34}"/>
    <dgm:cxn modelId="{747024FA-05C0-4DA1-8D6C-968BC5844AB7}" type="presParOf" srcId="{F1FA23BA-745B-453F-A521-F4BAF2729F6F}" destId="{E305F5C3-83A2-4BC6-A301-3994813BF63E}" srcOrd="0" destOrd="0" presId="urn:microsoft.com/office/officeart/2005/8/layout/matrix3"/>
    <dgm:cxn modelId="{2A570C10-A490-418C-A167-A93D654D6B95}" type="presParOf" srcId="{F1FA23BA-745B-453F-A521-F4BAF2729F6F}" destId="{C50371AA-0271-483F-AA05-44F09FA37751}" srcOrd="1" destOrd="0" presId="urn:microsoft.com/office/officeart/2005/8/layout/matrix3"/>
    <dgm:cxn modelId="{B52C66FA-7353-49AB-9426-F9C129971E43}" type="presParOf" srcId="{F1FA23BA-745B-453F-A521-F4BAF2729F6F}" destId="{15E07F10-6EF0-4259-9B3D-3A3406995323}" srcOrd="2" destOrd="0" presId="urn:microsoft.com/office/officeart/2005/8/layout/matrix3"/>
    <dgm:cxn modelId="{9A315881-7EBC-4C8D-973A-43891E2617B6}" type="presParOf" srcId="{F1FA23BA-745B-453F-A521-F4BAF2729F6F}" destId="{DB0989A5-9C74-456C-BAFC-8EE0B181C4EF}" srcOrd="3" destOrd="0" presId="urn:microsoft.com/office/officeart/2005/8/layout/matrix3"/>
    <dgm:cxn modelId="{C5E93AA1-6A38-4136-A0F4-1A270F8AB61C}" type="presParOf" srcId="{F1FA23BA-745B-453F-A521-F4BAF2729F6F}" destId="{A27993DA-FBDE-4FBC-938D-5B67EE94CBD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6.xml><?xml version="1.0" encoding="utf-8"?>
<dgm:dataModel xmlns:dgm="http://schemas.openxmlformats.org/drawingml/2006/diagram" xmlns:a="http://schemas.openxmlformats.org/drawingml/2006/main">
  <dgm:ptLst>
    <dgm:pt modelId="{A9E3DA57-B2E8-46EF-BFF7-68F7E113D30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8BE02D9-8F32-4B4E-8181-A9B1AC056C4B}">
      <dgm:prSet/>
      <dgm:spPr/>
      <dgm:t>
        <a:bodyPr/>
        <a:lstStyle/>
        <a:p>
          <a:r>
            <a:rPr lang="uk-UA" b="0" i="0"/>
            <a:t>відновленню родючості ґрунтів.</a:t>
          </a:r>
          <a:endParaRPr lang="uk-UA"/>
        </a:p>
      </dgm:t>
    </dgm:pt>
    <dgm:pt modelId="{AABDEAF9-DE41-4A43-B0F1-5498C824756F}" type="parTrans" cxnId="{98588700-A754-42F9-A929-0A589F38C5D2}">
      <dgm:prSet/>
      <dgm:spPr/>
      <dgm:t>
        <a:bodyPr/>
        <a:lstStyle/>
        <a:p>
          <a:endParaRPr lang="uk-UA"/>
        </a:p>
      </dgm:t>
    </dgm:pt>
    <dgm:pt modelId="{05E6D4A0-BE26-4FEA-A253-9E88E1C11923}" type="sibTrans" cxnId="{98588700-A754-42F9-A929-0A589F38C5D2}">
      <dgm:prSet/>
      <dgm:spPr/>
      <dgm:t>
        <a:bodyPr/>
        <a:lstStyle/>
        <a:p>
          <a:endParaRPr lang="uk-UA"/>
        </a:p>
      </dgm:t>
    </dgm:pt>
    <dgm:pt modelId="{49E3A590-4D4E-4BE1-85C2-855841C154B7}">
      <dgm:prSet/>
      <dgm:spPr/>
      <dgm:t>
        <a:bodyPr/>
        <a:lstStyle/>
        <a:p>
          <a:r>
            <a:rPr lang="uk-UA" b="0" i="0" dirty="0"/>
            <a:t>відмові від завезення зерна з Візантії.</a:t>
          </a:r>
          <a:endParaRPr lang="uk-UA" dirty="0"/>
        </a:p>
      </dgm:t>
    </dgm:pt>
    <dgm:pt modelId="{A5ABB701-5EE7-4164-B851-E62F227D5341}" type="parTrans" cxnId="{0AA0B459-8E5A-4408-A455-9F88DEBE0611}">
      <dgm:prSet/>
      <dgm:spPr/>
      <dgm:t>
        <a:bodyPr/>
        <a:lstStyle/>
        <a:p>
          <a:endParaRPr lang="uk-UA"/>
        </a:p>
      </dgm:t>
    </dgm:pt>
    <dgm:pt modelId="{D74A084D-0330-4DCF-9A36-151AFC3F959F}" type="sibTrans" cxnId="{0AA0B459-8E5A-4408-A455-9F88DEBE0611}">
      <dgm:prSet/>
      <dgm:spPr/>
      <dgm:t>
        <a:bodyPr/>
        <a:lstStyle/>
        <a:p>
          <a:endParaRPr lang="uk-UA"/>
        </a:p>
      </dgm:t>
    </dgm:pt>
    <dgm:pt modelId="{3AE05BC3-4EC0-49ED-995E-F6ED67FD9E31}">
      <dgm:prSet/>
      <dgm:spPr/>
      <dgm:t>
        <a:bodyPr/>
        <a:lstStyle/>
        <a:p>
          <a:r>
            <a:rPr lang="uk-UA" b="0" i="0" dirty="0"/>
            <a:t>відокремленню ремесла від землеробства.</a:t>
          </a:r>
          <a:endParaRPr lang="uk-UA" dirty="0"/>
        </a:p>
      </dgm:t>
    </dgm:pt>
    <dgm:pt modelId="{5F5487DB-326D-4290-9AD3-86A86FAF3B4B}" type="parTrans" cxnId="{587E635A-7DA8-4518-BC30-B18155EA6739}">
      <dgm:prSet/>
      <dgm:spPr/>
      <dgm:t>
        <a:bodyPr/>
        <a:lstStyle/>
        <a:p>
          <a:endParaRPr lang="uk-UA"/>
        </a:p>
      </dgm:t>
    </dgm:pt>
    <dgm:pt modelId="{00443A7D-8078-49D3-BE38-40BE8CEFE62B}" type="sibTrans" cxnId="{587E635A-7DA8-4518-BC30-B18155EA6739}">
      <dgm:prSet/>
      <dgm:spPr/>
      <dgm:t>
        <a:bodyPr/>
        <a:lstStyle/>
        <a:p>
          <a:endParaRPr lang="uk-UA"/>
        </a:p>
      </dgm:t>
    </dgm:pt>
    <dgm:pt modelId="{CDE8279A-12C7-4BFC-BB38-604EA4FB2993}">
      <dgm:prSet/>
      <dgm:spPr/>
      <dgm:t>
        <a:bodyPr/>
        <a:lstStyle/>
        <a:p>
          <a:r>
            <a:rPr lang="uk-UA" b="0" i="0" dirty="0"/>
            <a:t>занепаду промислів: мисливства та рибальства.</a:t>
          </a:r>
          <a:endParaRPr lang="uk-UA" dirty="0"/>
        </a:p>
      </dgm:t>
    </dgm:pt>
    <dgm:pt modelId="{11599B1D-EF65-4299-B9FB-5A6D447110A1}" type="parTrans" cxnId="{00EE3C90-3937-4513-9C41-7A6FE3F468F6}">
      <dgm:prSet/>
      <dgm:spPr/>
      <dgm:t>
        <a:bodyPr/>
        <a:lstStyle/>
        <a:p>
          <a:endParaRPr lang="uk-UA"/>
        </a:p>
      </dgm:t>
    </dgm:pt>
    <dgm:pt modelId="{FD1CE2F3-9B5A-4BDB-9325-B96A34FF26C6}" type="sibTrans" cxnId="{00EE3C90-3937-4513-9C41-7A6FE3F468F6}">
      <dgm:prSet/>
      <dgm:spPr/>
      <dgm:t>
        <a:bodyPr/>
        <a:lstStyle/>
        <a:p>
          <a:endParaRPr lang="uk-UA"/>
        </a:p>
      </dgm:t>
    </dgm:pt>
    <dgm:pt modelId="{1A0F1EEF-AEF3-449B-BFE6-A98AF002C10D}" type="pres">
      <dgm:prSet presAssocID="{A9E3DA57-B2E8-46EF-BFF7-68F7E113D307}" presName="linear" presStyleCnt="0">
        <dgm:presLayoutVars>
          <dgm:animLvl val="lvl"/>
          <dgm:resizeHandles val="exact"/>
        </dgm:presLayoutVars>
      </dgm:prSet>
      <dgm:spPr/>
    </dgm:pt>
    <dgm:pt modelId="{29A5114E-B351-4C08-BAC6-7C56AF0C8650}" type="pres">
      <dgm:prSet presAssocID="{38BE02D9-8F32-4B4E-8181-A9B1AC056C4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15C5B59-4792-47AB-86DB-D6810366CF19}" type="pres">
      <dgm:prSet presAssocID="{05E6D4A0-BE26-4FEA-A253-9E88E1C11923}" presName="spacer" presStyleCnt="0"/>
      <dgm:spPr/>
    </dgm:pt>
    <dgm:pt modelId="{385BAD40-9E08-4589-9B01-08D66E94FC17}" type="pres">
      <dgm:prSet presAssocID="{49E3A590-4D4E-4BE1-85C2-855841C154B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692DB88-0B94-4E35-B063-B12470CD3632}" type="pres">
      <dgm:prSet presAssocID="{D74A084D-0330-4DCF-9A36-151AFC3F959F}" presName="spacer" presStyleCnt="0"/>
      <dgm:spPr/>
    </dgm:pt>
    <dgm:pt modelId="{1D0C436B-D1E2-4952-819C-83C2715022F6}" type="pres">
      <dgm:prSet presAssocID="{3AE05BC3-4EC0-49ED-995E-F6ED67FD9E3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B7EF816-2B0A-4191-AF23-135F232D1814}" type="pres">
      <dgm:prSet presAssocID="{00443A7D-8078-49D3-BE38-40BE8CEFE62B}" presName="spacer" presStyleCnt="0"/>
      <dgm:spPr/>
    </dgm:pt>
    <dgm:pt modelId="{81A666A8-94AF-4FDD-AEAB-229563E43A26}" type="pres">
      <dgm:prSet presAssocID="{CDE8279A-12C7-4BFC-BB38-604EA4FB299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8588700-A754-42F9-A929-0A589F38C5D2}" srcId="{A9E3DA57-B2E8-46EF-BFF7-68F7E113D307}" destId="{38BE02D9-8F32-4B4E-8181-A9B1AC056C4B}" srcOrd="0" destOrd="0" parTransId="{AABDEAF9-DE41-4A43-B0F1-5498C824756F}" sibTransId="{05E6D4A0-BE26-4FEA-A253-9E88E1C11923}"/>
    <dgm:cxn modelId="{620E6A59-05F2-442C-B229-31FB16CC3AFE}" type="presOf" srcId="{38BE02D9-8F32-4B4E-8181-A9B1AC056C4B}" destId="{29A5114E-B351-4C08-BAC6-7C56AF0C8650}" srcOrd="0" destOrd="0" presId="urn:microsoft.com/office/officeart/2005/8/layout/vList2"/>
    <dgm:cxn modelId="{0AA0B459-8E5A-4408-A455-9F88DEBE0611}" srcId="{A9E3DA57-B2E8-46EF-BFF7-68F7E113D307}" destId="{49E3A590-4D4E-4BE1-85C2-855841C154B7}" srcOrd="1" destOrd="0" parTransId="{A5ABB701-5EE7-4164-B851-E62F227D5341}" sibTransId="{D74A084D-0330-4DCF-9A36-151AFC3F959F}"/>
    <dgm:cxn modelId="{587E635A-7DA8-4518-BC30-B18155EA6739}" srcId="{A9E3DA57-B2E8-46EF-BFF7-68F7E113D307}" destId="{3AE05BC3-4EC0-49ED-995E-F6ED67FD9E31}" srcOrd="2" destOrd="0" parTransId="{5F5487DB-326D-4290-9AD3-86A86FAF3B4B}" sibTransId="{00443A7D-8078-49D3-BE38-40BE8CEFE62B}"/>
    <dgm:cxn modelId="{00EE3C90-3937-4513-9C41-7A6FE3F468F6}" srcId="{A9E3DA57-B2E8-46EF-BFF7-68F7E113D307}" destId="{CDE8279A-12C7-4BFC-BB38-604EA4FB2993}" srcOrd="3" destOrd="0" parTransId="{11599B1D-EF65-4299-B9FB-5A6D447110A1}" sibTransId="{FD1CE2F3-9B5A-4BDB-9325-B96A34FF26C6}"/>
    <dgm:cxn modelId="{63DC8DB3-22E8-4921-9C06-C7132D252B51}" type="presOf" srcId="{CDE8279A-12C7-4BFC-BB38-604EA4FB2993}" destId="{81A666A8-94AF-4FDD-AEAB-229563E43A26}" srcOrd="0" destOrd="0" presId="urn:microsoft.com/office/officeart/2005/8/layout/vList2"/>
    <dgm:cxn modelId="{980EC1D7-FE26-446B-B2F2-BF2D1C680242}" type="presOf" srcId="{3AE05BC3-4EC0-49ED-995E-F6ED67FD9E31}" destId="{1D0C436B-D1E2-4952-819C-83C2715022F6}" srcOrd="0" destOrd="0" presId="urn:microsoft.com/office/officeart/2005/8/layout/vList2"/>
    <dgm:cxn modelId="{B6B8E1DE-AE02-491A-ABFE-955CC5B6B242}" type="presOf" srcId="{49E3A590-4D4E-4BE1-85C2-855841C154B7}" destId="{385BAD40-9E08-4589-9B01-08D66E94FC17}" srcOrd="0" destOrd="0" presId="urn:microsoft.com/office/officeart/2005/8/layout/vList2"/>
    <dgm:cxn modelId="{FD71F6F7-AD9C-4EB1-9863-8E8A717DA535}" type="presOf" srcId="{A9E3DA57-B2E8-46EF-BFF7-68F7E113D307}" destId="{1A0F1EEF-AEF3-449B-BFE6-A98AF002C10D}" srcOrd="0" destOrd="0" presId="urn:microsoft.com/office/officeart/2005/8/layout/vList2"/>
    <dgm:cxn modelId="{1C35DEC9-B99D-4FF8-936C-4A03620B6D14}" type="presParOf" srcId="{1A0F1EEF-AEF3-449B-BFE6-A98AF002C10D}" destId="{29A5114E-B351-4C08-BAC6-7C56AF0C8650}" srcOrd="0" destOrd="0" presId="urn:microsoft.com/office/officeart/2005/8/layout/vList2"/>
    <dgm:cxn modelId="{D9DD2389-5DCE-45AF-BA2E-44720FC41274}" type="presParOf" srcId="{1A0F1EEF-AEF3-449B-BFE6-A98AF002C10D}" destId="{015C5B59-4792-47AB-86DB-D6810366CF19}" srcOrd="1" destOrd="0" presId="urn:microsoft.com/office/officeart/2005/8/layout/vList2"/>
    <dgm:cxn modelId="{F099A257-A60B-4893-9487-7B06E5784C7B}" type="presParOf" srcId="{1A0F1EEF-AEF3-449B-BFE6-A98AF002C10D}" destId="{385BAD40-9E08-4589-9B01-08D66E94FC17}" srcOrd="2" destOrd="0" presId="urn:microsoft.com/office/officeart/2005/8/layout/vList2"/>
    <dgm:cxn modelId="{D8487CD8-A1DE-4590-AF88-F51E9037FE6C}" type="presParOf" srcId="{1A0F1EEF-AEF3-449B-BFE6-A98AF002C10D}" destId="{2692DB88-0B94-4E35-B063-B12470CD3632}" srcOrd="3" destOrd="0" presId="urn:microsoft.com/office/officeart/2005/8/layout/vList2"/>
    <dgm:cxn modelId="{CFAA52D1-87A2-44B4-8C9F-74EE0866AD12}" type="presParOf" srcId="{1A0F1EEF-AEF3-449B-BFE6-A98AF002C10D}" destId="{1D0C436B-D1E2-4952-819C-83C2715022F6}" srcOrd="4" destOrd="0" presId="urn:microsoft.com/office/officeart/2005/8/layout/vList2"/>
    <dgm:cxn modelId="{0E4154BA-3135-4ACA-84E2-B4B2F88663D9}" type="presParOf" srcId="{1A0F1EEF-AEF3-449B-BFE6-A98AF002C10D}" destId="{AB7EF816-2B0A-4191-AF23-135F232D1814}" srcOrd="5" destOrd="0" presId="urn:microsoft.com/office/officeart/2005/8/layout/vList2"/>
    <dgm:cxn modelId="{9DA67C63-B139-4108-A8C6-0DF252B434F3}" type="presParOf" srcId="{1A0F1EEF-AEF3-449B-BFE6-A98AF002C10D}" destId="{81A666A8-94AF-4FDD-AEAB-229563E43A2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7.xml><?xml version="1.0" encoding="utf-8"?>
<dgm:dataModel xmlns:dgm="http://schemas.openxmlformats.org/drawingml/2006/diagram" xmlns:a="http://schemas.openxmlformats.org/drawingml/2006/main">
  <dgm:ptLst>
    <dgm:pt modelId="{BD60A16D-7944-489E-B434-733F071E4886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uk-UA"/>
        </a:p>
      </dgm:t>
    </dgm:pt>
    <dgm:pt modelId="{21C34D27-F455-4394-98E9-68E6B787623A}">
      <dgm:prSet/>
      <dgm:spPr/>
      <dgm:t>
        <a:bodyPr/>
        <a:lstStyle/>
        <a:p>
          <a:r>
            <a:rPr lang="uk-UA" b="0" i="0"/>
            <a:t>Занепад і зникнення віче — органу громадського управління.</a:t>
          </a:r>
          <a:endParaRPr lang="uk-UA"/>
        </a:p>
      </dgm:t>
    </dgm:pt>
    <dgm:pt modelId="{29E997C0-0D39-4615-BA06-778415380D9A}" type="parTrans" cxnId="{52CCD2C2-9876-4C27-8E3A-408B3A07476E}">
      <dgm:prSet/>
      <dgm:spPr/>
      <dgm:t>
        <a:bodyPr/>
        <a:lstStyle/>
        <a:p>
          <a:endParaRPr lang="uk-UA"/>
        </a:p>
      </dgm:t>
    </dgm:pt>
    <dgm:pt modelId="{F560F745-E69D-458E-A71C-5B92BC7FDCDC}" type="sibTrans" cxnId="{52CCD2C2-9876-4C27-8E3A-408B3A07476E}">
      <dgm:prSet/>
      <dgm:spPr/>
      <dgm:t>
        <a:bodyPr/>
        <a:lstStyle/>
        <a:p>
          <a:endParaRPr lang="uk-UA"/>
        </a:p>
      </dgm:t>
    </dgm:pt>
    <dgm:pt modelId="{091B42AE-D409-444C-9E44-C27AC78BEDBB}">
      <dgm:prSet/>
      <dgm:spPr/>
      <dgm:t>
        <a:bodyPr/>
        <a:lstStyle/>
        <a:p>
          <a:r>
            <a:rPr lang="uk-UA" b="0" i="0" dirty="0"/>
            <a:t>Підвищення продуктивності праці в землеробстві, удосконалення ремісничого виробництва.</a:t>
          </a:r>
          <a:endParaRPr lang="uk-UA" dirty="0"/>
        </a:p>
      </dgm:t>
    </dgm:pt>
    <dgm:pt modelId="{3A3CEE23-E75F-44E5-83FA-6AF44496F369}" type="parTrans" cxnId="{B35725F4-D9AA-428E-90A2-A37C8DAAC3BB}">
      <dgm:prSet/>
      <dgm:spPr/>
      <dgm:t>
        <a:bodyPr/>
        <a:lstStyle/>
        <a:p>
          <a:endParaRPr lang="uk-UA"/>
        </a:p>
      </dgm:t>
    </dgm:pt>
    <dgm:pt modelId="{9DFB8F1F-30D0-42BE-B42A-3D367B08C1A1}" type="sibTrans" cxnId="{B35725F4-D9AA-428E-90A2-A37C8DAAC3BB}">
      <dgm:prSet/>
      <dgm:spPr/>
      <dgm:t>
        <a:bodyPr/>
        <a:lstStyle/>
        <a:p>
          <a:endParaRPr lang="uk-UA"/>
        </a:p>
      </dgm:t>
    </dgm:pt>
    <dgm:pt modelId="{A79CC99B-EB9F-4BBC-9EA9-664764C23199}">
      <dgm:prSet/>
      <dgm:spPr/>
      <dgm:t>
        <a:bodyPr/>
        <a:lstStyle/>
        <a:p>
          <a:r>
            <a:rPr lang="uk-UA" b="0" i="0"/>
            <a:t>Запровадженням державної релігії, поширення писаного кодифікованого права.</a:t>
          </a:r>
          <a:endParaRPr lang="uk-UA"/>
        </a:p>
      </dgm:t>
    </dgm:pt>
    <dgm:pt modelId="{4975BB76-8773-465A-AA01-3818510A4987}" type="parTrans" cxnId="{1A1ACDAF-D472-49AD-8F0B-9EEE27E00433}">
      <dgm:prSet/>
      <dgm:spPr/>
      <dgm:t>
        <a:bodyPr/>
        <a:lstStyle/>
        <a:p>
          <a:endParaRPr lang="uk-UA"/>
        </a:p>
      </dgm:t>
    </dgm:pt>
    <dgm:pt modelId="{6C1D98B4-0F3B-49EB-A435-5499ADC75A93}" type="sibTrans" cxnId="{1A1ACDAF-D472-49AD-8F0B-9EEE27E00433}">
      <dgm:prSet/>
      <dgm:spPr/>
      <dgm:t>
        <a:bodyPr/>
        <a:lstStyle/>
        <a:p>
          <a:endParaRPr lang="uk-UA"/>
        </a:p>
      </dgm:t>
    </dgm:pt>
    <dgm:pt modelId="{085613FA-412B-4E33-BCF8-2D8A2557FE46}">
      <dgm:prSet/>
      <dgm:spPr/>
      <dgm:t>
        <a:bodyPr/>
        <a:lstStyle/>
        <a:p>
          <a:r>
            <a:rPr lang="uk-UA" b="0" i="0" dirty="0"/>
            <a:t>Розклад родово-общинного ладу, початок класової диференціації.</a:t>
          </a:r>
          <a:endParaRPr lang="uk-UA" dirty="0"/>
        </a:p>
      </dgm:t>
    </dgm:pt>
    <dgm:pt modelId="{EA6031E1-4C68-45DD-BCCF-422DD0BCAAE1}" type="parTrans" cxnId="{23784804-A5DB-4933-B598-418D0D553565}">
      <dgm:prSet/>
      <dgm:spPr/>
      <dgm:t>
        <a:bodyPr/>
        <a:lstStyle/>
        <a:p>
          <a:endParaRPr lang="uk-UA"/>
        </a:p>
      </dgm:t>
    </dgm:pt>
    <dgm:pt modelId="{E292B33D-D89F-470F-86CA-FA48C9B5002B}" type="sibTrans" cxnId="{23784804-A5DB-4933-B598-418D0D553565}">
      <dgm:prSet/>
      <dgm:spPr/>
      <dgm:t>
        <a:bodyPr/>
        <a:lstStyle/>
        <a:p>
          <a:endParaRPr lang="uk-UA"/>
        </a:p>
      </dgm:t>
    </dgm:pt>
    <dgm:pt modelId="{57785405-6457-461E-8DA2-B296BE1F947D}" type="pres">
      <dgm:prSet presAssocID="{BD60A16D-7944-489E-B434-733F071E4886}" presName="linear" presStyleCnt="0">
        <dgm:presLayoutVars>
          <dgm:animLvl val="lvl"/>
          <dgm:resizeHandles val="exact"/>
        </dgm:presLayoutVars>
      </dgm:prSet>
      <dgm:spPr/>
    </dgm:pt>
    <dgm:pt modelId="{57F6A8D6-0F5B-4621-9008-05A8BE65269A}" type="pres">
      <dgm:prSet presAssocID="{21C34D27-F455-4394-98E9-68E6B787623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31288B1-A28A-425C-B9B5-CA3B3C9BD7E0}" type="pres">
      <dgm:prSet presAssocID="{F560F745-E69D-458E-A71C-5B92BC7FDCDC}" presName="spacer" presStyleCnt="0"/>
      <dgm:spPr/>
    </dgm:pt>
    <dgm:pt modelId="{701367DC-B0B5-4696-A29C-9C7D9DB4AFD9}" type="pres">
      <dgm:prSet presAssocID="{091B42AE-D409-444C-9E44-C27AC78BEDB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2F4C463-5443-47F5-9965-84A48F4E1E08}" type="pres">
      <dgm:prSet presAssocID="{9DFB8F1F-30D0-42BE-B42A-3D367B08C1A1}" presName="spacer" presStyleCnt="0"/>
      <dgm:spPr/>
    </dgm:pt>
    <dgm:pt modelId="{8FCD1BE5-79FE-4C91-A7F5-5D4034D5C396}" type="pres">
      <dgm:prSet presAssocID="{A79CC99B-EB9F-4BBC-9EA9-664764C2319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6D419F0-8329-466B-A266-C48F4AF86928}" type="pres">
      <dgm:prSet presAssocID="{6C1D98B4-0F3B-49EB-A435-5499ADC75A93}" presName="spacer" presStyleCnt="0"/>
      <dgm:spPr/>
    </dgm:pt>
    <dgm:pt modelId="{4B70C990-DD05-4EC5-A8C4-B1AFA3AD9B7F}" type="pres">
      <dgm:prSet presAssocID="{085613FA-412B-4E33-BCF8-2D8A2557FE4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3784804-A5DB-4933-B598-418D0D553565}" srcId="{BD60A16D-7944-489E-B434-733F071E4886}" destId="{085613FA-412B-4E33-BCF8-2D8A2557FE46}" srcOrd="3" destOrd="0" parTransId="{EA6031E1-4C68-45DD-BCCF-422DD0BCAAE1}" sibTransId="{E292B33D-D89F-470F-86CA-FA48C9B5002B}"/>
    <dgm:cxn modelId="{E1D0171F-DC50-4B8C-AAF4-6729D1C104CB}" type="presOf" srcId="{085613FA-412B-4E33-BCF8-2D8A2557FE46}" destId="{4B70C990-DD05-4EC5-A8C4-B1AFA3AD9B7F}" srcOrd="0" destOrd="0" presId="urn:microsoft.com/office/officeart/2005/8/layout/vList2"/>
    <dgm:cxn modelId="{BA47A54B-93A3-41B6-B53A-EB8CDF698DEE}" type="presOf" srcId="{BD60A16D-7944-489E-B434-733F071E4886}" destId="{57785405-6457-461E-8DA2-B296BE1F947D}" srcOrd="0" destOrd="0" presId="urn:microsoft.com/office/officeart/2005/8/layout/vList2"/>
    <dgm:cxn modelId="{17E40397-3B7B-4DC6-B69C-FC17D130CC62}" type="presOf" srcId="{091B42AE-D409-444C-9E44-C27AC78BEDBB}" destId="{701367DC-B0B5-4696-A29C-9C7D9DB4AFD9}" srcOrd="0" destOrd="0" presId="urn:microsoft.com/office/officeart/2005/8/layout/vList2"/>
    <dgm:cxn modelId="{BBA6169D-F863-4603-8EA3-3573234DC7D3}" type="presOf" srcId="{21C34D27-F455-4394-98E9-68E6B787623A}" destId="{57F6A8D6-0F5B-4621-9008-05A8BE65269A}" srcOrd="0" destOrd="0" presId="urn:microsoft.com/office/officeart/2005/8/layout/vList2"/>
    <dgm:cxn modelId="{1A1ACDAF-D472-49AD-8F0B-9EEE27E00433}" srcId="{BD60A16D-7944-489E-B434-733F071E4886}" destId="{A79CC99B-EB9F-4BBC-9EA9-664764C23199}" srcOrd="2" destOrd="0" parTransId="{4975BB76-8773-465A-AA01-3818510A4987}" sibTransId="{6C1D98B4-0F3B-49EB-A435-5499ADC75A93}"/>
    <dgm:cxn modelId="{52CCD2C2-9876-4C27-8E3A-408B3A07476E}" srcId="{BD60A16D-7944-489E-B434-733F071E4886}" destId="{21C34D27-F455-4394-98E9-68E6B787623A}" srcOrd="0" destOrd="0" parTransId="{29E997C0-0D39-4615-BA06-778415380D9A}" sibTransId="{F560F745-E69D-458E-A71C-5B92BC7FDCDC}"/>
    <dgm:cxn modelId="{B35725F4-D9AA-428E-90A2-A37C8DAAC3BB}" srcId="{BD60A16D-7944-489E-B434-733F071E4886}" destId="{091B42AE-D409-444C-9E44-C27AC78BEDBB}" srcOrd="1" destOrd="0" parTransId="{3A3CEE23-E75F-44E5-83FA-6AF44496F369}" sibTransId="{9DFB8F1F-30D0-42BE-B42A-3D367B08C1A1}"/>
    <dgm:cxn modelId="{FF2FACFE-D816-40FC-B9CF-B6CF4B710C58}" type="presOf" srcId="{A79CC99B-EB9F-4BBC-9EA9-664764C23199}" destId="{8FCD1BE5-79FE-4C91-A7F5-5D4034D5C396}" srcOrd="0" destOrd="0" presId="urn:microsoft.com/office/officeart/2005/8/layout/vList2"/>
    <dgm:cxn modelId="{8CF56D9A-275F-4399-A224-0B3E9FCAD749}" type="presParOf" srcId="{57785405-6457-461E-8DA2-B296BE1F947D}" destId="{57F6A8D6-0F5B-4621-9008-05A8BE65269A}" srcOrd="0" destOrd="0" presId="urn:microsoft.com/office/officeart/2005/8/layout/vList2"/>
    <dgm:cxn modelId="{1A78CC33-004D-420E-ACAF-4B5F9E35D14F}" type="presParOf" srcId="{57785405-6457-461E-8DA2-B296BE1F947D}" destId="{431288B1-A28A-425C-B9B5-CA3B3C9BD7E0}" srcOrd="1" destOrd="0" presId="urn:microsoft.com/office/officeart/2005/8/layout/vList2"/>
    <dgm:cxn modelId="{F48EF31C-DA4E-4915-9CD7-D7E49630A4AE}" type="presParOf" srcId="{57785405-6457-461E-8DA2-B296BE1F947D}" destId="{701367DC-B0B5-4696-A29C-9C7D9DB4AFD9}" srcOrd="2" destOrd="0" presId="urn:microsoft.com/office/officeart/2005/8/layout/vList2"/>
    <dgm:cxn modelId="{A111A7E0-D0C3-4C82-9550-14AA5518D23B}" type="presParOf" srcId="{57785405-6457-461E-8DA2-B296BE1F947D}" destId="{52F4C463-5443-47F5-9965-84A48F4E1E08}" srcOrd="3" destOrd="0" presId="urn:microsoft.com/office/officeart/2005/8/layout/vList2"/>
    <dgm:cxn modelId="{11521A63-51D5-450A-A515-C4310F61AB9D}" type="presParOf" srcId="{57785405-6457-461E-8DA2-B296BE1F947D}" destId="{8FCD1BE5-79FE-4C91-A7F5-5D4034D5C396}" srcOrd="4" destOrd="0" presId="urn:microsoft.com/office/officeart/2005/8/layout/vList2"/>
    <dgm:cxn modelId="{DF3F302A-F334-445B-8CAB-654046AAEC37}" type="presParOf" srcId="{57785405-6457-461E-8DA2-B296BE1F947D}" destId="{66D419F0-8329-466B-A266-C48F4AF86928}" srcOrd="5" destOrd="0" presId="urn:microsoft.com/office/officeart/2005/8/layout/vList2"/>
    <dgm:cxn modelId="{D58077C4-A54A-4CBF-A88F-DC8DFA24BCFA}" type="presParOf" srcId="{57785405-6457-461E-8DA2-B296BE1F947D}" destId="{4B70C990-DD05-4EC5-A8C4-B1AFA3AD9B7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8.xml><?xml version="1.0" encoding="utf-8"?>
<dgm:dataModel xmlns:dgm="http://schemas.openxmlformats.org/drawingml/2006/diagram" xmlns:a="http://schemas.openxmlformats.org/drawingml/2006/main">
  <dgm:ptLst>
    <dgm:pt modelId="{B7632A2F-FE32-42F1-A563-1296661517A5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71CD26A-5636-4CD0-8B69-8A7A800B9A50}">
      <dgm:prSet/>
      <dgm:spPr/>
      <dgm:t>
        <a:bodyPr/>
        <a:lstStyle/>
        <a:p>
          <a:r>
            <a:rPr lang="ru-RU" b="0" i="0" dirty="0"/>
            <a:t>1, 4</a:t>
          </a:r>
          <a:endParaRPr lang="uk-UA" dirty="0"/>
        </a:p>
      </dgm:t>
    </dgm:pt>
    <dgm:pt modelId="{B882CA9D-7357-48A3-96DD-DF64D02DC9C2}" type="parTrans" cxnId="{CCBBFBE2-5950-4EE2-BB8C-69F277F950A0}">
      <dgm:prSet/>
      <dgm:spPr/>
      <dgm:t>
        <a:bodyPr/>
        <a:lstStyle/>
        <a:p>
          <a:endParaRPr lang="uk-UA"/>
        </a:p>
      </dgm:t>
    </dgm:pt>
    <dgm:pt modelId="{39D33370-B07C-4439-9C00-ADB6E67B14E6}" type="sibTrans" cxnId="{CCBBFBE2-5950-4EE2-BB8C-69F277F950A0}">
      <dgm:prSet/>
      <dgm:spPr/>
      <dgm:t>
        <a:bodyPr/>
        <a:lstStyle/>
        <a:p>
          <a:endParaRPr lang="uk-UA"/>
        </a:p>
      </dgm:t>
    </dgm:pt>
    <dgm:pt modelId="{94F19502-A99B-4800-9386-77F04B369A0B}">
      <dgm:prSet/>
      <dgm:spPr/>
      <dgm:t>
        <a:bodyPr/>
        <a:lstStyle/>
        <a:p>
          <a:r>
            <a:rPr lang="ru-RU" b="0" i="0"/>
            <a:t>2, 4</a:t>
          </a:r>
          <a:endParaRPr lang="uk-UA"/>
        </a:p>
      </dgm:t>
    </dgm:pt>
    <dgm:pt modelId="{E5040DE4-5C8D-4962-9357-9EC7780ACF84}" type="parTrans" cxnId="{A55754C6-BBC1-42D1-886D-21F42D1E01C8}">
      <dgm:prSet/>
      <dgm:spPr/>
      <dgm:t>
        <a:bodyPr/>
        <a:lstStyle/>
        <a:p>
          <a:endParaRPr lang="uk-UA"/>
        </a:p>
      </dgm:t>
    </dgm:pt>
    <dgm:pt modelId="{F4E648B8-F015-4C72-B111-2118D00B6339}" type="sibTrans" cxnId="{A55754C6-BBC1-42D1-886D-21F42D1E01C8}">
      <dgm:prSet/>
      <dgm:spPr/>
      <dgm:t>
        <a:bodyPr/>
        <a:lstStyle/>
        <a:p>
          <a:endParaRPr lang="uk-UA"/>
        </a:p>
      </dgm:t>
    </dgm:pt>
    <dgm:pt modelId="{FCA1251A-FEE6-4DAA-AC3A-9F25ECEBC5E8}">
      <dgm:prSet/>
      <dgm:spPr/>
      <dgm:t>
        <a:bodyPr/>
        <a:lstStyle/>
        <a:p>
          <a:r>
            <a:rPr lang="ru-RU" b="0" i="0" dirty="0"/>
            <a:t>1, 3</a:t>
          </a:r>
          <a:endParaRPr lang="uk-UA" dirty="0"/>
        </a:p>
      </dgm:t>
    </dgm:pt>
    <dgm:pt modelId="{F7B7EFE7-5689-4B8A-8677-53D0CE009B43}" type="parTrans" cxnId="{93A07F87-591A-4E43-AA40-9A781B794F0D}">
      <dgm:prSet/>
      <dgm:spPr/>
      <dgm:t>
        <a:bodyPr/>
        <a:lstStyle/>
        <a:p>
          <a:endParaRPr lang="uk-UA"/>
        </a:p>
      </dgm:t>
    </dgm:pt>
    <dgm:pt modelId="{D8280ED6-4E00-4EAC-8136-2F0EF234D1A7}" type="sibTrans" cxnId="{93A07F87-591A-4E43-AA40-9A781B794F0D}">
      <dgm:prSet/>
      <dgm:spPr/>
      <dgm:t>
        <a:bodyPr/>
        <a:lstStyle/>
        <a:p>
          <a:endParaRPr lang="uk-UA"/>
        </a:p>
      </dgm:t>
    </dgm:pt>
    <dgm:pt modelId="{95EECAB3-DF04-457B-9EA3-598AB1697A57}">
      <dgm:prSet/>
      <dgm:spPr/>
      <dgm:t>
        <a:bodyPr/>
        <a:lstStyle/>
        <a:p>
          <a:r>
            <a:rPr lang="ru-RU" b="0" i="0" dirty="0"/>
            <a:t>2, 3</a:t>
          </a:r>
          <a:endParaRPr lang="uk-UA" dirty="0"/>
        </a:p>
      </dgm:t>
    </dgm:pt>
    <dgm:pt modelId="{DB969EAF-5EB2-4EA7-80FE-10238281EBBF}" type="parTrans" cxnId="{BF902D1C-C0ED-4FBE-8B98-B0DB0AC29627}">
      <dgm:prSet/>
      <dgm:spPr/>
      <dgm:t>
        <a:bodyPr/>
        <a:lstStyle/>
        <a:p>
          <a:endParaRPr lang="uk-UA"/>
        </a:p>
      </dgm:t>
    </dgm:pt>
    <dgm:pt modelId="{90375F17-4467-40AE-BD12-1CF1501C2E7D}" type="sibTrans" cxnId="{BF902D1C-C0ED-4FBE-8B98-B0DB0AC29627}">
      <dgm:prSet/>
      <dgm:spPr/>
      <dgm:t>
        <a:bodyPr/>
        <a:lstStyle/>
        <a:p>
          <a:endParaRPr lang="uk-UA"/>
        </a:p>
      </dgm:t>
    </dgm:pt>
    <dgm:pt modelId="{CD3181ED-D661-4030-B57F-607A51647B32}" type="pres">
      <dgm:prSet presAssocID="{B7632A2F-FE32-42F1-A563-1296661517A5}" presName="matrix" presStyleCnt="0">
        <dgm:presLayoutVars>
          <dgm:chMax val="1"/>
          <dgm:dir/>
          <dgm:resizeHandles val="exact"/>
        </dgm:presLayoutVars>
      </dgm:prSet>
      <dgm:spPr/>
    </dgm:pt>
    <dgm:pt modelId="{3A95E11A-E958-48D6-A442-19FB00736B6C}" type="pres">
      <dgm:prSet presAssocID="{B7632A2F-FE32-42F1-A563-1296661517A5}" presName="diamond" presStyleLbl="bgShp" presStyleIdx="0" presStyleCnt="1"/>
      <dgm:spPr/>
    </dgm:pt>
    <dgm:pt modelId="{674F9D77-962C-4144-8560-6E1CC8B76908}" type="pres">
      <dgm:prSet presAssocID="{B7632A2F-FE32-42F1-A563-1296661517A5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C777201-2E58-4AB4-82FE-4813C8617211}" type="pres">
      <dgm:prSet presAssocID="{B7632A2F-FE32-42F1-A563-1296661517A5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F481D1D-B273-44C5-8577-D2BE9DFA0760}" type="pres">
      <dgm:prSet presAssocID="{B7632A2F-FE32-42F1-A563-1296661517A5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06204A3-96EC-4E8B-998E-F0BC196B5A10}" type="pres">
      <dgm:prSet presAssocID="{B7632A2F-FE32-42F1-A563-1296661517A5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9C2E01A-A4D1-4E6F-9D1E-98C5DF4C0D1B}" type="presOf" srcId="{FCA1251A-FEE6-4DAA-AC3A-9F25ECEBC5E8}" destId="{BF481D1D-B273-44C5-8577-D2BE9DFA0760}" srcOrd="0" destOrd="0" presId="urn:microsoft.com/office/officeart/2005/8/layout/matrix3"/>
    <dgm:cxn modelId="{BF902D1C-C0ED-4FBE-8B98-B0DB0AC29627}" srcId="{B7632A2F-FE32-42F1-A563-1296661517A5}" destId="{95EECAB3-DF04-457B-9EA3-598AB1697A57}" srcOrd="3" destOrd="0" parTransId="{DB969EAF-5EB2-4EA7-80FE-10238281EBBF}" sibTransId="{90375F17-4467-40AE-BD12-1CF1501C2E7D}"/>
    <dgm:cxn modelId="{A5488972-554A-49FA-A9CF-635AE6D17D55}" type="presOf" srcId="{95EECAB3-DF04-457B-9EA3-598AB1697A57}" destId="{106204A3-96EC-4E8B-998E-F0BC196B5A10}" srcOrd="0" destOrd="0" presId="urn:microsoft.com/office/officeart/2005/8/layout/matrix3"/>
    <dgm:cxn modelId="{93A07F87-591A-4E43-AA40-9A781B794F0D}" srcId="{B7632A2F-FE32-42F1-A563-1296661517A5}" destId="{FCA1251A-FEE6-4DAA-AC3A-9F25ECEBC5E8}" srcOrd="2" destOrd="0" parTransId="{F7B7EFE7-5689-4B8A-8677-53D0CE009B43}" sibTransId="{D8280ED6-4E00-4EAC-8136-2F0EF234D1A7}"/>
    <dgm:cxn modelId="{A55754C6-BBC1-42D1-886D-21F42D1E01C8}" srcId="{B7632A2F-FE32-42F1-A563-1296661517A5}" destId="{94F19502-A99B-4800-9386-77F04B369A0B}" srcOrd="1" destOrd="0" parTransId="{E5040DE4-5C8D-4962-9357-9EC7780ACF84}" sibTransId="{F4E648B8-F015-4C72-B111-2118D00B6339}"/>
    <dgm:cxn modelId="{65AC01C7-74B7-44E6-AB8D-64BCB4E94C5B}" type="presOf" srcId="{94F19502-A99B-4800-9386-77F04B369A0B}" destId="{DC777201-2E58-4AB4-82FE-4813C8617211}" srcOrd="0" destOrd="0" presId="urn:microsoft.com/office/officeart/2005/8/layout/matrix3"/>
    <dgm:cxn modelId="{CCBBFBE2-5950-4EE2-BB8C-69F277F950A0}" srcId="{B7632A2F-FE32-42F1-A563-1296661517A5}" destId="{671CD26A-5636-4CD0-8B69-8A7A800B9A50}" srcOrd="0" destOrd="0" parTransId="{B882CA9D-7357-48A3-96DD-DF64D02DC9C2}" sibTransId="{39D33370-B07C-4439-9C00-ADB6E67B14E6}"/>
    <dgm:cxn modelId="{F9C427F6-2ACB-4CA5-9641-D3278458AE92}" type="presOf" srcId="{B7632A2F-FE32-42F1-A563-1296661517A5}" destId="{CD3181ED-D661-4030-B57F-607A51647B32}" srcOrd="0" destOrd="0" presId="urn:microsoft.com/office/officeart/2005/8/layout/matrix3"/>
    <dgm:cxn modelId="{D40A7CF6-0C85-4CA3-B450-155E0B8DBCDA}" type="presOf" srcId="{671CD26A-5636-4CD0-8B69-8A7A800B9A50}" destId="{674F9D77-962C-4144-8560-6E1CC8B76908}" srcOrd="0" destOrd="0" presId="urn:microsoft.com/office/officeart/2005/8/layout/matrix3"/>
    <dgm:cxn modelId="{2FC070A0-BBB7-4467-BE15-7209BEC660E1}" type="presParOf" srcId="{CD3181ED-D661-4030-B57F-607A51647B32}" destId="{3A95E11A-E958-48D6-A442-19FB00736B6C}" srcOrd="0" destOrd="0" presId="urn:microsoft.com/office/officeart/2005/8/layout/matrix3"/>
    <dgm:cxn modelId="{E1588891-7E42-4576-9A29-88B914D20DE6}" type="presParOf" srcId="{CD3181ED-D661-4030-B57F-607A51647B32}" destId="{674F9D77-962C-4144-8560-6E1CC8B76908}" srcOrd="1" destOrd="0" presId="urn:microsoft.com/office/officeart/2005/8/layout/matrix3"/>
    <dgm:cxn modelId="{3C75B895-C1F5-4A02-8DAF-7772A871A2DB}" type="presParOf" srcId="{CD3181ED-D661-4030-B57F-607A51647B32}" destId="{DC777201-2E58-4AB4-82FE-4813C8617211}" srcOrd="2" destOrd="0" presId="urn:microsoft.com/office/officeart/2005/8/layout/matrix3"/>
    <dgm:cxn modelId="{84EFE61B-B725-4A17-B1AE-181F7AD01056}" type="presParOf" srcId="{CD3181ED-D661-4030-B57F-607A51647B32}" destId="{BF481D1D-B273-44C5-8577-D2BE9DFA0760}" srcOrd="3" destOrd="0" presId="urn:microsoft.com/office/officeart/2005/8/layout/matrix3"/>
    <dgm:cxn modelId="{914E28A5-4671-4C01-9260-3875197DF293}" type="presParOf" srcId="{CD3181ED-D661-4030-B57F-607A51647B32}" destId="{106204A3-96EC-4E8B-998E-F0BC196B5A10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9.xml><?xml version="1.0" encoding="utf-8"?>
<dgm:dataModel xmlns:dgm="http://schemas.openxmlformats.org/drawingml/2006/diagram" xmlns:a="http://schemas.openxmlformats.org/drawingml/2006/main">
  <dgm:ptLst>
    <dgm:pt modelId="{4D81D1B5-7B46-4941-91C2-84EF073C476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02C9F1A-60C8-4F6E-934C-B8A287E0D1BE}">
      <dgm:prSet/>
      <dgm:spPr/>
      <dgm:t>
        <a:bodyPr/>
        <a:lstStyle/>
        <a:p>
          <a:r>
            <a:rPr lang="ru-RU" b="0" i="0" dirty="0" err="1"/>
            <a:t>Боспорського</a:t>
          </a:r>
          <a:r>
            <a:rPr lang="ru-RU" b="0" i="0" dirty="0"/>
            <a:t> царства</a:t>
          </a:r>
          <a:endParaRPr lang="uk-UA" dirty="0"/>
        </a:p>
      </dgm:t>
    </dgm:pt>
    <dgm:pt modelId="{489F13EF-FEF8-4BF3-80BF-8B21732D1580}" type="parTrans" cxnId="{28A787CF-A985-47ED-95C2-09631339F2C9}">
      <dgm:prSet/>
      <dgm:spPr/>
      <dgm:t>
        <a:bodyPr/>
        <a:lstStyle/>
        <a:p>
          <a:endParaRPr lang="uk-UA"/>
        </a:p>
      </dgm:t>
    </dgm:pt>
    <dgm:pt modelId="{BE9FEF26-0F03-436E-A6D6-4791D11376F4}" type="sibTrans" cxnId="{28A787CF-A985-47ED-95C2-09631339F2C9}">
      <dgm:prSet/>
      <dgm:spPr/>
      <dgm:t>
        <a:bodyPr/>
        <a:lstStyle/>
        <a:p>
          <a:endParaRPr lang="uk-UA"/>
        </a:p>
      </dgm:t>
    </dgm:pt>
    <dgm:pt modelId="{C8B8681F-3D09-4150-9F33-06245CDD39D4}">
      <dgm:prSet/>
      <dgm:spPr/>
      <dgm:t>
        <a:bodyPr/>
        <a:lstStyle/>
        <a:p>
          <a:r>
            <a:rPr lang="ru-RU" b="0" i="0" dirty="0" err="1"/>
            <a:t>Антського</a:t>
          </a:r>
          <a:r>
            <a:rPr lang="ru-RU" b="0" i="0" dirty="0"/>
            <a:t> царства</a:t>
          </a:r>
          <a:endParaRPr lang="uk-UA" dirty="0"/>
        </a:p>
      </dgm:t>
    </dgm:pt>
    <dgm:pt modelId="{21C48786-E87E-4C90-AF32-516A7B3FAFA5}" type="parTrans" cxnId="{E81DDFD1-99B3-4B60-B252-647C584437DA}">
      <dgm:prSet/>
      <dgm:spPr/>
      <dgm:t>
        <a:bodyPr/>
        <a:lstStyle/>
        <a:p>
          <a:endParaRPr lang="uk-UA"/>
        </a:p>
      </dgm:t>
    </dgm:pt>
    <dgm:pt modelId="{7B07FD65-2041-41D3-9B97-19D3145E10F5}" type="sibTrans" cxnId="{E81DDFD1-99B3-4B60-B252-647C584437DA}">
      <dgm:prSet/>
      <dgm:spPr/>
      <dgm:t>
        <a:bodyPr/>
        <a:lstStyle/>
        <a:p>
          <a:endParaRPr lang="uk-UA"/>
        </a:p>
      </dgm:t>
    </dgm:pt>
    <dgm:pt modelId="{7E1B3503-945A-42CC-BF1D-54CE62090175}">
      <dgm:prSet/>
      <dgm:spPr/>
      <dgm:t>
        <a:bodyPr/>
        <a:lstStyle/>
        <a:p>
          <a:r>
            <a:rPr lang="ru-RU" b="0" i="0"/>
            <a:t>Київської Русі</a:t>
          </a:r>
          <a:endParaRPr lang="uk-UA"/>
        </a:p>
      </dgm:t>
    </dgm:pt>
    <dgm:pt modelId="{8CAD640D-E6EA-4802-8C9B-8CED934EBA80}" type="parTrans" cxnId="{755258DC-3205-46F4-B952-830EB6A8DB70}">
      <dgm:prSet/>
      <dgm:spPr/>
      <dgm:t>
        <a:bodyPr/>
        <a:lstStyle/>
        <a:p>
          <a:endParaRPr lang="uk-UA"/>
        </a:p>
      </dgm:t>
    </dgm:pt>
    <dgm:pt modelId="{E66519A3-0C71-498D-BC7F-E90620EC56E9}" type="sibTrans" cxnId="{755258DC-3205-46F4-B952-830EB6A8DB70}">
      <dgm:prSet/>
      <dgm:spPr/>
      <dgm:t>
        <a:bodyPr/>
        <a:lstStyle/>
        <a:p>
          <a:endParaRPr lang="uk-UA"/>
        </a:p>
      </dgm:t>
    </dgm:pt>
    <dgm:pt modelId="{8A9A4B86-E86B-4051-B610-866555A8D1E9}">
      <dgm:prSet/>
      <dgm:spPr/>
      <dgm:t>
        <a:bodyPr/>
        <a:lstStyle/>
        <a:p>
          <a:r>
            <a:rPr lang="ru-RU" b="0" i="0" dirty="0" err="1"/>
            <a:t>Великої</a:t>
          </a:r>
          <a:r>
            <a:rPr lang="ru-RU" b="0" i="0" dirty="0"/>
            <a:t> </a:t>
          </a:r>
          <a:r>
            <a:rPr lang="ru-RU" b="0" i="0" dirty="0" err="1"/>
            <a:t>Скіфії</a:t>
          </a:r>
          <a:endParaRPr lang="uk-UA" dirty="0"/>
        </a:p>
      </dgm:t>
    </dgm:pt>
    <dgm:pt modelId="{D226BA34-FEA3-4489-8F3B-BC165CA2A645}" type="parTrans" cxnId="{1562BC67-A45F-435F-874D-ACA3C7E2821C}">
      <dgm:prSet/>
      <dgm:spPr/>
      <dgm:t>
        <a:bodyPr/>
        <a:lstStyle/>
        <a:p>
          <a:endParaRPr lang="uk-UA"/>
        </a:p>
      </dgm:t>
    </dgm:pt>
    <dgm:pt modelId="{2A80C514-9524-464C-B14E-9B68F9A8AB9F}" type="sibTrans" cxnId="{1562BC67-A45F-435F-874D-ACA3C7E2821C}">
      <dgm:prSet/>
      <dgm:spPr/>
      <dgm:t>
        <a:bodyPr/>
        <a:lstStyle/>
        <a:p>
          <a:endParaRPr lang="uk-UA"/>
        </a:p>
      </dgm:t>
    </dgm:pt>
    <dgm:pt modelId="{98D91061-F93C-41CE-A065-8949B0CE5B4D}" type="pres">
      <dgm:prSet presAssocID="{4D81D1B5-7B46-4941-91C2-84EF073C476B}" presName="linear" presStyleCnt="0">
        <dgm:presLayoutVars>
          <dgm:animLvl val="lvl"/>
          <dgm:resizeHandles val="exact"/>
        </dgm:presLayoutVars>
      </dgm:prSet>
      <dgm:spPr/>
    </dgm:pt>
    <dgm:pt modelId="{A4603CCD-68C9-47F9-8EB2-15864AD4B2D7}" type="pres">
      <dgm:prSet presAssocID="{702C9F1A-60C8-4F6E-934C-B8A287E0D1B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26BA321-E9A8-4B50-9322-16CDCE59D171}" type="pres">
      <dgm:prSet presAssocID="{BE9FEF26-0F03-436E-A6D6-4791D11376F4}" presName="spacer" presStyleCnt="0"/>
      <dgm:spPr/>
    </dgm:pt>
    <dgm:pt modelId="{1ABF0851-A414-410C-BF53-B558D9428F92}" type="pres">
      <dgm:prSet presAssocID="{C8B8681F-3D09-4150-9F33-06245CDD39D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7869A7F-F6B4-48DE-B506-E9FB395E9569}" type="pres">
      <dgm:prSet presAssocID="{7B07FD65-2041-41D3-9B97-19D3145E10F5}" presName="spacer" presStyleCnt="0"/>
      <dgm:spPr/>
    </dgm:pt>
    <dgm:pt modelId="{E4547F72-170A-4DD4-9381-752447E19FCD}" type="pres">
      <dgm:prSet presAssocID="{7E1B3503-945A-42CC-BF1D-54CE6209017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39BDDEA-18F5-44DA-9159-05FA9ED8DFB6}" type="pres">
      <dgm:prSet presAssocID="{E66519A3-0C71-498D-BC7F-E90620EC56E9}" presName="spacer" presStyleCnt="0"/>
      <dgm:spPr/>
    </dgm:pt>
    <dgm:pt modelId="{1753FB8E-CB2B-4EC9-90F1-2A3500AB8384}" type="pres">
      <dgm:prSet presAssocID="{8A9A4B86-E86B-4051-B610-866555A8D1E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8EF9C1F-8930-46B1-BFF4-517110A7F81D}" type="presOf" srcId="{702C9F1A-60C8-4F6E-934C-B8A287E0D1BE}" destId="{A4603CCD-68C9-47F9-8EB2-15864AD4B2D7}" srcOrd="0" destOrd="0" presId="urn:microsoft.com/office/officeart/2005/8/layout/vList2"/>
    <dgm:cxn modelId="{4D134637-BCCC-4884-9C0C-90E37853E846}" type="presOf" srcId="{C8B8681F-3D09-4150-9F33-06245CDD39D4}" destId="{1ABF0851-A414-410C-BF53-B558D9428F92}" srcOrd="0" destOrd="0" presId="urn:microsoft.com/office/officeart/2005/8/layout/vList2"/>
    <dgm:cxn modelId="{8A9E4D43-FA02-4187-9C38-D2D1D1D6FA46}" type="presOf" srcId="{4D81D1B5-7B46-4941-91C2-84EF073C476B}" destId="{98D91061-F93C-41CE-A065-8949B0CE5B4D}" srcOrd="0" destOrd="0" presId="urn:microsoft.com/office/officeart/2005/8/layout/vList2"/>
    <dgm:cxn modelId="{1562BC67-A45F-435F-874D-ACA3C7E2821C}" srcId="{4D81D1B5-7B46-4941-91C2-84EF073C476B}" destId="{8A9A4B86-E86B-4051-B610-866555A8D1E9}" srcOrd="3" destOrd="0" parTransId="{D226BA34-FEA3-4489-8F3B-BC165CA2A645}" sibTransId="{2A80C514-9524-464C-B14E-9B68F9A8AB9F}"/>
    <dgm:cxn modelId="{F66A5A84-DBDC-47B9-9991-9A31DC4520E7}" type="presOf" srcId="{7E1B3503-945A-42CC-BF1D-54CE62090175}" destId="{E4547F72-170A-4DD4-9381-752447E19FCD}" srcOrd="0" destOrd="0" presId="urn:microsoft.com/office/officeart/2005/8/layout/vList2"/>
    <dgm:cxn modelId="{E0EF96C5-923A-472D-BF3C-A14C36BE5DE7}" type="presOf" srcId="{8A9A4B86-E86B-4051-B610-866555A8D1E9}" destId="{1753FB8E-CB2B-4EC9-90F1-2A3500AB8384}" srcOrd="0" destOrd="0" presId="urn:microsoft.com/office/officeart/2005/8/layout/vList2"/>
    <dgm:cxn modelId="{28A787CF-A985-47ED-95C2-09631339F2C9}" srcId="{4D81D1B5-7B46-4941-91C2-84EF073C476B}" destId="{702C9F1A-60C8-4F6E-934C-B8A287E0D1BE}" srcOrd="0" destOrd="0" parTransId="{489F13EF-FEF8-4BF3-80BF-8B21732D1580}" sibTransId="{BE9FEF26-0F03-436E-A6D6-4791D11376F4}"/>
    <dgm:cxn modelId="{E81DDFD1-99B3-4B60-B252-647C584437DA}" srcId="{4D81D1B5-7B46-4941-91C2-84EF073C476B}" destId="{C8B8681F-3D09-4150-9F33-06245CDD39D4}" srcOrd="1" destOrd="0" parTransId="{21C48786-E87E-4C90-AF32-516A7B3FAFA5}" sibTransId="{7B07FD65-2041-41D3-9B97-19D3145E10F5}"/>
    <dgm:cxn modelId="{755258DC-3205-46F4-B952-830EB6A8DB70}" srcId="{4D81D1B5-7B46-4941-91C2-84EF073C476B}" destId="{7E1B3503-945A-42CC-BF1D-54CE62090175}" srcOrd="2" destOrd="0" parTransId="{8CAD640D-E6EA-4802-8C9B-8CED934EBA80}" sibTransId="{E66519A3-0C71-498D-BC7F-E90620EC56E9}"/>
    <dgm:cxn modelId="{7558B3BF-AD74-48E5-96BE-6B263CBD09B0}" type="presParOf" srcId="{98D91061-F93C-41CE-A065-8949B0CE5B4D}" destId="{A4603CCD-68C9-47F9-8EB2-15864AD4B2D7}" srcOrd="0" destOrd="0" presId="urn:microsoft.com/office/officeart/2005/8/layout/vList2"/>
    <dgm:cxn modelId="{78E334CA-E817-4B20-A2A7-F9AD8D23E161}" type="presParOf" srcId="{98D91061-F93C-41CE-A065-8949B0CE5B4D}" destId="{726BA321-E9A8-4B50-9322-16CDCE59D171}" srcOrd="1" destOrd="0" presId="urn:microsoft.com/office/officeart/2005/8/layout/vList2"/>
    <dgm:cxn modelId="{38395934-EBBC-4C8A-8BC9-BBDC5A00AC18}" type="presParOf" srcId="{98D91061-F93C-41CE-A065-8949B0CE5B4D}" destId="{1ABF0851-A414-410C-BF53-B558D9428F92}" srcOrd="2" destOrd="0" presId="urn:microsoft.com/office/officeart/2005/8/layout/vList2"/>
    <dgm:cxn modelId="{43286098-AFFD-409B-BA63-144BE2866A56}" type="presParOf" srcId="{98D91061-F93C-41CE-A065-8949B0CE5B4D}" destId="{27869A7F-F6B4-48DE-B506-E9FB395E9569}" srcOrd="3" destOrd="0" presId="urn:microsoft.com/office/officeart/2005/8/layout/vList2"/>
    <dgm:cxn modelId="{892CF705-F45C-46B1-AAAC-0AFB85B6244D}" type="presParOf" srcId="{98D91061-F93C-41CE-A065-8949B0CE5B4D}" destId="{E4547F72-170A-4DD4-9381-752447E19FCD}" srcOrd="4" destOrd="0" presId="urn:microsoft.com/office/officeart/2005/8/layout/vList2"/>
    <dgm:cxn modelId="{9B6F33A2-3A1F-4E88-8483-6A261BE02DE7}" type="presParOf" srcId="{98D91061-F93C-41CE-A065-8949B0CE5B4D}" destId="{439BDDEA-18F5-44DA-9159-05FA9ED8DFB6}" srcOrd="5" destOrd="0" presId="urn:microsoft.com/office/officeart/2005/8/layout/vList2"/>
    <dgm:cxn modelId="{EA1747F9-A58F-4CD2-B152-81D17A0EEB2E}" type="presParOf" srcId="{98D91061-F93C-41CE-A065-8949B0CE5B4D}" destId="{1753FB8E-CB2B-4EC9-90F1-2A3500AB838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0.xml><?xml version="1.0" encoding="utf-8"?>
<dgm:dataModel xmlns:dgm="http://schemas.openxmlformats.org/drawingml/2006/diagram" xmlns:a="http://schemas.openxmlformats.org/drawingml/2006/main">
  <dgm:ptLst>
    <dgm:pt modelId="{C6C7074E-BDCB-49AD-9396-BD16E2685FBF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9633C3C-B49C-4611-B4CE-2C1ECC4A1FBE}">
      <dgm:prSet/>
      <dgm:spPr/>
      <dgm:t>
        <a:bodyPr/>
        <a:lstStyle/>
        <a:p>
          <a:r>
            <a:rPr lang="uk-UA" b="0" i="0"/>
            <a:t>посад</a:t>
          </a:r>
          <a:endParaRPr lang="uk-UA"/>
        </a:p>
      </dgm:t>
    </dgm:pt>
    <dgm:pt modelId="{C62D6D87-9264-4664-957F-AFDDF5CD03C9}" type="parTrans" cxnId="{8B5AEA19-9613-4F37-8B96-411530710CB6}">
      <dgm:prSet/>
      <dgm:spPr/>
      <dgm:t>
        <a:bodyPr/>
        <a:lstStyle/>
        <a:p>
          <a:endParaRPr lang="uk-UA"/>
        </a:p>
      </dgm:t>
    </dgm:pt>
    <dgm:pt modelId="{F535DB94-689C-4FCF-91B1-434C19E8409A}" type="sibTrans" cxnId="{8B5AEA19-9613-4F37-8B96-411530710CB6}">
      <dgm:prSet/>
      <dgm:spPr/>
      <dgm:t>
        <a:bodyPr/>
        <a:lstStyle/>
        <a:p>
          <a:endParaRPr lang="uk-UA"/>
        </a:p>
      </dgm:t>
    </dgm:pt>
    <dgm:pt modelId="{ED349F30-5B44-40EC-B825-779F5568FDE8}">
      <dgm:prSet/>
      <dgm:spPr/>
      <dgm:t>
        <a:bodyPr/>
        <a:lstStyle/>
        <a:p>
          <a:r>
            <a:rPr lang="uk-UA" b="0" i="0"/>
            <a:t>наділ</a:t>
          </a:r>
          <a:endParaRPr lang="uk-UA"/>
        </a:p>
      </dgm:t>
    </dgm:pt>
    <dgm:pt modelId="{B42CCAC5-3EF2-4457-9EDB-DB4014AD45CF}" type="parTrans" cxnId="{5FDB7011-412A-4158-AD46-F7CEEF5E8C9C}">
      <dgm:prSet/>
      <dgm:spPr/>
      <dgm:t>
        <a:bodyPr/>
        <a:lstStyle/>
        <a:p>
          <a:endParaRPr lang="uk-UA"/>
        </a:p>
      </dgm:t>
    </dgm:pt>
    <dgm:pt modelId="{C63BB6E5-BE7E-4F9D-9E61-84F3AA63B94C}" type="sibTrans" cxnId="{5FDB7011-412A-4158-AD46-F7CEEF5E8C9C}">
      <dgm:prSet/>
      <dgm:spPr/>
      <dgm:t>
        <a:bodyPr/>
        <a:lstStyle/>
        <a:p>
          <a:endParaRPr lang="uk-UA"/>
        </a:p>
      </dgm:t>
    </dgm:pt>
    <dgm:pt modelId="{73661F5F-3B6A-42FA-B139-8AE0A36D6642}">
      <dgm:prSet/>
      <dgm:spPr/>
      <dgm:t>
        <a:bodyPr/>
        <a:lstStyle/>
        <a:p>
          <a:r>
            <a:rPr lang="uk-UA" b="0" i="0"/>
            <a:t>помістя</a:t>
          </a:r>
          <a:endParaRPr lang="uk-UA"/>
        </a:p>
      </dgm:t>
    </dgm:pt>
    <dgm:pt modelId="{C39DF50F-761B-459C-8847-8334BCAB68E8}" type="parTrans" cxnId="{33044EE5-5856-49C0-B43E-E334E46C3C7C}">
      <dgm:prSet/>
      <dgm:spPr/>
      <dgm:t>
        <a:bodyPr/>
        <a:lstStyle/>
        <a:p>
          <a:endParaRPr lang="uk-UA"/>
        </a:p>
      </dgm:t>
    </dgm:pt>
    <dgm:pt modelId="{671F4AAD-38EE-456E-8529-FD62D4CCCB07}" type="sibTrans" cxnId="{33044EE5-5856-49C0-B43E-E334E46C3C7C}">
      <dgm:prSet/>
      <dgm:spPr/>
      <dgm:t>
        <a:bodyPr/>
        <a:lstStyle/>
        <a:p>
          <a:endParaRPr lang="uk-UA"/>
        </a:p>
      </dgm:t>
    </dgm:pt>
    <dgm:pt modelId="{CBCDDCCA-06CA-458E-A2EB-D222494CCDD8}">
      <dgm:prSet/>
      <dgm:spPr/>
      <dgm:t>
        <a:bodyPr/>
        <a:lstStyle/>
        <a:p>
          <a:r>
            <a:rPr lang="uk-UA" b="0" i="0" dirty="0"/>
            <a:t>вотчину</a:t>
          </a:r>
          <a:endParaRPr lang="uk-UA" dirty="0"/>
        </a:p>
      </dgm:t>
    </dgm:pt>
    <dgm:pt modelId="{0F58A72C-5A04-474F-BD40-C108CC609871}" type="parTrans" cxnId="{85260CDB-868D-4AB3-812A-7D476EEA1447}">
      <dgm:prSet/>
      <dgm:spPr/>
      <dgm:t>
        <a:bodyPr/>
        <a:lstStyle/>
        <a:p>
          <a:endParaRPr lang="uk-UA"/>
        </a:p>
      </dgm:t>
    </dgm:pt>
    <dgm:pt modelId="{0099E4E0-FB40-468C-825B-3F3A4CC33B8B}" type="sibTrans" cxnId="{85260CDB-868D-4AB3-812A-7D476EEA1447}">
      <dgm:prSet/>
      <dgm:spPr/>
      <dgm:t>
        <a:bodyPr/>
        <a:lstStyle/>
        <a:p>
          <a:endParaRPr lang="uk-UA"/>
        </a:p>
      </dgm:t>
    </dgm:pt>
    <dgm:pt modelId="{10D60141-C8AA-475B-B657-BFBD57CE2519}" type="pres">
      <dgm:prSet presAssocID="{C6C7074E-BDCB-49AD-9396-BD16E2685FBF}" presName="matrix" presStyleCnt="0">
        <dgm:presLayoutVars>
          <dgm:chMax val="1"/>
          <dgm:dir/>
          <dgm:resizeHandles val="exact"/>
        </dgm:presLayoutVars>
      </dgm:prSet>
      <dgm:spPr/>
    </dgm:pt>
    <dgm:pt modelId="{66206123-9798-4B36-BA57-8963A92F3E73}" type="pres">
      <dgm:prSet presAssocID="{C6C7074E-BDCB-49AD-9396-BD16E2685FBF}" presName="diamond" presStyleLbl="bgShp" presStyleIdx="0" presStyleCnt="1"/>
      <dgm:spPr/>
    </dgm:pt>
    <dgm:pt modelId="{F35E125F-327F-4432-94FB-9DCF82D43060}" type="pres">
      <dgm:prSet presAssocID="{C6C7074E-BDCB-49AD-9396-BD16E2685FB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9A74732-ADBE-48FF-9510-704EB08AC426}" type="pres">
      <dgm:prSet presAssocID="{C6C7074E-BDCB-49AD-9396-BD16E2685FB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DF1D50C-2BE5-46A8-85F3-29C3543AF180}" type="pres">
      <dgm:prSet presAssocID="{C6C7074E-BDCB-49AD-9396-BD16E2685FB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67A072B-921B-4B52-B040-A52C84902F95}" type="pres">
      <dgm:prSet presAssocID="{C6C7074E-BDCB-49AD-9396-BD16E2685FB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FDB7011-412A-4158-AD46-F7CEEF5E8C9C}" srcId="{C6C7074E-BDCB-49AD-9396-BD16E2685FBF}" destId="{ED349F30-5B44-40EC-B825-779F5568FDE8}" srcOrd="1" destOrd="0" parTransId="{B42CCAC5-3EF2-4457-9EDB-DB4014AD45CF}" sibTransId="{C63BB6E5-BE7E-4F9D-9E61-84F3AA63B94C}"/>
    <dgm:cxn modelId="{8B5AEA19-9613-4F37-8B96-411530710CB6}" srcId="{C6C7074E-BDCB-49AD-9396-BD16E2685FBF}" destId="{99633C3C-B49C-4611-B4CE-2C1ECC4A1FBE}" srcOrd="0" destOrd="0" parTransId="{C62D6D87-9264-4664-957F-AFDDF5CD03C9}" sibTransId="{F535DB94-689C-4FCF-91B1-434C19E8409A}"/>
    <dgm:cxn modelId="{0188F823-6A5C-434F-8DE3-3B72C09CA64F}" type="presOf" srcId="{ED349F30-5B44-40EC-B825-779F5568FDE8}" destId="{69A74732-ADBE-48FF-9510-704EB08AC426}" srcOrd="0" destOrd="0" presId="urn:microsoft.com/office/officeart/2005/8/layout/matrix3"/>
    <dgm:cxn modelId="{A7127B40-C06B-4C64-BD62-AE6A65943E28}" type="presOf" srcId="{73661F5F-3B6A-42FA-B139-8AE0A36D6642}" destId="{9DF1D50C-2BE5-46A8-85F3-29C3543AF180}" srcOrd="0" destOrd="0" presId="urn:microsoft.com/office/officeart/2005/8/layout/matrix3"/>
    <dgm:cxn modelId="{43EAD55A-A50D-4709-B8FA-7D72CE659045}" type="presOf" srcId="{99633C3C-B49C-4611-B4CE-2C1ECC4A1FBE}" destId="{F35E125F-327F-4432-94FB-9DCF82D43060}" srcOrd="0" destOrd="0" presId="urn:microsoft.com/office/officeart/2005/8/layout/matrix3"/>
    <dgm:cxn modelId="{BD72ADB2-5FC1-40E5-8615-2C05D02AEF2C}" type="presOf" srcId="{CBCDDCCA-06CA-458E-A2EB-D222494CCDD8}" destId="{167A072B-921B-4B52-B040-A52C84902F95}" srcOrd="0" destOrd="0" presId="urn:microsoft.com/office/officeart/2005/8/layout/matrix3"/>
    <dgm:cxn modelId="{CB8008BC-44A6-492A-9A08-993D1546BBA5}" type="presOf" srcId="{C6C7074E-BDCB-49AD-9396-BD16E2685FBF}" destId="{10D60141-C8AA-475B-B657-BFBD57CE2519}" srcOrd="0" destOrd="0" presId="urn:microsoft.com/office/officeart/2005/8/layout/matrix3"/>
    <dgm:cxn modelId="{85260CDB-868D-4AB3-812A-7D476EEA1447}" srcId="{C6C7074E-BDCB-49AD-9396-BD16E2685FBF}" destId="{CBCDDCCA-06CA-458E-A2EB-D222494CCDD8}" srcOrd="3" destOrd="0" parTransId="{0F58A72C-5A04-474F-BD40-C108CC609871}" sibTransId="{0099E4E0-FB40-468C-825B-3F3A4CC33B8B}"/>
    <dgm:cxn modelId="{33044EE5-5856-49C0-B43E-E334E46C3C7C}" srcId="{C6C7074E-BDCB-49AD-9396-BD16E2685FBF}" destId="{73661F5F-3B6A-42FA-B139-8AE0A36D6642}" srcOrd="2" destOrd="0" parTransId="{C39DF50F-761B-459C-8847-8334BCAB68E8}" sibTransId="{671F4AAD-38EE-456E-8529-FD62D4CCCB07}"/>
    <dgm:cxn modelId="{50C8B589-19A8-4EEB-A293-C4AD8D08577D}" type="presParOf" srcId="{10D60141-C8AA-475B-B657-BFBD57CE2519}" destId="{66206123-9798-4B36-BA57-8963A92F3E73}" srcOrd="0" destOrd="0" presId="urn:microsoft.com/office/officeart/2005/8/layout/matrix3"/>
    <dgm:cxn modelId="{784B33C2-0380-450B-B089-2AF81A52DCEA}" type="presParOf" srcId="{10D60141-C8AA-475B-B657-BFBD57CE2519}" destId="{F35E125F-327F-4432-94FB-9DCF82D43060}" srcOrd="1" destOrd="0" presId="urn:microsoft.com/office/officeart/2005/8/layout/matrix3"/>
    <dgm:cxn modelId="{5BA4AD56-7EEE-4C77-BD35-3E89431BF2D6}" type="presParOf" srcId="{10D60141-C8AA-475B-B657-BFBD57CE2519}" destId="{69A74732-ADBE-48FF-9510-704EB08AC426}" srcOrd="2" destOrd="0" presId="urn:microsoft.com/office/officeart/2005/8/layout/matrix3"/>
    <dgm:cxn modelId="{276F72B5-DC12-456A-B307-5D99E3D7C375}" type="presParOf" srcId="{10D60141-C8AA-475B-B657-BFBD57CE2519}" destId="{9DF1D50C-2BE5-46A8-85F3-29C3543AF180}" srcOrd="3" destOrd="0" presId="urn:microsoft.com/office/officeart/2005/8/layout/matrix3"/>
    <dgm:cxn modelId="{C562D99B-32FD-4039-9E9C-6B5394F03471}" type="presParOf" srcId="{10D60141-C8AA-475B-B657-BFBD57CE2519}" destId="{167A072B-921B-4B52-B040-A52C84902F9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277A4A-5A84-48F8-843C-4631A39658F4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D93CB7-4358-4FAD-9094-7DBC3DE6CD45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1, 3, 4</a:t>
          </a:r>
          <a:endParaRPr lang="uk-UA" sz="3900" kern="1200"/>
        </a:p>
      </dsp:txBody>
      <dsp:txXfrm>
        <a:off x="824577" y="458817"/>
        <a:ext cx="1415914" cy="1415914"/>
      </dsp:txXfrm>
    </dsp:sp>
    <dsp:sp modelId="{A89476FD-93D1-4E15-89EF-59190E237CF8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2, 4, 6</a:t>
          </a:r>
          <a:endParaRPr lang="uk-UA" sz="3900" kern="1200"/>
        </a:p>
      </dsp:txBody>
      <dsp:txXfrm>
        <a:off x="2514388" y="458817"/>
        <a:ext cx="1415914" cy="1415914"/>
      </dsp:txXfrm>
    </dsp:sp>
    <dsp:sp modelId="{D98187FC-60EE-4E69-9CD7-19050559F5DE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1, 3, 5</a:t>
          </a:r>
          <a:endParaRPr lang="uk-UA" sz="3900" kern="1200"/>
        </a:p>
      </dsp:txBody>
      <dsp:txXfrm>
        <a:off x="824577" y="2148628"/>
        <a:ext cx="1415914" cy="1415914"/>
      </dsp:txXfrm>
    </dsp:sp>
    <dsp:sp modelId="{0E4A57C8-0951-4C7D-954F-A0EFC4F9E04B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2, 4, 5</a:t>
          </a:r>
          <a:endParaRPr lang="uk-UA" sz="3900" kern="1200"/>
        </a:p>
      </dsp:txBody>
      <dsp:txXfrm>
        <a:off x="2514388" y="2148628"/>
        <a:ext cx="1415914" cy="14159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0DC945-15BE-4F3E-AB20-1B1A0D170BA2}">
      <dsp:nvSpPr>
        <dsp:cNvPr id="0" name=""/>
        <dsp:cNvSpPr/>
      </dsp:nvSpPr>
      <dsp:spPr>
        <a:xfrm>
          <a:off x="0" y="84962"/>
          <a:ext cx="4754880" cy="9136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язичницьких ідолів давніх слов’ян.</a:t>
          </a:r>
          <a:endParaRPr lang="uk-UA" sz="2300" kern="1200"/>
        </a:p>
      </dsp:txBody>
      <dsp:txXfrm>
        <a:off x="44602" y="129564"/>
        <a:ext cx="4665676" cy="824474"/>
      </dsp:txXfrm>
    </dsp:sp>
    <dsp:sp modelId="{7CC6D07F-7088-461E-AC5C-F09F9E8F216C}">
      <dsp:nvSpPr>
        <dsp:cNvPr id="0" name=""/>
        <dsp:cNvSpPr/>
      </dsp:nvSpPr>
      <dsp:spPr>
        <a:xfrm>
          <a:off x="0" y="1064881"/>
          <a:ext cx="4754880" cy="9136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основних соціальних груп слов’ян.</a:t>
          </a:r>
          <a:endParaRPr lang="uk-UA" sz="2300" kern="1200"/>
        </a:p>
      </dsp:txBody>
      <dsp:txXfrm>
        <a:off x="44602" y="1109483"/>
        <a:ext cx="4665676" cy="824474"/>
      </dsp:txXfrm>
    </dsp:sp>
    <dsp:sp modelId="{D8DCEAE9-2FF8-456C-9C6A-83D3F8BD392B}">
      <dsp:nvSpPr>
        <dsp:cNvPr id="0" name=""/>
        <dsp:cNvSpPr/>
      </dsp:nvSpPr>
      <dsp:spPr>
        <a:xfrm>
          <a:off x="0" y="2044800"/>
          <a:ext cx="4754880" cy="9136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варязьких факторій на землях слов’ян.</a:t>
          </a:r>
          <a:endParaRPr lang="uk-UA" sz="2300" kern="1200"/>
        </a:p>
      </dsp:txBody>
      <dsp:txXfrm>
        <a:off x="44602" y="2089402"/>
        <a:ext cx="4665676" cy="824474"/>
      </dsp:txXfrm>
    </dsp:sp>
    <dsp:sp modelId="{2EF222B4-F5AB-4B93-B269-103D6B24E198}">
      <dsp:nvSpPr>
        <dsp:cNvPr id="0" name=""/>
        <dsp:cNvSpPr/>
      </dsp:nvSpPr>
      <dsp:spPr>
        <a:xfrm>
          <a:off x="0" y="3024718"/>
          <a:ext cx="4754880" cy="9136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племінних союзів східних слов’ян.</a:t>
          </a:r>
          <a:endParaRPr lang="uk-UA" sz="2300" kern="1200"/>
        </a:p>
      </dsp:txBody>
      <dsp:txXfrm>
        <a:off x="44602" y="3069320"/>
        <a:ext cx="4665676" cy="8244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DEB07A-E0DF-4759-A1FF-5A30E6BC6EE5}">
      <dsp:nvSpPr>
        <dsp:cNvPr id="0" name=""/>
        <dsp:cNvSpPr/>
      </dsp:nvSpPr>
      <dsp:spPr>
        <a:xfrm>
          <a:off x="1806854" y="1153072"/>
          <a:ext cx="1141171" cy="114131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4F666FB-5CA2-4FA6-8ED6-76F798C1B1CF}">
      <dsp:nvSpPr>
        <dsp:cNvPr id="0" name=""/>
        <dsp:cNvSpPr/>
      </dsp:nvSpPr>
      <dsp:spPr>
        <a:xfrm>
          <a:off x="1723644" y="262276"/>
          <a:ext cx="1307592" cy="699761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радимичі</a:t>
          </a:r>
          <a:endParaRPr lang="uk-UA" sz="2100" kern="1200"/>
        </a:p>
      </dsp:txBody>
      <dsp:txXfrm>
        <a:off x="1723644" y="262276"/>
        <a:ext cx="1307592" cy="699761"/>
      </dsp:txXfrm>
    </dsp:sp>
    <dsp:sp modelId="{8D017AD3-115D-49CE-932D-29A6175AECB3}">
      <dsp:nvSpPr>
        <dsp:cNvPr id="0" name=""/>
        <dsp:cNvSpPr/>
      </dsp:nvSpPr>
      <dsp:spPr>
        <a:xfrm>
          <a:off x="2141597" y="1314017"/>
          <a:ext cx="1141171" cy="114131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4434A09-1954-46CF-8AA5-7A8381AF3C6B}">
      <dsp:nvSpPr>
        <dsp:cNvPr id="0" name=""/>
        <dsp:cNvSpPr/>
      </dsp:nvSpPr>
      <dsp:spPr>
        <a:xfrm>
          <a:off x="3423513" y="927049"/>
          <a:ext cx="1236268" cy="76973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сіверяни</a:t>
          </a:r>
          <a:endParaRPr lang="uk-UA" sz="2100" kern="1200"/>
        </a:p>
      </dsp:txBody>
      <dsp:txXfrm>
        <a:off x="3423513" y="927049"/>
        <a:ext cx="1236268" cy="769737"/>
      </dsp:txXfrm>
    </dsp:sp>
    <dsp:sp modelId="{80101EB0-9CA0-45CC-B5CE-0A86848F820B}">
      <dsp:nvSpPr>
        <dsp:cNvPr id="0" name=""/>
        <dsp:cNvSpPr/>
      </dsp:nvSpPr>
      <dsp:spPr>
        <a:xfrm>
          <a:off x="2223857" y="1676144"/>
          <a:ext cx="1141171" cy="114131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466C497-A7DD-47AC-B6A1-F3409B0E031D}">
      <dsp:nvSpPr>
        <dsp:cNvPr id="0" name=""/>
        <dsp:cNvSpPr/>
      </dsp:nvSpPr>
      <dsp:spPr>
        <a:xfrm>
          <a:off x="3542385" y="1906715"/>
          <a:ext cx="1212494" cy="82221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в’ятичі</a:t>
          </a:r>
          <a:endParaRPr lang="uk-UA" sz="2100" kern="1200"/>
        </a:p>
      </dsp:txBody>
      <dsp:txXfrm>
        <a:off x="3542385" y="1906715"/>
        <a:ext cx="1212494" cy="822219"/>
      </dsp:txXfrm>
    </dsp:sp>
    <dsp:sp modelId="{AF6332AE-C9B8-4834-BEFA-8AA28C2008EC}">
      <dsp:nvSpPr>
        <dsp:cNvPr id="0" name=""/>
        <dsp:cNvSpPr/>
      </dsp:nvSpPr>
      <dsp:spPr>
        <a:xfrm>
          <a:off x="1992294" y="1966545"/>
          <a:ext cx="1141171" cy="114131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5CE022E1-C996-46AE-B7B8-32CE45DA4DC4}">
      <dsp:nvSpPr>
        <dsp:cNvPr id="0" name=""/>
        <dsp:cNvSpPr/>
      </dsp:nvSpPr>
      <dsp:spPr>
        <a:xfrm>
          <a:off x="3019348" y="3008840"/>
          <a:ext cx="1307592" cy="75224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поляни</a:t>
          </a:r>
          <a:endParaRPr lang="uk-UA" sz="2100" kern="1200"/>
        </a:p>
      </dsp:txBody>
      <dsp:txXfrm>
        <a:off x="3019348" y="3008840"/>
        <a:ext cx="1307592" cy="752243"/>
      </dsp:txXfrm>
    </dsp:sp>
    <dsp:sp modelId="{5C3EF47F-249C-476A-A08B-7F4135EB0A31}">
      <dsp:nvSpPr>
        <dsp:cNvPr id="0" name=""/>
        <dsp:cNvSpPr/>
      </dsp:nvSpPr>
      <dsp:spPr>
        <a:xfrm>
          <a:off x="1621414" y="1966545"/>
          <a:ext cx="1141171" cy="114131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B1B160F0-A930-4B89-BB5B-7847BDBF81D6}">
      <dsp:nvSpPr>
        <dsp:cNvPr id="0" name=""/>
        <dsp:cNvSpPr/>
      </dsp:nvSpPr>
      <dsp:spPr>
        <a:xfrm>
          <a:off x="427939" y="3008840"/>
          <a:ext cx="1307592" cy="75224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кривичі</a:t>
          </a:r>
          <a:endParaRPr lang="uk-UA" sz="2100" kern="1200"/>
        </a:p>
      </dsp:txBody>
      <dsp:txXfrm>
        <a:off x="427939" y="3008840"/>
        <a:ext cx="1307592" cy="752243"/>
      </dsp:txXfrm>
    </dsp:sp>
    <dsp:sp modelId="{37D6A2C8-0762-4137-BDC8-7B4A26361CF9}">
      <dsp:nvSpPr>
        <dsp:cNvPr id="0" name=""/>
        <dsp:cNvSpPr/>
      </dsp:nvSpPr>
      <dsp:spPr>
        <a:xfrm>
          <a:off x="1389851" y="1676144"/>
          <a:ext cx="1141171" cy="114131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0A9E65E-2E3C-4F32-9F48-0898F9D84727}">
      <dsp:nvSpPr>
        <dsp:cNvPr id="0" name=""/>
        <dsp:cNvSpPr/>
      </dsp:nvSpPr>
      <dsp:spPr>
        <a:xfrm>
          <a:off x="0" y="1906715"/>
          <a:ext cx="1212494" cy="82221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дреговичі</a:t>
          </a:r>
          <a:endParaRPr lang="uk-UA" sz="2100" kern="1200"/>
        </a:p>
      </dsp:txBody>
      <dsp:txXfrm>
        <a:off x="0" y="1906715"/>
        <a:ext cx="1212494" cy="822219"/>
      </dsp:txXfrm>
    </dsp:sp>
    <dsp:sp modelId="{97538DD6-53C4-4588-9345-6C0B7E4220C6}">
      <dsp:nvSpPr>
        <dsp:cNvPr id="0" name=""/>
        <dsp:cNvSpPr/>
      </dsp:nvSpPr>
      <dsp:spPr>
        <a:xfrm>
          <a:off x="1472110" y="1314017"/>
          <a:ext cx="1141171" cy="114131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9DBD4F2-7996-4A59-8BD2-783590048031}">
      <dsp:nvSpPr>
        <dsp:cNvPr id="0" name=""/>
        <dsp:cNvSpPr/>
      </dsp:nvSpPr>
      <dsp:spPr>
        <a:xfrm>
          <a:off x="95097" y="927049"/>
          <a:ext cx="1236268" cy="769737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деревляни</a:t>
          </a:r>
          <a:endParaRPr lang="uk-UA" sz="2100" kern="1200"/>
        </a:p>
      </dsp:txBody>
      <dsp:txXfrm>
        <a:off x="95097" y="927049"/>
        <a:ext cx="1236268" cy="7697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BB6E61-C0C6-4CEF-8C63-5268B486AEE8}">
      <dsp:nvSpPr>
        <dsp:cNvPr id="0" name=""/>
        <dsp:cNvSpPr/>
      </dsp:nvSpPr>
      <dsp:spPr>
        <a:xfrm>
          <a:off x="0" y="166002"/>
          <a:ext cx="475456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традиційний шлях збирання полюддя за часів князювання Олега</a:t>
          </a:r>
          <a:endParaRPr lang="uk-UA" sz="2200" kern="1200"/>
        </a:p>
      </dsp:txBody>
      <dsp:txXfrm>
        <a:off x="42722" y="208724"/>
        <a:ext cx="4669118" cy="789716"/>
      </dsp:txXfrm>
    </dsp:sp>
    <dsp:sp modelId="{CC93D30A-D897-4C75-B216-25B48359AFFF}">
      <dsp:nvSpPr>
        <dsp:cNvPr id="0" name=""/>
        <dsp:cNvSpPr/>
      </dsp:nvSpPr>
      <dsp:spPr>
        <a:xfrm>
          <a:off x="0" y="1104522"/>
          <a:ext cx="475456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шлях місії єпископа Адальберга до Києва та Константинополя</a:t>
          </a:r>
          <a:endParaRPr lang="uk-UA" sz="2200" kern="1200"/>
        </a:p>
      </dsp:txBody>
      <dsp:txXfrm>
        <a:off x="42722" y="1147244"/>
        <a:ext cx="4669118" cy="789716"/>
      </dsp:txXfrm>
    </dsp:sp>
    <dsp:sp modelId="{95CF33F9-A685-4DB0-B7BB-CF87E757DA58}">
      <dsp:nvSpPr>
        <dsp:cNvPr id="0" name=""/>
        <dsp:cNvSpPr/>
      </dsp:nvSpPr>
      <dsp:spPr>
        <a:xfrm>
          <a:off x="0" y="2043042"/>
          <a:ext cx="475456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походи князя Святослава на Новгород і Візантію</a:t>
          </a:r>
          <a:endParaRPr lang="uk-UA" sz="2200" kern="1200"/>
        </a:p>
      </dsp:txBody>
      <dsp:txXfrm>
        <a:off x="42722" y="2085764"/>
        <a:ext cx="4669118" cy="789716"/>
      </dsp:txXfrm>
    </dsp:sp>
    <dsp:sp modelId="{178B4D6C-2228-41F9-BD5E-0039FCB361D0}">
      <dsp:nvSpPr>
        <dsp:cNvPr id="0" name=""/>
        <dsp:cNvSpPr/>
      </dsp:nvSpPr>
      <dsp:spPr>
        <a:xfrm>
          <a:off x="0" y="2981562"/>
          <a:ext cx="475456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військово-торговельний «шлях із варягів у греки»</a:t>
          </a:r>
          <a:endParaRPr lang="uk-UA" sz="2200" kern="1200"/>
        </a:p>
      </dsp:txBody>
      <dsp:txXfrm>
        <a:off x="42722" y="3024284"/>
        <a:ext cx="4669118" cy="7897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2D68C8-EABE-4DCE-914D-B5C91047286F}">
      <dsp:nvSpPr>
        <dsp:cNvPr id="0" name=""/>
        <dsp:cNvSpPr/>
      </dsp:nvSpPr>
      <dsp:spPr>
        <a:xfrm>
          <a:off x="1901951" y="1178"/>
          <a:ext cx="2852928" cy="93511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4BBC68-A2BB-4510-A942-40B493B93858}">
      <dsp:nvSpPr>
        <dsp:cNvPr id="0" name=""/>
        <dsp:cNvSpPr/>
      </dsp:nvSpPr>
      <dsp:spPr>
        <a:xfrm>
          <a:off x="0" y="1178"/>
          <a:ext cx="1901952" cy="9351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Золотої Орди.</a:t>
          </a:r>
          <a:endParaRPr lang="uk-UA" sz="2300" kern="1200"/>
        </a:p>
      </dsp:txBody>
      <dsp:txXfrm>
        <a:off x="45649" y="46827"/>
        <a:ext cx="1810654" cy="843818"/>
      </dsp:txXfrm>
    </dsp:sp>
    <dsp:sp modelId="{10E19688-AB14-4DDF-9527-274F73FF1C04}">
      <dsp:nvSpPr>
        <dsp:cNvPr id="0" name=""/>
        <dsp:cNvSpPr/>
      </dsp:nvSpPr>
      <dsp:spPr>
        <a:xfrm>
          <a:off x="1901951" y="1029807"/>
          <a:ext cx="2852928" cy="93511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13596C-3670-4182-A545-B5BE19A2C73D}">
      <dsp:nvSpPr>
        <dsp:cNvPr id="0" name=""/>
        <dsp:cNvSpPr/>
      </dsp:nvSpPr>
      <dsp:spPr>
        <a:xfrm>
          <a:off x="0" y="1029807"/>
          <a:ext cx="1901952" cy="9351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Великої Скіфії.</a:t>
          </a:r>
          <a:endParaRPr lang="uk-UA" sz="2300" kern="1200"/>
        </a:p>
      </dsp:txBody>
      <dsp:txXfrm>
        <a:off x="45649" y="1075456"/>
        <a:ext cx="1810654" cy="843818"/>
      </dsp:txXfrm>
    </dsp:sp>
    <dsp:sp modelId="{0D007D1A-66C7-43E7-989F-08B67422F9D6}">
      <dsp:nvSpPr>
        <dsp:cNvPr id="0" name=""/>
        <dsp:cNvSpPr/>
      </dsp:nvSpPr>
      <dsp:spPr>
        <a:xfrm>
          <a:off x="1901951" y="2058435"/>
          <a:ext cx="2852928" cy="93511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DBD5C8-A582-4D2E-818E-A5ACB55F1743}">
      <dsp:nvSpPr>
        <dsp:cNvPr id="0" name=""/>
        <dsp:cNvSpPr/>
      </dsp:nvSpPr>
      <dsp:spPr>
        <a:xfrm>
          <a:off x="0" y="2058435"/>
          <a:ext cx="1901952" cy="9351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Аварського каганату.</a:t>
          </a:r>
          <a:endParaRPr lang="uk-UA" sz="2300" kern="1200"/>
        </a:p>
      </dsp:txBody>
      <dsp:txXfrm>
        <a:off x="45649" y="2104084"/>
        <a:ext cx="1810654" cy="843818"/>
      </dsp:txXfrm>
    </dsp:sp>
    <dsp:sp modelId="{B500DA36-DC5B-4A63-8A43-521EF3B9F7F6}">
      <dsp:nvSpPr>
        <dsp:cNvPr id="0" name=""/>
        <dsp:cNvSpPr/>
      </dsp:nvSpPr>
      <dsp:spPr>
        <a:xfrm>
          <a:off x="1901951" y="3087064"/>
          <a:ext cx="2852928" cy="935116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81D177-4EA2-4557-9AFB-A462790A63DE}">
      <dsp:nvSpPr>
        <dsp:cNvPr id="0" name=""/>
        <dsp:cNvSpPr/>
      </dsp:nvSpPr>
      <dsp:spPr>
        <a:xfrm>
          <a:off x="0" y="3087064"/>
          <a:ext cx="1901952" cy="9351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Хозарського каганату</a:t>
          </a:r>
          <a:endParaRPr lang="uk-UA" sz="2300" kern="1200"/>
        </a:p>
      </dsp:txBody>
      <dsp:txXfrm>
        <a:off x="45649" y="3132713"/>
        <a:ext cx="1810654" cy="84381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172193-F1F6-497D-B0E5-C5FB250D73D2}">
      <dsp:nvSpPr>
        <dsp:cNvPr id="0" name=""/>
        <dsp:cNvSpPr/>
      </dsp:nvSpPr>
      <dsp:spPr>
        <a:xfrm>
          <a:off x="0" y="24342"/>
          <a:ext cx="2185098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i="0" kern="1200"/>
            <a:t>III-IV </a:t>
          </a:r>
          <a:r>
            <a:rPr lang="uk-UA" sz="3800" b="0" i="0" kern="1200"/>
            <a:t>ст.</a:t>
          </a:r>
          <a:endParaRPr lang="uk-UA" sz="3800" kern="1200"/>
        </a:p>
      </dsp:txBody>
      <dsp:txXfrm>
        <a:off x="44492" y="68834"/>
        <a:ext cx="2096114" cy="822446"/>
      </dsp:txXfrm>
    </dsp:sp>
    <dsp:sp modelId="{1CC7CCD0-73EC-4D11-9F0B-F5DEDD9055BC}">
      <dsp:nvSpPr>
        <dsp:cNvPr id="0" name=""/>
        <dsp:cNvSpPr/>
      </dsp:nvSpPr>
      <dsp:spPr>
        <a:xfrm>
          <a:off x="0" y="1045212"/>
          <a:ext cx="2185098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i="0" kern="1200"/>
            <a:t>V–VII </a:t>
          </a:r>
          <a:r>
            <a:rPr lang="uk-UA" sz="3800" b="0" i="0" kern="1200"/>
            <a:t>ст.</a:t>
          </a:r>
          <a:endParaRPr lang="uk-UA" sz="3800" kern="1200"/>
        </a:p>
      </dsp:txBody>
      <dsp:txXfrm>
        <a:off x="44492" y="1089704"/>
        <a:ext cx="2096114" cy="822446"/>
      </dsp:txXfrm>
    </dsp:sp>
    <dsp:sp modelId="{70410523-6169-4D78-98DA-DC4683DF61D9}">
      <dsp:nvSpPr>
        <dsp:cNvPr id="0" name=""/>
        <dsp:cNvSpPr/>
      </dsp:nvSpPr>
      <dsp:spPr>
        <a:xfrm>
          <a:off x="0" y="2066082"/>
          <a:ext cx="2185098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i="0" kern="1200" dirty="0"/>
            <a:t>VIII-IX </a:t>
          </a:r>
          <a:r>
            <a:rPr lang="uk-UA" sz="3800" b="0" i="0" kern="1200" dirty="0"/>
            <a:t>ст.</a:t>
          </a:r>
          <a:endParaRPr lang="uk-UA" sz="3800" kern="1200" dirty="0"/>
        </a:p>
      </dsp:txBody>
      <dsp:txXfrm>
        <a:off x="44492" y="2110574"/>
        <a:ext cx="2096114" cy="822446"/>
      </dsp:txXfrm>
    </dsp:sp>
    <dsp:sp modelId="{81BA7F36-6F50-4D53-883D-66961A15A6AE}">
      <dsp:nvSpPr>
        <dsp:cNvPr id="0" name=""/>
        <dsp:cNvSpPr/>
      </dsp:nvSpPr>
      <dsp:spPr>
        <a:xfrm>
          <a:off x="0" y="3086952"/>
          <a:ext cx="2185098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i="0" kern="1200" dirty="0"/>
            <a:t>X-XI </a:t>
          </a:r>
          <a:r>
            <a:rPr lang="uk-UA" sz="3800" b="0" i="0" kern="1200" dirty="0"/>
            <a:t>ст.</a:t>
          </a:r>
          <a:endParaRPr lang="uk-UA" sz="3800" kern="1200" dirty="0"/>
        </a:p>
      </dsp:txBody>
      <dsp:txXfrm>
        <a:off x="44492" y="3131444"/>
        <a:ext cx="2096114" cy="82244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E8B9F5-B749-4494-B823-41E27C5DD18E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05223A-AFF8-4F18-BD76-DA4B28938C95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860 р.</a:t>
          </a:r>
          <a:endParaRPr lang="uk-UA" sz="3900" kern="1200"/>
        </a:p>
      </dsp:txBody>
      <dsp:txXfrm>
        <a:off x="824577" y="458817"/>
        <a:ext cx="1415914" cy="1415914"/>
      </dsp:txXfrm>
    </dsp:sp>
    <dsp:sp modelId="{84097FDC-F32F-4472-8EBE-C4AF66D89CE3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882 р.</a:t>
          </a:r>
          <a:endParaRPr lang="uk-UA" sz="3900" kern="1200"/>
        </a:p>
      </dsp:txBody>
      <dsp:txXfrm>
        <a:off x="2514388" y="458817"/>
        <a:ext cx="1415914" cy="1415914"/>
      </dsp:txXfrm>
    </dsp:sp>
    <dsp:sp modelId="{E7F50531-19CA-4B83-B0E3-23A7FF42EA67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907 р.</a:t>
          </a:r>
          <a:endParaRPr lang="uk-UA" sz="3900" kern="1200"/>
        </a:p>
      </dsp:txBody>
      <dsp:txXfrm>
        <a:off x="824577" y="2148628"/>
        <a:ext cx="1415914" cy="1415914"/>
      </dsp:txXfrm>
    </dsp:sp>
    <dsp:sp modelId="{3F3AC5D4-0859-4495-B95B-C23388DB6498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941 р.</a:t>
          </a:r>
          <a:endParaRPr lang="uk-UA" sz="3900" kern="1200"/>
        </a:p>
      </dsp:txBody>
      <dsp:txXfrm>
        <a:off x="2514388" y="2148628"/>
        <a:ext cx="1415914" cy="141591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AB98E9-404D-4C33-BF83-B2608F5D5E18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FF9F11-D513-44FE-A56F-17EA9DC8A598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Константинополь.</a:t>
          </a:r>
          <a:endParaRPr lang="uk-UA" sz="1300" kern="1200"/>
        </a:p>
      </dsp:txBody>
      <dsp:txXfrm>
        <a:off x="824577" y="458817"/>
        <a:ext cx="1415914" cy="1415914"/>
      </dsp:txXfrm>
    </dsp:sp>
    <dsp:sp modelId="{C4961457-2AC5-4B83-94F5-FD286A78C0EC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Новгород.</a:t>
          </a:r>
          <a:endParaRPr lang="uk-UA" sz="1300" kern="1200"/>
        </a:p>
      </dsp:txBody>
      <dsp:txXfrm>
        <a:off x="2514388" y="458817"/>
        <a:ext cx="1415914" cy="1415914"/>
      </dsp:txXfrm>
    </dsp:sp>
    <dsp:sp modelId="{5F5A7295-B3BC-492E-93FB-76DF3652E763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Доростол.</a:t>
          </a:r>
          <a:endParaRPr lang="uk-UA" sz="1300" kern="1200"/>
        </a:p>
      </dsp:txBody>
      <dsp:txXfrm>
        <a:off x="824577" y="2148628"/>
        <a:ext cx="1415914" cy="1415914"/>
      </dsp:txXfrm>
    </dsp:sp>
    <dsp:sp modelId="{2566EBA0-2C2B-4CE1-A045-3204B00F24A9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Булгар.</a:t>
          </a:r>
          <a:endParaRPr lang="uk-UA" sz="1300" kern="1200"/>
        </a:p>
      </dsp:txBody>
      <dsp:txXfrm>
        <a:off x="2514388" y="2148628"/>
        <a:ext cx="1415914" cy="141591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9B30D8-568B-4AA5-9957-3F528BA41D4A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4C4AD3-8217-4DFB-8C36-FCAB2E6A7C15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/>
            <a:t>V-V</a:t>
          </a:r>
          <a:r>
            <a:rPr lang="uk-UA" sz="3400" b="0" i="0" kern="1200"/>
            <a:t>І ст.</a:t>
          </a:r>
          <a:endParaRPr lang="uk-UA" sz="3400" kern="1200"/>
        </a:p>
      </dsp:txBody>
      <dsp:txXfrm>
        <a:off x="824577" y="458817"/>
        <a:ext cx="1415914" cy="1415914"/>
      </dsp:txXfrm>
    </dsp:sp>
    <dsp:sp modelId="{8A31151C-33CD-426C-92DB-210AFA294D82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/>
            <a:t>V</a:t>
          </a:r>
          <a:r>
            <a:rPr lang="uk-UA" sz="3400" b="0" i="0" kern="1200"/>
            <a:t>ІІ-</a:t>
          </a:r>
          <a:r>
            <a:rPr lang="en-US" sz="3400" b="0" i="0" kern="1200"/>
            <a:t>V</a:t>
          </a:r>
          <a:r>
            <a:rPr lang="uk-UA" sz="3400" b="0" i="0" kern="1200"/>
            <a:t>ІІІ ст.</a:t>
          </a:r>
          <a:endParaRPr lang="uk-UA" sz="3400" kern="1200"/>
        </a:p>
      </dsp:txBody>
      <dsp:txXfrm>
        <a:off x="2514388" y="458817"/>
        <a:ext cx="1415914" cy="1415914"/>
      </dsp:txXfrm>
    </dsp:sp>
    <dsp:sp modelId="{F382BAC0-FD4F-4943-97F2-19E3AE774240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ІХ-Х ст.</a:t>
          </a:r>
          <a:endParaRPr lang="uk-UA" sz="3400" kern="1200"/>
        </a:p>
      </dsp:txBody>
      <dsp:txXfrm>
        <a:off x="824577" y="2148628"/>
        <a:ext cx="1415914" cy="1415914"/>
      </dsp:txXfrm>
    </dsp:sp>
    <dsp:sp modelId="{934BF181-7769-4313-9D70-35A14257E237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ХІ-ХІІІ ст.</a:t>
          </a:r>
          <a:endParaRPr lang="uk-UA" sz="3400" kern="1200"/>
        </a:p>
      </dsp:txBody>
      <dsp:txXfrm>
        <a:off x="2514388" y="2148628"/>
        <a:ext cx="1415914" cy="141591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98E25F-30F1-4BA7-A547-F64B40294BCB}">
      <dsp:nvSpPr>
        <dsp:cNvPr id="0" name=""/>
        <dsp:cNvSpPr/>
      </dsp:nvSpPr>
      <dsp:spPr>
        <a:xfrm rot="10800000">
          <a:off x="1001775" y="1257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у зборі натуральної данини.</a:t>
          </a:r>
          <a:endParaRPr lang="uk-UA" sz="2200" kern="1200"/>
        </a:p>
      </dsp:txBody>
      <dsp:txXfrm rot="10800000">
        <a:off x="1207108" y="1257"/>
        <a:ext cx="2956662" cy="821331"/>
      </dsp:txXfrm>
    </dsp:sp>
    <dsp:sp modelId="{8E41CEB2-169A-4469-8E36-6ADD52B052C9}">
      <dsp:nvSpPr>
        <dsp:cNvPr id="0" name=""/>
        <dsp:cNvSpPr/>
      </dsp:nvSpPr>
      <dsp:spPr>
        <a:xfrm>
          <a:off x="591109" y="1257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2569ED-5B4C-4253-9E08-D7B0C40F4850}">
      <dsp:nvSpPr>
        <dsp:cNvPr id="0" name=""/>
        <dsp:cNvSpPr/>
      </dsp:nvSpPr>
      <dsp:spPr>
        <a:xfrm rot="10800000">
          <a:off x="1001775" y="1067762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у стягуванні грошового податку.</a:t>
          </a:r>
          <a:endParaRPr lang="uk-UA" sz="2200" kern="1200"/>
        </a:p>
      </dsp:txBody>
      <dsp:txXfrm rot="10800000">
        <a:off x="1207108" y="1067762"/>
        <a:ext cx="2956662" cy="821331"/>
      </dsp:txXfrm>
    </dsp:sp>
    <dsp:sp modelId="{3F711A2C-4496-4F02-90CE-D45F1FF7F532}">
      <dsp:nvSpPr>
        <dsp:cNvPr id="0" name=""/>
        <dsp:cNvSpPr/>
      </dsp:nvSpPr>
      <dsp:spPr>
        <a:xfrm>
          <a:off x="591109" y="1067762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C77B5A-BCF8-4723-8D80-38884B936820}">
      <dsp:nvSpPr>
        <dsp:cNvPr id="0" name=""/>
        <dsp:cNvSpPr/>
      </dsp:nvSpPr>
      <dsp:spPr>
        <a:xfrm rot="10800000">
          <a:off x="1001775" y="2134266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у сплаті церковної десятини.</a:t>
          </a:r>
          <a:endParaRPr lang="uk-UA" sz="2200" kern="1200"/>
        </a:p>
      </dsp:txBody>
      <dsp:txXfrm rot="10800000">
        <a:off x="1207108" y="2134266"/>
        <a:ext cx="2956662" cy="821331"/>
      </dsp:txXfrm>
    </dsp:sp>
    <dsp:sp modelId="{887C1C78-2087-44C0-BC2D-38487D98D122}">
      <dsp:nvSpPr>
        <dsp:cNvPr id="0" name=""/>
        <dsp:cNvSpPr/>
      </dsp:nvSpPr>
      <dsp:spPr>
        <a:xfrm>
          <a:off x="591109" y="2134266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081B85-9FBA-4DAA-A0B2-E24C459D8567}">
      <dsp:nvSpPr>
        <dsp:cNvPr id="0" name=""/>
        <dsp:cNvSpPr/>
      </dsp:nvSpPr>
      <dsp:spPr>
        <a:xfrm rot="10800000">
          <a:off x="1001775" y="3200771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у відробітку на користь князя.</a:t>
          </a:r>
          <a:endParaRPr lang="uk-UA" sz="2200" kern="1200"/>
        </a:p>
      </dsp:txBody>
      <dsp:txXfrm rot="10800000">
        <a:off x="1207108" y="3200771"/>
        <a:ext cx="2956662" cy="821331"/>
      </dsp:txXfrm>
    </dsp:sp>
    <dsp:sp modelId="{C50599DE-D6CB-48E3-BB03-47A85453A2A1}">
      <dsp:nvSpPr>
        <dsp:cNvPr id="0" name=""/>
        <dsp:cNvSpPr/>
      </dsp:nvSpPr>
      <dsp:spPr>
        <a:xfrm>
          <a:off x="591109" y="3200771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B2EE06-909B-42E3-99BE-D800E77255D7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D87727-4015-40A8-BD8A-038FC40107AC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варягів.</a:t>
          </a:r>
          <a:endParaRPr lang="uk-UA" sz="2300" kern="1200"/>
        </a:p>
      </dsp:txBody>
      <dsp:txXfrm>
        <a:off x="824577" y="458817"/>
        <a:ext cx="1415914" cy="1415914"/>
      </dsp:txXfrm>
    </dsp:sp>
    <dsp:sp modelId="{41D0F64C-5118-4105-8410-CE1C73DCCFA6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печенігів.</a:t>
          </a:r>
          <a:endParaRPr lang="uk-UA" sz="2300" kern="1200"/>
        </a:p>
      </dsp:txBody>
      <dsp:txXfrm>
        <a:off x="2514388" y="458817"/>
        <a:ext cx="1415914" cy="1415914"/>
      </dsp:txXfrm>
    </dsp:sp>
    <dsp:sp modelId="{EC5E2629-52C7-43ED-8CF9-31546EE41262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половців.</a:t>
          </a:r>
          <a:endParaRPr lang="uk-UA" sz="2300" kern="1200"/>
        </a:p>
      </dsp:txBody>
      <dsp:txXfrm>
        <a:off x="824577" y="2148628"/>
        <a:ext cx="1415914" cy="1415914"/>
      </dsp:txXfrm>
    </dsp:sp>
    <dsp:sp modelId="{CA981AD2-9004-40F1-AB30-3F31748E293D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хозар.</a:t>
          </a:r>
          <a:endParaRPr lang="uk-UA" sz="2300" kern="1200"/>
        </a:p>
      </dsp:txBody>
      <dsp:txXfrm>
        <a:off x="2514388" y="2148628"/>
        <a:ext cx="1415914" cy="141591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AB98E9-404D-4C33-BF83-B2608F5D5E18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FF9F11-D513-44FE-A56F-17EA9DC8A598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Константинополь.</a:t>
          </a:r>
          <a:endParaRPr lang="uk-UA" sz="1300" kern="1200"/>
        </a:p>
      </dsp:txBody>
      <dsp:txXfrm>
        <a:off x="824577" y="458817"/>
        <a:ext cx="1415914" cy="1415914"/>
      </dsp:txXfrm>
    </dsp:sp>
    <dsp:sp modelId="{C4961457-2AC5-4B83-94F5-FD286A78C0EC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Новгород.</a:t>
          </a:r>
          <a:endParaRPr lang="uk-UA" sz="1300" kern="1200"/>
        </a:p>
      </dsp:txBody>
      <dsp:txXfrm>
        <a:off x="2514388" y="458817"/>
        <a:ext cx="1415914" cy="1415914"/>
      </dsp:txXfrm>
    </dsp:sp>
    <dsp:sp modelId="{5F5A7295-B3BC-492E-93FB-76DF3652E763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Доростол.</a:t>
          </a:r>
          <a:endParaRPr lang="uk-UA" sz="1300" kern="1200"/>
        </a:p>
      </dsp:txBody>
      <dsp:txXfrm>
        <a:off x="824577" y="2148628"/>
        <a:ext cx="1415914" cy="1415914"/>
      </dsp:txXfrm>
    </dsp:sp>
    <dsp:sp modelId="{2566EBA0-2C2B-4CE1-A045-3204B00F24A9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Булгар.</a:t>
          </a:r>
          <a:endParaRPr lang="uk-UA" sz="1300" kern="1200"/>
        </a:p>
      </dsp:txBody>
      <dsp:txXfrm>
        <a:off x="2514388" y="2148628"/>
        <a:ext cx="1415914" cy="141591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9B30D8-568B-4AA5-9957-3F528BA41D4A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4C4AD3-8217-4DFB-8C36-FCAB2E6A7C15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/>
            <a:t>V-V</a:t>
          </a:r>
          <a:r>
            <a:rPr lang="uk-UA" sz="3400" b="0" i="0" kern="1200"/>
            <a:t>І ст.</a:t>
          </a:r>
          <a:endParaRPr lang="uk-UA" sz="3400" kern="1200"/>
        </a:p>
      </dsp:txBody>
      <dsp:txXfrm>
        <a:off x="824577" y="458817"/>
        <a:ext cx="1415914" cy="1415914"/>
      </dsp:txXfrm>
    </dsp:sp>
    <dsp:sp modelId="{8A31151C-33CD-426C-92DB-210AFA294D82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/>
            <a:t>V</a:t>
          </a:r>
          <a:r>
            <a:rPr lang="uk-UA" sz="3400" b="0" i="0" kern="1200"/>
            <a:t>ІІ-</a:t>
          </a:r>
          <a:r>
            <a:rPr lang="en-US" sz="3400" b="0" i="0" kern="1200"/>
            <a:t>V</a:t>
          </a:r>
          <a:r>
            <a:rPr lang="uk-UA" sz="3400" b="0" i="0" kern="1200"/>
            <a:t>ІІІ ст.</a:t>
          </a:r>
          <a:endParaRPr lang="uk-UA" sz="3400" kern="1200"/>
        </a:p>
      </dsp:txBody>
      <dsp:txXfrm>
        <a:off x="2514388" y="458817"/>
        <a:ext cx="1415914" cy="1415914"/>
      </dsp:txXfrm>
    </dsp:sp>
    <dsp:sp modelId="{F382BAC0-FD4F-4943-97F2-19E3AE774240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ІХ-Х ст.</a:t>
          </a:r>
          <a:endParaRPr lang="uk-UA" sz="3400" kern="1200"/>
        </a:p>
      </dsp:txBody>
      <dsp:txXfrm>
        <a:off x="824577" y="2148628"/>
        <a:ext cx="1415914" cy="1415914"/>
      </dsp:txXfrm>
    </dsp:sp>
    <dsp:sp modelId="{934BF181-7769-4313-9D70-35A14257E237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ХІ-ХІІІ ст.</a:t>
          </a:r>
          <a:endParaRPr lang="uk-UA" sz="3400" kern="1200"/>
        </a:p>
      </dsp:txBody>
      <dsp:txXfrm>
        <a:off x="2514388" y="2148628"/>
        <a:ext cx="1415914" cy="141591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98E25F-30F1-4BA7-A547-F64B40294BCB}">
      <dsp:nvSpPr>
        <dsp:cNvPr id="0" name=""/>
        <dsp:cNvSpPr/>
      </dsp:nvSpPr>
      <dsp:spPr>
        <a:xfrm rot="10800000">
          <a:off x="1001775" y="1257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у зборі натуральної данини.</a:t>
          </a:r>
          <a:endParaRPr lang="uk-UA" sz="2200" kern="1200"/>
        </a:p>
      </dsp:txBody>
      <dsp:txXfrm rot="10800000">
        <a:off x="1207108" y="1257"/>
        <a:ext cx="2956662" cy="821331"/>
      </dsp:txXfrm>
    </dsp:sp>
    <dsp:sp modelId="{8E41CEB2-169A-4469-8E36-6ADD52B052C9}">
      <dsp:nvSpPr>
        <dsp:cNvPr id="0" name=""/>
        <dsp:cNvSpPr/>
      </dsp:nvSpPr>
      <dsp:spPr>
        <a:xfrm>
          <a:off x="591109" y="1257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2569ED-5B4C-4253-9E08-D7B0C40F4850}">
      <dsp:nvSpPr>
        <dsp:cNvPr id="0" name=""/>
        <dsp:cNvSpPr/>
      </dsp:nvSpPr>
      <dsp:spPr>
        <a:xfrm rot="10800000">
          <a:off x="1001775" y="1067762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у стягуванні грошового податку.</a:t>
          </a:r>
          <a:endParaRPr lang="uk-UA" sz="2200" kern="1200"/>
        </a:p>
      </dsp:txBody>
      <dsp:txXfrm rot="10800000">
        <a:off x="1207108" y="1067762"/>
        <a:ext cx="2956662" cy="821331"/>
      </dsp:txXfrm>
    </dsp:sp>
    <dsp:sp modelId="{3F711A2C-4496-4F02-90CE-D45F1FF7F532}">
      <dsp:nvSpPr>
        <dsp:cNvPr id="0" name=""/>
        <dsp:cNvSpPr/>
      </dsp:nvSpPr>
      <dsp:spPr>
        <a:xfrm>
          <a:off x="591109" y="1067762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C77B5A-BCF8-4723-8D80-38884B936820}">
      <dsp:nvSpPr>
        <dsp:cNvPr id="0" name=""/>
        <dsp:cNvSpPr/>
      </dsp:nvSpPr>
      <dsp:spPr>
        <a:xfrm rot="10800000">
          <a:off x="1001775" y="2134266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у сплаті церковної десятини.</a:t>
          </a:r>
          <a:endParaRPr lang="uk-UA" sz="2200" kern="1200"/>
        </a:p>
      </dsp:txBody>
      <dsp:txXfrm rot="10800000">
        <a:off x="1207108" y="2134266"/>
        <a:ext cx="2956662" cy="821331"/>
      </dsp:txXfrm>
    </dsp:sp>
    <dsp:sp modelId="{887C1C78-2087-44C0-BC2D-38487D98D122}">
      <dsp:nvSpPr>
        <dsp:cNvPr id="0" name=""/>
        <dsp:cNvSpPr/>
      </dsp:nvSpPr>
      <dsp:spPr>
        <a:xfrm>
          <a:off x="591109" y="2134266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081B85-9FBA-4DAA-A0B2-E24C459D8567}">
      <dsp:nvSpPr>
        <dsp:cNvPr id="0" name=""/>
        <dsp:cNvSpPr/>
      </dsp:nvSpPr>
      <dsp:spPr>
        <a:xfrm rot="10800000">
          <a:off x="1001775" y="3200771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0" i="0" kern="1200"/>
            <a:t>у відробітку на користь князя.</a:t>
          </a:r>
          <a:endParaRPr lang="uk-UA" sz="2200" kern="1200"/>
        </a:p>
      </dsp:txBody>
      <dsp:txXfrm rot="10800000">
        <a:off x="1207108" y="3200771"/>
        <a:ext cx="2956662" cy="821331"/>
      </dsp:txXfrm>
    </dsp:sp>
    <dsp:sp modelId="{C50599DE-D6CB-48E3-BB03-47A85453A2A1}">
      <dsp:nvSpPr>
        <dsp:cNvPr id="0" name=""/>
        <dsp:cNvSpPr/>
      </dsp:nvSpPr>
      <dsp:spPr>
        <a:xfrm>
          <a:off x="591109" y="3200771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B2EE06-909B-42E3-99BE-D800E77255D7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D87727-4015-40A8-BD8A-038FC40107AC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варягів.</a:t>
          </a:r>
          <a:endParaRPr lang="uk-UA" sz="2300" kern="1200" dirty="0"/>
        </a:p>
      </dsp:txBody>
      <dsp:txXfrm>
        <a:off x="824577" y="458817"/>
        <a:ext cx="1415914" cy="1415914"/>
      </dsp:txXfrm>
    </dsp:sp>
    <dsp:sp modelId="{41D0F64C-5118-4105-8410-CE1C73DCCFA6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печенігів.</a:t>
          </a:r>
          <a:endParaRPr lang="uk-UA" sz="2300" kern="1200"/>
        </a:p>
      </dsp:txBody>
      <dsp:txXfrm>
        <a:off x="2514388" y="458817"/>
        <a:ext cx="1415914" cy="1415914"/>
      </dsp:txXfrm>
    </dsp:sp>
    <dsp:sp modelId="{EC5E2629-52C7-43ED-8CF9-31546EE41262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половців.</a:t>
          </a:r>
          <a:endParaRPr lang="uk-UA" sz="2300" kern="1200" dirty="0"/>
        </a:p>
      </dsp:txBody>
      <dsp:txXfrm>
        <a:off x="824577" y="2148628"/>
        <a:ext cx="1415914" cy="1415914"/>
      </dsp:txXfrm>
    </dsp:sp>
    <dsp:sp modelId="{CA981AD2-9004-40F1-AB30-3F31748E293D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хозар.</a:t>
          </a:r>
          <a:endParaRPr lang="uk-UA" sz="2300" kern="1200" dirty="0"/>
        </a:p>
      </dsp:txBody>
      <dsp:txXfrm>
        <a:off x="2514388" y="2148628"/>
        <a:ext cx="1415914" cy="1415914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EABD93-9711-4C8F-9BBF-1292C2517929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1A9C64-633F-49F5-8411-C44022CD0929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dirty="0"/>
            <a:t>древлян</a:t>
          </a:r>
          <a:endParaRPr lang="uk-UA" sz="2600" kern="1200" dirty="0"/>
        </a:p>
      </dsp:txBody>
      <dsp:txXfrm>
        <a:off x="824577" y="458817"/>
        <a:ext cx="1415914" cy="1415914"/>
      </dsp:txXfrm>
    </dsp:sp>
    <dsp:sp modelId="{A58F76DE-A7EC-4574-B51C-B001DB2BC051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dirty="0"/>
            <a:t>сіверян</a:t>
          </a:r>
          <a:endParaRPr lang="uk-UA" sz="2600" kern="1200" dirty="0"/>
        </a:p>
      </dsp:txBody>
      <dsp:txXfrm>
        <a:off x="2514388" y="458817"/>
        <a:ext cx="1415914" cy="1415914"/>
      </dsp:txXfrm>
    </dsp:sp>
    <dsp:sp modelId="{A2328730-45BB-4280-9E48-FFBD2C701763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полян</a:t>
          </a:r>
          <a:endParaRPr lang="uk-UA" sz="2600" kern="1200"/>
        </a:p>
      </dsp:txBody>
      <dsp:txXfrm>
        <a:off x="824577" y="2148628"/>
        <a:ext cx="1415914" cy="1415914"/>
      </dsp:txXfrm>
    </dsp:sp>
    <dsp:sp modelId="{471699C6-BF83-4267-9418-4860DFB3D6AD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dirty="0"/>
            <a:t>дулібів</a:t>
          </a:r>
          <a:endParaRPr lang="uk-UA" sz="2600" kern="1200" dirty="0"/>
        </a:p>
      </dsp:txBody>
      <dsp:txXfrm>
        <a:off x="2514388" y="2148628"/>
        <a:ext cx="1415914" cy="1415914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57DFC0-E4F5-4D79-BAD4-66CA993907A4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42580C-B03E-4FAF-950B-422F8C1FAD40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Олега</a:t>
          </a:r>
          <a:endParaRPr lang="uk-UA" sz="1800" kern="1200"/>
        </a:p>
      </dsp:txBody>
      <dsp:txXfrm>
        <a:off x="824577" y="458817"/>
        <a:ext cx="1415914" cy="1415914"/>
      </dsp:txXfrm>
    </dsp:sp>
    <dsp:sp modelId="{0860C554-37B7-4574-B5EE-8D81058B4617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Святослава</a:t>
          </a:r>
          <a:endParaRPr lang="uk-UA" sz="1800" kern="1200"/>
        </a:p>
      </dsp:txBody>
      <dsp:txXfrm>
        <a:off x="2514388" y="458817"/>
        <a:ext cx="1415914" cy="1415914"/>
      </dsp:txXfrm>
    </dsp:sp>
    <dsp:sp modelId="{76075E8E-6715-4DAB-AD5C-E5BBF89398C5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 err="1"/>
            <a:t>Володимира</a:t>
          </a:r>
          <a:r>
            <a:rPr lang="ru-RU" sz="1800" b="0" i="0" kern="1200" dirty="0"/>
            <a:t> Великого</a:t>
          </a:r>
          <a:endParaRPr lang="uk-UA" sz="1800" kern="1200" dirty="0"/>
        </a:p>
      </dsp:txBody>
      <dsp:txXfrm>
        <a:off x="824577" y="2148628"/>
        <a:ext cx="1415914" cy="1415914"/>
      </dsp:txXfrm>
    </dsp:sp>
    <dsp:sp modelId="{4D8D861C-7F8C-420C-85A3-ACF7CB347ADA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/>
            <a:t>Ярослава Мудрого</a:t>
          </a:r>
          <a:endParaRPr lang="uk-UA" sz="1800" kern="1200" dirty="0"/>
        </a:p>
      </dsp:txBody>
      <dsp:txXfrm>
        <a:off x="2514388" y="2148628"/>
        <a:ext cx="1415914" cy="1415914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D7AFDA-F7BF-48E7-BFB6-CC7D07FEAF14}">
      <dsp:nvSpPr>
        <dsp:cNvPr id="0" name=""/>
        <dsp:cNvSpPr/>
      </dsp:nvSpPr>
      <dsp:spPr>
        <a:xfrm rot="10800000">
          <a:off x="1001775" y="1257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завершення формування території держави</a:t>
          </a:r>
          <a:endParaRPr lang="uk-UA" sz="1800" kern="1200"/>
        </a:p>
      </dsp:txBody>
      <dsp:txXfrm rot="10800000">
        <a:off x="1207108" y="1257"/>
        <a:ext cx="2956662" cy="821331"/>
      </dsp:txXfrm>
    </dsp:sp>
    <dsp:sp modelId="{A3CFC85C-45CD-40EB-86D2-2A6132865F68}">
      <dsp:nvSpPr>
        <dsp:cNvPr id="0" name=""/>
        <dsp:cNvSpPr/>
      </dsp:nvSpPr>
      <dsp:spPr>
        <a:xfrm>
          <a:off x="591109" y="1257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B63BEA-7CC6-4C2E-B771-77C05A89BCE0}">
      <dsp:nvSpPr>
        <dsp:cNvPr id="0" name=""/>
        <dsp:cNvSpPr/>
      </dsp:nvSpPr>
      <dsp:spPr>
        <a:xfrm rot="10800000">
          <a:off x="1001775" y="1067762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запровадження та поширення християнства</a:t>
          </a:r>
          <a:endParaRPr lang="uk-UA" sz="1800" kern="1200" dirty="0"/>
        </a:p>
      </dsp:txBody>
      <dsp:txXfrm rot="10800000">
        <a:off x="1207108" y="1067762"/>
        <a:ext cx="2956662" cy="821331"/>
      </dsp:txXfrm>
    </dsp:sp>
    <dsp:sp modelId="{B59DDF14-6108-4479-B958-4FB20230CEDD}">
      <dsp:nvSpPr>
        <dsp:cNvPr id="0" name=""/>
        <dsp:cNvSpPr/>
      </dsp:nvSpPr>
      <dsp:spPr>
        <a:xfrm>
          <a:off x="591109" y="1067762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3F544F-4F61-4D6E-ACE6-C79F2A73EDD2}">
      <dsp:nvSpPr>
        <dsp:cNvPr id="0" name=""/>
        <dsp:cNvSpPr/>
      </dsp:nvSpPr>
      <dsp:spPr>
        <a:xfrm rot="10800000">
          <a:off x="1001775" y="2134266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утвердження династії Рюриковичів у Києві</a:t>
          </a:r>
          <a:endParaRPr lang="uk-UA" sz="1800" kern="1200" dirty="0"/>
        </a:p>
      </dsp:txBody>
      <dsp:txXfrm rot="10800000">
        <a:off x="1207108" y="2134266"/>
        <a:ext cx="2956662" cy="821331"/>
      </dsp:txXfrm>
    </dsp:sp>
    <dsp:sp modelId="{19786304-F550-4CCD-B728-2D5B1F5C7199}">
      <dsp:nvSpPr>
        <dsp:cNvPr id="0" name=""/>
        <dsp:cNvSpPr/>
      </dsp:nvSpPr>
      <dsp:spPr>
        <a:xfrm>
          <a:off x="591109" y="2134266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59DF55-3123-430A-8589-53C682EB6A58}">
      <dsp:nvSpPr>
        <dsp:cNvPr id="0" name=""/>
        <dsp:cNvSpPr/>
      </dsp:nvSpPr>
      <dsp:spPr>
        <a:xfrm rot="10800000">
          <a:off x="1001775" y="3200771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68580" rIns="128016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зміна централізованої монархії федеративною</a:t>
          </a:r>
          <a:endParaRPr lang="uk-UA" sz="1800" kern="1200" dirty="0"/>
        </a:p>
      </dsp:txBody>
      <dsp:txXfrm rot="10800000">
        <a:off x="1207108" y="3200771"/>
        <a:ext cx="2956662" cy="821331"/>
      </dsp:txXfrm>
    </dsp:sp>
    <dsp:sp modelId="{5EAFC962-5059-4449-AB3F-4AE6A9FC180F}">
      <dsp:nvSpPr>
        <dsp:cNvPr id="0" name=""/>
        <dsp:cNvSpPr/>
      </dsp:nvSpPr>
      <dsp:spPr>
        <a:xfrm>
          <a:off x="591109" y="3200771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3A5039-3ECF-4EED-9993-2B7AF592CF33}">
      <dsp:nvSpPr>
        <dsp:cNvPr id="0" name=""/>
        <dsp:cNvSpPr/>
      </dsp:nvSpPr>
      <dsp:spPr>
        <a:xfrm>
          <a:off x="0" y="24342"/>
          <a:ext cx="475456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b="0" i="0" kern="1200"/>
            <a:t>Аскольда.</a:t>
          </a:r>
          <a:endParaRPr lang="uk-UA" sz="3800" kern="1200"/>
        </a:p>
      </dsp:txBody>
      <dsp:txXfrm>
        <a:off x="44492" y="68834"/>
        <a:ext cx="4665578" cy="822446"/>
      </dsp:txXfrm>
    </dsp:sp>
    <dsp:sp modelId="{901673E7-9B13-458D-B420-C7F318204377}">
      <dsp:nvSpPr>
        <dsp:cNvPr id="0" name=""/>
        <dsp:cNvSpPr/>
      </dsp:nvSpPr>
      <dsp:spPr>
        <a:xfrm>
          <a:off x="0" y="1045212"/>
          <a:ext cx="475456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b="0" i="0" kern="1200" dirty="0"/>
            <a:t>Олега.</a:t>
          </a:r>
          <a:endParaRPr lang="uk-UA" sz="3800" kern="1200" dirty="0"/>
        </a:p>
      </dsp:txBody>
      <dsp:txXfrm>
        <a:off x="44492" y="1089704"/>
        <a:ext cx="4665578" cy="822446"/>
      </dsp:txXfrm>
    </dsp:sp>
    <dsp:sp modelId="{6ED7FD9F-2CA5-4740-A0B2-EAFD71001F4D}">
      <dsp:nvSpPr>
        <dsp:cNvPr id="0" name=""/>
        <dsp:cNvSpPr/>
      </dsp:nvSpPr>
      <dsp:spPr>
        <a:xfrm>
          <a:off x="0" y="2066082"/>
          <a:ext cx="475456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b="0" i="0" kern="1200" dirty="0"/>
            <a:t>Святослава.</a:t>
          </a:r>
          <a:endParaRPr lang="uk-UA" sz="3800" kern="1200" dirty="0"/>
        </a:p>
      </dsp:txBody>
      <dsp:txXfrm>
        <a:off x="44492" y="2110574"/>
        <a:ext cx="4665578" cy="822446"/>
      </dsp:txXfrm>
    </dsp:sp>
    <dsp:sp modelId="{B5D0441C-24ED-4F14-A5B2-7A22018C2D47}">
      <dsp:nvSpPr>
        <dsp:cNvPr id="0" name=""/>
        <dsp:cNvSpPr/>
      </dsp:nvSpPr>
      <dsp:spPr>
        <a:xfrm>
          <a:off x="0" y="3086952"/>
          <a:ext cx="475456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800" b="0" i="0" kern="1200" dirty="0"/>
            <a:t>Володимира.</a:t>
          </a:r>
          <a:endParaRPr lang="uk-UA" sz="3800" kern="1200" dirty="0"/>
        </a:p>
      </dsp:txBody>
      <dsp:txXfrm>
        <a:off x="44492" y="3131444"/>
        <a:ext cx="4665578" cy="822446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B0977B-67AC-4052-A91A-7A348D93E2A8}">
      <dsp:nvSpPr>
        <dsp:cNvPr id="0" name=""/>
        <dsp:cNvSpPr/>
      </dsp:nvSpPr>
      <dsp:spPr>
        <a:xfrm>
          <a:off x="0" y="250200"/>
          <a:ext cx="475488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імперія втратила придунайські та причорноморські землі.</a:t>
          </a:r>
          <a:endParaRPr lang="uk-UA" sz="2100" kern="1200" dirty="0"/>
        </a:p>
      </dsp:txBody>
      <dsp:txXfrm>
        <a:off x="40780" y="290980"/>
        <a:ext cx="4673320" cy="753819"/>
      </dsp:txXfrm>
    </dsp:sp>
    <dsp:sp modelId="{061C1A7D-1DBC-46B4-B69D-C26A9706D015}">
      <dsp:nvSpPr>
        <dsp:cNvPr id="0" name=""/>
        <dsp:cNvSpPr/>
      </dsp:nvSpPr>
      <dsp:spPr>
        <a:xfrm>
          <a:off x="0" y="1146060"/>
          <a:ext cx="475488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Київська Русь забезпечила охорону володінь Візантії в Криму.</a:t>
          </a:r>
          <a:endParaRPr lang="uk-UA" sz="2100" kern="1200"/>
        </a:p>
      </dsp:txBody>
      <dsp:txXfrm>
        <a:off x="40780" y="1186840"/>
        <a:ext cx="4673320" cy="753819"/>
      </dsp:txXfrm>
    </dsp:sp>
    <dsp:sp modelId="{43268D8D-4F50-4135-BE7C-7A16EDFD29AE}">
      <dsp:nvSpPr>
        <dsp:cNvPr id="0" name=""/>
        <dsp:cNvSpPr/>
      </dsp:nvSpPr>
      <dsp:spPr>
        <a:xfrm>
          <a:off x="0" y="2041920"/>
          <a:ext cx="475488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Візантія визнала зверхність Київської Русі над Болгарським царством.</a:t>
          </a:r>
          <a:endParaRPr lang="uk-UA" sz="2100" kern="1200"/>
        </a:p>
      </dsp:txBody>
      <dsp:txXfrm>
        <a:off x="40780" y="2082700"/>
        <a:ext cx="4673320" cy="753819"/>
      </dsp:txXfrm>
    </dsp:sp>
    <dsp:sp modelId="{F3D405F2-1EE4-4B5E-83C1-22FCC88CE82D}">
      <dsp:nvSpPr>
        <dsp:cNvPr id="0" name=""/>
        <dsp:cNvSpPr/>
      </dsp:nvSpPr>
      <dsp:spPr>
        <a:xfrm>
          <a:off x="0" y="2937780"/>
          <a:ext cx="475488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руські купці отримали право на безмитну торгівлю у Константинополі.</a:t>
          </a:r>
          <a:endParaRPr lang="uk-UA" sz="2100" kern="1200" dirty="0"/>
        </a:p>
      </dsp:txBody>
      <dsp:txXfrm>
        <a:off x="40780" y="2978560"/>
        <a:ext cx="4673320" cy="753819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7678C3-F8A9-4CDC-9AC1-BA70A605F3F0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40FE4D-7257-4475-AB5E-721767596C12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Ітіль.</a:t>
          </a:r>
          <a:endParaRPr lang="uk-UA" sz="1300" kern="1200"/>
        </a:p>
      </dsp:txBody>
      <dsp:txXfrm>
        <a:off x="824577" y="458817"/>
        <a:ext cx="1415914" cy="1415914"/>
      </dsp:txXfrm>
    </dsp:sp>
    <dsp:sp modelId="{8B04ECC3-9453-4566-A962-996AAD303D8A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 err="1"/>
            <a:t>Доростол</a:t>
          </a:r>
          <a:r>
            <a:rPr lang="uk-UA" sz="1300" b="0" i="0" kern="1200" dirty="0"/>
            <a:t>.</a:t>
          </a:r>
          <a:endParaRPr lang="uk-UA" sz="1300" kern="1200" dirty="0"/>
        </a:p>
      </dsp:txBody>
      <dsp:txXfrm>
        <a:off x="2514388" y="458817"/>
        <a:ext cx="1415914" cy="1415914"/>
      </dsp:txXfrm>
    </dsp:sp>
    <dsp:sp modelId="{CEAF80A2-156C-42E9-B530-3F9B58E4340A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/>
            <a:t>Іскоростень.</a:t>
          </a:r>
          <a:endParaRPr lang="uk-UA" sz="1300" kern="1200"/>
        </a:p>
      </dsp:txBody>
      <dsp:txXfrm>
        <a:off x="824577" y="2148628"/>
        <a:ext cx="1415914" cy="1415914"/>
      </dsp:txXfrm>
    </dsp:sp>
    <dsp:sp modelId="{0CC5972B-3308-4F46-97A8-32126BF1BD46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Константинополь</a:t>
          </a:r>
          <a:endParaRPr lang="uk-UA" sz="1300" kern="1200" dirty="0"/>
        </a:p>
      </dsp:txBody>
      <dsp:txXfrm>
        <a:off x="2514388" y="2148628"/>
        <a:ext cx="1415914" cy="1415914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61FDAB-E9A0-4460-93E2-C92E12CD7FB8}">
      <dsp:nvSpPr>
        <dsp:cNvPr id="0" name=""/>
        <dsp:cNvSpPr/>
      </dsp:nvSpPr>
      <dsp:spPr>
        <a:xfrm>
          <a:off x="0" y="1192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Кия та Аскольда</a:t>
          </a:r>
          <a:endParaRPr lang="uk-UA" sz="2400" kern="1200"/>
        </a:p>
      </dsp:txBody>
      <dsp:txXfrm>
        <a:off x="46541" y="47733"/>
        <a:ext cx="4661798" cy="860321"/>
      </dsp:txXfrm>
    </dsp:sp>
    <dsp:sp modelId="{ABE49F52-AA53-4E72-A9AB-4F449D6CCB25}">
      <dsp:nvSpPr>
        <dsp:cNvPr id="0" name=""/>
        <dsp:cNvSpPr/>
      </dsp:nvSpPr>
      <dsp:spPr>
        <a:xfrm>
          <a:off x="0" y="1023716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/>
            <a:t>Олега та </a:t>
          </a:r>
          <a:r>
            <a:rPr lang="ru-RU" sz="2400" b="0" i="0" kern="1200" dirty="0" err="1"/>
            <a:t>Ігора</a:t>
          </a:r>
          <a:endParaRPr lang="uk-UA" sz="2400" kern="1200" dirty="0"/>
        </a:p>
      </dsp:txBody>
      <dsp:txXfrm>
        <a:off x="46541" y="1070257"/>
        <a:ext cx="4661798" cy="860321"/>
      </dsp:txXfrm>
    </dsp:sp>
    <dsp:sp modelId="{9BA8FF4E-7A84-4DAC-8453-F14949D15301}">
      <dsp:nvSpPr>
        <dsp:cNvPr id="0" name=""/>
        <dsp:cNvSpPr/>
      </dsp:nvSpPr>
      <dsp:spPr>
        <a:xfrm>
          <a:off x="0" y="2046240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/>
            <a:t>Ольги та Святослава</a:t>
          </a:r>
          <a:endParaRPr lang="uk-UA" sz="2400" kern="1200" dirty="0"/>
        </a:p>
      </dsp:txBody>
      <dsp:txXfrm>
        <a:off x="46541" y="2092781"/>
        <a:ext cx="4661798" cy="860321"/>
      </dsp:txXfrm>
    </dsp:sp>
    <dsp:sp modelId="{41EC47DD-5A61-42B6-838C-EE0ECF553654}">
      <dsp:nvSpPr>
        <dsp:cNvPr id="0" name=""/>
        <dsp:cNvSpPr/>
      </dsp:nvSpPr>
      <dsp:spPr>
        <a:xfrm>
          <a:off x="0" y="3068763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 err="1"/>
            <a:t>Володимира</a:t>
          </a:r>
          <a:r>
            <a:rPr lang="ru-RU" sz="2400" b="0" i="0" kern="1200" dirty="0"/>
            <a:t> Великого та Ярослава Мудрого</a:t>
          </a:r>
          <a:endParaRPr lang="uk-UA" sz="2400" kern="1200" dirty="0"/>
        </a:p>
      </dsp:txBody>
      <dsp:txXfrm>
        <a:off x="46541" y="3115304"/>
        <a:ext cx="4661798" cy="860321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378590-1D23-4999-A306-4F9F9261FE7B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9042C5-882E-44C4-9E1F-4ACE5E731DC3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 dirty="0"/>
            <a:t>860 р.</a:t>
          </a:r>
          <a:endParaRPr lang="uk-UA" sz="3900" kern="1200" dirty="0"/>
        </a:p>
      </dsp:txBody>
      <dsp:txXfrm>
        <a:off x="824577" y="458817"/>
        <a:ext cx="1415914" cy="1415914"/>
      </dsp:txXfrm>
    </dsp:sp>
    <dsp:sp modelId="{0C5B4F5F-76B5-4265-A443-FA32384223F6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882 р.</a:t>
          </a:r>
          <a:endParaRPr lang="uk-UA" sz="3900" kern="1200"/>
        </a:p>
      </dsp:txBody>
      <dsp:txXfrm>
        <a:off x="2514388" y="458817"/>
        <a:ext cx="1415914" cy="1415914"/>
      </dsp:txXfrm>
    </dsp:sp>
    <dsp:sp modelId="{569997F1-341A-4E5A-84A9-3C083B60615E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 dirty="0"/>
            <a:t>941 р.</a:t>
          </a:r>
          <a:endParaRPr lang="uk-UA" sz="3900" kern="1200" dirty="0"/>
        </a:p>
      </dsp:txBody>
      <dsp:txXfrm>
        <a:off x="824577" y="2148628"/>
        <a:ext cx="1415914" cy="1415914"/>
      </dsp:txXfrm>
    </dsp:sp>
    <dsp:sp modelId="{1BC92EE8-093D-41F0-9476-115E98B6CE2F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 dirty="0"/>
            <a:t>945 р.</a:t>
          </a:r>
          <a:endParaRPr lang="uk-UA" sz="3900" kern="1200" dirty="0"/>
        </a:p>
      </dsp:txBody>
      <dsp:txXfrm>
        <a:off x="2514388" y="2148628"/>
        <a:ext cx="1415914" cy="1415914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44D675-A429-4994-8542-0E723C3CE36E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049FB7-54B4-426A-9095-99B5639A057A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Аскольда.</a:t>
          </a:r>
          <a:endParaRPr lang="uk-UA" sz="1800" kern="1200"/>
        </a:p>
      </dsp:txBody>
      <dsp:txXfrm>
        <a:off x="824577" y="458817"/>
        <a:ext cx="1415914" cy="1415914"/>
      </dsp:txXfrm>
    </dsp:sp>
    <dsp:sp modelId="{925A559E-0D51-467A-82A5-D2652353220D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Олега.</a:t>
          </a:r>
          <a:endParaRPr lang="uk-UA" sz="1800" kern="1200"/>
        </a:p>
      </dsp:txBody>
      <dsp:txXfrm>
        <a:off x="2514388" y="458817"/>
        <a:ext cx="1415914" cy="1415914"/>
      </dsp:txXfrm>
    </dsp:sp>
    <dsp:sp modelId="{973E0FE8-34E3-4402-BDA5-0508017C264D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Володимира Великого.</a:t>
          </a:r>
          <a:endParaRPr lang="uk-UA" sz="1800" kern="1200"/>
        </a:p>
      </dsp:txBody>
      <dsp:txXfrm>
        <a:off x="824577" y="2148628"/>
        <a:ext cx="1415914" cy="1415914"/>
      </dsp:txXfrm>
    </dsp:sp>
    <dsp:sp modelId="{72A026E6-4A5D-43C7-B7C4-CCCDE610565A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/>
            <a:t>Ярослава Мудрого.</a:t>
          </a:r>
          <a:endParaRPr lang="uk-UA" sz="1800" kern="1200" dirty="0"/>
        </a:p>
      </dsp:txBody>
      <dsp:txXfrm>
        <a:off x="2514388" y="2148628"/>
        <a:ext cx="1415914" cy="1415914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4D9470-8C3C-4A45-9EE9-B91E0A733F0A}">
      <dsp:nvSpPr>
        <dsp:cNvPr id="0" name=""/>
        <dsp:cNvSpPr/>
      </dsp:nvSpPr>
      <dsp:spPr>
        <a:xfrm>
          <a:off x="0" y="91865"/>
          <a:ext cx="4754880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визначити межі Київської держави (Русі-України) в середині Х ст.</a:t>
          </a:r>
          <a:endParaRPr lang="uk-UA" sz="1300" kern="1200" dirty="0"/>
        </a:p>
      </dsp:txBody>
      <dsp:txXfrm>
        <a:off x="25210" y="117075"/>
        <a:ext cx="4704460" cy="466007"/>
      </dsp:txXfrm>
    </dsp:sp>
    <dsp:sp modelId="{EB135AEC-A077-4800-9F10-5803FA8DA519}">
      <dsp:nvSpPr>
        <dsp:cNvPr id="0" name=""/>
        <dsp:cNvSpPr/>
      </dsp:nvSpPr>
      <dsp:spPr>
        <a:xfrm>
          <a:off x="0" y="645732"/>
          <a:ext cx="4754880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показати місце спорудження системи укріплень, зведених для захисту від кочовиків.</a:t>
          </a:r>
          <a:endParaRPr lang="uk-UA" sz="1300" kern="1200" dirty="0"/>
        </a:p>
      </dsp:txBody>
      <dsp:txXfrm>
        <a:off x="25210" y="670942"/>
        <a:ext cx="4704460" cy="466007"/>
      </dsp:txXfrm>
    </dsp:sp>
    <dsp:sp modelId="{47B2BC15-4C46-4203-9E2D-818D385FB16B}">
      <dsp:nvSpPr>
        <dsp:cNvPr id="0" name=""/>
        <dsp:cNvSpPr/>
      </dsp:nvSpPr>
      <dsp:spPr>
        <a:xfrm>
          <a:off x="0" y="1199599"/>
          <a:ext cx="4754880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визначити межі проживання кочовиків, які становили найбільшу загрозу для східних слов’ян у </a:t>
          </a:r>
          <a:r>
            <a:rPr lang="en-US" sz="1300" b="0" i="0" kern="1200" dirty="0"/>
            <a:t>VIII–</a:t>
          </a:r>
          <a:r>
            <a:rPr lang="uk-UA" sz="1300" b="0" i="0" kern="1200" dirty="0"/>
            <a:t>Х ст.</a:t>
          </a:r>
          <a:endParaRPr lang="uk-UA" sz="1300" kern="1200" dirty="0"/>
        </a:p>
      </dsp:txBody>
      <dsp:txXfrm>
        <a:off x="25210" y="1224809"/>
        <a:ext cx="4704460" cy="466007"/>
      </dsp:txXfrm>
    </dsp:sp>
    <dsp:sp modelId="{5A9A474B-5C2A-4519-85B0-C0BFAB9210FA}">
      <dsp:nvSpPr>
        <dsp:cNvPr id="0" name=""/>
        <dsp:cNvSpPr/>
      </dsp:nvSpPr>
      <dsp:spPr>
        <a:xfrm>
          <a:off x="0" y="1753466"/>
          <a:ext cx="4754880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визначити межі удільних князівств періоду роздробленості Київської держави (Русі-України).</a:t>
          </a:r>
          <a:endParaRPr lang="uk-UA" sz="1300" kern="1200" dirty="0"/>
        </a:p>
      </dsp:txBody>
      <dsp:txXfrm>
        <a:off x="25210" y="1778676"/>
        <a:ext cx="4704460" cy="466007"/>
      </dsp:txXfrm>
    </dsp:sp>
    <dsp:sp modelId="{BB3917BC-8404-4182-B131-746D68BFCD29}">
      <dsp:nvSpPr>
        <dsp:cNvPr id="0" name=""/>
        <dsp:cNvSpPr/>
      </dsp:nvSpPr>
      <dsp:spPr>
        <a:xfrm>
          <a:off x="0" y="2307333"/>
          <a:ext cx="4754880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указати напрямки походів київських князів Олега та Ігоря.</a:t>
          </a:r>
          <a:endParaRPr lang="uk-UA" sz="1300" kern="1200" dirty="0"/>
        </a:p>
      </dsp:txBody>
      <dsp:txXfrm>
        <a:off x="25210" y="2332543"/>
        <a:ext cx="4704460" cy="466007"/>
      </dsp:txXfrm>
    </dsp:sp>
    <dsp:sp modelId="{9279F3FB-7B96-40C5-BA6D-2A4B1E2CD9EF}">
      <dsp:nvSpPr>
        <dsp:cNvPr id="0" name=""/>
        <dsp:cNvSpPr/>
      </dsp:nvSpPr>
      <dsp:spPr>
        <a:xfrm>
          <a:off x="0" y="2861200"/>
          <a:ext cx="4754880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указати території, приєднані до Київської держави (Русі-України) за часів князювання Ярослава Мудрого.</a:t>
          </a:r>
          <a:endParaRPr lang="uk-UA" sz="1300" kern="1200" dirty="0"/>
        </a:p>
      </dsp:txBody>
      <dsp:txXfrm>
        <a:off x="25210" y="2886410"/>
        <a:ext cx="4704460" cy="466007"/>
      </dsp:txXfrm>
    </dsp:sp>
    <dsp:sp modelId="{D67CFFEF-1A38-4390-986B-DB09722B3B6E}">
      <dsp:nvSpPr>
        <dsp:cNvPr id="0" name=""/>
        <dsp:cNvSpPr/>
      </dsp:nvSpPr>
      <dsp:spPr>
        <a:xfrm>
          <a:off x="0" y="3415067"/>
          <a:ext cx="4754880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указати напрямки походів військ Святослава проти Хозарського каганату.</a:t>
          </a:r>
          <a:endParaRPr lang="uk-UA" sz="1300" kern="1200" dirty="0"/>
        </a:p>
      </dsp:txBody>
      <dsp:txXfrm>
        <a:off x="25210" y="3440277"/>
        <a:ext cx="4704460" cy="466007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6721F1-3F0C-414E-8BA3-79679BDC30CF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2C85FA-248B-42E9-84EF-F7E884EFD019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Олег.</a:t>
          </a:r>
          <a:endParaRPr lang="uk-UA" sz="2100" kern="1200"/>
        </a:p>
      </dsp:txBody>
      <dsp:txXfrm>
        <a:off x="824577" y="458817"/>
        <a:ext cx="1415914" cy="1415914"/>
      </dsp:txXfrm>
    </dsp:sp>
    <dsp:sp modelId="{BEF1BCA7-2505-468D-A502-C88202AD4CC6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Ігор.</a:t>
          </a:r>
          <a:endParaRPr lang="uk-UA" sz="2100" kern="1200"/>
        </a:p>
      </dsp:txBody>
      <dsp:txXfrm>
        <a:off x="2514388" y="458817"/>
        <a:ext cx="1415914" cy="1415914"/>
      </dsp:txXfrm>
    </dsp:sp>
    <dsp:sp modelId="{389BC939-8680-4703-AC3F-8884A6660AFA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Святослав.</a:t>
          </a:r>
          <a:endParaRPr lang="uk-UA" sz="2100" kern="1200" dirty="0"/>
        </a:p>
      </dsp:txBody>
      <dsp:txXfrm>
        <a:off x="824577" y="2148628"/>
        <a:ext cx="1415914" cy="1415914"/>
      </dsp:txXfrm>
    </dsp:sp>
    <dsp:sp modelId="{5AFC40C0-C0A8-4057-8A58-7F9D14C09940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Ярослав Мудрий.</a:t>
          </a:r>
          <a:endParaRPr lang="uk-UA" sz="2100" kern="1200"/>
        </a:p>
      </dsp:txBody>
      <dsp:txXfrm>
        <a:off x="2514388" y="2148628"/>
        <a:ext cx="1415914" cy="1415914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61FDAB-E9A0-4460-93E2-C92E12CD7FB8}">
      <dsp:nvSpPr>
        <dsp:cNvPr id="0" name=""/>
        <dsp:cNvSpPr/>
      </dsp:nvSpPr>
      <dsp:spPr>
        <a:xfrm>
          <a:off x="0" y="1192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Кия та Аскольда</a:t>
          </a:r>
          <a:endParaRPr lang="uk-UA" sz="2400" kern="1200"/>
        </a:p>
      </dsp:txBody>
      <dsp:txXfrm>
        <a:off x="46541" y="47733"/>
        <a:ext cx="4661798" cy="860321"/>
      </dsp:txXfrm>
    </dsp:sp>
    <dsp:sp modelId="{ABE49F52-AA53-4E72-A9AB-4F449D6CCB25}">
      <dsp:nvSpPr>
        <dsp:cNvPr id="0" name=""/>
        <dsp:cNvSpPr/>
      </dsp:nvSpPr>
      <dsp:spPr>
        <a:xfrm>
          <a:off x="0" y="1023716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/>
            <a:t>Олега та </a:t>
          </a:r>
          <a:r>
            <a:rPr lang="ru-RU" sz="2400" b="0" i="0" kern="1200" dirty="0" err="1"/>
            <a:t>Ігора</a:t>
          </a:r>
          <a:endParaRPr lang="uk-UA" sz="2400" kern="1200" dirty="0"/>
        </a:p>
      </dsp:txBody>
      <dsp:txXfrm>
        <a:off x="46541" y="1070257"/>
        <a:ext cx="4661798" cy="860321"/>
      </dsp:txXfrm>
    </dsp:sp>
    <dsp:sp modelId="{9BA8FF4E-7A84-4DAC-8453-F14949D15301}">
      <dsp:nvSpPr>
        <dsp:cNvPr id="0" name=""/>
        <dsp:cNvSpPr/>
      </dsp:nvSpPr>
      <dsp:spPr>
        <a:xfrm>
          <a:off x="0" y="2046240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/>
            <a:t>Ольги та Святослава</a:t>
          </a:r>
          <a:endParaRPr lang="uk-UA" sz="2400" kern="1200" dirty="0"/>
        </a:p>
      </dsp:txBody>
      <dsp:txXfrm>
        <a:off x="46541" y="2092781"/>
        <a:ext cx="4661798" cy="860321"/>
      </dsp:txXfrm>
    </dsp:sp>
    <dsp:sp modelId="{41EC47DD-5A61-42B6-838C-EE0ECF553654}">
      <dsp:nvSpPr>
        <dsp:cNvPr id="0" name=""/>
        <dsp:cNvSpPr/>
      </dsp:nvSpPr>
      <dsp:spPr>
        <a:xfrm>
          <a:off x="0" y="3068763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 err="1"/>
            <a:t>Володимира</a:t>
          </a:r>
          <a:r>
            <a:rPr lang="ru-RU" sz="2400" b="0" i="0" kern="1200" dirty="0"/>
            <a:t> Великого та Ярослава Мудрого</a:t>
          </a:r>
          <a:endParaRPr lang="uk-UA" sz="2400" kern="1200" dirty="0"/>
        </a:p>
      </dsp:txBody>
      <dsp:txXfrm>
        <a:off x="46541" y="3115304"/>
        <a:ext cx="4661798" cy="860321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378590-1D23-4999-A306-4F9F9261FE7B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9042C5-882E-44C4-9E1F-4ACE5E731DC3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 dirty="0"/>
            <a:t>860 р.</a:t>
          </a:r>
          <a:endParaRPr lang="uk-UA" sz="3900" kern="1200" dirty="0"/>
        </a:p>
      </dsp:txBody>
      <dsp:txXfrm>
        <a:off x="824577" y="458817"/>
        <a:ext cx="1415914" cy="1415914"/>
      </dsp:txXfrm>
    </dsp:sp>
    <dsp:sp modelId="{0C5B4F5F-76B5-4265-A443-FA32384223F6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/>
            <a:t>882 р.</a:t>
          </a:r>
          <a:endParaRPr lang="uk-UA" sz="3900" kern="1200"/>
        </a:p>
      </dsp:txBody>
      <dsp:txXfrm>
        <a:off x="2514388" y="458817"/>
        <a:ext cx="1415914" cy="1415914"/>
      </dsp:txXfrm>
    </dsp:sp>
    <dsp:sp modelId="{569997F1-341A-4E5A-84A9-3C083B60615E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 dirty="0"/>
            <a:t>941 р.</a:t>
          </a:r>
          <a:endParaRPr lang="uk-UA" sz="3900" kern="1200" dirty="0"/>
        </a:p>
      </dsp:txBody>
      <dsp:txXfrm>
        <a:off x="824577" y="2148628"/>
        <a:ext cx="1415914" cy="1415914"/>
      </dsp:txXfrm>
    </dsp:sp>
    <dsp:sp modelId="{1BC92EE8-093D-41F0-9476-115E98B6CE2F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 dirty="0"/>
            <a:t>945 р.</a:t>
          </a:r>
          <a:endParaRPr lang="uk-UA" sz="3900" kern="1200" dirty="0"/>
        </a:p>
      </dsp:txBody>
      <dsp:txXfrm>
        <a:off x="2514388" y="2148628"/>
        <a:ext cx="1415914" cy="1415914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44D675-A429-4994-8542-0E723C3CE36E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049FB7-54B4-426A-9095-99B5639A057A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Аскольда.</a:t>
          </a:r>
          <a:endParaRPr lang="uk-UA" sz="1800" kern="1200"/>
        </a:p>
      </dsp:txBody>
      <dsp:txXfrm>
        <a:off x="824577" y="458817"/>
        <a:ext cx="1415914" cy="1415914"/>
      </dsp:txXfrm>
    </dsp:sp>
    <dsp:sp modelId="{925A559E-0D51-467A-82A5-D2652353220D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Олега.</a:t>
          </a:r>
          <a:endParaRPr lang="uk-UA" sz="1800" kern="1200"/>
        </a:p>
      </dsp:txBody>
      <dsp:txXfrm>
        <a:off x="2514388" y="458817"/>
        <a:ext cx="1415914" cy="1415914"/>
      </dsp:txXfrm>
    </dsp:sp>
    <dsp:sp modelId="{973E0FE8-34E3-4402-BDA5-0508017C264D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Володимира Великого.</a:t>
          </a:r>
          <a:endParaRPr lang="uk-UA" sz="1800" kern="1200"/>
        </a:p>
      </dsp:txBody>
      <dsp:txXfrm>
        <a:off x="824577" y="2148628"/>
        <a:ext cx="1415914" cy="1415914"/>
      </dsp:txXfrm>
    </dsp:sp>
    <dsp:sp modelId="{72A026E6-4A5D-43C7-B7C4-CCCDE610565A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/>
            <a:t>Ярослава Мудрого.</a:t>
          </a:r>
          <a:endParaRPr lang="uk-UA" sz="1800" kern="1200" dirty="0"/>
        </a:p>
      </dsp:txBody>
      <dsp:txXfrm>
        <a:off x="2514388" y="2148628"/>
        <a:ext cx="1415914" cy="1415914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4D9470-8C3C-4A45-9EE9-B91E0A733F0A}">
      <dsp:nvSpPr>
        <dsp:cNvPr id="0" name=""/>
        <dsp:cNvSpPr/>
      </dsp:nvSpPr>
      <dsp:spPr>
        <a:xfrm>
          <a:off x="0" y="91865"/>
          <a:ext cx="4754880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визначити межі Київської держави (Русі-України) в середині Х ст.</a:t>
          </a:r>
          <a:endParaRPr lang="uk-UA" sz="1300" kern="1200" dirty="0"/>
        </a:p>
      </dsp:txBody>
      <dsp:txXfrm>
        <a:off x="25210" y="117075"/>
        <a:ext cx="4704460" cy="466007"/>
      </dsp:txXfrm>
    </dsp:sp>
    <dsp:sp modelId="{EB135AEC-A077-4800-9F10-5803FA8DA519}">
      <dsp:nvSpPr>
        <dsp:cNvPr id="0" name=""/>
        <dsp:cNvSpPr/>
      </dsp:nvSpPr>
      <dsp:spPr>
        <a:xfrm>
          <a:off x="0" y="645732"/>
          <a:ext cx="4754880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показати місце спорудження системи укріплень, зведених для захисту від кочовиків.</a:t>
          </a:r>
          <a:endParaRPr lang="uk-UA" sz="1300" kern="1200" dirty="0"/>
        </a:p>
      </dsp:txBody>
      <dsp:txXfrm>
        <a:off x="25210" y="670942"/>
        <a:ext cx="4704460" cy="466007"/>
      </dsp:txXfrm>
    </dsp:sp>
    <dsp:sp modelId="{47B2BC15-4C46-4203-9E2D-818D385FB16B}">
      <dsp:nvSpPr>
        <dsp:cNvPr id="0" name=""/>
        <dsp:cNvSpPr/>
      </dsp:nvSpPr>
      <dsp:spPr>
        <a:xfrm>
          <a:off x="0" y="1199599"/>
          <a:ext cx="4754880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визначити межі проживання кочовиків, які становили найбільшу загрозу для східних слов’ян у </a:t>
          </a:r>
          <a:r>
            <a:rPr lang="en-US" sz="1300" b="0" i="0" kern="1200" dirty="0"/>
            <a:t>VIII–</a:t>
          </a:r>
          <a:r>
            <a:rPr lang="uk-UA" sz="1300" b="0" i="0" kern="1200" dirty="0"/>
            <a:t>Х ст.</a:t>
          </a:r>
          <a:endParaRPr lang="uk-UA" sz="1300" kern="1200" dirty="0"/>
        </a:p>
      </dsp:txBody>
      <dsp:txXfrm>
        <a:off x="25210" y="1224809"/>
        <a:ext cx="4704460" cy="466007"/>
      </dsp:txXfrm>
    </dsp:sp>
    <dsp:sp modelId="{5A9A474B-5C2A-4519-85B0-C0BFAB9210FA}">
      <dsp:nvSpPr>
        <dsp:cNvPr id="0" name=""/>
        <dsp:cNvSpPr/>
      </dsp:nvSpPr>
      <dsp:spPr>
        <a:xfrm>
          <a:off x="0" y="1753466"/>
          <a:ext cx="4754880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визначити межі удільних князівств періоду роздробленості Київської держави (Русі-України).</a:t>
          </a:r>
          <a:endParaRPr lang="uk-UA" sz="1300" kern="1200" dirty="0"/>
        </a:p>
      </dsp:txBody>
      <dsp:txXfrm>
        <a:off x="25210" y="1778676"/>
        <a:ext cx="4704460" cy="466007"/>
      </dsp:txXfrm>
    </dsp:sp>
    <dsp:sp modelId="{BB3917BC-8404-4182-B131-746D68BFCD29}">
      <dsp:nvSpPr>
        <dsp:cNvPr id="0" name=""/>
        <dsp:cNvSpPr/>
      </dsp:nvSpPr>
      <dsp:spPr>
        <a:xfrm>
          <a:off x="0" y="2307333"/>
          <a:ext cx="4754880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указати напрямки походів київських князів Олега та Ігоря.</a:t>
          </a:r>
          <a:endParaRPr lang="uk-UA" sz="1300" kern="1200" dirty="0"/>
        </a:p>
      </dsp:txBody>
      <dsp:txXfrm>
        <a:off x="25210" y="2332543"/>
        <a:ext cx="4704460" cy="466007"/>
      </dsp:txXfrm>
    </dsp:sp>
    <dsp:sp modelId="{9279F3FB-7B96-40C5-BA6D-2A4B1E2CD9EF}">
      <dsp:nvSpPr>
        <dsp:cNvPr id="0" name=""/>
        <dsp:cNvSpPr/>
      </dsp:nvSpPr>
      <dsp:spPr>
        <a:xfrm>
          <a:off x="0" y="2861200"/>
          <a:ext cx="4754880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указати території, приєднані до Київської держави (Русі-України) за часів князювання Ярослава Мудрого.</a:t>
          </a:r>
          <a:endParaRPr lang="uk-UA" sz="1300" kern="1200" dirty="0"/>
        </a:p>
      </dsp:txBody>
      <dsp:txXfrm>
        <a:off x="25210" y="2886410"/>
        <a:ext cx="4704460" cy="466007"/>
      </dsp:txXfrm>
    </dsp:sp>
    <dsp:sp modelId="{D67CFFEF-1A38-4390-986B-DB09722B3B6E}">
      <dsp:nvSpPr>
        <dsp:cNvPr id="0" name=""/>
        <dsp:cNvSpPr/>
      </dsp:nvSpPr>
      <dsp:spPr>
        <a:xfrm>
          <a:off x="0" y="3415067"/>
          <a:ext cx="4754880" cy="5164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0" i="0" kern="1200" dirty="0"/>
            <a:t>указати напрямки походів військ Святослава проти Хозарського каганату.</a:t>
          </a:r>
          <a:endParaRPr lang="uk-UA" sz="1300" kern="1200" dirty="0"/>
        </a:p>
      </dsp:txBody>
      <dsp:txXfrm>
        <a:off x="25210" y="3440277"/>
        <a:ext cx="4704460" cy="466007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6721F1-3F0C-414E-8BA3-79679BDC30CF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2C85FA-248B-42E9-84EF-F7E884EFD019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Олег.</a:t>
          </a:r>
          <a:endParaRPr lang="uk-UA" sz="2100" kern="1200"/>
        </a:p>
      </dsp:txBody>
      <dsp:txXfrm>
        <a:off x="824577" y="458817"/>
        <a:ext cx="1415914" cy="1415914"/>
      </dsp:txXfrm>
    </dsp:sp>
    <dsp:sp modelId="{BEF1BCA7-2505-468D-A502-C88202AD4CC6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Ігор.</a:t>
          </a:r>
          <a:endParaRPr lang="uk-UA" sz="2100" kern="1200"/>
        </a:p>
      </dsp:txBody>
      <dsp:txXfrm>
        <a:off x="2514388" y="458817"/>
        <a:ext cx="1415914" cy="1415914"/>
      </dsp:txXfrm>
    </dsp:sp>
    <dsp:sp modelId="{389BC939-8680-4703-AC3F-8884A6660AFA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 dirty="0"/>
            <a:t>Святослав.</a:t>
          </a:r>
          <a:endParaRPr lang="uk-UA" sz="2100" kern="1200" dirty="0"/>
        </a:p>
      </dsp:txBody>
      <dsp:txXfrm>
        <a:off x="824577" y="2148628"/>
        <a:ext cx="1415914" cy="1415914"/>
      </dsp:txXfrm>
    </dsp:sp>
    <dsp:sp modelId="{5AFC40C0-C0A8-4057-8A58-7F9D14C09940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Ярослав Мудрий.</a:t>
          </a:r>
          <a:endParaRPr lang="uk-UA" sz="2100" kern="1200"/>
        </a:p>
      </dsp:txBody>
      <dsp:txXfrm>
        <a:off x="2514388" y="2148628"/>
        <a:ext cx="1415914" cy="1415914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F713C2-66FC-4DB5-A96D-1E07FBEF55F6}">
      <dsp:nvSpPr>
        <dsp:cNvPr id="0" name=""/>
        <dsp:cNvSpPr/>
      </dsp:nvSpPr>
      <dsp:spPr>
        <a:xfrm>
          <a:off x="0" y="181530"/>
          <a:ext cx="4754880" cy="839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/>
            <a:t>Аскольда.</a:t>
          </a:r>
          <a:endParaRPr lang="uk-UA" sz="3500" kern="1200"/>
        </a:p>
      </dsp:txBody>
      <dsp:txXfrm>
        <a:off x="40980" y="222510"/>
        <a:ext cx="4672920" cy="757514"/>
      </dsp:txXfrm>
    </dsp:sp>
    <dsp:sp modelId="{5672A3D4-F2B0-442E-B7BE-A2FC0CA0F4A2}">
      <dsp:nvSpPr>
        <dsp:cNvPr id="0" name=""/>
        <dsp:cNvSpPr/>
      </dsp:nvSpPr>
      <dsp:spPr>
        <a:xfrm>
          <a:off x="0" y="1121805"/>
          <a:ext cx="4754880" cy="839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/>
            <a:t>Ігоря.</a:t>
          </a:r>
          <a:endParaRPr lang="uk-UA" sz="3500" kern="1200"/>
        </a:p>
      </dsp:txBody>
      <dsp:txXfrm>
        <a:off x="40980" y="1162785"/>
        <a:ext cx="4672920" cy="757514"/>
      </dsp:txXfrm>
    </dsp:sp>
    <dsp:sp modelId="{B894418F-D6AD-4913-A52B-E28BAED0959E}">
      <dsp:nvSpPr>
        <dsp:cNvPr id="0" name=""/>
        <dsp:cNvSpPr/>
      </dsp:nvSpPr>
      <dsp:spPr>
        <a:xfrm>
          <a:off x="0" y="2062080"/>
          <a:ext cx="4754880" cy="839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 dirty="0" err="1"/>
            <a:t>Володимира</a:t>
          </a:r>
          <a:r>
            <a:rPr lang="ru-RU" sz="3500" b="0" i="0" kern="1200" dirty="0"/>
            <a:t> Великого.</a:t>
          </a:r>
          <a:endParaRPr lang="uk-UA" sz="3500" kern="1200" dirty="0"/>
        </a:p>
      </dsp:txBody>
      <dsp:txXfrm>
        <a:off x="40980" y="2103060"/>
        <a:ext cx="4672920" cy="757514"/>
      </dsp:txXfrm>
    </dsp:sp>
    <dsp:sp modelId="{766F3D68-3B49-4B40-B107-589DC4A3CE0E}">
      <dsp:nvSpPr>
        <dsp:cNvPr id="0" name=""/>
        <dsp:cNvSpPr/>
      </dsp:nvSpPr>
      <dsp:spPr>
        <a:xfrm>
          <a:off x="0" y="3002354"/>
          <a:ext cx="4754880" cy="839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0" i="0" kern="1200" dirty="0"/>
            <a:t>Ярослава Мудрого.</a:t>
          </a:r>
          <a:endParaRPr lang="uk-UA" sz="3500" kern="1200" dirty="0"/>
        </a:p>
      </dsp:txBody>
      <dsp:txXfrm>
        <a:off x="40980" y="3043334"/>
        <a:ext cx="4672920" cy="757514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71E5B2-0C34-4D43-A811-72D7703B7F64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17F480-A305-4E00-9EA3-853C72479798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облаштування князем погостів.</a:t>
          </a:r>
          <a:endParaRPr lang="uk-UA" sz="1600" kern="1200"/>
        </a:p>
      </dsp:txBody>
      <dsp:txXfrm>
        <a:off x="824577" y="458817"/>
        <a:ext cx="1415914" cy="1415914"/>
      </dsp:txXfrm>
    </dsp:sp>
    <dsp:sp modelId="{C551BED7-1015-4322-AFBB-0AF1922E5A67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/>
            <a:t>визначення княжих ловищ.</a:t>
          </a:r>
          <a:endParaRPr lang="uk-UA" sz="1600" kern="1200"/>
        </a:p>
      </dsp:txBody>
      <dsp:txXfrm>
        <a:off x="2514388" y="458817"/>
        <a:ext cx="1415914" cy="1415914"/>
      </dsp:txXfrm>
    </dsp:sp>
    <dsp:sp modelId="{1266A1CC-D7D4-4462-9E45-4B1AF8DD12A1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 err="1"/>
            <a:t>встановлення</a:t>
          </a:r>
          <a:r>
            <a:rPr lang="ru-RU" sz="1600" b="0" i="0" kern="1200" dirty="0"/>
            <a:t> </a:t>
          </a:r>
          <a:r>
            <a:rPr lang="ru-RU" sz="1600" b="0" i="0" kern="1200" dirty="0" err="1"/>
            <a:t>уроків</a:t>
          </a:r>
          <a:r>
            <a:rPr lang="ru-RU" sz="1600" b="0" i="0" kern="1200" dirty="0"/>
            <a:t>.</a:t>
          </a:r>
          <a:endParaRPr lang="uk-UA" sz="1600" kern="1200" dirty="0"/>
        </a:p>
      </dsp:txBody>
      <dsp:txXfrm>
        <a:off x="824577" y="2148628"/>
        <a:ext cx="1415914" cy="1415914"/>
      </dsp:txXfrm>
    </dsp:sp>
    <dsp:sp modelId="{74350E8F-321C-412B-BCD8-4A39ABFB1B9E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0" i="0" kern="1200" dirty="0" err="1"/>
            <a:t>здійснення</a:t>
          </a:r>
          <a:r>
            <a:rPr lang="ru-RU" sz="1600" b="0" i="0" kern="1200" dirty="0"/>
            <a:t> </a:t>
          </a:r>
          <a:r>
            <a:rPr lang="ru-RU" sz="1600" b="0" i="0" kern="1200" dirty="0" err="1"/>
            <a:t>полюддя</a:t>
          </a:r>
          <a:r>
            <a:rPr lang="ru-RU" sz="1600" b="0" i="0" kern="1200" dirty="0"/>
            <a:t>.</a:t>
          </a:r>
          <a:endParaRPr lang="uk-UA" sz="1600" kern="1200" dirty="0"/>
        </a:p>
      </dsp:txBody>
      <dsp:txXfrm>
        <a:off x="2514388" y="2148628"/>
        <a:ext cx="1415914" cy="1415914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499F56-3B5A-47F2-9D87-97960B345B35}">
      <dsp:nvSpPr>
        <dsp:cNvPr id="0" name=""/>
        <dsp:cNvSpPr/>
      </dsp:nvSpPr>
      <dsp:spPr>
        <a:xfrm>
          <a:off x="0" y="82439"/>
          <a:ext cx="475488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торговельний шлях «із варягів у греки».</a:t>
          </a:r>
          <a:endParaRPr lang="uk-UA" sz="2300" kern="1200"/>
        </a:p>
      </dsp:txBody>
      <dsp:txXfrm>
        <a:off x="44664" y="127103"/>
        <a:ext cx="4665552" cy="825612"/>
      </dsp:txXfrm>
    </dsp:sp>
    <dsp:sp modelId="{F5A33B17-A423-4386-9204-BBE4689C8711}">
      <dsp:nvSpPr>
        <dsp:cNvPr id="0" name=""/>
        <dsp:cNvSpPr/>
      </dsp:nvSpPr>
      <dsp:spPr>
        <a:xfrm>
          <a:off x="0" y="1063619"/>
          <a:ext cx="475488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напрямок набігів кочівників на слов’янські племена.</a:t>
          </a:r>
          <a:endParaRPr lang="uk-UA" sz="2300" kern="1200" dirty="0"/>
        </a:p>
      </dsp:txBody>
      <dsp:txXfrm>
        <a:off x="44664" y="1108283"/>
        <a:ext cx="4665552" cy="825612"/>
      </dsp:txXfrm>
    </dsp:sp>
    <dsp:sp modelId="{938A6613-B1EB-439E-976E-76A2D7CD67A6}">
      <dsp:nvSpPr>
        <dsp:cNvPr id="0" name=""/>
        <dsp:cNvSpPr/>
      </dsp:nvSpPr>
      <dsp:spPr>
        <a:xfrm>
          <a:off x="0" y="2044800"/>
          <a:ext cx="475488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шлях здійснення полюддя першими київськими князями.</a:t>
          </a:r>
          <a:endParaRPr lang="uk-UA" sz="2300" kern="1200" dirty="0"/>
        </a:p>
      </dsp:txBody>
      <dsp:txXfrm>
        <a:off x="44664" y="2089464"/>
        <a:ext cx="4665552" cy="825612"/>
      </dsp:txXfrm>
    </dsp:sp>
    <dsp:sp modelId="{6D824BD6-A364-45DA-B048-6C68A20ED85C}">
      <dsp:nvSpPr>
        <dsp:cNvPr id="0" name=""/>
        <dsp:cNvSpPr/>
      </dsp:nvSpPr>
      <dsp:spPr>
        <a:xfrm>
          <a:off x="0" y="3025980"/>
          <a:ext cx="475488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похід київського князя Володимира Великого на </a:t>
          </a:r>
          <a:r>
            <a:rPr lang="uk-UA" sz="2300" b="0" i="0" kern="1200" dirty="0" err="1"/>
            <a:t>Червенські</a:t>
          </a:r>
          <a:r>
            <a:rPr lang="uk-UA" sz="2300" b="0" i="0" kern="1200" dirty="0"/>
            <a:t> міста</a:t>
          </a:r>
          <a:endParaRPr lang="uk-UA" sz="2300" kern="1200" dirty="0"/>
        </a:p>
      </dsp:txBody>
      <dsp:txXfrm>
        <a:off x="44664" y="3070644"/>
        <a:ext cx="4665552" cy="825612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B1819B-321D-4813-84A4-35793FDEB9F2}">
      <dsp:nvSpPr>
        <dsp:cNvPr id="0" name=""/>
        <dsp:cNvSpPr/>
      </dsp:nvSpPr>
      <dsp:spPr>
        <a:xfrm>
          <a:off x="0" y="35026"/>
          <a:ext cx="4754880" cy="19492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1" kern="1200" dirty="0"/>
            <a:t>«…І вискочили всі [</a:t>
          </a:r>
          <a:r>
            <a:rPr lang="uk-UA" sz="1900" b="0" i="1" kern="1200" dirty="0" err="1"/>
            <a:t>вої</a:t>
          </a:r>
          <a:r>
            <a:rPr lang="uk-UA" sz="1900" b="0" i="1" kern="1200" dirty="0"/>
            <a:t>] з човнів, і мовив Олег Аскольдові й </a:t>
          </a:r>
          <a:r>
            <a:rPr lang="uk-UA" sz="1900" b="0" i="1" kern="1200" dirty="0" err="1"/>
            <a:t>Дірові</a:t>
          </a:r>
          <a:r>
            <a:rPr lang="uk-UA" sz="1900" b="0" i="1" kern="1200" dirty="0"/>
            <a:t>: “Ви </a:t>
          </a:r>
          <a:r>
            <a:rPr lang="uk-UA" sz="1900" b="0" i="1" kern="1200" dirty="0" err="1"/>
            <a:t>оба</a:t>
          </a:r>
          <a:r>
            <a:rPr lang="uk-UA" sz="1900" b="0" i="1" kern="1200" dirty="0"/>
            <a:t> не є ні князі, ні роду княжого. А я є роду княжого. – І винесли Ігоря. – А се – син Рюриків…”»</a:t>
          </a:r>
          <a:endParaRPr lang="uk-UA" sz="1900" kern="1200" dirty="0"/>
        </a:p>
      </dsp:txBody>
      <dsp:txXfrm>
        <a:off x="95157" y="130183"/>
        <a:ext cx="4564566" cy="1758979"/>
      </dsp:txXfrm>
    </dsp:sp>
    <dsp:sp modelId="{43BADD2C-691B-4A4A-978B-43D3B057B616}">
      <dsp:nvSpPr>
        <dsp:cNvPr id="0" name=""/>
        <dsp:cNvSpPr/>
      </dsp:nvSpPr>
      <dsp:spPr>
        <a:xfrm>
          <a:off x="0" y="2039040"/>
          <a:ext cx="4754880" cy="19492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1" kern="1200" dirty="0"/>
            <a:t>«…І не послухав їх Ігор, і древляни, вийшовши насупроти з міста Іскоростеня, вбили Ігоря і дружину його; бо їх було мало. І похований був Ігор, і </a:t>
          </a:r>
          <a:r>
            <a:rPr lang="uk-UA" sz="1900" b="0" i="1" kern="1200" dirty="0" err="1"/>
            <a:t>єсть</a:t>
          </a:r>
          <a:r>
            <a:rPr lang="uk-UA" sz="1900" b="0" i="1" kern="1200" dirty="0"/>
            <a:t> могила коло Іскоростеня в древлянах…»</a:t>
          </a:r>
          <a:endParaRPr lang="uk-UA" sz="1900" kern="1200" dirty="0"/>
        </a:p>
      </dsp:txBody>
      <dsp:txXfrm>
        <a:off x="95157" y="2134197"/>
        <a:ext cx="4564566" cy="1758979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6BB38C-BC61-4CCA-BCD2-F2B177169FB8}">
      <dsp:nvSpPr>
        <dsp:cNvPr id="0" name=""/>
        <dsp:cNvSpPr/>
      </dsp:nvSpPr>
      <dsp:spPr>
        <a:xfrm>
          <a:off x="0" y="339300"/>
          <a:ext cx="4754880" cy="16450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1" kern="1200" dirty="0"/>
            <a:t>«Зібрав він воїнів і прийшов до Києва, і вчинив мир із братом своїм Мстиславом. І розділили вони по Дніпру Руську землю: собі узяв сю сторону, а Мстислав – ту. І перестала усобиця в землі Руській...»</a:t>
          </a:r>
          <a:endParaRPr lang="uk-UA" sz="1900" kern="1200" dirty="0"/>
        </a:p>
      </dsp:txBody>
      <dsp:txXfrm>
        <a:off x="80303" y="419603"/>
        <a:ext cx="4594274" cy="1484414"/>
      </dsp:txXfrm>
    </dsp:sp>
    <dsp:sp modelId="{5BB22164-E9DF-4EFA-AF5A-FE92C355687B}">
      <dsp:nvSpPr>
        <dsp:cNvPr id="0" name=""/>
        <dsp:cNvSpPr/>
      </dsp:nvSpPr>
      <dsp:spPr>
        <a:xfrm>
          <a:off x="0" y="2039040"/>
          <a:ext cx="4754880" cy="16450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1" kern="1200" dirty="0"/>
            <a:t>«…Ішла Ольга до Новгорода. І встановила вона… погости і данину, і оброки. І ловища її є по всій землі, і знаки [її], …і сани її стоять у Пскові й до сьогодні…»</a:t>
          </a:r>
          <a:endParaRPr lang="uk-UA" sz="1900" kern="1200" dirty="0"/>
        </a:p>
      </dsp:txBody>
      <dsp:txXfrm>
        <a:off x="80303" y="2119343"/>
        <a:ext cx="4594274" cy="1484414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44A741-914E-4135-8A87-2B0E7B49606D}">
      <dsp:nvSpPr>
        <dsp:cNvPr id="0" name=""/>
        <dsp:cNvSpPr/>
      </dsp:nvSpPr>
      <dsp:spPr>
        <a:xfrm>
          <a:off x="0" y="82439"/>
          <a:ext cx="475488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обмеження влади великого київського князя.</a:t>
          </a:r>
          <a:endParaRPr lang="uk-UA" sz="2300" kern="1200" dirty="0"/>
        </a:p>
      </dsp:txBody>
      <dsp:txXfrm>
        <a:off x="44664" y="127103"/>
        <a:ext cx="4665552" cy="825612"/>
      </dsp:txXfrm>
    </dsp:sp>
    <dsp:sp modelId="{F479DD06-57CE-49E6-A736-7E3D5604BFD0}">
      <dsp:nvSpPr>
        <dsp:cNvPr id="0" name=""/>
        <dsp:cNvSpPr/>
      </dsp:nvSpPr>
      <dsp:spPr>
        <a:xfrm>
          <a:off x="0" y="1063619"/>
          <a:ext cx="475488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утвердження християнства як державної релігії.</a:t>
          </a:r>
          <a:endParaRPr lang="uk-UA" sz="2300" kern="1200" dirty="0"/>
        </a:p>
      </dsp:txBody>
      <dsp:txXfrm>
        <a:off x="44664" y="1108283"/>
        <a:ext cx="4665552" cy="825612"/>
      </dsp:txXfrm>
    </dsp:sp>
    <dsp:sp modelId="{CE5BC75E-B8BD-48FF-BBB3-870305D4D416}">
      <dsp:nvSpPr>
        <dsp:cNvPr id="0" name=""/>
        <dsp:cNvSpPr/>
      </dsp:nvSpPr>
      <dsp:spPr>
        <a:xfrm>
          <a:off x="0" y="2044800"/>
          <a:ext cx="475488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формування інституту загальноруських князівських з’їздів.</a:t>
          </a:r>
          <a:endParaRPr lang="uk-UA" sz="2300" kern="1200"/>
        </a:p>
      </dsp:txBody>
      <dsp:txXfrm>
        <a:off x="44664" y="2089464"/>
        <a:ext cx="4665552" cy="825612"/>
      </dsp:txXfrm>
    </dsp:sp>
    <dsp:sp modelId="{687E2AA1-45E8-4CE3-9256-52E53D2DEE9F}">
      <dsp:nvSpPr>
        <dsp:cNvPr id="0" name=""/>
        <dsp:cNvSpPr/>
      </dsp:nvSpPr>
      <dsp:spPr>
        <a:xfrm>
          <a:off x="0" y="3025980"/>
          <a:ext cx="4754880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визначення розмірів і встановлення місць збирання данини.</a:t>
          </a:r>
          <a:endParaRPr lang="uk-UA" sz="2300" kern="1200" dirty="0"/>
        </a:p>
      </dsp:txBody>
      <dsp:txXfrm>
        <a:off x="44664" y="3070644"/>
        <a:ext cx="4665552" cy="825612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FF34A5-7229-4F33-ACB9-BCEA9FC74640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FF0059-629D-40D2-83DF-5A7C2B63FD32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полян</a:t>
          </a:r>
          <a:endParaRPr lang="uk-UA" sz="2600" kern="1200"/>
        </a:p>
      </dsp:txBody>
      <dsp:txXfrm>
        <a:off x="824577" y="458817"/>
        <a:ext cx="1415914" cy="1415914"/>
      </dsp:txXfrm>
    </dsp:sp>
    <dsp:sp modelId="{DAC5CEB7-61F3-42DF-9620-2CC7E3CEE6D6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древлян</a:t>
          </a:r>
          <a:endParaRPr lang="uk-UA" sz="2600" kern="1200"/>
        </a:p>
      </dsp:txBody>
      <dsp:txXfrm>
        <a:off x="2514388" y="458817"/>
        <a:ext cx="1415914" cy="1415914"/>
      </dsp:txXfrm>
    </dsp:sp>
    <dsp:sp modelId="{D7747E23-A2DA-4E58-9ECE-489019572464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dirty="0"/>
            <a:t>волинян</a:t>
          </a:r>
          <a:endParaRPr lang="uk-UA" sz="2600" kern="1200" dirty="0"/>
        </a:p>
      </dsp:txBody>
      <dsp:txXfrm>
        <a:off x="824577" y="2148628"/>
        <a:ext cx="1415914" cy="1415914"/>
      </dsp:txXfrm>
    </dsp:sp>
    <dsp:sp modelId="{E9982252-BB4D-4357-91BE-8374A520E1D2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dirty="0"/>
            <a:t>сіверян</a:t>
          </a:r>
          <a:endParaRPr lang="uk-UA" sz="2600" kern="1200" dirty="0"/>
        </a:p>
      </dsp:txBody>
      <dsp:txXfrm>
        <a:off x="2514388" y="2148628"/>
        <a:ext cx="1415914" cy="1415914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0C9DCF-6F12-4960-AEC5-D87BD86E5DE3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BF77D4-60FB-4BE0-8104-AFEAEC58866E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древлян</a:t>
          </a:r>
          <a:endParaRPr lang="uk-UA" sz="2600" kern="1200"/>
        </a:p>
      </dsp:txBody>
      <dsp:txXfrm>
        <a:off x="824577" y="458817"/>
        <a:ext cx="1415914" cy="1415914"/>
      </dsp:txXfrm>
    </dsp:sp>
    <dsp:sp modelId="{9A11BEF1-757F-456F-8154-F583BDC11B8E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сіверян</a:t>
          </a:r>
          <a:endParaRPr lang="uk-UA" sz="2600" kern="1200"/>
        </a:p>
      </dsp:txBody>
      <dsp:txXfrm>
        <a:off x="2514388" y="458817"/>
        <a:ext cx="1415914" cy="1415914"/>
      </dsp:txXfrm>
    </dsp:sp>
    <dsp:sp modelId="{16C7B9BE-D068-4EAE-9C7F-E56BA5B8CCB9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dirty="0"/>
            <a:t>уличів</a:t>
          </a:r>
          <a:endParaRPr lang="uk-UA" sz="2600" kern="1200" dirty="0"/>
        </a:p>
      </dsp:txBody>
      <dsp:txXfrm>
        <a:off x="824577" y="2148628"/>
        <a:ext cx="1415914" cy="1415914"/>
      </dsp:txXfrm>
    </dsp:sp>
    <dsp:sp modelId="{4B28A40F-151B-4EDE-BC05-A5452B3488BB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dirty="0"/>
            <a:t>полян</a:t>
          </a:r>
          <a:endParaRPr lang="uk-UA" sz="2600" kern="1200" dirty="0"/>
        </a:p>
      </dsp:txBody>
      <dsp:txXfrm>
        <a:off x="2514388" y="2148628"/>
        <a:ext cx="1415914" cy="1415914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CDDC4E-42FB-47FD-8659-B6553E8C481A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095BC2-737D-4B77-80CB-96E720AEE957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полян.</a:t>
          </a:r>
          <a:endParaRPr lang="uk-UA" sz="2500" kern="1200" dirty="0"/>
        </a:p>
      </dsp:txBody>
      <dsp:txXfrm>
        <a:off x="824577" y="458817"/>
        <a:ext cx="1415914" cy="1415914"/>
      </dsp:txXfrm>
    </dsp:sp>
    <dsp:sp modelId="{D55045CE-4948-4B6B-987E-39F8C42CFB0E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сіверян.</a:t>
          </a:r>
          <a:endParaRPr lang="uk-UA" sz="2500" kern="1200"/>
        </a:p>
      </dsp:txBody>
      <dsp:txXfrm>
        <a:off x="2514388" y="458817"/>
        <a:ext cx="1415914" cy="1415914"/>
      </dsp:txXfrm>
    </dsp:sp>
    <dsp:sp modelId="{D8B0D00C-D750-4149-8AE7-5DDC3444B48F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древлян.</a:t>
          </a:r>
          <a:endParaRPr lang="uk-UA" sz="2500" kern="1200"/>
        </a:p>
      </dsp:txBody>
      <dsp:txXfrm>
        <a:off x="824577" y="2148628"/>
        <a:ext cx="1415914" cy="1415914"/>
      </dsp:txXfrm>
    </dsp:sp>
    <dsp:sp modelId="{6058C946-E107-44DE-8AF0-D76EBFF79766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волинян.</a:t>
          </a:r>
          <a:endParaRPr lang="uk-UA" sz="2500" kern="1200" dirty="0"/>
        </a:p>
      </dsp:txBody>
      <dsp:txXfrm>
        <a:off x="2514388" y="2148628"/>
        <a:ext cx="1415914" cy="1415914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26CC05-CEE1-4090-9125-1160BD7EFCA1}">
      <dsp:nvSpPr>
        <dsp:cNvPr id="0" name=""/>
        <dsp:cNvSpPr/>
      </dsp:nvSpPr>
      <dsp:spPr>
        <a:xfrm>
          <a:off x="0" y="8212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упорядкувати систему управління державою і збору данини</a:t>
          </a:r>
          <a:endParaRPr lang="uk-UA" sz="2300" kern="1200" dirty="0"/>
        </a:p>
      </dsp:txBody>
      <dsp:txXfrm>
        <a:off x="44664" y="126786"/>
        <a:ext cx="4665234" cy="825612"/>
      </dsp:txXfrm>
    </dsp:sp>
    <dsp:sp modelId="{3E6D7F51-3395-44C4-9A20-38C57190AAA5}">
      <dsp:nvSpPr>
        <dsp:cNvPr id="0" name=""/>
        <dsp:cNvSpPr/>
      </dsp:nvSpPr>
      <dsp:spPr>
        <a:xfrm>
          <a:off x="0" y="106330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окреслити межі Київської Русі для сусідніх держав</a:t>
          </a:r>
          <a:endParaRPr lang="uk-UA" sz="2300" kern="1200" dirty="0"/>
        </a:p>
      </dsp:txBody>
      <dsp:txXfrm>
        <a:off x="44664" y="1107966"/>
        <a:ext cx="4665234" cy="825612"/>
      </dsp:txXfrm>
    </dsp:sp>
    <dsp:sp modelId="{4B030898-6768-4336-8565-C42DE167C47E}">
      <dsp:nvSpPr>
        <dsp:cNvPr id="0" name=""/>
        <dsp:cNvSpPr/>
      </dsp:nvSpPr>
      <dsp:spPr>
        <a:xfrm>
          <a:off x="0" y="204448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помститися повсталим проти неї племенам</a:t>
          </a:r>
          <a:endParaRPr lang="uk-UA" sz="2300" kern="1200"/>
        </a:p>
      </dsp:txBody>
      <dsp:txXfrm>
        <a:off x="44664" y="2089146"/>
        <a:ext cx="4665234" cy="825612"/>
      </dsp:txXfrm>
    </dsp:sp>
    <dsp:sp modelId="{BFB5ABB0-005E-405E-A799-9E60BF64EA0E}">
      <dsp:nvSpPr>
        <dsp:cNvPr id="0" name=""/>
        <dsp:cNvSpPr/>
      </dsp:nvSpPr>
      <dsp:spPr>
        <a:xfrm>
          <a:off x="0" y="302566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поширити християнську віру серед язичників</a:t>
          </a:r>
          <a:endParaRPr lang="uk-UA" sz="2300" kern="1200" dirty="0"/>
        </a:p>
      </dsp:txBody>
      <dsp:txXfrm>
        <a:off x="44664" y="3070326"/>
        <a:ext cx="4665234" cy="825612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D7AD0A-507A-4CF5-B154-8D96B4398E9F}">
      <dsp:nvSpPr>
        <dsp:cNvPr id="0" name=""/>
        <dsp:cNvSpPr/>
      </dsp:nvSpPr>
      <dsp:spPr>
        <a:xfrm>
          <a:off x="0" y="756720"/>
          <a:ext cx="475488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визначено розміри данини.</a:t>
          </a:r>
          <a:endParaRPr lang="uk-UA" sz="2400" kern="1200"/>
        </a:p>
      </dsp:txBody>
      <dsp:txXfrm>
        <a:off x="28100" y="784820"/>
        <a:ext cx="4698680" cy="519439"/>
      </dsp:txXfrm>
    </dsp:sp>
    <dsp:sp modelId="{8490E0E8-A82F-459F-BA3F-7BCBB810ED21}">
      <dsp:nvSpPr>
        <dsp:cNvPr id="0" name=""/>
        <dsp:cNvSpPr/>
      </dsp:nvSpPr>
      <dsp:spPr>
        <a:xfrm>
          <a:off x="0" y="1401480"/>
          <a:ext cx="475488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 err="1"/>
            <a:t>запроваджено</a:t>
          </a:r>
          <a:r>
            <a:rPr lang="ru-RU" sz="2400" b="0" i="0" kern="1200" dirty="0"/>
            <a:t> систему </a:t>
          </a:r>
          <a:r>
            <a:rPr lang="ru-RU" sz="2400" b="0" i="0" kern="1200" dirty="0" err="1"/>
            <a:t>полюддя</a:t>
          </a:r>
          <a:r>
            <a:rPr lang="ru-RU" sz="2400" b="0" i="0" kern="1200" dirty="0"/>
            <a:t>.</a:t>
          </a:r>
          <a:endParaRPr lang="uk-UA" sz="2400" kern="1200" dirty="0"/>
        </a:p>
      </dsp:txBody>
      <dsp:txXfrm>
        <a:off x="28100" y="1429580"/>
        <a:ext cx="4698680" cy="519439"/>
      </dsp:txXfrm>
    </dsp:sp>
    <dsp:sp modelId="{FA03FB9E-8559-47E7-B1C6-7E15FEEFA53B}">
      <dsp:nvSpPr>
        <dsp:cNvPr id="0" name=""/>
        <dsp:cNvSpPr/>
      </dsp:nvSpPr>
      <dsp:spPr>
        <a:xfrm>
          <a:off x="0" y="2046240"/>
          <a:ext cx="475488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/>
            <a:t>створено першу школу для </a:t>
          </a:r>
          <a:r>
            <a:rPr lang="ru-RU" sz="2400" b="0" i="0" kern="1200" dirty="0" err="1"/>
            <a:t>дівчат</a:t>
          </a:r>
          <a:r>
            <a:rPr lang="ru-RU" sz="2400" b="0" i="0" kern="1200" dirty="0"/>
            <a:t>.</a:t>
          </a:r>
          <a:endParaRPr lang="uk-UA" sz="2400" kern="1200" dirty="0"/>
        </a:p>
      </dsp:txBody>
      <dsp:txXfrm>
        <a:off x="28100" y="2074340"/>
        <a:ext cx="4698680" cy="519439"/>
      </dsp:txXfrm>
    </dsp:sp>
    <dsp:sp modelId="{A874FEAE-F8F2-4D69-AC08-B130AAB3E5FB}">
      <dsp:nvSpPr>
        <dsp:cNvPr id="0" name=""/>
        <dsp:cNvSpPr/>
      </dsp:nvSpPr>
      <dsp:spPr>
        <a:xfrm>
          <a:off x="0" y="2691000"/>
          <a:ext cx="475488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 err="1"/>
            <a:t>затверджено</a:t>
          </a:r>
          <a:r>
            <a:rPr lang="ru-RU" sz="2400" b="0" i="0" kern="1200" dirty="0"/>
            <a:t> систему </a:t>
          </a:r>
          <a:r>
            <a:rPr lang="ru-RU" sz="2400" b="0" i="0" kern="1200" dirty="0" err="1"/>
            <a:t>васалітету</a:t>
          </a:r>
          <a:r>
            <a:rPr lang="ru-RU" sz="2400" b="0" i="0" kern="1200" dirty="0"/>
            <a:t>.</a:t>
          </a:r>
          <a:endParaRPr lang="uk-UA" sz="2400" kern="1200" dirty="0"/>
        </a:p>
      </dsp:txBody>
      <dsp:txXfrm>
        <a:off x="28100" y="2719100"/>
        <a:ext cx="4698680" cy="519439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FF34A5-7229-4F33-ACB9-BCEA9FC74640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FF0059-629D-40D2-83DF-5A7C2B63FD32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полян</a:t>
          </a:r>
          <a:endParaRPr lang="uk-UA" sz="2600" kern="1200"/>
        </a:p>
      </dsp:txBody>
      <dsp:txXfrm>
        <a:off x="824577" y="458817"/>
        <a:ext cx="1415914" cy="1415914"/>
      </dsp:txXfrm>
    </dsp:sp>
    <dsp:sp modelId="{DAC5CEB7-61F3-42DF-9620-2CC7E3CEE6D6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древлян</a:t>
          </a:r>
          <a:endParaRPr lang="uk-UA" sz="2600" kern="1200"/>
        </a:p>
      </dsp:txBody>
      <dsp:txXfrm>
        <a:off x="2514388" y="458817"/>
        <a:ext cx="1415914" cy="1415914"/>
      </dsp:txXfrm>
    </dsp:sp>
    <dsp:sp modelId="{D7747E23-A2DA-4E58-9ECE-489019572464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dirty="0"/>
            <a:t>волинян</a:t>
          </a:r>
          <a:endParaRPr lang="uk-UA" sz="2600" kern="1200" dirty="0"/>
        </a:p>
      </dsp:txBody>
      <dsp:txXfrm>
        <a:off x="824577" y="2148628"/>
        <a:ext cx="1415914" cy="1415914"/>
      </dsp:txXfrm>
    </dsp:sp>
    <dsp:sp modelId="{E9982252-BB4D-4357-91BE-8374A520E1D2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dirty="0"/>
            <a:t>сіверян</a:t>
          </a:r>
          <a:endParaRPr lang="uk-UA" sz="2600" kern="1200" dirty="0"/>
        </a:p>
      </dsp:txBody>
      <dsp:txXfrm>
        <a:off x="2514388" y="2148628"/>
        <a:ext cx="1415914" cy="1415914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0C9DCF-6F12-4960-AEC5-D87BD86E5DE3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BF77D4-60FB-4BE0-8104-AFEAEC58866E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древлян</a:t>
          </a:r>
          <a:endParaRPr lang="uk-UA" sz="2600" kern="1200"/>
        </a:p>
      </dsp:txBody>
      <dsp:txXfrm>
        <a:off x="824577" y="458817"/>
        <a:ext cx="1415914" cy="1415914"/>
      </dsp:txXfrm>
    </dsp:sp>
    <dsp:sp modelId="{9A11BEF1-757F-456F-8154-F583BDC11B8E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/>
            <a:t>сіверян</a:t>
          </a:r>
          <a:endParaRPr lang="uk-UA" sz="2600" kern="1200"/>
        </a:p>
      </dsp:txBody>
      <dsp:txXfrm>
        <a:off x="2514388" y="458817"/>
        <a:ext cx="1415914" cy="1415914"/>
      </dsp:txXfrm>
    </dsp:sp>
    <dsp:sp modelId="{16C7B9BE-D068-4EAE-9C7F-E56BA5B8CCB9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dirty="0"/>
            <a:t>уличів</a:t>
          </a:r>
          <a:endParaRPr lang="uk-UA" sz="2600" kern="1200" dirty="0"/>
        </a:p>
      </dsp:txBody>
      <dsp:txXfrm>
        <a:off x="824577" y="2148628"/>
        <a:ext cx="1415914" cy="1415914"/>
      </dsp:txXfrm>
    </dsp:sp>
    <dsp:sp modelId="{4B28A40F-151B-4EDE-BC05-A5452B3488BB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600" b="0" i="0" kern="1200" dirty="0"/>
            <a:t>полян</a:t>
          </a:r>
          <a:endParaRPr lang="uk-UA" sz="2600" kern="1200" dirty="0"/>
        </a:p>
      </dsp:txBody>
      <dsp:txXfrm>
        <a:off x="2514388" y="2148628"/>
        <a:ext cx="1415914" cy="1415914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CDDC4E-42FB-47FD-8659-B6553E8C481A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095BC2-737D-4B77-80CB-96E720AEE957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полян.</a:t>
          </a:r>
          <a:endParaRPr lang="uk-UA" sz="2500" kern="1200" dirty="0"/>
        </a:p>
      </dsp:txBody>
      <dsp:txXfrm>
        <a:off x="824577" y="458817"/>
        <a:ext cx="1415914" cy="1415914"/>
      </dsp:txXfrm>
    </dsp:sp>
    <dsp:sp modelId="{D55045CE-4948-4B6B-987E-39F8C42CFB0E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сіверян.</a:t>
          </a:r>
          <a:endParaRPr lang="uk-UA" sz="2500" kern="1200"/>
        </a:p>
      </dsp:txBody>
      <dsp:txXfrm>
        <a:off x="2514388" y="458817"/>
        <a:ext cx="1415914" cy="1415914"/>
      </dsp:txXfrm>
    </dsp:sp>
    <dsp:sp modelId="{D8B0D00C-D750-4149-8AE7-5DDC3444B48F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древлян.</a:t>
          </a:r>
          <a:endParaRPr lang="uk-UA" sz="2500" kern="1200"/>
        </a:p>
      </dsp:txBody>
      <dsp:txXfrm>
        <a:off x="824577" y="2148628"/>
        <a:ext cx="1415914" cy="1415914"/>
      </dsp:txXfrm>
    </dsp:sp>
    <dsp:sp modelId="{6058C946-E107-44DE-8AF0-D76EBFF79766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волинян.</a:t>
          </a:r>
          <a:endParaRPr lang="uk-UA" sz="2500" kern="1200" dirty="0"/>
        </a:p>
      </dsp:txBody>
      <dsp:txXfrm>
        <a:off x="2514388" y="2148628"/>
        <a:ext cx="1415914" cy="1415914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26CC05-CEE1-4090-9125-1160BD7EFCA1}">
      <dsp:nvSpPr>
        <dsp:cNvPr id="0" name=""/>
        <dsp:cNvSpPr/>
      </dsp:nvSpPr>
      <dsp:spPr>
        <a:xfrm>
          <a:off x="0" y="8212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упорядкувати систему управління державою і збору данини</a:t>
          </a:r>
          <a:endParaRPr lang="uk-UA" sz="2300" kern="1200" dirty="0"/>
        </a:p>
      </dsp:txBody>
      <dsp:txXfrm>
        <a:off x="44664" y="126786"/>
        <a:ext cx="4665234" cy="825612"/>
      </dsp:txXfrm>
    </dsp:sp>
    <dsp:sp modelId="{3E6D7F51-3395-44C4-9A20-38C57190AAA5}">
      <dsp:nvSpPr>
        <dsp:cNvPr id="0" name=""/>
        <dsp:cNvSpPr/>
      </dsp:nvSpPr>
      <dsp:spPr>
        <a:xfrm>
          <a:off x="0" y="106330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окреслити межі Київської Русі для сусідніх держав</a:t>
          </a:r>
          <a:endParaRPr lang="uk-UA" sz="2300" kern="1200" dirty="0"/>
        </a:p>
      </dsp:txBody>
      <dsp:txXfrm>
        <a:off x="44664" y="1107966"/>
        <a:ext cx="4665234" cy="825612"/>
      </dsp:txXfrm>
    </dsp:sp>
    <dsp:sp modelId="{4B030898-6768-4336-8565-C42DE167C47E}">
      <dsp:nvSpPr>
        <dsp:cNvPr id="0" name=""/>
        <dsp:cNvSpPr/>
      </dsp:nvSpPr>
      <dsp:spPr>
        <a:xfrm>
          <a:off x="0" y="204448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/>
            <a:t>помститися повсталим проти неї племенам</a:t>
          </a:r>
          <a:endParaRPr lang="uk-UA" sz="2300" kern="1200"/>
        </a:p>
      </dsp:txBody>
      <dsp:txXfrm>
        <a:off x="44664" y="2089146"/>
        <a:ext cx="4665234" cy="825612"/>
      </dsp:txXfrm>
    </dsp:sp>
    <dsp:sp modelId="{BFB5ABB0-005E-405E-A799-9E60BF64EA0E}">
      <dsp:nvSpPr>
        <dsp:cNvPr id="0" name=""/>
        <dsp:cNvSpPr/>
      </dsp:nvSpPr>
      <dsp:spPr>
        <a:xfrm>
          <a:off x="0" y="302566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300" b="0" i="0" kern="1200" dirty="0"/>
            <a:t>поширити християнську віру серед язичників</a:t>
          </a:r>
          <a:endParaRPr lang="uk-UA" sz="2300" kern="1200" dirty="0"/>
        </a:p>
      </dsp:txBody>
      <dsp:txXfrm>
        <a:off x="44664" y="3070326"/>
        <a:ext cx="4665234" cy="825612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D7AD0A-507A-4CF5-B154-8D96B4398E9F}">
      <dsp:nvSpPr>
        <dsp:cNvPr id="0" name=""/>
        <dsp:cNvSpPr/>
      </dsp:nvSpPr>
      <dsp:spPr>
        <a:xfrm>
          <a:off x="0" y="756720"/>
          <a:ext cx="475488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визначено розміри данини.</a:t>
          </a:r>
          <a:endParaRPr lang="uk-UA" sz="2400" kern="1200"/>
        </a:p>
      </dsp:txBody>
      <dsp:txXfrm>
        <a:off x="28100" y="784820"/>
        <a:ext cx="4698680" cy="519439"/>
      </dsp:txXfrm>
    </dsp:sp>
    <dsp:sp modelId="{8490E0E8-A82F-459F-BA3F-7BCBB810ED21}">
      <dsp:nvSpPr>
        <dsp:cNvPr id="0" name=""/>
        <dsp:cNvSpPr/>
      </dsp:nvSpPr>
      <dsp:spPr>
        <a:xfrm>
          <a:off x="0" y="1401480"/>
          <a:ext cx="475488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 err="1"/>
            <a:t>запроваджено</a:t>
          </a:r>
          <a:r>
            <a:rPr lang="ru-RU" sz="2400" b="0" i="0" kern="1200" dirty="0"/>
            <a:t> систему </a:t>
          </a:r>
          <a:r>
            <a:rPr lang="ru-RU" sz="2400" b="0" i="0" kern="1200" dirty="0" err="1"/>
            <a:t>полюддя</a:t>
          </a:r>
          <a:r>
            <a:rPr lang="ru-RU" sz="2400" b="0" i="0" kern="1200" dirty="0"/>
            <a:t>.</a:t>
          </a:r>
          <a:endParaRPr lang="uk-UA" sz="2400" kern="1200" dirty="0"/>
        </a:p>
      </dsp:txBody>
      <dsp:txXfrm>
        <a:off x="28100" y="1429580"/>
        <a:ext cx="4698680" cy="519439"/>
      </dsp:txXfrm>
    </dsp:sp>
    <dsp:sp modelId="{FA03FB9E-8559-47E7-B1C6-7E15FEEFA53B}">
      <dsp:nvSpPr>
        <dsp:cNvPr id="0" name=""/>
        <dsp:cNvSpPr/>
      </dsp:nvSpPr>
      <dsp:spPr>
        <a:xfrm>
          <a:off x="0" y="2046240"/>
          <a:ext cx="475488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/>
            <a:t>створено першу школу для </a:t>
          </a:r>
          <a:r>
            <a:rPr lang="ru-RU" sz="2400" b="0" i="0" kern="1200" dirty="0" err="1"/>
            <a:t>дівчат</a:t>
          </a:r>
          <a:r>
            <a:rPr lang="ru-RU" sz="2400" b="0" i="0" kern="1200" dirty="0"/>
            <a:t>.</a:t>
          </a:r>
          <a:endParaRPr lang="uk-UA" sz="2400" kern="1200" dirty="0"/>
        </a:p>
      </dsp:txBody>
      <dsp:txXfrm>
        <a:off x="28100" y="2074340"/>
        <a:ext cx="4698680" cy="519439"/>
      </dsp:txXfrm>
    </dsp:sp>
    <dsp:sp modelId="{A874FEAE-F8F2-4D69-AC08-B130AAB3E5FB}">
      <dsp:nvSpPr>
        <dsp:cNvPr id="0" name=""/>
        <dsp:cNvSpPr/>
      </dsp:nvSpPr>
      <dsp:spPr>
        <a:xfrm>
          <a:off x="0" y="2691000"/>
          <a:ext cx="4754880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 err="1"/>
            <a:t>затверджено</a:t>
          </a:r>
          <a:r>
            <a:rPr lang="ru-RU" sz="2400" b="0" i="0" kern="1200" dirty="0"/>
            <a:t> систему </a:t>
          </a:r>
          <a:r>
            <a:rPr lang="ru-RU" sz="2400" b="0" i="0" kern="1200" dirty="0" err="1"/>
            <a:t>васалітету</a:t>
          </a:r>
          <a:r>
            <a:rPr lang="ru-RU" sz="2400" b="0" i="0" kern="1200" dirty="0"/>
            <a:t>.</a:t>
          </a:r>
          <a:endParaRPr lang="uk-UA" sz="2400" kern="1200" dirty="0"/>
        </a:p>
      </dsp:txBody>
      <dsp:txXfrm>
        <a:off x="28100" y="2719100"/>
        <a:ext cx="4698680" cy="519439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B33915-C0A2-4995-8289-D19B718DBA35}">
      <dsp:nvSpPr>
        <dsp:cNvPr id="0" name=""/>
        <dsp:cNvSpPr/>
      </dsp:nvSpPr>
      <dsp:spPr>
        <a:xfrm>
          <a:off x="0" y="233502"/>
          <a:ext cx="972026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/>
            <a:t>повернення Ольгою під владу Києва древлян</a:t>
          </a:r>
          <a:endParaRPr lang="uk-UA" sz="3400" kern="1200"/>
        </a:p>
      </dsp:txBody>
      <dsp:txXfrm>
        <a:off x="39809" y="273311"/>
        <a:ext cx="9640644" cy="735872"/>
      </dsp:txXfrm>
    </dsp:sp>
    <dsp:sp modelId="{1F8F44D5-835D-48B3-BCDB-A27676557C8C}">
      <dsp:nvSpPr>
        <dsp:cNvPr id="0" name=""/>
        <dsp:cNvSpPr/>
      </dsp:nvSpPr>
      <dsp:spPr>
        <a:xfrm>
          <a:off x="0" y="1146912"/>
          <a:ext cx="972026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прийняття княгинею християнства</a:t>
          </a:r>
          <a:endParaRPr lang="uk-UA" sz="3400" kern="1200" dirty="0"/>
        </a:p>
      </dsp:txBody>
      <dsp:txXfrm>
        <a:off x="39809" y="1186721"/>
        <a:ext cx="9640644" cy="735872"/>
      </dsp:txXfrm>
    </dsp:sp>
    <dsp:sp modelId="{5096B3F8-0D08-4013-A69A-4451C8A17A7E}">
      <dsp:nvSpPr>
        <dsp:cNvPr id="0" name=""/>
        <dsp:cNvSpPr/>
      </dsp:nvSpPr>
      <dsp:spPr>
        <a:xfrm>
          <a:off x="0" y="2060322"/>
          <a:ext cx="972026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розпуск княгинею варязьких дружин</a:t>
          </a:r>
          <a:endParaRPr lang="uk-UA" sz="3400" kern="1200" dirty="0"/>
        </a:p>
      </dsp:txBody>
      <dsp:txXfrm>
        <a:off x="39809" y="2100131"/>
        <a:ext cx="9640644" cy="735872"/>
      </dsp:txXfrm>
    </dsp:sp>
    <dsp:sp modelId="{0BE76E9D-8FF1-402A-A29A-488335397485}">
      <dsp:nvSpPr>
        <dsp:cNvPr id="0" name=""/>
        <dsp:cNvSpPr/>
      </dsp:nvSpPr>
      <dsp:spPr>
        <a:xfrm>
          <a:off x="0" y="2973732"/>
          <a:ext cx="9720262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400" b="0" i="0" kern="1200" dirty="0"/>
            <a:t>оголошення Ольгою війни Хозарському каганатові</a:t>
          </a:r>
          <a:endParaRPr lang="uk-UA" sz="3400" kern="1200" dirty="0"/>
        </a:p>
      </dsp:txBody>
      <dsp:txXfrm>
        <a:off x="39809" y="3013541"/>
        <a:ext cx="9640644" cy="735872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9ADB1-2529-443E-B6E7-B27CCC787325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F1D6F6-369E-498E-8CCF-E71C19628210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dirty="0"/>
            <a:t>Аскольда</a:t>
          </a:r>
          <a:endParaRPr lang="uk-UA" sz="2400" kern="1200" dirty="0"/>
        </a:p>
      </dsp:txBody>
      <dsp:txXfrm>
        <a:off x="824577" y="458817"/>
        <a:ext cx="1415914" cy="1415914"/>
      </dsp:txXfrm>
    </dsp:sp>
    <dsp:sp modelId="{B96EE3FF-CCB2-410A-8A28-6E6F05DC542D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/>
            <a:t>Олега</a:t>
          </a:r>
          <a:endParaRPr lang="uk-UA" sz="2400" kern="1200"/>
        </a:p>
      </dsp:txBody>
      <dsp:txXfrm>
        <a:off x="2514388" y="458817"/>
        <a:ext cx="1415914" cy="1415914"/>
      </dsp:txXfrm>
    </dsp:sp>
    <dsp:sp modelId="{0AF970DA-FD58-4284-BC72-A5F9FF21C09B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dirty="0"/>
            <a:t>Ігоря</a:t>
          </a:r>
          <a:endParaRPr lang="uk-UA" sz="2400" kern="1200" dirty="0"/>
        </a:p>
      </dsp:txBody>
      <dsp:txXfrm>
        <a:off x="824577" y="2148628"/>
        <a:ext cx="1415914" cy="1415914"/>
      </dsp:txXfrm>
    </dsp:sp>
    <dsp:sp modelId="{440AE01C-C7C8-44BE-8C8C-FADE720FAB0C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b="0" i="0" kern="1200" dirty="0"/>
            <a:t>Ольги</a:t>
          </a:r>
          <a:endParaRPr lang="uk-UA" sz="2400" kern="1200" dirty="0"/>
        </a:p>
      </dsp:txBody>
      <dsp:txXfrm>
        <a:off x="2514388" y="2148628"/>
        <a:ext cx="1415914" cy="1415914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B05392-957A-4528-B7CD-CC34D7DCFC5A}">
      <dsp:nvSpPr>
        <dsp:cNvPr id="0" name=""/>
        <dsp:cNvSpPr/>
      </dsp:nvSpPr>
      <dsp:spPr>
        <a:xfrm>
          <a:off x="-4548356" y="-697417"/>
          <a:ext cx="5418195" cy="5418195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727DD9-3169-470A-B40B-41DE0F68DC07}">
      <dsp:nvSpPr>
        <dsp:cNvPr id="0" name=""/>
        <dsp:cNvSpPr/>
      </dsp:nvSpPr>
      <dsp:spPr>
        <a:xfrm>
          <a:off x="455617" y="309315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Аскольда та </a:t>
          </a:r>
          <a:r>
            <a:rPr lang="ru-RU" sz="1900" b="0" i="0" kern="1200" dirty="0" err="1"/>
            <a:t>Діра</a:t>
          </a:r>
          <a:r>
            <a:rPr lang="ru-RU" sz="1900" b="0" i="0" kern="1200" dirty="0"/>
            <a:t>.</a:t>
          </a:r>
          <a:endParaRPr lang="uk-UA" sz="1900" kern="1200" dirty="0"/>
        </a:p>
      </dsp:txBody>
      <dsp:txXfrm>
        <a:off x="455617" y="309315"/>
        <a:ext cx="4244717" cy="618953"/>
      </dsp:txXfrm>
    </dsp:sp>
    <dsp:sp modelId="{A17A67C6-435C-4C0E-A9A6-DFC1CF44193A}">
      <dsp:nvSpPr>
        <dsp:cNvPr id="0" name=""/>
        <dsp:cNvSpPr/>
      </dsp:nvSpPr>
      <dsp:spPr>
        <a:xfrm>
          <a:off x="68771" y="231946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CA9385-C323-4731-A40D-F767C982C7CB}">
      <dsp:nvSpPr>
        <dsp:cNvPr id="0" name=""/>
        <dsp:cNvSpPr/>
      </dsp:nvSpPr>
      <dsp:spPr>
        <a:xfrm>
          <a:off x="810477" y="1237907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Аскольда, </a:t>
          </a:r>
          <a:r>
            <a:rPr lang="ru-RU" sz="1900" b="0" i="0" kern="1200" dirty="0" err="1"/>
            <a:t>Діра</a:t>
          </a:r>
          <a:r>
            <a:rPr lang="ru-RU" sz="1900" b="0" i="0" kern="1200" dirty="0"/>
            <a:t> та Олега.</a:t>
          </a:r>
          <a:endParaRPr lang="uk-UA" sz="1900" kern="1200" dirty="0"/>
        </a:p>
      </dsp:txBody>
      <dsp:txXfrm>
        <a:off x="810477" y="1237907"/>
        <a:ext cx="3889857" cy="618953"/>
      </dsp:txXfrm>
    </dsp:sp>
    <dsp:sp modelId="{AE93D467-BE50-42E5-9D89-DCD9954D7F8B}">
      <dsp:nvSpPr>
        <dsp:cNvPr id="0" name=""/>
        <dsp:cNvSpPr/>
      </dsp:nvSpPr>
      <dsp:spPr>
        <a:xfrm>
          <a:off x="423631" y="1160538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C56FDB-C8BF-4BBE-B1F9-24F7D7B79D64}">
      <dsp:nvSpPr>
        <dsp:cNvPr id="0" name=""/>
        <dsp:cNvSpPr/>
      </dsp:nvSpPr>
      <dsp:spPr>
        <a:xfrm>
          <a:off x="810477" y="2166498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Олега, Ігоря та Ольги.</a:t>
          </a:r>
          <a:endParaRPr lang="uk-UA" sz="1900" kern="1200"/>
        </a:p>
      </dsp:txBody>
      <dsp:txXfrm>
        <a:off x="810477" y="2166498"/>
        <a:ext cx="3889857" cy="618953"/>
      </dsp:txXfrm>
    </dsp:sp>
    <dsp:sp modelId="{5CADBA36-A483-4480-A560-F8397584ACFC}">
      <dsp:nvSpPr>
        <dsp:cNvPr id="0" name=""/>
        <dsp:cNvSpPr/>
      </dsp:nvSpPr>
      <dsp:spPr>
        <a:xfrm>
          <a:off x="423631" y="2089129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0ECBEF-CA5B-41D1-9140-9D5442CAE4B2}">
      <dsp:nvSpPr>
        <dsp:cNvPr id="0" name=""/>
        <dsp:cNvSpPr/>
      </dsp:nvSpPr>
      <dsp:spPr>
        <a:xfrm>
          <a:off x="455617" y="3095090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/>
            <a:t>Ольги, Святослава та </a:t>
          </a:r>
          <a:r>
            <a:rPr lang="ru-RU" sz="1900" b="0" i="0" kern="1200" dirty="0" err="1"/>
            <a:t>Володимира</a:t>
          </a:r>
          <a:r>
            <a:rPr lang="ru-RU" sz="1900" b="0" i="0" kern="1200" dirty="0"/>
            <a:t>.</a:t>
          </a:r>
          <a:endParaRPr lang="uk-UA" sz="1900" kern="1200" dirty="0"/>
        </a:p>
      </dsp:txBody>
      <dsp:txXfrm>
        <a:off x="455617" y="3095090"/>
        <a:ext cx="4244717" cy="618953"/>
      </dsp:txXfrm>
    </dsp:sp>
    <dsp:sp modelId="{0B41DC30-8133-4A3E-AA4A-6F3CA39AF542}">
      <dsp:nvSpPr>
        <dsp:cNvPr id="0" name=""/>
        <dsp:cNvSpPr/>
      </dsp:nvSpPr>
      <dsp:spPr>
        <a:xfrm>
          <a:off x="68771" y="3017721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297773-9AE1-46D9-9B97-D66E857A7E00}">
      <dsp:nvSpPr>
        <dsp:cNvPr id="0" name=""/>
        <dsp:cNvSpPr/>
      </dsp:nvSpPr>
      <dsp:spPr>
        <a:xfrm>
          <a:off x="-4547637" y="-697308"/>
          <a:ext cx="5417342" cy="5417342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9B6D30-77F7-47D8-8C06-74D5099DBC95}">
      <dsp:nvSpPr>
        <dsp:cNvPr id="0" name=""/>
        <dsp:cNvSpPr/>
      </dsp:nvSpPr>
      <dsp:spPr>
        <a:xfrm>
          <a:off x="455546" y="309267"/>
          <a:ext cx="4244480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 dirty="0"/>
            <a:t>Олега</a:t>
          </a:r>
          <a:endParaRPr lang="uk-UA" sz="3200" kern="1200" dirty="0"/>
        </a:p>
      </dsp:txBody>
      <dsp:txXfrm>
        <a:off x="455546" y="309267"/>
        <a:ext cx="4244480" cy="618856"/>
      </dsp:txXfrm>
    </dsp:sp>
    <dsp:sp modelId="{4728E5C1-5EFF-41AE-84CB-F788768FD05B}">
      <dsp:nvSpPr>
        <dsp:cNvPr id="0" name=""/>
        <dsp:cNvSpPr/>
      </dsp:nvSpPr>
      <dsp:spPr>
        <a:xfrm>
          <a:off x="68761" y="231910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781B76-9B62-4475-96A7-BA6B14D4164D}">
      <dsp:nvSpPr>
        <dsp:cNvPr id="0" name=""/>
        <dsp:cNvSpPr/>
      </dsp:nvSpPr>
      <dsp:spPr>
        <a:xfrm>
          <a:off x="810351" y="1237712"/>
          <a:ext cx="3889676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/>
            <a:t>Ігоря</a:t>
          </a:r>
          <a:endParaRPr lang="uk-UA" sz="3200" kern="1200"/>
        </a:p>
      </dsp:txBody>
      <dsp:txXfrm>
        <a:off x="810351" y="1237712"/>
        <a:ext cx="3889676" cy="618856"/>
      </dsp:txXfrm>
    </dsp:sp>
    <dsp:sp modelId="{5127DF07-E582-410D-8660-688ED613FDC0}">
      <dsp:nvSpPr>
        <dsp:cNvPr id="0" name=""/>
        <dsp:cNvSpPr/>
      </dsp:nvSpPr>
      <dsp:spPr>
        <a:xfrm>
          <a:off x="423566" y="1160355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817A87-5AB2-4C33-9578-B34B0F9CF92F}">
      <dsp:nvSpPr>
        <dsp:cNvPr id="0" name=""/>
        <dsp:cNvSpPr/>
      </dsp:nvSpPr>
      <dsp:spPr>
        <a:xfrm>
          <a:off x="810351" y="2166156"/>
          <a:ext cx="3889676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 dirty="0"/>
            <a:t>Святослава</a:t>
          </a:r>
          <a:endParaRPr lang="uk-UA" sz="3200" kern="1200" dirty="0"/>
        </a:p>
      </dsp:txBody>
      <dsp:txXfrm>
        <a:off x="810351" y="2166156"/>
        <a:ext cx="3889676" cy="618856"/>
      </dsp:txXfrm>
    </dsp:sp>
    <dsp:sp modelId="{05B7B995-3ECF-400E-A6F8-C8D8E80F79C1}">
      <dsp:nvSpPr>
        <dsp:cNvPr id="0" name=""/>
        <dsp:cNvSpPr/>
      </dsp:nvSpPr>
      <dsp:spPr>
        <a:xfrm>
          <a:off x="423566" y="2088799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992327-AF66-444A-B51D-A2D8E8A1730B}">
      <dsp:nvSpPr>
        <dsp:cNvPr id="0" name=""/>
        <dsp:cNvSpPr/>
      </dsp:nvSpPr>
      <dsp:spPr>
        <a:xfrm>
          <a:off x="455546" y="3094601"/>
          <a:ext cx="4244480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81280" rIns="81280" bIns="8128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200" b="0" i="0" kern="1200" dirty="0"/>
            <a:t>Володимира</a:t>
          </a:r>
          <a:endParaRPr lang="uk-UA" sz="3200" kern="1200" dirty="0"/>
        </a:p>
      </dsp:txBody>
      <dsp:txXfrm>
        <a:off x="455546" y="3094601"/>
        <a:ext cx="4244480" cy="618856"/>
      </dsp:txXfrm>
    </dsp:sp>
    <dsp:sp modelId="{7FB502F0-CA6B-4958-B954-0ACBFBC3FB7C}">
      <dsp:nvSpPr>
        <dsp:cNvPr id="0" name=""/>
        <dsp:cNvSpPr/>
      </dsp:nvSpPr>
      <dsp:spPr>
        <a:xfrm>
          <a:off x="68761" y="3017244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EE1916-DDA4-49CB-9657-C9E080F0FAEB}">
      <dsp:nvSpPr>
        <dsp:cNvPr id="0" name=""/>
        <dsp:cNvSpPr/>
      </dsp:nvSpPr>
      <dsp:spPr>
        <a:xfrm>
          <a:off x="0" y="1192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Олег, Святослав</a:t>
          </a:r>
          <a:endParaRPr lang="uk-UA" sz="2400" kern="1200"/>
        </a:p>
      </dsp:txBody>
      <dsp:txXfrm>
        <a:off x="46541" y="47733"/>
        <a:ext cx="4661798" cy="860321"/>
      </dsp:txXfrm>
    </dsp:sp>
    <dsp:sp modelId="{F4D82CFF-B3CE-4CA9-9767-BB68C41A7C06}">
      <dsp:nvSpPr>
        <dsp:cNvPr id="0" name=""/>
        <dsp:cNvSpPr/>
      </dsp:nvSpPr>
      <dsp:spPr>
        <a:xfrm>
          <a:off x="0" y="1023716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Володимир Великий, Ярослав Мудрий</a:t>
          </a:r>
          <a:endParaRPr lang="uk-UA" sz="2400" kern="1200"/>
        </a:p>
      </dsp:txBody>
      <dsp:txXfrm>
        <a:off x="46541" y="1070257"/>
        <a:ext cx="4661798" cy="860321"/>
      </dsp:txXfrm>
    </dsp:sp>
    <dsp:sp modelId="{03A069DC-2E6E-430F-9B53-E3361A768838}">
      <dsp:nvSpPr>
        <dsp:cNvPr id="0" name=""/>
        <dsp:cNvSpPr/>
      </dsp:nvSpPr>
      <dsp:spPr>
        <a:xfrm>
          <a:off x="0" y="2046240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 err="1"/>
            <a:t>Ізяслав</a:t>
          </a:r>
          <a:r>
            <a:rPr lang="ru-RU" sz="2400" b="0" i="0" kern="1200" dirty="0"/>
            <a:t> Ярославович, Всеволод Ярославович</a:t>
          </a:r>
          <a:endParaRPr lang="uk-UA" sz="2400" kern="1200" dirty="0"/>
        </a:p>
      </dsp:txBody>
      <dsp:txXfrm>
        <a:off x="46541" y="2092781"/>
        <a:ext cx="4661798" cy="860321"/>
      </dsp:txXfrm>
    </dsp:sp>
    <dsp:sp modelId="{31688590-DDD0-4531-9597-12D4B57B0329}">
      <dsp:nvSpPr>
        <dsp:cNvPr id="0" name=""/>
        <dsp:cNvSpPr/>
      </dsp:nvSpPr>
      <dsp:spPr>
        <a:xfrm>
          <a:off x="0" y="3068763"/>
          <a:ext cx="4754880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 dirty="0" err="1"/>
            <a:t>Володимир</a:t>
          </a:r>
          <a:r>
            <a:rPr lang="ru-RU" sz="2400" b="0" i="0" kern="1200" dirty="0"/>
            <a:t> Мономах, Мстислав </a:t>
          </a:r>
          <a:r>
            <a:rPr lang="ru-RU" sz="2400" b="0" i="0" kern="1200" dirty="0" err="1"/>
            <a:t>Володимирович</a:t>
          </a:r>
          <a:endParaRPr lang="uk-UA" sz="2400" kern="1200" dirty="0"/>
        </a:p>
      </dsp:txBody>
      <dsp:txXfrm>
        <a:off x="46541" y="3115304"/>
        <a:ext cx="4661798" cy="860321"/>
      </dsp:txXfrm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804944-2198-4C06-B3F7-CA240BE51284}">
      <dsp:nvSpPr>
        <dsp:cNvPr id="0" name=""/>
        <dsp:cNvSpPr/>
      </dsp:nvSpPr>
      <dsp:spPr>
        <a:xfrm>
          <a:off x="0" y="236879"/>
          <a:ext cx="3797254" cy="17503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1" kern="1200" dirty="0"/>
            <a:t>«</a:t>
          </a:r>
          <a:r>
            <a:rPr lang="ru-RU" sz="1700" b="0" i="1" kern="1200" dirty="0" err="1"/>
            <a:t>Прийшов</a:t>
          </a:r>
          <a:r>
            <a:rPr lang="ru-RU" sz="1700" b="0" i="1" kern="1200" dirty="0"/>
            <a:t> [князь] у </a:t>
          </a:r>
          <a:r>
            <a:rPr lang="ru-RU" sz="1700" b="0" i="1" kern="1200" dirty="0" err="1"/>
            <a:t>Переяславець</a:t>
          </a:r>
          <a:r>
            <a:rPr lang="ru-RU" sz="1700" b="0" i="1" kern="1200" dirty="0"/>
            <a:t>. І послав до </a:t>
          </a:r>
          <a:r>
            <a:rPr lang="ru-RU" sz="1700" b="0" i="1" kern="1200" dirty="0" err="1"/>
            <a:t>греків</a:t>
          </a:r>
          <a:r>
            <a:rPr lang="ru-RU" sz="1700" b="0" i="1" kern="1200" dirty="0"/>
            <a:t> </a:t>
          </a:r>
          <a:r>
            <a:rPr lang="ru-RU" sz="1700" b="0" i="1" kern="1200" dirty="0" err="1"/>
            <a:t>послів</a:t>
          </a:r>
          <a:r>
            <a:rPr lang="ru-RU" sz="1700" b="0" i="1" kern="1200" dirty="0"/>
            <a:t>, </a:t>
          </a:r>
          <a:r>
            <a:rPr lang="ru-RU" sz="1700" b="0" i="1" kern="1200" dirty="0" err="1"/>
            <a:t>говорячи</a:t>
          </a:r>
          <a:r>
            <a:rPr lang="ru-RU" sz="1700" b="0" i="1" kern="1200" dirty="0"/>
            <a:t>: «Хочу </a:t>
          </a:r>
          <a:r>
            <a:rPr lang="ru-RU" sz="1700" b="0" i="1" kern="1200" dirty="0" err="1"/>
            <a:t>йти</a:t>
          </a:r>
          <a:r>
            <a:rPr lang="ru-RU" sz="1700" b="0" i="1" kern="1200" dirty="0"/>
            <a:t> на вас»... І </a:t>
          </a:r>
          <a:r>
            <a:rPr lang="ru-RU" sz="1700" b="0" i="1" kern="1200" dirty="0" err="1"/>
            <a:t>пішов</a:t>
          </a:r>
          <a:r>
            <a:rPr lang="ru-RU" sz="1700" b="0" i="1" kern="1200" dirty="0"/>
            <a:t> до </a:t>
          </a:r>
          <a:r>
            <a:rPr lang="ru-RU" sz="1700" b="0" i="1" kern="1200" dirty="0" err="1"/>
            <a:t>Царграда</a:t>
          </a:r>
          <a:r>
            <a:rPr lang="ru-RU" sz="1700" b="0" i="1" kern="1200" dirty="0"/>
            <a:t>, </a:t>
          </a:r>
          <a:r>
            <a:rPr lang="ru-RU" sz="1700" b="0" i="1" kern="1200" dirty="0" err="1"/>
            <a:t>розоряючи</a:t>
          </a:r>
          <a:r>
            <a:rPr lang="ru-RU" sz="1700" b="0" i="1" kern="1200" dirty="0"/>
            <a:t> </a:t>
          </a:r>
          <a:r>
            <a:rPr lang="ru-RU" sz="1700" b="0" i="1" kern="1200" dirty="0" err="1"/>
            <a:t>міста</a:t>
          </a:r>
          <a:r>
            <a:rPr lang="ru-RU" sz="1700" b="0" i="1" kern="1200" dirty="0"/>
            <a:t>. І дали </a:t>
          </a:r>
          <a:r>
            <a:rPr lang="ru-RU" sz="1700" b="0" i="1" kern="1200" dirty="0" err="1"/>
            <a:t>йому</a:t>
          </a:r>
          <a:r>
            <a:rPr lang="ru-RU" sz="1700" b="0" i="1" kern="1200" dirty="0"/>
            <a:t> </a:t>
          </a:r>
          <a:r>
            <a:rPr lang="ru-RU" sz="1700" b="0" i="1" kern="1200" dirty="0" err="1"/>
            <a:t>данину</a:t>
          </a:r>
          <a:r>
            <a:rPr lang="ru-RU" sz="1700" b="0" i="1" kern="1200" dirty="0"/>
            <a:t>... І </a:t>
          </a:r>
          <a:r>
            <a:rPr lang="ru-RU" sz="1700" b="0" i="1" kern="1200" dirty="0" err="1"/>
            <a:t>повернувся</a:t>
          </a:r>
          <a:r>
            <a:rPr lang="ru-RU" sz="1700" b="0" i="1" kern="1200" dirty="0"/>
            <a:t> </a:t>
          </a:r>
          <a:r>
            <a:rPr lang="ru-RU" sz="1700" b="0" i="1" kern="1200" dirty="0" err="1"/>
            <a:t>він</a:t>
          </a:r>
          <a:r>
            <a:rPr lang="ru-RU" sz="1700" b="0" i="1" kern="1200" dirty="0"/>
            <a:t> у </a:t>
          </a:r>
          <a:r>
            <a:rPr lang="ru-RU" sz="1700" b="0" i="1" kern="1200" dirty="0" err="1"/>
            <a:t>Переяславець</a:t>
          </a:r>
          <a:r>
            <a:rPr lang="ru-RU" sz="1700" b="0" i="1" kern="1200" dirty="0"/>
            <a:t>...»</a:t>
          </a:r>
          <a:endParaRPr lang="uk-UA" sz="1700" kern="1200" dirty="0"/>
        </a:p>
      </dsp:txBody>
      <dsp:txXfrm>
        <a:off x="85444" y="322323"/>
        <a:ext cx="3626366" cy="1579432"/>
      </dsp:txXfrm>
    </dsp:sp>
    <dsp:sp modelId="{344184CF-4DFF-456E-AEDC-6A57500B5E39}">
      <dsp:nvSpPr>
        <dsp:cNvPr id="0" name=""/>
        <dsp:cNvSpPr/>
      </dsp:nvSpPr>
      <dsp:spPr>
        <a:xfrm>
          <a:off x="0" y="2036160"/>
          <a:ext cx="3797254" cy="1750320"/>
        </a:xfrm>
        <a:prstGeom prst="roundRect">
          <a:avLst/>
        </a:prstGeom>
        <a:solidFill>
          <a:schemeClr val="accent4">
            <a:hueOff val="-7036575"/>
            <a:satOff val="42238"/>
            <a:lumOff val="-372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1" kern="1200" dirty="0"/>
            <a:t>«</a:t>
          </a:r>
          <a:r>
            <a:rPr lang="ru-RU" sz="1700" b="0" i="1" kern="1200" dirty="0" err="1"/>
            <a:t>Тепер</a:t>
          </a:r>
          <a:r>
            <a:rPr lang="ru-RU" sz="1700" b="0" i="1" kern="1200" dirty="0"/>
            <a:t> же поручаю я, - </a:t>
          </a:r>
          <a:r>
            <a:rPr lang="ru-RU" sz="1700" b="0" i="1" kern="1200" dirty="0" err="1"/>
            <a:t>замість</a:t>
          </a:r>
          <a:r>
            <a:rPr lang="ru-RU" sz="1700" b="0" i="1" kern="1200" dirty="0"/>
            <a:t> себе - </a:t>
          </a:r>
          <a:r>
            <a:rPr lang="ru-RU" sz="1700" b="0" i="1" kern="1200" dirty="0" err="1"/>
            <a:t>стіл</a:t>
          </a:r>
          <a:r>
            <a:rPr lang="ru-RU" sz="1700" b="0" i="1" kern="1200" dirty="0"/>
            <a:t> </a:t>
          </a:r>
          <a:r>
            <a:rPr lang="ru-RU" sz="1700" b="0" i="1" kern="1200" dirty="0" err="1"/>
            <a:t>свій</a:t>
          </a:r>
          <a:r>
            <a:rPr lang="ru-RU" sz="1700" b="0" i="1" kern="1200" dirty="0"/>
            <a:t>, </a:t>
          </a:r>
          <a:r>
            <a:rPr lang="ru-RU" sz="1700" b="0" i="1" kern="1200" dirty="0" err="1"/>
            <a:t>Київ</a:t>
          </a:r>
          <a:r>
            <a:rPr lang="ru-RU" sz="1700" b="0" i="1" kern="1200" dirty="0"/>
            <a:t>, </a:t>
          </a:r>
          <a:r>
            <a:rPr lang="ru-RU" sz="1700" b="0" i="1" kern="1200" dirty="0" err="1"/>
            <a:t>найстаршому</a:t>
          </a:r>
          <a:r>
            <a:rPr lang="ru-RU" sz="1700" b="0" i="1" kern="1200" dirty="0"/>
            <a:t> </a:t>
          </a:r>
          <a:r>
            <a:rPr lang="ru-RU" sz="1700" b="0" i="1" kern="1200" dirty="0" err="1"/>
            <a:t>синові</a:t>
          </a:r>
          <a:r>
            <a:rPr lang="ru-RU" sz="1700" b="0" i="1" kern="1200" dirty="0"/>
            <a:t> </a:t>
          </a:r>
          <a:r>
            <a:rPr lang="ru-RU" sz="1700" b="0" i="1" kern="1200" dirty="0" err="1"/>
            <a:t>Ізяславу</a:t>
          </a:r>
          <a:r>
            <a:rPr lang="ru-RU" sz="1700" b="0" i="1" kern="1200" dirty="0"/>
            <a:t>. А Святославу даю я </a:t>
          </a:r>
          <a:r>
            <a:rPr lang="ru-RU" sz="1700" b="0" i="1" kern="1200" dirty="0" err="1"/>
            <a:t>Чернігів</a:t>
          </a:r>
          <a:r>
            <a:rPr lang="ru-RU" sz="1700" b="0" i="1" kern="1200" dirty="0"/>
            <a:t>, а Всеволоду - Переяслав, а </a:t>
          </a:r>
          <a:r>
            <a:rPr lang="ru-RU" sz="1700" b="0" i="1" kern="1200" dirty="0" err="1"/>
            <a:t>Ігорю</a:t>
          </a:r>
          <a:r>
            <a:rPr lang="ru-RU" sz="1700" b="0" i="1" kern="1200" dirty="0"/>
            <a:t> - </a:t>
          </a:r>
          <a:r>
            <a:rPr lang="ru-RU" sz="1700" b="0" i="1" kern="1200" dirty="0" err="1"/>
            <a:t>Володимир</a:t>
          </a:r>
          <a:r>
            <a:rPr lang="ru-RU" sz="1700" b="0" i="1" kern="1200" dirty="0"/>
            <a:t>, а </a:t>
          </a:r>
          <a:r>
            <a:rPr lang="ru-RU" sz="1700" b="0" i="1" kern="1200" dirty="0" err="1"/>
            <a:t>В’ячеславу</a:t>
          </a:r>
          <a:r>
            <a:rPr lang="ru-RU" sz="1700" b="0" i="1" kern="1200" dirty="0"/>
            <a:t> - </a:t>
          </a:r>
          <a:r>
            <a:rPr lang="ru-RU" sz="1700" b="0" i="1" kern="1200" dirty="0" err="1"/>
            <a:t>Смоленськ</a:t>
          </a:r>
          <a:r>
            <a:rPr lang="ru-RU" sz="1700" b="0" i="1" kern="1200" dirty="0"/>
            <a:t>...»</a:t>
          </a:r>
          <a:endParaRPr lang="uk-UA" sz="1700" kern="1200" dirty="0"/>
        </a:p>
      </dsp:txBody>
      <dsp:txXfrm>
        <a:off x="85444" y="2121604"/>
        <a:ext cx="3626366" cy="1579432"/>
      </dsp:txXfrm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B0F394-359F-4390-8129-B3627D3AFBAB}">
      <dsp:nvSpPr>
        <dsp:cNvPr id="0" name=""/>
        <dsp:cNvSpPr/>
      </dsp:nvSpPr>
      <dsp:spPr>
        <a:xfrm>
          <a:off x="0" y="20429"/>
          <a:ext cx="3797254" cy="12987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1" kern="1200" dirty="0"/>
            <a:t>«Хозари вийшли супроти нього з каганом, князем своїм. І зступилися війська битися, і сталася битва межи ними, і </a:t>
          </a:r>
          <a:r>
            <a:rPr lang="uk-UA" sz="1500" b="0" i="1" kern="1200" dirty="0" err="1"/>
            <a:t>одолів</a:t>
          </a:r>
          <a:r>
            <a:rPr lang="uk-UA" sz="1500" b="0" i="1" kern="1200" dirty="0"/>
            <a:t> він хозар, і город їхній столицю Ітіль, і город Білу Вежу взяв...»</a:t>
          </a:r>
          <a:endParaRPr lang="uk-UA" sz="1500" kern="1200" dirty="0"/>
        </a:p>
      </dsp:txBody>
      <dsp:txXfrm>
        <a:off x="63397" y="83826"/>
        <a:ext cx="3670460" cy="1171906"/>
      </dsp:txXfrm>
    </dsp:sp>
    <dsp:sp modelId="{ABEECBAE-7FDB-4EE8-9D50-92A9B1255DC2}">
      <dsp:nvSpPr>
        <dsp:cNvPr id="0" name=""/>
        <dsp:cNvSpPr/>
      </dsp:nvSpPr>
      <dsp:spPr>
        <a:xfrm>
          <a:off x="0" y="1362330"/>
          <a:ext cx="3797254" cy="1298700"/>
        </a:xfrm>
        <a:prstGeom prst="roundRect">
          <a:avLst/>
        </a:prstGeom>
        <a:solidFill>
          <a:schemeClr val="accent3">
            <a:hueOff val="2952094"/>
            <a:satOff val="-23027"/>
            <a:lumOff val="-58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1" kern="1200" dirty="0"/>
            <a:t>«Зібрав він воїнів і прийшов до Києва, і вчинив мир із братом своїм Мстиславом. І розділили вони по Дніпру Руську землю: собі узяв сю сторону, а Мстислав - ту...»</a:t>
          </a:r>
          <a:endParaRPr lang="uk-UA" sz="1500" kern="1200" dirty="0"/>
        </a:p>
      </dsp:txBody>
      <dsp:txXfrm>
        <a:off x="63397" y="1425727"/>
        <a:ext cx="3670460" cy="1171906"/>
      </dsp:txXfrm>
    </dsp:sp>
    <dsp:sp modelId="{D74542A1-9BA3-4D9F-9F23-19B6966C5ED0}">
      <dsp:nvSpPr>
        <dsp:cNvPr id="0" name=""/>
        <dsp:cNvSpPr/>
      </dsp:nvSpPr>
      <dsp:spPr>
        <a:xfrm>
          <a:off x="0" y="2704230"/>
          <a:ext cx="3797254" cy="1298700"/>
        </a:xfrm>
        <a:prstGeom prst="roundRect">
          <a:avLst/>
        </a:prstGeom>
        <a:solidFill>
          <a:schemeClr val="accent3">
            <a:hueOff val="5904187"/>
            <a:satOff val="-46054"/>
            <a:lumOff val="-117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1" kern="1200" dirty="0"/>
            <a:t>«...побачив, що церкву завершено, він помолився Богу, говорячи: «Осе даю церкві сій, святій Богородиці, од маєтностей своїх десяту частину. Якщо се </a:t>
          </a:r>
          <a:r>
            <a:rPr lang="uk-UA" sz="1500" b="0" i="1" kern="1200" dirty="0" err="1"/>
            <a:t>одмінить</a:t>
          </a:r>
          <a:r>
            <a:rPr lang="uk-UA" sz="1500" b="0" i="1" kern="1200" dirty="0"/>
            <a:t> хто, - хай буде проклят»...»</a:t>
          </a:r>
          <a:endParaRPr lang="uk-UA" sz="1500" kern="1200" dirty="0"/>
        </a:p>
      </dsp:txBody>
      <dsp:txXfrm>
        <a:off x="63397" y="2767627"/>
        <a:ext cx="3670460" cy="1171906"/>
      </dsp:txXfrm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0CC1C5-6CDD-4D47-8B15-2FA91DCBBDF1}">
      <dsp:nvSpPr>
        <dsp:cNvPr id="0" name=""/>
        <dsp:cNvSpPr/>
      </dsp:nvSpPr>
      <dsp:spPr>
        <a:xfrm>
          <a:off x="0" y="236879"/>
          <a:ext cx="3797254" cy="1750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 dirty="0"/>
            <a:t>«...на другий день посилає до імператора просити миру за такою умовою: [русичі] повинні віддати [візантійцям] </a:t>
          </a:r>
          <a:r>
            <a:rPr lang="uk-UA" sz="1700" b="0" i="1" kern="1200" dirty="0" err="1"/>
            <a:t>Доростол</a:t>
          </a:r>
          <a:r>
            <a:rPr lang="uk-UA" sz="1700" b="0" i="1" kern="1200" dirty="0"/>
            <a:t>.., [візантійці] повинні дозволити привозити до себе хліб...»</a:t>
          </a:r>
          <a:endParaRPr lang="uk-UA" sz="1700" kern="1200" dirty="0"/>
        </a:p>
      </dsp:txBody>
      <dsp:txXfrm>
        <a:off x="85444" y="322323"/>
        <a:ext cx="3626366" cy="1579432"/>
      </dsp:txXfrm>
    </dsp:sp>
    <dsp:sp modelId="{AEDFE286-A265-414A-84F7-E6C6AD79CA11}">
      <dsp:nvSpPr>
        <dsp:cNvPr id="0" name=""/>
        <dsp:cNvSpPr/>
      </dsp:nvSpPr>
      <dsp:spPr>
        <a:xfrm>
          <a:off x="0" y="2036160"/>
          <a:ext cx="3797254" cy="1750320"/>
        </a:xfrm>
        <a:prstGeom prst="roundRect">
          <a:avLst/>
        </a:prstGeom>
        <a:solidFill>
          <a:schemeClr val="accent2">
            <a:hueOff val="-7341125"/>
            <a:satOff val="32393"/>
            <a:lumOff val="-549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1" kern="1200" dirty="0"/>
            <a:t>«І поставив він кумири на пагорбі, поза двором </a:t>
          </a:r>
          <a:r>
            <a:rPr lang="uk-UA" sz="1700" b="0" i="1" kern="1200" dirty="0" err="1"/>
            <a:t>теремним</a:t>
          </a:r>
          <a:r>
            <a:rPr lang="uk-UA" sz="1700" b="0" i="1" kern="1200" dirty="0"/>
            <a:t>: Перуна дерев’яного, - а голова його була срібна, а вус - золотий, - і </a:t>
          </a:r>
          <a:r>
            <a:rPr lang="uk-UA" sz="1700" b="0" i="1" kern="1200" dirty="0" err="1"/>
            <a:t>Хорса</a:t>
          </a:r>
          <a:r>
            <a:rPr lang="uk-UA" sz="1700" b="0" i="1" kern="1200" dirty="0"/>
            <a:t>, і Дажбога, і </a:t>
          </a:r>
          <a:r>
            <a:rPr lang="uk-UA" sz="1700" b="0" i="1" kern="1200" dirty="0" err="1"/>
            <a:t>Стрибога</a:t>
          </a:r>
          <a:r>
            <a:rPr lang="uk-UA" sz="1700" b="0" i="1" kern="1200" dirty="0"/>
            <a:t>, і </a:t>
          </a:r>
          <a:r>
            <a:rPr lang="uk-UA" sz="1700" b="0" i="1" kern="1200" dirty="0" err="1"/>
            <a:t>Сімаргла</a:t>
          </a:r>
          <a:r>
            <a:rPr lang="uk-UA" sz="1700" b="0" i="1" kern="1200" dirty="0"/>
            <a:t>...»</a:t>
          </a:r>
          <a:endParaRPr lang="uk-UA" sz="1700" kern="1200" dirty="0"/>
        </a:p>
      </dsp:txBody>
      <dsp:txXfrm>
        <a:off x="85444" y="2121604"/>
        <a:ext cx="3626366" cy="1579432"/>
      </dsp:txXfrm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041FE2-CAF9-404A-86A0-DFEDF0625651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E82BFE-2993-42E0-86C8-BA8BFA077836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Аскольда.</a:t>
          </a:r>
          <a:endParaRPr lang="uk-UA" sz="1900" kern="1200"/>
        </a:p>
      </dsp:txBody>
      <dsp:txXfrm>
        <a:off x="824577" y="458817"/>
        <a:ext cx="1415914" cy="1415914"/>
      </dsp:txXfrm>
    </dsp:sp>
    <dsp:sp modelId="{4CF7900E-79F9-4F9A-B3FF-978589760AC4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Олега.</a:t>
          </a:r>
          <a:endParaRPr lang="uk-UA" sz="1900" kern="1200"/>
        </a:p>
      </dsp:txBody>
      <dsp:txXfrm>
        <a:off x="2514388" y="458817"/>
        <a:ext cx="1415914" cy="1415914"/>
      </dsp:txXfrm>
    </dsp:sp>
    <dsp:sp modelId="{0FD148A0-8C3E-40F7-9110-D33D1C8B5BC5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Ігоря.</a:t>
          </a:r>
          <a:endParaRPr lang="uk-UA" sz="1900" kern="1200" dirty="0"/>
        </a:p>
      </dsp:txBody>
      <dsp:txXfrm>
        <a:off x="824577" y="2148628"/>
        <a:ext cx="1415914" cy="1415914"/>
      </dsp:txXfrm>
    </dsp:sp>
    <dsp:sp modelId="{B02FC02E-3205-4789-B485-71A0B7B3E5D9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Святослава.</a:t>
          </a:r>
          <a:endParaRPr lang="uk-UA" sz="1900" kern="1200" dirty="0"/>
        </a:p>
      </dsp:txBody>
      <dsp:txXfrm>
        <a:off x="2514388" y="2148628"/>
        <a:ext cx="1415914" cy="1415914"/>
      </dsp:txXfrm>
    </dsp:sp>
  </dsp:spTree>
</dsp:drawing>
</file>

<file path=ppt/diagrams/drawing5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BD813F-257A-4A54-B86D-8E2E75D3DCCE}">
      <dsp:nvSpPr>
        <dsp:cNvPr id="0" name=""/>
        <dsp:cNvSpPr/>
      </dsp:nvSpPr>
      <dsp:spPr>
        <a:xfrm>
          <a:off x="0" y="250200"/>
          <a:ext cx="475488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завершення процесу формування території Київської Русі</a:t>
          </a:r>
          <a:endParaRPr lang="uk-UA" sz="2100" kern="1200"/>
        </a:p>
      </dsp:txBody>
      <dsp:txXfrm>
        <a:off x="40780" y="290980"/>
        <a:ext cx="4673320" cy="753819"/>
      </dsp:txXfrm>
    </dsp:sp>
    <dsp:sp modelId="{3E157B22-D073-47B0-BDC0-FDA5CEA89811}">
      <dsp:nvSpPr>
        <dsp:cNvPr id="0" name=""/>
        <dsp:cNvSpPr/>
      </dsp:nvSpPr>
      <dsp:spPr>
        <a:xfrm>
          <a:off x="0" y="1146060"/>
          <a:ext cx="475488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розширення політичних </a:t>
          </a:r>
          <a:r>
            <a:rPr lang="uk-UA" sz="2100" b="0" i="0" kern="1200" dirty="0" err="1"/>
            <a:t>зв’язків</a:t>
          </a:r>
          <a:r>
            <a:rPr lang="uk-UA" sz="2100" b="0" i="0" kern="1200" dirty="0"/>
            <a:t> Русі з країнами Західної Європи</a:t>
          </a:r>
          <a:endParaRPr lang="uk-UA" sz="2100" kern="1200" dirty="0"/>
        </a:p>
      </dsp:txBody>
      <dsp:txXfrm>
        <a:off x="40780" y="1186840"/>
        <a:ext cx="4673320" cy="753819"/>
      </dsp:txXfrm>
    </dsp:sp>
    <dsp:sp modelId="{FA44B3C9-4632-44B4-B608-96171F89F26D}">
      <dsp:nvSpPr>
        <dsp:cNvPr id="0" name=""/>
        <dsp:cNvSpPr/>
      </dsp:nvSpPr>
      <dsp:spPr>
        <a:xfrm>
          <a:off x="0" y="2041920"/>
          <a:ext cx="475488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відкриття шляху на Русь кочовим ордам Сходу, насамперед печенігам</a:t>
          </a:r>
          <a:endParaRPr lang="uk-UA" sz="2100" kern="1200" dirty="0"/>
        </a:p>
      </dsp:txBody>
      <dsp:txXfrm>
        <a:off x="40780" y="2082700"/>
        <a:ext cx="4673320" cy="753819"/>
      </dsp:txXfrm>
    </dsp:sp>
    <dsp:sp modelId="{C5612D8D-91FC-4A92-B8A2-D9D2782A65A9}">
      <dsp:nvSpPr>
        <dsp:cNvPr id="0" name=""/>
        <dsp:cNvSpPr/>
      </dsp:nvSpPr>
      <dsp:spPr>
        <a:xfrm>
          <a:off x="0" y="2937780"/>
          <a:ext cx="475488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налагодження рівноправних стосунків Русі з Візантійською імперією</a:t>
          </a:r>
          <a:endParaRPr lang="uk-UA" sz="2100" kern="1200" dirty="0"/>
        </a:p>
      </dsp:txBody>
      <dsp:txXfrm>
        <a:off x="40780" y="2978560"/>
        <a:ext cx="4673320" cy="753819"/>
      </dsp:txXfrm>
    </dsp:sp>
  </dsp:spTree>
</dsp:drawing>
</file>

<file path=ppt/diagrams/drawing5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6901A5-0BD2-4565-942E-B294E91B35D3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7466E3-CA29-4E62-9CDB-D28B4936D0E2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Олега.</a:t>
          </a:r>
          <a:endParaRPr lang="uk-UA" sz="1800" kern="1200" dirty="0"/>
        </a:p>
      </dsp:txBody>
      <dsp:txXfrm>
        <a:off x="824577" y="458817"/>
        <a:ext cx="1415914" cy="1415914"/>
      </dsp:txXfrm>
    </dsp:sp>
    <dsp:sp modelId="{1A0882AB-268C-4906-80D0-28E49AC7D20E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Ігоря.</a:t>
          </a:r>
          <a:endParaRPr lang="uk-UA" sz="1800" kern="1200"/>
        </a:p>
      </dsp:txBody>
      <dsp:txXfrm>
        <a:off x="2514388" y="458817"/>
        <a:ext cx="1415914" cy="1415914"/>
      </dsp:txXfrm>
    </dsp:sp>
    <dsp:sp modelId="{BEB62DBE-B019-48A6-A9C0-6585D66458DB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Святослава.</a:t>
          </a:r>
          <a:endParaRPr lang="uk-UA" sz="1800" kern="1200" dirty="0"/>
        </a:p>
      </dsp:txBody>
      <dsp:txXfrm>
        <a:off x="824577" y="2148628"/>
        <a:ext cx="1415914" cy="1415914"/>
      </dsp:txXfrm>
    </dsp:sp>
    <dsp:sp modelId="{DEA8B605-BDA4-4435-87D3-924D978F1193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 dirty="0"/>
            <a:t>Володимира</a:t>
          </a:r>
          <a:endParaRPr lang="uk-UA" sz="1800" kern="1200" dirty="0"/>
        </a:p>
      </dsp:txBody>
      <dsp:txXfrm>
        <a:off x="2514388" y="2148628"/>
        <a:ext cx="1415914" cy="1415914"/>
      </dsp:txXfrm>
    </dsp:sp>
  </dsp:spTree>
</dsp:drawing>
</file>

<file path=ppt/diagrams/drawing5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E73169-EE3F-444E-9F17-EAD573BCC56F}">
      <dsp:nvSpPr>
        <dsp:cNvPr id="0" name=""/>
        <dsp:cNvSpPr/>
      </dsp:nvSpPr>
      <dsp:spPr>
        <a:xfrm>
          <a:off x="-4548356" y="-697417"/>
          <a:ext cx="5418195" cy="5418195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24F2EC-4D72-4F67-B96B-57BC801B6667}">
      <dsp:nvSpPr>
        <dsp:cNvPr id="0" name=""/>
        <dsp:cNvSpPr/>
      </dsp:nvSpPr>
      <dsp:spPr>
        <a:xfrm>
          <a:off x="455617" y="309315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полян і древлян</a:t>
          </a:r>
          <a:endParaRPr lang="uk-UA" sz="2500" kern="1200" dirty="0"/>
        </a:p>
      </dsp:txBody>
      <dsp:txXfrm>
        <a:off x="455617" y="309315"/>
        <a:ext cx="4244717" cy="618953"/>
      </dsp:txXfrm>
    </dsp:sp>
    <dsp:sp modelId="{0FCD6EAD-94A2-43B2-92EB-0AB9D9E5EAC9}">
      <dsp:nvSpPr>
        <dsp:cNvPr id="0" name=""/>
        <dsp:cNvSpPr/>
      </dsp:nvSpPr>
      <dsp:spPr>
        <a:xfrm>
          <a:off x="68771" y="231946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5D665B-907C-451A-8964-845083E94C2F}">
      <dsp:nvSpPr>
        <dsp:cNvPr id="0" name=""/>
        <dsp:cNvSpPr/>
      </dsp:nvSpPr>
      <dsp:spPr>
        <a:xfrm>
          <a:off x="810477" y="1237907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волинян і білих хорватів</a:t>
          </a:r>
          <a:endParaRPr lang="uk-UA" sz="2500" kern="1200" dirty="0"/>
        </a:p>
      </dsp:txBody>
      <dsp:txXfrm>
        <a:off x="810477" y="1237907"/>
        <a:ext cx="3889857" cy="618953"/>
      </dsp:txXfrm>
    </dsp:sp>
    <dsp:sp modelId="{03FE0F6E-BB57-43B4-90F9-102C24FCD9A0}">
      <dsp:nvSpPr>
        <dsp:cNvPr id="0" name=""/>
        <dsp:cNvSpPr/>
      </dsp:nvSpPr>
      <dsp:spPr>
        <a:xfrm>
          <a:off x="423631" y="1160538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6D63C1-42BD-4B72-8EA2-FF10F96080DD}">
      <dsp:nvSpPr>
        <dsp:cNvPr id="0" name=""/>
        <dsp:cNvSpPr/>
      </dsp:nvSpPr>
      <dsp:spPr>
        <a:xfrm>
          <a:off x="810477" y="2166498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сіверян і в'ятичів</a:t>
          </a:r>
          <a:endParaRPr lang="uk-UA" sz="2500" kern="1200"/>
        </a:p>
      </dsp:txBody>
      <dsp:txXfrm>
        <a:off x="810477" y="2166498"/>
        <a:ext cx="3889857" cy="618953"/>
      </dsp:txXfrm>
    </dsp:sp>
    <dsp:sp modelId="{01C733E9-7006-4969-9F23-4D4760A7191C}">
      <dsp:nvSpPr>
        <dsp:cNvPr id="0" name=""/>
        <dsp:cNvSpPr/>
      </dsp:nvSpPr>
      <dsp:spPr>
        <a:xfrm>
          <a:off x="423631" y="2089129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E70B1C-D02D-4464-8566-DB1A06289089}">
      <dsp:nvSpPr>
        <dsp:cNvPr id="0" name=""/>
        <dsp:cNvSpPr/>
      </dsp:nvSpPr>
      <dsp:spPr>
        <a:xfrm>
          <a:off x="455617" y="3095090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уличів і тиверців</a:t>
          </a:r>
          <a:endParaRPr lang="uk-UA" sz="2500" kern="1200" dirty="0"/>
        </a:p>
      </dsp:txBody>
      <dsp:txXfrm>
        <a:off x="455617" y="3095090"/>
        <a:ext cx="4244717" cy="618953"/>
      </dsp:txXfrm>
    </dsp:sp>
    <dsp:sp modelId="{A11CB499-4416-4771-B849-000CCFA0A135}">
      <dsp:nvSpPr>
        <dsp:cNvPr id="0" name=""/>
        <dsp:cNvSpPr/>
      </dsp:nvSpPr>
      <dsp:spPr>
        <a:xfrm>
          <a:off x="68771" y="3017721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BD813F-257A-4A54-B86D-8E2E75D3DCCE}">
      <dsp:nvSpPr>
        <dsp:cNvPr id="0" name=""/>
        <dsp:cNvSpPr/>
      </dsp:nvSpPr>
      <dsp:spPr>
        <a:xfrm>
          <a:off x="0" y="250200"/>
          <a:ext cx="475488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завершення процесу формування території Київської Русі</a:t>
          </a:r>
          <a:endParaRPr lang="uk-UA" sz="2100" kern="1200"/>
        </a:p>
      </dsp:txBody>
      <dsp:txXfrm>
        <a:off x="40780" y="290980"/>
        <a:ext cx="4673320" cy="753819"/>
      </dsp:txXfrm>
    </dsp:sp>
    <dsp:sp modelId="{3E157B22-D073-47B0-BDC0-FDA5CEA89811}">
      <dsp:nvSpPr>
        <dsp:cNvPr id="0" name=""/>
        <dsp:cNvSpPr/>
      </dsp:nvSpPr>
      <dsp:spPr>
        <a:xfrm>
          <a:off x="0" y="1146060"/>
          <a:ext cx="475488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розширення політичних зв’язків Русі з країнами Західної Європи</a:t>
          </a:r>
          <a:endParaRPr lang="uk-UA" sz="2100" kern="1200"/>
        </a:p>
      </dsp:txBody>
      <dsp:txXfrm>
        <a:off x="40780" y="1186840"/>
        <a:ext cx="4673320" cy="753819"/>
      </dsp:txXfrm>
    </dsp:sp>
    <dsp:sp modelId="{FA44B3C9-4632-44B4-B608-96171F89F26D}">
      <dsp:nvSpPr>
        <dsp:cNvPr id="0" name=""/>
        <dsp:cNvSpPr/>
      </dsp:nvSpPr>
      <dsp:spPr>
        <a:xfrm>
          <a:off x="0" y="2041920"/>
          <a:ext cx="475488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відкриття шляху на Русь кочовим ордам Сходу, насамперед печенігам</a:t>
          </a:r>
          <a:endParaRPr lang="uk-UA" sz="2100" kern="1200"/>
        </a:p>
      </dsp:txBody>
      <dsp:txXfrm>
        <a:off x="40780" y="2082700"/>
        <a:ext cx="4673320" cy="753819"/>
      </dsp:txXfrm>
    </dsp:sp>
    <dsp:sp modelId="{C5612D8D-91FC-4A92-B8A2-D9D2782A65A9}">
      <dsp:nvSpPr>
        <dsp:cNvPr id="0" name=""/>
        <dsp:cNvSpPr/>
      </dsp:nvSpPr>
      <dsp:spPr>
        <a:xfrm>
          <a:off x="0" y="2937780"/>
          <a:ext cx="475488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налагодження рівноправних стосунків Русі з Візантійською імперією</a:t>
          </a:r>
          <a:endParaRPr lang="uk-UA" sz="2100" kern="1200"/>
        </a:p>
      </dsp:txBody>
      <dsp:txXfrm>
        <a:off x="40780" y="2978560"/>
        <a:ext cx="4673320" cy="753819"/>
      </dsp:txXfrm>
    </dsp:sp>
  </dsp:spTree>
</dsp:drawing>
</file>

<file path=ppt/diagrams/drawing6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6901A5-0BD2-4565-942E-B294E91B35D3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7466E3-CA29-4E62-9CDB-D28B4936D0E2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Олега.</a:t>
          </a:r>
          <a:endParaRPr lang="uk-UA" sz="1800" kern="1200"/>
        </a:p>
      </dsp:txBody>
      <dsp:txXfrm>
        <a:off x="824577" y="458817"/>
        <a:ext cx="1415914" cy="1415914"/>
      </dsp:txXfrm>
    </dsp:sp>
    <dsp:sp modelId="{1A0882AB-268C-4906-80D0-28E49AC7D20E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Ігоря.</a:t>
          </a:r>
          <a:endParaRPr lang="uk-UA" sz="1800" kern="1200"/>
        </a:p>
      </dsp:txBody>
      <dsp:txXfrm>
        <a:off x="2514388" y="458817"/>
        <a:ext cx="1415914" cy="1415914"/>
      </dsp:txXfrm>
    </dsp:sp>
    <dsp:sp modelId="{BEB62DBE-B019-48A6-A9C0-6585D66458DB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Святослава.</a:t>
          </a:r>
          <a:endParaRPr lang="uk-UA" sz="1800" kern="1200"/>
        </a:p>
      </dsp:txBody>
      <dsp:txXfrm>
        <a:off x="824577" y="2148628"/>
        <a:ext cx="1415914" cy="1415914"/>
      </dsp:txXfrm>
    </dsp:sp>
    <dsp:sp modelId="{DEA8B605-BDA4-4435-87D3-924D978F1193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0" kern="1200"/>
            <a:t>Володимира</a:t>
          </a:r>
          <a:endParaRPr lang="uk-UA" sz="1800" kern="1200"/>
        </a:p>
      </dsp:txBody>
      <dsp:txXfrm>
        <a:off x="2514388" y="2148628"/>
        <a:ext cx="1415914" cy="1415914"/>
      </dsp:txXfrm>
    </dsp:sp>
  </dsp:spTree>
</dsp:drawing>
</file>

<file path=ppt/diagrams/drawing6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E73169-EE3F-444E-9F17-EAD573BCC56F}">
      <dsp:nvSpPr>
        <dsp:cNvPr id="0" name=""/>
        <dsp:cNvSpPr/>
      </dsp:nvSpPr>
      <dsp:spPr>
        <a:xfrm>
          <a:off x="-4548356" y="-697417"/>
          <a:ext cx="5418195" cy="5418195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24F2EC-4D72-4F67-B96B-57BC801B6667}">
      <dsp:nvSpPr>
        <dsp:cNvPr id="0" name=""/>
        <dsp:cNvSpPr/>
      </dsp:nvSpPr>
      <dsp:spPr>
        <a:xfrm>
          <a:off x="455617" y="309315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полян і древлян</a:t>
          </a:r>
          <a:endParaRPr lang="uk-UA" sz="2500" kern="1200"/>
        </a:p>
      </dsp:txBody>
      <dsp:txXfrm>
        <a:off x="455617" y="309315"/>
        <a:ext cx="4244717" cy="618953"/>
      </dsp:txXfrm>
    </dsp:sp>
    <dsp:sp modelId="{0FCD6EAD-94A2-43B2-92EB-0AB9D9E5EAC9}">
      <dsp:nvSpPr>
        <dsp:cNvPr id="0" name=""/>
        <dsp:cNvSpPr/>
      </dsp:nvSpPr>
      <dsp:spPr>
        <a:xfrm>
          <a:off x="68771" y="231946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5D665B-907C-451A-8964-845083E94C2F}">
      <dsp:nvSpPr>
        <dsp:cNvPr id="0" name=""/>
        <dsp:cNvSpPr/>
      </dsp:nvSpPr>
      <dsp:spPr>
        <a:xfrm>
          <a:off x="810477" y="1237907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волинян і білих хорватів</a:t>
          </a:r>
          <a:endParaRPr lang="uk-UA" sz="2500" kern="1200"/>
        </a:p>
      </dsp:txBody>
      <dsp:txXfrm>
        <a:off x="810477" y="1237907"/>
        <a:ext cx="3889857" cy="618953"/>
      </dsp:txXfrm>
    </dsp:sp>
    <dsp:sp modelId="{03FE0F6E-BB57-43B4-90F9-102C24FCD9A0}">
      <dsp:nvSpPr>
        <dsp:cNvPr id="0" name=""/>
        <dsp:cNvSpPr/>
      </dsp:nvSpPr>
      <dsp:spPr>
        <a:xfrm>
          <a:off x="423631" y="1160538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6D63C1-42BD-4B72-8EA2-FF10F96080DD}">
      <dsp:nvSpPr>
        <dsp:cNvPr id="0" name=""/>
        <dsp:cNvSpPr/>
      </dsp:nvSpPr>
      <dsp:spPr>
        <a:xfrm>
          <a:off x="810477" y="2166498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сіверян і в'ятичів</a:t>
          </a:r>
          <a:endParaRPr lang="uk-UA" sz="2500" kern="1200"/>
        </a:p>
      </dsp:txBody>
      <dsp:txXfrm>
        <a:off x="810477" y="2166498"/>
        <a:ext cx="3889857" cy="618953"/>
      </dsp:txXfrm>
    </dsp:sp>
    <dsp:sp modelId="{01C733E9-7006-4969-9F23-4D4760A7191C}">
      <dsp:nvSpPr>
        <dsp:cNvPr id="0" name=""/>
        <dsp:cNvSpPr/>
      </dsp:nvSpPr>
      <dsp:spPr>
        <a:xfrm>
          <a:off x="423631" y="2089129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E70B1C-D02D-4464-8566-DB1A06289089}">
      <dsp:nvSpPr>
        <dsp:cNvPr id="0" name=""/>
        <dsp:cNvSpPr/>
      </dsp:nvSpPr>
      <dsp:spPr>
        <a:xfrm>
          <a:off x="455617" y="3095090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63500" rIns="63500" bIns="635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уличів і тиверців</a:t>
          </a:r>
          <a:endParaRPr lang="uk-UA" sz="2500" kern="1200"/>
        </a:p>
      </dsp:txBody>
      <dsp:txXfrm>
        <a:off x="455617" y="3095090"/>
        <a:ext cx="4244717" cy="618953"/>
      </dsp:txXfrm>
    </dsp:sp>
    <dsp:sp modelId="{A11CB499-4416-4771-B849-000CCFA0A135}">
      <dsp:nvSpPr>
        <dsp:cNvPr id="0" name=""/>
        <dsp:cNvSpPr/>
      </dsp:nvSpPr>
      <dsp:spPr>
        <a:xfrm>
          <a:off x="68771" y="3017721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4C868C-4012-4401-8346-C330C581994A}">
      <dsp:nvSpPr>
        <dsp:cNvPr id="0" name=""/>
        <dsp:cNvSpPr/>
      </dsp:nvSpPr>
      <dsp:spPr>
        <a:xfrm>
          <a:off x="0" y="132480"/>
          <a:ext cx="4754880" cy="185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1" kern="1200" dirty="0"/>
            <a:t>«Хозари вийшли супроти нього з каганом, князем своїм. І зступилися війська би- </a:t>
          </a:r>
          <a:r>
            <a:rPr lang="uk-UA" sz="1800" b="0" i="1" kern="1200" dirty="0" err="1"/>
            <a:t>тися</a:t>
          </a:r>
          <a:r>
            <a:rPr lang="uk-UA" sz="1800" b="0" i="1" kern="1200" dirty="0"/>
            <a:t>, і сталася битва межи ними, і </a:t>
          </a:r>
          <a:r>
            <a:rPr lang="uk-UA" sz="1800" b="0" i="1" kern="1200" dirty="0" err="1"/>
            <a:t>одолів</a:t>
          </a:r>
          <a:r>
            <a:rPr lang="uk-UA" sz="1800" b="0" i="1" kern="1200" dirty="0"/>
            <a:t> він хозар і город їхній столицю Ітіль, і город Білу Вежу взяв. І </a:t>
          </a:r>
          <a:r>
            <a:rPr lang="uk-UA" sz="1800" b="0" i="1" kern="1200" dirty="0" err="1"/>
            <a:t>ясів</a:t>
          </a:r>
          <a:r>
            <a:rPr lang="uk-UA" sz="1800" b="0" i="1" kern="1200" dirty="0"/>
            <a:t> він переміг, і </a:t>
          </a:r>
          <a:r>
            <a:rPr lang="uk-UA" sz="1800" b="0" i="1" kern="1200" dirty="0" err="1"/>
            <a:t>касогів</a:t>
          </a:r>
          <a:r>
            <a:rPr lang="uk-UA" sz="1800" b="0" i="1" kern="1200" dirty="0"/>
            <a:t>, і прийшов до Києва».</a:t>
          </a:r>
          <a:endParaRPr lang="uk-UA" sz="1800" kern="1200" dirty="0"/>
        </a:p>
      </dsp:txBody>
      <dsp:txXfrm>
        <a:off x="90470" y="222950"/>
        <a:ext cx="4573940" cy="1672340"/>
      </dsp:txXfrm>
    </dsp:sp>
    <dsp:sp modelId="{3558BD06-9991-4B81-80B8-57CB887E8D05}">
      <dsp:nvSpPr>
        <dsp:cNvPr id="0" name=""/>
        <dsp:cNvSpPr/>
      </dsp:nvSpPr>
      <dsp:spPr>
        <a:xfrm>
          <a:off x="0" y="2037600"/>
          <a:ext cx="4754880" cy="185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0" i="1" kern="1200" dirty="0"/>
            <a:t>«А було ж печенігів без числа. Виступив тоді він із </a:t>
          </a:r>
          <a:r>
            <a:rPr lang="uk-UA" sz="1800" b="0" i="1" kern="1200" dirty="0" err="1"/>
            <a:t>города</a:t>
          </a:r>
          <a:r>
            <a:rPr lang="uk-UA" sz="1800" b="0" i="1" kern="1200" dirty="0"/>
            <a:t>, приготував до бою дружину. Зійшлися вони на місці, де ото нині свята Софія стоїть, митрополія руська. І сталася січа люта, і ледве </a:t>
          </a:r>
          <a:r>
            <a:rPr lang="uk-UA" sz="1800" b="0" i="1" kern="1200" dirty="0" err="1"/>
            <a:t>одолів</a:t>
          </a:r>
          <a:r>
            <a:rPr lang="uk-UA" sz="1800" b="0" i="1" kern="1200" dirty="0"/>
            <a:t> він печенігів під вечір».</a:t>
          </a:r>
          <a:endParaRPr lang="uk-UA" sz="1800" kern="1200" dirty="0"/>
        </a:p>
      </dsp:txBody>
      <dsp:txXfrm>
        <a:off x="90470" y="2128070"/>
        <a:ext cx="4573940" cy="1672340"/>
      </dsp:txXfrm>
    </dsp:sp>
  </dsp:spTree>
</dsp:drawing>
</file>

<file path=ppt/diagrams/drawing6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E631A6-E752-4617-B6D2-CB24C9E015CA}">
      <dsp:nvSpPr>
        <dsp:cNvPr id="0" name=""/>
        <dsp:cNvSpPr/>
      </dsp:nvSpPr>
      <dsp:spPr>
        <a:xfrm>
          <a:off x="-4548356" y="-697417"/>
          <a:ext cx="5418195" cy="5418195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E672CB-9316-4E79-9463-8C37CC6BC7FE}">
      <dsp:nvSpPr>
        <dsp:cNvPr id="0" name=""/>
        <dsp:cNvSpPr/>
      </dsp:nvSpPr>
      <dsp:spPr>
        <a:xfrm>
          <a:off x="455617" y="309315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так, обидві події стосуються</a:t>
          </a:r>
          <a:endParaRPr lang="uk-UA" sz="2100" kern="1200" dirty="0"/>
        </a:p>
      </dsp:txBody>
      <dsp:txXfrm>
        <a:off x="455617" y="309315"/>
        <a:ext cx="4244717" cy="618953"/>
      </dsp:txXfrm>
    </dsp:sp>
    <dsp:sp modelId="{51E9AD7D-926F-4C4D-B359-395DBD5B4CE5}">
      <dsp:nvSpPr>
        <dsp:cNvPr id="0" name=""/>
        <dsp:cNvSpPr/>
      </dsp:nvSpPr>
      <dsp:spPr>
        <a:xfrm>
          <a:off x="68771" y="231946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FBA25D-6226-4857-B2D9-F32A98C3BF9D}">
      <dsp:nvSpPr>
        <dsp:cNvPr id="0" name=""/>
        <dsp:cNvSpPr/>
      </dsp:nvSpPr>
      <dsp:spPr>
        <a:xfrm>
          <a:off x="810477" y="1237907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тільки 1-ша подія стосується</a:t>
          </a:r>
          <a:endParaRPr lang="uk-UA" sz="2100" kern="1200" dirty="0"/>
        </a:p>
      </dsp:txBody>
      <dsp:txXfrm>
        <a:off x="810477" y="1237907"/>
        <a:ext cx="3889857" cy="618953"/>
      </dsp:txXfrm>
    </dsp:sp>
    <dsp:sp modelId="{9286AE9E-81DB-42AD-8E26-C4E7E3D5F35C}">
      <dsp:nvSpPr>
        <dsp:cNvPr id="0" name=""/>
        <dsp:cNvSpPr/>
      </dsp:nvSpPr>
      <dsp:spPr>
        <a:xfrm>
          <a:off x="423631" y="1160538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26ECD5-6AD0-4091-BF7B-9BE9369D1EE0}">
      <dsp:nvSpPr>
        <dsp:cNvPr id="0" name=""/>
        <dsp:cNvSpPr/>
      </dsp:nvSpPr>
      <dsp:spPr>
        <a:xfrm>
          <a:off x="810477" y="2166498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тільки 2-га подія стосується</a:t>
          </a:r>
          <a:endParaRPr lang="uk-UA" sz="2100" kern="1200"/>
        </a:p>
      </dsp:txBody>
      <dsp:txXfrm>
        <a:off x="810477" y="2166498"/>
        <a:ext cx="3889857" cy="618953"/>
      </dsp:txXfrm>
    </dsp:sp>
    <dsp:sp modelId="{64C3608B-9615-407A-B911-8625947E4C03}">
      <dsp:nvSpPr>
        <dsp:cNvPr id="0" name=""/>
        <dsp:cNvSpPr/>
      </dsp:nvSpPr>
      <dsp:spPr>
        <a:xfrm>
          <a:off x="423631" y="2089129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190ACA-04C5-4CF9-A711-DDA7EDE4C053}">
      <dsp:nvSpPr>
        <dsp:cNvPr id="0" name=""/>
        <dsp:cNvSpPr/>
      </dsp:nvSpPr>
      <dsp:spPr>
        <a:xfrm>
          <a:off x="455617" y="3095090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 dirty="0"/>
            <a:t>ні, жодна з подій не стосується</a:t>
          </a:r>
          <a:endParaRPr lang="uk-UA" sz="2100" kern="1200" dirty="0"/>
        </a:p>
      </dsp:txBody>
      <dsp:txXfrm>
        <a:off x="455617" y="3095090"/>
        <a:ext cx="4244717" cy="618953"/>
      </dsp:txXfrm>
    </dsp:sp>
    <dsp:sp modelId="{518AC361-90DC-4603-B86C-0644D1850911}">
      <dsp:nvSpPr>
        <dsp:cNvPr id="0" name=""/>
        <dsp:cNvSpPr/>
      </dsp:nvSpPr>
      <dsp:spPr>
        <a:xfrm>
          <a:off x="68771" y="3017721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990246-9247-4911-839C-D45A465FC68E}">
      <dsp:nvSpPr>
        <dsp:cNvPr id="0" name=""/>
        <dsp:cNvSpPr/>
      </dsp:nvSpPr>
      <dsp:spPr>
        <a:xfrm>
          <a:off x="0" y="252720"/>
          <a:ext cx="475488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«…на другий день посилає до імператора просити миру за такою умовою: [русичі] повинні віддати [візантійцям] </a:t>
          </a:r>
          <a:r>
            <a:rPr lang="uk-UA" sz="1600" b="0" i="1" kern="1200" dirty="0" err="1"/>
            <a:t>Доростол</a:t>
          </a:r>
          <a:r>
            <a:rPr lang="uk-UA" sz="1600" b="0" i="1" kern="1200" dirty="0"/>
            <a:t>.., [візантійці] повинні дозволити привозити до себе хліб…»</a:t>
          </a:r>
          <a:endParaRPr lang="uk-UA" sz="1600" kern="1200" dirty="0"/>
        </a:p>
      </dsp:txBody>
      <dsp:txXfrm>
        <a:off x="55744" y="308464"/>
        <a:ext cx="4643392" cy="1030432"/>
      </dsp:txXfrm>
    </dsp:sp>
    <dsp:sp modelId="{C33C056A-28D5-4293-8AE4-24B750584CDF}">
      <dsp:nvSpPr>
        <dsp:cNvPr id="0" name=""/>
        <dsp:cNvSpPr/>
      </dsp:nvSpPr>
      <dsp:spPr>
        <a:xfrm>
          <a:off x="0" y="1440720"/>
          <a:ext cx="475488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/>
            <a:t>«Більше вже не хочу мститися – хочу тільки взяти з вас невелику данину. Дайте мені від кожного двору по три голуби і по три горобці...»</a:t>
          </a:r>
          <a:endParaRPr lang="uk-UA" sz="1600" kern="1200"/>
        </a:p>
      </dsp:txBody>
      <dsp:txXfrm>
        <a:off x="55744" y="1496464"/>
        <a:ext cx="4643392" cy="1030432"/>
      </dsp:txXfrm>
    </dsp:sp>
    <dsp:sp modelId="{8816401E-B66A-4485-BC91-67D9927711DE}">
      <dsp:nvSpPr>
        <dsp:cNvPr id="0" name=""/>
        <dsp:cNvSpPr/>
      </dsp:nvSpPr>
      <dsp:spPr>
        <a:xfrm>
          <a:off x="0" y="2628720"/>
          <a:ext cx="475488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«Хозари вийшли супроти нього з каганом, князем своїм. І зступилися війська битися, і сталася битва межи ними, і </a:t>
          </a:r>
          <a:r>
            <a:rPr lang="uk-UA" sz="1600" b="0" i="1" kern="1200" dirty="0" err="1"/>
            <a:t>одолів</a:t>
          </a:r>
          <a:r>
            <a:rPr lang="uk-UA" sz="1600" b="0" i="1" kern="1200" dirty="0"/>
            <a:t> він хозар і город їхній столицю Ітіль, і город Білу Вежу взяв...»</a:t>
          </a:r>
          <a:endParaRPr lang="uk-UA" sz="1600" kern="1200" dirty="0"/>
        </a:p>
      </dsp:txBody>
      <dsp:txXfrm>
        <a:off x="55744" y="2684464"/>
        <a:ext cx="4643392" cy="1030432"/>
      </dsp:txXfrm>
    </dsp:sp>
  </dsp:spTree>
</dsp:drawing>
</file>

<file path=ppt/diagrams/drawing6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3F839C-3712-4678-BEBD-CC4A3FA46595}">
      <dsp:nvSpPr>
        <dsp:cNvPr id="0" name=""/>
        <dsp:cNvSpPr/>
      </dsp:nvSpPr>
      <dsp:spPr>
        <a:xfrm>
          <a:off x="0" y="252720"/>
          <a:ext cx="475488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«Зібрав він воїнів і прийшов до Києва, і вчинив мир із братом своїм Мстиславом. І розділили вони по Дніпру Руську землю: собі узяв сю сторону, а Мстислав – ту…»</a:t>
          </a:r>
          <a:endParaRPr lang="uk-UA" sz="1600" kern="1200" dirty="0"/>
        </a:p>
      </dsp:txBody>
      <dsp:txXfrm>
        <a:off x="55744" y="308464"/>
        <a:ext cx="4643392" cy="1030432"/>
      </dsp:txXfrm>
    </dsp:sp>
    <dsp:sp modelId="{1E48AA6A-B791-4461-8958-17BA5326BA1B}">
      <dsp:nvSpPr>
        <dsp:cNvPr id="0" name=""/>
        <dsp:cNvSpPr/>
      </dsp:nvSpPr>
      <dsp:spPr>
        <a:xfrm>
          <a:off x="0" y="1440720"/>
          <a:ext cx="475488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/>
            <a:t>«Тепер поручаю я, – замість себе, – стіл свій, Київ, найстаршому синові… Ізяславу, …нехай він вам буде замість мене… А Святославу даю Чернігів, а Всеволоду – Переяслав…»</a:t>
          </a:r>
          <a:endParaRPr lang="uk-UA" sz="1600" kern="1200"/>
        </a:p>
      </dsp:txBody>
      <dsp:txXfrm>
        <a:off x="55744" y="1496464"/>
        <a:ext cx="4643392" cy="1030432"/>
      </dsp:txXfrm>
    </dsp:sp>
    <dsp:sp modelId="{20DA2CEC-FFFB-4E66-A2D1-595297113013}">
      <dsp:nvSpPr>
        <dsp:cNvPr id="0" name=""/>
        <dsp:cNvSpPr/>
      </dsp:nvSpPr>
      <dsp:spPr>
        <a:xfrm>
          <a:off x="0" y="2628720"/>
          <a:ext cx="4754880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«Прийшов [князь] у Переяславець. І послав до греків послів, говорячи: “Хочу йти на вас”… І пішов до </a:t>
          </a:r>
          <a:r>
            <a:rPr lang="uk-UA" sz="1600" b="0" i="1" kern="1200" dirty="0" err="1"/>
            <a:t>Царграда</a:t>
          </a:r>
          <a:r>
            <a:rPr lang="uk-UA" sz="1600" b="0" i="1" kern="1200" dirty="0"/>
            <a:t>, розоряючи міста. І дали йому данину… І повернувся він в Переяславець…»</a:t>
          </a:r>
          <a:endParaRPr lang="uk-UA" sz="1600" kern="1200" dirty="0"/>
        </a:p>
      </dsp:txBody>
      <dsp:txXfrm>
        <a:off x="55744" y="2684464"/>
        <a:ext cx="4643392" cy="1030432"/>
      </dsp:txXfrm>
    </dsp:sp>
  </dsp:spTree>
</dsp:drawing>
</file>

<file path=ppt/diagrams/drawing6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E47CA0-593E-433F-B040-B98D509E749A}">
      <dsp:nvSpPr>
        <dsp:cNvPr id="0" name=""/>
        <dsp:cNvSpPr/>
      </dsp:nvSpPr>
      <dsp:spPr>
        <a:xfrm>
          <a:off x="0" y="84277"/>
          <a:ext cx="1098804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1" kern="1200" dirty="0"/>
            <a:t>«Виступив тоді він із </a:t>
          </a:r>
          <a:r>
            <a:rPr lang="uk-UA" sz="1900" b="0" i="1" kern="1200" dirty="0" err="1"/>
            <a:t>города</a:t>
          </a:r>
          <a:r>
            <a:rPr lang="uk-UA" sz="1900" b="0" i="1" kern="1200" dirty="0"/>
            <a:t>, приготував до бою дружину. Зійшлися вони на місці, де ото нині свята Софія стоїть, митрополія руська. І сталася січа люта, і ледве </a:t>
          </a:r>
          <a:r>
            <a:rPr lang="uk-UA" sz="1900" b="0" i="1" kern="1200" dirty="0" err="1"/>
            <a:t>одолів</a:t>
          </a:r>
          <a:r>
            <a:rPr lang="uk-UA" sz="1900" b="0" i="1" kern="1200" dirty="0"/>
            <a:t> він печенігів під вечір...»</a:t>
          </a:r>
          <a:endParaRPr lang="uk-UA" sz="1900" kern="1200" dirty="0"/>
        </a:p>
      </dsp:txBody>
      <dsp:txXfrm>
        <a:off x="36896" y="121173"/>
        <a:ext cx="10914248" cy="682028"/>
      </dsp:txXfrm>
    </dsp:sp>
  </dsp:spTree>
</dsp:drawing>
</file>

<file path=ppt/diagrams/drawing6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4D57D0-64A0-4561-B68A-17C90AB907BB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31E07E-DBB7-42C8-863F-BD4C8EF585F0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/>
            <a:t>Ігор</a:t>
          </a:r>
          <a:endParaRPr lang="uk-UA" sz="2200" kern="1200"/>
        </a:p>
      </dsp:txBody>
      <dsp:txXfrm>
        <a:off x="824577" y="458817"/>
        <a:ext cx="1415914" cy="1415914"/>
      </dsp:txXfrm>
    </dsp:sp>
    <dsp:sp modelId="{0BEE463B-66A4-488D-B2F2-C8257A1DE9ED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 dirty="0"/>
            <a:t>Ольга</a:t>
          </a:r>
          <a:endParaRPr lang="uk-UA" sz="2200" kern="1200" dirty="0"/>
        </a:p>
      </dsp:txBody>
      <dsp:txXfrm>
        <a:off x="2514388" y="458817"/>
        <a:ext cx="1415914" cy="1415914"/>
      </dsp:txXfrm>
    </dsp:sp>
    <dsp:sp modelId="{F7756776-37D2-4F71-9474-BA5821354195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 dirty="0"/>
            <a:t>Святослав</a:t>
          </a:r>
          <a:endParaRPr lang="uk-UA" sz="2200" kern="1200" dirty="0"/>
        </a:p>
      </dsp:txBody>
      <dsp:txXfrm>
        <a:off x="824577" y="2148628"/>
        <a:ext cx="1415914" cy="1415914"/>
      </dsp:txXfrm>
    </dsp:sp>
    <dsp:sp modelId="{0E59E645-17D2-420D-96F1-5F6F9BB43D58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200" b="0" i="0" kern="1200" dirty="0"/>
            <a:t>Олег</a:t>
          </a:r>
          <a:endParaRPr lang="uk-UA" sz="2200" kern="1200" dirty="0"/>
        </a:p>
      </dsp:txBody>
      <dsp:txXfrm>
        <a:off x="2514388" y="2148628"/>
        <a:ext cx="1415914" cy="1415914"/>
      </dsp:txXfrm>
    </dsp:sp>
  </dsp:spTree>
</dsp:drawing>
</file>

<file path=ppt/diagrams/drawing6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F9C30B-B6D1-4D4B-94B0-5DB34F287563}">
      <dsp:nvSpPr>
        <dsp:cNvPr id="0" name=""/>
        <dsp:cNvSpPr/>
      </dsp:nvSpPr>
      <dsp:spPr>
        <a:xfrm>
          <a:off x="0" y="12689"/>
          <a:ext cx="475488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запровадження християнства як державної релігії</a:t>
          </a:r>
          <a:endParaRPr lang="uk-UA" sz="1900" kern="1200"/>
        </a:p>
      </dsp:txBody>
      <dsp:txXfrm>
        <a:off x="36896" y="49585"/>
        <a:ext cx="4681088" cy="682028"/>
      </dsp:txXfrm>
    </dsp:sp>
    <dsp:sp modelId="{9786F042-6B21-4A87-9543-C90993151D72}">
      <dsp:nvSpPr>
        <dsp:cNvPr id="0" name=""/>
        <dsp:cNvSpPr/>
      </dsp:nvSpPr>
      <dsp:spPr>
        <a:xfrm>
          <a:off x="0" y="823230"/>
          <a:ext cx="475488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загибель руського флоту від «грецького вогню»</a:t>
          </a:r>
          <a:endParaRPr lang="uk-UA" sz="1900" kern="1200" dirty="0"/>
        </a:p>
      </dsp:txBody>
      <dsp:txXfrm>
        <a:off x="36896" y="860126"/>
        <a:ext cx="4681088" cy="682028"/>
      </dsp:txXfrm>
    </dsp:sp>
    <dsp:sp modelId="{CB4189C7-4B54-4572-BAC0-CE6BF5F47C34}">
      <dsp:nvSpPr>
        <dsp:cNvPr id="0" name=""/>
        <dsp:cNvSpPr/>
      </dsp:nvSpPr>
      <dsp:spPr>
        <a:xfrm>
          <a:off x="0" y="1633770"/>
          <a:ext cx="475488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розгром Хозарського каганату</a:t>
          </a:r>
          <a:endParaRPr lang="uk-UA" sz="1900" kern="1200"/>
        </a:p>
      </dsp:txBody>
      <dsp:txXfrm>
        <a:off x="36896" y="1670666"/>
        <a:ext cx="4681088" cy="682028"/>
      </dsp:txXfrm>
    </dsp:sp>
    <dsp:sp modelId="{87801461-D0C3-4EB7-8C94-7F66F514A954}">
      <dsp:nvSpPr>
        <dsp:cNvPr id="0" name=""/>
        <dsp:cNvSpPr/>
      </dsp:nvSpPr>
      <dsp:spPr>
        <a:xfrm>
          <a:off x="0" y="2444310"/>
          <a:ext cx="475488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організація погостів та запровадження системи уроків</a:t>
          </a:r>
          <a:endParaRPr lang="uk-UA" sz="1900" kern="1200"/>
        </a:p>
      </dsp:txBody>
      <dsp:txXfrm>
        <a:off x="36896" y="2481206"/>
        <a:ext cx="4681088" cy="682028"/>
      </dsp:txXfrm>
    </dsp:sp>
    <dsp:sp modelId="{C9FB8895-3E16-46E1-AA08-E1C520F22B04}">
      <dsp:nvSpPr>
        <dsp:cNvPr id="0" name=""/>
        <dsp:cNvSpPr/>
      </dsp:nvSpPr>
      <dsp:spPr>
        <a:xfrm>
          <a:off x="0" y="3254849"/>
          <a:ext cx="4754880" cy="755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 dirty="0"/>
            <a:t>об'єднання північних та південних руських земель</a:t>
          </a:r>
          <a:endParaRPr lang="uk-UA" sz="1900" kern="1200" dirty="0"/>
        </a:p>
      </dsp:txBody>
      <dsp:txXfrm>
        <a:off x="36896" y="3291745"/>
        <a:ext cx="4681088" cy="682028"/>
      </dsp:txXfrm>
    </dsp:sp>
  </dsp:spTree>
</dsp:drawing>
</file>

<file path=ppt/diagrams/drawing7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AC5C1D-D443-40ED-A80B-2478549822CA}">
      <dsp:nvSpPr>
        <dsp:cNvPr id="0" name=""/>
        <dsp:cNvSpPr/>
      </dsp:nvSpPr>
      <dsp:spPr>
        <a:xfrm>
          <a:off x="-4547637" y="-697308"/>
          <a:ext cx="5417342" cy="5417342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AC659E-2825-4BA2-A389-313785FDA2C2}">
      <dsp:nvSpPr>
        <dsp:cNvPr id="0" name=""/>
        <dsp:cNvSpPr/>
      </dsp:nvSpPr>
      <dsp:spPr>
        <a:xfrm>
          <a:off x="455546" y="309267"/>
          <a:ext cx="4244480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приєднання земель Червоної Русі.</a:t>
          </a:r>
          <a:endParaRPr lang="uk-UA" sz="1900" kern="1200"/>
        </a:p>
      </dsp:txBody>
      <dsp:txXfrm>
        <a:off x="455546" y="309267"/>
        <a:ext cx="4244480" cy="618856"/>
      </dsp:txXfrm>
    </dsp:sp>
    <dsp:sp modelId="{FCD1F02E-CE7A-41A6-8D49-88C13A6F5649}">
      <dsp:nvSpPr>
        <dsp:cNvPr id="0" name=""/>
        <dsp:cNvSpPr/>
      </dsp:nvSpPr>
      <dsp:spPr>
        <a:xfrm>
          <a:off x="68761" y="231910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32D020-0C07-48DB-A1EF-26FDFE4D429D}">
      <dsp:nvSpPr>
        <dsp:cNvPr id="0" name=""/>
        <dsp:cNvSpPr/>
      </dsp:nvSpPr>
      <dsp:spPr>
        <a:xfrm>
          <a:off x="810351" y="1237712"/>
          <a:ext cx="3889676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 err="1"/>
            <a:t>усунення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варягів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від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влади</a:t>
          </a:r>
          <a:r>
            <a:rPr lang="ru-RU" sz="1900" b="0" i="0" kern="1200" dirty="0"/>
            <a:t>.</a:t>
          </a:r>
          <a:endParaRPr lang="uk-UA" sz="1900" kern="1200" dirty="0"/>
        </a:p>
      </dsp:txBody>
      <dsp:txXfrm>
        <a:off x="810351" y="1237712"/>
        <a:ext cx="3889676" cy="618856"/>
      </dsp:txXfrm>
    </dsp:sp>
    <dsp:sp modelId="{0E206202-326A-4D77-9A74-950B696ABD14}">
      <dsp:nvSpPr>
        <dsp:cNvPr id="0" name=""/>
        <dsp:cNvSpPr/>
      </dsp:nvSpPr>
      <dsp:spPr>
        <a:xfrm>
          <a:off x="423566" y="1160355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CA3D56-8B92-4E6F-9575-6B1229A338E1}">
      <dsp:nvSpPr>
        <dsp:cNvPr id="0" name=""/>
        <dsp:cNvSpPr/>
      </dsp:nvSpPr>
      <dsp:spPr>
        <a:xfrm>
          <a:off x="810351" y="2166156"/>
          <a:ext cx="3889676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/>
            <a:t>розширення кордонів держави.</a:t>
          </a:r>
          <a:endParaRPr lang="uk-UA" sz="1900" kern="1200"/>
        </a:p>
      </dsp:txBody>
      <dsp:txXfrm>
        <a:off x="810351" y="2166156"/>
        <a:ext cx="3889676" cy="618856"/>
      </dsp:txXfrm>
    </dsp:sp>
    <dsp:sp modelId="{C747070B-D5F2-4872-96B0-6CF01166912F}">
      <dsp:nvSpPr>
        <dsp:cNvPr id="0" name=""/>
        <dsp:cNvSpPr/>
      </dsp:nvSpPr>
      <dsp:spPr>
        <a:xfrm>
          <a:off x="423566" y="2088799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1F1470-0145-456A-9E3D-EA87935CB63B}">
      <dsp:nvSpPr>
        <dsp:cNvPr id="0" name=""/>
        <dsp:cNvSpPr/>
      </dsp:nvSpPr>
      <dsp:spPr>
        <a:xfrm>
          <a:off x="455546" y="3094601"/>
          <a:ext cx="4244480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b="0" i="0" kern="1200" dirty="0" err="1"/>
            <a:t>розорення</a:t>
          </a:r>
          <a:r>
            <a:rPr lang="ru-RU" sz="1900" b="0" i="0" kern="1200" dirty="0"/>
            <a:t> </a:t>
          </a:r>
          <a:r>
            <a:rPr lang="ru-RU" sz="1900" b="0" i="0" kern="1200" dirty="0" err="1"/>
            <a:t>господарства</a:t>
          </a:r>
          <a:r>
            <a:rPr lang="ru-RU" sz="1900" b="0" i="0" kern="1200" dirty="0"/>
            <a:t> </a:t>
          </a:r>
          <a:r>
            <a:rPr lang="ru-RU" sz="1900" b="0" i="0" kern="1200" dirty="0" err="1"/>
            <a:t>Русі</a:t>
          </a:r>
          <a:r>
            <a:rPr lang="ru-RU" sz="1900" b="0" i="0" kern="1200" dirty="0"/>
            <a:t>.</a:t>
          </a:r>
          <a:endParaRPr lang="uk-UA" sz="1900" kern="1200" dirty="0"/>
        </a:p>
      </dsp:txBody>
      <dsp:txXfrm>
        <a:off x="455546" y="3094601"/>
        <a:ext cx="4244480" cy="618856"/>
      </dsp:txXfrm>
    </dsp:sp>
    <dsp:sp modelId="{668ACB1B-9978-4F45-99A1-B113B9DC2863}">
      <dsp:nvSpPr>
        <dsp:cNvPr id="0" name=""/>
        <dsp:cNvSpPr/>
      </dsp:nvSpPr>
      <dsp:spPr>
        <a:xfrm>
          <a:off x="68761" y="3017244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9279A2-2886-4298-950D-1A6779E76CB8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0B2E91-6DB3-4850-8837-153BCEB1B9FD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хозарами.</a:t>
          </a:r>
          <a:endParaRPr lang="uk-UA" sz="1700" kern="1200" dirty="0"/>
        </a:p>
      </dsp:txBody>
      <dsp:txXfrm>
        <a:off x="824577" y="458817"/>
        <a:ext cx="1415914" cy="1415914"/>
      </dsp:txXfrm>
    </dsp:sp>
    <dsp:sp modelId="{873D03F2-41B3-4B8B-B56E-FCF87A6381C9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варягами.</a:t>
          </a:r>
          <a:endParaRPr lang="uk-UA" sz="1700" kern="1200"/>
        </a:p>
      </dsp:txBody>
      <dsp:txXfrm>
        <a:off x="2514388" y="458817"/>
        <a:ext cx="1415914" cy="1415914"/>
      </dsp:txXfrm>
    </dsp:sp>
    <dsp:sp modelId="{2671B53E-874E-438C-8A8B-EC7C2C45DA38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печенігами.</a:t>
          </a:r>
          <a:endParaRPr lang="uk-UA" sz="1700" kern="1200" dirty="0"/>
        </a:p>
      </dsp:txBody>
      <dsp:txXfrm>
        <a:off x="824577" y="2148628"/>
        <a:ext cx="1415914" cy="1415914"/>
      </dsp:txXfrm>
    </dsp:sp>
    <dsp:sp modelId="{6D57FA64-0370-4A7B-B13B-96C09C52D6A6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візантійцями.</a:t>
          </a:r>
          <a:endParaRPr lang="uk-UA" sz="1700" kern="1200" dirty="0"/>
        </a:p>
      </dsp:txBody>
      <dsp:txXfrm>
        <a:off x="2514388" y="2148628"/>
        <a:ext cx="1415914" cy="1415914"/>
      </dsp:txXfrm>
    </dsp:sp>
  </dsp:spTree>
</dsp:drawing>
</file>

<file path=ppt/diagrams/drawing7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9CDBE5-82C4-41CF-8DD8-FF6F0D8DF9B3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1E5237-A903-4C85-A1A8-E678A742CF67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/>
            <a:t>Святослава Хороброго.</a:t>
          </a:r>
          <a:endParaRPr lang="uk-UA" sz="1800" kern="1200" dirty="0"/>
        </a:p>
      </dsp:txBody>
      <dsp:txXfrm>
        <a:off x="824577" y="458817"/>
        <a:ext cx="1415914" cy="1415914"/>
      </dsp:txXfrm>
    </dsp:sp>
    <dsp:sp modelId="{0A958D78-6F27-4F0B-85A2-E3653F522EDF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Володимира Великого.</a:t>
          </a:r>
          <a:endParaRPr lang="uk-UA" sz="1800" kern="1200"/>
        </a:p>
      </dsp:txBody>
      <dsp:txXfrm>
        <a:off x="2514388" y="458817"/>
        <a:ext cx="1415914" cy="1415914"/>
      </dsp:txXfrm>
    </dsp:sp>
    <dsp:sp modelId="{E3025F4D-EB16-4CC4-8E36-3EE6B9E822E7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/>
            <a:t>Ярослава Мудрого.</a:t>
          </a:r>
          <a:endParaRPr lang="uk-UA" sz="1800" kern="1200" dirty="0"/>
        </a:p>
      </dsp:txBody>
      <dsp:txXfrm>
        <a:off x="824577" y="2148628"/>
        <a:ext cx="1415914" cy="1415914"/>
      </dsp:txXfrm>
    </dsp:sp>
    <dsp:sp modelId="{AA5540BE-25E0-43BC-813B-0E9918F9465B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 err="1"/>
            <a:t>Володимира</a:t>
          </a:r>
          <a:r>
            <a:rPr lang="ru-RU" sz="1800" b="0" i="0" kern="1200" dirty="0"/>
            <a:t> Мономаха</a:t>
          </a:r>
          <a:endParaRPr lang="uk-UA" sz="1800" kern="1200" dirty="0"/>
        </a:p>
      </dsp:txBody>
      <dsp:txXfrm>
        <a:off x="2514388" y="2148628"/>
        <a:ext cx="1415914" cy="1415914"/>
      </dsp:txXfrm>
    </dsp:sp>
  </dsp:spTree>
</dsp:drawing>
</file>

<file path=ppt/diagrams/drawing7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852F77-CB3F-4A6F-8C44-E088681A0ACF}">
      <dsp:nvSpPr>
        <dsp:cNvPr id="0" name=""/>
        <dsp:cNvSpPr/>
      </dsp:nvSpPr>
      <dsp:spPr>
        <a:xfrm>
          <a:off x="0" y="252402"/>
          <a:ext cx="4754562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«…на другий день посилає до імператора просити миру за такою умовою: [русичі] повинні віддати [візантійцям] </a:t>
          </a:r>
          <a:r>
            <a:rPr lang="uk-UA" sz="1600" b="0" i="1" kern="1200" dirty="0" err="1"/>
            <a:t>Доростол</a:t>
          </a:r>
          <a:r>
            <a:rPr lang="uk-UA" sz="1600" b="0" i="1" kern="1200" dirty="0"/>
            <a:t>.., [візантійці] повинні дозволити привозити до себе хліб…»</a:t>
          </a:r>
          <a:endParaRPr lang="uk-UA" sz="1600" kern="1200" dirty="0"/>
        </a:p>
      </dsp:txBody>
      <dsp:txXfrm>
        <a:off x="55744" y="308146"/>
        <a:ext cx="4643074" cy="1030432"/>
      </dsp:txXfrm>
    </dsp:sp>
    <dsp:sp modelId="{DF8C984E-D9C2-4C18-9BB2-058FC8BB8E55}">
      <dsp:nvSpPr>
        <dsp:cNvPr id="0" name=""/>
        <dsp:cNvSpPr/>
      </dsp:nvSpPr>
      <dsp:spPr>
        <a:xfrm>
          <a:off x="0" y="1440402"/>
          <a:ext cx="4754562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0" kern="1200" dirty="0"/>
            <a:t>«І поставив він кумири на пагорбі, поза двором </a:t>
          </a:r>
          <a:r>
            <a:rPr lang="uk-UA" sz="1600" b="0" i="0" kern="1200" dirty="0" err="1"/>
            <a:t>теремним</a:t>
          </a:r>
          <a:r>
            <a:rPr lang="uk-UA" sz="1600" b="0" i="0" kern="1200" dirty="0"/>
            <a:t>: Перуна дерев'яного, - а голова його була срібна, а вус - золотий, - і </a:t>
          </a:r>
          <a:r>
            <a:rPr lang="uk-UA" sz="1600" b="0" i="0" kern="1200" dirty="0" err="1"/>
            <a:t>Хорса</a:t>
          </a:r>
          <a:r>
            <a:rPr lang="uk-UA" sz="1600" b="0" i="0" kern="1200" dirty="0"/>
            <a:t>, і Дажбога, і </a:t>
          </a:r>
          <a:r>
            <a:rPr lang="uk-UA" sz="1600" b="0" i="0" kern="1200" dirty="0" err="1"/>
            <a:t>Стрибога</a:t>
          </a:r>
          <a:r>
            <a:rPr lang="uk-UA" sz="1600" b="0" i="0" kern="1200" dirty="0"/>
            <a:t>, і </a:t>
          </a:r>
          <a:r>
            <a:rPr lang="uk-UA" sz="1600" b="0" i="0" kern="1200" dirty="0" err="1"/>
            <a:t>Сімаргла</a:t>
          </a:r>
          <a:r>
            <a:rPr lang="uk-UA" sz="1600" b="0" i="0" kern="1200" dirty="0"/>
            <a:t>...»*</a:t>
          </a:r>
          <a:endParaRPr lang="uk-UA" sz="1600" kern="1200" dirty="0"/>
        </a:p>
      </dsp:txBody>
      <dsp:txXfrm>
        <a:off x="55744" y="1496146"/>
        <a:ext cx="4643074" cy="1030432"/>
      </dsp:txXfrm>
    </dsp:sp>
    <dsp:sp modelId="{A56AB599-BBBE-42BE-83A1-A250DC9E2B6B}">
      <dsp:nvSpPr>
        <dsp:cNvPr id="0" name=""/>
        <dsp:cNvSpPr/>
      </dsp:nvSpPr>
      <dsp:spPr>
        <a:xfrm>
          <a:off x="0" y="2628402"/>
          <a:ext cx="4754562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«Хозари вийшли супроти нього з каганом, князем своїм. І зступилися війська битися, і сталася битва межи ними, і </a:t>
          </a:r>
          <a:r>
            <a:rPr lang="uk-UA" sz="1600" b="0" i="1" kern="1200" dirty="0" err="1"/>
            <a:t>одолів</a:t>
          </a:r>
          <a:r>
            <a:rPr lang="uk-UA" sz="1600" b="0" i="1" kern="1200" dirty="0"/>
            <a:t> він хозар і город їхній столицю Ітіль, і город Білу Вежу взяв...»</a:t>
          </a:r>
          <a:endParaRPr lang="uk-UA" sz="1600" kern="1200" dirty="0"/>
        </a:p>
      </dsp:txBody>
      <dsp:txXfrm>
        <a:off x="55744" y="2684146"/>
        <a:ext cx="4643074" cy="1030432"/>
      </dsp:txXfrm>
    </dsp:sp>
  </dsp:spTree>
</dsp:drawing>
</file>

<file path=ppt/diagrams/drawing7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45DEFD-79C7-46FF-9EE9-B2DE66181E64}">
      <dsp:nvSpPr>
        <dsp:cNvPr id="0" name=""/>
        <dsp:cNvSpPr/>
      </dsp:nvSpPr>
      <dsp:spPr>
        <a:xfrm>
          <a:off x="0" y="252402"/>
          <a:ext cx="4754562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 Зібрав він воїнів і прийшов до Києва, і вчинив мир із братом своїм Мстиславом. І розділили вони по Дніпру Руську землю: собі узяв сю сторону, а Мстислав - ту...»</a:t>
          </a:r>
          <a:endParaRPr lang="uk-UA" sz="1600" kern="1200" dirty="0"/>
        </a:p>
      </dsp:txBody>
      <dsp:txXfrm>
        <a:off x="55744" y="308146"/>
        <a:ext cx="4643074" cy="1030432"/>
      </dsp:txXfrm>
    </dsp:sp>
    <dsp:sp modelId="{FAA43F0A-41E7-4A8B-97BD-C42ED5021314}">
      <dsp:nvSpPr>
        <dsp:cNvPr id="0" name=""/>
        <dsp:cNvSpPr/>
      </dsp:nvSpPr>
      <dsp:spPr>
        <a:xfrm>
          <a:off x="0" y="1440402"/>
          <a:ext cx="4754562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«...побачив, що церкву завершено, він помолився Богу, говорячи: «Осе даю церкві сій, святій Богородиці, од маєтності своєї десяту частину. Якщо се </a:t>
          </a:r>
          <a:r>
            <a:rPr lang="uk-UA" sz="1600" b="0" i="1" kern="1200" dirty="0" err="1"/>
            <a:t>одмінить</a:t>
          </a:r>
          <a:r>
            <a:rPr lang="uk-UA" sz="1600" b="0" i="1" kern="1200" dirty="0"/>
            <a:t> хто - хай буде проклят...»</a:t>
          </a:r>
          <a:endParaRPr lang="uk-UA" sz="1600" kern="1200" dirty="0"/>
        </a:p>
      </dsp:txBody>
      <dsp:txXfrm>
        <a:off x="55744" y="1496146"/>
        <a:ext cx="4643074" cy="1030432"/>
      </dsp:txXfrm>
    </dsp:sp>
    <dsp:sp modelId="{342273ED-906D-47C7-8AA1-10B64891AF87}">
      <dsp:nvSpPr>
        <dsp:cNvPr id="0" name=""/>
        <dsp:cNvSpPr/>
      </dsp:nvSpPr>
      <dsp:spPr>
        <a:xfrm>
          <a:off x="0" y="2628402"/>
          <a:ext cx="4754562" cy="1141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600" b="0" i="1" kern="1200" dirty="0"/>
            <a:t>«Прийшов [князь] у Переяславець. І послав до греків послів, говорячи: «Хочу йти на вас»...І пішов до </a:t>
          </a:r>
          <a:r>
            <a:rPr lang="uk-UA" sz="1600" b="0" i="1" kern="1200" dirty="0" err="1"/>
            <a:t>Царграда</a:t>
          </a:r>
          <a:r>
            <a:rPr lang="uk-UA" sz="1600" b="0" i="1" kern="1200" dirty="0"/>
            <a:t>, розоряючи міста. І дали йому данину...! повернувся він в Переяславець...»</a:t>
          </a:r>
          <a:endParaRPr lang="uk-UA" sz="1600" kern="1200" dirty="0"/>
        </a:p>
      </dsp:txBody>
      <dsp:txXfrm>
        <a:off x="55744" y="2684146"/>
        <a:ext cx="4643074" cy="1030432"/>
      </dsp:txXfrm>
    </dsp:sp>
  </dsp:spTree>
</dsp:drawing>
</file>

<file path=ppt/diagrams/drawing7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05F5C3-83A2-4BC6-A301-3994813BF63E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0371AA-0271-483F-AA05-44F09FA37751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Олег.</a:t>
          </a:r>
          <a:endParaRPr lang="uk-UA" sz="1800" kern="1200"/>
        </a:p>
      </dsp:txBody>
      <dsp:txXfrm>
        <a:off x="824577" y="458817"/>
        <a:ext cx="1415914" cy="1415914"/>
      </dsp:txXfrm>
    </dsp:sp>
    <dsp:sp modelId="{15E07F10-6EF0-4259-9B3D-3A3406995323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/>
            <a:t>Ігор.</a:t>
          </a:r>
          <a:endParaRPr lang="uk-UA" sz="1800" kern="1200"/>
        </a:p>
      </dsp:txBody>
      <dsp:txXfrm>
        <a:off x="2514388" y="458817"/>
        <a:ext cx="1415914" cy="1415914"/>
      </dsp:txXfrm>
    </dsp:sp>
    <dsp:sp modelId="{DB0989A5-9C74-456C-BAFC-8EE0B181C4EF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/>
            <a:t>Святослав </a:t>
          </a:r>
          <a:r>
            <a:rPr lang="ru-RU" sz="1800" b="0" i="0" kern="1200" dirty="0" err="1"/>
            <a:t>Ігоревич</a:t>
          </a:r>
          <a:r>
            <a:rPr lang="ru-RU" sz="1800" b="0" i="0" kern="1200" dirty="0"/>
            <a:t>.</a:t>
          </a:r>
          <a:endParaRPr lang="uk-UA" sz="1800" kern="1200" dirty="0"/>
        </a:p>
      </dsp:txBody>
      <dsp:txXfrm>
        <a:off x="824577" y="2148628"/>
        <a:ext cx="1415914" cy="1415914"/>
      </dsp:txXfrm>
    </dsp:sp>
    <dsp:sp modelId="{A27993DA-FBDE-4FBC-938D-5B67EE94CBDD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b="0" i="0" kern="1200" dirty="0" err="1"/>
            <a:t>Володимир</a:t>
          </a:r>
          <a:r>
            <a:rPr lang="ru-RU" sz="1800" b="0" i="0" kern="1200" dirty="0"/>
            <a:t> Святославич.</a:t>
          </a:r>
          <a:endParaRPr lang="uk-UA" sz="1800" kern="1200" dirty="0"/>
        </a:p>
      </dsp:txBody>
      <dsp:txXfrm>
        <a:off x="2514388" y="2148628"/>
        <a:ext cx="1415914" cy="1415914"/>
      </dsp:txXfrm>
    </dsp:sp>
  </dsp:spTree>
</dsp:drawing>
</file>

<file path=ppt/diagrams/drawing7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A5114E-B351-4C08-BAC6-7C56AF0C8650}">
      <dsp:nvSpPr>
        <dsp:cNvPr id="0" name=""/>
        <dsp:cNvSpPr/>
      </dsp:nvSpPr>
      <dsp:spPr>
        <a:xfrm>
          <a:off x="0" y="128922"/>
          <a:ext cx="9720262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600" b="0" i="0" kern="1200"/>
            <a:t>відновленню родючості ґрунтів.</a:t>
          </a:r>
          <a:endParaRPr lang="uk-UA" sz="3600" kern="1200"/>
        </a:p>
      </dsp:txBody>
      <dsp:txXfrm>
        <a:off x="42151" y="171073"/>
        <a:ext cx="9635960" cy="779158"/>
      </dsp:txXfrm>
    </dsp:sp>
    <dsp:sp modelId="{385BAD40-9E08-4589-9B01-08D66E94FC17}">
      <dsp:nvSpPr>
        <dsp:cNvPr id="0" name=""/>
        <dsp:cNvSpPr/>
      </dsp:nvSpPr>
      <dsp:spPr>
        <a:xfrm>
          <a:off x="0" y="1096062"/>
          <a:ext cx="9720262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600" b="0" i="0" kern="1200" dirty="0"/>
            <a:t>відмові від завезення зерна з Візантії.</a:t>
          </a:r>
          <a:endParaRPr lang="uk-UA" sz="3600" kern="1200" dirty="0"/>
        </a:p>
      </dsp:txBody>
      <dsp:txXfrm>
        <a:off x="42151" y="1138213"/>
        <a:ext cx="9635960" cy="779158"/>
      </dsp:txXfrm>
    </dsp:sp>
    <dsp:sp modelId="{1D0C436B-D1E2-4952-819C-83C2715022F6}">
      <dsp:nvSpPr>
        <dsp:cNvPr id="0" name=""/>
        <dsp:cNvSpPr/>
      </dsp:nvSpPr>
      <dsp:spPr>
        <a:xfrm>
          <a:off x="0" y="2063202"/>
          <a:ext cx="9720262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600" b="0" i="0" kern="1200" dirty="0"/>
            <a:t>відокремленню ремесла від землеробства.</a:t>
          </a:r>
          <a:endParaRPr lang="uk-UA" sz="3600" kern="1200" dirty="0"/>
        </a:p>
      </dsp:txBody>
      <dsp:txXfrm>
        <a:off x="42151" y="2105353"/>
        <a:ext cx="9635960" cy="779158"/>
      </dsp:txXfrm>
    </dsp:sp>
    <dsp:sp modelId="{81A666A8-94AF-4FDD-AEAB-229563E43A26}">
      <dsp:nvSpPr>
        <dsp:cNvPr id="0" name=""/>
        <dsp:cNvSpPr/>
      </dsp:nvSpPr>
      <dsp:spPr>
        <a:xfrm>
          <a:off x="0" y="3030342"/>
          <a:ext cx="9720262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600" b="0" i="0" kern="1200" dirty="0"/>
            <a:t>занепаду промислів: мисливства та рибальства.</a:t>
          </a:r>
          <a:endParaRPr lang="uk-UA" sz="3600" kern="1200" dirty="0"/>
        </a:p>
      </dsp:txBody>
      <dsp:txXfrm>
        <a:off x="42151" y="3072493"/>
        <a:ext cx="9635960" cy="779158"/>
      </dsp:txXfrm>
    </dsp:sp>
  </dsp:spTree>
</dsp:drawing>
</file>

<file path=ppt/diagrams/drawing7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F6A8D6-0F5B-4621-9008-05A8BE65269A}">
      <dsp:nvSpPr>
        <dsp:cNvPr id="0" name=""/>
        <dsp:cNvSpPr/>
      </dsp:nvSpPr>
      <dsp:spPr>
        <a:xfrm>
          <a:off x="0" y="36258"/>
          <a:ext cx="4754880" cy="9509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Занепад і зникнення віче — органу громадського управління.</a:t>
          </a:r>
          <a:endParaRPr lang="uk-UA" sz="1700" kern="1200"/>
        </a:p>
      </dsp:txBody>
      <dsp:txXfrm>
        <a:off x="46424" y="82682"/>
        <a:ext cx="4662032" cy="858142"/>
      </dsp:txXfrm>
    </dsp:sp>
    <dsp:sp modelId="{701367DC-B0B5-4696-A29C-9C7D9DB4AFD9}">
      <dsp:nvSpPr>
        <dsp:cNvPr id="0" name=""/>
        <dsp:cNvSpPr/>
      </dsp:nvSpPr>
      <dsp:spPr>
        <a:xfrm>
          <a:off x="0" y="1036209"/>
          <a:ext cx="4754880" cy="95099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Підвищення продуктивності праці в землеробстві, удосконалення ремісничого виробництва.</a:t>
          </a:r>
          <a:endParaRPr lang="uk-UA" sz="1700" kern="1200" dirty="0"/>
        </a:p>
      </dsp:txBody>
      <dsp:txXfrm>
        <a:off x="46424" y="1082633"/>
        <a:ext cx="4662032" cy="858142"/>
      </dsp:txXfrm>
    </dsp:sp>
    <dsp:sp modelId="{8FCD1BE5-79FE-4C91-A7F5-5D4034D5C396}">
      <dsp:nvSpPr>
        <dsp:cNvPr id="0" name=""/>
        <dsp:cNvSpPr/>
      </dsp:nvSpPr>
      <dsp:spPr>
        <a:xfrm>
          <a:off x="0" y="2036160"/>
          <a:ext cx="4754880" cy="95099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Запровадженням державної релігії, поширення писаного кодифікованого права.</a:t>
          </a:r>
          <a:endParaRPr lang="uk-UA" sz="1700" kern="1200"/>
        </a:p>
      </dsp:txBody>
      <dsp:txXfrm>
        <a:off x="46424" y="2082584"/>
        <a:ext cx="4662032" cy="858142"/>
      </dsp:txXfrm>
    </dsp:sp>
    <dsp:sp modelId="{4B70C990-DD05-4EC5-A8C4-B1AFA3AD9B7F}">
      <dsp:nvSpPr>
        <dsp:cNvPr id="0" name=""/>
        <dsp:cNvSpPr/>
      </dsp:nvSpPr>
      <dsp:spPr>
        <a:xfrm>
          <a:off x="0" y="3036110"/>
          <a:ext cx="4754880" cy="95099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Розклад родово-общинного ладу, початок класової диференціації.</a:t>
          </a:r>
          <a:endParaRPr lang="uk-UA" sz="1700" kern="1200" dirty="0"/>
        </a:p>
      </dsp:txBody>
      <dsp:txXfrm>
        <a:off x="46424" y="3082534"/>
        <a:ext cx="4662032" cy="858142"/>
      </dsp:txXfrm>
    </dsp:sp>
  </dsp:spTree>
</dsp:drawing>
</file>

<file path=ppt/diagrams/drawing7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95E11A-E958-48D6-A442-19FB00736B6C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4F9D77-962C-4144-8560-6E1CC8B76908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300" b="0" i="0" kern="1200" dirty="0"/>
            <a:t>1, 4</a:t>
          </a:r>
          <a:endParaRPr lang="uk-UA" sz="5300" kern="1200" dirty="0"/>
        </a:p>
      </dsp:txBody>
      <dsp:txXfrm>
        <a:off x="824577" y="458817"/>
        <a:ext cx="1415914" cy="1415914"/>
      </dsp:txXfrm>
    </dsp:sp>
    <dsp:sp modelId="{DC777201-2E58-4AB4-82FE-4813C8617211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300" b="0" i="0" kern="1200"/>
            <a:t>2, 4</a:t>
          </a:r>
          <a:endParaRPr lang="uk-UA" sz="5300" kern="1200"/>
        </a:p>
      </dsp:txBody>
      <dsp:txXfrm>
        <a:off x="2514388" y="458817"/>
        <a:ext cx="1415914" cy="1415914"/>
      </dsp:txXfrm>
    </dsp:sp>
    <dsp:sp modelId="{BF481D1D-B273-44C5-8577-D2BE9DFA0760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300" b="0" i="0" kern="1200" dirty="0"/>
            <a:t>1, 3</a:t>
          </a:r>
          <a:endParaRPr lang="uk-UA" sz="5300" kern="1200" dirty="0"/>
        </a:p>
      </dsp:txBody>
      <dsp:txXfrm>
        <a:off x="824577" y="2148628"/>
        <a:ext cx="1415914" cy="1415914"/>
      </dsp:txXfrm>
    </dsp:sp>
    <dsp:sp modelId="{106204A3-96EC-4E8B-998E-F0BC196B5A10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300" b="0" i="0" kern="1200" dirty="0"/>
            <a:t>2, 3</a:t>
          </a:r>
          <a:endParaRPr lang="uk-UA" sz="5300" kern="1200" dirty="0"/>
        </a:p>
      </dsp:txBody>
      <dsp:txXfrm>
        <a:off x="2514388" y="2148628"/>
        <a:ext cx="1415914" cy="1415914"/>
      </dsp:txXfrm>
    </dsp:sp>
  </dsp:spTree>
</dsp:drawing>
</file>

<file path=ppt/diagrams/drawing7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603CCD-68C9-47F9-8EB2-15864AD4B2D7}">
      <dsp:nvSpPr>
        <dsp:cNvPr id="0" name=""/>
        <dsp:cNvSpPr/>
      </dsp:nvSpPr>
      <dsp:spPr>
        <a:xfrm>
          <a:off x="0" y="129240"/>
          <a:ext cx="475488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 dirty="0" err="1"/>
            <a:t>Боспорського</a:t>
          </a:r>
          <a:r>
            <a:rPr lang="ru-RU" sz="3600" b="0" i="0" kern="1200" dirty="0"/>
            <a:t> царства</a:t>
          </a:r>
          <a:endParaRPr lang="uk-UA" sz="3600" kern="1200" dirty="0"/>
        </a:p>
      </dsp:txBody>
      <dsp:txXfrm>
        <a:off x="42151" y="171391"/>
        <a:ext cx="4670578" cy="779158"/>
      </dsp:txXfrm>
    </dsp:sp>
    <dsp:sp modelId="{1ABF0851-A414-410C-BF53-B558D9428F92}">
      <dsp:nvSpPr>
        <dsp:cNvPr id="0" name=""/>
        <dsp:cNvSpPr/>
      </dsp:nvSpPr>
      <dsp:spPr>
        <a:xfrm>
          <a:off x="0" y="1096380"/>
          <a:ext cx="475488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 dirty="0" err="1"/>
            <a:t>Антського</a:t>
          </a:r>
          <a:r>
            <a:rPr lang="ru-RU" sz="3600" b="0" i="0" kern="1200" dirty="0"/>
            <a:t> царства</a:t>
          </a:r>
          <a:endParaRPr lang="uk-UA" sz="3600" kern="1200" dirty="0"/>
        </a:p>
      </dsp:txBody>
      <dsp:txXfrm>
        <a:off x="42151" y="1138531"/>
        <a:ext cx="4670578" cy="779158"/>
      </dsp:txXfrm>
    </dsp:sp>
    <dsp:sp modelId="{E4547F72-170A-4DD4-9381-752447E19FCD}">
      <dsp:nvSpPr>
        <dsp:cNvPr id="0" name=""/>
        <dsp:cNvSpPr/>
      </dsp:nvSpPr>
      <dsp:spPr>
        <a:xfrm>
          <a:off x="0" y="2063520"/>
          <a:ext cx="475488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/>
            <a:t>Київської Русі</a:t>
          </a:r>
          <a:endParaRPr lang="uk-UA" sz="3600" kern="1200"/>
        </a:p>
      </dsp:txBody>
      <dsp:txXfrm>
        <a:off x="42151" y="2105671"/>
        <a:ext cx="4670578" cy="779158"/>
      </dsp:txXfrm>
    </dsp:sp>
    <dsp:sp modelId="{1753FB8E-CB2B-4EC9-90F1-2A3500AB8384}">
      <dsp:nvSpPr>
        <dsp:cNvPr id="0" name=""/>
        <dsp:cNvSpPr/>
      </dsp:nvSpPr>
      <dsp:spPr>
        <a:xfrm>
          <a:off x="0" y="3030660"/>
          <a:ext cx="475488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600" b="0" i="0" kern="1200" dirty="0" err="1"/>
            <a:t>Великої</a:t>
          </a:r>
          <a:r>
            <a:rPr lang="ru-RU" sz="3600" b="0" i="0" kern="1200" dirty="0"/>
            <a:t> </a:t>
          </a:r>
          <a:r>
            <a:rPr lang="ru-RU" sz="3600" b="0" i="0" kern="1200" dirty="0" err="1"/>
            <a:t>Скіфії</a:t>
          </a:r>
          <a:endParaRPr lang="uk-UA" sz="3600" kern="1200" dirty="0"/>
        </a:p>
      </dsp:txBody>
      <dsp:txXfrm>
        <a:off x="42151" y="3072811"/>
        <a:ext cx="4670578" cy="779158"/>
      </dsp:txXfrm>
    </dsp:sp>
  </dsp:spTree>
</dsp:drawing>
</file>

<file path=ppt/diagrams/drawing8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206123-9798-4B36-BA57-8963A92F3E73}">
      <dsp:nvSpPr>
        <dsp:cNvPr id="0" name=""/>
        <dsp:cNvSpPr/>
      </dsp:nvSpPr>
      <dsp:spPr>
        <a:xfrm>
          <a:off x="365760" y="0"/>
          <a:ext cx="4023360" cy="40233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5E125F-327F-4432-94FB-9DCF82D43060}">
      <dsp:nvSpPr>
        <dsp:cNvPr id="0" name=""/>
        <dsp:cNvSpPr/>
      </dsp:nvSpPr>
      <dsp:spPr>
        <a:xfrm>
          <a:off x="747979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0" kern="1200"/>
            <a:t>посад</a:t>
          </a:r>
          <a:endParaRPr lang="uk-UA" sz="2700" kern="1200"/>
        </a:p>
      </dsp:txBody>
      <dsp:txXfrm>
        <a:off x="824577" y="458817"/>
        <a:ext cx="1415914" cy="1415914"/>
      </dsp:txXfrm>
    </dsp:sp>
    <dsp:sp modelId="{69A74732-ADBE-48FF-9510-704EB08AC426}">
      <dsp:nvSpPr>
        <dsp:cNvPr id="0" name=""/>
        <dsp:cNvSpPr/>
      </dsp:nvSpPr>
      <dsp:spPr>
        <a:xfrm>
          <a:off x="2437790" y="382219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0" kern="1200"/>
            <a:t>наділ</a:t>
          </a:r>
          <a:endParaRPr lang="uk-UA" sz="2700" kern="1200"/>
        </a:p>
      </dsp:txBody>
      <dsp:txXfrm>
        <a:off x="2514388" y="458817"/>
        <a:ext cx="1415914" cy="1415914"/>
      </dsp:txXfrm>
    </dsp:sp>
    <dsp:sp modelId="{9DF1D50C-2BE5-46A8-85F3-29C3543AF180}">
      <dsp:nvSpPr>
        <dsp:cNvPr id="0" name=""/>
        <dsp:cNvSpPr/>
      </dsp:nvSpPr>
      <dsp:spPr>
        <a:xfrm>
          <a:off x="747979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0" kern="1200"/>
            <a:t>помістя</a:t>
          </a:r>
          <a:endParaRPr lang="uk-UA" sz="2700" kern="1200"/>
        </a:p>
      </dsp:txBody>
      <dsp:txXfrm>
        <a:off x="824577" y="2148628"/>
        <a:ext cx="1415914" cy="1415914"/>
      </dsp:txXfrm>
    </dsp:sp>
    <dsp:sp modelId="{167A072B-921B-4B52-B040-A52C84902F95}">
      <dsp:nvSpPr>
        <dsp:cNvPr id="0" name=""/>
        <dsp:cNvSpPr/>
      </dsp:nvSpPr>
      <dsp:spPr>
        <a:xfrm>
          <a:off x="2437790" y="2072030"/>
          <a:ext cx="1569110" cy="1569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700" b="0" i="0" kern="1200" dirty="0"/>
            <a:t>вотчину</a:t>
          </a:r>
          <a:endParaRPr lang="uk-UA" sz="2700" kern="1200" dirty="0"/>
        </a:p>
      </dsp:txBody>
      <dsp:txXfrm>
        <a:off x="2514388" y="2148628"/>
        <a:ext cx="1415914" cy="14159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9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0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0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3F4819A1-DB8E-47A4-B907-9E5E8C6353DC}" type="datetimeFigureOut">
              <a:rPr lang="uk-UA" smtClean="0"/>
              <a:t>17.11.2024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F1B5F-5FD3-456E-9EE8-EBBF2A33EC40}" type="slidenum">
              <a:rPr lang="uk-UA" smtClean="0"/>
              <a:t>‹№›</a:t>
            </a:fld>
            <a:endParaRPr lang="uk-U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2589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19A1-DB8E-47A4-B907-9E5E8C6353DC}" type="datetimeFigureOut">
              <a:rPr lang="uk-UA" smtClean="0"/>
              <a:t>17.11.2024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F1B5F-5FD3-456E-9EE8-EBBF2A33EC4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91173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19A1-DB8E-47A4-B907-9E5E8C6353DC}" type="datetimeFigureOut">
              <a:rPr lang="uk-UA" smtClean="0"/>
              <a:t>17.11.2024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F1B5F-5FD3-456E-9EE8-EBBF2A33EC40}" type="slidenum">
              <a:rPr lang="uk-UA" smtClean="0"/>
              <a:t>‹№›</a:t>
            </a:fld>
            <a:endParaRPr lang="uk-U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534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19A1-DB8E-47A4-B907-9E5E8C6353DC}" type="datetimeFigureOut">
              <a:rPr lang="uk-UA" smtClean="0"/>
              <a:t>17.11.2024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F1B5F-5FD3-456E-9EE8-EBBF2A33EC4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23471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19A1-DB8E-47A4-B907-9E5E8C6353DC}" type="datetimeFigureOut">
              <a:rPr lang="uk-UA" smtClean="0"/>
              <a:t>17.11.2024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F1B5F-5FD3-456E-9EE8-EBBF2A33EC4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04201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19A1-DB8E-47A4-B907-9E5E8C6353DC}" type="datetimeFigureOut">
              <a:rPr lang="uk-UA" smtClean="0"/>
              <a:t>17.11.2024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F1B5F-5FD3-456E-9EE8-EBBF2A33EC4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8891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19A1-DB8E-47A4-B907-9E5E8C6353DC}" type="datetimeFigureOut">
              <a:rPr lang="uk-UA" smtClean="0"/>
              <a:t>17.11.2024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F1B5F-5FD3-456E-9EE8-EBBF2A33EC4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05738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19A1-DB8E-47A4-B907-9E5E8C6353DC}" type="datetimeFigureOut">
              <a:rPr lang="uk-UA" smtClean="0"/>
              <a:t>17.11.2024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F1B5F-5FD3-456E-9EE8-EBBF2A33EC4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70179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19A1-DB8E-47A4-B907-9E5E8C6353DC}" type="datetimeFigureOut">
              <a:rPr lang="uk-UA" smtClean="0"/>
              <a:t>17.11.2024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F1B5F-5FD3-456E-9EE8-EBBF2A33EC40}" type="slidenum">
              <a:rPr lang="uk-UA" smtClean="0"/>
              <a:t>‹№›</a:t>
            </a:fld>
            <a:endParaRPr lang="uk-UA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3699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19A1-DB8E-47A4-B907-9E5E8C6353DC}" type="datetimeFigureOut">
              <a:rPr lang="uk-UA" smtClean="0"/>
              <a:t>17.11.2024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F1B5F-5FD3-456E-9EE8-EBBF2A33EC40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2148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19A1-DB8E-47A4-B907-9E5E8C6353DC}" type="datetimeFigureOut">
              <a:rPr lang="uk-UA" smtClean="0"/>
              <a:t>17.11.2024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F1B5F-5FD3-456E-9EE8-EBBF2A33EC40}" type="slidenum">
              <a:rPr lang="uk-UA" smtClean="0"/>
              <a:t>‹№›</a:t>
            </a:fld>
            <a:endParaRPr lang="uk-UA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2957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3F4819A1-DB8E-47A4-B907-9E5E8C6353DC}" type="datetimeFigureOut">
              <a:rPr lang="uk-UA" smtClean="0"/>
              <a:t>17.11.2024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587F1B5F-5FD3-456E-9EE8-EBBF2A33EC40}" type="slidenum">
              <a:rPr lang="uk-UA" smtClean="0"/>
              <a:t>‹№›</a:t>
            </a:fld>
            <a:endParaRPr lang="uk-UA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1125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3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6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7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Layout" Target="../diagrams/layout9.xml"/><Relationship Id="rId7" Type="http://schemas.openxmlformats.org/officeDocument/2006/relationships/image" Target="../media/image8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7" Type="http://schemas.openxmlformats.org/officeDocument/2006/relationships/image" Target="../media/image7.png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Layout" Target="../diagrams/layout13.xml"/><Relationship Id="rId7" Type="http://schemas.openxmlformats.org/officeDocument/2006/relationships/image" Target="../media/image8.pn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7" Type="http://schemas.openxmlformats.org/officeDocument/2006/relationships/image" Target="../media/image15.jpeg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3.xml"/><Relationship Id="rId7" Type="http://schemas.microsoft.com/office/2007/relationships/diagramDrawing" Target="../diagrams/drawing23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3.xml"/><Relationship Id="rId5" Type="http://schemas.openxmlformats.org/officeDocument/2006/relationships/diagramQuickStyle" Target="../diagrams/quickStyle23.xml"/><Relationship Id="rId4" Type="http://schemas.openxmlformats.org/officeDocument/2006/relationships/diagramLayout" Target="../diagrams/layout2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7" Type="http://schemas.openxmlformats.org/officeDocument/2006/relationships/image" Target="../media/image17.jpeg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7" Type="http://schemas.openxmlformats.org/officeDocument/2006/relationships/image" Target="../media/image18.jpeg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7" Type="http://schemas.openxmlformats.org/officeDocument/2006/relationships/image" Target="../media/image15.jpeg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8.xml"/><Relationship Id="rId7" Type="http://schemas.microsoft.com/office/2007/relationships/diagramDrawing" Target="../diagrams/drawing28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8.xml"/><Relationship Id="rId5" Type="http://schemas.openxmlformats.org/officeDocument/2006/relationships/diagramQuickStyle" Target="../diagrams/quickStyle28.xml"/><Relationship Id="rId4" Type="http://schemas.openxmlformats.org/officeDocument/2006/relationships/diagramLayout" Target="../diagrams/layout2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7" Type="http://schemas.openxmlformats.org/officeDocument/2006/relationships/image" Target="../media/image17.jpeg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7" Type="http://schemas.openxmlformats.org/officeDocument/2006/relationships/image" Target="../media/image18.jpeg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7" Type="http://schemas.openxmlformats.org/officeDocument/2006/relationships/image" Target="../media/image19.jpeg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7" Type="http://schemas.openxmlformats.org/officeDocument/2006/relationships/image" Target="../media/image20.jpeg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6.xml"/><Relationship Id="rId3" Type="http://schemas.openxmlformats.org/officeDocument/2006/relationships/diagramLayout" Target="../diagrams/layout35.xml"/><Relationship Id="rId7" Type="http://schemas.openxmlformats.org/officeDocument/2006/relationships/diagramData" Target="../diagrams/data36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5.xml"/><Relationship Id="rId11" Type="http://schemas.microsoft.com/office/2007/relationships/diagramDrawing" Target="../diagrams/drawing36.xml"/><Relationship Id="rId5" Type="http://schemas.openxmlformats.org/officeDocument/2006/relationships/diagramColors" Target="../diagrams/colors35.xml"/><Relationship Id="rId10" Type="http://schemas.openxmlformats.org/officeDocument/2006/relationships/diagramColors" Target="../diagrams/colors36.xml"/><Relationship Id="rId4" Type="http://schemas.openxmlformats.org/officeDocument/2006/relationships/diagramQuickStyle" Target="../diagrams/quickStyle35.xml"/><Relationship Id="rId9" Type="http://schemas.openxmlformats.org/officeDocument/2006/relationships/diagramQuickStyle" Target="../diagrams/quickStyle3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8.xml"/><Relationship Id="rId7" Type="http://schemas.openxmlformats.org/officeDocument/2006/relationships/image" Target="../media/image21.png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8.xml"/><Relationship Id="rId5" Type="http://schemas.openxmlformats.org/officeDocument/2006/relationships/diagramColors" Target="../diagrams/colors38.xml"/><Relationship Id="rId4" Type="http://schemas.openxmlformats.org/officeDocument/2006/relationships/diagramQuickStyle" Target="../diagrams/quickStyle3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9.xml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9.xml"/><Relationship Id="rId5" Type="http://schemas.openxmlformats.org/officeDocument/2006/relationships/diagramColors" Target="../diagrams/colors39.xml"/><Relationship Id="rId4" Type="http://schemas.openxmlformats.org/officeDocument/2006/relationships/diagramQuickStyle" Target="../diagrams/quickStyle3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1.xml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1.xml"/><Relationship Id="rId5" Type="http://schemas.openxmlformats.org/officeDocument/2006/relationships/diagramColors" Target="../diagrams/colors41.xml"/><Relationship Id="rId4" Type="http://schemas.openxmlformats.org/officeDocument/2006/relationships/diagramQuickStyle" Target="../diagrams/quickStyle4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3.xml"/><Relationship Id="rId7" Type="http://schemas.openxmlformats.org/officeDocument/2006/relationships/image" Target="../media/image21.png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3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4.xml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5.xml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5.xml"/><Relationship Id="rId5" Type="http://schemas.openxmlformats.org/officeDocument/2006/relationships/diagramColors" Target="../diagrams/colors45.xml"/><Relationship Id="rId4" Type="http://schemas.openxmlformats.org/officeDocument/2006/relationships/diagramQuickStyle" Target="../diagrams/quickStyle4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6.xml"/><Relationship Id="rId2" Type="http://schemas.openxmlformats.org/officeDocument/2006/relationships/diagramData" Target="../diagrams/data4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6.xml"/><Relationship Id="rId5" Type="http://schemas.openxmlformats.org/officeDocument/2006/relationships/diagramColors" Target="../diagrams/colors46.xml"/><Relationship Id="rId4" Type="http://schemas.openxmlformats.org/officeDocument/2006/relationships/diagramQuickStyle" Target="../diagrams/quickStyle4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7.xml"/><Relationship Id="rId2" Type="http://schemas.openxmlformats.org/officeDocument/2006/relationships/diagramData" Target="../diagrams/data4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7.xml"/><Relationship Id="rId5" Type="http://schemas.openxmlformats.org/officeDocument/2006/relationships/diagramColors" Target="../diagrams/colors47.xml"/><Relationship Id="rId4" Type="http://schemas.openxmlformats.org/officeDocument/2006/relationships/diagramQuickStyle" Target="../diagrams/quickStyle4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8.xml"/><Relationship Id="rId2" Type="http://schemas.openxmlformats.org/officeDocument/2006/relationships/diagramData" Target="../diagrams/data4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8.xml"/><Relationship Id="rId5" Type="http://schemas.openxmlformats.org/officeDocument/2006/relationships/diagramColors" Target="../diagrams/colors48.xml"/><Relationship Id="rId4" Type="http://schemas.openxmlformats.org/officeDocument/2006/relationships/diagramQuickStyle" Target="../diagrams/quickStyle48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9.xml"/><Relationship Id="rId2" Type="http://schemas.openxmlformats.org/officeDocument/2006/relationships/diagramData" Target="../diagrams/data4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9.xml"/><Relationship Id="rId5" Type="http://schemas.openxmlformats.org/officeDocument/2006/relationships/diagramColors" Target="../diagrams/colors49.xml"/><Relationship Id="rId4" Type="http://schemas.openxmlformats.org/officeDocument/2006/relationships/diagramQuickStyle" Target="../diagrams/quickStyle49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0.xml"/><Relationship Id="rId7" Type="http://schemas.openxmlformats.org/officeDocument/2006/relationships/image" Target="../media/image22.jpeg"/><Relationship Id="rId2" Type="http://schemas.openxmlformats.org/officeDocument/2006/relationships/diagramData" Target="../diagrams/data5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0.xml"/><Relationship Id="rId5" Type="http://schemas.openxmlformats.org/officeDocument/2006/relationships/diagramColors" Target="../diagrams/colors50.xml"/><Relationship Id="rId4" Type="http://schemas.openxmlformats.org/officeDocument/2006/relationships/diagramQuickStyle" Target="../diagrams/quickStyle50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1.xml"/><Relationship Id="rId2" Type="http://schemas.openxmlformats.org/officeDocument/2006/relationships/diagramData" Target="../diagrams/data5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1.xml"/><Relationship Id="rId5" Type="http://schemas.openxmlformats.org/officeDocument/2006/relationships/diagramColors" Target="../diagrams/colors51.xml"/><Relationship Id="rId4" Type="http://schemas.openxmlformats.org/officeDocument/2006/relationships/diagramQuickStyle" Target="../diagrams/quickStyle5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2.xml"/><Relationship Id="rId7" Type="http://schemas.openxmlformats.org/officeDocument/2006/relationships/image" Target="../media/image23.jpeg"/><Relationship Id="rId2" Type="http://schemas.openxmlformats.org/officeDocument/2006/relationships/diagramData" Target="../diagrams/data5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2.xml"/><Relationship Id="rId5" Type="http://schemas.openxmlformats.org/officeDocument/2006/relationships/diagramColors" Target="../diagrams/colors52.xml"/><Relationship Id="rId4" Type="http://schemas.openxmlformats.org/officeDocument/2006/relationships/diagramQuickStyle" Target="../diagrams/quickStyle5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4.xml"/><Relationship Id="rId13" Type="http://schemas.openxmlformats.org/officeDocument/2006/relationships/diagramLayout" Target="../diagrams/layout55.xml"/><Relationship Id="rId3" Type="http://schemas.openxmlformats.org/officeDocument/2006/relationships/diagramLayout" Target="../diagrams/layout53.xml"/><Relationship Id="rId7" Type="http://schemas.openxmlformats.org/officeDocument/2006/relationships/diagramData" Target="../diagrams/data54.xml"/><Relationship Id="rId12" Type="http://schemas.openxmlformats.org/officeDocument/2006/relationships/diagramData" Target="../diagrams/data55.xml"/><Relationship Id="rId2" Type="http://schemas.openxmlformats.org/officeDocument/2006/relationships/diagramData" Target="../diagrams/data53.xml"/><Relationship Id="rId16" Type="http://schemas.microsoft.com/office/2007/relationships/diagramDrawing" Target="../diagrams/drawing5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3.xml"/><Relationship Id="rId11" Type="http://schemas.microsoft.com/office/2007/relationships/diagramDrawing" Target="../diagrams/drawing54.xml"/><Relationship Id="rId5" Type="http://schemas.openxmlformats.org/officeDocument/2006/relationships/diagramColors" Target="../diagrams/colors53.xml"/><Relationship Id="rId15" Type="http://schemas.openxmlformats.org/officeDocument/2006/relationships/diagramColors" Target="../diagrams/colors55.xml"/><Relationship Id="rId10" Type="http://schemas.openxmlformats.org/officeDocument/2006/relationships/diagramColors" Target="../diagrams/colors54.xml"/><Relationship Id="rId4" Type="http://schemas.openxmlformats.org/officeDocument/2006/relationships/diagramQuickStyle" Target="../diagrams/quickStyle53.xml"/><Relationship Id="rId9" Type="http://schemas.openxmlformats.org/officeDocument/2006/relationships/diagramQuickStyle" Target="../diagrams/quickStyle54.xml"/><Relationship Id="rId14" Type="http://schemas.openxmlformats.org/officeDocument/2006/relationships/diagramQuickStyle" Target="../diagrams/quickStyle5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6.xml"/><Relationship Id="rId7" Type="http://schemas.openxmlformats.org/officeDocument/2006/relationships/image" Target="../media/image24.jpeg"/><Relationship Id="rId2" Type="http://schemas.openxmlformats.org/officeDocument/2006/relationships/diagramData" Target="../diagrams/data5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6.xml"/><Relationship Id="rId5" Type="http://schemas.openxmlformats.org/officeDocument/2006/relationships/diagramColors" Target="../diagrams/colors56.xml"/><Relationship Id="rId4" Type="http://schemas.openxmlformats.org/officeDocument/2006/relationships/diagramQuickStyle" Target="../diagrams/quickStyle5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7.xml"/><Relationship Id="rId7" Type="http://schemas.openxmlformats.org/officeDocument/2006/relationships/image" Target="../media/image25.png"/><Relationship Id="rId2" Type="http://schemas.openxmlformats.org/officeDocument/2006/relationships/diagramData" Target="../diagrams/data5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7.xml"/><Relationship Id="rId5" Type="http://schemas.openxmlformats.org/officeDocument/2006/relationships/diagramColors" Target="../diagrams/colors57.xml"/><Relationship Id="rId4" Type="http://schemas.openxmlformats.org/officeDocument/2006/relationships/diagramQuickStyle" Target="../diagrams/quickStyle5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8.xml"/><Relationship Id="rId7" Type="http://schemas.openxmlformats.org/officeDocument/2006/relationships/image" Target="../media/image26.jpeg"/><Relationship Id="rId2" Type="http://schemas.openxmlformats.org/officeDocument/2006/relationships/diagramData" Target="../diagrams/data5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8.xml"/><Relationship Id="rId5" Type="http://schemas.openxmlformats.org/officeDocument/2006/relationships/diagramColors" Target="../diagrams/colors58.xml"/><Relationship Id="rId4" Type="http://schemas.openxmlformats.org/officeDocument/2006/relationships/diagramQuickStyle" Target="../diagrams/quickStyle58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9.xml"/><Relationship Id="rId7" Type="http://schemas.openxmlformats.org/officeDocument/2006/relationships/image" Target="../media/image27.jpeg"/><Relationship Id="rId2" Type="http://schemas.openxmlformats.org/officeDocument/2006/relationships/diagramData" Target="../diagrams/data5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9.xml"/><Relationship Id="rId5" Type="http://schemas.openxmlformats.org/officeDocument/2006/relationships/diagramColors" Target="../diagrams/colors59.xml"/><Relationship Id="rId4" Type="http://schemas.openxmlformats.org/officeDocument/2006/relationships/diagramQuickStyle" Target="../diagrams/quickStyle59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0.xml"/><Relationship Id="rId7" Type="http://schemas.openxmlformats.org/officeDocument/2006/relationships/image" Target="../media/image25.png"/><Relationship Id="rId2" Type="http://schemas.openxmlformats.org/officeDocument/2006/relationships/diagramData" Target="../diagrams/data6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0.xml"/><Relationship Id="rId5" Type="http://schemas.openxmlformats.org/officeDocument/2006/relationships/diagramColors" Target="../diagrams/colors60.xml"/><Relationship Id="rId4" Type="http://schemas.openxmlformats.org/officeDocument/2006/relationships/diagramQuickStyle" Target="../diagrams/quickStyle60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1.xml"/><Relationship Id="rId7" Type="http://schemas.openxmlformats.org/officeDocument/2006/relationships/image" Target="../media/image26.jpeg"/><Relationship Id="rId2" Type="http://schemas.openxmlformats.org/officeDocument/2006/relationships/diagramData" Target="../diagrams/data6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1.xml"/><Relationship Id="rId5" Type="http://schemas.openxmlformats.org/officeDocument/2006/relationships/diagramColors" Target="../diagrams/colors61.xml"/><Relationship Id="rId4" Type="http://schemas.openxmlformats.org/officeDocument/2006/relationships/diagramQuickStyle" Target="../diagrams/quickStyle6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2.xml"/><Relationship Id="rId7" Type="http://schemas.openxmlformats.org/officeDocument/2006/relationships/image" Target="../media/image27.jpeg"/><Relationship Id="rId2" Type="http://schemas.openxmlformats.org/officeDocument/2006/relationships/diagramData" Target="../diagrams/data6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2.xml"/><Relationship Id="rId5" Type="http://schemas.openxmlformats.org/officeDocument/2006/relationships/diagramColors" Target="../diagrams/colors62.xml"/><Relationship Id="rId4" Type="http://schemas.openxmlformats.org/officeDocument/2006/relationships/diagramQuickStyle" Target="../diagrams/quickStyle62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4.xml"/><Relationship Id="rId3" Type="http://schemas.openxmlformats.org/officeDocument/2006/relationships/diagramLayout" Target="../diagrams/layout63.xml"/><Relationship Id="rId7" Type="http://schemas.openxmlformats.org/officeDocument/2006/relationships/diagramData" Target="../diagrams/data64.xml"/><Relationship Id="rId2" Type="http://schemas.openxmlformats.org/officeDocument/2006/relationships/diagramData" Target="../diagrams/data6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3.xml"/><Relationship Id="rId11" Type="http://schemas.microsoft.com/office/2007/relationships/diagramDrawing" Target="../diagrams/drawing64.xml"/><Relationship Id="rId5" Type="http://schemas.openxmlformats.org/officeDocument/2006/relationships/diagramColors" Target="../diagrams/colors63.xml"/><Relationship Id="rId10" Type="http://schemas.openxmlformats.org/officeDocument/2006/relationships/diagramColors" Target="../diagrams/colors64.xml"/><Relationship Id="rId4" Type="http://schemas.openxmlformats.org/officeDocument/2006/relationships/diagramQuickStyle" Target="../diagrams/quickStyle63.xml"/><Relationship Id="rId9" Type="http://schemas.openxmlformats.org/officeDocument/2006/relationships/diagramQuickStyle" Target="../diagrams/quickStyle64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6.xml"/><Relationship Id="rId13" Type="http://schemas.openxmlformats.org/officeDocument/2006/relationships/diagramLayout" Target="../diagrams/layout67.xml"/><Relationship Id="rId3" Type="http://schemas.openxmlformats.org/officeDocument/2006/relationships/diagramLayout" Target="../diagrams/layout65.xml"/><Relationship Id="rId7" Type="http://schemas.openxmlformats.org/officeDocument/2006/relationships/diagramData" Target="../diagrams/data66.xml"/><Relationship Id="rId12" Type="http://schemas.openxmlformats.org/officeDocument/2006/relationships/diagramData" Target="../diagrams/data67.xml"/><Relationship Id="rId2" Type="http://schemas.openxmlformats.org/officeDocument/2006/relationships/diagramData" Target="../diagrams/data65.xml"/><Relationship Id="rId16" Type="http://schemas.microsoft.com/office/2007/relationships/diagramDrawing" Target="../diagrams/drawing6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5.xml"/><Relationship Id="rId11" Type="http://schemas.microsoft.com/office/2007/relationships/diagramDrawing" Target="../diagrams/drawing66.xml"/><Relationship Id="rId5" Type="http://schemas.openxmlformats.org/officeDocument/2006/relationships/diagramColors" Target="../diagrams/colors65.xml"/><Relationship Id="rId15" Type="http://schemas.openxmlformats.org/officeDocument/2006/relationships/diagramColors" Target="../diagrams/colors67.xml"/><Relationship Id="rId10" Type="http://schemas.openxmlformats.org/officeDocument/2006/relationships/diagramColors" Target="../diagrams/colors66.xml"/><Relationship Id="rId4" Type="http://schemas.openxmlformats.org/officeDocument/2006/relationships/diagramQuickStyle" Target="../diagrams/quickStyle65.xml"/><Relationship Id="rId9" Type="http://schemas.openxmlformats.org/officeDocument/2006/relationships/diagramQuickStyle" Target="../diagrams/quickStyle66.xml"/><Relationship Id="rId14" Type="http://schemas.openxmlformats.org/officeDocument/2006/relationships/diagramQuickStyle" Target="../diagrams/quickStyle67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9.xml"/><Relationship Id="rId3" Type="http://schemas.openxmlformats.org/officeDocument/2006/relationships/diagramLayout" Target="../diagrams/layout68.xml"/><Relationship Id="rId7" Type="http://schemas.openxmlformats.org/officeDocument/2006/relationships/diagramData" Target="../diagrams/data69.xml"/><Relationship Id="rId2" Type="http://schemas.openxmlformats.org/officeDocument/2006/relationships/diagramData" Target="../diagrams/data6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8.xml"/><Relationship Id="rId11" Type="http://schemas.microsoft.com/office/2007/relationships/diagramDrawing" Target="../diagrams/drawing69.xml"/><Relationship Id="rId5" Type="http://schemas.openxmlformats.org/officeDocument/2006/relationships/diagramColors" Target="../diagrams/colors68.xml"/><Relationship Id="rId10" Type="http://schemas.openxmlformats.org/officeDocument/2006/relationships/diagramColors" Target="../diagrams/colors69.xml"/><Relationship Id="rId4" Type="http://schemas.openxmlformats.org/officeDocument/2006/relationships/diagramQuickStyle" Target="../diagrams/quickStyle68.xml"/><Relationship Id="rId9" Type="http://schemas.openxmlformats.org/officeDocument/2006/relationships/diagramQuickStyle" Target="../diagrams/quickStyle69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0.xml"/><Relationship Id="rId2" Type="http://schemas.openxmlformats.org/officeDocument/2006/relationships/diagramData" Target="../diagrams/data7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0.xml"/><Relationship Id="rId5" Type="http://schemas.openxmlformats.org/officeDocument/2006/relationships/diagramColors" Target="../diagrams/colors70.xml"/><Relationship Id="rId4" Type="http://schemas.openxmlformats.org/officeDocument/2006/relationships/diagramQuickStyle" Target="../diagrams/quickStyle70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1.xml"/><Relationship Id="rId2" Type="http://schemas.openxmlformats.org/officeDocument/2006/relationships/diagramData" Target="../diagrams/data7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1.xml"/><Relationship Id="rId5" Type="http://schemas.openxmlformats.org/officeDocument/2006/relationships/diagramColors" Target="../diagrams/colors71.xml"/><Relationship Id="rId4" Type="http://schemas.openxmlformats.org/officeDocument/2006/relationships/diagramQuickStyle" Target="../diagrams/quickStyle7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2.xml"/><Relationship Id="rId7" Type="http://schemas.openxmlformats.org/officeDocument/2006/relationships/image" Target="../media/image28.png"/><Relationship Id="rId2" Type="http://schemas.openxmlformats.org/officeDocument/2006/relationships/diagramData" Target="../diagrams/data7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2.xml"/><Relationship Id="rId5" Type="http://schemas.openxmlformats.org/officeDocument/2006/relationships/diagramColors" Target="../diagrams/colors72.xml"/><Relationship Id="rId4" Type="http://schemas.openxmlformats.org/officeDocument/2006/relationships/diagramQuickStyle" Target="../diagrams/quickStyle72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4.xml"/><Relationship Id="rId3" Type="http://schemas.openxmlformats.org/officeDocument/2006/relationships/diagramLayout" Target="../diagrams/layout73.xml"/><Relationship Id="rId7" Type="http://schemas.openxmlformats.org/officeDocument/2006/relationships/diagramData" Target="../diagrams/data74.xml"/><Relationship Id="rId2" Type="http://schemas.openxmlformats.org/officeDocument/2006/relationships/diagramData" Target="../diagrams/data7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3.xml"/><Relationship Id="rId11" Type="http://schemas.microsoft.com/office/2007/relationships/diagramDrawing" Target="../diagrams/drawing74.xml"/><Relationship Id="rId5" Type="http://schemas.openxmlformats.org/officeDocument/2006/relationships/diagramColors" Target="../diagrams/colors73.xml"/><Relationship Id="rId10" Type="http://schemas.openxmlformats.org/officeDocument/2006/relationships/diagramColors" Target="../diagrams/colors74.xml"/><Relationship Id="rId4" Type="http://schemas.openxmlformats.org/officeDocument/2006/relationships/diagramQuickStyle" Target="../diagrams/quickStyle73.xml"/><Relationship Id="rId9" Type="http://schemas.openxmlformats.org/officeDocument/2006/relationships/diagramQuickStyle" Target="../diagrams/quickStyle7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5.xml"/><Relationship Id="rId2" Type="http://schemas.openxmlformats.org/officeDocument/2006/relationships/diagramData" Target="../diagrams/data7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5.xml"/><Relationship Id="rId5" Type="http://schemas.openxmlformats.org/officeDocument/2006/relationships/diagramColors" Target="../diagrams/colors75.xml"/><Relationship Id="rId4" Type="http://schemas.openxmlformats.org/officeDocument/2006/relationships/diagramQuickStyle" Target="../diagrams/quickStyle75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6.xml"/><Relationship Id="rId2" Type="http://schemas.openxmlformats.org/officeDocument/2006/relationships/diagramData" Target="../diagrams/data7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6.xml"/><Relationship Id="rId5" Type="http://schemas.openxmlformats.org/officeDocument/2006/relationships/diagramColors" Target="../diagrams/colors76.xml"/><Relationship Id="rId4" Type="http://schemas.openxmlformats.org/officeDocument/2006/relationships/diagramQuickStyle" Target="../diagrams/quickStyle76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8.xml"/><Relationship Id="rId3" Type="http://schemas.openxmlformats.org/officeDocument/2006/relationships/diagramLayout" Target="../diagrams/layout77.xml"/><Relationship Id="rId7" Type="http://schemas.openxmlformats.org/officeDocument/2006/relationships/diagramData" Target="../diagrams/data78.xml"/><Relationship Id="rId2" Type="http://schemas.openxmlformats.org/officeDocument/2006/relationships/diagramData" Target="../diagrams/data7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7.xml"/><Relationship Id="rId11" Type="http://schemas.microsoft.com/office/2007/relationships/diagramDrawing" Target="../diagrams/drawing78.xml"/><Relationship Id="rId5" Type="http://schemas.openxmlformats.org/officeDocument/2006/relationships/diagramColors" Target="../diagrams/colors77.xml"/><Relationship Id="rId10" Type="http://schemas.openxmlformats.org/officeDocument/2006/relationships/diagramColors" Target="../diagrams/colors78.xml"/><Relationship Id="rId4" Type="http://schemas.openxmlformats.org/officeDocument/2006/relationships/diagramQuickStyle" Target="../diagrams/quickStyle77.xml"/><Relationship Id="rId9" Type="http://schemas.openxmlformats.org/officeDocument/2006/relationships/diagramQuickStyle" Target="../diagrams/quickStyle78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9.xml"/><Relationship Id="rId2" Type="http://schemas.openxmlformats.org/officeDocument/2006/relationships/diagramData" Target="../diagrams/data7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9.xml"/><Relationship Id="rId5" Type="http://schemas.openxmlformats.org/officeDocument/2006/relationships/diagramColors" Target="../diagrams/colors79.xml"/><Relationship Id="rId4" Type="http://schemas.openxmlformats.org/officeDocument/2006/relationships/diagramQuickStyle" Target="../diagrams/quickStyle79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0.xml"/><Relationship Id="rId2" Type="http://schemas.openxmlformats.org/officeDocument/2006/relationships/diagramData" Target="../diagrams/data8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0.xml"/><Relationship Id="rId5" Type="http://schemas.openxmlformats.org/officeDocument/2006/relationships/diagramColors" Target="../diagrams/colors80.xml"/><Relationship Id="rId4" Type="http://schemas.openxmlformats.org/officeDocument/2006/relationships/diagramQuickStyle" Target="../diagrams/quickStyle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7981A1-2949-CAD4-79A9-DF9D7A9EE9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Русь-Україна: виникнення Київської держави</a:t>
            </a:r>
            <a:endParaRPr lang="uk-UA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B74C09A4-26B2-0E77-5FB0-98B876B16F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9215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D4F890C-B199-3C9A-DEB9-56D4E9B6B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Блок 1</a:t>
            </a:r>
            <a:br>
              <a:rPr lang="uk-UA" dirty="0"/>
            </a:br>
            <a:endParaRPr lang="uk-UA" dirty="0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E978B3B4-6CD6-F265-52F6-9EFE7045CB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10435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DC012B-F2B0-2528-685B-7A70A0625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Укажіть назви племінних об’єднань давніх слов’ян, які вживаються в працях візантійських і готських істориків:</a:t>
            </a:r>
            <a:endParaRPr lang="uk-UA" sz="36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AB71535-D6A4-BEC4-D0B4-82B97B96AF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1)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алани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;</a:t>
            </a: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2)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венеди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;</a:t>
            </a: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3)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роксолани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;</a:t>
            </a: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4) анти;</a:t>
            </a: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5)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склавини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;</a:t>
            </a:r>
            <a:br>
              <a:rPr lang="ru-RU" dirty="0"/>
            </a:b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6)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авари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727FB5F-BB0B-B166-1DDE-9E9E83A3B7A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5788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A07668-D2CB-04B2-A56C-65833F264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Поляни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сіверяни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древляни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-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назви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EA90098-C613-48E5-16B1-9FDFD4FD0E59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00177E4-31F3-2411-4C14-8A0796C75C9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17098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12C49B-223E-0029-84F0-2235B22E2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союзи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слов’янських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племен проживали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території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сучасної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України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097EAEE-8D1E-3D59-D9B3-AE549E435852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4F6865DB-E33D-E350-106A-1D7D17AB8AE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104136" y="2286000"/>
            <a:ext cx="4525566" cy="4022725"/>
          </a:xfrm>
        </p:spPr>
      </p:pic>
    </p:spTree>
    <p:extLst>
      <p:ext uri="{BB962C8B-B14F-4D97-AF65-F5344CB8AC3E}">
        <p14:creationId xmlns:p14="http://schemas.microsoft.com/office/powerpoint/2010/main" val="1222809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E1CEF3-84A0-113A-087C-682FD8EAC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Карта племен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AC824D9-F2B8-78BA-7A28-A9DB6043042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89320" y="124037"/>
            <a:ext cx="5178552" cy="652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DE476374-4BF7-9FD0-30F3-00E272971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13797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3C90BD-0ECE-7A36-5F12-4C95FA73A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позначено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суцільною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жирною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лінією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C39D09F-9E45-5072-E646-3A83F1DB545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56791" y="2286000"/>
            <a:ext cx="3688855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Місце для вмісту 7">
            <a:extLst>
              <a:ext uri="{FF2B5EF4-FFF2-40B4-BE49-F238E27FC236}">
                <a16:creationId xmlns:a16="http://schemas.microsoft.com/office/drawing/2014/main" id="{A7CB84D1-E6CF-4FBC-B0FB-99DFF0E6CE3C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6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03160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C4AB13-A177-49B9-6634-4CCEFC449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Русь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упродовж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IХ–Х ст.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перебувала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данницькій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залежності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58CCEA8-54E2-2288-C2C1-D055CFD083FC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0DE18738-1FB0-3331-B3B5-9201D2C6306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48523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E4078A-1D50-A528-90F0-E0DC69C78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періоду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належать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візантійським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істориком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0F1C6B6-6435-3714-7BED-6913B927FC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Тепер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слов’яни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бушують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повсюдно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... Вони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спустошили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спалили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міста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й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фортеці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узяли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полонених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і стали панами на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землі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Вони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осіли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ній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панами, як на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своїй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без страху...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нині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вони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живуть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тут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перебувають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країні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ромеїв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Зіслов’янилась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вся наша земля і стала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варварською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1BB74F0-FABE-C240-65C2-875D26F87FF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638" y="2286000"/>
          <a:ext cx="2185098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67CFA98-AF46-EA81-5423-6C76D64EBC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7757" y="2688336"/>
            <a:ext cx="3474307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49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0D2DC5-E8A2-2171-9985-52AAC2D78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Процес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договірного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оформлення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стосунків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держави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Візантійською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імперією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започатковано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</a:t>
            </a:r>
            <a:endParaRPr lang="uk-UA" sz="36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B5CA577-751F-9BA5-5F20-B360B2F9DA8F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F109195-23C0-96CA-44E3-0430BF8BBB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09845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C4FC4B-D3C8-C25B-0D37-A58168E8D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907 р., 911 р., 941 р., 944 р.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відбулися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походи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87F5416-09ED-A3CA-D08D-1559F4EDCF34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F065D27D-B0E8-96A0-1D2E-9C99907D0A1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rcRect l="10687"/>
          <a:stretch/>
        </p:blipFill>
        <p:spPr>
          <a:xfrm>
            <a:off x="6583679" y="2205322"/>
            <a:ext cx="5054138" cy="4184716"/>
          </a:xfrm>
        </p:spPr>
      </p:pic>
    </p:spTree>
    <p:extLst>
      <p:ext uri="{BB962C8B-B14F-4D97-AF65-F5344CB8AC3E}">
        <p14:creationId xmlns:p14="http://schemas.microsoft.com/office/powerpoint/2010/main" val="2346159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28645D-3172-A3B2-40B9-A75F447A8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Коли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утвердилася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династія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Рюриковичів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AD77EA8-4336-ED1F-654D-A9CDBE91D008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AC2EEE45-9DCC-58C4-ECBF-88F22A57D33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288896" y="4540216"/>
            <a:ext cx="3916564" cy="1923926"/>
          </a:xfr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712F50B-CF93-2083-F9C2-B648A35DC9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2994" y="2058542"/>
            <a:ext cx="3279646" cy="2507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865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EFBC17-5287-920D-B3CE-922CA8D12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Залежність східнослов’янських племен від київських князів у період становлення Київської держави (Русі-України) проявлялася</a:t>
            </a:r>
            <a:endParaRPr lang="uk-UA" sz="36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2C8C4EC-3EE7-D0B4-7B85-F1618F8AC91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002B038-7A29-2A9E-FA5D-157E21A201D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6210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8B719D-9872-379F-EE3E-DB04FCC96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Дохристиянську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давньоруську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пам’ятку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культури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зображено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фото</a:t>
            </a:r>
            <a:endParaRPr lang="uk-UA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ED7001C-D26C-8478-D53E-9FC47FEE2A2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4131" y="2468561"/>
            <a:ext cx="28829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C5977E33-3A70-DDB3-69EC-5F46D0AA0C8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06764" y="2468561"/>
            <a:ext cx="2800208" cy="367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686A00D4-CE76-63A3-80F8-882335851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1993" y="2468561"/>
            <a:ext cx="2504007" cy="367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6A8C8BAF-E023-B561-D66A-50142228F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7736" y="2468561"/>
            <a:ext cx="2659189" cy="367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2198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F3FAB2-C7A0-4399-40ED-224F3935C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це оцінка істориками ролі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7F00E49-787E-3E11-30D8-93F0B09CF5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«...[Вони], як ударна сила князівських військ Русі, не тільки принесли з собою високу для тих часів систему організації, навчання й озброєння армії, а й зробили вагомий внесок у формування й зміцнення державних інституцій Русі»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DD16B4F-B0AD-E5BC-5F1B-59DC90D2874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3796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13118AF-4211-9511-15D8-51DF41C00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Блок 2</a:t>
            </a:r>
          </a:p>
        </p:txBody>
      </p:sp>
      <p:sp>
        <p:nvSpPr>
          <p:cNvPr id="6" name="Місце для тексту 5">
            <a:extLst>
              <a:ext uri="{FF2B5EF4-FFF2-40B4-BE49-F238E27FC236}">
                <a16:creationId xmlns:a16="http://schemas.microsoft.com/office/drawing/2014/main" id="{D3129EC5-BBA0-D69A-DE2B-9FC9BA58CD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3562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C4FC4B-D3C8-C25B-0D37-A58168E8D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907 р., 911 р., 941 р., 944 р.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відбулися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походи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87F5416-09ED-A3CA-D08D-1559F4EDCF34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F065D27D-B0E8-96A0-1D2E-9C99907D0A1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rcRect l="10687"/>
          <a:stretch/>
        </p:blipFill>
        <p:spPr>
          <a:xfrm>
            <a:off x="6583679" y="2205322"/>
            <a:ext cx="5054138" cy="4184716"/>
          </a:xfrm>
        </p:spPr>
      </p:pic>
    </p:spTree>
    <p:extLst>
      <p:ext uri="{BB962C8B-B14F-4D97-AF65-F5344CB8AC3E}">
        <p14:creationId xmlns:p14="http://schemas.microsoft.com/office/powerpoint/2010/main" val="14551961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28645D-3172-A3B2-40B9-A75F447A8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Коли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утвердилася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династія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Рюриковичів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AD77EA8-4336-ED1F-654D-A9CDBE91D008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AC2EEE45-9DCC-58C4-ECBF-88F22A57D33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288896" y="4540216"/>
            <a:ext cx="3916564" cy="1923926"/>
          </a:xfr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712F50B-CF93-2083-F9C2-B648A35DC9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2994" y="2058542"/>
            <a:ext cx="3279646" cy="2507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3671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EFBC17-5287-920D-B3CE-922CA8D12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Залежність східнослов’янських племен від київських князів у період становлення Київської держави (Русі-України) проявлялася</a:t>
            </a:r>
            <a:endParaRPr lang="uk-UA" sz="36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2C8C4EC-3EE7-D0B4-7B85-F1618F8AC91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002B038-7A29-2A9E-FA5D-157E21A201D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00959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8B719D-9872-379F-EE3E-DB04FCC96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Дохристиянську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давньоруську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пам’ятку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культури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зображено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фото</a:t>
            </a:r>
            <a:endParaRPr lang="uk-UA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ED7001C-D26C-8478-D53E-9FC47FEE2A2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4131" y="2468561"/>
            <a:ext cx="28829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C5977E33-3A70-DDB3-69EC-5F46D0AA0C8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06764" y="2468561"/>
            <a:ext cx="2800208" cy="367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686A00D4-CE76-63A3-80F8-882335851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1993" y="2468561"/>
            <a:ext cx="2504007" cy="367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6A8C8BAF-E023-B561-D66A-50142228F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7736" y="2468561"/>
            <a:ext cx="2659189" cy="367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4648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F3FAB2-C7A0-4399-40ED-224F3935C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це оцінка істориками ролі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7F00E49-787E-3E11-30D8-93F0B09CF5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«...[Вони], як ударна сила князівських військ Русі, не тільки принесли з собою високу для тих часів систему організації, навчання й озброєння армії, а й зробили вагомий внесок у формування й зміцнення державних інституцій Русі»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DD16B4F-B0AD-E5BC-5F1B-59DC90D2874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9873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660F8A-B01F-490C-AB56-BFE6C1FB2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був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центром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східнослов’янського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племінного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союзу (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об’єднання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)</a:t>
            </a:r>
            <a:endParaRPr lang="uk-UA" sz="36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A8C57D4-7B27-E9A7-C339-9B75FBD49E8E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D190373-1591-5C8A-5BF8-A0A60D8FB2E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12552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067E52-6E6C-1E2A-9A38-02B222036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великого князя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звертався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візантійський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імператор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Іоанн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Цимісхій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таким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посланням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</a:t>
            </a:r>
            <a:endParaRPr lang="uk-UA" sz="36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BA4E850-612A-849D-CC66-0D1AE2BFD8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Вважаю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не забув про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поразку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батька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твого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порушивши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клятвений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договір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приплив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столиці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нашої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величезним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військом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10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тисячах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кораблях, 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повернувся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лише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десятком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човнів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сам став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передвісником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своєї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біди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згадую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я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вже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його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подальшу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жалюгідну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долю...»?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3815342-37DD-FAA8-B4EE-49DB0A5AD3B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65763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9B9FDB-C457-3D25-53CD-F71BEC06C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стало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наслідком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085AECA-4544-3F85-FC37-394119DFF01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«…І прийшли до гір Київських, і довідався Олег, що князюють тут Аскольд і Дір. Заховав він одних </a:t>
            </a:r>
            <a:r>
              <a:rPr lang="uk-UA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воїв</a:t>
            </a: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 човнах, інших залишив позаду, а сам підійшов до гір, несучи малого Ігоря…»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0242D57-069F-7760-2FD2-6CB204124F71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66194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BEEC53-2508-E7B7-B345-658908661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жирною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лінією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позначено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межі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часів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князювання</a:t>
            </a:r>
            <a:endParaRPr lang="uk-UA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52F67FE-F354-920F-835C-476A09417A3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53572" y="2286000"/>
            <a:ext cx="3695293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15A71A0-3BAD-3919-E106-FD75E6CB25DE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6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250199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5D2CED-897C-A99C-F2B2-7D73AFEC3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Унаслідок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військових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походів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князя Олега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Візантію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62270A8-4913-24FF-412A-16C2394CBEF0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C1F60FC-A21D-3093-27F9-3AF48657498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27005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0529EB-320C-32A1-65B2-70C549995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3349D13-4B36-A490-1158-1EF7BD19F3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«І звелів Олег своїм воїнам зробити колеса й поставити на них кораблі. І з попутним вітром підняли вони вітрила й пішли з боку поля до міста. Греки ж, побачивши це, злякались і сказали через послів Олегові: “Не губи міста, дамо тобі данини, якої забажаєш!”»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походу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князя на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CF73F88-D4CC-737C-39A6-E1470C545CED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69361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56141D-213B-3BE1-5CC7-5D06D466B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Походи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відображено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картосхемі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C740FB1-B6CB-0ECF-22AC-32C8D895A18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8" name="Picture 2">
            <a:extLst>
              <a:ext uri="{FF2B5EF4-FFF2-40B4-BE49-F238E27FC236}">
                <a16:creationId xmlns:a16="http://schemas.microsoft.com/office/drawing/2014/main" id="{46116D32-68C3-A3AC-7D0C-EB557669610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608" y="2286000"/>
            <a:ext cx="3807221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10466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1ECEA7-5701-C611-35CB-4D17612F9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Об’єднання князем Олегом земель Південної та Північної Русі під владою Рюриковичів і проголошення Києва «</a:t>
            </a:r>
            <a:r>
              <a:rPr lang="uk-UA" sz="32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матір’ю </a:t>
            </a:r>
            <a:r>
              <a:rPr lang="uk-UA" sz="32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городов</a:t>
            </a:r>
            <a:r>
              <a:rPr lang="uk-UA" sz="32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руських</a:t>
            </a:r>
            <a:r>
              <a:rPr lang="uk-UA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 відбулося в</a:t>
            </a:r>
            <a:endParaRPr lang="uk-UA" sz="3200" dirty="0"/>
          </a:p>
        </p:txBody>
      </p:sp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977B74D9-FF9D-BF05-635B-929C5CC3276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79171" y="2352276"/>
            <a:ext cx="3275214" cy="4101668"/>
          </a:xfrm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2723E93-4A85-FC5C-54D8-5E5E6E52437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409294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957D70-A03D-922A-976B-2483F319B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картосхемі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жирною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лінією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позначено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кордони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держави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часів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князювання</a:t>
            </a:r>
            <a:endParaRPr lang="uk-UA" sz="40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C0FB37E-EB61-9381-B002-88BCF0C2326B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170" name="Picture 2">
            <a:extLst>
              <a:ext uri="{FF2B5EF4-FFF2-40B4-BE49-F238E27FC236}">
                <a16:creationId xmlns:a16="http://schemas.microsoft.com/office/drawing/2014/main" id="{DC255E79-41AE-C999-B9FF-12A3FD3BCD1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846" y="2286000"/>
            <a:ext cx="3724745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0142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12B976-6C0A-6DB3-7291-FF1AA91C5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Картосхема дає змогу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697F25E-8EC5-69F7-3D02-5C4AB088F847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194" name="Picture 2">
            <a:extLst>
              <a:ext uri="{FF2B5EF4-FFF2-40B4-BE49-F238E27FC236}">
                <a16:creationId xmlns:a16="http://schemas.microsoft.com/office/drawing/2014/main" id="{9CAA5D2D-8D08-DDB8-9B2C-5A804589F07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7186" y="2286000"/>
            <a:ext cx="3788066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31319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202153-06A5-3286-4B80-9A806063E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Походи на Константинополь у 907 р. та 911 р.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здійснив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київський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князь</a:t>
            </a:r>
            <a:endParaRPr lang="uk-UA" sz="40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4698BDE-5D6F-1F36-50A9-394E6E5185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EAC92CA-EEE8-9F92-881C-D6EAEE4E657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50419917"/>
              </p:ext>
            </p:extLst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30512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B215D2-3E0C-F090-5FED-B3A0AA525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Блок 3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8DCC73AD-D481-3207-2926-A2815233B7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690530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1E2CF-A7F2-31A5-B5B7-DAC47E4CA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2EC446-9E9E-1AE3-9634-5E3436255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Походи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відображено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картосхемі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F83E1F7-CC50-9954-6743-B4CF64C889B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8" name="Picture 2">
            <a:extLst>
              <a:ext uri="{FF2B5EF4-FFF2-40B4-BE49-F238E27FC236}">
                <a16:creationId xmlns:a16="http://schemas.microsoft.com/office/drawing/2014/main" id="{B604E16B-6D34-F02C-4803-8D0B725F7C7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608" y="2286000"/>
            <a:ext cx="3807221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06398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5DC64-AB6E-DFE5-6ED7-960BD3A42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75A1F4-28AD-6F1F-1F77-DA8DE046E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Об’єднання князем Олегом земель Південної та Північної Русі під владою Рюриковичів і проголошення Києва «</a:t>
            </a:r>
            <a:r>
              <a:rPr lang="uk-UA" sz="32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матір’ю </a:t>
            </a:r>
            <a:r>
              <a:rPr lang="uk-UA" sz="3200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городов</a:t>
            </a:r>
            <a:r>
              <a:rPr lang="uk-UA" sz="3200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руських</a:t>
            </a:r>
            <a:r>
              <a:rPr lang="uk-UA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 відбулося в</a:t>
            </a:r>
            <a:endParaRPr lang="uk-UA" sz="3200" dirty="0"/>
          </a:p>
        </p:txBody>
      </p:sp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0B9490A9-5F04-09B3-7BE0-FFBB78672DC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79171" y="2352276"/>
            <a:ext cx="3275214" cy="4101668"/>
          </a:xfrm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2A83D59-3B57-AC4E-3E5A-2480506A752C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465053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CA318-10FE-BA28-3ED0-ED9C679E9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BD3F6-5744-87E1-365D-E91691D40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картосхемі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жирною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лінією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позначено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кордони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держави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часів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князювання</a:t>
            </a:r>
            <a:endParaRPr lang="uk-UA" sz="40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F3540D5-BAD0-7798-8DB7-7AD7DDB5E7CD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170" name="Picture 2">
            <a:extLst>
              <a:ext uri="{FF2B5EF4-FFF2-40B4-BE49-F238E27FC236}">
                <a16:creationId xmlns:a16="http://schemas.microsoft.com/office/drawing/2014/main" id="{7966DD6F-7BA1-1962-7688-A52AD9DFAAF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846" y="2286000"/>
            <a:ext cx="3724745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59285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CC6A3-8662-1FCD-BEEA-98759FDFE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F0709-D47C-2AD7-102A-B7AE04551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Картосхема дає змогу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0402002-3200-B123-369B-E226B4C835B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194" name="Picture 2">
            <a:extLst>
              <a:ext uri="{FF2B5EF4-FFF2-40B4-BE49-F238E27FC236}">
                <a16:creationId xmlns:a16="http://schemas.microsoft.com/office/drawing/2014/main" id="{60B2A9E2-6B8F-F6B8-3C2E-00C60130563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7186" y="2286000"/>
            <a:ext cx="3788066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44274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DF46D-C0ED-A06B-2ACB-100123D3C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9AB5A1-BFEF-0CD9-BA13-49D470778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Походи на Константинополь у 907 р. та 911 р.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здійснив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київський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князь</a:t>
            </a:r>
            <a:endParaRPr lang="uk-UA" sz="40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CF8AA10-DD85-C0CC-C41E-3E9B4A276D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35C67CD-661F-F5AC-1DE1-3A1DA332136E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13020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502E42-5624-5907-4F3F-C4A5270C2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позначена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територія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часів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правління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34D0CAA-B3BD-E88A-8A03-209C3F36F04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146" name="Picture 2">
            <a:extLst>
              <a:ext uri="{FF2B5EF4-FFF2-40B4-BE49-F238E27FC236}">
                <a16:creationId xmlns:a16="http://schemas.microsoft.com/office/drawing/2014/main" id="{E2C9FD00-00E8-82A5-E4BC-AC18F492F36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6043" y="2286000"/>
            <a:ext cx="2670650" cy="3986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06803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D036A1-4D5E-F196-417A-B479E94AD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Прочитайте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уривок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виконайте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завдання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D881DA4-B70D-346A-33BB-5FD578564EE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«Сказала дружина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Ігореві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 “…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-но, княже, з нами по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данину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хай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добудеш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і ми”.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послухав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їх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Ігор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пішов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деревляни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данину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добув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він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[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собі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] до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попередньої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данини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 А взявши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данину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він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пішов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свій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город [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]...»</a:t>
            </a:r>
          </a:p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Літописець оповідає про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BE7CBF3-9B87-6BAD-EE7C-B311A97678C5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43935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402E1C-D906-EF2C-FC63-CFB16B6A4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 картосхемі стрілками позначено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E853CD6-FBA7-BA1E-7A8E-1329C6C38621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218" name="Picture 2">
            <a:extLst>
              <a:ext uri="{FF2B5EF4-FFF2-40B4-BE49-F238E27FC236}">
                <a16:creationId xmlns:a16="http://schemas.microsoft.com/office/drawing/2014/main" id="{92E199A3-674A-6A1F-5635-7D7572CDE1B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4532" y="2286000"/>
            <a:ext cx="3153373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38394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96D686-BEB9-341F-6D0F-C9F8AA006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якому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описано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подію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стала причиною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відмови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великих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київських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здійснення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2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полюддя</a:t>
            </a:r>
            <a:r>
              <a:rPr lang="ru-RU" sz="32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sz="3200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A0BECD49-E957-0E25-8954-7620120D7639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3B6353A-0145-1523-A230-E447268455A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1578292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C658F5-65E7-FFE0-2630-4071C7A04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Одним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наслідків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повстання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древлян 945 р. стало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9CA493C-56EB-12AD-DE75-D8E5E0B4A4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064368B-158D-A0F0-0078-07F2C4AA0DAE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19829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19E01D-57B4-5645-A331-7480D52FF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 кого велика княгиня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Ольга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звернулась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такими словами: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0BE4D7A-DA05-EBAD-CAB4-8C589D48F7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Більше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вже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не хочу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мститися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- хочу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тільки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взяти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вас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невелику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данину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Дайте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мені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кожного двору по три голуби і по три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горобці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...»?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EC1A1CD-1172-3731-C02F-2F148F18D702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8CDCF75-2D59-43CB-6792-C8F22745C1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5024" y="4017827"/>
            <a:ext cx="3573088" cy="249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9611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54A3EC-553F-15B1-4D52-AFDDFD0C9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Повстання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союзу племен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влади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Києва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придушила княгиня Ольга?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F493488-889D-932D-BD3F-3814A5FA2311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F0F55232-36F5-80C5-53E1-375069F1A03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3766478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838CE0-E13C-65C9-BAEA-26B754C09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48640"/>
            <a:ext cx="9720072" cy="1499616"/>
          </a:xfrm>
        </p:spPr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 такими словами велика княгиня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Ольга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звернулася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C99EEB7-8875-8604-15C9-7B649E4391C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Більше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вже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не хочу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мститися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– хочу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тільки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взяти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вас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невелику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данину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Дайте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мені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кожного двору по три голуби і по три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горобці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7533847-6EF7-7398-AD3E-1AA27207076F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00921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D3BB69-43E3-E6B1-6513-490483224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якою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метою княгиня Ольга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здійснювала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заходи, про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які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йдеться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уривках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історичних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sz="40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0B8D388-B474-AAD7-E6C8-199D90FC9C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«Ішла Ольга до Новгорода. І встановила вона… погости і оброки. І ловища її є по всій землі, і знаки (її), …і сани її стоять у Пскові й до сьогодні...»</a:t>
            </a:r>
            <a:br>
              <a:rPr lang="uk-UA" dirty="0"/>
            </a:b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«…І пішла Ольга по древлянській землі з сином своїм і дружиною, встановлюючи устави й уроки; й існують становища її й ловища…»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C44A29E-331E-73AB-0290-C7E0448EF4CD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6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42936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411D7F-BCCA-284D-04AB-9C7A8C036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Установленням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«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уроків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 великою княгинею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Ольгою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7C79ABC-72AA-6AF4-B494-F104BF125B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4D5F54A-3D8B-8EEE-5FAC-BF9F717BC28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66852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8206AF-2074-4A1D-0B02-C417FD56D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Блок 4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563FD9D-5275-5233-D610-0D7401A02F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993363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4DA37-23FC-EF8B-A365-F34E3DCEF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B14D85-E500-F41B-3058-3814B07A8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 кого велика княгиня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Ольга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звернулась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такими словами: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4AB465B-4138-F387-3C47-D29117CF77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Більше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вже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не хочу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мститися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- хочу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тільки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взяти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вас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невелику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данину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Дайте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мені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кожного двору по три голуби і по три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горобці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...»?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6047A8A-2182-B8BB-0DE2-32564035197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2B8A4E9-A18F-69C6-CB78-3E20015B21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5024" y="4017827"/>
            <a:ext cx="3573088" cy="249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4579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C5CA9-6011-331B-F747-96947DEA2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DA8F07-B332-CD6A-A936-860F593EA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Повстання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союзу племен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влади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Києва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придушила княгиня Ольга?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652D678-01E8-1D94-DCFE-EC7015EF648E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DC78AD6-A43A-38CB-2E8C-1AB80AABB50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1943940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2A795-3A70-404A-99F9-1398DE938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70E5FF-850A-BFB9-56FB-82FDEBF25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48640"/>
            <a:ext cx="9720072" cy="1499616"/>
          </a:xfrm>
        </p:spPr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 такими словами велика княгиня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Ольга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звернулася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E9568B9-2855-0AC1-4035-AE55DDB400B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Більше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вже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не хочу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мститися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– хочу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тільки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взяти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вас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невелику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данину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Дайте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мені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кожного двору по три голуби і по три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горобці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…»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361EDE1-1C1D-0C27-A437-40A3F937EDCD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47038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0A602-BA85-9219-FA67-0FFE3B13E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4B4A12-124F-888E-7C3C-5C9921564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якою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метою княгиня Ольга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здійснювала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заходи, про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які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йдеться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уривках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історичних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sz="40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BC0D4CF-AD02-6CDA-170C-7A9022C1B57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«Ішла Ольга до Новгорода. І встановила вона… погости і оброки. І ловища її є по всій землі, і знаки (її), …і сани її стоять у Пскові й до сьогодні...»</a:t>
            </a:r>
            <a:br>
              <a:rPr lang="uk-UA" dirty="0"/>
            </a:br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«…І пішла Ольга по древлянській землі з сином своїм і дружиною, встановлюючи устави й уроки; й існують становища її й ловища…»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93584CB-F1DA-4CCC-77D6-9F384A78145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6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0802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7B311-084C-1568-0152-77D4294CF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0FEFFE-9663-71D5-4BEF-F7524388E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Установленням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«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уроків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 великою княгинею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Ольгою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75D57FF-39E7-930F-E93D-51CB25A80D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E4F93C6-DB6A-F870-3C58-C5EE5FC6AD4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240174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D84868-F770-629F-AE8A-714905B39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стало одним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результатів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посольства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великої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княгині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Ольги до Константинополя, про яке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повідомляє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літописець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sz="3600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018ECFA7-237F-F8FB-3432-FAB237AE515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7743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0C9C42-E474-867E-8BAE-20A00EC4D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діяльністю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давньоруського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правителя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пов’язано</a:t>
            </a:r>
            <a:endParaRPr lang="uk-UA" sz="36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9EDE054-E50D-9871-2910-03E9DD8963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встановлення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норм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данини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(«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устави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», «уроки») та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створення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осередків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князівської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влади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sz="24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місцях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(«погости», «становища»)?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B4A6206-31D1-2158-292D-B19B422765F3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98724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69FA7F-FE7E-A7DA-3ADB-A7EA783D1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Зображені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межі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відносяться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періоду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правління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05DE4B9-4F5F-4014-1991-68D18AA814F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8B4AC24F-7EEB-19B4-ADA0-A05CD7830CC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5055" y="2337745"/>
            <a:ext cx="2793075" cy="3946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81573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04F9EC-3E44-0C58-AD26-0D11B98F7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Кого з великих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О.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Субтельний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охарактеризував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так:</a:t>
            </a:r>
            <a:endParaRPr lang="uk-UA" dirty="0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E6B40CA6-FEBC-1A81-3DA3-1237F24EC37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«Його слов’янське ім’я, варязьке виховання, кочовий спосіб життя віддзеркалювали поєднання європейського та азіатського начал. Його управління ознаменувало апогей ранньої героїчної доби в історії Київської Русі»</a:t>
            </a:r>
            <a:r>
              <a:rPr lang="uk-UA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7B2EFD75-152A-9DAE-1687-93CCEB1F06F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6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398791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E39DA-DBA1-6A36-A411-76A1E0F95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боротьбу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державою,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позначеною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картосхемі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штрихуванням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412882E-C6B9-93E5-3A0D-59D6861BA39B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42" name="Picture 2">
            <a:extLst>
              <a:ext uri="{FF2B5EF4-FFF2-40B4-BE49-F238E27FC236}">
                <a16:creationId xmlns:a16="http://schemas.microsoft.com/office/drawing/2014/main" id="{31DE44F9-A0F3-B4F5-BBA2-E4D29365596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7261" y="2286000"/>
            <a:ext cx="3727915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334694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7698C6-4169-2BBB-67D8-D37092BEF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уривках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історичних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ідеться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 великого князя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Святослава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Ігоревича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sz="4000" dirty="0"/>
          </a:p>
        </p:txBody>
      </p:sp>
      <p:graphicFrame>
        <p:nvGraphicFramePr>
          <p:cNvPr id="14" name="Схема 13">
            <a:extLst>
              <a:ext uri="{FF2B5EF4-FFF2-40B4-BE49-F238E27FC236}">
                <a16:creationId xmlns:a16="http://schemas.microsoft.com/office/drawing/2014/main" id="{E7620B00-E619-E377-834D-A409D384882D}"/>
              </a:ext>
            </a:extLst>
          </p:cNvPr>
          <p:cNvGraphicFramePr/>
          <p:nvPr/>
        </p:nvGraphicFramePr>
        <p:xfrm>
          <a:off x="7994627" y="2286000"/>
          <a:ext cx="3797254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3" name="Місце для вмісту 12">
            <a:extLst>
              <a:ext uri="{FF2B5EF4-FFF2-40B4-BE49-F238E27FC236}">
                <a16:creationId xmlns:a16="http://schemas.microsoft.com/office/drawing/2014/main" id="{A1649D12-BD1B-E2D3-8BF0-F31B8E9C69B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121449" y="2286000"/>
          <a:ext cx="3797254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2" name="Місце для вмісту 11">
            <a:extLst>
              <a:ext uri="{FF2B5EF4-FFF2-40B4-BE49-F238E27FC236}">
                <a16:creationId xmlns:a16="http://schemas.microsoft.com/office/drawing/2014/main" id="{9D9FFFB0-3EB8-4EF7-152D-E20E782E7D16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248272" y="2286000"/>
          <a:ext cx="3797254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173214444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A2DF4F-4FD9-E6A3-6A85-4F32A05F3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Спираючись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подану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карту,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можна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схарактеризувати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зовнішньополітичну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діяльність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князя</a:t>
            </a:r>
            <a:endParaRPr lang="uk-UA" sz="40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5DB5B65-8820-B990-33F2-221A11B0378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A032966F-EC6B-66C2-2065-2C9CE967B39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700" y="2286000"/>
            <a:ext cx="3931038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056865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506844-F83A-4B4A-5872-F8E7416CC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стало одним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наслідків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перебіг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відображено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DD84975-B7AB-6CE0-5014-A5B29459A3A8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266" name="Picture 2">
            <a:extLst>
              <a:ext uri="{FF2B5EF4-FFF2-40B4-BE49-F238E27FC236}">
                <a16:creationId xmlns:a16="http://schemas.microsoft.com/office/drawing/2014/main" id="{8D54263E-74B3-AF46-2590-CA93DD02349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1548" y="2286000"/>
            <a:ext cx="3770742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785570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F697EA-B767-A7FA-65C9-834B53E22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заштриховано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території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були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приєднані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князювання</a:t>
            </a:r>
            <a:endParaRPr lang="uk-UA" sz="40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CEF3B39-8036-B60C-CD63-08E46F79C56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>
            <a:extLst>
              <a:ext uri="{FF2B5EF4-FFF2-40B4-BE49-F238E27FC236}">
                <a16:creationId xmlns:a16="http://schemas.microsoft.com/office/drawing/2014/main" id="{3264ED8F-841B-61DF-7073-6AA00E03539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606" y="2286000"/>
            <a:ext cx="3389225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576575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3ED92B-1AB8-E057-A165-0D64C43CC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картосхемі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зображено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напрямок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військових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походів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великого князя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sz="36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C6FB48F-CAF1-2B8B-1D1B-2CDC4CF703B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122" name="Picture 2">
            <a:extLst>
              <a:ext uri="{FF2B5EF4-FFF2-40B4-BE49-F238E27FC236}">
                <a16:creationId xmlns:a16="http://schemas.microsoft.com/office/drawing/2014/main" id="{1D433379-101B-4113-B7DE-6A249D3D9ED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9295" y="2286001"/>
            <a:ext cx="3139200" cy="3986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634025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09C74B-0088-2E10-1CB7-06176AFEA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Розділ 5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C952B36D-AF48-B4F0-562E-86AE1E134D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8340733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506844-F83A-4B4A-5872-F8E7416CC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стало одним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наслідків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перебіг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відображено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DD84975-B7AB-6CE0-5014-A5B29459A3A8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266" name="Picture 2">
            <a:extLst>
              <a:ext uri="{FF2B5EF4-FFF2-40B4-BE49-F238E27FC236}">
                <a16:creationId xmlns:a16="http://schemas.microsoft.com/office/drawing/2014/main" id="{8D54263E-74B3-AF46-2590-CA93DD02349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1548" y="2286000"/>
            <a:ext cx="3770742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112619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F697EA-B767-A7FA-65C9-834B53E22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карті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заштриховано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території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були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приєднані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Київської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князювання</a:t>
            </a:r>
            <a:endParaRPr lang="uk-UA" sz="40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CEF3B39-8036-B60C-CD63-08E46F79C56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>
            <a:extLst>
              <a:ext uri="{FF2B5EF4-FFF2-40B4-BE49-F238E27FC236}">
                <a16:creationId xmlns:a16="http://schemas.microsoft.com/office/drawing/2014/main" id="{3264ED8F-841B-61DF-7073-6AA00E03539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606" y="2286000"/>
            <a:ext cx="3389225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304048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3ED92B-1AB8-E057-A165-0D64C43CC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картосхемі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зображено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напрямок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військових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походів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великого князя </a:t>
            </a:r>
            <a:r>
              <a:rPr lang="ru-RU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sz="36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C6FB48F-CAF1-2B8B-1D1B-2CDC4CF703B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122" name="Picture 2">
            <a:extLst>
              <a:ext uri="{FF2B5EF4-FFF2-40B4-BE49-F238E27FC236}">
                <a16:creationId xmlns:a16="http://schemas.microsoft.com/office/drawing/2014/main" id="{1D433379-101B-4113-B7DE-6A249D3D9ED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9295" y="2286001"/>
            <a:ext cx="3139200" cy="3986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411238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1739AB-35DC-8B43-1600-BA91A678E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Чи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стосуються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події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описані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літописцем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діяльності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князя Святослава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Ігоревича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sz="40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056BF09-109E-23FD-9751-31F622903C08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6E8D57D3-95C2-4C8D-596D-4557CF01F7F3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15864691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8F9B15-CB13-6AFB-CE2B-9CF288D57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уривках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історичних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йдеться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 великого князя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Святослава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Ігоревича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sz="4000" dirty="0"/>
          </a:p>
        </p:txBody>
      </p:sp>
      <p:graphicFrame>
        <p:nvGraphicFramePr>
          <p:cNvPr id="8" name="Місце для вмісту 7">
            <a:extLst>
              <a:ext uri="{FF2B5EF4-FFF2-40B4-BE49-F238E27FC236}">
                <a16:creationId xmlns:a16="http://schemas.microsoft.com/office/drawing/2014/main" id="{2F2B31CD-8F5C-BC87-991D-82216FD0A74A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9" name="Місце для вмісту 8">
            <a:extLst>
              <a:ext uri="{FF2B5EF4-FFF2-40B4-BE49-F238E27FC236}">
                <a16:creationId xmlns:a16="http://schemas.microsoft.com/office/drawing/2014/main" id="{FCFED0A6-47CE-98DF-72F2-49D241FC21E4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0" name="Схема 9">
            <a:extLst>
              <a:ext uri="{FF2B5EF4-FFF2-40B4-BE49-F238E27FC236}">
                <a16:creationId xmlns:a16="http://schemas.microsoft.com/office/drawing/2014/main" id="{36AC8329-7FD9-F907-7065-1B579A71D262}"/>
              </a:ext>
            </a:extLst>
          </p:cNvPr>
          <p:cNvGraphicFramePr/>
          <p:nvPr/>
        </p:nvGraphicFramePr>
        <p:xfrm>
          <a:off x="601980" y="5933625"/>
          <a:ext cx="10988040" cy="924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310174944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208996-9DEB-F74D-FC69-702CD34AB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Установіть відповідність між іменем князя (княгині) Київської Русі та історичною подією.</a:t>
            </a:r>
            <a:endParaRPr lang="uk-UA" sz="4000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F43E3665-327B-1F7E-ED47-15F4B3AFE1DE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8D83781-5FA9-5282-3BF0-FC6ADB135185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4873459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EA8E84-94F4-8D8B-EDC0-5B0DF4C7F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Військові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походи великого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князя Святослава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Ігоревича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призвели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до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F890345-1D47-4430-5C78-46C791A1B4C8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39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F59EE88-3E6C-3618-124D-F4113D83B3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4328959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D7AB36-7BBB-8B1B-F75F-82973B686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Прочитайте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уривок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із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й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виконайте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завдання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43CF7C8-9212-B203-F823-15B25672D2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«...І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мовив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Святослав: “Уже нам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нікуди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дітись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а волею і неволею [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доведеться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] стати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насупроти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Тож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осоромимо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землі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Руської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ляжемо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кістьми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тут,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ж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мертвий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сорому не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зазнає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Якщо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ж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побіжимо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ми, – то сором нам.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Тож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не  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втечемо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станемо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кріпко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і я перед вами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піду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Якщо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моя голова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ляже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–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тоді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[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самі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] подумайте про себе”. І сказали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вої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: “Де голова твоя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ляже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там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наші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голови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ми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зложимо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”...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зіткнулися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обидва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війська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була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січа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велика, 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одолів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 Святослав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їх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...»</a:t>
            </a:r>
          </a:p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Цитовану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промову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князь проголосив перед битвою з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F79A75A-F825-E943-4657-21267F3BD46F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930672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443644-2F38-9ED9-C519-0D08CE3A8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На </a:t>
            </a:r>
            <a:r>
              <a:rPr lang="ru-RU" dirty="0" err="1"/>
              <a:t>картосхемі</a:t>
            </a:r>
            <a:r>
              <a:rPr lang="ru-RU" dirty="0"/>
              <a:t> </a:t>
            </a:r>
            <a:r>
              <a:rPr lang="ru-RU" dirty="0" err="1"/>
              <a:t>відображено</a:t>
            </a:r>
            <a:r>
              <a:rPr lang="ru-RU" dirty="0"/>
              <a:t> </a:t>
            </a:r>
            <a:r>
              <a:rPr lang="ru-RU" dirty="0" err="1"/>
              <a:t>похід</a:t>
            </a:r>
            <a:r>
              <a:rPr lang="ru-RU" dirty="0"/>
              <a:t> великого князя </a:t>
            </a:r>
            <a:r>
              <a:rPr lang="ru-RU" dirty="0" err="1"/>
              <a:t>київського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FF355F8-D751-7396-B204-D7A6C9D24D8B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290" name="Picture 2">
            <a:extLst>
              <a:ext uri="{FF2B5EF4-FFF2-40B4-BE49-F238E27FC236}">
                <a16:creationId xmlns:a16="http://schemas.microsoft.com/office/drawing/2014/main" id="{6733A937-186D-2E47-EB46-D04D6B5EF28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659" y="2286000"/>
            <a:ext cx="3055120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791494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5DE48F-94D2-9ADB-AC58-C2E92BD3B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549275"/>
            <a:ext cx="10515600" cy="1325563"/>
          </a:xfrm>
        </p:spPr>
        <p:txBody>
          <a:bodyPr>
            <a:noAutofit/>
          </a:bodyPr>
          <a:lstStyle/>
          <a:p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яких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уривках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історичних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йдеться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 великого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київського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князя Святослава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Ігоревича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sz="40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8F734F8-69FC-8E8B-42B2-56CCC61500C4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39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3E589F15-885C-F604-926B-0CE9A2DFBC8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6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8179475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B813C8-DC8C-0450-9F82-4C5812D16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«Шлюбну дипломатію» як засіб налагодження зовнішньополітичних </a:t>
            </a:r>
            <a:r>
              <a:rPr lang="uk-UA" sz="36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зв’язків</a:t>
            </a:r>
            <a:r>
              <a:rPr lang="uk-UA" sz="36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започаткував київський князь</a:t>
            </a:r>
            <a:endParaRPr lang="uk-UA" sz="36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0DC8109-F7DF-C85D-6458-820D335D8046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15C5DEE2-0C08-4655-2DD9-853565E7A87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33551871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693C19-EB07-9847-1C99-66DD0174B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4000" dirty="0"/>
              <a:t>Застосування плуга, поширення двопільної та трипільної сівозміни в сільському господарстві Київської Русі сприяло</a:t>
            </a:r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39F326D6-6493-057A-D13A-81BD2359D23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941429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411E9C-9C1A-1808-AC5C-CDDD2A27F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Які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зміни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соціально-економічному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житті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східних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слов’ян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сприяли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утворенню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Давньоруської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держави</a:t>
            </a:r>
            <a:r>
              <a:rPr lang="ru-RU" sz="4000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sz="4000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44A81DFA-028A-E245-824F-441737BAD110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8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42470696-CDE3-33DD-5257-2C67674E0835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55745854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D6C7EE-6101-06CE-1BB1-98AF06209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Прочитайте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уривок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історичного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джерела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виконайте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завдання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FCD707B-F37A-546C-DDF1-3A0EFBE671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l">
              <a:lnSpc>
                <a:spcPct val="100000"/>
              </a:lnSpc>
              <a:spcAft>
                <a:spcPts val="750"/>
              </a:spcAft>
            </a:pP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«І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йде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пшениця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за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сіль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хутра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- за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оксамит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мед – за коней,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віск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– за рибу.</a:t>
            </a:r>
            <a:b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</a:b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Пускають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хід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гривну й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куни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рези й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драхми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диргени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й </a:t>
            </a:r>
            <a:r>
              <a:rPr lang="ru-RU" b="0" i="1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динари</a:t>
            </a:r>
            <a:r>
              <a:rPr lang="ru-RU" b="0" i="1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».</a:t>
            </a:r>
            <a:endParaRPr lang="ru-RU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pPr algn="l">
              <a:lnSpc>
                <a:spcPct val="100000"/>
              </a:lnSpc>
              <a:spcAft>
                <a:spcPts val="750"/>
              </a:spcAft>
            </a:pP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уривку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йдеться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про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торговельні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операції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часів</a:t>
            </a:r>
            <a:endParaRPr lang="ru-RU" b="0" i="0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06BF581-CCAF-79DC-C04A-C1CCC65D9104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757023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17CD48-222F-1345-0BCF-C221888F2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Яку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земельну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власність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E4CFFAD-88C8-A7B0-698D-89C40AC871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князі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бояри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інші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представники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панівної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верхівки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Київській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Русі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могли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передавати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спадок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продавати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дарувати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обмінювати</a:t>
            </a:r>
            <a:r>
              <a:rPr lang="ru-RU" b="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76CFFCF-8E88-A736-41C1-A3DCE4E1796E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689273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Інтеграл">
  <a:themeElements>
    <a:clrScheme name="Інтеграл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Інтеграл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Інтеграл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3792</Words>
  <Application>Microsoft Office PowerPoint</Application>
  <PresentationFormat>Широкий екран</PresentationFormat>
  <Paragraphs>415</Paragraphs>
  <Slides>80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80</vt:i4>
      </vt:variant>
    </vt:vector>
  </HeadingPairs>
  <TitlesOfParts>
    <vt:vector size="86" baseType="lpstr">
      <vt:lpstr>Calibri</vt:lpstr>
      <vt:lpstr>Century Gothic</vt:lpstr>
      <vt:lpstr>Tw Cen MT</vt:lpstr>
      <vt:lpstr>Tw Cen MT Condensed</vt:lpstr>
      <vt:lpstr>Wingdings 3</vt:lpstr>
      <vt:lpstr>Інтеграл</vt:lpstr>
      <vt:lpstr>Русь-Україна: виникнення Київської держави</vt:lpstr>
      <vt:lpstr>Блок 1 </vt:lpstr>
      <vt:lpstr>Укажіть назви племінних об’єднань давніх слов’ян, які вживаються в працях візантійських і готських істориків:</vt:lpstr>
      <vt:lpstr>Поляни, сіверяни, древляни - це назви</vt:lpstr>
      <vt:lpstr>Які союзи слов’янських племен проживали на території сучасної України?</vt:lpstr>
      <vt:lpstr>Карта племен</vt:lpstr>
      <vt:lpstr>Що на карті позначено суцільною жирною лінією?</vt:lpstr>
      <vt:lpstr>Русь упродовж IХ–Х ст. перебувала в данницькій залежності від</vt:lpstr>
      <vt:lpstr>До якого періоду належать події, описані візантійським істориком:</vt:lpstr>
      <vt:lpstr>Процес договірного оформлення стосунків Київської держави з Візантійською імперією започатковано у</vt:lpstr>
      <vt:lpstr>У 907 р., 911 р., 941 р., 944 р. відбулися походи київських князів на</vt:lpstr>
      <vt:lpstr>Коли на Русі утвердилася династія Рюриковичів?</vt:lpstr>
      <vt:lpstr>Залежність східнослов’янських племен від київських князів у період становлення Київської держави (Русі-України) проявлялася</vt:lpstr>
      <vt:lpstr>Дохристиянську давньоруську пам’ятку культури зображено на фото</vt:lpstr>
      <vt:lpstr>це оцінка істориками ролі</vt:lpstr>
      <vt:lpstr>Блок 2</vt:lpstr>
      <vt:lpstr>У 907 р., 911 р., 941 р., 944 р. відбулися походи київських князів на</vt:lpstr>
      <vt:lpstr>Коли на Русі утвердилася династія Рюриковичів?</vt:lpstr>
      <vt:lpstr>Залежність східнослов’янських племен від київських князів у період становлення Київської держави (Русі-України) проявлялася</vt:lpstr>
      <vt:lpstr>Дохристиянську давньоруську пам’ятку культури зображено на фото</vt:lpstr>
      <vt:lpstr>це оцінка істориками ролі</vt:lpstr>
      <vt:lpstr>Київ був центром східнослов’янського племінного союзу (об’єднання)</vt:lpstr>
      <vt:lpstr>До якого великого князя київського звертався візантійський імператор Іоанн Цимісхій із таким посланням:</vt:lpstr>
      <vt:lpstr>Що стало наслідком події, описаної в уривку з історичного джерела?</vt:lpstr>
      <vt:lpstr>На карті жирною лінією позначено межі Київської Русі за часів князювання</vt:lpstr>
      <vt:lpstr>Унаслідок військових походів київського князя Олега на Візантію</vt:lpstr>
      <vt:lpstr>В уривку з історичного джерела</vt:lpstr>
      <vt:lpstr>Походи яких київських князів відображено на картосхемі?</vt:lpstr>
      <vt:lpstr>Об’єднання князем Олегом земель Південної та Північної Русі під владою Рюриковичів і проголошення Києва «матір’ю городов руських» відбулося в</vt:lpstr>
      <vt:lpstr>На картосхемі жирною лінією позначено кордони Київської держави за часів князювання</vt:lpstr>
      <vt:lpstr>Картосхема дає змогу</vt:lpstr>
      <vt:lpstr>Походи на Константинополь у 907 р. та 911 р. здійснив київський князь</vt:lpstr>
      <vt:lpstr>Блок 3</vt:lpstr>
      <vt:lpstr>Походи яких київських князів відображено на картосхемі?</vt:lpstr>
      <vt:lpstr>Об’єднання князем Олегом земель Південної та Північної Русі під владою Рюриковичів і проголошення Києва «матір’ю городов руських» відбулося в</vt:lpstr>
      <vt:lpstr>На картосхемі жирною лінією позначено кордони Київської держави за часів князювання</vt:lpstr>
      <vt:lpstr>Картосхема дає змогу</vt:lpstr>
      <vt:lpstr>Походи на Константинополь у 907 р. та 911 р. здійснив київський князь</vt:lpstr>
      <vt:lpstr>На карті позначена територія Київської Русі за часів правління</vt:lpstr>
      <vt:lpstr>Прочитайте уривок з історичного джерела та виконайте завдання.</vt:lpstr>
      <vt:lpstr>На картосхемі стрілками позначено</vt:lpstr>
      <vt:lpstr>У якому уривку з історичного джерела описано подію, що стала причиною відмови великих князів київських від здійснення полюддя.</vt:lpstr>
      <vt:lpstr>Одним із наслідків повстання древлян 945 р. стало</vt:lpstr>
      <vt:lpstr>До кого велика княгиня київська Ольга звернулась із такими словами:</vt:lpstr>
      <vt:lpstr>Повстання якого союзу племен проти влади Києва придушила княгиня Ольга?</vt:lpstr>
      <vt:lpstr>з такими словами велика княгиня київська Ольга звернулася до</vt:lpstr>
      <vt:lpstr>З якою метою княгиня Ольга здійснювала заходи, про які йдеться в уривках з історичних джерел?</vt:lpstr>
      <vt:lpstr>Установленням «уроків» великою княгинею київською Ольгою було</vt:lpstr>
      <vt:lpstr>Блок 4</vt:lpstr>
      <vt:lpstr>До кого велика княгиня київська Ольга звернулась із такими словами:</vt:lpstr>
      <vt:lpstr>Повстання якого союзу племен проти влади Києва придушила княгиня Ольга?</vt:lpstr>
      <vt:lpstr>з такими словами велика княгиня київська Ольга звернулася до</vt:lpstr>
      <vt:lpstr>З якою метою княгиня Ольга здійснювала заходи, про які йдеться в уривках з історичних джерел?</vt:lpstr>
      <vt:lpstr>Установленням «уроків» великою княгинею київською Ольгою було</vt:lpstr>
      <vt:lpstr>Що стало одним із результатів посольства великої київської княгині Ольги до Константинополя, про яке повідомляє літописець?</vt:lpstr>
      <vt:lpstr>Із діяльністю якого давньоруського правителя пов’язано</vt:lpstr>
      <vt:lpstr>Зображені на карті межі Київської Русі відносяться до періоду правління</vt:lpstr>
      <vt:lpstr>Кого з великих київських князів історик О. Субтельний охарактеризував так:</vt:lpstr>
      <vt:lpstr>Які князі вели боротьбу з державою, позначеною на картосхемі штрихуванням?</vt:lpstr>
      <vt:lpstr>У яких уривках з історичних джерел ідеться про великого князя київського Святослава Ігоревича?</vt:lpstr>
      <vt:lpstr>Спираючись на подану карту, можна схарактеризувати зовнішньополітичну діяльність князя</vt:lpstr>
      <vt:lpstr>Що стало одним із наслідків подій, перебіг яких відображено на карті?</vt:lpstr>
      <vt:lpstr>На карті заштриховано території, що були приєднані до Київської Русі за князювання</vt:lpstr>
      <vt:lpstr>На картосхемі зображено напрямок військових походів великого князя київського.</vt:lpstr>
      <vt:lpstr>Розділ 5</vt:lpstr>
      <vt:lpstr>Що стало одним із наслідків подій, перебіг яких відображено на карті?</vt:lpstr>
      <vt:lpstr>На карті заштриховано території, що були приєднані до Київської Русі за князювання</vt:lpstr>
      <vt:lpstr>На картосхемі зображено напрямок військових походів великого князя київського.</vt:lpstr>
      <vt:lpstr>Чи стосуються події, описані літописцем, діяльності князя Святослава Ігоревича?</vt:lpstr>
      <vt:lpstr>У яких уривках з історичних джерел йдеться про великого князя київського Святослава Ігоревича?</vt:lpstr>
      <vt:lpstr>Установіть відповідність між іменем князя (княгині) Київської Русі та історичною подією.</vt:lpstr>
      <vt:lpstr>Військові походи великого київського князя Святослава Ігоревича призвели до</vt:lpstr>
      <vt:lpstr>Прочитайте уривок із джерела й виконайте завдання.</vt:lpstr>
      <vt:lpstr>На картосхемі відображено похід великого князя київського</vt:lpstr>
      <vt:lpstr>У яких уривках з історичних джерел йдеться про великого київського князя Святослава Ігоревича?</vt:lpstr>
      <vt:lpstr>«Шлюбну дипломатію» як засіб налагодження зовнішньополітичних зв’язків започаткував київський князь</vt:lpstr>
      <vt:lpstr>Застосування плуга, поширення двопільної та трипільної сівозміни в сільському господарстві Київської Русі сприяло</vt:lpstr>
      <vt:lpstr>Які зміни у соціально-економічному житті східних слов’ян сприяли утворенню Давньоруської держави?</vt:lpstr>
      <vt:lpstr>Прочитайте уривок з історичного джерела та виконайте завдання.</vt:lpstr>
      <vt:lpstr>Яку земельну власність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Корниенко</dc:creator>
  <cp:lastModifiedBy>Сергей Корниенко</cp:lastModifiedBy>
  <cp:revision>1</cp:revision>
  <dcterms:created xsi:type="dcterms:W3CDTF">2024-11-17T10:29:43Z</dcterms:created>
  <dcterms:modified xsi:type="dcterms:W3CDTF">2024-11-17T11:32:49Z</dcterms:modified>
</cp:coreProperties>
</file>