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61" r:id="rId5"/>
    <p:sldId id="258" r:id="rId6"/>
    <p:sldId id="302" r:id="rId7"/>
    <p:sldId id="277" r:id="rId8"/>
    <p:sldId id="285" r:id="rId9"/>
    <p:sldId id="305" r:id="rId10"/>
    <p:sldId id="299" r:id="rId11"/>
    <p:sldId id="287" r:id="rId12"/>
    <p:sldId id="272" r:id="rId13"/>
    <p:sldId id="298" r:id="rId14"/>
    <p:sldId id="273" r:id="rId15"/>
    <p:sldId id="301" r:id="rId16"/>
    <p:sldId id="274" r:id="rId17"/>
    <p:sldId id="296" r:id="rId18"/>
    <p:sldId id="303" r:id="rId19"/>
    <p:sldId id="309" r:id="rId20"/>
    <p:sldId id="306" r:id="rId21"/>
    <p:sldId id="293" r:id="rId22"/>
    <p:sldId id="308" r:id="rId23"/>
    <p:sldId id="259" r:id="rId24"/>
    <p:sldId id="279" r:id="rId25"/>
    <p:sldId id="267" r:id="rId26"/>
    <p:sldId id="311" r:id="rId27"/>
    <p:sldId id="300" r:id="rId28"/>
    <p:sldId id="275" r:id="rId29"/>
    <p:sldId id="284" r:id="rId30"/>
    <p:sldId id="262" r:id="rId31"/>
    <p:sldId id="304" r:id="rId32"/>
    <p:sldId id="265" r:id="rId33"/>
    <p:sldId id="290" r:id="rId34"/>
    <p:sldId id="307" r:id="rId35"/>
    <p:sldId id="266" r:id="rId36"/>
    <p:sldId id="295" r:id="rId37"/>
    <p:sldId id="263" r:id="rId38"/>
    <p:sldId id="264" r:id="rId39"/>
    <p:sldId id="282" r:id="rId40"/>
    <p:sldId id="289" r:id="rId41"/>
    <p:sldId id="286" r:id="rId42"/>
    <p:sldId id="268" r:id="rId43"/>
    <p:sldId id="276" r:id="rId44"/>
    <p:sldId id="310" r:id="rId45"/>
    <p:sldId id="280" r:id="rId46"/>
    <p:sldId id="281" r:id="rId47"/>
    <p:sldId id="294" r:id="rId48"/>
    <p:sldId id="269" r:id="rId49"/>
    <p:sldId id="297" r:id="rId50"/>
    <p:sldId id="288" r:id="rId51"/>
    <p:sldId id="271" r:id="rId52"/>
    <p:sldId id="291" r:id="rId53"/>
    <p:sldId id="278" r:id="rId54"/>
    <p:sldId id="270" r:id="rId55"/>
    <p:sldId id="292" r:id="rId56"/>
    <p:sldId id="283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C9DD99B0-53E5-4320-9C9F-CB49BF38E8B4}">
          <p14:sldIdLst>
            <p14:sldId id="256"/>
          </p14:sldIdLst>
        </p14:section>
        <p14:section name="Короткий зміст" id="{4FCE6374-167B-427A-8068-3B29F6D395F7}">
          <p14:sldIdLst>
            <p14:sldId id="257"/>
          </p14:sldIdLst>
        </p14:section>
        <p14:section name="Загальні процеси" id="{9777BAA7-3CAB-47EE-B845-7493026E3605}">
          <p14:sldIdLst>
            <p14:sldId id="260"/>
            <p14:sldId id="261"/>
            <p14:sldId id="258"/>
            <p14:sldId id="302"/>
            <p14:sldId id="277"/>
            <p14:sldId id="285"/>
            <p14:sldId id="305"/>
            <p14:sldId id="299"/>
            <p14:sldId id="287"/>
            <p14:sldId id="272"/>
            <p14:sldId id="298"/>
          </p14:sldIdLst>
        </p14:section>
        <p14:section name="Вища освіта та наука" id="{67606D50-8270-47E9-BC26-3994FFA23F0D}">
          <p14:sldIdLst>
            <p14:sldId id="273"/>
            <p14:sldId id="301"/>
            <p14:sldId id="274"/>
            <p14:sldId id="296"/>
            <p14:sldId id="303"/>
            <p14:sldId id="309"/>
            <p14:sldId id="306"/>
            <p14:sldId id="293"/>
            <p14:sldId id="308"/>
          </p14:sldIdLst>
        </p14:section>
        <p14:section name="Особистості" id="{3B1E156A-979B-410A-8AFC-FCD83DE45822}">
          <p14:sldIdLst>
            <p14:sldId id="259"/>
            <p14:sldId id="279"/>
            <p14:sldId id="267"/>
            <p14:sldId id="311"/>
            <p14:sldId id="300"/>
            <p14:sldId id="275"/>
            <p14:sldId id="284"/>
            <p14:sldId id="262"/>
            <p14:sldId id="304"/>
            <p14:sldId id="265"/>
            <p14:sldId id="290"/>
            <p14:sldId id="307"/>
            <p14:sldId id="266"/>
            <p14:sldId id="295"/>
          </p14:sldIdLst>
        </p14:section>
        <p14:section name="Література" id="{1738054E-8293-4680-98DA-F3549B2D6DE3}">
          <p14:sldIdLst>
            <p14:sldId id="263"/>
            <p14:sldId id="264"/>
            <p14:sldId id="282"/>
            <p14:sldId id="289"/>
            <p14:sldId id="286"/>
            <p14:sldId id="268"/>
            <p14:sldId id="276"/>
            <p14:sldId id="310"/>
          </p14:sldIdLst>
        </p14:section>
        <p14:section name="Мистецтво" id="{F2BA4EAE-6F40-4227-A783-9796A71522EB}">
          <p14:sldIdLst>
            <p14:sldId id="280"/>
            <p14:sldId id="281"/>
            <p14:sldId id="294"/>
            <p14:sldId id="269"/>
            <p14:sldId id="297"/>
            <p14:sldId id="288"/>
            <p14:sldId id="271"/>
            <p14:sldId id="291"/>
            <p14:sldId id="278"/>
            <p14:sldId id="270"/>
            <p14:sldId id="29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D2596A-ECFD-4636-B86C-C4F39A2FE56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F8F4385-DE55-482C-A738-F447AA9F6DE4}">
      <dgm:prSet/>
      <dgm:spPr/>
      <dgm:t>
        <a:bodyPr/>
        <a:lstStyle/>
        <a:p>
          <a:r>
            <a:rPr lang="uk-UA" b="0" i="0"/>
            <a:t>реалізм.</a:t>
          </a:r>
          <a:endParaRPr lang="uk-UA"/>
        </a:p>
      </dgm:t>
    </dgm:pt>
    <dgm:pt modelId="{F728AD98-4E12-4D21-8D74-A36FE60C05E5}" type="parTrans" cxnId="{0466A3FB-8C25-4E26-BD89-B221EF4CF491}">
      <dgm:prSet/>
      <dgm:spPr/>
      <dgm:t>
        <a:bodyPr/>
        <a:lstStyle/>
        <a:p>
          <a:endParaRPr lang="uk-UA"/>
        </a:p>
      </dgm:t>
    </dgm:pt>
    <dgm:pt modelId="{BF6D1F57-95E3-4D84-BD45-916D25912036}" type="sibTrans" cxnId="{0466A3FB-8C25-4E26-BD89-B221EF4CF491}">
      <dgm:prSet/>
      <dgm:spPr/>
      <dgm:t>
        <a:bodyPr/>
        <a:lstStyle/>
        <a:p>
          <a:endParaRPr lang="uk-UA"/>
        </a:p>
      </dgm:t>
    </dgm:pt>
    <dgm:pt modelId="{CA3360AD-1591-462F-B5F7-556E31D83DAB}">
      <dgm:prSet/>
      <dgm:spPr/>
      <dgm:t>
        <a:bodyPr/>
        <a:lstStyle/>
        <a:p>
          <a:r>
            <a:rPr lang="uk-UA" b="0" i="0"/>
            <a:t>класицизм.</a:t>
          </a:r>
          <a:endParaRPr lang="uk-UA"/>
        </a:p>
      </dgm:t>
    </dgm:pt>
    <dgm:pt modelId="{6D8149B4-F247-454C-917B-3D42B0EAAAD8}" type="parTrans" cxnId="{C6261A19-CE0A-44CA-B042-0D8564E58D28}">
      <dgm:prSet/>
      <dgm:spPr/>
      <dgm:t>
        <a:bodyPr/>
        <a:lstStyle/>
        <a:p>
          <a:endParaRPr lang="uk-UA"/>
        </a:p>
      </dgm:t>
    </dgm:pt>
    <dgm:pt modelId="{7D0DBBFB-2DEA-407C-A816-21F4F5263114}" type="sibTrans" cxnId="{C6261A19-CE0A-44CA-B042-0D8564E58D28}">
      <dgm:prSet/>
      <dgm:spPr/>
      <dgm:t>
        <a:bodyPr/>
        <a:lstStyle/>
        <a:p>
          <a:endParaRPr lang="uk-UA"/>
        </a:p>
      </dgm:t>
    </dgm:pt>
    <dgm:pt modelId="{D7C95B65-C35F-4E67-9888-A2D2B28DE176}">
      <dgm:prSet/>
      <dgm:spPr/>
      <dgm:t>
        <a:bodyPr/>
        <a:lstStyle/>
        <a:p>
          <a:r>
            <a:rPr lang="uk-UA" b="0" i="0"/>
            <a:t>романтизм.</a:t>
          </a:r>
          <a:endParaRPr lang="uk-UA"/>
        </a:p>
      </dgm:t>
    </dgm:pt>
    <dgm:pt modelId="{24C44E8F-C98D-411B-B040-E4267D95896F}" type="parTrans" cxnId="{9DE1517D-4FCD-4E66-B6E0-10F27EEC9421}">
      <dgm:prSet/>
      <dgm:spPr/>
      <dgm:t>
        <a:bodyPr/>
        <a:lstStyle/>
        <a:p>
          <a:endParaRPr lang="uk-UA"/>
        </a:p>
      </dgm:t>
    </dgm:pt>
    <dgm:pt modelId="{6FD31605-E531-4C6C-8D7C-734E0A6D5A94}" type="sibTrans" cxnId="{9DE1517D-4FCD-4E66-B6E0-10F27EEC9421}">
      <dgm:prSet/>
      <dgm:spPr/>
      <dgm:t>
        <a:bodyPr/>
        <a:lstStyle/>
        <a:p>
          <a:endParaRPr lang="uk-UA"/>
        </a:p>
      </dgm:t>
    </dgm:pt>
    <dgm:pt modelId="{DED1C68E-81C6-4BFC-879B-6B1ABD82E41D}">
      <dgm:prSet/>
      <dgm:spPr/>
      <dgm:t>
        <a:bodyPr/>
        <a:lstStyle/>
        <a:p>
          <a:r>
            <a:rPr lang="uk-UA" b="0" i="0"/>
            <a:t>модернізм.</a:t>
          </a:r>
          <a:endParaRPr lang="uk-UA"/>
        </a:p>
      </dgm:t>
    </dgm:pt>
    <dgm:pt modelId="{911A93C3-42C5-4BE7-82D2-1485E03DDEE5}" type="parTrans" cxnId="{C39F5D9B-25C5-49FD-815C-7E89F7531F01}">
      <dgm:prSet/>
      <dgm:spPr/>
      <dgm:t>
        <a:bodyPr/>
        <a:lstStyle/>
        <a:p>
          <a:endParaRPr lang="uk-UA"/>
        </a:p>
      </dgm:t>
    </dgm:pt>
    <dgm:pt modelId="{1FF7FB14-FA2F-4870-A860-0F64AF78C838}" type="sibTrans" cxnId="{C39F5D9B-25C5-49FD-815C-7E89F7531F01}">
      <dgm:prSet/>
      <dgm:spPr/>
      <dgm:t>
        <a:bodyPr/>
        <a:lstStyle/>
        <a:p>
          <a:endParaRPr lang="uk-UA"/>
        </a:p>
      </dgm:t>
    </dgm:pt>
    <dgm:pt modelId="{83AC5321-C35E-4A26-834E-2E5063873E55}" type="pres">
      <dgm:prSet presAssocID="{84D2596A-ECFD-4636-B86C-C4F39A2FE562}" presName="linearFlow" presStyleCnt="0">
        <dgm:presLayoutVars>
          <dgm:dir/>
          <dgm:resizeHandles val="exact"/>
        </dgm:presLayoutVars>
      </dgm:prSet>
      <dgm:spPr/>
    </dgm:pt>
    <dgm:pt modelId="{3ED051DE-D93F-43F7-A656-35132CAD1F48}" type="pres">
      <dgm:prSet presAssocID="{DF8F4385-DE55-482C-A738-F447AA9F6DE4}" presName="composite" presStyleCnt="0"/>
      <dgm:spPr/>
    </dgm:pt>
    <dgm:pt modelId="{59D03B5C-F6B6-42B3-950D-2CDD90993787}" type="pres">
      <dgm:prSet presAssocID="{DF8F4385-DE55-482C-A738-F447AA9F6DE4}" presName="imgShp" presStyleLbl="fgImgPlace1" presStyleIdx="0" presStyleCnt="4"/>
      <dgm:spPr/>
    </dgm:pt>
    <dgm:pt modelId="{6C890881-686D-4216-AD31-5B290E906AB3}" type="pres">
      <dgm:prSet presAssocID="{DF8F4385-DE55-482C-A738-F447AA9F6DE4}" presName="txShp" presStyleLbl="node1" presStyleIdx="0" presStyleCnt="4">
        <dgm:presLayoutVars>
          <dgm:bulletEnabled val="1"/>
        </dgm:presLayoutVars>
      </dgm:prSet>
      <dgm:spPr/>
    </dgm:pt>
    <dgm:pt modelId="{5F8D6301-88D3-49D8-A6F8-9D6F2BA88E1B}" type="pres">
      <dgm:prSet presAssocID="{BF6D1F57-95E3-4D84-BD45-916D25912036}" presName="spacing" presStyleCnt="0"/>
      <dgm:spPr/>
    </dgm:pt>
    <dgm:pt modelId="{89FBD178-58FC-4D2F-92DC-3D4A4AF77395}" type="pres">
      <dgm:prSet presAssocID="{CA3360AD-1591-462F-B5F7-556E31D83DAB}" presName="composite" presStyleCnt="0"/>
      <dgm:spPr/>
    </dgm:pt>
    <dgm:pt modelId="{A9263DF9-4A8E-4754-BC61-989A23453DE6}" type="pres">
      <dgm:prSet presAssocID="{CA3360AD-1591-462F-B5F7-556E31D83DAB}" presName="imgShp" presStyleLbl="fgImgPlace1" presStyleIdx="1" presStyleCnt="4"/>
      <dgm:spPr/>
    </dgm:pt>
    <dgm:pt modelId="{45620551-86FE-4996-99DB-33F6A35AA1A9}" type="pres">
      <dgm:prSet presAssocID="{CA3360AD-1591-462F-B5F7-556E31D83DAB}" presName="txShp" presStyleLbl="node1" presStyleIdx="1" presStyleCnt="4">
        <dgm:presLayoutVars>
          <dgm:bulletEnabled val="1"/>
        </dgm:presLayoutVars>
      </dgm:prSet>
      <dgm:spPr/>
    </dgm:pt>
    <dgm:pt modelId="{B82C907C-77BB-4B45-8227-2BCBEC5DA9B1}" type="pres">
      <dgm:prSet presAssocID="{7D0DBBFB-2DEA-407C-A816-21F4F5263114}" presName="spacing" presStyleCnt="0"/>
      <dgm:spPr/>
    </dgm:pt>
    <dgm:pt modelId="{EAD951CE-2317-4AB3-B5B6-F58805A47E8B}" type="pres">
      <dgm:prSet presAssocID="{D7C95B65-C35F-4E67-9888-A2D2B28DE176}" presName="composite" presStyleCnt="0"/>
      <dgm:spPr/>
    </dgm:pt>
    <dgm:pt modelId="{E0879165-4C4F-44E5-9158-DD51B4499941}" type="pres">
      <dgm:prSet presAssocID="{D7C95B65-C35F-4E67-9888-A2D2B28DE176}" presName="imgShp" presStyleLbl="fgImgPlace1" presStyleIdx="2" presStyleCnt="4"/>
      <dgm:spPr/>
    </dgm:pt>
    <dgm:pt modelId="{2CB70CAC-457A-4854-8023-C1E5AC2711B2}" type="pres">
      <dgm:prSet presAssocID="{D7C95B65-C35F-4E67-9888-A2D2B28DE176}" presName="txShp" presStyleLbl="node1" presStyleIdx="2" presStyleCnt="4">
        <dgm:presLayoutVars>
          <dgm:bulletEnabled val="1"/>
        </dgm:presLayoutVars>
      </dgm:prSet>
      <dgm:spPr/>
    </dgm:pt>
    <dgm:pt modelId="{93C22573-BFC7-404F-AAC3-1F74635CF963}" type="pres">
      <dgm:prSet presAssocID="{6FD31605-E531-4C6C-8D7C-734E0A6D5A94}" presName="spacing" presStyleCnt="0"/>
      <dgm:spPr/>
    </dgm:pt>
    <dgm:pt modelId="{CFA5C9F1-B23F-4C9C-855F-4202064994C1}" type="pres">
      <dgm:prSet presAssocID="{DED1C68E-81C6-4BFC-879B-6B1ABD82E41D}" presName="composite" presStyleCnt="0"/>
      <dgm:spPr/>
    </dgm:pt>
    <dgm:pt modelId="{01F8F5EE-947C-443D-81FC-53EFE35A818F}" type="pres">
      <dgm:prSet presAssocID="{DED1C68E-81C6-4BFC-879B-6B1ABD82E41D}" presName="imgShp" presStyleLbl="fgImgPlace1" presStyleIdx="3" presStyleCnt="4"/>
      <dgm:spPr/>
    </dgm:pt>
    <dgm:pt modelId="{1D686458-46CE-4D9D-B07C-A5C0AFF4FC0B}" type="pres">
      <dgm:prSet presAssocID="{DED1C68E-81C6-4BFC-879B-6B1ABD82E41D}" presName="txShp" presStyleLbl="node1" presStyleIdx="3" presStyleCnt="4">
        <dgm:presLayoutVars>
          <dgm:bulletEnabled val="1"/>
        </dgm:presLayoutVars>
      </dgm:prSet>
      <dgm:spPr/>
    </dgm:pt>
  </dgm:ptLst>
  <dgm:cxnLst>
    <dgm:cxn modelId="{C6261A19-CE0A-44CA-B042-0D8564E58D28}" srcId="{84D2596A-ECFD-4636-B86C-C4F39A2FE562}" destId="{CA3360AD-1591-462F-B5F7-556E31D83DAB}" srcOrd="1" destOrd="0" parTransId="{6D8149B4-F247-454C-917B-3D42B0EAAAD8}" sibTransId="{7D0DBBFB-2DEA-407C-A816-21F4F5263114}"/>
    <dgm:cxn modelId="{BD33BD24-017A-4FA4-9A91-635D36F02B31}" type="presOf" srcId="{D7C95B65-C35F-4E67-9888-A2D2B28DE176}" destId="{2CB70CAC-457A-4854-8023-C1E5AC2711B2}" srcOrd="0" destOrd="0" presId="urn:microsoft.com/office/officeart/2005/8/layout/vList3"/>
    <dgm:cxn modelId="{5A35E124-3ED0-4039-A1C7-F93B32B0347D}" type="presOf" srcId="{84D2596A-ECFD-4636-B86C-C4F39A2FE562}" destId="{83AC5321-C35E-4A26-834E-2E5063873E55}" srcOrd="0" destOrd="0" presId="urn:microsoft.com/office/officeart/2005/8/layout/vList3"/>
    <dgm:cxn modelId="{4D33B752-3A05-4232-87F4-BD725A5D0BA7}" type="presOf" srcId="{DF8F4385-DE55-482C-A738-F447AA9F6DE4}" destId="{6C890881-686D-4216-AD31-5B290E906AB3}" srcOrd="0" destOrd="0" presId="urn:microsoft.com/office/officeart/2005/8/layout/vList3"/>
    <dgm:cxn modelId="{9DE1517D-4FCD-4E66-B6E0-10F27EEC9421}" srcId="{84D2596A-ECFD-4636-B86C-C4F39A2FE562}" destId="{D7C95B65-C35F-4E67-9888-A2D2B28DE176}" srcOrd="2" destOrd="0" parTransId="{24C44E8F-C98D-411B-B040-E4267D95896F}" sibTransId="{6FD31605-E531-4C6C-8D7C-734E0A6D5A94}"/>
    <dgm:cxn modelId="{C39F5D9B-25C5-49FD-815C-7E89F7531F01}" srcId="{84D2596A-ECFD-4636-B86C-C4F39A2FE562}" destId="{DED1C68E-81C6-4BFC-879B-6B1ABD82E41D}" srcOrd="3" destOrd="0" parTransId="{911A93C3-42C5-4BE7-82D2-1485E03DDEE5}" sibTransId="{1FF7FB14-FA2F-4870-A860-0F64AF78C838}"/>
    <dgm:cxn modelId="{9C7A5ADA-6483-4526-9937-6F4C8EA974B8}" type="presOf" srcId="{DED1C68E-81C6-4BFC-879B-6B1ABD82E41D}" destId="{1D686458-46CE-4D9D-B07C-A5C0AFF4FC0B}" srcOrd="0" destOrd="0" presId="urn:microsoft.com/office/officeart/2005/8/layout/vList3"/>
    <dgm:cxn modelId="{BF2558EA-9DB6-4ACC-A562-5883B05D0FD6}" type="presOf" srcId="{CA3360AD-1591-462F-B5F7-556E31D83DAB}" destId="{45620551-86FE-4996-99DB-33F6A35AA1A9}" srcOrd="0" destOrd="0" presId="urn:microsoft.com/office/officeart/2005/8/layout/vList3"/>
    <dgm:cxn modelId="{0466A3FB-8C25-4E26-BD89-B221EF4CF491}" srcId="{84D2596A-ECFD-4636-B86C-C4F39A2FE562}" destId="{DF8F4385-DE55-482C-A738-F447AA9F6DE4}" srcOrd="0" destOrd="0" parTransId="{F728AD98-4E12-4D21-8D74-A36FE60C05E5}" sibTransId="{BF6D1F57-95E3-4D84-BD45-916D25912036}"/>
    <dgm:cxn modelId="{4A1E7BD9-EF7C-4831-9AA6-094F4F593242}" type="presParOf" srcId="{83AC5321-C35E-4A26-834E-2E5063873E55}" destId="{3ED051DE-D93F-43F7-A656-35132CAD1F48}" srcOrd="0" destOrd="0" presId="urn:microsoft.com/office/officeart/2005/8/layout/vList3"/>
    <dgm:cxn modelId="{6B19F5F6-E322-4F5D-8E33-6C3E16307869}" type="presParOf" srcId="{3ED051DE-D93F-43F7-A656-35132CAD1F48}" destId="{59D03B5C-F6B6-42B3-950D-2CDD90993787}" srcOrd="0" destOrd="0" presId="urn:microsoft.com/office/officeart/2005/8/layout/vList3"/>
    <dgm:cxn modelId="{2FF9E02B-2790-46EA-AC0F-F7FC12A4E1BB}" type="presParOf" srcId="{3ED051DE-D93F-43F7-A656-35132CAD1F48}" destId="{6C890881-686D-4216-AD31-5B290E906AB3}" srcOrd="1" destOrd="0" presId="urn:microsoft.com/office/officeart/2005/8/layout/vList3"/>
    <dgm:cxn modelId="{277D8FDE-A5BF-4EDF-BEE8-690567924910}" type="presParOf" srcId="{83AC5321-C35E-4A26-834E-2E5063873E55}" destId="{5F8D6301-88D3-49D8-A6F8-9D6F2BA88E1B}" srcOrd="1" destOrd="0" presId="urn:microsoft.com/office/officeart/2005/8/layout/vList3"/>
    <dgm:cxn modelId="{0E7AF8DC-3B21-4745-BDD3-BCD383C23126}" type="presParOf" srcId="{83AC5321-C35E-4A26-834E-2E5063873E55}" destId="{89FBD178-58FC-4D2F-92DC-3D4A4AF77395}" srcOrd="2" destOrd="0" presId="urn:microsoft.com/office/officeart/2005/8/layout/vList3"/>
    <dgm:cxn modelId="{EA2E1E8F-9E5D-47E6-9CBF-F577CC8F070F}" type="presParOf" srcId="{89FBD178-58FC-4D2F-92DC-3D4A4AF77395}" destId="{A9263DF9-4A8E-4754-BC61-989A23453DE6}" srcOrd="0" destOrd="0" presId="urn:microsoft.com/office/officeart/2005/8/layout/vList3"/>
    <dgm:cxn modelId="{C4DB520E-9118-4C3C-8CE9-EF18396BBE69}" type="presParOf" srcId="{89FBD178-58FC-4D2F-92DC-3D4A4AF77395}" destId="{45620551-86FE-4996-99DB-33F6A35AA1A9}" srcOrd="1" destOrd="0" presId="urn:microsoft.com/office/officeart/2005/8/layout/vList3"/>
    <dgm:cxn modelId="{6A3B4908-23E0-4DC1-8BF5-08D169AF57C5}" type="presParOf" srcId="{83AC5321-C35E-4A26-834E-2E5063873E55}" destId="{B82C907C-77BB-4B45-8227-2BCBEC5DA9B1}" srcOrd="3" destOrd="0" presId="urn:microsoft.com/office/officeart/2005/8/layout/vList3"/>
    <dgm:cxn modelId="{17E36504-3465-46C1-A97C-C6DB44370611}" type="presParOf" srcId="{83AC5321-C35E-4A26-834E-2E5063873E55}" destId="{EAD951CE-2317-4AB3-B5B6-F58805A47E8B}" srcOrd="4" destOrd="0" presId="urn:microsoft.com/office/officeart/2005/8/layout/vList3"/>
    <dgm:cxn modelId="{E62E6D0A-5D10-4CBC-B4D4-46220BF3D6E5}" type="presParOf" srcId="{EAD951CE-2317-4AB3-B5B6-F58805A47E8B}" destId="{E0879165-4C4F-44E5-9158-DD51B4499941}" srcOrd="0" destOrd="0" presId="urn:microsoft.com/office/officeart/2005/8/layout/vList3"/>
    <dgm:cxn modelId="{ECD08C16-EC2E-46F1-88D3-FED421A84FD7}" type="presParOf" srcId="{EAD951CE-2317-4AB3-B5B6-F58805A47E8B}" destId="{2CB70CAC-457A-4854-8023-C1E5AC2711B2}" srcOrd="1" destOrd="0" presId="urn:microsoft.com/office/officeart/2005/8/layout/vList3"/>
    <dgm:cxn modelId="{28DF5767-577F-4C42-8C11-C7E2A21AAA44}" type="presParOf" srcId="{83AC5321-C35E-4A26-834E-2E5063873E55}" destId="{93C22573-BFC7-404F-AAC3-1F74635CF963}" srcOrd="5" destOrd="0" presId="urn:microsoft.com/office/officeart/2005/8/layout/vList3"/>
    <dgm:cxn modelId="{514C9D39-6122-4B44-9355-62A9ECDAD0D2}" type="presParOf" srcId="{83AC5321-C35E-4A26-834E-2E5063873E55}" destId="{CFA5C9F1-B23F-4C9C-855F-4202064994C1}" srcOrd="6" destOrd="0" presId="urn:microsoft.com/office/officeart/2005/8/layout/vList3"/>
    <dgm:cxn modelId="{783C4BA2-E982-4488-804E-6FE6DCF6B83B}" type="presParOf" srcId="{CFA5C9F1-B23F-4C9C-855F-4202064994C1}" destId="{01F8F5EE-947C-443D-81FC-53EFE35A818F}" srcOrd="0" destOrd="0" presId="urn:microsoft.com/office/officeart/2005/8/layout/vList3"/>
    <dgm:cxn modelId="{3A36111B-0576-4ABA-80E9-280E722E7F7A}" type="presParOf" srcId="{CFA5C9F1-B23F-4C9C-855F-4202064994C1}" destId="{1D686458-46CE-4D9D-B07C-A5C0AFF4FC0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06F8EE1-67CC-4004-A9B0-8F63540B17B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6BA905A-2A96-4962-9A0A-9D5A1F2112A0}">
      <dgm:prSet/>
      <dgm:spPr/>
      <dgm:t>
        <a:bodyPr/>
        <a:lstStyle/>
        <a:p>
          <a:r>
            <a:rPr lang="uk-UA" b="0" i="0"/>
            <a:t>поширення стилю бароко в архітектурі</a:t>
          </a:r>
          <a:endParaRPr lang="uk-UA"/>
        </a:p>
      </dgm:t>
    </dgm:pt>
    <dgm:pt modelId="{9690EDD4-6CBA-4E0E-A030-89FD61D730D3}" type="parTrans" cxnId="{5380CC1C-711E-406F-9080-D2F52892865B}">
      <dgm:prSet/>
      <dgm:spPr/>
      <dgm:t>
        <a:bodyPr/>
        <a:lstStyle/>
        <a:p>
          <a:endParaRPr lang="uk-UA"/>
        </a:p>
      </dgm:t>
    </dgm:pt>
    <dgm:pt modelId="{4F1B3A54-F7B7-46DF-8386-991317C9D34D}" type="sibTrans" cxnId="{5380CC1C-711E-406F-9080-D2F52892865B}">
      <dgm:prSet/>
      <dgm:spPr/>
      <dgm:t>
        <a:bodyPr/>
        <a:lstStyle/>
        <a:p>
          <a:endParaRPr lang="uk-UA"/>
        </a:p>
      </dgm:t>
    </dgm:pt>
    <dgm:pt modelId="{0D5FE3C3-FDFE-45B0-8EC3-3A12DC205CD9}">
      <dgm:prSet/>
      <dgm:spPr/>
      <dgm:t>
        <a:bodyPr/>
        <a:lstStyle/>
        <a:p>
          <a:r>
            <a:rPr lang="uk-UA" b="0" i="0"/>
            <a:t>копіювання кращих зразків княжої доби</a:t>
          </a:r>
          <a:endParaRPr lang="uk-UA"/>
        </a:p>
      </dgm:t>
    </dgm:pt>
    <dgm:pt modelId="{A9CDBD43-EFF8-4CA2-B793-9F7C47D48DFE}" type="parTrans" cxnId="{6973495E-5FC0-43D4-9191-D5E6BF01A0C1}">
      <dgm:prSet/>
      <dgm:spPr/>
      <dgm:t>
        <a:bodyPr/>
        <a:lstStyle/>
        <a:p>
          <a:endParaRPr lang="uk-UA"/>
        </a:p>
      </dgm:t>
    </dgm:pt>
    <dgm:pt modelId="{E06E575F-637C-4DEE-BCD2-0C28395B34B7}" type="sibTrans" cxnId="{6973495E-5FC0-43D4-9191-D5E6BF01A0C1}">
      <dgm:prSet/>
      <dgm:spPr/>
      <dgm:t>
        <a:bodyPr/>
        <a:lstStyle/>
        <a:p>
          <a:endParaRPr lang="uk-UA"/>
        </a:p>
      </dgm:t>
    </dgm:pt>
    <dgm:pt modelId="{6C1AE43C-9434-4E5F-957D-FA9BCE7AA567}">
      <dgm:prSet/>
      <dgm:spPr/>
      <dgm:t>
        <a:bodyPr/>
        <a:lstStyle/>
        <a:p>
          <a:r>
            <a:rPr lang="uk-UA" b="0" i="0"/>
            <a:t>формування нової української літературної мови</a:t>
          </a:r>
          <a:endParaRPr lang="uk-UA"/>
        </a:p>
      </dgm:t>
    </dgm:pt>
    <dgm:pt modelId="{8F8448B5-C33A-4F4F-B507-D49CD723D6BA}" type="parTrans" cxnId="{5F5D5DF8-ED10-4FE5-9F01-FE192F5AA0E6}">
      <dgm:prSet/>
      <dgm:spPr/>
      <dgm:t>
        <a:bodyPr/>
        <a:lstStyle/>
        <a:p>
          <a:endParaRPr lang="uk-UA"/>
        </a:p>
      </dgm:t>
    </dgm:pt>
    <dgm:pt modelId="{89E6AD60-F193-4E10-B0AB-7C7272801D43}" type="sibTrans" cxnId="{5F5D5DF8-ED10-4FE5-9F01-FE192F5AA0E6}">
      <dgm:prSet/>
      <dgm:spPr/>
      <dgm:t>
        <a:bodyPr/>
        <a:lstStyle/>
        <a:p>
          <a:endParaRPr lang="uk-UA"/>
        </a:p>
      </dgm:t>
    </dgm:pt>
    <dgm:pt modelId="{78EA199F-61DE-457A-8DF8-A4BFE200904E}">
      <dgm:prSet/>
      <dgm:spPr/>
      <dgm:t>
        <a:bodyPr/>
        <a:lstStyle/>
        <a:p>
          <a:r>
            <a:rPr lang="uk-UA" b="0" i="0"/>
            <a:t>виникнення традиційного пересувного лялькового театру</a:t>
          </a:r>
          <a:endParaRPr lang="uk-UA"/>
        </a:p>
      </dgm:t>
    </dgm:pt>
    <dgm:pt modelId="{72C78C2D-31AC-42C5-9E50-C863817ED769}" type="parTrans" cxnId="{E29BB286-4BAC-4856-A623-23C4C9C22277}">
      <dgm:prSet/>
      <dgm:spPr/>
      <dgm:t>
        <a:bodyPr/>
        <a:lstStyle/>
        <a:p>
          <a:endParaRPr lang="uk-UA"/>
        </a:p>
      </dgm:t>
    </dgm:pt>
    <dgm:pt modelId="{45162282-C869-4F26-985B-DC05F411100E}" type="sibTrans" cxnId="{E29BB286-4BAC-4856-A623-23C4C9C22277}">
      <dgm:prSet/>
      <dgm:spPr/>
      <dgm:t>
        <a:bodyPr/>
        <a:lstStyle/>
        <a:p>
          <a:endParaRPr lang="uk-UA"/>
        </a:p>
      </dgm:t>
    </dgm:pt>
    <dgm:pt modelId="{4F06DB6A-1D47-4095-97A4-399B75DA2910}" type="pres">
      <dgm:prSet presAssocID="{B06F8EE1-67CC-4004-A9B0-8F63540B17B8}" presName="linear" presStyleCnt="0">
        <dgm:presLayoutVars>
          <dgm:animLvl val="lvl"/>
          <dgm:resizeHandles val="exact"/>
        </dgm:presLayoutVars>
      </dgm:prSet>
      <dgm:spPr/>
    </dgm:pt>
    <dgm:pt modelId="{044BC168-6A05-4CBC-8577-586233910AAE}" type="pres">
      <dgm:prSet presAssocID="{B6BA905A-2A96-4962-9A0A-9D5A1F2112A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0B2FB3F-435F-4C7D-9F4D-C17353DFD448}" type="pres">
      <dgm:prSet presAssocID="{4F1B3A54-F7B7-46DF-8386-991317C9D34D}" presName="spacer" presStyleCnt="0"/>
      <dgm:spPr/>
    </dgm:pt>
    <dgm:pt modelId="{F27293C1-4CED-447C-A529-829089EF7EF9}" type="pres">
      <dgm:prSet presAssocID="{0D5FE3C3-FDFE-45B0-8EC3-3A12DC205CD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C5E2451-D10E-476D-B2E2-5343BF8EBCCF}" type="pres">
      <dgm:prSet presAssocID="{E06E575F-637C-4DEE-BCD2-0C28395B34B7}" presName="spacer" presStyleCnt="0"/>
      <dgm:spPr/>
    </dgm:pt>
    <dgm:pt modelId="{5A0CE6DB-0D42-4FC8-BF31-8F23FF860563}" type="pres">
      <dgm:prSet presAssocID="{6C1AE43C-9434-4E5F-957D-FA9BCE7AA56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1A5B458-87B1-4D49-9FFF-14EFC62892D7}" type="pres">
      <dgm:prSet presAssocID="{89E6AD60-F193-4E10-B0AB-7C7272801D43}" presName="spacer" presStyleCnt="0"/>
      <dgm:spPr/>
    </dgm:pt>
    <dgm:pt modelId="{0A264A25-604A-40C5-8E46-724A3A161539}" type="pres">
      <dgm:prSet presAssocID="{78EA199F-61DE-457A-8DF8-A4BFE200904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1B7C411-420B-450C-8133-E6049111C3F3}" type="presOf" srcId="{B6BA905A-2A96-4962-9A0A-9D5A1F2112A0}" destId="{044BC168-6A05-4CBC-8577-586233910AAE}" srcOrd="0" destOrd="0" presId="urn:microsoft.com/office/officeart/2005/8/layout/vList2"/>
    <dgm:cxn modelId="{5380CC1C-711E-406F-9080-D2F52892865B}" srcId="{B06F8EE1-67CC-4004-A9B0-8F63540B17B8}" destId="{B6BA905A-2A96-4962-9A0A-9D5A1F2112A0}" srcOrd="0" destOrd="0" parTransId="{9690EDD4-6CBA-4E0E-A030-89FD61D730D3}" sibTransId="{4F1B3A54-F7B7-46DF-8386-991317C9D34D}"/>
    <dgm:cxn modelId="{6973495E-5FC0-43D4-9191-D5E6BF01A0C1}" srcId="{B06F8EE1-67CC-4004-A9B0-8F63540B17B8}" destId="{0D5FE3C3-FDFE-45B0-8EC3-3A12DC205CD9}" srcOrd="1" destOrd="0" parTransId="{A9CDBD43-EFF8-4CA2-B793-9F7C47D48DFE}" sibTransId="{E06E575F-637C-4DEE-BCD2-0C28395B34B7}"/>
    <dgm:cxn modelId="{D3241077-57A2-4359-8517-736ACE7CE741}" type="presOf" srcId="{0D5FE3C3-FDFE-45B0-8EC3-3A12DC205CD9}" destId="{F27293C1-4CED-447C-A529-829089EF7EF9}" srcOrd="0" destOrd="0" presId="urn:microsoft.com/office/officeart/2005/8/layout/vList2"/>
    <dgm:cxn modelId="{B5A10682-4070-42BA-A105-959F84959F87}" type="presOf" srcId="{6C1AE43C-9434-4E5F-957D-FA9BCE7AA567}" destId="{5A0CE6DB-0D42-4FC8-BF31-8F23FF860563}" srcOrd="0" destOrd="0" presId="urn:microsoft.com/office/officeart/2005/8/layout/vList2"/>
    <dgm:cxn modelId="{E29BB286-4BAC-4856-A623-23C4C9C22277}" srcId="{B06F8EE1-67CC-4004-A9B0-8F63540B17B8}" destId="{78EA199F-61DE-457A-8DF8-A4BFE200904E}" srcOrd="3" destOrd="0" parTransId="{72C78C2D-31AC-42C5-9E50-C863817ED769}" sibTransId="{45162282-C869-4F26-985B-DC05F411100E}"/>
    <dgm:cxn modelId="{EF5EA1D4-14DE-43E3-8827-735BA36B49D8}" type="presOf" srcId="{B06F8EE1-67CC-4004-A9B0-8F63540B17B8}" destId="{4F06DB6A-1D47-4095-97A4-399B75DA2910}" srcOrd="0" destOrd="0" presId="urn:microsoft.com/office/officeart/2005/8/layout/vList2"/>
    <dgm:cxn modelId="{0474B5DA-D976-4099-B1FF-72005109CDBA}" type="presOf" srcId="{78EA199F-61DE-457A-8DF8-A4BFE200904E}" destId="{0A264A25-604A-40C5-8E46-724A3A161539}" srcOrd="0" destOrd="0" presId="urn:microsoft.com/office/officeart/2005/8/layout/vList2"/>
    <dgm:cxn modelId="{5F5D5DF8-ED10-4FE5-9F01-FE192F5AA0E6}" srcId="{B06F8EE1-67CC-4004-A9B0-8F63540B17B8}" destId="{6C1AE43C-9434-4E5F-957D-FA9BCE7AA567}" srcOrd="2" destOrd="0" parTransId="{8F8448B5-C33A-4F4F-B507-D49CD723D6BA}" sibTransId="{89E6AD60-F193-4E10-B0AB-7C7272801D43}"/>
    <dgm:cxn modelId="{8A592C23-218E-4395-92DA-E014EE5CA7CD}" type="presParOf" srcId="{4F06DB6A-1D47-4095-97A4-399B75DA2910}" destId="{044BC168-6A05-4CBC-8577-586233910AAE}" srcOrd="0" destOrd="0" presId="urn:microsoft.com/office/officeart/2005/8/layout/vList2"/>
    <dgm:cxn modelId="{DDFED4D7-C8E2-4E8B-AF31-993DE7B3A046}" type="presParOf" srcId="{4F06DB6A-1D47-4095-97A4-399B75DA2910}" destId="{50B2FB3F-435F-4C7D-9F4D-C17353DFD448}" srcOrd="1" destOrd="0" presId="urn:microsoft.com/office/officeart/2005/8/layout/vList2"/>
    <dgm:cxn modelId="{296C5B8E-FDD7-4DEE-B662-46D766EE0C32}" type="presParOf" srcId="{4F06DB6A-1D47-4095-97A4-399B75DA2910}" destId="{F27293C1-4CED-447C-A529-829089EF7EF9}" srcOrd="2" destOrd="0" presId="urn:microsoft.com/office/officeart/2005/8/layout/vList2"/>
    <dgm:cxn modelId="{08A15C58-0C03-4807-B6A6-4F0F19006BF6}" type="presParOf" srcId="{4F06DB6A-1D47-4095-97A4-399B75DA2910}" destId="{2C5E2451-D10E-476D-B2E2-5343BF8EBCCF}" srcOrd="3" destOrd="0" presId="urn:microsoft.com/office/officeart/2005/8/layout/vList2"/>
    <dgm:cxn modelId="{DEC9C8AB-C1BA-4479-8183-493F695D1B19}" type="presParOf" srcId="{4F06DB6A-1D47-4095-97A4-399B75DA2910}" destId="{5A0CE6DB-0D42-4FC8-BF31-8F23FF860563}" srcOrd="4" destOrd="0" presId="urn:microsoft.com/office/officeart/2005/8/layout/vList2"/>
    <dgm:cxn modelId="{D553F632-CD7F-4046-94B9-53342DBA6790}" type="presParOf" srcId="{4F06DB6A-1D47-4095-97A4-399B75DA2910}" destId="{B1A5B458-87B1-4D49-9FFF-14EFC62892D7}" srcOrd="5" destOrd="0" presId="urn:microsoft.com/office/officeart/2005/8/layout/vList2"/>
    <dgm:cxn modelId="{BF676AD8-E9B3-47EF-A7A4-C3B9C3FFBE90}" type="presParOf" srcId="{4F06DB6A-1D47-4095-97A4-399B75DA2910}" destId="{0A264A25-604A-40C5-8E46-724A3A16153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ADC1BE2-A20D-4142-BBB9-A14C9678987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BBF2EAF-7F70-44E7-897F-9E2E224A35B5}">
      <dgm:prSet/>
      <dgm:spPr/>
      <dgm:t>
        <a:bodyPr/>
        <a:lstStyle/>
        <a:p>
          <a:r>
            <a:rPr lang="uk-UA" b="0" i="0"/>
            <a:t>початок українського національного відродження</a:t>
          </a:r>
          <a:endParaRPr lang="uk-UA"/>
        </a:p>
      </dgm:t>
    </dgm:pt>
    <dgm:pt modelId="{234C5304-3563-49C6-96EF-A896AC4E18F1}" type="parTrans" cxnId="{3E5E5E6F-0919-4BA9-8960-9985CA89B654}">
      <dgm:prSet/>
      <dgm:spPr/>
      <dgm:t>
        <a:bodyPr/>
        <a:lstStyle/>
        <a:p>
          <a:endParaRPr lang="uk-UA"/>
        </a:p>
      </dgm:t>
    </dgm:pt>
    <dgm:pt modelId="{E8AA9377-ED2E-4A93-A7B4-BB4FB75A3007}" type="sibTrans" cxnId="{3E5E5E6F-0919-4BA9-8960-9985CA89B654}">
      <dgm:prSet/>
      <dgm:spPr/>
      <dgm:t>
        <a:bodyPr/>
        <a:lstStyle/>
        <a:p>
          <a:endParaRPr lang="uk-UA"/>
        </a:p>
      </dgm:t>
    </dgm:pt>
    <dgm:pt modelId="{FB0BF04F-1935-42EC-A3DF-2D66F5C4DB80}">
      <dgm:prSet/>
      <dgm:spPr/>
      <dgm:t>
        <a:bodyPr/>
        <a:lstStyle/>
        <a:p>
          <a:r>
            <a:rPr lang="uk-UA" b="0" i="0"/>
            <a:t>видання царських указів про заборону вживання української мови</a:t>
          </a:r>
          <a:endParaRPr lang="uk-UA"/>
        </a:p>
      </dgm:t>
    </dgm:pt>
    <dgm:pt modelId="{5EF81B56-4BAF-4781-8AA4-41C0359F0294}" type="parTrans" cxnId="{6BABB468-78F7-4FC9-9BD5-97643C7705A1}">
      <dgm:prSet/>
      <dgm:spPr/>
      <dgm:t>
        <a:bodyPr/>
        <a:lstStyle/>
        <a:p>
          <a:endParaRPr lang="uk-UA"/>
        </a:p>
      </dgm:t>
    </dgm:pt>
    <dgm:pt modelId="{0DE1C124-4944-4756-9574-8DB543B84A70}" type="sibTrans" cxnId="{6BABB468-78F7-4FC9-9BD5-97643C7705A1}">
      <dgm:prSet/>
      <dgm:spPr/>
      <dgm:t>
        <a:bodyPr/>
        <a:lstStyle/>
        <a:p>
          <a:endParaRPr lang="uk-UA"/>
        </a:p>
      </dgm:t>
    </dgm:pt>
    <dgm:pt modelId="{EBA2C679-E58A-4C1E-8158-E810C29AC3D5}">
      <dgm:prSet/>
      <dgm:spPr/>
      <dgm:t>
        <a:bodyPr/>
        <a:lstStyle/>
        <a:p>
          <a:r>
            <a:rPr lang="uk-UA" b="0" i="0"/>
            <a:t>ліквідація решток автономних прав української козацької держави</a:t>
          </a:r>
          <a:endParaRPr lang="uk-UA"/>
        </a:p>
      </dgm:t>
    </dgm:pt>
    <dgm:pt modelId="{9FD13063-FBDE-4A0D-A58A-C1413AE7805F}" type="parTrans" cxnId="{3F47DB5E-AC73-4A6C-8EB7-2813E2CB87DA}">
      <dgm:prSet/>
      <dgm:spPr/>
      <dgm:t>
        <a:bodyPr/>
        <a:lstStyle/>
        <a:p>
          <a:endParaRPr lang="uk-UA"/>
        </a:p>
      </dgm:t>
    </dgm:pt>
    <dgm:pt modelId="{2AB6960B-D58F-40F9-8A76-C2AA91F10186}" type="sibTrans" cxnId="{3F47DB5E-AC73-4A6C-8EB7-2813E2CB87DA}">
      <dgm:prSet/>
      <dgm:spPr/>
      <dgm:t>
        <a:bodyPr/>
        <a:lstStyle/>
        <a:p>
          <a:endParaRPr lang="uk-UA"/>
        </a:p>
      </dgm:t>
    </dgm:pt>
    <dgm:pt modelId="{463BF146-1E98-4277-944D-D1E6EC4B2CB0}">
      <dgm:prSet/>
      <dgm:spPr/>
      <dgm:t>
        <a:bodyPr/>
        <a:lstStyle/>
        <a:p>
          <a:r>
            <a:rPr lang="uk-UA" b="0" i="0"/>
            <a:t>активна діяльність діячів громадівського руху</a:t>
          </a:r>
          <a:endParaRPr lang="uk-UA"/>
        </a:p>
      </dgm:t>
    </dgm:pt>
    <dgm:pt modelId="{DF3FE7BF-25AA-4AA3-91ED-FF14ED95060C}" type="parTrans" cxnId="{EC277F20-D1F1-41B6-A65F-AD65A0ADB57E}">
      <dgm:prSet/>
      <dgm:spPr/>
      <dgm:t>
        <a:bodyPr/>
        <a:lstStyle/>
        <a:p>
          <a:endParaRPr lang="uk-UA"/>
        </a:p>
      </dgm:t>
    </dgm:pt>
    <dgm:pt modelId="{D42518A0-6836-4EE9-8A4C-2E23C93AA0F8}" type="sibTrans" cxnId="{EC277F20-D1F1-41B6-A65F-AD65A0ADB57E}">
      <dgm:prSet/>
      <dgm:spPr/>
      <dgm:t>
        <a:bodyPr/>
        <a:lstStyle/>
        <a:p>
          <a:endParaRPr lang="uk-UA"/>
        </a:p>
      </dgm:t>
    </dgm:pt>
    <dgm:pt modelId="{B9BD04B1-0B65-4439-8A6E-F7D9D80DBF3D}" type="pres">
      <dgm:prSet presAssocID="{AADC1BE2-A20D-4142-BBB9-A14C96789878}" presName="linear" presStyleCnt="0">
        <dgm:presLayoutVars>
          <dgm:animLvl val="lvl"/>
          <dgm:resizeHandles val="exact"/>
        </dgm:presLayoutVars>
      </dgm:prSet>
      <dgm:spPr/>
    </dgm:pt>
    <dgm:pt modelId="{B7EB7912-C58C-442B-A91B-B374D0EF35F2}" type="pres">
      <dgm:prSet presAssocID="{6BBF2EAF-7F70-44E7-897F-9E2E224A35B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99C5A75-F8B2-4A39-B0AE-1DE8498165A7}" type="pres">
      <dgm:prSet presAssocID="{E8AA9377-ED2E-4A93-A7B4-BB4FB75A3007}" presName="spacer" presStyleCnt="0"/>
      <dgm:spPr/>
    </dgm:pt>
    <dgm:pt modelId="{F9B4307D-35A2-4DE8-A434-4D0FE7F81BCB}" type="pres">
      <dgm:prSet presAssocID="{FB0BF04F-1935-42EC-A3DF-2D66F5C4DB8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8D509A9-647A-49D5-8982-5B2CE2CF01AE}" type="pres">
      <dgm:prSet presAssocID="{0DE1C124-4944-4756-9574-8DB543B84A70}" presName="spacer" presStyleCnt="0"/>
      <dgm:spPr/>
    </dgm:pt>
    <dgm:pt modelId="{774106C5-0110-4B69-B796-A1EE15F5FA37}" type="pres">
      <dgm:prSet presAssocID="{EBA2C679-E58A-4C1E-8158-E810C29AC3D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5504AB2-97CB-421A-95DC-1AF6E1704771}" type="pres">
      <dgm:prSet presAssocID="{2AB6960B-D58F-40F9-8A76-C2AA91F10186}" presName="spacer" presStyleCnt="0"/>
      <dgm:spPr/>
    </dgm:pt>
    <dgm:pt modelId="{AD5D942B-7895-4570-BA89-E9E021BB8F75}" type="pres">
      <dgm:prSet presAssocID="{463BF146-1E98-4277-944D-D1E6EC4B2CB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C277F20-D1F1-41B6-A65F-AD65A0ADB57E}" srcId="{AADC1BE2-A20D-4142-BBB9-A14C96789878}" destId="{463BF146-1E98-4277-944D-D1E6EC4B2CB0}" srcOrd="3" destOrd="0" parTransId="{DF3FE7BF-25AA-4AA3-91ED-FF14ED95060C}" sibTransId="{D42518A0-6836-4EE9-8A4C-2E23C93AA0F8}"/>
    <dgm:cxn modelId="{3F47DB5E-AC73-4A6C-8EB7-2813E2CB87DA}" srcId="{AADC1BE2-A20D-4142-BBB9-A14C96789878}" destId="{EBA2C679-E58A-4C1E-8158-E810C29AC3D5}" srcOrd="2" destOrd="0" parTransId="{9FD13063-FBDE-4A0D-A58A-C1413AE7805F}" sibTransId="{2AB6960B-D58F-40F9-8A76-C2AA91F10186}"/>
    <dgm:cxn modelId="{4B0D7660-D6FA-47D6-8A38-174C22C53172}" type="presOf" srcId="{463BF146-1E98-4277-944D-D1E6EC4B2CB0}" destId="{AD5D942B-7895-4570-BA89-E9E021BB8F75}" srcOrd="0" destOrd="0" presId="urn:microsoft.com/office/officeart/2005/8/layout/vList2"/>
    <dgm:cxn modelId="{FAFD5143-8BCA-40A1-A6D9-B9BB93F3D7F0}" type="presOf" srcId="{6BBF2EAF-7F70-44E7-897F-9E2E224A35B5}" destId="{B7EB7912-C58C-442B-A91B-B374D0EF35F2}" srcOrd="0" destOrd="0" presId="urn:microsoft.com/office/officeart/2005/8/layout/vList2"/>
    <dgm:cxn modelId="{6BABB468-78F7-4FC9-9BD5-97643C7705A1}" srcId="{AADC1BE2-A20D-4142-BBB9-A14C96789878}" destId="{FB0BF04F-1935-42EC-A3DF-2D66F5C4DB80}" srcOrd="1" destOrd="0" parTransId="{5EF81B56-4BAF-4781-8AA4-41C0359F0294}" sibTransId="{0DE1C124-4944-4756-9574-8DB543B84A70}"/>
    <dgm:cxn modelId="{3E5E5E6F-0919-4BA9-8960-9985CA89B654}" srcId="{AADC1BE2-A20D-4142-BBB9-A14C96789878}" destId="{6BBF2EAF-7F70-44E7-897F-9E2E224A35B5}" srcOrd="0" destOrd="0" parTransId="{234C5304-3563-49C6-96EF-A896AC4E18F1}" sibTransId="{E8AA9377-ED2E-4A93-A7B4-BB4FB75A3007}"/>
    <dgm:cxn modelId="{622305AC-A5D2-4C4C-9B28-622355A2D320}" type="presOf" srcId="{FB0BF04F-1935-42EC-A3DF-2D66F5C4DB80}" destId="{F9B4307D-35A2-4DE8-A434-4D0FE7F81BCB}" srcOrd="0" destOrd="0" presId="urn:microsoft.com/office/officeart/2005/8/layout/vList2"/>
    <dgm:cxn modelId="{6E9231DD-6D1A-4746-824F-58330A9825B1}" type="presOf" srcId="{AADC1BE2-A20D-4142-BBB9-A14C96789878}" destId="{B9BD04B1-0B65-4439-8A6E-F7D9D80DBF3D}" srcOrd="0" destOrd="0" presId="urn:microsoft.com/office/officeart/2005/8/layout/vList2"/>
    <dgm:cxn modelId="{CFEF56E5-14CA-4C05-A50B-D85944B7676B}" type="presOf" srcId="{EBA2C679-E58A-4C1E-8158-E810C29AC3D5}" destId="{774106C5-0110-4B69-B796-A1EE15F5FA37}" srcOrd="0" destOrd="0" presId="urn:microsoft.com/office/officeart/2005/8/layout/vList2"/>
    <dgm:cxn modelId="{32190CF1-3485-48B7-9B13-73A528730E52}" type="presParOf" srcId="{B9BD04B1-0B65-4439-8A6E-F7D9D80DBF3D}" destId="{B7EB7912-C58C-442B-A91B-B374D0EF35F2}" srcOrd="0" destOrd="0" presId="urn:microsoft.com/office/officeart/2005/8/layout/vList2"/>
    <dgm:cxn modelId="{D5FF6175-1379-4B26-A99D-51F69E71B563}" type="presParOf" srcId="{B9BD04B1-0B65-4439-8A6E-F7D9D80DBF3D}" destId="{A99C5A75-F8B2-4A39-B0AE-1DE8498165A7}" srcOrd="1" destOrd="0" presId="urn:microsoft.com/office/officeart/2005/8/layout/vList2"/>
    <dgm:cxn modelId="{531D0E9B-7EFB-4FBE-9798-63AC9BE29CA3}" type="presParOf" srcId="{B9BD04B1-0B65-4439-8A6E-F7D9D80DBF3D}" destId="{F9B4307D-35A2-4DE8-A434-4D0FE7F81BCB}" srcOrd="2" destOrd="0" presId="urn:microsoft.com/office/officeart/2005/8/layout/vList2"/>
    <dgm:cxn modelId="{0ECA4441-33BC-4DA1-A984-0661C30C032C}" type="presParOf" srcId="{B9BD04B1-0B65-4439-8A6E-F7D9D80DBF3D}" destId="{B8D509A9-647A-49D5-8982-5B2CE2CF01AE}" srcOrd="3" destOrd="0" presId="urn:microsoft.com/office/officeart/2005/8/layout/vList2"/>
    <dgm:cxn modelId="{1A994646-21DB-4694-AAE5-029A11EEF88F}" type="presParOf" srcId="{B9BD04B1-0B65-4439-8A6E-F7D9D80DBF3D}" destId="{774106C5-0110-4B69-B796-A1EE15F5FA37}" srcOrd="4" destOrd="0" presId="urn:microsoft.com/office/officeart/2005/8/layout/vList2"/>
    <dgm:cxn modelId="{96EE64B8-F55A-483E-B1BB-020121810E93}" type="presParOf" srcId="{B9BD04B1-0B65-4439-8A6E-F7D9D80DBF3D}" destId="{05504AB2-97CB-421A-95DC-1AF6E1704771}" srcOrd="5" destOrd="0" presId="urn:microsoft.com/office/officeart/2005/8/layout/vList2"/>
    <dgm:cxn modelId="{C76B7690-7047-4A77-BC90-DB725BE1DD84}" type="presParOf" srcId="{B9BD04B1-0B65-4439-8A6E-F7D9D80DBF3D}" destId="{AD5D942B-7895-4570-BA89-E9E021BB8F7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8C88253-AFEC-4BEE-8332-8881BCE9776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8375151-9055-44E9-BC8A-1FA39D318E5B}">
      <dgm:prSet/>
      <dgm:spPr/>
      <dgm:t>
        <a:bodyPr/>
        <a:lstStyle/>
        <a:p>
          <a:r>
            <a:rPr lang="uk-UA" b="0" i="0"/>
            <a:t>початок українського національного відродження</a:t>
          </a:r>
          <a:endParaRPr lang="uk-UA"/>
        </a:p>
      </dgm:t>
    </dgm:pt>
    <dgm:pt modelId="{4C1CD5F9-CA87-4DF0-A157-7C8971B65957}" type="parTrans" cxnId="{C85A3F6D-8F8A-4A28-A0C5-601DC12A460D}">
      <dgm:prSet/>
      <dgm:spPr/>
      <dgm:t>
        <a:bodyPr/>
        <a:lstStyle/>
        <a:p>
          <a:endParaRPr lang="uk-UA"/>
        </a:p>
      </dgm:t>
    </dgm:pt>
    <dgm:pt modelId="{9E788334-58AA-41E1-9684-B363304F266A}" type="sibTrans" cxnId="{C85A3F6D-8F8A-4A28-A0C5-601DC12A460D}">
      <dgm:prSet/>
      <dgm:spPr/>
      <dgm:t>
        <a:bodyPr/>
        <a:lstStyle/>
        <a:p>
          <a:endParaRPr lang="uk-UA"/>
        </a:p>
      </dgm:t>
    </dgm:pt>
    <dgm:pt modelId="{F157E11A-ACBE-4CDD-8606-C0C90617D3D2}">
      <dgm:prSet/>
      <dgm:spPr/>
      <dgm:t>
        <a:bodyPr/>
        <a:lstStyle/>
        <a:p>
          <a:r>
            <a:rPr lang="uk-UA" b="0" i="0"/>
            <a:t>видання царських указів про заборону української мови</a:t>
          </a:r>
          <a:endParaRPr lang="uk-UA"/>
        </a:p>
      </dgm:t>
    </dgm:pt>
    <dgm:pt modelId="{D4FB164B-E7F3-4C1B-951E-12EA5DCE776E}" type="parTrans" cxnId="{39332B60-DAC0-4876-A3CF-655A7FBF9DD6}">
      <dgm:prSet/>
      <dgm:spPr/>
      <dgm:t>
        <a:bodyPr/>
        <a:lstStyle/>
        <a:p>
          <a:endParaRPr lang="uk-UA"/>
        </a:p>
      </dgm:t>
    </dgm:pt>
    <dgm:pt modelId="{F50FF88D-1860-403A-BDAF-9CCF5498AB59}" type="sibTrans" cxnId="{39332B60-DAC0-4876-A3CF-655A7FBF9DD6}">
      <dgm:prSet/>
      <dgm:spPr/>
      <dgm:t>
        <a:bodyPr/>
        <a:lstStyle/>
        <a:p>
          <a:endParaRPr lang="uk-UA"/>
        </a:p>
      </dgm:t>
    </dgm:pt>
    <dgm:pt modelId="{5ECC6F35-A1C5-4847-B77F-8DA7CD11D2EE}">
      <dgm:prSet/>
      <dgm:spPr/>
      <dgm:t>
        <a:bodyPr/>
        <a:lstStyle/>
        <a:p>
          <a:r>
            <a:rPr lang="uk-UA" b="0" i="0"/>
            <a:t>створення української автокефальної православної церкви</a:t>
          </a:r>
          <a:endParaRPr lang="uk-UA"/>
        </a:p>
      </dgm:t>
    </dgm:pt>
    <dgm:pt modelId="{FA0AACB8-535F-48DC-A5A8-9D0E8B8C4AEF}" type="parTrans" cxnId="{30DF41E2-5641-4FD9-BAEA-896B9B3D8816}">
      <dgm:prSet/>
      <dgm:spPr/>
      <dgm:t>
        <a:bodyPr/>
        <a:lstStyle/>
        <a:p>
          <a:endParaRPr lang="uk-UA"/>
        </a:p>
      </dgm:t>
    </dgm:pt>
    <dgm:pt modelId="{7F422A28-2DF5-46A4-A2B3-434508DD5A28}" type="sibTrans" cxnId="{30DF41E2-5641-4FD9-BAEA-896B9B3D8816}">
      <dgm:prSet/>
      <dgm:spPr/>
      <dgm:t>
        <a:bodyPr/>
        <a:lstStyle/>
        <a:p>
          <a:endParaRPr lang="uk-UA"/>
        </a:p>
      </dgm:t>
    </dgm:pt>
    <dgm:pt modelId="{222C6A37-B13B-457B-A727-E33903CD3B42}">
      <dgm:prSet/>
      <dgm:spPr/>
      <dgm:t>
        <a:bodyPr/>
        <a:lstStyle/>
        <a:p>
          <a:r>
            <a:rPr lang="uk-UA" b="0" i="0"/>
            <a:t>активізація діяльності громадівського руху</a:t>
          </a:r>
          <a:endParaRPr lang="uk-UA"/>
        </a:p>
      </dgm:t>
    </dgm:pt>
    <dgm:pt modelId="{10195957-E339-434F-ABE9-8598D77895BB}" type="parTrans" cxnId="{8253BFAC-7FF2-4E0A-8B63-F732A99FC786}">
      <dgm:prSet/>
      <dgm:spPr/>
      <dgm:t>
        <a:bodyPr/>
        <a:lstStyle/>
        <a:p>
          <a:endParaRPr lang="uk-UA"/>
        </a:p>
      </dgm:t>
    </dgm:pt>
    <dgm:pt modelId="{BF7C88D4-82FE-46A6-880F-EC59AFC37490}" type="sibTrans" cxnId="{8253BFAC-7FF2-4E0A-8B63-F732A99FC786}">
      <dgm:prSet/>
      <dgm:spPr/>
      <dgm:t>
        <a:bodyPr/>
        <a:lstStyle/>
        <a:p>
          <a:endParaRPr lang="uk-UA"/>
        </a:p>
      </dgm:t>
    </dgm:pt>
    <dgm:pt modelId="{1E3855F6-BCC0-48F1-8102-8F8F949C3CAD}" type="pres">
      <dgm:prSet presAssocID="{08C88253-AFEC-4BEE-8332-8881BCE97768}" presName="linear" presStyleCnt="0">
        <dgm:presLayoutVars>
          <dgm:animLvl val="lvl"/>
          <dgm:resizeHandles val="exact"/>
        </dgm:presLayoutVars>
      </dgm:prSet>
      <dgm:spPr/>
    </dgm:pt>
    <dgm:pt modelId="{64107758-3526-49A6-A9A5-98754FA5BC57}" type="pres">
      <dgm:prSet presAssocID="{B8375151-9055-44E9-BC8A-1FA39D318E5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824CBEF-D329-4916-A399-8650BBE02561}" type="pres">
      <dgm:prSet presAssocID="{9E788334-58AA-41E1-9684-B363304F266A}" presName="spacer" presStyleCnt="0"/>
      <dgm:spPr/>
    </dgm:pt>
    <dgm:pt modelId="{0B2A05B3-B70A-446C-8868-F149378667F1}" type="pres">
      <dgm:prSet presAssocID="{F157E11A-ACBE-4CDD-8606-C0C90617D3D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967FC64-9E29-483B-8946-EABF96B4D3C6}" type="pres">
      <dgm:prSet presAssocID="{F50FF88D-1860-403A-BDAF-9CCF5498AB59}" presName="spacer" presStyleCnt="0"/>
      <dgm:spPr/>
    </dgm:pt>
    <dgm:pt modelId="{595A5F64-064B-4008-B3A5-C404B74DC155}" type="pres">
      <dgm:prSet presAssocID="{5ECC6F35-A1C5-4847-B77F-8DA7CD11D2E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A6F2B43-189B-489D-99F0-A8D4C065961C}" type="pres">
      <dgm:prSet presAssocID="{7F422A28-2DF5-46A4-A2B3-434508DD5A28}" presName="spacer" presStyleCnt="0"/>
      <dgm:spPr/>
    </dgm:pt>
    <dgm:pt modelId="{A2F5A891-B022-417D-B934-F0F9C4CAE13C}" type="pres">
      <dgm:prSet presAssocID="{222C6A37-B13B-457B-A727-E33903CD3B4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FC2EE05-8597-45B7-9887-25612956073A}" type="presOf" srcId="{F157E11A-ACBE-4CDD-8606-C0C90617D3D2}" destId="{0B2A05B3-B70A-446C-8868-F149378667F1}" srcOrd="0" destOrd="0" presId="urn:microsoft.com/office/officeart/2005/8/layout/vList2"/>
    <dgm:cxn modelId="{B48F0036-429D-42F2-91A8-0D6A0CC53466}" type="presOf" srcId="{222C6A37-B13B-457B-A727-E33903CD3B42}" destId="{A2F5A891-B022-417D-B934-F0F9C4CAE13C}" srcOrd="0" destOrd="0" presId="urn:microsoft.com/office/officeart/2005/8/layout/vList2"/>
    <dgm:cxn modelId="{39332B60-DAC0-4876-A3CF-655A7FBF9DD6}" srcId="{08C88253-AFEC-4BEE-8332-8881BCE97768}" destId="{F157E11A-ACBE-4CDD-8606-C0C90617D3D2}" srcOrd="1" destOrd="0" parTransId="{D4FB164B-E7F3-4C1B-951E-12EA5DCE776E}" sibTransId="{F50FF88D-1860-403A-BDAF-9CCF5498AB59}"/>
    <dgm:cxn modelId="{E0161B66-B67C-452B-B787-4430147B3172}" type="presOf" srcId="{5ECC6F35-A1C5-4847-B77F-8DA7CD11D2EE}" destId="{595A5F64-064B-4008-B3A5-C404B74DC155}" srcOrd="0" destOrd="0" presId="urn:microsoft.com/office/officeart/2005/8/layout/vList2"/>
    <dgm:cxn modelId="{C85A3F6D-8F8A-4A28-A0C5-601DC12A460D}" srcId="{08C88253-AFEC-4BEE-8332-8881BCE97768}" destId="{B8375151-9055-44E9-BC8A-1FA39D318E5B}" srcOrd="0" destOrd="0" parTransId="{4C1CD5F9-CA87-4DF0-A157-7C8971B65957}" sibTransId="{9E788334-58AA-41E1-9684-B363304F266A}"/>
    <dgm:cxn modelId="{8253BFAC-7FF2-4E0A-8B63-F732A99FC786}" srcId="{08C88253-AFEC-4BEE-8332-8881BCE97768}" destId="{222C6A37-B13B-457B-A727-E33903CD3B42}" srcOrd="3" destOrd="0" parTransId="{10195957-E339-434F-ABE9-8598D77895BB}" sibTransId="{BF7C88D4-82FE-46A6-880F-EC59AFC37490}"/>
    <dgm:cxn modelId="{2B2BF5DC-5547-4973-A913-3D41FD3B90D8}" type="presOf" srcId="{B8375151-9055-44E9-BC8A-1FA39D318E5B}" destId="{64107758-3526-49A6-A9A5-98754FA5BC57}" srcOrd="0" destOrd="0" presId="urn:microsoft.com/office/officeart/2005/8/layout/vList2"/>
    <dgm:cxn modelId="{30DF41E2-5641-4FD9-BAEA-896B9B3D8816}" srcId="{08C88253-AFEC-4BEE-8332-8881BCE97768}" destId="{5ECC6F35-A1C5-4847-B77F-8DA7CD11D2EE}" srcOrd="2" destOrd="0" parTransId="{FA0AACB8-535F-48DC-A5A8-9D0E8B8C4AEF}" sibTransId="{7F422A28-2DF5-46A4-A2B3-434508DD5A28}"/>
    <dgm:cxn modelId="{FCFC48E2-D93E-4866-817B-BE0AD7BE050B}" type="presOf" srcId="{08C88253-AFEC-4BEE-8332-8881BCE97768}" destId="{1E3855F6-BCC0-48F1-8102-8F8F949C3CAD}" srcOrd="0" destOrd="0" presId="urn:microsoft.com/office/officeart/2005/8/layout/vList2"/>
    <dgm:cxn modelId="{9A3AE3AC-F696-4C9D-B21E-108535152004}" type="presParOf" srcId="{1E3855F6-BCC0-48F1-8102-8F8F949C3CAD}" destId="{64107758-3526-49A6-A9A5-98754FA5BC57}" srcOrd="0" destOrd="0" presId="urn:microsoft.com/office/officeart/2005/8/layout/vList2"/>
    <dgm:cxn modelId="{A4C94DA6-BCDC-4F53-BE22-0AFF180D1037}" type="presParOf" srcId="{1E3855F6-BCC0-48F1-8102-8F8F949C3CAD}" destId="{5824CBEF-D329-4916-A399-8650BBE02561}" srcOrd="1" destOrd="0" presId="urn:microsoft.com/office/officeart/2005/8/layout/vList2"/>
    <dgm:cxn modelId="{673E626F-5E2D-4221-8AD5-0662CE9F1891}" type="presParOf" srcId="{1E3855F6-BCC0-48F1-8102-8F8F949C3CAD}" destId="{0B2A05B3-B70A-446C-8868-F149378667F1}" srcOrd="2" destOrd="0" presId="urn:microsoft.com/office/officeart/2005/8/layout/vList2"/>
    <dgm:cxn modelId="{80A9B132-DFB8-4B51-AD0A-D28376DC08BB}" type="presParOf" srcId="{1E3855F6-BCC0-48F1-8102-8F8F949C3CAD}" destId="{6967FC64-9E29-483B-8946-EABF96B4D3C6}" srcOrd="3" destOrd="0" presId="urn:microsoft.com/office/officeart/2005/8/layout/vList2"/>
    <dgm:cxn modelId="{0EA71375-75D6-42C7-8DA6-544BD0D29D78}" type="presParOf" srcId="{1E3855F6-BCC0-48F1-8102-8F8F949C3CAD}" destId="{595A5F64-064B-4008-B3A5-C404B74DC155}" srcOrd="4" destOrd="0" presId="urn:microsoft.com/office/officeart/2005/8/layout/vList2"/>
    <dgm:cxn modelId="{3B82A46C-7AF1-4EC7-BD67-4CB9B29086E6}" type="presParOf" srcId="{1E3855F6-BCC0-48F1-8102-8F8F949C3CAD}" destId="{2A6F2B43-189B-489D-99F0-A8D4C065961C}" srcOrd="5" destOrd="0" presId="urn:microsoft.com/office/officeart/2005/8/layout/vList2"/>
    <dgm:cxn modelId="{F4A4B2C6-7F7B-4DB3-BE10-BA119D3FE226}" type="presParOf" srcId="{1E3855F6-BCC0-48F1-8102-8F8F949C3CAD}" destId="{A2F5A891-B022-417D-B934-F0F9C4CAE13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D4F15C0-F113-4939-9DDE-FA1FF14718B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4835983-BDEC-4644-A7B1-D7F12831F624}">
      <dgm:prSet/>
      <dgm:spPr/>
      <dgm:t>
        <a:bodyPr/>
        <a:lstStyle/>
        <a:p>
          <a:r>
            <a:rPr lang="ru-RU" b="0" i="0"/>
            <a:t>на Поділлі</a:t>
          </a:r>
          <a:endParaRPr lang="uk-UA"/>
        </a:p>
      </dgm:t>
    </dgm:pt>
    <dgm:pt modelId="{96BF37D5-3C21-4567-ACA2-BF5582211419}" type="parTrans" cxnId="{39D6C5ED-04D0-4E9B-8AC4-81F4D4F029D9}">
      <dgm:prSet/>
      <dgm:spPr/>
      <dgm:t>
        <a:bodyPr/>
        <a:lstStyle/>
        <a:p>
          <a:endParaRPr lang="uk-UA"/>
        </a:p>
      </dgm:t>
    </dgm:pt>
    <dgm:pt modelId="{28ECE9F4-6B8D-48C2-9012-C965ED8CB9AC}" type="sibTrans" cxnId="{39D6C5ED-04D0-4E9B-8AC4-81F4D4F029D9}">
      <dgm:prSet/>
      <dgm:spPr/>
      <dgm:t>
        <a:bodyPr/>
        <a:lstStyle/>
        <a:p>
          <a:endParaRPr lang="uk-UA"/>
        </a:p>
      </dgm:t>
    </dgm:pt>
    <dgm:pt modelId="{F9CDD229-AEB2-4579-8D32-78E85D2A16AA}">
      <dgm:prSet/>
      <dgm:spPr/>
      <dgm:t>
        <a:bodyPr/>
        <a:lstStyle/>
        <a:p>
          <a:r>
            <a:rPr lang="ru-RU" b="0" i="0"/>
            <a:t>на Донбасі</a:t>
          </a:r>
          <a:endParaRPr lang="uk-UA"/>
        </a:p>
      </dgm:t>
    </dgm:pt>
    <dgm:pt modelId="{21D20EDE-4096-43ED-8E6B-AA460265E5BF}" type="parTrans" cxnId="{7BF138EC-C023-4D23-B27B-B6BAE1629BDA}">
      <dgm:prSet/>
      <dgm:spPr/>
      <dgm:t>
        <a:bodyPr/>
        <a:lstStyle/>
        <a:p>
          <a:endParaRPr lang="uk-UA"/>
        </a:p>
      </dgm:t>
    </dgm:pt>
    <dgm:pt modelId="{F02A0C01-56B7-4F19-B7B1-F5DAF892810D}" type="sibTrans" cxnId="{7BF138EC-C023-4D23-B27B-B6BAE1629BDA}">
      <dgm:prSet/>
      <dgm:spPr/>
      <dgm:t>
        <a:bodyPr/>
        <a:lstStyle/>
        <a:p>
          <a:endParaRPr lang="uk-UA"/>
        </a:p>
      </dgm:t>
    </dgm:pt>
    <dgm:pt modelId="{E5B8FB7D-7647-42F6-9250-D2394C10EEDE}">
      <dgm:prSet/>
      <dgm:spPr/>
      <dgm:t>
        <a:bodyPr/>
        <a:lstStyle/>
        <a:p>
          <a:r>
            <a:rPr lang="ru-RU" b="0" i="0"/>
            <a:t>на Запорожжі</a:t>
          </a:r>
          <a:endParaRPr lang="uk-UA"/>
        </a:p>
      </dgm:t>
    </dgm:pt>
    <dgm:pt modelId="{AEF89491-A7A8-4527-AE9E-3216BDE8FA57}" type="parTrans" cxnId="{E98502DB-4EC7-4F67-948E-D7F3BB040DF1}">
      <dgm:prSet/>
      <dgm:spPr/>
      <dgm:t>
        <a:bodyPr/>
        <a:lstStyle/>
        <a:p>
          <a:endParaRPr lang="uk-UA"/>
        </a:p>
      </dgm:t>
    </dgm:pt>
    <dgm:pt modelId="{EC762181-BCA1-4F43-A1DE-7E0DFDAE70E0}" type="sibTrans" cxnId="{E98502DB-4EC7-4F67-948E-D7F3BB040DF1}">
      <dgm:prSet/>
      <dgm:spPr/>
      <dgm:t>
        <a:bodyPr/>
        <a:lstStyle/>
        <a:p>
          <a:endParaRPr lang="uk-UA"/>
        </a:p>
      </dgm:t>
    </dgm:pt>
    <dgm:pt modelId="{FDDFBED0-C39F-4353-BA01-8BF9C1427FD4}">
      <dgm:prSet/>
      <dgm:spPr/>
      <dgm:t>
        <a:bodyPr/>
        <a:lstStyle/>
        <a:p>
          <a:r>
            <a:rPr lang="ru-RU" b="0" i="0"/>
            <a:t>на Слобожанщині</a:t>
          </a:r>
          <a:endParaRPr lang="uk-UA"/>
        </a:p>
      </dgm:t>
    </dgm:pt>
    <dgm:pt modelId="{DC1AFCFC-BC2C-497B-81C8-C066BC91958E}" type="parTrans" cxnId="{DCCC9AFE-41A1-417E-83E7-E33C41E29009}">
      <dgm:prSet/>
      <dgm:spPr/>
      <dgm:t>
        <a:bodyPr/>
        <a:lstStyle/>
        <a:p>
          <a:endParaRPr lang="uk-UA"/>
        </a:p>
      </dgm:t>
    </dgm:pt>
    <dgm:pt modelId="{7E99ADF1-A487-4AEF-B2F5-CBC1AC4359E9}" type="sibTrans" cxnId="{DCCC9AFE-41A1-417E-83E7-E33C41E29009}">
      <dgm:prSet/>
      <dgm:spPr/>
      <dgm:t>
        <a:bodyPr/>
        <a:lstStyle/>
        <a:p>
          <a:endParaRPr lang="uk-UA"/>
        </a:p>
      </dgm:t>
    </dgm:pt>
    <dgm:pt modelId="{4BADAA6E-A9CB-47A8-93D8-B7FF76B1B1E6}" type="pres">
      <dgm:prSet presAssocID="{0D4F15C0-F113-4939-9DDE-FA1FF14718B4}" presName="linear" presStyleCnt="0">
        <dgm:presLayoutVars>
          <dgm:animLvl val="lvl"/>
          <dgm:resizeHandles val="exact"/>
        </dgm:presLayoutVars>
      </dgm:prSet>
      <dgm:spPr/>
    </dgm:pt>
    <dgm:pt modelId="{49E03E7E-69C6-47C5-A9D5-C2B07DD9812D}" type="pres">
      <dgm:prSet presAssocID="{44835983-BDEC-4644-A7B1-D7F12831F62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0E9C581-A7B1-4F33-BFB6-85B7CDA8FE7C}" type="pres">
      <dgm:prSet presAssocID="{28ECE9F4-6B8D-48C2-9012-C965ED8CB9AC}" presName="spacer" presStyleCnt="0"/>
      <dgm:spPr/>
    </dgm:pt>
    <dgm:pt modelId="{399E394B-38F8-454B-A2E9-86C4DD5392A6}" type="pres">
      <dgm:prSet presAssocID="{F9CDD229-AEB2-4579-8D32-78E85D2A16A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CB24656-7AC5-44CF-86BD-8DFBB2B8E594}" type="pres">
      <dgm:prSet presAssocID="{F02A0C01-56B7-4F19-B7B1-F5DAF892810D}" presName="spacer" presStyleCnt="0"/>
      <dgm:spPr/>
    </dgm:pt>
    <dgm:pt modelId="{441B661E-61B7-4F45-B23C-E14F0B850CE6}" type="pres">
      <dgm:prSet presAssocID="{E5B8FB7D-7647-42F6-9250-D2394C10EED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D2740CE-F0F5-475C-9CA1-DC5B5DF9203C}" type="pres">
      <dgm:prSet presAssocID="{EC762181-BCA1-4F43-A1DE-7E0DFDAE70E0}" presName="spacer" presStyleCnt="0"/>
      <dgm:spPr/>
    </dgm:pt>
    <dgm:pt modelId="{ACB02C37-27DE-411D-82F4-9D0983EB8BD7}" type="pres">
      <dgm:prSet presAssocID="{FDDFBED0-C39F-4353-BA01-8BF9C1427FD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234B506-869A-4FB4-8303-29DB4B75E7D4}" type="presOf" srcId="{E5B8FB7D-7647-42F6-9250-D2394C10EEDE}" destId="{441B661E-61B7-4F45-B23C-E14F0B850CE6}" srcOrd="0" destOrd="0" presId="urn:microsoft.com/office/officeart/2005/8/layout/vList2"/>
    <dgm:cxn modelId="{3B351E44-C541-420D-9FBE-A4B09E06E840}" type="presOf" srcId="{44835983-BDEC-4644-A7B1-D7F12831F624}" destId="{49E03E7E-69C6-47C5-A9D5-C2B07DD9812D}" srcOrd="0" destOrd="0" presId="urn:microsoft.com/office/officeart/2005/8/layout/vList2"/>
    <dgm:cxn modelId="{B97F7E71-DC2E-4A4C-9CA3-0DC97BE739A3}" type="presOf" srcId="{F9CDD229-AEB2-4579-8D32-78E85D2A16AA}" destId="{399E394B-38F8-454B-A2E9-86C4DD5392A6}" srcOrd="0" destOrd="0" presId="urn:microsoft.com/office/officeart/2005/8/layout/vList2"/>
    <dgm:cxn modelId="{D0F8C29F-1172-40A2-BCC0-2492F519787A}" type="presOf" srcId="{FDDFBED0-C39F-4353-BA01-8BF9C1427FD4}" destId="{ACB02C37-27DE-411D-82F4-9D0983EB8BD7}" srcOrd="0" destOrd="0" presId="urn:microsoft.com/office/officeart/2005/8/layout/vList2"/>
    <dgm:cxn modelId="{5508DFC6-AECF-4CB2-9C2F-29823CC803D9}" type="presOf" srcId="{0D4F15C0-F113-4939-9DDE-FA1FF14718B4}" destId="{4BADAA6E-A9CB-47A8-93D8-B7FF76B1B1E6}" srcOrd="0" destOrd="0" presId="urn:microsoft.com/office/officeart/2005/8/layout/vList2"/>
    <dgm:cxn modelId="{E98502DB-4EC7-4F67-948E-D7F3BB040DF1}" srcId="{0D4F15C0-F113-4939-9DDE-FA1FF14718B4}" destId="{E5B8FB7D-7647-42F6-9250-D2394C10EEDE}" srcOrd="2" destOrd="0" parTransId="{AEF89491-A7A8-4527-AE9E-3216BDE8FA57}" sibTransId="{EC762181-BCA1-4F43-A1DE-7E0DFDAE70E0}"/>
    <dgm:cxn modelId="{7BF138EC-C023-4D23-B27B-B6BAE1629BDA}" srcId="{0D4F15C0-F113-4939-9DDE-FA1FF14718B4}" destId="{F9CDD229-AEB2-4579-8D32-78E85D2A16AA}" srcOrd="1" destOrd="0" parTransId="{21D20EDE-4096-43ED-8E6B-AA460265E5BF}" sibTransId="{F02A0C01-56B7-4F19-B7B1-F5DAF892810D}"/>
    <dgm:cxn modelId="{39D6C5ED-04D0-4E9B-8AC4-81F4D4F029D9}" srcId="{0D4F15C0-F113-4939-9DDE-FA1FF14718B4}" destId="{44835983-BDEC-4644-A7B1-D7F12831F624}" srcOrd="0" destOrd="0" parTransId="{96BF37D5-3C21-4567-ACA2-BF5582211419}" sibTransId="{28ECE9F4-6B8D-48C2-9012-C965ED8CB9AC}"/>
    <dgm:cxn modelId="{DCCC9AFE-41A1-417E-83E7-E33C41E29009}" srcId="{0D4F15C0-F113-4939-9DDE-FA1FF14718B4}" destId="{FDDFBED0-C39F-4353-BA01-8BF9C1427FD4}" srcOrd="3" destOrd="0" parTransId="{DC1AFCFC-BC2C-497B-81C8-C066BC91958E}" sibTransId="{7E99ADF1-A487-4AEF-B2F5-CBC1AC4359E9}"/>
    <dgm:cxn modelId="{ED081831-3742-45FA-9E43-6E5AF8D5BE22}" type="presParOf" srcId="{4BADAA6E-A9CB-47A8-93D8-B7FF76B1B1E6}" destId="{49E03E7E-69C6-47C5-A9D5-C2B07DD9812D}" srcOrd="0" destOrd="0" presId="urn:microsoft.com/office/officeart/2005/8/layout/vList2"/>
    <dgm:cxn modelId="{9C87AF7F-45B3-4832-B622-AA5FB704F833}" type="presParOf" srcId="{4BADAA6E-A9CB-47A8-93D8-B7FF76B1B1E6}" destId="{B0E9C581-A7B1-4F33-BFB6-85B7CDA8FE7C}" srcOrd="1" destOrd="0" presId="urn:microsoft.com/office/officeart/2005/8/layout/vList2"/>
    <dgm:cxn modelId="{67B859D1-DDF3-434A-A216-F8571372E93A}" type="presParOf" srcId="{4BADAA6E-A9CB-47A8-93D8-B7FF76B1B1E6}" destId="{399E394B-38F8-454B-A2E9-86C4DD5392A6}" srcOrd="2" destOrd="0" presId="urn:microsoft.com/office/officeart/2005/8/layout/vList2"/>
    <dgm:cxn modelId="{A3BCE995-A7E0-422E-BC1B-B17B97713B50}" type="presParOf" srcId="{4BADAA6E-A9CB-47A8-93D8-B7FF76B1B1E6}" destId="{9CB24656-7AC5-44CF-86BD-8DFBB2B8E594}" srcOrd="3" destOrd="0" presId="urn:microsoft.com/office/officeart/2005/8/layout/vList2"/>
    <dgm:cxn modelId="{C7CE2CCB-6777-4332-BA7A-8A405AA775F3}" type="presParOf" srcId="{4BADAA6E-A9CB-47A8-93D8-B7FF76B1B1E6}" destId="{441B661E-61B7-4F45-B23C-E14F0B850CE6}" srcOrd="4" destOrd="0" presId="urn:microsoft.com/office/officeart/2005/8/layout/vList2"/>
    <dgm:cxn modelId="{029A94A2-2828-40E8-B732-F7C9D9BD0CE9}" type="presParOf" srcId="{4BADAA6E-A9CB-47A8-93D8-B7FF76B1B1E6}" destId="{9D2740CE-F0F5-475C-9CA1-DC5B5DF9203C}" srcOrd="5" destOrd="0" presId="urn:microsoft.com/office/officeart/2005/8/layout/vList2"/>
    <dgm:cxn modelId="{F4EC0BD7-537D-4CF6-9DA8-6D514B2E07D8}" type="presParOf" srcId="{4BADAA6E-A9CB-47A8-93D8-B7FF76B1B1E6}" destId="{ACB02C37-27DE-411D-82F4-9D0983EB8BD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092D513-1C7F-48FA-B77F-EF098E9DDE0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FF16C7D-2EE3-4C06-9687-B1ED9E81293E}">
      <dgm:prSet/>
      <dgm:spPr/>
      <dgm:t>
        <a:bodyPr/>
        <a:lstStyle/>
        <a:p>
          <a:r>
            <a:rPr lang="ru-RU" b="0" i="0"/>
            <a:t>«Руської трійці».</a:t>
          </a:r>
          <a:endParaRPr lang="uk-UA"/>
        </a:p>
      </dgm:t>
    </dgm:pt>
    <dgm:pt modelId="{C5735DF8-4C04-493A-A218-C00AEBD816F5}" type="parTrans" cxnId="{75812A58-B614-4CC8-B418-A9E8A6DACE51}">
      <dgm:prSet/>
      <dgm:spPr/>
      <dgm:t>
        <a:bodyPr/>
        <a:lstStyle/>
        <a:p>
          <a:endParaRPr lang="uk-UA"/>
        </a:p>
      </dgm:t>
    </dgm:pt>
    <dgm:pt modelId="{97E0A91D-99E1-4157-BFD9-53957121A490}" type="sibTrans" cxnId="{75812A58-B614-4CC8-B418-A9E8A6DACE51}">
      <dgm:prSet/>
      <dgm:spPr/>
      <dgm:t>
        <a:bodyPr/>
        <a:lstStyle/>
        <a:p>
          <a:endParaRPr lang="uk-UA"/>
        </a:p>
      </dgm:t>
    </dgm:pt>
    <dgm:pt modelId="{24F86A20-DDCF-4085-9C1F-BDCEB384B28D}">
      <dgm:prSet/>
      <dgm:spPr/>
      <dgm:t>
        <a:bodyPr/>
        <a:lstStyle/>
        <a:p>
          <a:r>
            <a:rPr lang="ru-RU" b="0" i="0"/>
            <a:t>Собору руських учених.</a:t>
          </a:r>
          <a:endParaRPr lang="uk-UA"/>
        </a:p>
      </dgm:t>
    </dgm:pt>
    <dgm:pt modelId="{4B5123C7-DF30-4CD6-BADD-B61875977ADD}" type="parTrans" cxnId="{17B1090C-7F49-424A-924D-7A3AAFBC021F}">
      <dgm:prSet/>
      <dgm:spPr/>
      <dgm:t>
        <a:bodyPr/>
        <a:lstStyle/>
        <a:p>
          <a:endParaRPr lang="uk-UA"/>
        </a:p>
      </dgm:t>
    </dgm:pt>
    <dgm:pt modelId="{818D3A66-4DE4-4705-AD5C-AAE098A29C3A}" type="sibTrans" cxnId="{17B1090C-7F49-424A-924D-7A3AAFBC021F}">
      <dgm:prSet/>
      <dgm:spPr/>
      <dgm:t>
        <a:bodyPr/>
        <a:lstStyle/>
        <a:p>
          <a:endParaRPr lang="uk-UA"/>
        </a:p>
      </dgm:t>
    </dgm:pt>
    <dgm:pt modelId="{47D81B9B-E97F-4BAD-B7FC-080FC2C3C8D7}">
      <dgm:prSet/>
      <dgm:spPr/>
      <dgm:t>
        <a:bodyPr/>
        <a:lstStyle/>
        <a:p>
          <a:r>
            <a:rPr lang="ru-RU" b="0" i="0"/>
            <a:t>Галицько-руської матиці.</a:t>
          </a:r>
          <a:endParaRPr lang="uk-UA"/>
        </a:p>
      </dgm:t>
    </dgm:pt>
    <dgm:pt modelId="{7ED40EDE-1A87-4E1B-91B3-69453D9BA979}" type="parTrans" cxnId="{8BE6AB5C-56F8-4F9F-AF0B-AA886DC0AD48}">
      <dgm:prSet/>
      <dgm:spPr/>
      <dgm:t>
        <a:bodyPr/>
        <a:lstStyle/>
        <a:p>
          <a:endParaRPr lang="uk-UA"/>
        </a:p>
      </dgm:t>
    </dgm:pt>
    <dgm:pt modelId="{E67BE5BC-D0AE-45C8-BC70-1BA41951811F}" type="sibTrans" cxnId="{8BE6AB5C-56F8-4F9F-AF0B-AA886DC0AD48}">
      <dgm:prSet/>
      <dgm:spPr/>
      <dgm:t>
        <a:bodyPr/>
        <a:lstStyle/>
        <a:p>
          <a:endParaRPr lang="uk-UA"/>
        </a:p>
      </dgm:t>
    </dgm:pt>
    <dgm:pt modelId="{749172D9-3745-49AA-BABC-65C12F9DCEB1}">
      <dgm:prSet/>
      <dgm:spPr/>
      <dgm:t>
        <a:bodyPr/>
        <a:lstStyle/>
        <a:p>
          <a:r>
            <a:rPr lang="ru-RU" b="0" i="0"/>
            <a:t>освітнього товариства галицьких греко-католицьких священників.</a:t>
          </a:r>
          <a:endParaRPr lang="uk-UA"/>
        </a:p>
      </dgm:t>
    </dgm:pt>
    <dgm:pt modelId="{E6EFB709-70E7-411E-9967-8455F03721FA}" type="parTrans" cxnId="{7AB34454-CD39-4451-8935-A88FC4A9E96B}">
      <dgm:prSet/>
      <dgm:spPr/>
      <dgm:t>
        <a:bodyPr/>
        <a:lstStyle/>
        <a:p>
          <a:endParaRPr lang="uk-UA"/>
        </a:p>
      </dgm:t>
    </dgm:pt>
    <dgm:pt modelId="{DDD1FD5C-0CE6-4FF7-BBE6-E58613ABD645}" type="sibTrans" cxnId="{7AB34454-CD39-4451-8935-A88FC4A9E96B}">
      <dgm:prSet/>
      <dgm:spPr/>
      <dgm:t>
        <a:bodyPr/>
        <a:lstStyle/>
        <a:p>
          <a:endParaRPr lang="uk-UA"/>
        </a:p>
      </dgm:t>
    </dgm:pt>
    <dgm:pt modelId="{E3C8F983-E316-49EE-9EEF-B651293A0112}" type="pres">
      <dgm:prSet presAssocID="{C092D513-1C7F-48FA-B77F-EF098E9DDE0D}" presName="linear" presStyleCnt="0">
        <dgm:presLayoutVars>
          <dgm:animLvl val="lvl"/>
          <dgm:resizeHandles val="exact"/>
        </dgm:presLayoutVars>
      </dgm:prSet>
      <dgm:spPr/>
    </dgm:pt>
    <dgm:pt modelId="{9E3160C1-6B9F-44D3-B366-D92D2608D5B5}" type="pres">
      <dgm:prSet presAssocID="{0FF16C7D-2EE3-4C06-9687-B1ED9E81293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FBB0585-913C-42AC-A20C-8B8A0CE085E2}" type="pres">
      <dgm:prSet presAssocID="{97E0A91D-99E1-4157-BFD9-53957121A490}" presName="spacer" presStyleCnt="0"/>
      <dgm:spPr/>
    </dgm:pt>
    <dgm:pt modelId="{B6EF2C3B-9C65-461F-9063-660E4C9AEF5B}" type="pres">
      <dgm:prSet presAssocID="{24F86A20-DDCF-4085-9C1F-BDCEB384B28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EA75423-38A4-4D61-AC20-220924C0421E}" type="pres">
      <dgm:prSet presAssocID="{818D3A66-4DE4-4705-AD5C-AAE098A29C3A}" presName="spacer" presStyleCnt="0"/>
      <dgm:spPr/>
    </dgm:pt>
    <dgm:pt modelId="{6144F3AC-9A94-472F-B628-5C7F0FD37ACB}" type="pres">
      <dgm:prSet presAssocID="{47D81B9B-E97F-4BAD-B7FC-080FC2C3C8D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B30CFE8-17CB-49C6-A260-80D18CC19231}" type="pres">
      <dgm:prSet presAssocID="{E67BE5BC-D0AE-45C8-BC70-1BA41951811F}" presName="spacer" presStyleCnt="0"/>
      <dgm:spPr/>
    </dgm:pt>
    <dgm:pt modelId="{7DA296F4-9922-4D44-AA91-53B217B42916}" type="pres">
      <dgm:prSet presAssocID="{749172D9-3745-49AA-BABC-65C12F9DCEB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7B1090C-7F49-424A-924D-7A3AAFBC021F}" srcId="{C092D513-1C7F-48FA-B77F-EF098E9DDE0D}" destId="{24F86A20-DDCF-4085-9C1F-BDCEB384B28D}" srcOrd="1" destOrd="0" parTransId="{4B5123C7-DF30-4CD6-BADD-B61875977ADD}" sibTransId="{818D3A66-4DE4-4705-AD5C-AAE098A29C3A}"/>
    <dgm:cxn modelId="{EB445E28-2EDA-4981-804B-209514B63C69}" type="presOf" srcId="{C092D513-1C7F-48FA-B77F-EF098E9DDE0D}" destId="{E3C8F983-E316-49EE-9EEF-B651293A0112}" srcOrd="0" destOrd="0" presId="urn:microsoft.com/office/officeart/2005/8/layout/vList2"/>
    <dgm:cxn modelId="{8BE6AB5C-56F8-4F9F-AF0B-AA886DC0AD48}" srcId="{C092D513-1C7F-48FA-B77F-EF098E9DDE0D}" destId="{47D81B9B-E97F-4BAD-B7FC-080FC2C3C8D7}" srcOrd="2" destOrd="0" parTransId="{7ED40EDE-1A87-4E1B-91B3-69453D9BA979}" sibTransId="{E67BE5BC-D0AE-45C8-BC70-1BA41951811F}"/>
    <dgm:cxn modelId="{7AB34454-CD39-4451-8935-A88FC4A9E96B}" srcId="{C092D513-1C7F-48FA-B77F-EF098E9DDE0D}" destId="{749172D9-3745-49AA-BABC-65C12F9DCEB1}" srcOrd="3" destOrd="0" parTransId="{E6EFB709-70E7-411E-9967-8455F03721FA}" sibTransId="{DDD1FD5C-0CE6-4FF7-BBE6-E58613ABD645}"/>
    <dgm:cxn modelId="{75812A58-B614-4CC8-B418-A9E8A6DACE51}" srcId="{C092D513-1C7F-48FA-B77F-EF098E9DDE0D}" destId="{0FF16C7D-2EE3-4C06-9687-B1ED9E81293E}" srcOrd="0" destOrd="0" parTransId="{C5735DF8-4C04-493A-A218-C00AEBD816F5}" sibTransId="{97E0A91D-99E1-4157-BFD9-53957121A490}"/>
    <dgm:cxn modelId="{8BFFF09F-87C5-47C7-B0ED-0D1143D2DED1}" type="presOf" srcId="{24F86A20-DDCF-4085-9C1F-BDCEB384B28D}" destId="{B6EF2C3B-9C65-461F-9063-660E4C9AEF5B}" srcOrd="0" destOrd="0" presId="urn:microsoft.com/office/officeart/2005/8/layout/vList2"/>
    <dgm:cxn modelId="{705EDFB7-195B-4CD0-995A-38422BE30006}" type="presOf" srcId="{0FF16C7D-2EE3-4C06-9687-B1ED9E81293E}" destId="{9E3160C1-6B9F-44D3-B366-D92D2608D5B5}" srcOrd="0" destOrd="0" presId="urn:microsoft.com/office/officeart/2005/8/layout/vList2"/>
    <dgm:cxn modelId="{0E37F2C4-ACD0-44C2-8F67-FB2AE3C15C17}" type="presOf" srcId="{47D81B9B-E97F-4BAD-B7FC-080FC2C3C8D7}" destId="{6144F3AC-9A94-472F-B628-5C7F0FD37ACB}" srcOrd="0" destOrd="0" presId="urn:microsoft.com/office/officeart/2005/8/layout/vList2"/>
    <dgm:cxn modelId="{CA8683E5-C46A-4D39-BF79-83CE8A635A42}" type="presOf" srcId="{749172D9-3745-49AA-BABC-65C12F9DCEB1}" destId="{7DA296F4-9922-4D44-AA91-53B217B42916}" srcOrd="0" destOrd="0" presId="urn:microsoft.com/office/officeart/2005/8/layout/vList2"/>
    <dgm:cxn modelId="{838104CD-050D-4587-9662-B683CD65FDE9}" type="presParOf" srcId="{E3C8F983-E316-49EE-9EEF-B651293A0112}" destId="{9E3160C1-6B9F-44D3-B366-D92D2608D5B5}" srcOrd="0" destOrd="0" presId="urn:microsoft.com/office/officeart/2005/8/layout/vList2"/>
    <dgm:cxn modelId="{4CEBD3E5-F163-4267-8B6C-C4BC7D4E18E3}" type="presParOf" srcId="{E3C8F983-E316-49EE-9EEF-B651293A0112}" destId="{AFBB0585-913C-42AC-A20C-8B8A0CE085E2}" srcOrd="1" destOrd="0" presId="urn:microsoft.com/office/officeart/2005/8/layout/vList2"/>
    <dgm:cxn modelId="{89F8E57B-1E47-4CA8-8772-DD388AF2661D}" type="presParOf" srcId="{E3C8F983-E316-49EE-9EEF-B651293A0112}" destId="{B6EF2C3B-9C65-461F-9063-660E4C9AEF5B}" srcOrd="2" destOrd="0" presId="urn:microsoft.com/office/officeart/2005/8/layout/vList2"/>
    <dgm:cxn modelId="{A584BC8B-CA91-41EF-8650-55A82A08ABC0}" type="presParOf" srcId="{E3C8F983-E316-49EE-9EEF-B651293A0112}" destId="{2EA75423-38A4-4D61-AC20-220924C0421E}" srcOrd="3" destOrd="0" presId="urn:microsoft.com/office/officeart/2005/8/layout/vList2"/>
    <dgm:cxn modelId="{311DDE56-D7F4-412C-BEC5-A240A78639D8}" type="presParOf" srcId="{E3C8F983-E316-49EE-9EEF-B651293A0112}" destId="{6144F3AC-9A94-472F-B628-5C7F0FD37ACB}" srcOrd="4" destOrd="0" presId="urn:microsoft.com/office/officeart/2005/8/layout/vList2"/>
    <dgm:cxn modelId="{AE22CC52-0236-4704-9E3E-6974ABE72FF5}" type="presParOf" srcId="{E3C8F983-E316-49EE-9EEF-B651293A0112}" destId="{DB30CFE8-17CB-49C6-A260-80D18CC19231}" srcOrd="5" destOrd="0" presId="urn:microsoft.com/office/officeart/2005/8/layout/vList2"/>
    <dgm:cxn modelId="{C78E5FCA-D1F0-4128-9835-19BDC29E340F}" type="presParOf" srcId="{E3C8F983-E316-49EE-9EEF-B651293A0112}" destId="{7DA296F4-9922-4D44-AA91-53B217B4291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CD5A98D-12F0-4B69-98F0-EA211569617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8A0387B-A06C-4BDD-A7C6-A4E0EF9C27DD}">
      <dgm:prSet/>
      <dgm:spPr/>
      <dgm:t>
        <a:bodyPr/>
        <a:lstStyle/>
        <a:p>
          <a:r>
            <a:rPr lang="uk-UA" b="0" i="0"/>
            <a:t>заснування першого осередку товариства «Просвіта»</a:t>
          </a:r>
          <a:endParaRPr lang="uk-UA"/>
        </a:p>
      </dgm:t>
    </dgm:pt>
    <dgm:pt modelId="{A1B95ADA-4D0D-4818-A033-295B71C91475}" type="parTrans" cxnId="{0E9E752F-6EFC-4FB4-B60C-4899221DF1D2}">
      <dgm:prSet/>
      <dgm:spPr/>
      <dgm:t>
        <a:bodyPr/>
        <a:lstStyle/>
        <a:p>
          <a:endParaRPr lang="uk-UA"/>
        </a:p>
      </dgm:t>
    </dgm:pt>
    <dgm:pt modelId="{286E2538-EB85-412E-9329-911913436497}" type="sibTrans" cxnId="{0E9E752F-6EFC-4FB4-B60C-4899221DF1D2}">
      <dgm:prSet/>
      <dgm:spPr/>
      <dgm:t>
        <a:bodyPr/>
        <a:lstStyle/>
        <a:p>
          <a:endParaRPr lang="uk-UA"/>
        </a:p>
      </dgm:t>
    </dgm:pt>
    <dgm:pt modelId="{76EC8DDD-8F98-40B2-81DE-3DB2FB5A6621}">
      <dgm:prSet/>
      <dgm:spPr/>
      <dgm:t>
        <a:bodyPr/>
        <a:lstStyle/>
        <a:p>
          <a:r>
            <a:rPr lang="uk-UA" b="0" i="0"/>
            <a:t>відкриття в підросійській Україні першого університету</a:t>
          </a:r>
          <a:endParaRPr lang="uk-UA"/>
        </a:p>
      </dgm:t>
    </dgm:pt>
    <dgm:pt modelId="{5E52BCEF-90C5-4391-8BC9-816AEBA721C6}" type="parTrans" cxnId="{2CA66B2F-600E-43BD-9D74-40B79EFD3303}">
      <dgm:prSet/>
      <dgm:spPr/>
      <dgm:t>
        <a:bodyPr/>
        <a:lstStyle/>
        <a:p>
          <a:endParaRPr lang="uk-UA"/>
        </a:p>
      </dgm:t>
    </dgm:pt>
    <dgm:pt modelId="{18C95128-90D1-48EE-A0CC-ACF9E35AB6CE}" type="sibTrans" cxnId="{2CA66B2F-600E-43BD-9D74-40B79EFD3303}">
      <dgm:prSet/>
      <dgm:spPr/>
      <dgm:t>
        <a:bodyPr/>
        <a:lstStyle/>
        <a:p>
          <a:endParaRPr lang="uk-UA"/>
        </a:p>
      </dgm:t>
    </dgm:pt>
    <dgm:pt modelId="{B8F2AA90-9BCD-47B3-BCE1-07B9C37E5549}">
      <dgm:prSet/>
      <dgm:spPr/>
      <dgm:t>
        <a:bodyPr/>
        <a:lstStyle/>
        <a:p>
          <a:r>
            <a:rPr lang="uk-UA" b="0" i="0"/>
            <a:t>утворення першого українського стаціонарного професійного театру</a:t>
          </a:r>
          <a:endParaRPr lang="uk-UA"/>
        </a:p>
      </dgm:t>
    </dgm:pt>
    <dgm:pt modelId="{569D45D9-4C7F-4853-B016-3291C829666F}" type="parTrans" cxnId="{1C92C13B-1DDE-4BF5-AAF1-ECE2C004F51F}">
      <dgm:prSet/>
      <dgm:spPr/>
      <dgm:t>
        <a:bodyPr/>
        <a:lstStyle/>
        <a:p>
          <a:endParaRPr lang="uk-UA"/>
        </a:p>
      </dgm:t>
    </dgm:pt>
    <dgm:pt modelId="{594BD097-4C34-4BBC-B0FC-ED4FD869F59C}" type="sibTrans" cxnId="{1C92C13B-1DDE-4BF5-AAF1-ECE2C004F51F}">
      <dgm:prSet/>
      <dgm:spPr/>
      <dgm:t>
        <a:bodyPr/>
        <a:lstStyle/>
        <a:p>
          <a:endParaRPr lang="uk-UA"/>
        </a:p>
      </dgm:t>
    </dgm:pt>
    <dgm:pt modelId="{608287F4-B975-409E-9DA2-CDED9209829C}">
      <dgm:prSet/>
      <dgm:spPr/>
      <dgm:t>
        <a:bodyPr/>
        <a:lstStyle/>
        <a:p>
          <a:r>
            <a:rPr lang="uk-UA" b="0" i="0"/>
            <a:t>розгортання мережі перших недільних шкіл з вивчення української мови</a:t>
          </a:r>
          <a:endParaRPr lang="uk-UA"/>
        </a:p>
      </dgm:t>
    </dgm:pt>
    <dgm:pt modelId="{3ACEC411-781A-4CB0-9DBA-515C21D2E555}" type="parTrans" cxnId="{2A6693F7-0BB6-46F5-A98A-B58AFE3D0C5F}">
      <dgm:prSet/>
      <dgm:spPr/>
      <dgm:t>
        <a:bodyPr/>
        <a:lstStyle/>
        <a:p>
          <a:endParaRPr lang="uk-UA"/>
        </a:p>
      </dgm:t>
    </dgm:pt>
    <dgm:pt modelId="{EE1799BF-EA88-41EE-9A7D-2314785CE45C}" type="sibTrans" cxnId="{2A6693F7-0BB6-46F5-A98A-B58AFE3D0C5F}">
      <dgm:prSet/>
      <dgm:spPr/>
      <dgm:t>
        <a:bodyPr/>
        <a:lstStyle/>
        <a:p>
          <a:endParaRPr lang="uk-UA"/>
        </a:p>
      </dgm:t>
    </dgm:pt>
    <dgm:pt modelId="{024122DC-2807-4F2C-A393-5F33878A48B1}" type="pres">
      <dgm:prSet presAssocID="{9CD5A98D-12F0-4B69-98F0-EA2115696170}" presName="linear" presStyleCnt="0">
        <dgm:presLayoutVars>
          <dgm:animLvl val="lvl"/>
          <dgm:resizeHandles val="exact"/>
        </dgm:presLayoutVars>
      </dgm:prSet>
      <dgm:spPr/>
    </dgm:pt>
    <dgm:pt modelId="{37EB4B13-6958-4E6F-99B3-557573026E14}" type="pres">
      <dgm:prSet presAssocID="{48A0387B-A06C-4BDD-A7C6-A4E0EF9C27D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14D23B0-D896-4AA0-81CF-F474EB562928}" type="pres">
      <dgm:prSet presAssocID="{286E2538-EB85-412E-9329-911913436497}" presName="spacer" presStyleCnt="0"/>
      <dgm:spPr/>
    </dgm:pt>
    <dgm:pt modelId="{C83FD421-82A3-4022-AB77-EC0078E7B415}" type="pres">
      <dgm:prSet presAssocID="{76EC8DDD-8F98-40B2-81DE-3DB2FB5A662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402E13E-C58A-495A-A533-D550BBB07389}" type="pres">
      <dgm:prSet presAssocID="{18C95128-90D1-48EE-A0CC-ACF9E35AB6CE}" presName="spacer" presStyleCnt="0"/>
      <dgm:spPr/>
    </dgm:pt>
    <dgm:pt modelId="{8D6A7103-F541-4731-8AB1-394FB3DF4B68}" type="pres">
      <dgm:prSet presAssocID="{B8F2AA90-9BCD-47B3-BCE1-07B9C37E554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4781482-34B2-4755-B650-F56EB4D7FF4B}" type="pres">
      <dgm:prSet presAssocID="{594BD097-4C34-4BBC-B0FC-ED4FD869F59C}" presName="spacer" presStyleCnt="0"/>
      <dgm:spPr/>
    </dgm:pt>
    <dgm:pt modelId="{17F6BD72-D689-43BD-875E-56A0E1E3F60E}" type="pres">
      <dgm:prSet presAssocID="{608287F4-B975-409E-9DA2-CDED9209829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E28B713-48EF-4885-9503-6B1E32F0FA7A}" type="presOf" srcId="{48A0387B-A06C-4BDD-A7C6-A4E0EF9C27DD}" destId="{37EB4B13-6958-4E6F-99B3-557573026E14}" srcOrd="0" destOrd="0" presId="urn:microsoft.com/office/officeart/2005/8/layout/vList2"/>
    <dgm:cxn modelId="{B7B0A324-8552-4D70-A394-01AA85BD9B95}" type="presOf" srcId="{608287F4-B975-409E-9DA2-CDED9209829C}" destId="{17F6BD72-D689-43BD-875E-56A0E1E3F60E}" srcOrd="0" destOrd="0" presId="urn:microsoft.com/office/officeart/2005/8/layout/vList2"/>
    <dgm:cxn modelId="{2CA66B2F-600E-43BD-9D74-40B79EFD3303}" srcId="{9CD5A98D-12F0-4B69-98F0-EA2115696170}" destId="{76EC8DDD-8F98-40B2-81DE-3DB2FB5A6621}" srcOrd="1" destOrd="0" parTransId="{5E52BCEF-90C5-4391-8BC9-816AEBA721C6}" sibTransId="{18C95128-90D1-48EE-A0CC-ACF9E35AB6CE}"/>
    <dgm:cxn modelId="{0E9E752F-6EFC-4FB4-B60C-4899221DF1D2}" srcId="{9CD5A98D-12F0-4B69-98F0-EA2115696170}" destId="{48A0387B-A06C-4BDD-A7C6-A4E0EF9C27DD}" srcOrd="0" destOrd="0" parTransId="{A1B95ADA-4D0D-4818-A033-295B71C91475}" sibTransId="{286E2538-EB85-412E-9329-911913436497}"/>
    <dgm:cxn modelId="{4CA4E731-5894-4902-8487-DE53FFCB126A}" type="presOf" srcId="{B8F2AA90-9BCD-47B3-BCE1-07B9C37E5549}" destId="{8D6A7103-F541-4731-8AB1-394FB3DF4B68}" srcOrd="0" destOrd="0" presId="urn:microsoft.com/office/officeart/2005/8/layout/vList2"/>
    <dgm:cxn modelId="{1C92C13B-1DDE-4BF5-AAF1-ECE2C004F51F}" srcId="{9CD5A98D-12F0-4B69-98F0-EA2115696170}" destId="{B8F2AA90-9BCD-47B3-BCE1-07B9C37E5549}" srcOrd="2" destOrd="0" parTransId="{569D45D9-4C7F-4853-B016-3291C829666F}" sibTransId="{594BD097-4C34-4BBC-B0FC-ED4FD869F59C}"/>
    <dgm:cxn modelId="{021742CF-D906-44DD-AF4F-924C7ADECF0F}" type="presOf" srcId="{9CD5A98D-12F0-4B69-98F0-EA2115696170}" destId="{024122DC-2807-4F2C-A393-5F33878A48B1}" srcOrd="0" destOrd="0" presId="urn:microsoft.com/office/officeart/2005/8/layout/vList2"/>
    <dgm:cxn modelId="{184BB9F1-6B44-4ECB-B68C-7F691F180D19}" type="presOf" srcId="{76EC8DDD-8F98-40B2-81DE-3DB2FB5A6621}" destId="{C83FD421-82A3-4022-AB77-EC0078E7B415}" srcOrd="0" destOrd="0" presId="urn:microsoft.com/office/officeart/2005/8/layout/vList2"/>
    <dgm:cxn modelId="{2A6693F7-0BB6-46F5-A98A-B58AFE3D0C5F}" srcId="{9CD5A98D-12F0-4B69-98F0-EA2115696170}" destId="{608287F4-B975-409E-9DA2-CDED9209829C}" srcOrd="3" destOrd="0" parTransId="{3ACEC411-781A-4CB0-9DBA-515C21D2E555}" sibTransId="{EE1799BF-EA88-41EE-9A7D-2314785CE45C}"/>
    <dgm:cxn modelId="{B354312C-A466-4550-891B-73DFD53B979F}" type="presParOf" srcId="{024122DC-2807-4F2C-A393-5F33878A48B1}" destId="{37EB4B13-6958-4E6F-99B3-557573026E14}" srcOrd="0" destOrd="0" presId="urn:microsoft.com/office/officeart/2005/8/layout/vList2"/>
    <dgm:cxn modelId="{509E93D6-EEDC-405E-9B1F-6EF4E41C173B}" type="presParOf" srcId="{024122DC-2807-4F2C-A393-5F33878A48B1}" destId="{B14D23B0-D896-4AA0-81CF-F474EB562928}" srcOrd="1" destOrd="0" presId="urn:microsoft.com/office/officeart/2005/8/layout/vList2"/>
    <dgm:cxn modelId="{35B9967B-A971-40D6-9DF0-E6222FAA0167}" type="presParOf" srcId="{024122DC-2807-4F2C-A393-5F33878A48B1}" destId="{C83FD421-82A3-4022-AB77-EC0078E7B415}" srcOrd="2" destOrd="0" presId="urn:microsoft.com/office/officeart/2005/8/layout/vList2"/>
    <dgm:cxn modelId="{8FD92AC6-5EAF-4F95-B839-BEE48FEF099B}" type="presParOf" srcId="{024122DC-2807-4F2C-A393-5F33878A48B1}" destId="{2402E13E-C58A-495A-A533-D550BBB07389}" srcOrd="3" destOrd="0" presId="urn:microsoft.com/office/officeart/2005/8/layout/vList2"/>
    <dgm:cxn modelId="{6407D48F-1AEE-43D4-8505-1C505187483A}" type="presParOf" srcId="{024122DC-2807-4F2C-A393-5F33878A48B1}" destId="{8D6A7103-F541-4731-8AB1-394FB3DF4B68}" srcOrd="4" destOrd="0" presId="urn:microsoft.com/office/officeart/2005/8/layout/vList2"/>
    <dgm:cxn modelId="{66F65F4D-D2A7-499A-A207-3B72661F7B33}" type="presParOf" srcId="{024122DC-2807-4F2C-A393-5F33878A48B1}" destId="{E4781482-34B2-4755-B650-F56EB4D7FF4B}" srcOrd="5" destOrd="0" presId="urn:microsoft.com/office/officeart/2005/8/layout/vList2"/>
    <dgm:cxn modelId="{C7720C8C-FA2B-49C8-9F57-D9AB4EEEDBEE}" type="presParOf" srcId="{024122DC-2807-4F2C-A393-5F33878A48B1}" destId="{17F6BD72-D689-43BD-875E-56A0E1E3F60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53C229F-7F80-48EC-92AB-2030F281C85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903AF0E-D6A2-4426-9AE0-1D1CD320DC5A}">
      <dgm:prSet/>
      <dgm:spPr/>
      <dgm:t>
        <a:bodyPr/>
        <a:lstStyle/>
        <a:p>
          <a:r>
            <a:rPr lang="uk-UA" b="0" i="0"/>
            <a:t>православного</a:t>
          </a:r>
          <a:endParaRPr lang="uk-UA"/>
        </a:p>
      </dgm:t>
    </dgm:pt>
    <dgm:pt modelId="{302BBDF6-7FA5-467B-BFD1-B41AFD05AF1E}" type="parTrans" cxnId="{DE33A6F6-7A96-4380-86EC-06353281A65C}">
      <dgm:prSet/>
      <dgm:spPr/>
      <dgm:t>
        <a:bodyPr/>
        <a:lstStyle/>
        <a:p>
          <a:endParaRPr lang="uk-UA"/>
        </a:p>
      </dgm:t>
    </dgm:pt>
    <dgm:pt modelId="{CB11BEAE-0D4C-476B-802B-A83555BA1C58}" type="sibTrans" cxnId="{DE33A6F6-7A96-4380-86EC-06353281A65C}">
      <dgm:prSet/>
      <dgm:spPr/>
      <dgm:t>
        <a:bodyPr/>
        <a:lstStyle/>
        <a:p>
          <a:endParaRPr lang="uk-UA"/>
        </a:p>
      </dgm:t>
    </dgm:pt>
    <dgm:pt modelId="{54E7E3B3-EB7A-448B-9A9E-6E19BC892BFA}">
      <dgm:prSet/>
      <dgm:spPr/>
      <dgm:t>
        <a:bodyPr/>
        <a:lstStyle/>
        <a:p>
          <a:r>
            <a:rPr lang="uk-UA" b="0" i="0"/>
            <a:t>римо-католицького</a:t>
          </a:r>
          <a:endParaRPr lang="uk-UA"/>
        </a:p>
      </dgm:t>
    </dgm:pt>
    <dgm:pt modelId="{86D987E5-979B-413C-879C-438533AB51B6}" type="parTrans" cxnId="{88537EAD-4C83-49C9-AD32-BBA4C462F940}">
      <dgm:prSet/>
      <dgm:spPr/>
      <dgm:t>
        <a:bodyPr/>
        <a:lstStyle/>
        <a:p>
          <a:endParaRPr lang="uk-UA"/>
        </a:p>
      </dgm:t>
    </dgm:pt>
    <dgm:pt modelId="{72E7FA04-C968-41F1-B099-72482BA9CA11}" type="sibTrans" cxnId="{88537EAD-4C83-49C9-AD32-BBA4C462F940}">
      <dgm:prSet/>
      <dgm:spPr/>
      <dgm:t>
        <a:bodyPr/>
        <a:lstStyle/>
        <a:p>
          <a:endParaRPr lang="uk-UA"/>
        </a:p>
      </dgm:t>
    </dgm:pt>
    <dgm:pt modelId="{EA441980-B73C-44FE-8E58-0F2BEDC380EF}">
      <dgm:prSet/>
      <dgm:spPr/>
      <dgm:t>
        <a:bodyPr/>
        <a:lstStyle/>
        <a:p>
          <a:r>
            <a:rPr lang="uk-UA" b="0" i="0"/>
            <a:t>протестантського</a:t>
          </a:r>
          <a:endParaRPr lang="uk-UA"/>
        </a:p>
      </dgm:t>
    </dgm:pt>
    <dgm:pt modelId="{9A721E29-977A-4630-B69A-A4C16AB76FCD}" type="parTrans" cxnId="{EB86ACE3-E4F4-49D1-AF10-6C97861CC5DC}">
      <dgm:prSet/>
      <dgm:spPr/>
      <dgm:t>
        <a:bodyPr/>
        <a:lstStyle/>
        <a:p>
          <a:endParaRPr lang="uk-UA"/>
        </a:p>
      </dgm:t>
    </dgm:pt>
    <dgm:pt modelId="{898ED063-5C54-4968-A66B-C1F834A3ED43}" type="sibTrans" cxnId="{EB86ACE3-E4F4-49D1-AF10-6C97861CC5DC}">
      <dgm:prSet/>
      <dgm:spPr/>
      <dgm:t>
        <a:bodyPr/>
        <a:lstStyle/>
        <a:p>
          <a:endParaRPr lang="uk-UA"/>
        </a:p>
      </dgm:t>
    </dgm:pt>
    <dgm:pt modelId="{E854F5DC-A5AF-48FC-8950-6D712A83E610}">
      <dgm:prSet/>
      <dgm:spPr/>
      <dgm:t>
        <a:bodyPr/>
        <a:lstStyle/>
        <a:p>
          <a:r>
            <a:rPr lang="uk-UA" b="0" i="0"/>
            <a:t>греко-католицького</a:t>
          </a:r>
          <a:endParaRPr lang="uk-UA"/>
        </a:p>
      </dgm:t>
    </dgm:pt>
    <dgm:pt modelId="{A0684164-EB93-4ADF-8A08-5EE8086B3D1A}" type="parTrans" cxnId="{C6FB74EA-F4A2-4648-9850-47D341A2EC2B}">
      <dgm:prSet/>
      <dgm:spPr/>
      <dgm:t>
        <a:bodyPr/>
        <a:lstStyle/>
        <a:p>
          <a:endParaRPr lang="uk-UA"/>
        </a:p>
      </dgm:t>
    </dgm:pt>
    <dgm:pt modelId="{FED67E7D-2074-415D-BA36-71684B0E21BD}" type="sibTrans" cxnId="{C6FB74EA-F4A2-4648-9850-47D341A2EC2B}">
      <dgm:prSet/>
      <dgm:spPr/>
      <dgm:t>
        <a:bodyPr/>
        <a:lstStyle/>
        <a:p>
          <a:endParaRPr lang="uk-UA"/>
        </a:p>
      </dgm:t>
    </dgm:pt>
    <dgm:pt modelId="{90F797FE-6C57-43AB-B814-89FBEC336E22}" type="pres">
      <dgm:prSet presAssocID="{853C229F-7F80-48EC-92AB-2030F281C853}" presName="linear" presStyleCnt="0">
        <dgm:presLayoutVars>
          <dgm:animLvl val="lvl"/>
          <dgm:resizeHandles val="exact"/>
        </dgm:presLayoutVars>
      </dgm:prSet>
      <dgm:spPr/>
    </dgm:pt>
    <dgm:pt modelId="{1AE35ADB-1D20-43A7-A603-57F3A267F822}" type="pres">
      <dgm:prSet presAssocID="{F903AF0E-D6A2-4426-9AE0-1D1CD320DC5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C0288BB-E5E5-4391-8C68-CD0D9365E599}" type="pres">
      <dgm:prSet presAssocID="{CB11BEAE-0D4C-476B-802B-A83555BA1C58}" presName="spacer" presStyleCnt="0"/>
      <dgm:spPr/>
    </dgm:pt>
    <dgm:pt modelId="{F3253DA9-5173-42E8-917B-F924C52E5D5D}" type="pres">
      <dgm:prSet presAssocID="{54E7E3B3-EB7A-448B-9A9E-6E19BC892BF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8501A23-EBF5-4812-8256-282D2EB4DE72}" type="pres">
      <dgm:prSet presAssocID="{72E7FA04-C968-41F1-B099-72482BA9CA11}" presName="spacer" presStyleCnt="0"/>
      <dgm:spPr/>
    </dgm:pt>
    <dgm:pt modelId="{C128C6BC-4335-46A6-A216-CDE1EAFD7558}" type="pres">
      <dgm:prSet presAssocID="{EA441980-B73C-44FE-8E58-0F2BEDC380E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DE28F16-4E4D-4AB3-BD0E-CFEC3DDB8C02}" type="pres">
      <dgm:prSet presAssocID="{898ED063-5C54-4968-A66B-C1F834A3ED43}" presName="spacer" presStyleCnt="0"/>
      <dgm:spPr/>
    </dgm:pt>
    <dgm:pt modelId="{3428BBAE-3F20-40C8-9908-7EFE398497B6}" type="pres">
      <dgm:prSet presAssocID="{E854F5DC-A5AF-48FC-8950-6D712A83E61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3F17C66-8424-4B42-A373-4D0598ED97E7}" type="presOf" srcId="{E854F5DC-A5AF-48FC-8950-6D712A83E610}" destId="{3428BBAE-3F20-40C8-9908-7EFE398497B6}" srcOrd="0" destOrd="0" presId="urn:microsoft.com/office/officeart/2005/8/layout/vList2"/>
    <dgm:cxn modelId="{099E9747-46EA-4B7A-A387-A05A3B46B4E9}" type="presOf" srcId="{54E7E3B3-EB7A-448B-9A9E-6E19BC892BFA}" destId="{F3253DA9-5173-42E8-917B-F924C52E5D5D}" srcOrd="0" destOrd="0" presId="urn:microsoft.com/office/officeart/2005/8/layout/vList2"/>
    <dgm:cxn modelId="{6753D672-AED1-4120-AAAA-E0569FDB81BF}" type="presOf" srcId="{853C229F-7F80-48EC-92AB-2030F281C853}" destId="{90F797FE-6C57-43AB-B814-89FBEC336E22}" srcOrd="0" destOrd="0" presId="urn:microsoft.com/office/officeart/2005/8/layout/vList2"/>
    <dgm:cxn modelId="{76D82579-1687-4E11-9CF5-D84982F500A1}" type="presOf" srcId="{F903AF0E-D6A2-4426-9AE0-1D1CD320DC5A}" destId="{1AE35ADB-1D20-43A7-A603-57F3A267F822}" srcOrd="0" destOrd="0" presId="urn:microsoft.com/office/officeart/2005/8/layout/vList2"/>
    <dgm:cxn modelId="{CD69D77C-95B9-4C59-BF7C-597A97E0388C}" type="presOf" srcId="{EA441980-B73C-44FE-8E58-0F2BEDC380EF}" destId="{C128C6BC-4335-46A6-A216-CDE1EAFD7558}" srcOrd="0" destOrd="0" presId="urn:microsoft.com/office/officeart/2005/8/layout/vList2"/>
    <dgm:cxn modelId="{88537EAD-4C83-49C9-AD32-BBA4C462F940}" srcId="{853C229F-7F80-48EC-92AB-2030F281C853}" destId="{54E7E3B3-EB7A-448B-9A9E-6E19BC892BFA}" srcOrd="1" destOrd="0" parTransId="{86D987E5-979B-413C-879C-438533AB51B6}" sibTransId="{72E7FA04-C968-41F1-B099-72482BA9CA11}"/>
    <dgm:cxn modelId="{EB86ACE3-E4F4-49D1-AF10-6C97861CC5DC}" srcId="{853C229F-7F80-48EC-92AB-2030F281C853}" destId="{EA441980-B73C-44FE-8E58-0F2BEDC380EF}" srcOrd="2" destOrd="0" parTransId="{9A721E29-977A-4630-B69A-A4C16AB76FCD}" sibTransId="{898ED063-5C54-4968-A66B-C1F834A3ED43}"/>
    <dgm:cxn modelId="{C6FB74EA-F4A2-4648-9850-47D341A2EC2B}" srcId="{853C229F-7F80-48EC-92AB-2030F281C853}" destId="{E854F5DC-A5AF-48FC-8950-6D712A83E610}" srcOrd="3" destOrd="0" parTransId="{A0684164-EB93-4ADF-8A08-5EE8086B3D1A}" sibTransId="{FED67E7D-2074-415D-BA36-71684B0E21BD}"/>
    <dgm:cxn modelId="{DE33A6F6-7A96-4380-86EC-06353281A65C}" srcId="{853C229F-7F80-48EC-92AB-2030F281C853}" destId="{F903AF0E-D6A2-4426-9AE0-1D1CD320DC5A}" srcOrd="0" destOrd="0" parTransId="{302BBDF6-7FA5-467B-BFD1-B41AFD05AF1E}" sibTransId="{CB11BEAE-0D4C-476B-802B-A83555BA1C58}"/>
    <dgm:cxn modelId="{CDA51285-90C9-46E1-B4F4-428C127721A2}" type="presParOf" srcId="{90F797FE-6C57-43AB-B814-89FBEC336E22}" destId="{1AE35ADB-1D20-43A7-A603-57F3A267F822}" srcOrd="0" destOrd="0" presId="urn:microsoft.com/office/officeart/2005/8/layout/vList2"/>
    <dgm:cxn modelId="{4622BE92-B10B-457D-9DFD-0604AF92E1FD}" type="presParOf" srcId="{90F797FE-6C57-43AB-B814-89FBEC336E22}" destId="{BC0288BB-E5E5-4391-8C68-CD0D9365E599}" srcOrd="1" destOrd="0" presId="urn:microsoft.com/office/officeart/2005/8/layout/vList2"/>
    <dgm:cxn modelId="{469F09BF-3CC7-4CE5-AF22-909A9493524D}" type="presParOf" srcId="{90F797FE-6C57-43AB-B814-89FBEC336E22}" destId="{F3253DA9-5173-42E8-917B-F924C52E5D5D}" srcOrd="2" destOrd="0" presId="urn:microsoft.com/office/officeart/2005/8/layout/vList2"/>
    <dgm:cxn modelId="{CA94C0B0-BF5B-4DE0-8610-E8A78C1DFCE2}" type="presParOf" srcId="{90F797FE-6C57-43AB-B814-89FBEC336E22}" destId="{D8501A23-EBF5-4812-8256-282D2EB4DE72}" srcOrd="3" destOrd="0" presId="urn:microsoft.com/office/officeart/2005/8/layout/vList2"/>
    <dgm:cxn modelId="{08F443B6-80A7-4F84-B45B-BEA8FCEC04E2}" type="presParOf" srcId="{90F797FE-6C57-43AB-B814-89FBEC336E22}" destId="{C128C6BC-4335-46A6-A216-CDE1EAFD7558}" srcOrd="4" destOrd="0" presId="urn:microsoft.com/office/officeart/2005/8/layout/vList2"/>
    <dgm:cxn modelId="{AAED7D1A-E7E8-481C-A157-2F54F2A21B19}" type="presParOf" srcId="{90F797FE-6C57-43AB-B814-89FBEC336E22}" destId="{FDE28F16-4E4D-4AB3-BD0E-CFEC3DDB8C02}" srcOrd="5" destOrd="0" presId="urn:microsoft.com/office/officeart/2005/8/layout/vList2"/>
    <dgm:cxn modelId="{8FE08A8B-DE3F-4B42-97FA-F9DE6AB31C5C}" type="presParOf" srcId="{90F797FE-6C57-43AB-B814-89FBEC336E22}" destId="{3428BBAE-3F20-40C8-9908-7EFE398497B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587C541-2B41-4D8D-99EB-9D827787A15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76579BE-C71A-43B1-9E7D-6823377FFA58}">
      <dgm:prSet/>
      <dgm:spPr/>
      <dgm:t>
        <a:bodyPr/>
        <a:lstStyle/>
        <a:p>
          <a:r>
            <a:rPr lang="ru-RU" b="0" i="0"/>
            <a:t>видання в Будапешті альманаху «Русалка Дністровая»</a:t>
          </a:r>
          <a:endParaRPr lang="uk-UA"/>
        </a:p>
      </dgm:t>
    </dgm:pt>
    <dgm:pt modelId="{19F88971-BA70-466C-B02E-346404FB76F0}" type="parTrans" cxnId="{E2B76C78-8C80-455E-A8AE-A41D7CE5E981}">
      <dgm:prSet/>
      <dgm:spPr/>
      <dgm:t>
        <a:bodyPr/>
        <a:lstStyle/>
        <a:p>
          <a:endParaRPr lang="uk-UA"/>
        </a:p>
      </dgm:t>
    </dgm:pt>
    <dgm:pt modelId="{D7778766-0070-48FB-8378-F8B052FEE2D1}" type="sibTrans" cxnId="{E2B76C78-8C80-455E-A8AE-A41D7CE5E981}">
      <dgm:prSet/>
      <dgm:spPr/>
      <dgm:t>
        <a:bodyPr/>
        <a:lstStyle/>
        <a:p>
          <a:endParaRPr lang="uk-UA"/>
        </a:p>
      </dgm:t>
    </dgm:pt>
    <dgm:pt modelId="{BD018BC0-876C-4DDB-9AE8-022DC2ECAD8C}">
      <dgm:prSet/>
      <dgm:spPr/>
      <dgm:t>
        <a:bodyPr/>
        <a:lstStyle/>
        <a:p>
          <a:r>
            <a:rPr lang="ru-RU" b="0" i="0"/>
            <a:t>видання в Петербурзі перших трьох частин «Енеїди» І. Котляревського</a:t>
          </a:r>
          <a:endParaRPr lang="uk-UA"/>
        </a:p>
      </dgm:t>
    </dgm:pt>
    <dgm:pt modelId="{BDF0FC53-4717-4E6A-9E90-FD78EA7D91F4}" type="parTrans" cxnId="{D4E48811-6C7C-4C80-9E58-CA3948C414F5}">
      <dgm:prSet/>
      <dgm:spPr/>
      <dgm:t>
        <a:bodyPr/>
        <a:lstStyle/>
        <a:p>
          <a:endParaRPr lang="uk-UA"/>
        </a:p>
      </dgm:t>
    </dgm:pt>
    <dgm:pt modelId="{AAEDF848-6BD7-4C68-AC81-16EF6EA33F1E}" type="sibTrans" cxnId="{D4E48811-6C7C-4C80-9E58-CA3948C414F5}">
      <dgm:prSet/>
      <dgm:spPr/>
      <dgm:t>
        <a:bodyPr/>
        <a:lstStyle/>
        <a:p>
          <a:endParaRPr lang="uk-UA"/>
        </a:p>
      </dgm:t>
    </dgm:pt>
    <dgm:pt modelId="{A838A621-F91C-458C-A1A0-3E94F9388D0B}">
      <dgm:prSet/>
      <dgm:spPr/>
      <dgm:t>
        <a:bodyPr/>
        <a:lstStyle/>
        <a:p>
          <a:r>
            <a:rPr lang="ru-RU" b="0" i="0"/>
            <a:t>видання в Петербурзі першого українського журналу «Основа»</a:t>
          </a:r>
          <a:endParaRPr lang="uk-UA"/>
        </a:p>
      </dgm:t>
    </dgm:pt>
    <dgm:pt modelId="{7F495CDE-3482-470B-AC49-D533E8ABD71C}" type="parTrans" cxnId="{C3E05289-8479-4491-9551-EB664D493A9C}">
      <dgm:prSet/>
      <dgm:spPr/>
      <dgm:t>
        <a:bodyPr/>
        <a:lstStyle/>
        <a:p>
          <a:endParaRPr lang="uk-UA"/>
        </a:p>
      </dgm:t>
    </dgm:pt>
    <dgm:pt modelId="{B9DAAEEA-7166-4278-B791-C3B1FF65D5C1}" type="sibTrans" cxnId="{C3E05289-8479-4491-9551-EB664D493A9C}">
      <dgm:prSet/>
      <dgm:spPr/>
      <dgm:t>
        <a:bodyPr/>
        <a:lstStyle/>
        <a:p>
          <a:endParaRPr lang="uk-UA"/>
        </a:p>
      </dgm:t>
    </dgm:pt>
    <dgm:pt modelId="{66B75315-F089-4581-BCC2-5EAD80D63D45}">
      <dgm:prSet/>
      <dgm:spPr/>
      <dgm:t>
        <a:bodyPr/>
        <a:lstStyle/>
        <a:p>
          <a:r>
            <a:rPr lang="ru-RU" b="0" i="0"/>
            <a:t>перше видання в Петербурзі «Кобзаря» Т. Шевченка</a:t>
          </a:r>
          <a:endParaRPr lang="uk-UA"/>
        </a:p>
      </dgm:t>
    </dgm:pt>
    <dgm:pt modelId="{154BCE2F-FE96-4717-ADF4-3530CCBD9B6A}" type="parTrans" cxnId="{6C3C4B29-1508-4A64-88AA-0EF330B9038D}">
      <dgm:prSet/>
      <dgm:spPr/>
      <dgm:t>
        <a:bodyPr/>
        <a:lstStyle/>
        <a:p>
          <a:endParaRPr lang="uk-UA"/>
        </a:p>
      </dgm:t>
    </dgm:pt>
    <dgm:pt modelId="{13690104-9C4E-4D5C-B593-3B574D5B4211}" type="sibTrans" cxnId="{6C3C4B29-1508-4A64-88AA-0EF330B9038D}">
      <dgm:prSet/>
      <dgm:spPr/>
      <dgm:t>
        <a:bodyPr/>
        <a:lstStyle/>
        <a:p>
          <a:endParaRPr lang="uk-UA"/>
        </a:p>
      </dgm:t>
    </dgm:pt>
    <dgm:pt modelId="{E2D997AC-0DBB-4493-8AF6-F2AA10512BC6}" type="pres">
      <dgm:prSet presAssocID="{F587C541-2B41-4D8D-99EB-9D827787A15C}" presName="linear" presStyleCnt="0">
        <dgm:presLayoutVars>
          <dgm:animLvl val="lvl"/>
          <dgm:resizeHandles val="exact"/>
        </dgm:presLayoutVars>
      </dgm:prSet>
      <dgm:spPr/>
    </dgm:pt>
    <dgm:pt modelId="{A462F739-E9C1-4965-943A-88301CFEE504}" type="pres">
      <dgm:prSet presAssocID="{D76579BE-C71A-43B1-9E7D-6823377FFA5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37373BD-32BE-487F-9B44-7174E8509017}" type="pres">
      <dgm:prSet presAssocID="{D7778766-0070-48FB-8378-F8B052FEE2D1}" presName="spacer" presStyleCnt="0"/>
      <dgm:spPr/>
    </dgm:pt>
    <dgm:pt modelId="{12441113-FE29-4CAD-BF4D-D71A851061D0}" type="pres">
      <dgm:prSet presAssocID="{BD018BC0-876C-4DDB-9AE8-022DC2ECAD8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098B041-720E-467C-AFF0-9CF92BD77086}" type="pres">
      <dgm:prSet presAssocID="{AAEDF848-6BD7-4C68-AC81-16EF6EA33F1E}" presName="spacer" presStyleCnt="0"/>
      <dgm:spPr/>
    </dgm:pt>
    <dgm:pt modelId="{766C5557-E906-49A0-BF7C-5355CA70415A}" type="pres">
      <dgm:prSet presAssocID="{A838A621-F91C-458C-A1A0-3E94F9388D0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B2A1EA6-5A96-4817-965D-9FFA2F6341B0}" type="pres">
      <dgm:prSet presAssocID="{B9DAAEEA-7166-4278-B791-C3B1FF65D5C1}" presName="spacer" presStyleCnt="0"/>
      <dgm:spPr/>
    </dgm:pt>
    <dgm:pt modelId="{058BDA70-7238-4396-9288-D80E93A304C4}" type="pres">
      <dgm:prSet presAssocID="{66B75315-F089-4581-BCC2-5EAD80D63D4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D4B5D11-3722-4379-92BD-C3D758639720}" type="presOf" srcId="{A838A621-F91C-458C-A1A0-3E94F9388D0B}" destId="{766C5557-E906-49A0-BF7C-5355CA70415A}" srcOrd="0" destOrd="0" presId="urn:microsoft.com/office/officeart/2005/8/layout/vList2"/>
    <dgm:cxn modelId="{D4E48811-6C7C-4C80-9E58-CA3948C414F5}" srcId="{F587C541-2B41-4D8D-99EB-9D827787A15C}" destId="{BD018BC0-876C-4DDB-9AE8-022DC2ECAD8C}" srcOrd="1" destOrd="0" parTransId="{BDF0FC53-4717-4E6A-9E90-FD78EA7D91F4}" sibTransId="{AAEDF848-6BD7-4C68-AC81-16EF6EA33F1E}"/>
    <dgm:cxn modelId="{4B260B13-0987-459D-A083-F172D366CCBF}" type="presOf" srcId="{66B75315-F089-4581-BCC2-5EAD80D63D45}" destId="{058BDA70-7238-4396-9288-D80E93A304C4}" srcOrd="0" destOrd="0" presId="urn:microsoft.com/office/officeart/2005/8/layout/vList2"/>
    <dgm:cxn modelId="{6C3C4B29-1508-4A64-88AA-0EF330B9038D}" srcId="{F587C541-2B41-4D8D-99EB-9D827787A15C}" destId="{66B75315-F089-4581-BCC2-5EAD80D63D45}" srcOrd="3" destOrd="0" parTransId="{154BCE2F-FE96-4717-ADF4-3530CCBD9B6A}" sibTransId="{13690104-9C4E-4D5C-B593-3B574D5B4211}"/>
    <dgm:cxn modelId="{989ABB3B-A82E-4C4E-B69F-F253657393EF}" type="presOf" srcId="{D76579BE-C71A-43B1-9E7D-6823377FFA58}" destId="{A462F739-E9C1-4965-943A-88301CFEE504}" srcOrd="0" destOrd="0" presId="urn:microsoft.com/office/officeart/2005/8/layout/vList2"/>
    <dgm:cxn modelId="{C8D92068-825B-4C07-81B5-195CB1FB9E1A}" type="presOf" srcId="{BD018BC0-876C-4DDB-9AE8-022DC2ECAD8C}" destId="{12441113-FE29-4CAD-BF4D-D71A851061D0}" srcOrd="0" destOrd="0" presId="urn:microsoft.com/office/officeart/2005/8/layout/vList2"/>
    <dgm:cxn modelId="{7A645F75-BA97-45AE-A442-73C95DA295E7}" type="presOf" srcId="{F587C541-2B41-4D8D-99EB-9D827787A15C}" destId="{E2D997AC-0DBB-4493-8AF6-F2AA10512BC6}" srcOrd="0" destOrd="0" presId="urn:microsoft.com/office/officeart/2005/8/layout/vList2"/>
    <dgm:cxn modelId="{E2B76C78-8C80-455E-A8AE-A41D7CE5E981}" srcId="{F587C541-2B41-4D8D-99EB-9D827787A15C}" destId="{D76579BE-C71A-43B1-9E7D-6823377FFA58}" srcOrd="0" destOrd="0" parTransId="{19F88971-BA70-466C-B02E-346404FB76F0}" sibTransId="{D7778766-0070-48FB-8378-F8B052FEE2D1}"/>
    <dgm:cxn modelId="{C3E05289-8479-4491-9551-EB664D493A9C}" srcId="{F587C541-2B41-4D8D-99EB-9D827787A15C}" destId="{A838A621-F91C-458C-A1A0-3E94F9388D0B}" srcOrd="2" destOrd="0" parTransId="{7F495CDE-3482-470B-AC49-D533E8ABD71C}" sibTransId="{B9DAAEEA-7166-4278-B791-C3B1FF65D5C1}"/>
    <dgm:cxn modelId="{23A50B24-F3FF-462A-AC09-AF28AC6EE9E3}" type="presParOf" srcId="{E2D997AC-0DBB-4493-8AF6-F2AA10512BC6}" destId="{A462F739-E9C1-4965-943A-88301CFEE504}" srcOrd="0" destOrd="0" presId="urn:microsoft.com/office/officeart/2005/8/layout/vList2"/>
    <dgm:cxn modelId="{4340294F-5BCB-4E1E-9CE5-C28265CA93E4}" type="presParOf" srcId="{E2D997AC-0DBB-4493-8AF6-F2AA10512BC6}" destId="{A37373BD-32BE-487F-9B44-7174E8509017}" srcOrd="1" destOrd="0" presId="urn:microsoft.com/office/officeart/2005/8/layout/vList2"/>
    <dgm:cxn modelId="{3C86FE97-4006-45E6-9AE0-1E8CC7F0252F}" type="presParOf" srcId="{E2D997AC-0DBB-4493-8AF6-F2AA10512BC6}" destId="{12441113-FE29-4CAD-BF4D-D71A851061D0}" srcOrd="2" destOrd="0" presId="urn:microsoft.com/office/officeart/2005/8/layout/vList2"/>
    <dgm:cxn modelId="{C3DAB07B-D322-4631-A632-B332FA0E82C9}" type="presParOf" srcId="{E2D997AC-0DBB-4493-8AF6-F2AA10512BC6}" destId="{2098B041-720E-467C-AFF0-9CF92BD77086}" srcOrd="3" destOrd="0" presId="urn:microsoft.com/office/officeart/2005/8/layout/vList2"/>
    <dgm:cxn modelId="{CBB53EFC-6741-459B-8C00-0FC38A14BCA1}" type="presParOf" srcId="{E2D997AC-0DBB-4493-8AF6-F2AA10512BC6}" destId="{766C5557-E906-49A0-BF7C-5355CA70415A}" srcOrd="4" destOrd="0" presId="urn:microsoft.com/office/officeart/2005/8/layout/vList2"/>
    <dgm:cxn modelId="{782D12A4-E452-49CD-90D1-CB7774E7E244}" type="presParOf" srcId="{E2D997AC-0DBB-4493-8AF6-F2AA10512BC6}" destId="{5B2A1EA6-5A96-4817-965D-9FFA2F6341B0}" srcOrd="5" destOrd="0" presId="urn:microsoft.com/office/officeart/2005/8/layout/vList2"/>
    <dgm:cxn modelId="{9251D196-8559-405C-B25B-90B3A3B2CB47}" type="presParOf" srcId="{E2D997AC-0DBB-4493-8AF6-F2AA10512BC6}" destId="{058BDA70-7238-4396-9288-D80E93A304C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8F2D679-D184-4011-A225-8F60421E3F72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5BD1788-DBA2-4A0E-9810-A94C2168260D}">
      <dgm:prSet/>
      <dgm:spPr/>
      <dgm:t>
        <a:bodyPr/>
        <a:lstStyle/>
        <a:p>
          <a:r>
            <a:rPr lang="ru-RU" b="0" i="0"/>
            <a:t>1816 р.</a:t>
          </a:r>
          <a:endParaRPr lang="uk-UA"/>
        </a:p>
      </dgm:t>
    </dgm:pt>
    <dgm:pt modelId="{66B0AC57-0B87-4F16-B6F7-050C6327093C}" type="parTrans" cxnId="{D0EC5ADD-98A6-400B-80FE-C78745E15228}">
      <dgm:prSet/>
      <dgm:spPr/>
      <dgm:t>
        <a:bodyPr/>
        <a:lstStyle/>
        <a:p>
          <a:endParaRPr lang="uk-UA"/>
        </a:p>
      </dgm:t>
    </dgm:pt>
    <dgm:pt modelId="{F73A05C7-A6F8-4BD4-8950-779ABA38BE36}" type="sibTrans" cxnId="{D0EC5ADD-98A6-400B-80FE-C78745E15228}">
      <dgm:prSet/>
      <dgm:spPr/>
      <dgm:t>
        <a:bodyPr/>
        <a:lstStyle/>
        <a:p>
          <a:endParaRPr lang="uk-UA"/>
        </a:p>
      </dgm:t>
    </dgm:pt>
    <dgm:pt modelId="{4CD6C282-8DFD-4573-9C32-6E0F5E13665F}">
      <dgm:prSet/>
      <dgm:spPr/>
      <dgm:t>
        <a:bodyPr/>
        <a:lstStyle/>
        <a:p>
          <a:r>
            <a:rPr lang="ru-RU" b="0" i="0"/>
            <a:t>1839 р.</a:t>
          </a:r>
          <a:endParaRPr lang="uk-UA"/>
        </a:p>
      </dgm:t>
    </dgm:pt>
    <dgm:pt modelId="{E77D49C9-5A26-4C43-B8C8-2847979C2B4F}" type="parTrans" cxnId="{F7589AEA-DDAD-4A68-B6F3-C3AA38A1429C}">
      <dgm:prSet/>
      <dgm:spPr/>
      <dgm:t>
        <a:bodyPr/>
        <a:lstStyle/>
        <a:p>
          <a:endParaRPr lang="uk-UA"/>
        </a:p>
      </dgm:t>
    </dgm:pt>
    <dgm:pt modelId="{98391CED-B790-4483-99ED-6AAAD67923D9}" type="sibTrans" cxnId="{F7589AEA-DDAD-4A68-B6F3-C3AA38A1429C}">
      <dgm:prSet/>
      <dgm:spPr/>
      <dgm:t>
        <a:bodyPr/>
        <a:lstStyle/>
        <a:p>
          <a:endParaRPr lang="uk-UA"/>
        </a:p>
      </dgm:t>
    </dgm:pt>
    <dgm:pt modelId="{90B267BB-8013-45F3-895E-0A1E30ECF845}">
      <dgm:prSet/>
      <dgm:spPr/>
      <dgm:t>
        <a:bodyPr/>
        <a:lstStyle/>
        <a:p>
          <a:r>
            <a:rPr lang="ru-RU" b="0" i="0"/>
            <a:t>1848 р.</a:t>
          </a:r>
          <a:endParaRPr lang="uk-UA"/>
        </a:p>
      </dgm:t>
    </dgm:pt>
    <dgm:pt modelId="{5EDD5B8E-4214-46C2-BE3E-FB5159BD721D}" type="parTrans" cxnId="{DA63BA75-636A-44E9-8EEE-1E71019D0832}">
      <dgm:prSet/>
      <dgm:spPr/>
      <dgm:t>
        <a:bodyPr/>
        <a:lstStyle/>
        <a:p>
          <a:endParaRPr lang="uk-UA"/>
        </a:p>
      </dgm:t>
    </dgm:pt>
    <dgm:pt modelId="{781B6A47-48EE-4518-BBAF-82A37322A4D7}" type="sibTrans" cxnId="{DA63BA75-636A-44E9-8EEE-1E71019D0832}">
      <dgm:prSet/>
      <dgm:spPr/>
      <dgm:t>
        <a:bodyPr/>
        <a:lstStyle/>
        <a:p>
          <a:endParaRPr lang="uk-UA"/>
        </a:p>
      </dgm:t>
    </dgm:pt>
    <dgm:pt modelId="{CF65B804-F5E0-446F-B7CF-8B94567A60CA}">
      <dgm:prSet/>
      <dgm:spPr/>
      <dgm:t>
        <a:bodyPr/>
        <a:lstStyle/>
        <a:p>
          <a:r>
            <a:rPr lang="ru-RU" b="0" i="0"/>
            <a:t>1861 р.</a:t>
          </a:r>
          <a:endParaRPr lang="uk-UA"/>
        </a:p>
      </dgm:t>
    </dgm:pt>
    <dgm:pt modelId="{9334C53C-12ED-4051-822B-1710D83764D7}" type="parTrans" cxnId="{878979E7-CCAC-42C7-8FC4-6F34BDFFBDD6}">
      <dgm:prSet/>
      <dgm:spPr/>
      <dgm:t>
        <a:bodyPr/>
        <a:lstStyle/>
        <a:p>
          <a:endParaRPr lang="uk-UA"/>
        </a:p>
      </dgm:t>
    </dgm:pt>
    <dgm:pt modelId="{7F854C21-C3CD-463E-8F3F-58D29CBE2C16}" type="sibTrans" cxnId="{878979E7-CCAC-42C7-8FC4-6F34BDFFBDD6}">
      <dgm:prSet/>
      <dgm:spPr/>
      <dgm:t>
        <a:bodyPr/>
        <a:lstStyle/>
        <a:p>
          <a:endParaRPr lang="uk-UA"/>
        </a:p>
      </dgm:t>
    </dgm:pt>
    <dgm:pt modelId="{54F1C1BE-5064-41A1-BD0D-71EC7B148C2C}" type="pres">
      <dgm:prSet presAssocID="{78F2D679-D184-4011-A225-8F60421E3F72}" presName="matrix" presStyleCnt="0">
        <dgm:presLayoutVars>
          <dgm:chMax val="1"/>
          <dgm:dir/>
          <dgm:resizeHandles val="exact"/>
        </dgm:presLayoutVars>
      </dgm:prSet>
      <dgm:spPr/>
    </dgm:pt>
    <dgm:pt modelId="{02356C5E-FB12-4CA6-9E75-4246245EE383}" type="pres">
      <dgm:prSet presAssocID="{78F2D679-D184-4011-A225-8F60421E3F72}" presName="diamond" presStyleLbl="bgShp" presStyleIdx="0" presStyleCnt="1"/>
      <dgm:spPr/>
    </dgm:pt>
    <dgm:pt modelId="{0995EAE1-7637-42F5-BC45-BAEE1EA793DD}" type="pres">
      <dgm:prSet presAssocID="{78F2D679-D184-4011-A225-8F60421E3F7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9361E4F-13A5-40C0-899B-EBF57B3357AB}" type="pres">
      <dgm:prSet presAssocID="{78F2D679-D184-4011-A225-8F60421E3F7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EB6138A-8B25-491B-8820-A2082750C295}" type="pres">
      <dgm:prSet presAssocID="{78F2D679-D184-4011-A225-8F60421E3F7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A506F42-A439-4CBF-81E0-E317E255AD71}" type="pres">
      <dgm:prSet presAssocID="{78F2D679-D184-4011-A225-8F60421E3F7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5EC6405-6BC6-4E01-9287-87209078A735}" type="presOf" srcId="{90B267BB-8013-45F3-895E-0A1E30ECF845}" destId="{CEB6138A-8B25-491B-8820-A2082750C295}" srcOrd="0" destOrd="0" presId="urn:microsoft.com/office/officeart/2005/8/layout/matrix3"/>
    <dgm:cxn modelId="{3D549315-88B7-4233-AAD1-3E13C4B2FF90}" type="presOf" srcId="{CF65B804-F5E0-446F-B7CF-8B94567A60CA}" destId="{7A506F42-A439-4CBF-81E0-E317E255AD71}" srcOrd="0" destOrd="0" presId="urn:microsoft.com/office/officeart/2005/8/layout/matrix3"/>
    <dgm:cxn modelId="{1BE26F50-E50F-49F8-AA38-8D4FE90D9D7E}" type="presOf" srcId="{4CD6C282-8DFD-4573-9C32-6E0F5E13665F}" destId="{A9361E4F-13A5-40C0-899B-EBF57B3357AB}" srcOrd="0" destOrd="0" presId="urn:microsoft.com/office/officeart/2005/8/layout/matrix3"/>
    <dgm:cxn modelId="{DA63BA75-636A-44E9-8EEE-1E71019D0832}" srcId="{78F2D679-D184-4011-A225-8F60421E3F72}" destId="{90B267BB-8013-45F3-895E-0A1E30ECF845}" srcOrd="2" destOrd="0" parTransId="{5EDD5B8E-4214-46C2-BE3E-FB5159BD721D}" sibTransId="{781B6A47-48EE-4518-BBAF-82A37322A4D7}"/>
    <dgm:cxn modelId="{10775F90-E478-49D1-892F-4697AA0E4B1D}" type="presOf" srcId="{78F2D679-D184-4011-A225-8F60421E3F72}" destId="{54F1C1BE-5064-41A1-BD0D-71EC7B148C2C}" srcOrd="0" destOrd="0" presId="urn:microsoft.com/office/officeart/2005/8/layout/matrix3"/>
    <dgm:cxn modelId="{01AABCC1-E36E-4F4F-B340-1E2F9C4BA7A1}" type="presOf" srcId="{15BD1788-DBA2-4A0E-9810-A94C2168260D}" destId="{0995EAE1-7637-42F5-BC45-BAEE1EA793DD}" srcOrd="0" destOrd="0" presId="urn:microsoft.com/office/officeart/2005/8/layout/matrix3"/>
    <dgm:cxn modelId="{D0EC5ADD-98A6-400B-80FE-C78745E15228}" srcId="{78F2D679-D184-4011-A225-8F60421E3F72}" destId="{15BD1788-DBA2-4A0E-9810-A94C2168260D}" srcOrd="0" destOrd="0" parTransId="{66B0AC57-0B87-4F16-B6F7-050C6327093C}" sibTransId="{F73A05C7-A6F8-4BD4-8950-779ABA38BE36}"/>
    <dgm:cxn modelId="{878979E7-CCAC-42C7-8FC4-6F34BDFFBDD6}" srcId="{78F2D679-D184-4011-A225-8F60421E3F72}" destId="{CF65B804-F5E0-446F-B7CF-8B94567A60CA}" srcOrd="3" destOrd="0" parTransId="{9334C53C-12ED-4051-822B-1710D83764D7}" sibTransId="{7F854C21-C3CD-463E-8F3F-58D29CBE2C16}"/>
    <dgm:cxn modelId="{F7589AEA-DDAD-4A68-B6F3-C3AA38A1429C}" srcId="{78F2D679-D184-4011-A225-8F60421E3F72}" destId="{4CD6C282-8DFD-4573-9C32-6E0F5E13665F}" srcOrd="1" destOrd="0" parTransId="{E77D49C9-5A26-4C43-B8C8-2847979C2B4F}" sibTransId="{98391CED-B790-4483-99ED-6AAAD67923D9}"/>
    <dgm:cxn modelId="{66593524-8B6F-458D-A591-76E5C098B55B}" type="presParOf" srcId="{54F1C1BE-5064-41A1-BD0D-71EC7B148C2C}" destId="{02356C5E-FB12-4CA6-9E75-4246245EE383}" srcOrd="0" destOrd="0" presId="urn:microsoft.com/office/officeart/2005/8/layout/matrix3"/>
    <dgm:cxn modelId="{A2843DB1-9991-4E67-ACB8-DE2F73846751}" type="presParOf" srcId="{54F1C1BE-5064-41A1-BD0D-71EC7B148C2C}" destId="{0995EAE1-7637-42F5-BC45-BAEE1EA793DD}" srcOrd="1" destOrd="0" presId="urn:microsoft.com/office/officeart/2005/8/layout/matrix3"/>
    <dgm:cxn modelId="{8541157B-0F25-4E53-B8E8-6EC66162B3B7}" type="presParOf" srcId="{54F1C1BE-5064-41A1-BD0D-71EC7B148C2C}" destId="{A9361E4F-13A5-40C0-899B-EBF57B3357AB}" srcOrd="2" destOrd="0" presId="urn:microsoft.com/office/officeart/2005/8/layout/matrix3"/>
    <dgm:cxn modelId="{A90B5051-55A7-417A-9EE7-DE80C698C776}" type="presParOf" srcId="{54F1C1BE-5064-41A1-BD0D-71EC7B148C2C}" destId="{CEB6138A-8B25-491B-8820-A2082750C295}" srcOrd="3" destOrd="0" presId="urn:microsoft.com/office/officeart/2005/8/layout/matrix3"/>
    <dgm:cxn modelId="{EE67808A-D829-4775-A1F9-25E984F7C244}" type="presParOf" srcId="{54F1C1BE-5064-41A1-BD0D-71EC7B148C2C}" destId="{7A506F42-A439-4CBF-81E0-E317E255AD7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8EE7706-5D1A-4C0A-B98D-607A0ADA133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ED5887E-DCCB-4DBF-87CF-4483BD96EAF8}">
      <dgm:prSet/>
      <dgm:spPr/>
      <dgm:t>
        <a:bodyPr/>
        <a:lstStyle/>
        <a:p>
          <a:r>
            <a:rPr lang="ru-RU" b="0" i="0"/>
            <a:t>конкуренцією між державними та приватними навчальними закладами.</a:t>
          </a:r>
          <a:endParaRPr lang="uk-UA"/>
        </a:p>
      </dgm:t>
    </dgm:pt>
    <dgm:pt modelId="{DDC728C3-874F-4A49-9E9F-4BCA5DBA29C1}" type="parTrans" cxnId="{DE7BE6BA-D6BC-47DD-BAAD-621BD9DC8D55}">
      <dgm:prSet/>
      <dgm:spPr/>
      <dgm:t>
        <a:bodyPr/>
        <a:lstStyle/>
        <a:p>
          <a:endParaRPr lang="uk-UA"/>
        </a:p>
      </dgm:t>
    </dgm:pt>
    <dgm:pt modelId="{AEE4ECC3-5F38-43D2-A324-D3942B73E0A0}" type="sibTrans" cxnId="{DE7BE6BA-D6BC-47DD-BAAD-621BD9DC8D55}">
      <dgm:prSet/>
      <dgm:spPr/>
      <dgm:t>
        <a:bodyPr/>
        <a:lstStyle/>
        <a:p>
          <a:endParaRPr lang="uk-UA"/>
        </a:p>
      </dgm:t>
    </dgm:pt>
    <dgm:pt modelId="{AB2C23A7-D65A-447B-AB66-032F1634527E}">
      <dgm:prSet/>
      <dgm:spPr/>
      <dgm:t>
        <a:bodyPr/>
        <a:lstStyle/>
        <a:p>
          <a:r>
            <a:rPr lang="ru-RU" b="0" i="0"/>
            <a:t>розвитком господарства та зростаючим попитом на кваліфіковані кадри.</a:t>
          </a:r>
          <a:endParaRPr lang="uk-UA"/>
        </a:p>
      </dgm:t>
    </dgm:pt>
    <dgm:pt modelId="{3EE1BF64-FBF4-4D45-B92D-E4135251C981}" type="parTrans" cxnId="{C2FE3E4A-3077-4A72-A34B-4FA22ED0A291}">
      <dgm:prSet/>
      <dgm:spPr/>
      <dgm:t>
        <a:bodyPr/>
        <a:lstStyle/>
        <a:p>
          <a:endParaRPr lang="uk-UA"/>
        </a:p>
      </dgm:t>
    </dgm:pt>
    <dgm:pt modelId="{CDBEFC5D-E2B1-40F6-9D59-4CB4AF0C1A7D}" type="sibTrans" cxnId="{C2FE3E4A-3077-4A72-A34B-4FA22ED0A291}">
      <dgm:prSet/>
      <dgm:spPr/>
      <dgm:t>
        <a:bodyPr/>
        <a:lstStyle/>
        <a:p>
          <a:endParaRPr lang="uk-UA"/>
        </a:p>
      </dgm:t>
    </dgm:pt>
    <dgm:pt modelId="{0CC63408-E9BC-4251-A0B8-FE941D552717}">
      <dgm:prSet/>
      <dgm:spPr/>
      <dgm:t>
        <a:bodyPr/>
        <a:lstStyle/>
        <a:p>
          <a:r>
            <a:rPr lang="ru-RU" b="0" i="0"/>
            <a:t>вкладанням коштів у розвиток освіти українськими підприємцями-меценатами.</a:t>
          </a:r>
          <a:endParaRPr lang="uk-UA"/>
        </a:p>
      </dgm:t>
    </dgm:pt>
    <dgm:pt modelId="{0739A79D-D9C5-424E-8B7E-37C4AE8C0BD1}" type="parTrans" cxnId="{44E769F4-02A5-496A-A9DB-B1295F6227A5}">
      <dgm:prSet/>
      <dgm:spPr/>
      <dgm:t>
        <a:bodyPr/>
        <a:lstStyle/>
        <a:p>
          <a:endParaRPr lang="uk-UA"/>
        </a:p>
      </dgm:t>
    </dgm:pt>
    <dgm:pt modelId="{50B5D199-A405-41ED-B868-80E11DA318C8}" type="sibTrans" cxnId="{44E769F4-02A5-496A-A9DB-B1295F6227A5}">
      <dgm:prSet/>
      <dgm:spPr/>
      <dgm:t>
        <a:bodyPr/>
        <a:lstStyle/>
        <a:p>
          <a:endParaRPr lang="uk-UA"/>
        </a:p>
      </dgm:t>
    </dgm:pt>
    <dgm:pt modelId="{22495E67-7B2F-49B7-AF41-DAB6C0AAD294}">
      <dgm:prSet/>
      <dgm:spPr/>
      <dgm:t>
        <a:bodyPr/>
        <a:lstStyle/>
        <a:p>
          <a:r>
            <a:rPr lang="ru-RU" b="0" i="0"/>
            <a:t>намаганням влади зробити середню освіту доступною для всіх верств суспільства.</a:t>
          </a:r>
          <a:endParaRPr lang="uk-UA"/>
        </a:p>
      </dgm:t>
    </dgm:pt>
    <dgm:pt modelId="{7918F31D-E0AA-42E6-93B2-091EBB7A365E}" type="parTrans" cxnId="{6A197079-DB42-4EF8-98AC-E9DBE2F7D786}">
      <dgm:prSet/>
      <dgm:spPr/>
      <dgm:t>
        <a:bodyPr/>
        <a:lstStyle/>
        <a:p>
          <a:endParaRPr lang="uk-UA"/>
        </a:p>
      </dgm:t>
    </dgm:pt>
    <dgm:pt modelId="{3BDE6695-530D-4496-9799-4B7AACD8FABF}" type="sibTrans" cxnId="{6A197079-DB42-4EF8-98AC-E9DBE2F7D786}">
      <dgm:prSet/>
      <dgm:spPr/>
      <dgm:t>
        <a:bodyPr/>
        <a:lstStyle/>
        <a:p>
          <a:endParaRPr lang="uk-UA"/>
        </a:p>
      </dgm:t>
    </dgm:pt>
    <dgm:pt modelId="{33763FB1-8E5E-4824-BC14-174B6F0EB8CF}" type="pres">
      <dgm:prSet presAssocID="{E8EE7706-5D1A-4C0A-B98D-607A0ADA1336}" presName="linear" presStyleCnt="0">
        <dgm:presLayoutVars>
          <dgm:animLvl val="lvl"/>
          <dgm:resizeHandles val="exact"/>
        </dgm:presLayoutVars>
      </dgm:prSet>
      <dgm:spPr/>
    </dgm:pt>
    <dgm:pt modelId="{3A81382B-F99D-4D06-9DB3-4BEA80D2316D}" type="pres">
      <dgm:prSet presAssocID="{AED5887E-DCCB-4DBF-87CF-4483BD96EAF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267464E-A87A-4E31-BC42-E81EF456EE0F}" type="pres">
      <dgm:prSet presAssocID="{AEE4ECC3-5F38-43D2-A324-D3942B73E0A0}" presName="spacer" presStyleCnt="0"/>
      <dgm:spPr/>
    </dgm:pt>
    <dgm:pt modelId="{6B071000-224A-4017-9C37-B24DCF648575}" type="pres">
      <dgm:prSet presAssocID="{AB2C23A7-D65A-447B-AB66-032F1634527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83A409F-1526-459B-8CB4-AEB3678733EC}" type="pres">
      <dgm:prSet presAssocID="{CDBEFC5D-E2B1-40F6-9D59-4CB4AF0C1A7D}" presName="spacer" presStyleCnt="0"/>
      <dgm:spPr/>
    </dgm:pt>
    <dgm:pt modelId="{A1693140-0778-4923-A2D4-658C56D8CC1A}" type="pres">
      <dgm:prSet presAssocID="{0CC63408-E9BC-4251-A0B8-FE941D55271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3991EB6-88E9-4BD9-A700-8F740023D77C}" type="pres">
      <dgm:prSet presAssocID="{50B5D199-A405-41ED-B868-80E11DA318C8}" presName="spacer" presStyleCnt="0"/>
      <dgm:spPr/>
    </dgm:pt>
    <dgm:pt modelId="{D419C6A8-1D7E-4B3D-867B-3B0641E2A50D}" type="pres">
      <dgm:prSet presAssocID="{22495E67-7B2F-49B7-AF41-DAB6C0AAD29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30E4A36-E58A-453E-89E1-50DC8AD9AA23}" type="presOf" srcId="{0CC63408-E9BC-4251-A0B8-FE941D552717}" destId="{A1693140-0778-4923-A2D4-658C56D8CC1A}" srcOrd="0" destOrd="0" presId="urn:microsoft.com/office/officeart/2005/8/layout/vList2"/>
    <dgm:cxn modelId="{03FD2B42-BFEA-4BFF-9CAC-BF878ED739FE}" type="presOf" srcId="{AB2C23A7-D65A-447B-AB66-032F1634527E}" destId="{6B071000-224A-4017-9C37-B24DCF648575}" srcOrd="0" destOrd="0" presId="urn:microsoft.com/office/officeart/2005/8/layout/vList2"/>
    <dgm:cxn modelId="{4D057349-0386-489D-A997-F772AB4BB647}" type="presOf" srcId="{E8EE7706-5D1A-4C0A-B98D-607A0ADA1336}" destId="{33763FB1-8E5E-4824-BC14-174B6F0EB8CF}" srcOrd="0" destOrd="0" presId="urn:microsoft.com/office/officeart/2005/8/layout/vList2"/>
    <dgm:cxn modelId="{C2FE3E4A-3077-4A72-A34B-4FA22ED0A291}" srcId="{E8EE7706-5D1A-4C0A-B98D-607A0ADA1336}" destId="{AB2C23A7-D65A-447B-AB66-032F1634527E}" srcOrd="1" destOrd="0" parTransId="{3EE1BF64-FBF4-4D45-B92D-E4135251C981}" sibTransId="{CDBEFC5D-E2B1-40F6-9D59-4CB4AF0C1A7D}"/>
    <dgm:cxn modelId="{6A197079-DB42-4EF8-98AC-E9DBE2F7D786}" srcId="{E8EE7706-5D1A-4C0A-B98D-607A0ADA1336}" destId="{22495E67-7B2F-49B7-AF41-DAB6C0AAD294}" srcOrd="3" destOrd="0" parTransId="{7918F31D-E0AA-42E6-93B2-091EBB7A365E}" sibTransId="{3BDE6695-530D-4496-9799-4B7AACD8FABF}"/>
    <dgm:cxn modelId="{1BB12F5A-CF4B-41AC-A441-F2C02700B152}" type="presOf" srcId="{AED5887E-DCCB-4DBF-87CF-4483BD96EAF8}" destId="{3A81382B-F99D-4D06-9DB3-4BEA80D2316D}" srcOrd="0" destOrd="0" presId="urn:microsoft.com/office/officeart/2005/8/layout/vList2"/>
    <dgm:cxn modelId="{DE7BE6BA-D6BC-47DD-BAAD-621BD9DC8D55}" srcId="{E8EE7706-5D1A-4C0A-B98D-607A0ADA1336}" destId="{AED5887E-DCCB-4DBF-87CF-4483BD96EAF8}" srcOrd="0" destOrd="0" parTransId="{DDC728C3-874F-4A49-9E9F-4BCA5DBA29C1}" sibTransId="{AEE4ECC3-5F38-43D2-A324-D3942B73E0A0}"/>
    <dgm:cxn modelId="{2B7933CB-C131-427D-8F91-6E6F82D75057}" type="presOf" srcId="{22495E67-7B2F-49B7-AF41-DAB6C0AAD294}" destId="{D419C6A8-1D7E-4B3D-867B-3B0641E2A50D}" srcOrd="0" destOrd="0" presId="urn:microsoft.com/office/officeart/2005/8/layout/vList2"/>
    <dgm:cxn modelId="{44E769F4-02A5-496A-A9DB-B1295F6227A5}" srcId="{E8EE7706-5D1A-4C0A-B98D-607A0ADA1336}" destId="{0CC63408-E9BC-4251-A0B8-FE941D552717}" srcOrd="2" destOrd="0" parTransId="{0739A79D-D9C5-424E-8B7E-37C4AE8C0BD1}" sibTransId="{50B5D199-A405-41ED-B868-80E11DA318C8}"/>
    <dgm:cxn modelId="{B912A0DE-4134-42B6-AE11-A78BCBE87308}" type="presParOf" srcId="{33763FB1-8E5E-4824-BC14-174B6F0EB8CF}" destId="{3A81382B-F99D-4D06-9DB3-4BEA80D2316D}" srcOrd="0" destOrd="0" presId="urn:microsoft.com/office/officeart/2005/8/layout/vList2"/>
    <dgm:cxn modelId="{F3222EEC-C2AD-4F03-A744-69DA562B8C15}" type="presParOf" srcId="{33763FB1-8E5E-4824-BC14-174B6F0EB8CF}" destId="{9267464E-A87A-4E31-BC42-E81EF456EE0F}" srcOrd="1" destOrd="0" presId="urn:microsoft.com/office/officeart/2005/8/layout/vList2"/>
    <dgm:cxn modelId="{695769D9-B6CE-4374-B725-0BD4F6B986AE}" type="presParOf" srcId="{33763FB1-8E5E-4824-BC14-174B6F0EB8CF}" destId="{6B071000-224A-4017-9C37-B24DCF648575}" srcOrd="2" destOrd="0" presId="urn:microsoft.com/office/officeart/2005/8/layout/vList2"/>
    <dgm:cxn modelId="{046090FA-D73F-401F-B0F8-337D1484FC81}" type="presParOf" srcId="{33763FB1-8E5E-4824-BC14-174B6F0EB8CF}" destId="{083A409F-1526-459B-8CB4-AEB3678733EC}" srcOrd="3" destOrd="0" presId="urn:microsoft.com/office/officeart/2005/8/layout/vList2"/>
    <dgm:cxn modelId="{38851FE6-4311-4F14-97CA-3FBF871AAE78}" type="presParOf" srcId="{33763FB1-8E5E-4824-BC14-174B6F0EB8CF}" destId="{A1693140-0778-4923-A2D4-658C56D8CC1A}" srcOrd="4" destOrd="0" presId="urn:microsoft.com/office/officeart/2005/8/layout/vList2"/>
    <dgm:cxn modelId="{4B3F0C34-1D29-48BB-B61F-07D75F5E7D27}" type="presParOf" srcId="{33763FB1-8E5E-4824-BC14-174B6F0EB8CF}" destId="{43991EB6-88E9-4BD9-A700-8F740023D77C}" srcOrd="5" destOrd="0" presId="urn:microsoft.com/office/officeart/2005/8/layout/vList2"/>
    <dgm:cxn modelId="{C85310E9-5395-42AE-AE35-E27E44408AA1}" type="presParOf" srcId="{33763FB1-8E5E-4824-BC14-174B6F0EB8CF}" destId="{D419C6A8-1D7E-4B3D-867B-3B0641E2A50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244F5A9-260C-419D-9BAF-E65F46021CF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8562306-AF6B-4491-807C-1773B20B62BF}">
      <dgm:prSet/>
      <dgm:spPr/>
      <dgm:t>
        <a:bodyPr/>
        <a:lstStyle/>
        <a:p>
          <a:r>
            <a:rPr lang="ru-RU" b="0" i="0"/>
            <a:t>Новоросійський університет</a:t>
          </a:r>
          <a:endParaRPr lang="uk-UA"/>
        </a:p>
      </dgm:t>
    </dgm:pt>
    <dgm:pt modelId="{76F246AA-84C0-4C97-ACF3-0BC62921FE7F}" type="parTrans" cxnId="{48DDC9B7-1282-4432-8830-0E2FD9378C7C}">
      <dgm:prSet/>
      <dgm:spPr/>
      <dgm:t>
        <a:bodyPr/>
        <a:lstStyle/>
        <a:p>
          <a:endParaRPr lang="uk-UA"/>
        </a:p>
      </dgm:t>
    </dgm:pt>
    <dgm:pt modelId="{1E4CC0F7-5B84-40D6-9802-6C894CEEFBF6}" type="sibTrans" cxnId="{48DDC9B7-1282-4432-8830-0E2FD9378C7C}">
      <dgm:prSet/>
      <dgm:spPr/>
      <dgm:t>
        <a:bodyPr/>
        <a:lstStyle/>
        <a:p>
          <a:endParaRPr lang="uk-UA"/>
        </a:p>
      </dgm:t>
    </dgm:pt>
    <dgm:pt modelId="{DC9DEC45-36D3-4D08-B05C-02144076C182}">
      <dgm:prSet/>
      <dgm:spPr/>
      <dgm:t>
        <a:bodyPr/>
        <a:lstStyle/>
        <a:p>
          <a:r>
            <a:rPr lang="ru-RU" b="0" i="0"/>
            <a:t>Чернівецький університет</a:t>
          </a:r>
          <a:endParaRPr lang="uk-UA"/>
        </a:p>
      </dgm:t>
    </dgm:pt>
    <dgm:pt modelId="{DFF7FF67-EEBD-4A5D-A8AB-303E6C64CAEA}" type="parTrans" cxnId="{91A99C9C-1C8D-4A8A-B126-6225B7145730}">
      <dgm:prSet/>
      <dgm:spPr/>
      <dgm:t>
        <a:bodyPr/>
        <a:lstStyle/>
        <a:p>
          <a:endParaRPr lang="uk-UA"/>
        </a:p>
      </dgm:t>
    </dgm:pt>
    <dgm:pt modelId="{52E72663-29B4-439C-8B4E-3B6CB7ECCBF6}" type="sibTrans" cxnId="{91A99C9C-1C8D-4A8A-B126-6225B7145730}">
      <dgm:prSet/>
      <dgm:spPr/>
      <dgm:t>
        <a:bodyPr/>
        <a:lstStyle/>
        <a:p>
          <a:endParaRPr lang="uk-UA"/>
        </a:p>
      </dgm:t>
    </dgm:pt>
    <dgm:pt modelId="{7E0B099F-8B67-406E-A4EB-3098B9056270}">
      <dgm:prSet/>
      <dgm:spPr/>
      <dgm:t>
        <a:bodyPr/>
        <a:lstStyle/>
        <a:p>
          <a:r>
            <a:rPr lang="ru-RU" b="0" i="0"/>
            <a:t>Київський університет</a:t>
          </a:r>
          <a:endParaRPr lang="uk-UA"/>
        </a:p>
      </dgm:t>
    </dgm:pt>
    <dgm:pt modelId="{DA0D0B85-B796-406F-BD62-92304314BB2E}" type="parTrans" cxnId="{961D69BE-9C8B-4626-9B07-A6215E92FC31}">
      <dgm:prSet/>
      <dgm:spPr/>
      <dgm:t>
        <a:bodyPr/>
        <a:lstStyle/>
        <a:p>
          <a:endParaRPr lang="uk-UA"/>
        </a:p>
      </dgm:t>
    </dgm:pt>
    <dgm:pt modelId="{1059171A-C74E-499F-A481-45317553F58F}" type="sibTrans" cxnId="{961D69BE-9C8B-4626-9B07-A6215E92FC31}">
      <dgm:prSet/>
      <dgm:spPr/>
      <dgm:t>
        <a:bodyPr/>
        <a:lstStyle/>
        <a:p>
          <a:endParaRPr lang="uk-UA"/>
        </a:p>
      </dgm:t>
    </dgm:pt>
    <dgm:pt modelId="{016711AE-3DC4-4DE4-8405-710A6FE6912B}">
      <dgm:prSet/>
      <dgm:spPr/>
      <dgm:t>
        <a:bodyPr/>
        <a:lstStyle/>
        <a:p>
          <a:r>
            <a:rPr lang="ru-RU" b="0" i="0"/>
            <a:t>Харківський університет</a:t>
          </a:r>
          <a:endParaRPr lang="uk-UA"/>
        </a:p>
      </dgm:t>
    </dgm:pt>
    <dgm:pt modelId="{7EDA72C6-B8EC-464F-81C6-E24F3A488D9A}" type="parTrans" cxnId="{62CBEFCE-96CB-44D3-8370-079947BD48E3}">
      <dgm:prSet/>
      <dgm:spPr/>
      <dgm:t>
        <a:bodyPr/>
        <a:lstStyle/>
        <a:p>
          <a:endParaRPr lang="uk-UA"/>
        </a:p>
      </dgm:t>
    </dgm:pt>
    <dgm:pt modelId="{A81D2264-5D7F-4CE4-8DE1-D47461737A67}" type="sibTrans" cxnId="{62CBEFCE-96CB-44D3-8370-079947BD48E3}">
      <dgm:prSet/>
      <dgm:spPr/>
      <dgm:t>
        <a:bodyPr/>
        <a:lstStyle/>
        <a:p>
          <a:endParaRPr lang="uk-UA"/>
        </a:p>
      </dgm:t>
    </dgm:pt>
    <dgm:pt modelId="{737A5E67-E6AF-414D-967C-48C1B2B5E1D1}" type="pres">
      <dgm:prSet presAssocID="{5244F5A9-260C-419D-9BAF-E65F46021CF2}" presName="linearFlow" presStyleCnt="0">
        <dgm:presLayoutVars>
          <dgm:dir/>
          <dgm:resizeHandles val="exact"/>
        </dgm:presLayoutVars>
      </dgm:prSet>
      <dgm:spPr/>
    </dgm:pt>
    <dgm:pt modelId="{03C98E19-0203-4CC0-9EEB-FD2AB5737CFB}" type="pres">
      <dgm:prSet presAssocID="{18562306-AF6B-4491-807C-1773B20B62BF}" presName="composite" presStyleCnt="0"/>
      <dgm:spPr/>
    </dgm:pt>
    <dgm:pt modelId="{8795A77D-D30C-4E31-B2B1-0BBAED8AEF42}" type="pres">
      <dgm:prSet presAssocID="{18562306-AF6B-4491-807C-1773B20B62BF}" presName="imgShp" presStyleLbl="fgImgPlace1" presStyleIdx="0" presStyleCnt="4"/>
      <dgm:spPr/>
    </dgm:pt>
    <dgm:pt modelId="{C9DD1E66-EF1D-4FBD-ABBE-AFB7ADACFC07}" type="pres">
      <dgm:prSet presAssocID="{18562306-AF6B-4491-807C-1773B20B62BF}" presName="txShp" presStyleLbl="node1" presStyleIdx="0" presStyleCnt="4">
        <dgm:presLayoutVars>
          <dgm:bulletEnabled val="1"/>
        </dgm:presLayoutVars>
      </dgm:prSet>
      <dgm:spPr/>
    </dgm:pt>
    <dgm:pt modelId="{92DAE89B-0320-4026-A9BB-39789A831616}" type="pres">
      <dgm:prSet presAssocID="{1E4CC0F7-5B84-40D6-9802-6C894CEEFBF6}" presName="spacing" presStyleCnt="0"/>
      <dgm:spPr/>
    </dgm:pt>
    <dgm:pt modelId="{D0D8C94D-75DA-476A-8818-09DCE66074FE}" type="pres">
      <dgm:prSet presAssocID="{DC9DEC45-36D3-4D08-B05C-02144076C182}" presName="composite" presStyleCnt="0"/>
      <dgm:spPr/>
    </dgm:pt>
    <dgm:pt modelId="{4851E3A7-509C-4EE1-96C8-B1F6DC12B018}" type="pres">
      <dgm:prSet presAssocID="{DC9DEC45-36D3-4D08-B05C-02144076C182}" presName="imgShp" presStyleLbl="fgImgPlace1" presStyleIdx="1" presStyleCnt="4"/>
      <dgm:spPr/>
    </dgm:pt>
    <dgm:pt modelId="{1DF94A4F-B148-4FA2-A4A5-CF6DD6B19714}" type="pres">
      <dgm:prSet presAssocID="{DC9DEC45-36D3-4D08-B05C-02144076C182}" presName="txShp" presStyleLbl="node1" presStyleIdx="1" presStyleCnt="4">
        <dgm:presLayoutVars>
          <dgm:bulletEnabled val="1"/>
        </dgm:presLayoutVars>
      </dgm:prSet>
      <dgm:spPr/>
    </dgm:pt>
    <dgm:pt modelId="{7B4C5774-BC5B-45B4-AB50-39027FE200EF}" type="pres">
      <dgm:prSet presAssocID="{52E72663-29B4-439C-8B4E-3B6CB7ECCBF6}" presName="spacing" presStyleCnt="0"/>
      <dgm:spPr/>
    </dgm:pt>
    <dgm:pt modelId="{05069345-4906-4BF2-A6C1-6782356CC5AD}" type="pres">
      <dgm:prSet presAssocID="{7E0B099F-8B67-406E-A4EB-3098B9056270}" presName="composite" presStyleCnt="0"/>
      <dgm:spPr/>
    </dgm:pt>
    <dgm:pt modelId="{E3C03E07-D712-4E2F-A0D2-08D809F07EB0}" type="pres">
      <dgm:prSet presAssocID="{7E0B099F-8B67-406E-A4EB-3098B9056270}" presName="imgShp" presStyleLbl="fgImgPlace1" presStyleIdx="2" presStyleCnt="4"/>
      <dgm:spPr/>
    </dgm:pt>
    <dgm:pt modelId="{EBB91B54-042E-4F48-AD95-A59D89D84C16}" type="pres">
      <dgm:prSet presAssocID="{7E0B099F-8B67-406E-A4EB-3098B9056270}" presName="txShp" presStyleLbl="node1" presStyleIdx="2" presStyleCnt="4">
        <dgm:presLayoutVars>
          <dgm:bulletEnabled val="1"/>
        </dgm:presLayoutVars>
      </dgm:prSet>
      <dgm:spPr/>
    </dgm:pt>
    <dgm:pt modelId="{D4767C40-F388-4F74-BCD3-88DA1E14BF16}" type="pres">
      <dgm:prSet presAssocID="{1059171A-C74E-499F-A481-45317553F58F}" presName="spacing" presStyleCnt="0"/>
      <dgm:spPr/>
    </dgm:pt>
    <dgm:pt modelId="{E57F6F17-02D3-47AF-8C1E-48D31CFC69FC}" type="pres">
      <dgm:prSet presAssocID="{016711AE-3DC4-4DE4-8405-710A6FE6912B}" presName="composite" presStyleCnt="0"/>
      <dgm:spPr/>
    </dgm:pt>
    <dgm:pt modelId="{6206A832-34B0-4BE5-B015-980FA183F58B}" type="pres">
      <dgm:prSet presAssocID="{016711AE-3DC4-4DE4-8405-710A6FE6912B}" presName="imgShp" presStyleLbl="fgImgPlace1" presStyleIdx="3" presStyleCnt="4"/>
      <dgm:spPr/>
    </dgm:pt>
    <dgm:pt modelId="{49E8E767-A2F1-4710-9EE6-154611E1B95F}" type="pres">
      <dgm:prSet presAssocID="{016711AE-3DC4-4DE4-8405-710A6FE6912B}" presName="txShp" presStyleLbl="node1" presStyleIdx="3" presStyleCnt="4">
        <dgm:presLayoutVars>
          <dgm:bulletEnabled val="1"/>
        </dgm:presLayoutVars>
      </dgm:prSet>
      <dgm:spPr/>
    </dgm:pt>
  </dgm:ptLst>
  <dgm:cxnLst>
    <dgm:cxn modelId="{D787236F-95F6-4826-B56C-7DDDC8E11A43}" type="presOf" srcId="{5244F5A9-260C-419D-9BAF-E65F46021CF2}" destId="{737A5E67-E6AF-414D-967C-48C1B2B5E1D1}" srcOrd="0" destOrd="0" presId="urn:microsoft.com/office/officeart/2005/8/layout/vList3"/>
    <dgm:cxn modelId="{D56E5094-95C6-4414-9A30-DB4835A57FFB}" type="presOf" srcId="{7E0B099F-8B67-406E-A4EB-3098B9056270}" destId="{EBB91B54-042E-4F48-AD95-A59D89D84C16}" srcOrd="0" destOrd="0" presId="urn:microsoft.com/office/officeart/2005/8/layout/vList3"/>
    <dgm:cxn modelId="{91A99C9C-1C8D-4A8A-B126-6225B7145730}" srcId="{5244F5A9-260C-419D-9BAF-E65F46021CF2}" destId="{DC9DEC45-36D3-4D08-B05C-02144076C182}" srcOrd="1" destOrd="0" parTransId="{DFF7FF67-EEBD-4A5D-A8AB-303E6C64CAEA}" sibTransId="{52E72663-29B4-439C-8B4E-3B6CB7ECCBF6}"/>
    <dgm:cxn modelId="{615715A8-3413-4F51-8CC9-C31EF583ED15}" type="presOf" srcId="{016711AE-3DC4-4DE4-8405-710A6FE6912B}" destId="{49E8E767-A2F1-4710-9EE6-154611E1B95F}" srcOrd="0" destOrd="0" presId="urn:microsoft.com/office/officeart/2005/8/layout/vList3"/>
    <dgm:cxn modelId="{5BBEE6B6-BE08-43DF-8EAE-5D255B692580}" type="presOf" srcId="{DC9DEC45-36D3-4D08-B05C-02144076C182}" destId="{1DF94A4F-B148-4FA2-A4A5-CF6DD6B19714}" srcOrd="0" destOrd="0" presId="urn:microsoft.com/office/officeart/2005/8/layout/vList3"/>
    <dgm:cxn modelId="{48DDC9B7-1282-4432-8830-0E2FD9378C7C}" srcId="{5244F5A9-260C-419D-9BAF-E65F46021CF2}" destId="{18562306-AF6B-4491-807C-1773B20B62BF}" srcOrd="0" destOrd="0" parTransId="{76F246AA-84C0-4C97-ACF3-0BC62921FE7F}" sibTransId="{1E4CC0F7-5B84-40D6-9802-6C894CEEFBF6}"/>
    <dgm:cxn modelId="{961D69BE-9C8B-4626-9B07-A6215E92FC31}" srcId="{5244F5A9-260C-419D-9BAF-E65F46021CF2}" destId="{7E0B099F-8B67-406E-A4EB-3098B9056270}" srcOrd="2" destOrd="0" parTransId="{DA0D0B85-B796-406F-BD62-92304314BB2E}" sibTransId="{1059171A-C74E-499F-A481-45317553F58F}"/>
    <dgm:cxn modelId="{B030B1C5-6AD0-48C8-B820-A0C405B4AB0D}" type="presOf" srcId="{18562306-AF6B-4491-807C-1773B20B62BF}" destId="{C9DD1E66-EF1D-4FBD-ABBE-AFB7ADACFC07}" srcOrd="0" destOrd="0" presId="urn:microsoft.com/office/officeart/2005/8/layout/vList3"/>
    <dgm:cxn modelId="{62CBEFCE-96CB-44D3-8370-079947BD48E3}" srcId="{5244F5A9-260C-419D-9BAF-E65F46021CF2}" destId="{016711AE-3DC4-4DE4-8405-710A6FE6912B}" srcOrd="3" destOrd="0" parTransId="{7EDA72C6-B8EC-464F-81C6-E24F3A488D9A}" sibTransId="{A81D2264-5D7F-4CE4-8DE1-D47461737A67}"/>
    <dgm:cxn modelId="{690B1FEF-B7BA-4020-8CF7-89AEDCBF23FD}" type="presParOf" srcId="{737A5E67-E6AF-414D-967C-48C1B2B5E1D1}" destId="{03C98E19-0203-4CC0-9EEB-FD2AB5737CFB}" srcOrd="0" destOrd="0" presId="urn:microsoft.com/office/officeart/2005/8/layout/vList3"/>
    <dgm:cxn modelId="{710A55DA-0C94-42FF-95D6-7FE0B14D114F}" type="presParOf" srcId="{03C98E19-0203-4CC0-9EEB-FD2AB5737CFB}" destId="{8795A77D-D30C-4E31-B2B1-0BBAED8AEF42}" srcOrd="0" destOrd="0" presId="urn:microsoft.com/office/officeart/2005/8/layout/vList3"/>
    <dgm:cxn modelId="{1A9890E1-1DD4-4F3E-AD5C-C78EFF0A345E}" type="presParOf" srcId="{03C98E19-0203-4CC0-9EEB-FD2AB5737CFB}" destId="{C9DD1E66-EF1D-4FBD-ABBE-AFB7ADACFC07}" srcOrd="1" destOrd="0" presId="urn:microsoft.com/office/officeart/2005/8/layout/vList3"/>
    <dgm:cxn modelId="{5F278462-DE04-4BB5-BB8C-0BD53DA6EB10}" type="presParOf" srcId="{737A5E67-E6AF-414D-967C-48C1B2B5E1D1}" destId="{92DAE89B-0320-4026-A9BB-39789A831616}" srcOrd="1" destOrd="0" presId="urn:microsoft.com/office/officeart/2005/8/layout/vList3"/>
    <dgm:cxn modelId="{49226B7D-744C-4105-BE58-D615DD79192E}" type="presParOf" srcId="{737A5E67-E6AF-414D-967C-48C1B2B5E1D1}" destId="{D0D8C94D-75DA-476A-8818-09DCE66074FE}" srcOrd="2" destOrd="0" presId="urn:microsoft.com/office/officeart/2005/8/layout/vList3"/>
    <dgm:cxn modelId="{643207F0-2E87-4536-96C0-87B640BA4249}" type="presParOf" srcId="{D0D8C94D-75DA-476A-8818-09DCE66074FE}" destId="{4851E3A7-509C-4EE1-96C8-B1F6DC12B018}" srcOrd="0" destOrd="0" presId="urn:microsoft.com/office/officeart/2005/8/layout/vList3"/>
    <dgm:cxn modelId="{B5CB208D-EA69-4CAC-992D-E772A0E5EBFB}" type="presParOf" srcId="{D0D8C94D-75DA-476A-8818-09DCE66074FE}" destId="{1DF94A4F-B148-4FA2-A4A5-CF6DD6B19714}" srcOrd="1" destOrd="0" presId="urn:microsoft.com/office/officeart/2005/8/layout/vList3"/>
    <dgm:cxn modelId="{E400F9B1-BFBC-4A2F-849F-2925C04302B7}" type="presParOf" srcId="{737A5E67-E6AF-414D-967C-48C1B2B5E1D1}" destId="{7B4C5774-BC5B-45B4-AB50-39027FE200EF}" srcOrd="3" destOrd="0" presId="urn:microsoft.com/office/officeart/2005/8/layout/vList3"/>
    <dgm:cxn modelId="{28C559A3-2282-4094-99CC-03F705802373}" type="presParOf" srcId="{737A5E67-E6AF-414D-967C-48C1B2B5E1D1}" destId="{05069345-4906-4BF2-A6C1-6782356CC5AD}" srcOrd="4" destOrd="0" presId="urn:microsoft.com/office/officeart/2005/8/layout/vList3"/>
    <dgm:cxn modelId="{E40193C3-2A4A-488E-BDEA-828A968199F3}" type="presParOf" srcId="{05069345-4906-4BF2-A6C1-6782356CC5AD}" destId="{E3C03E07-D712-4E2F-A0D2-08D809F07EB0}" srcOrd="0" destOrd="0" presId="urn:microsoft.com/office/officeart/2005/8/layout/vList3"/>
    <dgm:cxn modelId="{02AD22D8-D17B-4E24-BBF8-57B625A8D422}" type="presParOf" srcId="{05069345-4906-4BF2-A6C1-6782356CC5AD}" destId="{EBB91B54-042E-4F48-AD95-A59D89D84C16}" srcOrd="1" destOrd="0" presId="urn:microsoft.com/office/officeart/2005/8/layout/vList3"/>
    <dgm:cxn modelId="{CAE3CF91-691D-4813-A8BC-C84D3B98ABBA}" type="presParOf" srcId="{737A5E67-E6AF-414D-967C-48C1B2B5E1D1}" destId="{D4767C40-F388-4F74-BCD3-88DA1E14BF16}" srcOrd="5" destOrd="0" presId="urn:microsoft.com/office/officeart/2005/8/layout/vList3"/>
    <dgm:cxn modelId="{2B2CF033-D0A1-4AAD-B276-6E9C0401E40B}" type="presParOf" srcId="{737A5E67-E6AF-414D-967C-48C1B2B5E1D1}" destId="{E57F6F17-02D3-47AF-8C1E-48D31CFC69FC}" srcOrd="6" destOrd="0" presId="urn:microsoft.com/office/officeart/2005/8/layout/vList3"/>
    <dgm:cxn modelId="{D45496D4-A2B7-4C7E-B80B-0438D8210550}" type="presParOf" srcId="{E57F6F17-02D3-47AF-8C1E-48D31CFC69FC}" destId="{6206A832-34B0-4BE5-B015-980FA183F58B}" srcOrd="0" destOrd="0" presId="urn:microsoft.com/office/officeart/2005/8/layout/vList3"/>
    <dgm:cxn modelId="{895837E7-E87E-430D-930E-F1575F62D8E2}" type="presParOf" srcId="{E57F6F17-02D3-47AF-8C1E-48D31CFC69FC}" destId="{49E8E767-A2F1-4710-9EE6-154611E1B95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451A1D9A-9E0D-426D-9AE0-9ABA114C602E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2029520-9827-4410-BEE0-C326847480C4}">
      <dgm:prSet/>
      <dgm:spPr/>
      <dgm:t>
        <a:bodyPr/>
        <a:lstStyle/>
        <a:p>
          <a:r>
            <a:rPr lang="ru-RU" b="0" i="0"/>
            <a:t>Київського університету.</a:t>
          </a:r>
          <a:endParaRPr lang="uk-UA"/>
        </a:p>
      </dgm:t>
    </dgm:pt>
    <dgm:pt modelId="{2F8D1A20-1438-4EE9-ADF9-C8130BDC06A9}" type="parTrans" cxnId="{9A807B3C-F8AD-4499-A91D-88DEA8B06493}">
      <dgm:prSet/>
      <dgm:spPr/>
      <dgm:t>
        <a:bodyPr/>
        <a:lstStyle/>
        <a:p>
          <a:endParaRPr lang="uk-UA"/>
        </a:p>
      </dgm:t>
    </dgm:pt>
    <dgm:pt modelId="{67C81D49-B1B0-4CB2-8740-A8A3B9FF4996}" type="sibTrans" cxnId="{9A807B3C-F8AD-4499-A91D-88DEA8B06493}">
      <dgm:prSet/>
      <dgm:spPr/>
      <dgm:t>
        <a:bodyPr/>
        <a:lstStyle/>
        <a:p>
          <a:endParaRPr lang="uk-UA"/>
        </a:p>
      </dgm:t>
    </dgm:pt>
    <dgm:pt modelId="{E7BC1BB0-73DC-4D09-B807-43E30B385806}">
      <dgm:prSet/>
      <dgm:spPr/>
      <dgm:t>
        <a:bodyPr/>
        <a:lstStyle/>
        <a:p>
          <a:r>
            <a:rPr lang="ru-RU" b="0" i="0"/>
            <a:t>Харківського університету.</a:t>
          </a:r>
          <a:endParaRPr lang="uk-UA"/>
        </a:p>
      </dgm:t>
    </dgm:pt>
    <dgm:pt modelId="{7C3E7445-4FB4-4BC4-8568-454A43BAD287}" type="parTrans" cxnId="{9F3FE9EB-A7E7-4AC4-AE77-7ED303C07763}">
      <dgm:prSet/>
      <dgm:spPr/>
      <dgm:t>
        <a:bodyPr/>
        <a:lstStyle/>
        <a:p>
          <a:endParaRPr lang="uk-UA"/>
        </a:p>
      </dgm:t>
    </dgm:pt>
    <dgm:pt modelId="{074BCAB6-CAEC-474D-9451-E7CBC118E7E9}" type="sibTrans" cxnId="{9F3FE9EB-A7E7-4AC4-AE77-7ED303C07763}">
      <dgm:prSet/>
      <dgm:spPr/>
      <dgm:t>
        <a:bodyPr/>
        <a:lstStyle/>
        <a:p>
          <a:endParaRPr lang="uk-UA"/>
        </a:p>
      </dgm:t>
    </dgm:pt>
    <dgm:pt modelId="{FC1B7D88-1DF5-4AA0-963F-2B861E5698A5}">
      <dgm:prSet/>
      <dgm:spPr/>
      <dgm:t>
        <a:bodyPr/>
        <a:lstStyle/>
        <a:p>
          <a:r>
            <a:rPr lang="ru-RU" b="0" i="0"/>
            <a:t>Чернівецького університету.</a:t>
          </a:r>
          <a:endParaRPr lang="uk-UA"/>
        </a:p>
      </dgm:t>
    </dgm:pt>
    <dgm:pt modelId="{A1DAC276-8A0C-49CF-BB15-7C3DFCE63A33}" type="parTrans" cxnId="{93CFDFE4-EEE9-4114-B9A5-0DFCB9A07F95}">
      <dgm:prSet/>
      <dgm:spPr/>
      <dgm:t>
        <a:bodyPr/>
        <a:lstStyle/>
        <a:p>
          <a:endParaRPr lang="uk-UA"/>
        </a:p>
      </dgm:t>
    </dgm:pt>
    <dgm:pt modelId="{720A39E3-A393-4429-BD7F-0EECC5812EDC}" type="sibTrans" cxnId="{93CFDFE4-EEE9-4114-B9A5-0DFCB9A07F95}">
      <dgm:prSet/>
      <dgm:spPr/>
      <dgm:t>
        <a:bodyPr/>
        <a:lstStyle/>
        <a:p>
          <a:endParaRPr lang="uk-UA"/>
        </a:p>
      </dgm:t>
    </dgm:pt>
    <dgm:pt modelId="{BB472D58-E059-48B4-A884-F9F30B6358CF}">
      <dgm:prSet/>
      <dgm:spPr/>
      <dgm:t>
        <a:bodyPr/>
        <a:lstStyle/>
        <a:p>
          <a:r>
            <a:rPr lang="ru-RU" b="0" i="0"/>
            <a:t>Новоросійського університету.</a:t>
          </a:r>
          <a:endParaRPr lang="uk-UA"/>
        </a:p>
      </dgm:t>
    </dgm:pt>
    <dgm:pt modelId="{55DAD353-F7AE-4098-8CE3-37087C5EA65C}" type="parTrans" cxnId="{42F45E0A-2EBF-45B9-AA59-62C5294D915C}">
      <dgm:prSet/>
      <dgm:spPr/>
      <dgm:t>
        <a:bodyPr/>
        <a:lstStyle/>
        <a:p>
          <a:endParaRPr lang="uk-UA"/>
        </a:p>
      </dgm:t>
    </dgm:pt>
    <dgm:pt modelId="{00A023F1-6A75-4048-99B7-5DA88101B256}" type="sibTrans" cxnId="{42F45E0A-2EBF-45B9-AA59-62C5294D915C}">
      <dgm:prSet/>
      <dgm:spPr/>
      <dgm:t>
        <a:bodyPr/>
        <a:lstStyle/>
        <a:p>
          <a:endParaRPr lang="uk-UA"/>
        </a:p>
      </dgm:t>
    </dgm:pt>
    <dgm:pt modelId="{C4ED11E5-2B48-4B07-8DFB-C8BA0CAFA55E}" type="pres">
      <dgm:prSet presAssocID="{451A1D9A-9E0D-426D-9AE0-9ABA114C602E}" presName="linearFlow" presStyleCnt="0">
        <dgm:presLayoutVars>
          <dgm:dir/>
          <dgm:resizeHandles val="exact"/>
        </dgm:presLayoutVars>
      </dgm:prSet>
      <dgm:spPr/>
    </dgm:pt>
    <dgm:pt modelId="{187E9651-E5B8-4955-8CF4-EC5EF9683449}" type="pres">
      <dgm:prSet presAssocID="{82029520-9827-4410-BEE0-C326847480C4}" presName="composite" presStyleCnt="0"/>
      <dgm:spPr/>
    </dgm:pt>
    <dgm:pt modelId="{15089761-156F-4439-AA68-2CB8931EC019}" type="pres">
      <dgm:prSet presAssocID="{82029520-9827-4410-BEE0-C326847480C4}" presName="imgShp" presStyleLbl="fgImgPlace1" presStyleIdx="0" presStyleCnt="4"/>
      <dgm:spPr/>
    </dgm:pt>
    <dgm:pt modelId="{B2FC993A-DE33-49D9-BBC8-7578B8D4F9FF}" type="pres">
      <dgm:prSet presAssocID="{82029520-9827-4410-BEE0-C326847480C4}" presName="txShp" presStyleLbl="node1" presStyleIdx="0" presStyleCnt="4">
        <dgm:presLayoutVars>
          <dgm:bulletEnabled val="1"/>
        </dgm:presLayoutVars>
      </dgm:prSet>
      <dgm:spPr/>
    </dgm:pt>
    <dgm:pt modelId="{227274CA-ACC9-43D5-8E76-59B470C4CD63}" type="pres">
      <dgm:prSet presAssocID="{67C81D49-B1B0-4CB2-8740-A8A3B9FF4996}" presName="spacing" presStyleCnt="0"/>
      <dgm:spPr/>
    </dgm:pt>
    <dgm:pt modelId="{0C072206-70FB-4F7D-BA3C-784C4C881D7D}" type="pres">
      <dgm:prSet presAssocID="{E7BC1BB0-73DC-4D09-B807-43E30B385806}" presName="composite" presStyleCnt="0"/>
      <dgm:spPr/>
    </dgm:pt>
    <dgm:pt modelId="{17C49160-3664-4696-996B-D109066C955E}" type="pres">
      <dgm:prSet presAssocID="{E7BC1BB0-73DC-4D09-B807-43E30B385806}" presName="imgShp" presStyleLbl="fgImgPlace1" presStyleIdx="1" presStyleCnt="4"/>
      <dgm:spPr/>
    </dgm:pt>
    <dgm:pt modelId="{81F2C440-C90A-49A4-916B-861DC9E3F56B}" type="pres">
      <dgm:prSet presAssocID="{E7BC1BB0-73DC-4D09-B807-43E30B385806}" presName="txShp" presStyleLbl="node1" presStyleIdx="1" presStyleCnt="4">
        <dgm:presLayoutVars>
          <dgm:bulletEnabled val="1"/>
        </dgm:presLayoutVars>
      </dgm:prSet>
      <dgm:spPr/>
    </dgm:pt>
    <dgm:pt modelId="{418F227B-9038-4095-B2FE-61A5FD8D0951}" type="pres">
      <dgm:prSet presAssocID="{074BCAB6-CAEC-474D-9451-E7CBC118E7E9}" presName="spacing" presStyleCnt="0"/>
      <dgm:spPr/>
    </dgm:pt>
    <dgm:pt modelId="{61E1B42E-BDC8-4B13-897B-53BF48120521}" type="pres">
      <dgm:prSet presAssocID="{FC1B7D88-1DF5-4AA0-963F-2B861E5698A5}" presName="composite" presStyleCnt="0"/>
      <dgm:spPr/>
    </dgm:pt>
    <dgm:pt modelId="{E13576BE-3D66-4360-A302-99DD4CDB53C5}" type="pres">
      <dgm:prSet presAssocID="{FC1B7D88-1DF5-4AA0-963F-2B861E5698A5}" presName="imgShp" presStyleLbl="fgImgPlace1" presStyleIdx="2" presStyleCnt="4"/>
      <dgm:spPr/>
    </dgm:pt>
    <dgm:pt modelId="{A81FC29F-2033-40BF-9E51-36E37EB742B7}" type="pres">
      <dgm:prSet presAssocID="{FC1B7D88-1DF5-4AA0-963F-2B861E5698A5}" presName="txShp" presStyleLbl="node1" presStyleIdx="2" presStyleCnt="4">
        <dgm:presLayoutVars>
          <dgm:bulletEnabled val="1"/>
        </dgm:presLayoutVars>
      </dgm:prSet>
      <dgm:spPr/>
    </dgm:pt>
    <dgm:pt modelId="{B03CBA00-06DD-41D1-AC56-76B164C68E20}" type="pres">
      <dgm:prSet presAssocID="{720A39E3-A393-4429-BD7F-0EECC5812EDC}" presName="spacing" presStyleCnt="0"/>
      <dgm:spPr/>
    </dgm:pt>
    <dgm:pt modelId="{B3D6F61B-D994-44B6-A461-903A4C625F87}" type="pres">
      <dgm:prSet presAssocID="{BB472D58-E059-48B4-A884-F9F30B6358CF}" presName="composite" presStyleCnt="0"/>
      <dgm:spPr/>
    </dgm:pt>
    <dgm:pt modelId="{09BA3CF4-8D4A-405E-8A5F-180CE3803DE7}" type="pres">
      <dgm:prSet presAssocID="{BB472D58-E059-48B4-A884-F9F30B6358CF}" presName="imgShp" presStyleLbl="fgImgPlace1" presStyleIdx="3" presStyleCnt="4"/>
      <dgm:spPr/>
    </dgm:pt>
    <dgm:pt modelId="{FB2DDF67-AB63-46BF-948F-BEA32A079C0E}" type="pres">
      <dgm:prSet presAssocID="{BB472D58-E059-48B4-A884-F9F30B6358CF}" presName="txShp" presStyleLbl="node1" presStyleIdx="3" presStyleCnt="4">
        <dgm:presLayoutVars>
          <dgm:bulletEnabled val="1"/>
        </dgm:presLayoutVars>
      </dgm:prSet>
      <dgm:spPr/>
    </dgm:pt>
  </dgm:ptLst>
  <dgm:cxnLst>
    <dgm:cxn modelId="{42F45E0A-2EBF-45B9-AA59-62C5294D915C}" srcId="{451A1D9A-9E0D-426D-9AE0-9ABA114C602E}" destId="{BB472D58-E059-48B4-A884-F9F30B6358CF}" srcOrd="3" destOrd="0" parTransId="{55DAD353-F7AE-4098-8CE3-37087C5EA65C}" sibTransId="{00A023F1-6A75-4048-99B7-5DA88101B256}"/>
    <dgm:cxn modelId="{222E7831-07A7-4E75-9D22-CFE0B5686CAF}" type="presOf" srcId="{82029520-9827-4410-BEE0-C326847480C4}" destId="{B2FC993A-DE33-49D9-BBC8-7578B8D4F9FF}" srcOrd="0" destOrd="0" presId="urn:microsoft.com/office/officeart/2005/8/layout/vList3"/>
    <dgm:cxn modelId="{9A807B3C-F8AD-4499-A91D-88DEA8B06493}" srcId="{451A1D9A-9E0D-426D-9AE0-9ABA114C602E}" destId="{82029520-9827-4410-BEE0-C326847480C4}" srcOrd="0" destOrd="0" parTransId="{2F8D1A20-1438-4EE9-ADF9-C8130BDC06A9}" sibTransId="{67C81D49-B1B0-4CB2-8740-A8A3B9FF4996}"/>
    <dgm:cxn modelId="{71E2008B-A242-4FB4-A164-176FB7BB5062}" type="presOf" srcId="{451A1D9A-9E0D-426D-9AE0-9ABA114C602E}" destId="{C4ED11E5-2B48-4B07-8DFB-C8BA0CAFA55E}" srcOrd="0" destOrd="0" presId="urn:microsoft.com/office/officeart/2005/8/layout/vList3"/>
    <dgm:cxn modelId="{8E966191-7143-4D55-9C75-6F7B76261BEE}" type="presOf" srcId="{FC1B7D88-1DF5-4AA0-963F-2B861E5698A5}" destId="{A81FC29F-2033-40BF-9E51-36E37EB742B7}" srcOrd="0" destOrd="0" presId="urn:microsoft.com/office/officeart/2005/8/layout/vList3"/>
    <dgm:cxn modelId="{C127BDCE-AF71-4098-AC1E-9F5CAC801359}" type="presOf" srcId="{E7BC1BB0-73DC-4D09-B807-43E30B385806}" destId="{81F2C440-C90A-49A4-916B-861DC9E3F56B}" srcOrd="0" destOrd="0" presId="urn:microsoft.com/office/officeart/2005/8/layout/vList3"/>
    <dgm:cxn modelId="{93CFDFE4-EEE9-4114-B9A5-0DFCB9A07F95}" srcId="{451A1D9A-9E0D-426D-9AE0-9ABA114C602E}" destId="{FC1B7D88-1DF5-4AA0-963F-2B861E5698A5}" srcOrd="2" destOrd="0" parTransId="{A1DAC276-8A0C-49CF-BB15-7C3DFCE63A33}" sibTransId="{720A39E3-A393-4429-BD7F-0EECC5812EDC}"/>
    <dgm:cxn modelId="{9F3FE9EB-A7E7-4AC4-AE77-7ED303C07763}" srcId="{451A1D9A-9E0D-426D-9AE0-9ABA114C602E}" destId="{E7BC1BB0-73DC-4D09-B807-43E30B385806}" srcOrd="1" destOrd="0" parTransId="{7C3E7445-4FB4-4BC4-8568-454A43BAD287}" sibTransId="{074BCAB6-CAEC-474D-9451-E7CBC118E7E9}"/>
    <dgm:cxn modelId="{B1D27EF3-16B5-44E9-A345-7F580B59398D}" type="presOf" srcId="{BB472D58-E059-48B4-A884-F9F30B6358CF}" destId="{FB2DDF67-AB63-46BF-948F-BEA32A079C0E}" srcOrd="0" destOrd="0" presId="urn:microsoft.com/office/officeart/2005/8/layout/vList3"/>
    <dgm:cxn modelId="{2B089375-880F-49F8-9475-558E15BBC6D2}" type="presParOf" srcId="{C4ED11E5-2B48-4B07-8DFB-C8BA0CAFA55E}" destId="{187E9651-E5B8-4955-8CF4-EC5EF9683449}" srcOrd="0" destOrd="0" presId="urn:microsoft.com/office/officeart/2005/8/layout/vList3"/>
    <dgm:cxn modelId="{5DA5DE6D-94B8-4463-989B-E0E17EED67D5}" type="presParOf" srcId="{187E9651-E5B8-4955-8CF4-EC5EF9683449}" destId="{15089761-156F-4439-AA68-2CB8931EC019}" srcOrd="0" destOrd="0" presId="urn:microsoft.com/office/officeart/2005/8/layout/vList3"/>
    <dgm:cxn modelId="{21D2F8E5-3722-4E85-99AF-409C4CAE454C}" type="presParOf" srcId="{187E9651-E5B8-4955-8CF4-EC5EF9683449}" destId="{B2FC993A-DE33-49D9-BBC8-7578B8D4F9FF}" srcOrd="1" destOrd="0" presId="urn:microsoft.com/office/officeart/2005/8/layout/vList3"/>
    <dgm:cxn modelId="{834A16CC-CFFC-4267-8616-F03934CB9E97}" type="presParOf" srcId="{C4ED11E5-2B48-4B07-8DFB-C8BA0CAFA55E}" destId="{227274CA-ACC9-43D5-8E76-59B470C4CD63}" srcOrd="1" destOrd="0" presId="urn:microsoft.com/office/officeart/2005/8/layout/vList3"/>
    <dgm:cxn modelId="{06142D1B-321D-4B77-A2F8-29F49F57581D}" type="presParOf" srcId="{C4ED11E5-2B48-4B07-8DFB-C8BA0CAFA55E}" destId="{0C072206-70FB-4F7D-BA3C-784C4C881D7D}" srcOrd="2" destOrd="0" presId="urn:microsoft.com/office/officeart/2005/8/layout/vList3"/>
    <dgm:cxn modelId="{1E3BA4E7-4560-40E0-A12B-39005DAD8567}" type="presParOf" srcId="{0C072206-70FB-4F7D-BA3C-784C4C881D7D}" destId="{17C49160-3664-4696-996B-D109066C955E}" srcOrd="0" destOrd="0" presId="urn:microsoft.com/office/officeart/2005/8/layout/vList3"/>
    <dgm:cxn modelId="{CBF64C63-E453-468B-8A12-9B7216B47331}" type="presParOf" srcId="{0C072206-70FB-4F7D-BA3C-784C4C881D7D}" destId="{81F2C440-C90A-49A4-916B-861DC9E3F56B}" srcOrd="1" destOrd="0" presId="urn:microsoft.com/office/officeart/2005/8/layout/vList3"/>
    <dgm:cxn modelId="{96AE2395-3D6D-4ADE-B446-F252FCE5174D}" type="presParOf" srcId="{C4ED11E5-2B48-4B07-8DFB-C8BA0CAFA55E}" destId="{418F227B-9038-4095-B2FE-61A5FD8D0951}" srcOrd="3" destOrd="0" presId="urn:microsoft.com/office/officeart/2005/8/layout/vList3"/>
    <dgm:cxn modelId="{5B42AD43-1A8C-4F81-A76A-52C19808A99E}" type="presParOf" srcId="{C4ED11E5-2B48-4B07-8DFB-C8BA0CAFA55E}" destId="{61E1B42E-BDC8-4B13-897B-53BF48120521}" srcOrd="4" destOrd="0" presId="urn:microsoft.com/office/officeart/2005/8/layout/vList3"/>
    <dgm:cxn modelId="{4A29A0FC-C624-4197-BF71-922CDEE7DC70}" type="presParOf" srcId="{61E1B42E-BDC8-4B13-897B-53BF48120521}" destId="{E13576BE-3D66-4360-A302-99DD4CDB53C5}" srcOrd="0" destOrd="0" presId="urn:microsoft.com/office/officeart/2005/8/layout/vList3"/>
    <dgm:cxn modelId="{AB50D45E-D1B0-4A3D-90F1-3EA33FE075DB}" type="presParOf" srcId="{61E1B42E-BDC8-4B13-897B-53BF48120521}" destId="{A81FC29F-2033-40BF-9E51-36E37EB742B7}" srcOrd="1" destOrd="0" presId="urn:microsoft.com/office/officeart/2005/8/layout/vList3"/>
    <dgm:cxn modelId="{57DFF41A-CE0B-4B3E-B15B-7D89FF8E1A97}" type="presParOf" srcId="{C4ED11E5-2B48-4B07-8DFB-C8BA0CAFA55E}" destId="{B03CBA00-06DD-41D1-AC56-76B164C68E20}" srcOrd="5" destOrd="0" presId="urn:microsoft.com/office/officeart/2005/8/layout/vList3"/>
    <dgm:cxn modelId="{00BC6412-52A8-4B50-95C3-F2615D350EDC}" type="presParOf" srcId="{C4ED11E5-2B48-4B07-8DFB-C8BA0CAFA55E}" destId="{B3D6F61B-D994-44B6-A461-903A4C625F87}" srcOrd="6" destOrd="0" presId="urn:microsoft.com/office/officeart/2005/8/layout/vList3"/>
    <dgm:cxn modelId="{1CFAABF2-4992-44BD-BD0C-04549038AA85}" type="presParOf" srcId="{B3D6F61B-D994-44B6-A461-903A4C625F87}" destId="{09BA3CF4-8D4A-405E-8A5F-180CE3803DE7}" srcOrd="0" destOrd="0" presId="urn:microsoft.com/office/officeart/2005/8/layout/vList3"/>
    <dgm:cxn modelId="{2732A278-51E0-436F-8B0E-CA8B6E1ECC8C}" type="presParOf" srcId="{B3D6F61B-D994-44B6-A461-903A4C625F87}" destId="{FB2DDF67-AB63-46BF-948F-BEA32A079C0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9D2FEC5-5096-453C-92FC-7AC0FAB94065}" type="doc">
      <dgm:prSet loTypeId="urn:microsoft.com/office/officeart/2008/layout/VerticalCircle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5089118-FCF1-4DBB-8790-C31D765E1619}">
      <dgm:prSet/>
      <dgm:spPr/>
      <dgm:t>
        <a:bodyPr/>
        <a:lstStyle/>
        <a:p>
          <a:r>
            <a:rPr lang="ru-RU" b="0" i="0"/>
            <a:t>1805 р.</a:t>
          </a:r>
          <a:endParaRPr lang="uk-UA"/>
        </a:p>
      </dgm:t>
    </dgm:pt>
    <dgm:pt modelId="{A711E154-1CAC-48A0-B1D0-AE7D06327A4A}" type="parTrans" cxnId="{700429E2-3BF7-436D-935E-9634564DE6F9}">
      <dgm:prSet/>
      <dgm:spPr/>
      <dgm:t>
        <a:bodyPr/>
        <a:lstStyle/>
        <a:p>
          <a:endParaRPr lang="uk-UA"/>
        </a:p>
      </dgm:t>
    </dgm:pt>
    <dgm:pt modelId="{8635C15D-EDAE-493B-B97B-BF0630465E69}" type="sibTrans" cxnId="{700429E2-3BF7-436D-935E-9634564DE6F9}">
      <dgm:prSet/>
      <dgm:spPr/>
      <dgm:t>
        <a:bodyPr/>
        <a:lstStyle/>
        <a:p>
          <a:endParaRPr lang="uk-UA"/>
        </a:p>
      </dgm:t>
    </dgm:pt>
    <dgm:pt modelId="{4B81A806-5C23-4310-AEFE-DE6656E66935}">
      <dgm:prSet/>
      <dgm:spPr/>
      <dgm:t>
        <a:bodyPr/>
        <a:lstStyle/>
        <a:p>
          <a:r>
            <a:rPr lang="ru-RU" b="0" i="0"/>
            <a:t>1834 р.</a:t>
          </a:r>
          <a:endParaRPr lang="uk-UA"/>
        </a:p>
      </dgm:t>
    </dgm:pt>
    <dgm:pt modelId="{862CF7F1-191A-4432-8722-E4468451CB8C}" type="parTrans" cxnId="{89849C67-CD74-4CB8-B0A7-C39518193202}">
      <dgm:prSet/>
      <dgm:spPr/>
      <dgm:t>
        <a:bodyPr/>
        <a:lstStyle/>
        <a:p>
          <a:endParaRPr lang="uk-UA"/>
        </a:p>
      </dgm:t>
    </dgm:pt>
    <dgm:pt modelId="{28E8CAEA-6300-431E-B40A-8C97D6F3DBF5}" type="sibTrans" cxnId="{89849C67-CD74-4CB8-B0A7-C39518193202}">
      <dgm:prSet/>
      <dgm:spPr/>
      <dgm:t>
        <a:bodyPr/>
        <a:lstStyle/>
        <a:p>
          <a:endParaRPr lang="uk-UA"/>
        </a:p>
      </dgm:t>
    </dgm:pt>
    <dgm:pt modelId="{0BF33A8A-D555-4D8F-BFA7-975CB6A4E289}">
      <dgm:prSet/>
      <dgm:spPr/>
      <dgm:t>
        <a:bodyPr/>
        <a:lstStyle/>
        <a:p>
          <a:r>
            <a:rPr lang="ru-RU" b="0" i="0"/>
            <a:t>1865 р.</a:t>
          </a:r>
          <a:endParaRPr lang="uk-UA"/>
        </a:p>
      </dgm:t>
    </dgm:pt>
    <dgm:pt modelId="{46065D65-201D-4F8D-8F6B-457F2DBAD25F}" type="parTrans" cxnId="{F7143942-1767-4ED0-8C18-6C06552E4660}">
      <dgm:prSet/>
      <dgm:spPr/>
      <dgm:t>
        <a:bodyPr/>
        <a:lstStyle/>
        <a:p>
          <a:endParaRPr lang="uk-UA"/>
        </a:p>
      </dgm:t>
    </dgm:pt>
    <dgm:pt modelId="{4D317341-A6BA-45E4-9870-61F849852DAB}" type="sibTrans" cxnId="{F7143942-1767-4ED0-8C18-6C06552E4660}">
      <dgm:prSet/>
      <dgm:spPr/>
      <dgm:t>
        <a:bodyPr/>
        <a:lstStyle/>
        <a:p>
          <a:endParaRPr lang="uk-UA"/>
        </a:p>
      </dgm:t>
    </dgm:pt>
    <dgm:pt modelId="{C735AC5B-A250-47B9-AA20-2C06F82788A7}">
      <dgm:prSet/>
      <dgm:spPr/>
      <dgm:t>
        <a:bodyPr/>
        <a:lstStyle/>
        <a:p>
          <a:r>
            <a:rPr lang="ru-RU" b="0" i="0"/>
            <a:t>1892 р.</a:t>
          </a:r>
          <a:endParaRPr lang="uk-UA"/>
        </a:p>
      </dgm:t>
    </dgm:pt>
    <dgm:pt modelId="{1F86F612-E3E0-4F85-992F-B4F2DB741B90}" type="parTrans" cxnId="{E19DEB7B-1DB0-488C-ACCE-CF6A279F0AA2}">
      <dgm:prSet/>
      <dgm:spPr/>
      <dgm:t>
        <a:bodyPr/>
        <a:lstStyle/>
        <a:p>
          <a:endParaRPr lang="uk-UA"/>
        </a:p>
      </dgm:t>
    </dgm:pt>
    <dgm:pt modelId="{B91A6C5C-B6D3-4073-AA35-A640822C146C}" type="sibTrans" cxnId="{E19DEB7B-1DB0-488C-ACCE-CF6A279F0AA2}">
      <dgm:prSet/>
      <dgm:spPr/>
      <dgm:t>
        <a:bodyPr/>
        <a:lstStyle/>
        <a:p>
          <a:endParaRPr lang="uk-UA"/>
        </a:p>
      </dgm:t>
    </dgm:pt>
    <dgm:pt modelId="{643C01F5-EDA1-47C1-B7BB-C7962A457A25}" type="pres">
      <dgm:prSet presAssocID="{E9D2FEC5-5096-453C-92FC-7AC0FAB94065}" presName="Name0" presStyleCnt="0">
        <dgm:presLayoutVars>
          <dgm:dir/>
        </dgm:presLayoutVars>
      </dgm:prSet>
      <dgm:spPr/>
    </dgm:pt>
    <dgm:pt modelId="{8107B796-7BE3-4EAC-A522-D04FBD4B18D6}" type="pres">
      <dgm:prSet presAssocID="{25089118-FCF1-4DBB-8790-C31D765E1619}" presName="noChildren" presStyleCnt="0"/>
      <dgm:spPr/>
    </dgm:pt>
    <dgm:pt modelId="{B6662F59-BDB4-41AB-8A96-6ACE5472264B}" type="pres">
      <dgm:prSet presAssocID="{25089118-FCF1-4DBB-8790-C31D765E1619}" presName="gap" presStyleCnt="0"/>
      <dgm:spPr/>
    </dgm:pt>
    <dgm:pt modelId="{593A780E-595B-45E5-A07F-DEFADF86E4DE}" type="pres">
      <dgm:prSet presAssocID="{25089118-FCF1-4DBB-8790-C31D765E1619}" presName="medCircle2" presStyleLbl="vennNode1" presStyleIdx="0" presStyleCnt="4"/>
      <dgm:spPr/>
    </dgm:pt>
    <dgm:pt modelId="{9D6EECFF-13C0-4645-825F-90679FBF0B93}" type="pres">
      <dgm:prSet presAssocID="{25089118-FCF1-4DBB-8790-C31D765E1619}" presName="txLvlOnly1" presStyleLbl="revTx" presStyleIdx="0" presStyleCnt="4"/>
      <dgm:spPr/>
    </dgm:pt>
    <dgm:pt modelId="{8E3EE038-8FE4-4B3D-B225-A9F5DE60DA6C}" type="pres">
      <dgm:prSet presAssocID="{4B81A806-5C23-4310-AEFE-DE6656E66935}" presName="noChildren" presStyleCnt="0"/>
      <dgm:spPr/>
    </dgm:pt>
    <dgm:pt modelId="{D93415A4-346C-42D5-AD1D-CFDF9C87EE18}" type="pres">
      <dgm:prSet presAssocID="{4B81A806-5C23-4310-AEFE-DE6656E66935}" presName="gap" presStyleCnt="0"/>
      <dgm:spPr/>
    </dgm:pt>
    <dgm:pt modelId="{FB6E5BD7-A957-40AD-996A-3B01D30F4312}" type="pres">
      <dgm:prSet presAssocID="{4B81A806-5C23-4310-AEFE-DE6656E66935}" presName="medCircle2" presStyleLbl="vennNode1" presStyleIdx="1" presStyleCnt="4"/>
      <dgm:spPr/>
    </dgm:pt>
    <dgm:pt modelId="{0009DF79-5997-45E9-A403-B9600BEACCE1}" type="pres">
      <dgm:prSet presAssocID="{4B81A806-5C23-4310-AEFE-DE6656E66935}" presName="txLvlOnly1" presStyleLbl="revTx" presStyleIdx="1" presStyleCnt="4"/>
      <dgm:spPr/>
    </dgm:pt>
    <dgm:pt modelId="{2EE50E84-A0DA-45B1-B51D-BAD6D2DB151A}" type="pres">
      <dgm:prSet presAssocID="{0BF33A8A-D555-4D8F-BFA7-975CB6A4E289}" presName="noChildren" presStyleCnt="0"/>
      <dgm:spPr/>
    </dgm:pt>
    <dgm:pt modelId="{1A384DD9-7181-4549-B85A-E0AEC981C934}" type="pres">
      <dgm:prSet presAssocID="{0BF33A8A-D555-4D8F-BFA7-975CB6A4E289}" presName="gap" presStyleCnt="0"/>
      <dgm:spPr/>
    </dgm:pt>
    <dgm:pt modelId="{F8B57413-9F1C-4339-A4FA-545CDBD39F13}" type="pres">
      <dgm:prSet presAssocID="{0BF33A8A-D555-4D8F-BFA7-975CB6A4E289}" presName="medCircle2" presStyleLbl="vennNode1" presStyleIdx="2" presStyleCnt="4"/>
      <dgm:spPr/>
    </dgm:pt>
    <dgm:pt modelId="{36D78DC2-95EA-4AF5-9AD4-A522DB9311CE}" type="pres">
      <dgm:prSet presAssocID="{0BF33A8A-D555-4D8F-BFA7-975CB6A4E289}" presName="txLvlOnly1" presStyleLbl="revTx" presStyleIdx="2" presStyleCnt="4"/>
      <dgm:spPr/>
    </dgm:pt>
    <dgm:pt modelId="{A87686A6-B0EE-4720-98D5-63F57164197C}" type="pres">
      <dgm:prSet presAssocID="{C735AC5B-A250-47B9-AA20-2C06F82788A7}" presName="noChildren" presStyleCnt="0"/>
      <dgm:spPr/>
    </dgm:pt>
    <dgm:pt modelId="{5F84869B-ED7E-4B81-AAA5-7911B53E9448}" type="pres">
      <dgm:prSet presAssocID="{C735AC5B-A250-47B9-AA20-2C06F82788A7}" presName="gap" presStyleCnt="0"/>
      <dgm:spPr/>
    </dgm:pt>
    <dgm:pt modelId="{99D3368B-581B-447C-982C-C5D25109D3D5}" type="pres">
      <dgm:prSet presAssocID="{C735AC5B-A250-47B9-AA20-2C06F82788A7}" presName="medCircle2" presStyleLbl="vennNode1" presStyleIdx="3" presStyleCnt="4"/>
      <dgm:spPr/>
    </dgm:pt>
    <dgm:pt modelId="{21A5075E-1B52-480A-8921-70873CE94074}" type="pres">
      <dgm:prSet presAssocID="{C735AC5B-A250-47B9-AA20-2C06F82788A7}" presName="txLvlOnly1" presStyleLbl="revTx" presStyleIdx="3" presStyleCnt="4"/>
      <dgm:spPr/>
    </dgm:pt>
  </dgm:ptLst>
  <dgm:cxnLst>
    <dgm:cxn modelId="{182D9827-D18C-40AB-BAD7-C6AC7C913F4E}" type="presOf" srcId="{25089118-FCF1-4DBB-8790-C31D765E1619}" destId="{9D6EECFF-13C0-4645-825F-90679FBF0B93}" srcOrd="0" destOrd="0" presId="urn:microsoft.com/office/officeart/2008/layout/VerticalCircleList"/>
    <dgm:cxn modelId="{F7143942-1767-4ED0-8C18-6C06552E4660}" srcId="{E9D2FEC5-5096-453C-92FC-7AC0FAB94065}" destId="{0BF33A8A-D555-4D8F-BFA7-975CB6A4E289}" srcOrd="2" destOrd="0" parTransId="{46065D65-201D-4F8D-8F6B-457F2DBAD25F}" sibTransId="{4D317341-A6BA-45E4-9870-61F849852DAB}"/>
    <dgm:cxn modelId="{89849C67-CD74-4CB8-B0A7-C39518193202}" srcId="{E9D2FEC5-5096-453C-92FC-7AC0FAB94065}" destId="{4B81A806-5C23-4310-AEFE-DE6656E66935}" srcOrd="1" destOrd="0" parTransId="{862CF7F1-191A-4432-8722-E4468451CB8C}" sibTransId="{28E8CAEA-6300-431E-B40A-8C97D6F3DBF5}"/>
    <dgm:cxn modelId="{E19DEB7B-1DB0-488C-ACCE-CF6A279F0AA2}" srcId="{E9D2FEC5-5096-453C-92FC-7AC0FAB94065}" destId="{C735AC5B-A250-47B9-AA20-2C06F82788A7}" srcOrd="3" destOrd="0" parTransId="{1F86F612-E3E0-4F85-992F-B4F2DB741B90}" sibTransId="{B91A6C5C-B6D3-4073-AA35-A640822C146C}"/>
    <dgm:cxn modelId="{C457A980-F940-4D44-AA01-B845940A6A91}" type="presOf" srcId="{E9D2FEC5-5096-453C-92FC-7AC0FAB94065}" destId="{643C01F5-EDA1-47C1-B7BB-C7962A457A25}" srcOrd="0" destOrd="0" presId="urn:microsoft.com/office/officeart/2008/layout/VerticalCircleList"/>
    <dgm:cxn modelId="{AFA225CC-193F-4746-88F6-E629A5E99F20}" type="presOf" srcId="{C735AC5B-A250-47B9-AA20-2C06F82788A7}" destId="{21A5075E-1B52-480A-8921-70873CE94074}" srcOrd="0" destOrd="0" presId="urn:microsoft.com/office/officeart/2008/layout/VerticalCircleList"/>
    <dgm:cxn modelId="{D11BA7D0-8A06-4175-9171-B437F39807A6}" type="presOf" srcId="{4B81A806-5C23-4310-AEFE-DE6656E66935}" destId="{0009DF79-5997-45E9-A403-B9600BEACCE1}" srcOrd="0" destOrd="0" presId="urn:microsoft.com/office/officeart/2008/layout/VerticalCircleList"/>
    <dgm:cxn modelId="{F826B7D1-48BD-46E4-92A3-CBDA76E73BB5}" type="presOf" srcId="{0BF33A8A-D555-4D8F-BFA7-975CB6A4E289}" destId="{36D78DC2-95EA-4AF5-9AD4-A522DB9311CE}" srcOrd="0" destOrd="0" presId="urn:microsoft.com/office/officeart/2008/layout/VerticalCircleList"/>
    <dgm:cxn modelId="{700429E2-3BF7-436D-935E-9634564DE6F9}" srcId="{E9D2FEC5-5096-453C-92FC-7AC0FAB94065}" destId="{25089118-FCF1-4DBB-8790-C31D765E1619}" srcOrd="0" destOrd="0" parTransId="{A711E154-1CAC-48A0-B1D0-AE7D06327A4A}" sibTransId="{8635C15D-EDAE-493B-B97B-BF0630465E69}"/>
    <dgm:cxn modelId="{52836A57-F51F-402D-BAF1-E10AB0CE34F6}" type="presParOf" srcId="{643C01F5-EDA1-47C1-B7BB-C7962A457A25}" destId="{8107B796-7BE3-4EAC-A522-D04FBD4B18D6}" srcOrd="0" destOrd="0" presId="urn:microsoft.com/office/officeart/2008/layout/VerticalCircleList"/>
    <dgm:cxn modelId="{001B2E70-7F66-417A-B5EE-88426404144C}" type="presParOf" srcId="{8107B796-7BE3-4EAC-A522-D04FBD4B18D6}" destId="{B6662F59-BDB4-41AB-8A96-6ACE5472264B}" srcOrd="0" destOrd="0" presId="urn:microsoft.com/office/officeart/2008/layout/VerticalCircleList"/>
    <dgm:cxn modelId="{4FD5D571-8804-4329-BC15-2FECD985098F}" type="presParOf" srcId="{8107B796-7BE3-4EAC-A522-D04FBD4B18D6}" destId="{593A780E-595B-45E5-A07F-DEFADF86E4DE}" srcOrd="1" destOrd="0" presId="urn:microsoft.com/office/officeart/2008/layout/VerticalCircleList"/>
    <dgm:cxn modelId="{7D648142-B6A3-491A-94FC-0FB2E643EFAE}" type="presParOf" srcId="{8107B796-7BE3-4EAC-A522-D04FBD4B18D6}" destId="{9D6EECFF-13C0-4645-825F-90679FBF0B93}" srcOrd="2" destOrd="0" presId="urn:microsoft.com/office/officeart/2008/layout/VerticalCircleList"/>
    <dgm:cxn modelId="{78C77539-91FF-468D-98C8-4D1D51C99F0F}" type="presParOf" srcId="{643C01F5-EDA1-47C1-B7BB-C7962A457A25}" destId="{8E3EE038-8FE4-4B3D-B225-A9F5DE60DA6C}" srcOrd="1" destOrd="0" presId="urn:microsoft.com/office/officeart/2008/layout/VerticalCircleList"/>
    <dgm:cxn modelId="{4EB34344-7EB3-4956-A228-E9466C553AE6}" type="presParOf" srcId="{8E3EE038-8FE4-4B3D-B225-A9F5DE60DA6C}" destId="{D93415A4-346C-42D5-AD1D-CFDF9C87EE18}" srcOrd="0" destOrd="0" presId="urn:microsoft.com/office/officeart/2008/layout/VerticalCircleList"/>
    <dgm:cxn modelId="{AC1F0CEA-2B24-4B91-B2BC-E79AAB41B3A2}" type="presParOf" srcId="{8E3EE038-8FE4-4B3D-B225-A9F5DE60DA6C}" destId="{FB6E5BD7-A957-40AD-996A-3B01D30F4312}" srcOrd="1" destOrd="0" presId="urn:microsoft.com/office/officeart/2008/layout/VerticalCircleList"/>
    <dgm:cxn modelId="{0D091E35-8D7F-4363-BDA4-4D0707ACE618}" type="presParOf" srcId="{8E3EE038-8FE4-4B3D-B225-A9F5DE60DA6C}" destId="{0009DF79-5997-45E9-A403-B9600BEACCE1}" srcOrd="2" destOrd="0" presId="urn:microsoft.com/office/officeart/2008/layout/VerticalCircleList"/>
    <dgm:cxn modelId="{1E868A98-0176-4F6C-94C5-4B8092D8E43C}" type="presParOf" srcId="{643C01F5-EDA1-47C1-B7BB-C7962A457A25}" destId="{2EE50E84-A0DA-45B1-B51D-BAD6D2DB151A}" srcOrd="2" destOrd="0" presId="urn:microsoft.com/office/officeart/2008/layout/VerticalCircleList"/>
    <dgm:cxn modelId="{B9E95BC2-0368-4103-BBBA-8F066CC1253A}" type="presParOf" srcId="{2EE50E84-A0DA-45B1-B51D-BAD6D2DB151A}" destId="{1A384DD9-7181-4549-B85A-E0AEC981C934}" srcOrd="0" destOrd="0" presId="urn:microsoft.com/office/officeart/2008/layout/VerticalCircleList"/>
    <dgm:cxn modelId="{F2762C59-0BAF-4D0C-B6F6-0164294153E2}" type="presParOf" srcId="{2EE50E84-A0DA-45B1-B51D-BAD6D2DB151A}" destId="{F8B57413-9F1C-4339-A4FA-545CDBD39F13}" srcOrd="1" destOrd="0" presId="urn:microsoft.com/office/officeart/2008/layout/VerticalCircleList"/>
    <dgm:cxn modelId="{8039FBDC-49FA-422C-8C85-7D95450B6931}" type="presParOf" srcId="{2EE50E84-A0DA-45B1-B51D-BAD6D2DB151A}" destId="{36D78DC2-95EA-4AF5-9AD4-A522DB9311CE}" srcOrd="2" destOrd="0" presId="urn:microsoft.com/office/officeart/2008/layout/VerticalCircleList"/>
    <dgm:cxn modelId="{2F70A9BF-5EE2-4A51-9066-8AD097DE9896}" type="presParOf" srcId="{643C01F5-EDA1-47C1-B7BB-C7962A457A25}" destId="{A87686A6-B0EE-4720-98D5-63F57164197C}" srcOrd="3" destOrd="0" presId="urn:microsoft.com/office/officeart/2008/layout/VerticalCircleList"/>
    <dgm:cxn modelId="{DAA0EA8C-9BCF-44CB-A56D-4FB5DE462853}" type="presParOf" srcId="{A87686A6-B0EE-4720-98D5-63F57164197C}" destId="{5F84869B-ED7E-4B81-AAA5-7911B53E9448}" srcOrd="0" destOrd="0" presId="urn:microsoft.com/office/officeart/2008/layout/VerticalCircleList"/>
    <dgm:cxn modelId="{EAF45C9C-A57E-4508-858D-9B0499291080}" type="presParOf" srcId="{A87686A6-B0EE-4720-98D5-63F57164197C}" destId="{99D3368B-581B-447C-982C-C5D25109D3D5}" srcOrd="1" destOrd="0" presId="urn:microsoft.com/office/officeart/2008/layout/VerticalCircleList"/>
    <dgm:cxn modelId="{995D8628-EA5A-49A7-ACD4-1CF8C51098C0}" type="presParOf" srcId="{A87686A6-B0EE-4720-98D5-63F57164197C}" destId="{21A5075E-1B52-480A-8921-70873CE94074}" srcOrd="2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E379BCFB-BD9F-4DF4-89C7-0FF99BC18B33}" type="doc">
      <dgm:prSet loTypeId="urn:microsoft.com/office/officeart/2008/layout/VerticalCircle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EA4AD0A-5DA7-446C-84ED-7F30B3138F3B}">
      <dgm:prSet/>
      <dgm:spPr/>
      <dgm:t>
        <a:bodyPr/>
        <a:lstStyle/>
        <a:p>
          <a:r>
            <a:rPr lang="ru-RU" b="0" i="0"/>
            <a:t>1805 р.</a:t>
          </a:r>
          <a:endParaRPr lang="uk-UA"/>
        </a:p>
      </dgm:t>
    </dgm:pt>
    <dgm:pt modelId="{466793B4-0586-4716-9A34-D2BADB2722DD}" type="parTrans" cxnId="{3A247200-94D9-465C-B29D-6B3E2920C169}">
      <dgm:prSet/>
      <dgm:spPr/>
      <dgm:t>
        <a:bodyPr/>
        <a:lstStyle/>
        <a:p>
          <a:endParaRPr lang="uk-UA"/>
        </a:p>
      </dgm:t>
    </dgm:pt>
    <dgm:pt modelId="{68C2B155-16D2-4CF8-9984-D8922195CB10}" type="sibTrans" cxnId="{3A247200-94D9-465C-B29D-6B3E2920C169}">
      <dgm:prSet/>
      <dgm:spPr/>
      <dgm:t>
        <a:bodyPr/>
        <a:lstStyle/>
        <a:p>
          <a:endParaRPr lang="uk-UA"/>
        </a:p>
      </dgm:t>
    </dgm:pt>
    <dgm:pt modelId="{F6FBE9F5-E304-4CC2-9B31-298AD1A7658E}">
      <dgm:prSet/>
      <dgm:spPr/>
      <dgm:t>
        <a:bodyPr/>
        <a:lstStyle/>
        <a:p>
          <a:r>
            <a:rPr lang="ru-RU" b="0" i="0"/>
            <a:t>1834 р.</a:t>
          </a:r>
          <a:endParaRPr lang="uk-UA"/>
        </a:p>
      </dgm:t>
    </dgm:pt>
    <dgm:pt modelId="{684DEE58-EA0D-4CDB-8973-C52988668C53}" type="parTrans" cxnId="{D4A11F1D-D316-4A9E-87FE-8D3C380B0C8C}">
      <dgm:prSet/>
      <dgm:spPr/>
      <dgm:t>
        <a:bodyPr/>
        <a:lstStyle/>
        <a:p>
          <a:endParaRPr lang="uk-UA"/>
        </a:p>
      </dgm:t>
    </dgm:pt>
    <dgm:pt modelId="{53BE55F5-5D51-4E9D-969F-98868C2F62AF}" type="sibTrans" cxnId="{D4A11F1D-D316-4A9E-87FE-8D3C380B0C8C}">
      <dgm:prSet/>
      <dgm:spPr/>
      <dgm:t>
        <a:bodyPr/>
        <a:lstStyle/>
        <a:p>
          <a:endParaRPr lang="uk-UA"/>
        </a:p>
      </dgm:t>
    </dgm:pt>
    <dgm:pt modelId="{DDE1662B-53BB-4582-92EC-3A1404A4F8EB}">
      <dgm:prSet/>
      <dgm:spPr/>
      <dgm:t>
        <a:bodyPr/>
        <a:lstStyle/>
        <a:p>
          <a:r>
            <a:rPr lang="ru-RU" b="0" i="0"/>
            <a:t>1865 р.</a:t>
          </a:r>
          <a:endParaRPr lang="uk-UA"/>
        </a:p>
      </dgm:t>
    </dgm:pt>
    <dgm:pt modelId="{E72EBD82-B6DB-4C6C-B168-DCA55642FED6}" type="parTrans" cxnId="{87E72C19-E9E0-4040-B9BD-E2F09EA41107}">
      <dgm:prSet/>
      <dgm:spPr/>
      <dgm:t>
        <a:bodyPr/>
        <a:lstStyle/>
        <a:p>
          <a:endParaRPr lang="uk-UA"/>
        </a:p>
      </dgm:t>
    </dgm:pt>
    <dgm:pt modelId="{8A129C16-453A-4D27-886B-16BACB496E39}" type="sibTrans" cxnId="{87E72C19-E9E0-4040-B9BD-E2F09EA41107}">
      <dgm:prSet/>
      <dgm:spPr/>
      <dgm:t>
        <a:bodyPr/>
        <a:lstStyle/>
        <a:p>
          <a:endParaRPr lang="uk-UA"/>
        </a:p>
      </dgm:t>
    </dgm:pt>
    <dgm:pt modelId="{87C2CFD5-BF32-4D29-9F9C-DC1D8D167D17}">
      <dgm:prSet/>
      <dgm:spPr/>
      <dgm:t>
        <a:bodyPr/>
        <a:lstStyle/>
        <a:p>
          <a:r>
            <a:rPr lang="ru-RU" b="0" i="0"/>
            <a:t>1875 р.</a:t>
          </a:r>
          <a:endParaRPr lang="uk-UA"/>
        </a:p>
      </dgm:t>
    </dgm:pt>
    <dgm:pt modelId="{4852F2E9-6708-4CAD-917D-78E04133D465}" type="parTrans" cxnId="{DC84A0DB-F15C-4E88-9243-D71134D354A6}">
      <dgm:prSet/>
      <dgm:spPr/>
      <dgm:t>
        <a:bodyPr/>
        <a:lstStyle/>
        <a:p>
          <a:endParaRPr lang="uk-UA"/>
        </a:p>
      </dgm:t>
    </dgm:pt>
    <dgm:pt modelId="{167F5834-8D61-485E-9937-319D32400E93}" type="sibTrans" cxnId="{DC84A0DB-F15C-4E88-9243-D71134D354A6}">
      <dgm:prSet/>
      <dgm:spPr/>
      <dgm:t>
        <a:bodyPr/>
        <a:lstStyle/>
        <a:p>
          <a:endParaRPr lang="uk-UA"/>
        </a:p>
      </dgm:t>
    </dgm:pt>
    <dgm:pt modelId="{A019DC9D-D919-4734-8004-199CFA248067}" type="pres">
      <dgm:prSet presAssocID="{E379BCFB-BD9F-4DF4-89C7-0FF99BC18B33}" presName="Name0" presStyleCnt="0">
        <dgm:presLayoutVars>
          <dgm:dir/>
        </dgm:presLayoutVars>
      </dgm:prSet>
      <dgm:spPr/>
    </dgm:pt>
    <dgm:pt modelId="{628495D1-780E-4765-BBE8-9F30E56D9477}" type="pres">
      <dgm:prSet presAssocID="{5EA4AD0A-5DA7-446C-84ED-7F30B3138F3B}" presName="noChildren" presStyleCnt="0"/>
      <dgm:spPr/>
    </dgm:pt>
    <dgm:pt modelId="{F3E305EA-B742-41F6-ACEC-D112D147111D}" type="pres">
      <dgm:prSet presAssocID="{5EA4AD0A-5DA7-446C-84ED-7F30B3138F3B}" presName="gap" presStyleCnt="0"/>
      <dgm:spPr/>
    </dgm:pt>
    <dgm:pt modelId="{01EE66F5-D418-4538-AB9C-BF47FCB17365}" type="pres">
      <dgm:prSet presAssocID="{5EA4AD0A-5DA7-446C-84ED-7F30B3138F3B}" presName="medCircle2" presStyleLbl="vennNode1" presStyleIdx="0" presStyleCnt="4"/>
      <dgm:spPr/>
    </dgm:pt>
    <dgm:pt modelId="{181846F5-FDBD-4F1A-B172-6E1B27BD1922}" type="pres">
      <dgm:prSet presAssocID="{5EA4AD0A-5DA7-446C-84ED-7F30B3138F3B}" presName="txLvlOnly1" presStyleLbl="revTx" presStyleIdx="0" presStyleCnt="4"/>
      <dgm:spPr/>
    </dgm:pt>
    <dgm:pt modelId="{917C1FF6-53C6-425B-B499-B358FB8D8215}" type="pres">
      <dgm:prSet presAssocID="{F6FBE9F5-E304-4CC2-9B31-298AD1A7658E}" presName="noChildren" presStyleCnt="0"/>
      <dgm:spPr/>
    </dgm:pt>
    <dgm:pt modelId="{86DF4F22-BF22-46FA-8A2A-DDA0962A303D}" type="pres">
      <dgm:prSet presAssocID="{F6FBE9F5-E304-4CC2-9B31-298AD1A7658E}" presName="gap" presStyleCnt="0"/>
      <dgm:spPr/>
    </dgm:pt>
    <dgm:pt modelId="{7EE0280D-BC43-45B7-90CC-E508C5BF8BFB}" type="pres">
      <dgm:prSet presAssocID="{F6FBE9F5-E304-4CC2-9B31-298AD1A7658E}" presName="medCircle2" presStyleLbl="vennNode1" presStyleIdx="1" presStyleCnt="4"/>
      <dgm:spPr/>
    </dgm:pt>
    <dgm:pt modelId="{EC8981B7-BB6D-47BE-BB84-506E6D8DF555}" type="pres">
      <dgm:prSet presAssocID="{F6FBE9F5-E304-4CC2-9B31-298AD1A7658E}" presName="txLvlOnly1" presStyleLbl="revTx" presStyleIdx="1" presStyleCnt="4"/>
      <dgm:spPr/>
    </dgm:pt>
    <dgm:pt modelId="{C284B862-BD75-42C0-BF54-493D6AD7BC91}" type="pres">
      <dgm:prSet presAssocID="{DDE1662B-53BB-4582-92EC-3A1404A4F8EB}" presName="noChildren" presStyleCnt="0"/>
      <dgm:spPr/>
    </dgm:pt>
    <dgm:pt modelId="{9BC89F3C-D9CA-4069-85DD-071FBA395A09}" type="pres">
      <dgm:prSet presAssocID="{DDE1662B-53BB-4582-92EC-3A1404A4F8EB}" presName="gap" presStyleCnt="0"/>
      <dgm:spPr/>
    </dgm:pt>
    <dgm:pt modelId="{5620E275-7571-4EF9-ACE2-EA8837BCD59D}" type="pres">
      <dgm:prSet presAssocID="{DDE1662B-53BB-4582-92EC-3A1404A4F8EB}" presName="medCircle2" presStyleLbl="vennNode1" presStyleIdx="2" presStyleCnt="4"/>
      <dgm:spPr/>
    </dgm:pt>
    <dgm:pt modelId="{3F9B0B53-B720-4CF5-8383-6A63703EF89B}" type="pres">
      <dgm:prSet presAssocID="{DDE1662B-53BB-4582-92EC-3A1404A4F8EB}" presName="txLvlOnly1" presStyleLbl="revTx" presStyleIdx="2" presStyleCnt="4"/>
      <dgm:spPr/>
    </dgm:pt>
    <dgm:pt modelId="{3A58F0B5-6519-479E-AA9B-18E6970FB172}" type="pres">
      <dgm:prSet presAssocID="{87C2CFD5-BF32-4D29-9F9C-DC1D8D167D17}" presName="noChildren" presStyleCnt="0"/>
      <dgm:spPr/>
    </dgm:pt>
    <dgm:pt modelId="{E79D89D0-FD44-464B-8C12-F8D54A278B4E}" type="pres">
      <dgm:prSet presAssocID="{87C2CFD5-BF32-4D29-9F9C-DC1D8D167D17}" presName="gap" presStyleCnt="0"/>
      <dgm:spPr/>
    </dgm:pt>
    <dgm:pt modelId="{4CA91067-2AF3-4C12-A267-0B5DEE66E57B}" type="pres">
      <dgm:prSet presAssocID="{87C2CFD5-BF32-4D29-9F9C-DC1D8D167D17}" presName="medCircle2" presStyleLbl="vennNode1" presStyleIdx="3" presStyleCnt="4"/>
      <dgm:spPr/>
    </dgm:pt>
    <dgm:pt modelId="{F496663F-BF66-4714-90C6-1428BDDC3093}" type="pres">
      <dgm:prSet presAssocID="{87C2CFD5-BF32-4D29-9F9C-DC1D8D167D17}" presName="txLvlOnly1" presStyleLbl="revTx" presStyleIdx="3" presStyleCnt="4"/>
      <dgm:spPr/>
    </dgm:pt>
  </dgm:ptLst>
  <dgm:cxnLst>
    <dgm:cxn modelId="{3A247200-94D9-465C-B29D-6B3E2920C169}" srcId="{E379BCFB-BD9F-4DF4-89C7-0FF99BC18B33}" destId="{5EA4AD0A-5DA7-446C-84ED-7F30B3138F3B}" srcOrd="0" destOrd="0" parTransId="{466793B4-0586-4716-9A34-D2BADB2722DD}" sibTransId="{68C2B155-16D2-4CF8-9984-D8922195CB10}"/>
    <dgm:cxn modelId="{87E72C19-E9E0-4040-B9BD-E2F09EA41107}" srcId="{E379BCFB-BD9F-4DF4-89C7-0FF99BC18B33}" destId="{DDE1662B-53BB-4582-92EC-3A1404A4F8EB}" srcOrd="2" destOrd="0" parTransId="{E72EBD82-B6DB-4C6C-B168-DCA55642FED6}" sibTransId="{8A129C16-453A-4D27-886B-16BACB496E39}"/>
    <dgm:cxn modelId="{D4A11F1D-D316-4A9E-87FE-8D3C380B0C8C}" srcId="{E379BCFB-BD9F-4DF4-89C7-0FF99BC18B33}" destId="{F6FBE9F5-E304-4CC2-9B31-298AD1A7658E}" srcOrd="1" destOrd="0" parTransId="{684DEE58-EA0D-4CDB-8973-C52988668C53}" sibTransId="{53BE55F5-5D51-4E9D-969F-98868C2F62AF}"/>
    <dgm:cxn modelId="{0E21A472-3C3B-43FA-BB18-D4DEF62845CB}" type="presOf" srcId="{F6FBE9F5-E304-4CC2-9B31-298AD1A7658E}" destId="{EC8981B7-BB6D-47BE-BB84-506E6D8DF555}" srcOrd="0" destOrd="0" presId="urn:microsoft.com/office/officeart/2008/layout/VerticalCircleList"/>
    <dgm:cxn modelId="{AE5F76C3-AA37-4F75-98B0-87CFD4B854E4}" type="presOf" srcId="{5EA4AD0A-5DA7-446C-84ED-7F30B3138F3B}" destId="{181846F5-FDBD-4F1A-B172-6E1B27BD1922}" srcOrd="0" destOrd="0" presId="urn:microsoft.com/office/officeart/2008/layout/VerticalCircleList"/>
    <dgm:cxn modelId="{9F88FAD6-BAAE-4C26-A430-3E991AE4306C}" type="presOf" srcId="{DDE1662B-53BB-4582-92EC-3A1404A4F8EB}" destId="{3F9B0B53-B720-4CF5-8383-6A63703EF89B}" srcOrd="0" destOrd="0" presId="urn:microsoft.com/office/officeart/2008/layout/VerticalCircleList"/>
    <dgm:cxn modelId="{DC84A0DB-F15C-4E88-9243-D71134D354A6}" srcId="{E379BCFB-BD9F-4DF4-89C7-0FF99BC18B33}" destId="{87C2CFD5-BF32-4D29-9F9C-DC1D8D167D17}" srcOrd="3" destOrd="0" parTransId="{4852F2E9-6708-4CAD-917D-78E04133D465}" sibTransId="{167F5834-8D61-485E-9937-319D32400E93}"/>
    <dgm:cxn modelId="{A8C15EDF-5CFE-4D46-8BFC-3B18A84B6350}" type="presOf" srcId="{E379BCFB-BD9F-4DF4-89C7-0FF99BC18B33}" destId="{A019DC9D-D919-4734-8004-199CFA248067}" srcOrd="0" destOrd="0" presId="urn:microsoft.com/office/officeart/2008/layout/VerticalCircleList"/>
    <dgm:cxn modelId="{C59DF9F2-7C70-47DE-BBBB-74277FE01456}" type="presOf" srcId="{87C2CFD5-BF32-4D29-9F9C-DC1D8D167D17}" destId="{F496663F-BF66-4714-90C6-1428BDDC3093}" srcOrd="0" destOrd="0" presId="urn:microsoft.com/office/officeart/2008/layout/VerticalCircleList"/>
    <dgm:cxn modelId="{EC5B3782-C50C-4DF2-9038-A5C7AB8E49EA}" type="presParOf" srcId="{A019DC9D-D919-4734-8004-199CFA248067}" destId="{628495D1-780E-4765-BBE8-9F30E56D9477}" srcOrd="0" destOrd="0" presId="urn:microsoft.com/office/officeart/2008/layout/VerticalCircleList"/>
    <dgm:cxn modelId="{FCD2E4B8-B798-435A-B6C7-BFB065978F54}" type="presParOf" srcId="{628495D1-780E-4765-BBE8-9F30E56D9477}" destId="{F3E305EA-B742-41F6-ACEC-D112D147111D}" srcOrd="0" destOrd="0" presId="urn:microsoft.com/office/officeart/2008/layout/VerticalCircleList"/>
    <dgm:cxn modelId="{51878C48-3CE3-49F3-86AB-E144101DE6F5}" type="presParOf" srcId="{628495D1-780E-4765-BBE8-9F30E56D9477}" destId="{01EE66F5-D418-4538-AB9C-BF47FCB17365}" srcOrd="1" destOrd="0" presId="urn:microsoft.com/office/officeart/2008/layout/VerticalCircleList"/>
    <dgm:cxn modelId="{EA1EF823-2E25-406F-B0DC-B802D9C3CB90}" type="presParOf" srcId="{628495D1-780E-4765-BBE8-9F30E56D9477}" destId="{181846F5-FDBD-4F1A-B172-6E1B27BD1922}" srcOrd="2" destOrd="0" presId="urn:microsoft.com/office/officeart/2008/layout/VerticalCircleList"/>
    <dgm:cxn modelId="{6E0B7B5A-F6E6-4EE3-B998-AA85B78A672D}" type="presParOf" srcId="{A019DC9D-D919-4734-8004-199CFA248067}" destId="{917C1FF6-53C6-425B-B499-B358FB8D8215}" srcOrd="1" destOrd="0" presId="urn:microsoft.com/office/officeart/2008/layout/VerticalCircleList"/>
    <dgm:cxn modelId="{62514C83-0E67-4C6A-8BA7-04EF605935AC}" type="presParOf" srcId="{917C1FF6-53C6-425B-B499-B358FB8D8215}" destId="{86DF4F22-BF22-46FA-8A2A-DDA0962A303D}" srcOrd="0" destOrd="0" presId="urn:microsoft.com/office/officeart/2008/layout/VerticalCircleList"/>
    <dgm:cxn modelId="{6E3D3DB4-EC23-467A-9827-7BD9AE6D77C7}" type="presParOf" srcId="{917C1FF6-53C6-425B-B499-B358FB8D8215}" destId="{7EE0280D-BC43-45B7-90CC-E508C5BF8BFB}" srcOrd="1" destOrd="0" presId="urn:microsoft.com/office/officeart/2008/layout/VerticalCircleList"/>
    <dgm:cxn modelId="{A5E7397B-FC59-4404-89AA-F2806A7F8D1F}" type="presParOf" srcId="{917C1FF6-53C6-425B-B499-B358FB8D8215}" destId="{EC8981B7-BB6D-47BE-BB84-506E6D8DF555}" srcOrd="2" destOrd="0" presId="urn:microsoft.com/office/officeart/2008/layout/VerticalCircleList"/>
    <dgm:cxn modelId="{C60BFF36-F86B-469A-A059-CCCB338AFBB6}" type="presParOf" srcId="{A019DC9D-D919-4734-8004-199CFA248067}" destId="{C284B862-BD75-42C0-BF54-493D6AD7BC91}" srcOrd="2" destOrd="0" presId="urn:microsoft.com/office/officeart/2008/layout/VerticalCircleList"/>
    <dgm:cxn modelId="{63DF0F4B-BCD6-4F04-8309-E013CC76611A}" type="presParOf" srcId="{C284B862-BD75-42C0-BF54-493D6AD7BC91}" destId="{9BC89F3C-D9CA-4069-85DD-071FBA395A09}" srcOrd="0" destOrd="0" presId="urn:microsoft.com/office/officeart/2008/layout/VerticalCircleList"/>
    <dgm:cxn modelId="{75E44246-2B38-4AB3-AC5E-0B2187EE7B25}" type="presParOf" srcId="{C284B862-BD75-42C0-BF54-493D6AD7BC91}" destId="{5620E275-7571-4EF9-ACE2-EA8837BCD59D}" srcOrd="1" destOrd="0" presId="urn:microsoft.com/office/officeart/2008/layout/VerticalCircleList"/>
    <dgm:cxn modelId="{AE89A6AC-2B9B-4CD4-BA18-CE3DED13F815}" type="presParOf" srcId="{C284B862-BD75-42C0-BF54-493D6AD7BC91}" destId="{3F9B0B53-B720-4CF5-8383-6A63703EF89B}" srcOrd="2" destOrd="0" presId="urn:microsoft.com/office/officeart/2008/layout/VerticalCircleList"/>
    <dgm:cxn modelId="{8A25C63B-6D95-4172-A777-076F980EF666}" type="presParOf" srcId="{A019DC9D-D919-4734-8004-199CFA248067}" destId="{3A58F0B5-6519-479E-AA9B-18E6970FB172}" srcOrd="3" destOrd="0" presId="urn:microsoft.com/office/officeart/2008/layout/VerticalCircleList"/>
    <dgm:cxn modelId="{238E03C7-8B88-4DAA-8B2B-0EDC8F347E2E}" type="presParOf" srcId="{3A58F0B5-6519-479E-AA9B-18E6970FB172}" destId="{E79D89D0-FD44-464B-8C12-F8D54A278B4E}" srcOrd="0" destOrd="0" presId="urn:microsoft.com/office/officeart/2008/layout/VerticalCircleList"/>
    <dgm:cxn modelId="{9198612C-8B5C-43FB-B31E-02D4DC93503A}" type="presParOf" srcId="{3A58F0B5-6519-479E-AA9B-18E6970FB172}" destId="{4CA91067-2AF3-4C12-A267-0B5DEE66E57B}" srcOrd="1" destOrd="0" presId="urn:microsoft.com/office/officeart/2008/layout/VerticalCircleList"/>
    <dgm:cxn modelId="{C63BAEA4-5807-41CF-A7C0-62D6855CA2A5}" type="presParOf" srcId="{3A58F0B5-6519-479E-AA9B-18E6970FB172}" destId="{F496663F-BF66-4714-90C6-1428BDDC3093}" srcOrd="2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B941109-C850-413B-ADDE-00F4D674161C}" type="doc">
      <dgm:prSet loTypeId="urn:microsoft.com/office/officeart/2008/layout/VerticalCircle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0765EF8-1D80-4A73-83CE-AE2571F44CD4}">
      <dgm:prSet/>
      <dgm:spPr/>
      <dgm:t>
        <a:bodyPr/>
        <a:lstStyle/>
        <a:p>
          <a:r>
            <a:rPr lang="ru-RU" b="0" i="0"/>
            <a:t>В. Каразіна</a:t>
          </a:r>
          <a:endParaRPr lang="uk-UA"/>
        </a:p>
      </dgm:t>
    </dgm:pt>
    <dgm:pt modelId="{DC5CC7C6-562D-4530-9937-EDCB4377A610}" type="parTrans" cxnId="{349567A8-8793-4BD0-A69C-CE4959E0EB41}">
      <dgm:prSet/>
      <dgm:spPr/>
      <dgm:t>
        <a:bodyPr/>
        <a:lstStyle/>
        <a:p>
          <a:endParaRPr lang="uk-UA"/>
        </a:p>
      </dgm:t>
    </dgm:pt>
    <dgm:pt modelId="{F54F6EEA-06FA-48CD-A7AA-92A209B1DA87}" type="sibTrans" cxnId="{349567A8-8793-4BD0-A69C-CE4959E0EB41}">
      <dgm:prSet/>
      <dgm:spPr/>
      <dgm:t>
        <a:bodyPr/>
        <a:lstStyle/>
        <a:p>
          <a:endParaRPr lang="uk-UA"/>
        </a:p>
      </dgm:t>
    </dgm:pt>
    <dgm:pt modelId="{E4F1F133-1076-477E-9127-E537A44F74BC}">
      <dgm:prSet/>
      <dgm:spPr/>
      <dgm:t>
        <a:bodyPr/>
        <a:lstStyle/>
        <a:p>
          <a:r>
            <a:rPr lang="ru-RU" b="0" i="0"/>
            <a:t>Я. Головацького</a:t>
          </a:r>
          <a:endParaRPr lang="uk-UA"/>
        </a:p>
      </dgm:t>
    </dgm:pt>
    <dgm:pt modelId="{938DA330-F2A5-4B39-9686-A88E6036AE60}" type="parTrans" cxnId="{E4827FED-BBC9-4A38-8D97-B7A305980F1B}">
      <dgm:prSet/>
      <dgm:spPr/>
      <dgm:t>
        <a:bodyPr/>
        <a:lstStyle/>
        <a:p>
          <a:endParaRPr lang="uk-UA"/>
        </a:p>
      </dgm:t>
    </dgm:pt>
    <dgm:pt modelId="{E42C070F-8395-4DCF-842B-249AA06D8B20}" type="sibTrans" cxnId="{E4827FED-BBC9-4A38-8D97-B7A305980F1B}">
      <dgm:prSet/>
      <dgm:spPr/>
      <dgm:t>
        <a:bodyPr/>
        <a:lstStyle/>
        <a:p>
          <a:endParaRPr lang="uk-UA"/>
        </a:p>
      </dgm:t>
    </dgm:pt>
    <dgm:pt modelId="{921D1465-898A-4BDA-9D19-1FC23BBD44C6}">
      <dgm:prSet/>
      <dgm:spPr/>
      <dgm:t>
        <a:bodyPr/>
        <a:lstStyle/>
        <a:p>
          <a:r>
            <a:rPr lang="ru-RU" b="0" i="0"/>
            <a:t>М. Максимовича</a:t>
          </a:r>
          <a:endParaRPr lang="uk-UA"/>
        </a:p>
      </dgm:t>
    </dgm:pt>
    <dgm:pt modelId="{CE30FCF8-B480-4D0D-BFE9-A1CC5853C715}" type="parTrans" cxnId="{60F2F0D2-9FDD-48F2-8AC5-FF702DDE9D40}">
      <dgm:prSet/>
      <dgm:spPr/>
      <dgm:t>
        <a:bodyPr/>
        <a:lstStyle/>
        <a:p>
          <a:endParaRPr lang="uk-UA"/>
        </a:p>
      </dgm:t>
    </dgm:pt>
    <dgm:pt modelId="{7654CD6F-1C74-4621-85CB-87D75D7BD637}" type="sibTrans" cxnId="{60F2F0D2-9FDD-48F2-8AC5-FF702DDE9D40}">
      <dgm:prSet/>
      <dgm:spPr/>
      <dgm:t>
        <a:bodyPr/>
        <a:lstStyle/>
        <a:p>
          <a:endParaRPr lang="uk-UA"/>
        </a:p>
      </dgm:t>
    </dgm:pt>
    <dgm:pt modelId="{5A23D802-8973-495A-8E48-4BA820F09E16}">
      <dgm:prSet/>
      <dgm:spPr/>
      <dgm:t>
        <a:bodyPr/>
        <a:lstStyle/>
        <a:p>
          <a:r>
            <a:rPr lang="ru-RU" b="0" i="0"/>
            <a:t>М.Остроградського</a:t>
          </a:r>
          <a:endParaRPr lang="uk-UA"/>
        </a:p>
      </dgm:t>
    </dgm:pt>
    <dgm:pt modelId="{11A1F1FB-A6D0-4D0B-8588-BD8F603B5707}" type="parTrans" cxnId="{520F42D2-B847-41AB-A25D-7CB955A30604}">
      <dgm:prSet/>
      <dgm:spPr/>
      <dgm:t>
        <a:bodyPr/>
        <a:lstStyle/>
        <a:p>
          <a:endParaRPr lang="uk-UA"/>
        </a:p>
      </dgm:t>
    </dgm:pt>
    <dgm:pt modelId="{B65E391D-BF24-485C-AEA7-EFBF5069CF8E}" type="sibTrans" cxnId="{520F42D2-B847-41AB-A25D-7CB955A30604}">
      <dgm:prSet/>
      <dgm:spPr/>
      <dgm:t>
        <a:bodyPr/>
        <a:lstStyle/>
        <a:p>
          <a:endParaRPr lang="uk-UA"/>
        </a:p>
      </dgm:t>
    </dgm:pt>
    <dgm:pt modelId="{8DDC16C4-3BE4-4994-879E-80E2EE15A8C8}" type="pres">
      <dgm:prSet presAssocID="{BB941109-C850-413B-ADDE-00F4D674161C}" presName="Name0" presStyleCnt="0">
        <dgm:presLayoutVars>
          <dgm:dir/>
        </dgm:presLayoutVars>
      </dgm:prSet>
      <dgm:spPr/>
    </dgm:pt>
    <dgm:pt modelId="{E5D7D765-BAE1-424F-9285-F034A4212C3A}" type="pres">
      <dgm:prSet presAssocID="{80765EF8-1D80-4A73-83CE-AE2571F44CD4}" presName="noChildren" presStyleCnt="0"/>
      <dgm:spPr/>
    </dgm:pt>
    <dgm:pt modelId="{AF370FB2-F90D-421B-BE3D-230941FCF464}" type="pres">
      <dgm:prSet presAssocID="{80765EF8-1D80-4A73-83CE-AE2571F44CD4}" presName="gap" presStyleCnt="0"/>
      <dgm:spPr/>
    </dgm:pt>
    <dgm:pt modelId="{A118EF10-8BF1-408C-A305-018CCF37E55F}" type="pres">
      <dgm:prSet presAssocID="{80765EF8-1D80-4A73-83CE-AE2571F44CD4}" presName="medCircle2" presStyleLbl="vennNode1" presStyleIdx="0" presStyleCnt="4"/>
      <dgm:spPr/>
    </dgm:pt>
    <dgm:pt modelId="{250A283D-6D8C-46AA-BB01-01274357845F}" type="pres">
      <dgm:prSet presAssocID="{80765EF8-1D80-4A73-83CE-AE2571F44CD4}" presName="txLvlOnly1" presStyleLbl="revTx" presStyleIdx="0" presStyleCnt="4"/>
      <dgm:spPr/>
    </dgm:pt>
    <dgm:pt modelId="{CD26120F-CEA3-4E88-AB86-1DACAC9D45C8}" type="pres">
      <dgm:prSet presAssocID="{E4F1F133-1076-477E-9127-E537A44F74BC}" presName="noChildren" presStyleCnt="0"/>
      <dgm:spPr/>
    </dgm:pt>
    <dgm:pt modelId="{CE145F89-3B97-463A-8AF8-31C0C88984D1}" type="pres">
      <dgm:prSet presAssocID="{E4F1F133-1076-477E-9127-E537A44F74BC}" presName="gap" presStyleCnt="0"/>
      <dgm:spPr/>
    </dgm:pt>
    <dgm:pt modelId="{5E32C1C7-8AE5-4CCE-B7F9-3689A18E0A24}" type="pres">
      <dgm:prSet presAssocID="{E4F1F133-1076-477E-9127-E537A44F74BC}" presName="medCircle2" presStyleLbl="vennNode1" presStyleIdx="1" presStyleCnt="4"/>
      <dgm:spPr/>
    </dgm:pt>
    <dgm:pt modelId="{9365C57E-83ED-4645-9488-C6E2D93BBF74}" type="pres">
      <dgm:prSet presAssocID="{E4F1F133-1076-477E-9127-E537A44F74BC}" presName="txLvlOnly1" presStyleLbl="revTx" presStyleIdx="1" presStyleCnt="4"/>
      <dgm:spPr/>
    </dgm:pt>
    <dgm:pt modelId="{18B2642C-1CD4-4975-82FB-88E5AC6EC331}" type="pres">
      <dgm:prSet presAssocID="{921D1465-898A-4BDA-9D19-1FC23BBD44C6}" presName="noChildren" presStyleCnt="0"/>
      <dgm:spPr/>
    </dgm:pt>
    <dgm:pt modelId="{906C09EE-87AC-4B2C-B1F4-D736C6833F2A}" type="pres">
      <dgm:prSet presAssocID="{921D1465-898A-4BDA-9D19-1FC23BBD44C6}" presName="gap" presStyleCnt="0"/>
      <dgm:spPr/>
    </dgm:pt>
    <dgm:pt modelId="{8EB7E376-C715-4ED9-80A3-045655E4CE2B}" type="pres">
      <dgm:prSet presAssocID="{921D1465-898A-4BDA-9D19-1FC23BBD44C6}" presName="medCircle2" presStyleLbl="vennNode1" presStyleIdx="2" presStyleCnt="4"/>
      <dgm:spPr/>
    </dgm:pt>
    <dgm:pt modelId="{B78058F9-3694-49B2-AE60-AB26C47897B2}" type="pres">
      <dgm:prSet presAssocID="{921D1465-898A-4BDA-9D19-1FC23BBD44C6}" presName="txLvlOnly1" presStyleLbl="revTx" presStyleIdx="2" presStyleCnt="4"/>
      <dgm:spPr/>
    </dgm:pt>
    <dgm:pt modelId="{AAC4FB26-ED07-4CFC-82EC-7295AAF5BC1B}" type="pres">
      <dgm:prSet presAssocID="{5A23D802-8973-495A-8E48-4BA820F09E16}" presName="noChildren" presStyleCnt="0"/>
      <dgm:spPr/>
    </dgm:pt>
    <dgm:pt modelId="{5D96B989-39ED-45DD-A701-97D240691FCB}" type="pres">
      <dgm:prSet presAssocID="{5A23D802-8973-495A-8E48-4BA820F09E16}" presName="gap" presStyleCnt="0"/>
      <dgm:spPr/>
    </dgm:pt>
    <dgm:pt modelId="{6D890523-9A9F-4602-BEB0-0532321F1CA1}" type="pres">
      <dgm:prSet presAssocID="{5A23D802-8973-495A-8E48-4BA820F09E16}" presName="medCircle2" presStyleLbl="vennNode1" presStyleIdx="3" presStyleCnt="4"/>
      <dgm:spPr/>
    </dgm:pt>
    <dgm:pt modelId="{B05516E5-78F9-457F-8B69-63CA08CF056B}" type="pres">
      <dgm:prSet presAssocID="{5A23D802-8973-495A-8E48-4BA820F09E16}" presName="txLvlOnly1" presStyleLbl="revTx" presStyleIdx="3" presStyleCnt="4"/>
      <dgm:spPr/>
    </dgm:pt>
  </dgm:ptLst>
  <dgm:cxnLst>
    <dgm:cxn modelId="{164D150C-8CE2-426C-AA33-EC6D40F46A4F}" type="presOf" srcId="{80765EF8-1D80-4A73-83CE-AE2571F44CD4}" destId="{250A283D-6D8C-46AA-BB01-01274357845F}" srcOrd="0" destOrd="0" presId="urn:microsoft.com/office/officeart/2008/layout/VerticalCircleList"/>
    <dgm:cxn modelId="{C6D4840E-330B-4947-865F-944AAFB0F31E}" type="presOf" srcId="{921D1465-898A-4BDA-9D19-1FC23BBD44C6}" destId="{B78058F9-3694-49B2-AE60-AB26C47897B2}" srcOrd="0" destOrd="0" presId="urn:microsoft.com/office/officeart/2008/layout/VerticalCircleList"/>
    <dgm:cxn modelId="{AD2BE66C-7C6E-44F7-B737-30EF373D17FE}" type="presOf" srcId="{5A23D802-8973-495A-8E48-4BA820F09E16}" destId="{B05516E5-78F9-457F-8B69-63CA08CF056B}" srcOrd="0" destOrd="0" presId="urn:microsoft.com/office/officeart/2008/layout/VerticalCircleList"/>
    <dgm:cxn modelId="{D653F3A4-9FDF-48D2-BC27-3945CF955554}" type="presOf" srcId="{E4F1F133-1076-477E-9127-E537A44F74BC}" destId="{9365C57E-83ED-4645-9488-C6E2D93BBF74}" srcOrd="0" destOrd="0" presId="urn:microsoft.com/office/officeart/2008/layout/VerticalCircleList"/>
    <dgm:cxn modelId="{349567A8-8793-4BD0-A69C-CE4959E0EB41}" srcId="{BB941109-C850-413B-ADDE-00F4D674161C}" destId="{80765EF8-1D80-4A73-83CE-AE2571F44CD4}" srcOrd="0" destOrd="0" parTransId="{DC5CC7C6-562D-4530-9937-EDCB4377A610}" sibTransId="{F54F6EEA-06FA-48CD-A7AA-92A209B1DA87}"/>
    <dgm:cxn modelId="{520F42D2-B847-41AB-A25D-7CB955A30604}" srcId="{BB941109-C850-413B-ADDE-00F4D674161C}" destId="{5A23D802-8973-495A-8E48-4BA820F09E16}" srcOrd="3" destOrd="0" parTransId="{11A1F1FB-A6D0-4D0B-8588-BD8F603B5707}" sibTransId="{B65E391D-BF24-485C-AEA7-EFBF5069CF8E}"/>
    <dgm:cxn modelId="{60F2F0D2-9FDD-48F2-8AC5-FF702DDE9D40}" srcId="{BB941109-C850-413B-ADDE-00F4D674161C}" destId="{921D1465-898A-4BDA-9D19-1FC23BBD44C6}" srcOrd="2" destOrd="0" parTransId="{CE30FCF8-B480-4D0D-BFE9-A1CC5853C715}" sibTransId="{7654CD6F-1C74-4621-85CB-87D75D7BD637}"/>
    <dgm:cxn modelId="{862257DF-8A26-4EDA-B807-0E63247155E8}" type="presOf" srcId="{BB941109-C850-413B-ADDE-00F4D674161C}" destId="{8DDC16C4-3BE4-4994-879E-80E2EE15A8C8}" srcOrd="0" destOrd="0" presId="urn:microsoft.com/office/officeart/2008/layout/VerticalCircleList"/>
    <dgm:cxn modelId="{E4827FED-BBC9-4A38-8D97-B7A305980F1B}" srcId="{BB941109-C850-413B-ADDE-00F4D674161C}" destId="{E4F1F133-1076-477E-9127-E537A44F74BC}" srcOrd="1" destOrd="0" parTransId="{938DA330-F2A5-4B39-9686-A88E6036AE60}" sibTransId="{E42C070F-8395-4DCF-842B-249AA06D8B20}"/>
    <dgm:cxn modelId="{1301F6E3-B22E-47AC-957D-950B342C4990}" type="presParOf" srcId="{8DDC16C4-3BE4-4994-879E-80E2EE15A8C8}" destId="{E5D7D765-BAE1-424F-9285-F034A4212C3A}" srcOrd="0" destOrd="0" presId="urn:microsoft.com/office/officeart/2008/layout/VerticalCircleList"/>
    <dgm:cxn modelId="{C8A18772-FB6A-45FE-92D3-DDE6DC3D81A8}" type="presParOf" srcId="{E5D7D765-BAE1-424F-9285-F034A4212C3A}" destId="{AF370FB2-F90D-421B-BE3D-230941FCF464}" srcOrd="0" destOrd="0" presId="urn:microsoft.com/office/officeart/2008/layout/VerticalCircleList"/>
    <dgm:cxn modelId="{D03AF963-1431-4EF1-A059-EFB6252F632B}" type="presParOf" srcId="{E5D7D765-BAE1-424F-9285-F034A4212C3A}" destId="{A118EF10-8BF1-408C-A305-018CCF37E55F}" srcOrd="1" destOrd="0" presId="urn:microsoft.com/office/officeart/2008/layout/VerticalCircleList"/>
    <dgm:cxn modelId="{A7F076D2-0427-4658-88BC-7D45B091436F}" type="presParOf" srcId="{E5D7D765-BAE1-424F-9285-F034A4212C3A}" destId="{250A283D-6D8C-46AA-BB01-01274357845F}" srcOrd="2" destOrd="0" presId="urn:microsoft.com/office/officeart/2008/layout/VerticalCircleList"/>
    <dgm:cxn modelId="{27D83AD8-A319-461E-8286-33A5A8BD11FE}" type="presParOf" srcId="{8DDC16C4-3BE4-4994-879E-80E2EE15A8C8}" destId="{CD26120F-CEA3-4E88-AB86-1DACAC9D45C8}" srcOrd="1" destOrd="0" presId="urn:microsoft.com/office/officeart/2008/layout/VerticalCircleList"/>
    <dgm:cxn modelId="{24F37A74-AE68-408D-BB14-75939B52DDCD}" type="presParOf" srcId="{CD26120F-CEA3-4E88-AB86-1DACAC9D45C8}" destId="{CE145F89-3B97-463A-8AF8-31C0C88984D1}" srcOrd="0" destOrd="0" presId="urn:microsoft.com/office/officeart/2008/layout/VerticalCircleList"/>
    <dgm:cxn modelId="{BACC4544-01EF-4F90-BAAA-FCED6CF9509C}" type="presParOf" srcId="{CD26120F-CEA3-4E88-AB86-1DACAC9D45C8}" destId="{5E32C1C7-8AE5-4CCE-B7F9-3689A18E0A24}" srcOrd="1" destOrd="0" presId="urn:microsoft.com/office/officeart/2008/layout/VerticalCircleList"/>
    <dgm:cxn modelId="{CFEF2FEF-9E20-4993-BFBD-C5B48ED89C77}" type="presParOf" srcId="{CD26120F-CEA3-4E88-AB86-1DACAC9D45C8}" destId="{9365C57E-83ED-4645-9488-C6E2D93BBF74}" srcOrd="2" destOrd="0" presId="urn:microsoft.com/office/officeart/2008/layout/VerticalCircleList"/>
    <dgm:cxn modelId="{670C8EA8-DD94-4D33-9B11-C18D2FA9C357}" type="presParOf" srcId="{8DDC16C4-3BE4-4994-879E-80E2EE15A8C8}" destId="{18B2642C-1CD4-4975-82FB-88E5AC6EC331}" srcOrd="2" destOrd="0" presId="urn:microsoft.com/office/officeart/2008/layout/VerticalCircleList"/>
    <dgm:cxn modelId="{87F11B9F-FDDF-41F8-8E86-5FDF1472A70E}" type="presParOf" srcId="{18B2642C-1CD4-4975-82FB-88E5AC6EC331}" destId="{906C09EE-87AC-4B2C-B1F4-D736C6833F2A}" srcOrd="0" destOrd="0" presId="urn:microsoft.com/office/officeart/2008/layout/VerticalCircleList"/>
    <dgm:cxn modelId="{0455B0C9-961A-4BF6-9EE0-F82DD7E8FF26}" type="presParOf" srcId="{18B2642C-1CD4-4975-82FB-88E5AC6EC331}" destId="{8EB7E376-C715-4ED9-80A3-045655E4CE2B}" srcOrd="1" destOrd="0" presId="urn:microsoft.com/office/officeart/2008/layout/VerticalCircleList"/>
    <dgm:cxn modelId="{1198A2E8-8ED5-4B1A-9065-3C38E0DE919B}" type="presParOf" srcId="{18B2642C-1CD4-4975-82FB-88E5AC6EC331}" destId="{B78058F9-3694-49B2-AE60-AB26C47897B2}" srcOrd="2" destOrd="0" presId="urn:microsoft.com/office/officeart/2008/layout/VerticalCircleList"/>
    <dgm:cxn modelId="{B4114D78-22AF-4256-96B1-3E3548F5CDD9}" type="presParOf" srcId="{8DDC16C4-3BE4-4994-879E-80E2EE15A8C8}" destId="{AAC4FB26-ED07-4CFC-82EC-7295AAF5BC1B}" srcOrd="3" destOrd="0" presId="urn:microsoft.com/office/officeart/2008/layout/VerticalCircleList"/>
    <dgm:cxn modelId="{C78B316C-7E02-4EB2-BEA7-1442377C3FE4}" type="presParOf" srcId="{AAC4FB26-ED07-4CFC-82EC-7295AAF5BC1B}" destId="{5D96B989-39ED-45DD-A701-97D240691FCB}" srcOrd="0" destOrd="0" presId="urn:microsoft.com/office/officeart/2008/layout/VerticalCircleList"/>
    <dgm:cxn modelId="{EE0B798D-DFFF-4C47-A562-1716D38BBB0E}" type="presParOf" srcId="{AAC4FB26-ED07-4CFC-82EC-7295AAF5BC1B}" destId="{6D890523-9A9F-4602-BEB0-0532321F1CA1}" srcOrd="1" destOrd="0" presId="urn:microsoft.com/office/officeart/2008/layout/VerticalCircleList"/>
    <dgm:cxn modelId="{2595A36C-4872-4373-B0AC-C0AED16ADD25}" type="presParOf" srcId="{AAC4FB26-ED07-4CFC-82EC-7295AAF5BC1B}" destId="{B05516E5-78F9-457F-8B69-63CA08CF056B}" srcOrd="2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C8A52807-16A6-4D80-B7B0-8AA683B9788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5E02B0F-CC37-4EF1-A8AE-83F385A93EFE}">
      <dgm:prSet/>
      <dgm:spPr/>
      <dgm:t>
        <a:bodyPr/>
        <a:lstStyle/>
        <a:p>
          <a:r>
            <a:rPr lang="uk-UA" b="0" i="0"/>
            <a:t>проведення Собору руських учених у Львові.</a:t>
          </a:r>
          <a:endParaRPr lang="uk-UA"/>
        </a:p>
      </dgm:t>
    </dgm:pt>
    <dgm:pt modelId="{97FEC311-DF97-4004-BE58-8C71A7A3270B}" type="parTrans" cxnId="{BA04B35A-766E-4EDF-B73B-C50233CA638A}">
      <dgm:prSet/>
      <dgm:spPr/>
      <dgm:t>
        <a:bodyPr/>
        <a:lstStyle/>
        <a:p>
          <a:endParaRPr lang="uk-UA"/>
        </a:p>
      </dgm:t>
    </dgm:pt>
    <dgm:pt modelId="{1CB5417E-E1A4-44CA-A35F-5DB66A107847}" type="sibTrans" cxnId="{BA04B35A-766E-4EDF-B73B-C50233CA638A}">
      <dgm:prSet/>
      <dgm:spPr/>
      <dgm:t>
        <a:bodyPr/>
        <a:lstStyle/>
        <a:p>
          <a:endParaRPr lang="uk-UA"/>
        </a:p>
      </dgm:t>
    </dgm:pt>
    <dgm:pt modelId="{9C61C378-BCC9-4988-A942-17425821C72C}">
      <dgm:prSet/>
      <dgm:spPr/>
      <dgm:t>
        <a:bodyPr/>
        <a:lstStyle/>
        <a:p>
          <a:r>
            <a:rPr lang="uk-UA" b="0" i="0"/>
            <a:t>становлення українського професійного театру в Галичині.</a:t>
          </a:r>
          <a:endParaRPr lang="uk-UA"/>
        </a:p>
      </dgm:t>
    </dgm:pt>
    <dgm:pt modelId="{5B94BB67-E9F7-4473-AA33-8B55A116531B}" type="parTrans" cxnId="{02CB1FF7-3003-4491-BE35-FB6A7012BDB4}">
      <dgm:prSet/>
      <dgm:spPr/>
      <dgm:t>
        <a:bodyPr/>
        <a:lstStyle/>
        <a:p>
          <a:endParaRPr lang="uk-UA"/>
        </a:p>
      </dgm:t>
    </dgm:pt>
    <dgm:pt modelId="{E7F6C8E5-3969-45E3-8E05-EC96C213FB61}" type="sibTrans" cxnId="{02CB1FF7-3003-4491-BE35-FB6A7012BDB4}">
      <dgm:prSet/>
      <dgm:spPr/>
      <dgm:t>
        <a:bodyPr/>
        <a:lstStyle/>
        <a:p>
          <a:endParaRPr lang="uk-UA"/>
        </a:p>
      </dgm:t>
    </dgm:pt>
    <dgm:pt modelId="{F644FA3E-AE0C-433A-AD2D-C73A9F78EC5A}">
      <dgm:prSet/>
      <dgm:spPr/>
      <dgm:t>
        <a:bodyPr/>
        <a:lstStyle/>
        <a:p>
          <a:r>
            <a:rPr lang="uk-UA" b="0" i="0"/>
            <a:t>започаткування українськомовної преси в Наддніпрянській Україні.</a:t>
          </a:r>
          <a:endParaRPr lang="uk-UA"/>
        </a:p>
      </dgm:t>
    </dgm:pt>
    <dgm:pt modelId="{6CBFD075-72B8-4FCA-B218-4DE5569E8482}" type="parTrans" cxnId="{CA4E2F0F-D4BB-47B9-BB2F-8E8DBFB854C2}">
      <dgm:prSet/>
      <dgm:spPr/>
      <dgm:t>
        <a:bodyPr/>
        <a:lstStyle/>
        <a:p>
          <a:endParaRPr lang="uk-UA"/>
        </a:p>
      </dgm:t>
    </dgm:pt>
    <dgm:pt modelId="{439303ED-B1D6-4164-9903-9A76ECA854FB}" type="sibTrans" cxnId="{CA4E2F0F-D4BB-47B9-BB2F-8E8DBFB854C2}">
      <dgm:prSet/>
      <dgm:spPr/>
      <dgm:t>
        <a:bodyPr/>
        <a:lstStyle/>
        <a:p>
          <a:endParaRPr lang="uk-UA"/>
        </a:p>
      </dgm:t>
    </dgm:pt>
    <dgm:pt modelId="{B054AA87-E4FF-441D-A3FD-14C9BA3BA6C6}">
      <dgm:prSet/>
      <dgm:spPr/>
      <dgm:t>
        <a:bodyPr/>
        <a:lstStyle/>
        <a:p>
          <a:r>
            <a:rPr lang="uk-UA" b="0" i="0"/>
            <a:t>відкриття університетів на українських землях у складі Російської імперії.</a:t>
          </a:r>
          <a:endParaRPr lang="uk-UA"/>
        </a:p>
      </dgm:t>
    </dgm:pt>
    <dgm:pt modelId="{5DB04255-3D89-4C01-815C-DE8BEEF9E19C}" type="parTrans" cxnId="{85C4B017-262B-49AB-9497-66491E5E243B}">
      <dgm:prSet/>
      <dgm:spPr/>
      <dgm:t>
        <a:bodyPr/>
        <a:lstStyle/>
        <a:p>
          <a:endParaRPr lang="uk-UA"/>
        </a:p>
      </dgm:t>
    </dgm:pt>
    <dgm:pt modelId="{A6C84E48-98D0-499F-B03E-E60E93F89544}" type="sibTrans" cxnId="{85C4B017-262B-49AB-9497-66491E5E243B}">
      <dgm:prSet/>
      <dgm:spPr/>
      <dgm:t>
        <a:bodyPr/>
        <a:lstStyle/>
        <a:p>
          <a:endParaRPr lang="uk-UA"/>
        </a:p>
      </dgm:t>
    </dgm:pt>
    <dgm:pt modelId="{7F4536DF-5675-476A-B245-49DF1F8ABCF7}" type="pres">
      <dgm:prSet presAssocID="{C8A52807-16A6-4D80-B7B0-8AA683B9788C}" presName="linear" presStyleCnt="0">
        <dgm:presLayoutVars>
          <dgm:animLvl val="lvl"/>
          <dgm:resizeHandles val="exact"/>
        </dgm:presLayoutVars>
      </dgm:prSet>
      <dgm:spPr/>
    </dgm:pt>
    <dgm:pt modelId="{ADCB541E-E8CC-4154-BADF-E91964CC2402}" type="pres">
      <dgm:prSet presAssocID="{35E02B0F-CC37-4EF1-A8AE-83F385A93EF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69A4072-73BC-4E6E-B877-2D086AE9F666}" type="pres">
      <dgm:prSet presAssocID="{1CB5417E-E1A4-44CA-A35F-5DB66A107847}" presName="spacer" presStyleCnt="0"/>
      <dgm:spPr/>
    </dgm:pt>
    <dgm:pt modelId="{8B6EFDBD-4C70-4C9C-8A32-E97CA84D7877}" type="pres">
      <dgm:prSet presAssocID="{9C61C378-BCC9-4988-A942-17425821C72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6EE9EAE-8E85-4CB3-9E36-AD84733D34A7}" type="pres">
      <dgm:prSet presAssocID="{E7F6C8E5-3969-45E3-8E05-EC96C213FB61}" presName="spacer" presStyleCnt="0"/>
      <dgm:spPr/>
    </dgm:pt>
    <dgm:pt modelId="{B3A45358-5430-4F5C-BA84-61958EED6B74}" type="pres">
      <dgm:prSet presAssocID="{F644FA3E-AE0C-433A-AD2D-C73A9F78EC5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AAE4D35-D7C5-4EA3-8D71-8B429DF62D19}" type="pres">
      <dgm:prSet presAssocID="{439303ED-B1D6-4164-9903-9A76ECA854FB}" presName="spacer" presStyleCnt="0"/>
      <dgm:spPr/>
    </dgm:pt>
    <dgm:pt modelId="{07D4F472-4CF4-4218-8F06-FADE9ED7690D}" type="pres">
      <dgm:prSet presAssocID="{B054AA87-E4FF-441D-A3FD-14C9BA3BA6C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B9EA10E-2E09-45EC-A5C7-C7FDAA7F5D73}" type="presOf" srcId="{35E02B0F-CC37-4EF1-A8AE-83F385A93EFE}" destId="{ADCB541E-E8CC-4154-BADF-E91964CC2402}" srcOrd="0" destOrd="0" presId="urn:microsoft.com/office/officeart/2005/8/layout/vList2"/>
    <dgm:cxn modelId="{CA4E2F0F-D4BB-47B9-BB2F-8E8DBFB854C2}" srcId="{C8A52807-16A6-4D80-B7B0-8AA683B9788C}" destId="{F644FA3E-AE0C-433A-AD2D-C73A9F78EC5A}" srcOrd="2" destOrd="0" parTransId="{6CBFD075-72B8-4FCA-B218-4DE5569E8482}" sibTransId="{439303ED-B1D6-4164-9903-9A76ECA854FB}"/>
    <dgm:cxn modelId="{457C1E11-D5E3-4BF3-B0C3-05C042565486}" type="presOf" srcId="{B054AA87-E4FF-441D-A3FD-14C9BA3BA6C6}" destId="{07D4F472-4CF4-4218-8F06-FADE9ED7690D}" srcOrd="0" destOrd="0" presId="urn:microsoft.com/office/officeart/2005/8/layout/vList2"/>
    <dgm:cxn modelId="{85C4B017-262B-49AB-9497-66491E5E243B}" srcId="{C8A52807-16A6-4D80-B7B0-8AA683B9788C}" destId="{B054AA87-E4FF-441D-A3FD-14C9BA3BA6C6}" srcOrd="3" destOrd="0" parTransId="{5DB04255-3D89-4C01-815C-DE8BEEF9E19C}" sibTransId="{A6C84E48-98D0-499F-B03E-E60E93F89544}"/>
    <dgm:cxn modelId="{087B1541-766A-44D7-BFAF-829F7D75877A}" type="presOf" srcId="{C8A52807-16A6-4D80-B7B0-8AA683B9788C}" destId="{7F4536DF-5675-476A-B245-49DF1F8ABCF7}" srcOrd="0" destOrd="0" presId="urn:microsoft.com/office/officeart/2005/8/layout/vList2"/>
    <dgm:cxn modelId="{BBD89678-BBB2-4C67-8576-3A7295917FF6}" type="presOf" srcId="{9C61C378-BCC9-4988-A942-17425821C72C}" destId="{8B6EFDBD-4C70-4C9C-8A32-E97CA84D7877}" srcOrd="0" destOrd="0" presId="urn:microsoft.com/office/officeart/2005/8/layout/vList2"/>
    <dgm:cxn modelId="{BA04B35A-766E-4EDF-B73B-C50233CA638A}" srcId="{C8A52807-16A6-4D80-B7B0-8AA683B9788C}" destId="{35E02B0F-CC37-4EF1-A8AE-83F385A93EFE}" srcOrd="0" destOrd="0" parTransId="{97FEC311-DF97-4004-BE58-8C71A7A3270B}" sibTransId="{1CB5417E-E1A4-44CA-A35F-5DB66A107847}"/>
    <dgm:cxn modelId="{02CB1FF7-3003-4491-BE35-FB6A7012BDB4}" srcId="{C8A52807-16A6-4D80-B7B0-8AA683B9788C}" destId="{9C61C378-BCC9-4988-A942-17425821C72C}" srcOrd="1" destOrd="0" parTransId="{5B94BB67-E9F7-4473-AA33-8B55A116531B}" sibTransId="{E7F6C8E5-3969-45E3-8E05-EC96C213FB61}"/>
    <dgm:cxn modelId="{A87B16FB-D0BC-4456-A895-E880601121D8}" type="presOf" srcId="{F644FA3E-AE0C-433A-AD2D-C73A9F78EC5A}" destId="{B3A45358-5430-4F5C-BA84-61958EED6B74}" srcOrd="0" destOrd="0" presId="urn:microsoft.com/office/officeart/2005/8/layout/vList2"/>
    <dgm:cxn modelId="{089E7601-BD80-483C-87D6-0797CDC0A232}" type="presParOf" srcId="{7F4536DF-5675-476A-B245-49DF1F8ABCF7}" destId="{ADCB541E-E8CC-4154-BADF-E91964CC2402}" srcOrd="0" destOrd="0" presId="urn:microsoft.com/office/officeart/2005/8/layout/vList2"/>
    <dgm:cxn modelId="{93208D36-C7E8-4101-8A4C-FBB11CAC29BD}" type="presParOf" srcId="{7F4536DF-5675-476A-B245-49DF1F8ABCF7}" destId="{769A4072-73BC-4E6E-B877-2D086AE9F666}" srcOrd="1" destOrd="0" presId="urn:microsoft.com/office/officeart/2005/8/layout/vList2"/>
    <dgm:cxn modelId="{D3823A04-1A6F-4AA4-9E30-B1B69D2F43D3}" type="presParOf" srcId="{7F4536DF-5675-476A-B245-49DF1F8ABCF7}" destId="{8B6EFDBD-4C70-4C9C-8A32-E97CA84D7877}" srcOrd="2" destOrd="0" presId="urn:microsoft.com/office/officeart/2005/8/layout/vList2"/>
    <dgm:cxn modelId="{988D608A-4BE7-427E-B58B-E44ECFBFDB68}" type="presParOf" srcId="{7F4536DF-5675-476A-B245-49DF1F8ABCF7}" destId="{C6EE9EAE-8E85-4CB3-9E36-AD84733D34A7}" srcOrd="3" destOrd="0" presId="urn:microsoft.com/office/officeart/2005/8/layout/vList2"/>
    <dgm:cxn modelId="{06F241FA-BDAE-4687-A9A2-5B66755ED58A}" type="presParOf" srcId="{7F4536DF-5675-476A-B245-49DF1F8ABCF7}" destId="{B3A45358-5430-4F5C-BA84-61958EED6B74}" srcOrd="4" destOrd="0" presId="urn:microsoft.com/office/officeart/2005/8/layout/vList2"/>
    <dgm:cxn modelId="{9CF26B02-8B3D-4D11-ABE0-262FF99F87B8}" type="presParOf" srcId="{7F4536DF-5675-476A-B245-49DF1F8ABCF7}" destId="{AAAE4D35-D7C5-4EA3-8D71-8B429DF62D19}" srcOrd="5" destOrd="0" presId="urn:microsoft.com/office/officeart/2005/8/layout/vList2"/>
    <dgm:cxn modelId="{E8895328-2248-489C-8D40-94885DEED5F7}" type="presParOf" srcId="{7F4536DF-5675-476A-B245-49DF1F8ABCF7}" destId="{07D4F472-4CF4-4218-8F06-FADE9ED7690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284BB1F3-A81A-4F0D-9F01-5AD4ED51342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FC167A0-00E5-48BC-AD9A-265282F798C2}">
      <dgm:prSet/>
      <dgm:spPr/>
      <dgm:t>
        <a:bodyPr/>
        <a:lstStyle/>
        <a:p>
          <a:r>
            <a:rPr lang="ru-RU" b="0" i="0"/>
            <a:t>перше видання «Кобзаря» Т. Шевченка в Петербурзі</a:t>
          </a:r>
          <a:endParaRPr lang="uk-UA"/>
        </a:p>
      </dgm:t>
    </dgm:pt>
    <dgm:pt modelId="{08E1A5CD-F83C-43D3-AD4A-44331F3BE59D}" type="parTrans" cxnId="{876768C8-1DEE-4867-B2F5-B421674A0599}">
      <dgm:prSet/>
      <dgm:spPr/>
      <dgm:t>
        <a:bodyPr/>
        <a:lstStyle/>
        <a:p>
          <a:endParaRPr lang="uk-UA"/>
        </a:p>
      </dgm:t>
    </dgm:pt>
    <dgm:pt modelId="{24E03C14-AB75-467A-8580-EFD0AFFAC347}" type="sibTrans" cxnId="{876768C8-1DEE-4867-B2F5-B421674A0599}">
      <dgm:prSet/>
      <dgm:spPr/>
      <dgm:t>
        <a:bodyPr/>
        <a:lstStyle/>
        <a:p>
          <a:endParaRPr lang="uk-UA"/>
        </a:p>
      </dgm:t>
    </dgm:pt>
    <dgm:pt modelId="{5567D292-46EA-4E4A-A6BD-BCC71B800779}">
      <dgm:prSet/>
      <dgm:spPr/>
      <dgm:t>
        <a:bodyPr/>
        <a:lstStyle/>
        <a:p>
          <a:r>
            <a:rPr lang="ru-RU" b="0" i="0"/>
            <a:t>видання «Енеїди» І. Котляревського</a:t>
          </a:r>
          <a:endParaRPr lang="uk-UA"/>
        </a:p>
      </dgm:t>
    </dgm:pt>
    <dgm:pt modelId="{C95FE432-E63D-4038-964F-063AF54E6EC2}" type="parTrans" cxnId="{0E6A1C37-A87C-4959-B6A0-2A2881AA1AD2}">
      <dgm:prSet/>
      <dgm:spPr/>
      <dgm:t>
        <a:bodyPr/>
        <a:lstStyle/>
        <a:p>
          <a:endParaRPr lang="uk-UA"/>
        </a:p>
      </dgm:t>
    </dgm:pt>
    <dgm:pt modelId="{00C92C15-75DE-455F-B0BC-D901FDE7C8BF}" type="sibTrans" cxnId="{0E6A1C37-A87C-4959-B6A0-2A2881AA1AD2}">
      <dgm:prSet/>
      <dgm:spPr/>
      <dgm:t>
        <a:bodyPr/>
        <a:lstStyle/>
        <a:p>
          <a:endParaRPr lang="uk-UA"/>
        </a:p>
      </dgm:t>
    </dgm:pt>
    <dgm:pt modelId="{DB6C28DF-F37A-4917-9DAB-E159CC7BA16A}">
      <dgm:prSet/>
      <dgm:spPr/>
      <dgm:t>
        <a:bodyPr/>
        <a:lstStyle/>
        <a:p>
          <a:r>
            <a:rPr lang="ru-RU" b="0" i="0"/>
            <a:t>повстання Чернігівського полку, керованого декабристами</a:t>
          </a:r>
          <a:endParaRPr lang="uk-UA"/>
        </a:p>
      </dgm:t>
    </dgm:pt>
    <dgm:pt modelId="{D7709AF6-A58C-455A-A83C-9E62F4C37F39}" type="parTrans" cxnId="{15F744C4-33E5-44FA-92A8-2E8DD9FC8CD8}">
      <dgm:prSet/>
      <dgm:spPr/>
      <dgm:t>
        <a:bodyPr/>
        <a:lstStyle/>
        <a:p>
          <a:endParaRPr lang="uk-UA"/>
        </a:p>
      </dgm:t>
    </dgm:pt>
    <dgm:pt modelId="{AC0F0539-1FA8-4A0F-B5E0-3DB9843EE91C}" type="sibTrans" cxnId="{15F744C4-33E5-44FA-92A8-2E8DD9FC8CD8}">
      <dgm:prSet/>
      <dgm:spPr/>
      <dgm:t>
        <a:bodyPr/>
        <a:lstStyle/>
        <a:p>
          <a:endParaRPr lang="uk-UA"/>
        </a:p>
      </dgm:t>
    </dgm:pt>
    <dgm:pt modelId="{F6C13B15-82EB-4030-A84A-1D24AA2E4B19}">
      <dgm:prSet/>
      <dgm:spPr/>
      <dgm:t>
        <a:bodyPr/>
        <a:lstStyle/>
        <a:p>
          <a:r>
            <a:rPr lang="ru-RU" b="0" i="0"/>
            <a:t>реорганізація Літературного товариства ім. Т. Шевченка в наукове</a:t>
          </a:r>
          <a:endParaRPr lang="uk-UA"/>
        </a:p>
      </dgm:t>
    </dgm:pt>
    <dgm:pt modelId="{2ABCC66C-4CEC-421A-87ED-716CD03A0678}" type="parTrans" cxnId="{6EC8AB8E-D76D-4F8D-A400-17397B66F672}">
      <dgm:prSet/>
      <dgm:spPr/>
      <dgm:t>
        <a:bodyPr/>
        <a:lstStyle/>
        <a:p>
          <a:endParaRPr lang="uk-UA"/>
        </a:p>
      </dgm:t>
    </dgm:pt>
    <dgm:pt modelId="{42CD4EC5-7295-4493-829D-302C2E1C85EE}" type="sibTrans" cxnId="{6EC8AB8E-D76D-4F8D-A400-17397B66F672}">
      <dgm:prSet/>
      <dgm:spPr/>
      <dgm:t>
        <a:bodyPr/>
        <a:lstStyle/>
        <a:p>
          <a:endParaRPr lang="uk-UA"/>
        </a:p>
      </dgm:t>
    </dgm:pt>
    <dgm:pt modelId="{E73DE8EF-06F3-4274-858C-D35C746028F9}" type="pres">
      <dgm:prSet presAssocID="{284BB1F3-A81A-4F0D-9F01-5AD4ED513424}" presName="linear" presStyleCnt="0">
        <dgm:presLayoutVars>
          <dgm:animLvl val="lvl"/>
          <dgm:resizeHandles val="exact"/>
        </dgm:presLayoutVars>
      </dgm:prSet>
      <dgm:spPr/>
    </dgm:pt>
    <dgm:pt modelId="{FF753D2A-8462-408B-8023-A89A4F62DDB5}" type="pres">
      <dgm:prSet presAssocID="{AFC167A0-00E5-48BC-AD9A-265282F798C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582F19B-0671-4B34-B9C8-9C0A67FFE39C}" type="pres">
      <dgm:prSet presAssocID="{24E03C14-AB75-467A-8580-EFD0AFFAC347}" presName="spacer" presStyleCnt="0"/>
      <dgm:spPr/>
    </dgm:pt>
    <dgm:pt modelId="{F23983A2-8039-4CE1-B90B-7CDD8F36A6CB}" type="pres">
      <dgm:prSet presAssocID="{5567D292-46EA-4E4A-A6BD-BCC71B80077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B9771FE-D817-4EA9-9B6B-E0011DA9F445}" type="pres">
      <dgm:prSet presAssocID="{00C92C15-75DE-455F-B0BC-D901FDE7C8BF}" presName="spacer" presStyleCnt="0"/>
      <dgm:spPr/>
    </dgm:pt>
    <dgm:pt modelId="{06B361B2-0470-4B19-89A9-2EEE454E2002}" type="pres">
      <dgm:prSet presAssocID="{DB6C28DF-F37A-4917-9DAB-E159CC7BA16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67AD409-5660-4925-A248-0894B79C7E6E}" type="pres">
      <dgm:prSet presAssocID="{AC0F0539-1FA8-4A0F-B5E0-3DB9843EE91C}" presName="spacer" presStyleCnt="0"/>
      <dgm:spPr/>
    </dgm:pt>
    <dgm:pt modelId="{846D732D-D0B1-4E03-858B-D76557736E8C}" type="pres">
      <dgm:prSet presAssocID="{F6C13B15-82EB-4030-A84A-1D24AA2E4B1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935E234-3B30-45AC-BC2D-DC975C61A21E}" type="presOf" srcId="{AFC167A0-00E5-48BC-AD9A-265282F798C2}" destId="{FF753D2A-8462-408B-8023-A89A4F62DDB5}" srcOrd="0" destOrd="0" presId="urn:microsoft.com/office/officeart/2005/8/layout/vList2"/>
    <dgm:cxn modelId="{0E6A1C37-A87C-4959-B6A0-2A2881AA1AD2}" srcId="{284BB1F3-A81A-4F0D-9F01-5AD4ED513424}" destId="{5567D292-46EA-4E4A-A6BD-BCC71B800779}" srcOrd="1" destOrd="0" parTransId="{C95FE432-E63D-4038-964F-063AF54E6EC2}" sibTransId="{00C92C15-75DE-455F-B0BC-D901FDE7C8BF}"/>
    <dgm:cxn modelId="{073FF241-8927-4709-BD2A-F9799616A158}" type="presOf" srcId="{284BB1F3-A81A-4F0D-9F01-5AD4ED513424}" destId="{E73DE8EF-06F3-4274-858C-D35C746028F9}" srcOrd="0" destOrd="0" presId="urn:microsoft.com/office/officeart/2005/8/layout/vList2"/>
    <dgm:cxn modelId="{6EC8AB8E-D76D-4F8D-A400-17397B66F672}" srcId="{284BB1F3-A81A-4F0D-9F01-5AD4ED513424}" destId="{F6C13B15-82EB-4030-A84A-1D24AA2E4B19}" srcOrd="3" destOrd="0" parTransId="{2ABCC66C-4CEC-421A-87ED-716CD03A0678}" sibTransId="{42CD4EC5-7295-4493-829D-302C2E1C85EE}"/>
    <dgm:cxn modelId="{CF698DBB-5978-4CC9-860E-EB2E2B742F56}" type="presOf" srcId="{F6C13B15-82EB-4030-A84A-1D24AA2E4B19}" destId="{846D732D-D0B1-4E03-858B-D76557736E8C}" srcOrd="0" destOrd="0" presId="urn:microsoft.com/office/officeart/2005/8/layout/vList2"/>
    <dgm:cxn modelId="{15F744C4-33E5-44FA-92A8-2E8DD9FC8CD8}" srcId="{284BB1F3-A81A-4F0D-9F01-5AD4ED513424}" destId="{DB6C28DF-F37A-4917-9DAB-E159CC7BA16A}" srcOrd="2" destOrd="0" parTransId="{D7709AF6-A58C-455A-A83C-9E62F4C37F39}" sibTransId="{AC0F0539-1FA8-4A0F-B5E0-3DB9843EE91C}"/>
    <dgm:cxn modelId="{876768C8-1DEE-4867-B2F5-B421674A0599}" srcId="{284BB1F3-A81A-4F0D-9F01-5AD4ED513424}" destId="{AFC167A0-00E5-48BC-AD9A-265282F798C2}" srcOrd="0" destOrd="0" parTransId="{08E1A5CD-F83C-43D3-AD4A-44331F3BE59D}" sibTransId="{24E03C14-AB75-467A-8580-EFD0AFFAC347}"/>
    <dgm:cxn modelId="{77A920CB-62EB-4FCB-BE4B-55235A3A6F00}" type="presOf" srcId="{DB6C28DF-F37A-4917-9DAB-E159CC7BA16A}" destId="{06B361B2-0470-4B19-89A9-2EEE454E2002}" srcOrd="0" destOrd="0" presId="urn:microsoft.com/office/officeart/2005/8/layout/vList2"/>
    <dgm:cxn modelId="{114C84FA-C850-4717-B747-25B5647DA159}" type="presOf" srcId="{5567D292-46EA-4E4A-A6BD-BCC71B800779}" destId="{F23983A2-8039-4CE1-B90B-7CDD8F36A6CB}" srcOrd="0" destOrd="0" presId="urn:microsoft.com/office/officeart/2005/8/layout/vList2"/>
    <dgm:cxn modelId="{92F39314-52E9-4C04-AE7B-75F81A512612}" type="presParOf" srcId="{E73DE8EF-06F3-4274-858C-D35C746028F9}" destId="{FF753D2A-8462-408B-8023-A89A4F62DDB5}" srcOrd="0" destOrd="0" presId="urn:microsoft.com/office/officeart/2005/8/layout/vList2"/>
    <dgm:cxn modelId="{113F3550-03BF-4D07-9A7D-5FE78601C1D2}" type="presParOf" srcId="{E73DE8EF-06F3-4274-858C-D35C746028F9}" destId="{2582F19B-0671-4B34-B9C8-9C0A67FFE39C}" srcOrd="1" destOrd="0" presId="urn:microsoft.com/office/officeart/2005/8/layout/vList2"/>
    <dgm:cxn modelId="{2EE1ADEA-F26F-4A25-97CE-3DD1AA469E95}" type="presParOf" srcId="{E73DE8EF-06F3-4274-858C-D35C746028F9}" destId="{F23983A2-8039-4CE1-B90B-7CDD8F36A6CB}" srcOrd="2" destOrd="0" presId="urn:microsoft.com/office/officeart/2005/8/layout/vList2"/>
    <dgm:cxn modelId="{C5C4F9AE-6C5B-4C21-89FC-7C7FBBF66D66}" type="presParOf" srcId="{E73DE8EF-06F3-4274-858C-D35C746028F9}" destId="{AB9771FE-D817-4EA9-9B6B-E0011DA9F445}" srcOrd="3" destOrd="0" presId="urn:microsoft.com/office/officeart/2005/8/layout/vList2"/>
    <dgm:cxn modelId="{2D5F73A0-5EC0-4D5E-89C4-5F2E95D20982}" type="presParOf" srcId="{E73DE8EF-06F3-4274-858C-D35C746028F9}" destId="{06B361B2-0470-4B19-89A9-2EEE454E2002}" srcOrd="4" destOrd="0" presId="urn:microsoft.com/office/officeart/2005/8/layout/vList2"/>
    <dgm:cxn modelId="{B7758DD2-F036-4F69-8EB1-3A171B9AF825}" type="presParOf" srcId="{E73DE8EF-06F3-4274-858C-D35C746028F9}" destId="{E67AD409-5660-4925-A248-0894B79C7E6E}" srcOrd="5" destOrd="0" presId="urn:microsoft.com/office/officeart/2005/8/layout/vList2"/>
    <dgm:cxn modelId="{C73BD7BA-9F69-4574-BDD8-9DB45A3BFE2B}" type="presParOf" srcId="{E73DE8EF-06F3-4274-858C-D35C746028F9}" destId="{846D732D-D0B1-4E03-858B-D76557736E8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A152635E-0953-44DD-8AB1-6BF66AC4CDA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0F2C62E-349C-4031-8E16-A30D69A3E186}">
      <dgm:prSet/>
      <dgm:spPr/>
      <dgm:t>
        <a:bodyPr/>
        <a:lstStyle/>
        <a:p>
          <a:r>
            <a:rPr lang="uk-UA" b="0" i="1"/>
            <a:t>«Він став самобутнім виявом імпресіонізму в літературі, вдаючись до аналізу психологічного стану своїх героїв. Його творчість остаточно розвіяла сумніви, чи зможе українська література стати великою літературою...»</a:t>
          </a:r>
          <a:endParaRPr lang="uk-UA"/>
        </a:p>
      </dgm:t>
    </dgm:pt>
    <dgm:pt modelId="{D68A98DB-0BD8-45C9-83B7-CCFFABE765BF}" type="parTrans" cxnId="{5CDC4434-71D0-4581-9544-01263A908A8F}">
      <dgm:prSet/>
      <dgm:spPr/>
      <dgm:t>
        <a:bodyPr/>
        <a:lstStyle/>
        <a:p>
          <a:endParaRPr lang="uk-UA"/>
        </a:p>
      </dgm:t>
    </dgm:pt>
    <dgm:pt modelId="{C49ECB96-6EF9-4F68-9EC4-C88107D43B9B}" type="sibTrans" cxnId="{5CDC4434-71D0-4581-9544-01263A908A8F}">
      <dgm:prSet/>
      <dgm:spPr/>
      <dgm:t>
        <a:bodyPr/>
        <a:lstStyle/>
        <a:p>
          <a:endParaRPr lang="uk-UA"/>
        </a:p>
      </dgm:t>
    </dgm:pt>
    <dgm:pt modelId="{7FA5AE05-69D7-408B-97D1-0AE4CDF72CCE}">
      <dgm:prSet/>
      <dgm:spPr/>
      <dgm:t>
        <a:bodyPr/>
        <a:lstStyle/>
        <a:p>
          <a:r>
            <a:rPr lang="uk-UA" b="0" i="1"/>
            <a:t>«З його ім’ям пов’язаний поворот до нового літературного і культурного розвитку. Його славу зачинателя нової української літератури, доповнює слава «батька» українського театру...»</a:t>
          </a:r>
          <a:endParaRPr lang="uk-UA"/>
        </a:p>
      </dgm:t>
    </dgm:pt>
    <dgm:pt modelId="{8E2B7F83-59B3-47B5-8DA6-95B18D1B04E0}" type="parTrans" cxnId="{1998993C-277B-4A26-B2A1-A866E3B5EFC9}">
      <dgm:prSet/>
      <dgm:spPr/>
      <dgm:t>
        <a:bodyPr/>
        <a:lstStyle/>
        <a:p>
          <a:endParaRPr lang="uk-UA"/>
        </a:p>
      </dgm:t>
    </dgm:pt>
    <dgm:pt modelId="{4A2C3BF3-A7EF-45D6-8B06-CEFE00DCD49C}" type="sibTrans" cxnId="{1998993C-277B-4A26-B2A1-A866E3B5EFC9}">
      <dgm:prSet/>
      <dgm:spPr/>
      <dgm:t>
        <a:bodyPr/>
        <a:lstStyle/>
        <a:p>
          <a:endParaRPr lang="uk-UA"/>
        </a:p>
      </dgm:t>
    </dgm:pt>
    <dgm:pt modelId="{D78D8E01-BC75-43B8-AB12-63023DB06D93}">
      <dgm:prSet/>
      <dgm:spPr/>
      <dgm:t>
        <a:bodyPr/>
        <a:lstStyle/>
        <a:p>
          <a:r>
            <a:rPr lang="uk-UA" b="0" i="1"/>
            <a:t>«Він був сином мужика і став володарем у царстві духа. Він був кріпаком і став велетнем у царстві людської культури. Він був самоуком і вказав нові... шляхи книжним ученим...»</a:t>
          </a:r>
          <a:endParaRPr lang="uk-UA"/>
        </a:p>
      </dgm:t>
    </dgm:pt>
    <dgm:pt modelId="{DAEE17B2-3045-4020-BA12-42C380FA7313}" type="parTrans" cxnId="{9E7DDF65-D7DD-4BA0-8269-35F26F81EAB7}">
      <dgm:prSet/>
      <dgm:spPr/>
      <dgm:t>
        <a:bodyPr/>
        <a:lstStyle/>
        <a:p>
          <a:endParaRPr lang="uk-UA"/>
        </a:p>
      </dgm:t>
    </dgm:pt>
    <dgm:pt modelId="{A289B4A0-4638-4145-8975-1F50B977248E}" type="sibTrans" cxnId="{9E7DDF65-D7DD-4BA0-8269-35F26F81EAB7}">
      <dgm:prSet/>
      <dgm:spPr/>
      <dgm:t>
        <a:bodyPr/>
        <a:lstStyle/>
        <a:p>
          <a:endParaRPr lang="uk-UA"/>
        </a:p>
      </dgm:t>
    </dgm:pt>
    <dgm:pt modelId="{F16BB53A-68A3-4051-B59D-5E214257967A}">
      <dgm:prSet/>
      <dgm:spPr/>
      <dgm:t>
        <a:bodyPr/>
        <a:lstStyle/>
        <a:p>
          <a:r>
            <a:rPr lang="uk-UA" b="0" i="1"/>
            <a:t>«Будучи останнім представником поезії українського бароко, він став предтечею нової української літератури, просякнувши її ідеями гуманізму та Просвітництва...»</a:t>
          </a:r>
          <a:endParaRPr lang="uk-UA"/>
        </a:p>
      </dgm:t>
    </dgm:pt>
    <dgm:pt modelId="{4C1D8247-FFA5-4A10-AA56-3C0A0115283E}" type="parTrans" cxnId="{FD9AA642-CF1A-4DA0-9D58-507C16800BA4}">
      <dgm:prSet/>
      <dgm:spPr/>
      <dgm:t>
        <a:bodyPr/>
        <a:lstStyle/>
        <a:p>
          <a:endParaRPr lang="uk-UA"/>
        </a:p>
      </dgm:t>
    </dgm:pt>
    <dgm:pt modelId="{EDD49FC1-602A-4161-8945-31C4B5AB74AD}" type="sibTrans" cxnId="{FD9AA642-CF1A-4DA0-9D58-507C16800BA4}">
      <dgm:prSet/>
      <dgm:spPr/>
      <dgm:t>
        <a:bodyPr/>
        <a:lstStyle/>
        <a:p>
          <a:endParaRPr lang="uk-UA"/>
        </a:p>
      </dgm:t>
    </dgm:pt>
    <dgm:pt modelId="{50FDCE78-6F08-480A-8D89-3F30E6979B58}" type="pres">
      <dgm:prSet presAssocID="{A152635E-0953-44DD-8AB1-6BF66AC4CDAC}" presName="linear" presStyleCnt="0">
        <dgm:presLayoutVars>
          <dgm:animLvl val="lvl"/>
          <dgm:resizeHandles val="exact"/>
        </dgm:presLayoutVars>
      </dgm:prSet>
      <dgm:spPr/>
    </dgm:pt>
    <dgm:pt modelId="{9A589920-8E31-40AF-B2B9-E88245B46D2F}" type="pres">
      <dgm:prSet presAssocID="{40F2C62E-349C-4031-8E16-A30D69A3E18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A65DB26-F7FA-411E-BFE5-A5F7E822E7D6}" type="pres">
      <dgm:prSet presAssocID="{C49ECB96-6EF9-4F68-9EC4-C88107D43B9B}" presName="spacer" presStyleCnt="0"/>
      <dgm:spPr/>
    </dgm:pt>
    <dgm:pt modelId="{F81EDCD9-EB93-4C90-A33F-A5A477FC1C94}" type="pres">
      <dgm:prSet presAssocID="{7FA5AE05-69D7-408B-97D1-0AE4CDF72CC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DB50B11-19DF-470B-8FB5-6BD5674A1976}" type="pres">
      <dgm:prSet presAssocID="{4A2C3BF3-A7EF-45D6-8B06-CEFE00DCD49C}" presName="spacer" presStyleCnt="0"/>
      <dgm:spPr/>
    </dgm:pt>
    <dgm:pt modelId="{11542686-69A1-4293-AB71-EFBC2E73E465}" type="pres">
      <dgm:prSet presAssocID="{D78D8E01-BC75-43B8-AB12-63023DB06D9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21A261C-FDAF-44F5-B33A-A444C641A5D8}" type="pres">
      <dgm:prSet presAssocID="{A289B4A0-4638-4145-8975-1F50B977248E}" presName="spacer" presStyleCnt="0"/>
      <dgm:spPr/>
    </dgm:pt>
    <dgm:pt modelId="{4D6DFF50-3780-403E-86A4-7CD0061E7E47}" type="pres">
      <dgm:prSet presAssocID="{F16BB53A-68A3-4051-B59D-5E214257967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CDC4434-71D0-4581-9544-01263A908A8F}" srcId="{A152635E-0953-44DD-8AB1-6BF66AC4CDAC}" destId="{40F2C62E-349C-4031-8E16-A30D69A3E186}" srcOrd="0" destOrd="0" parTransId="{D68A98DB-0BD8-45C9-83B7-CCFFABE765BF}" sibTransId="{C49ECB96-6EF9-4F68-9EC4-C88107D43B9B}"/>
    <dgm:cxn modelId="{1998993C-277B-4A26-B2A1-A866E3B5EFC9}" srcId="{A152635E-0953-44DD-8AB1-6BF66AC4CDAC}" destId="{7FA5AE05-69D7-408B-97D1-0AE4CDF72CCE}" srcOrd="1" destOrd="0" parTransId="{8E2B7F83-59B3-47B5-8DA6-95B18D1B04E0}" sibTransId="{4A2C3BF3-A7EF-45D6-8B06-CEFE00DCD49C}"/>
    <dgm:cxn modelId="{4385C761-F08C-474A-88CB-C686C1142571}" type="presOf" srcId="{D78D8E01-BC75-43B8-AB12-63023DB06D93}" destId="{11542686-69A1-4293-AB71-EFBC2E73E465}" srcOrd="0" destOrd="0" presId="urn:microsoft.com/office/officeart/2005/8/layout/vList2"/>
    <dgm:cxn modelId="{FD9AA642-CF1A-4DA0-9D58-507C16800BA4}" srcId="{A152635E-0953-44DD-8AB1-6BF66AC4CDAC}" destId="{F16BB53A-68A3-4051-B59D-5E214257967A}" srcOrd="3" destOrd="0" parTransId="{4C1D8247-FFA5-4A10-AA56-3C0A0115283E}" sibTransId="{EDD49FC1-602A-4161-8945-31C4B5AB74AD}"/>
    <dgm:cxn modelId="{9E7DDF65-D7DD-4BA0-8269-35F26F81EAB7}" srcId="{A152635E-0953-44DD-8AB1-6BF66AC4CDAC}" destId="{D78D8E01-BC75-43B8-AB12-63023DB06D93}" srcOrd="2" destOrd="0" parTransId="{DAEE17B2-3045-4020-BA12-42C380FA7313}" sibTransId="{A289B4A0-4638-4145-8975-1F50B977248E}"/>
    <dgm:cxn modelId="{48FD3D4C-C6F1-4D27-990F-F6BA162B75F3}" type="presOf" srcId="{7FA5AE05-69D7-408B-97D1-0AE4CDF72CCE}" destId="{F81EDCD9-EB93-4C90-A33F-A5A477FC1C94}" srcOrd="0" destOrd="0" presId="urn:microsoft.com/office/officeart/2005/8/layout/vList2"/>
    <dgm:cxn modelId="{A88CE178-89D6-47E9-88DD-4185B3C799CC}" type="presOf" srcId="{F16BB53A-68A3-4051-B59D-5E214257967A}" destId="{4D6DFF50-3780-403E-86A4-7CD0061E7E47}" srcOrd="0" destOrd="0" presId="urn:microsoft.com/office/officeart/2005/8/layout/vList2"/>
    <dgm:cxn modelId="{AE6AAFA9-050D-4F10-A07E-5B62DD000871}" type="presOf" srcId="{A152635E-0953-44DD-8AB1-6BF66AC4CDAC}" destId="{50FDCE78-6F08-480A-8D89-3F30E6979B58}" srcOrd="0" destOrd="0" presId="urn:microsoft.com/office/officeart/2005/8/layout/vList2"/>
    <dgm:cxn modelId="{756EFECA-D216-45FD-A200-AF51A108B3FE}" type="presOf" srcId="{40F2C62E-349C-4031-8E16-A30D69A3E186}" destId="{9A589920-8E31-40AF-B2B9-E88245B46D2F}" srcOrd="0" destOrd="0" presId="urn:microsoft.com/office/officeart/2005/8/layout/vList2"/>
    <dgm:cxn modelId="{8B12A8B2-4A6A-415F-B237-D0126DE956CA}" type="presParOf" srcId="{50FDCE78-6F08-480A-8D89-3F30E6979B58}" destId="{9A589920-8E31-40AF-B2B9-E88245B46D2F}" srcOrd="0" destOrd="0" presId="urn:microsoft.com/office/officeart/2005/8/layout/vList2"/>
    <dgm:cxn modelId="{31BA9991-2EB7-429C-B0F3-F9E52C7F23F4}" type="presParOf" srcId="{50FDCE78-6F08-480A-8D89-3F30E6979B58}" destId="{CA65DB26-F7FA-411E-BFE5-A5F7E822E7D6}" srcOrd="1" destOrd="0" presId="urn:microsoft.com/office/officeart/2005/8/layout/vList2"/>
    <dgm:cxn modelId="{DAA3842B-30FC-41C1-8B3F-2AEDA9107F36}" type="presParOf" srcId="{50FDCE78-6F08-480A-8D89-3F30E6979B58}" destId="{F81EDCD9-EB93-4C90-A33F-A5A477FC1C94}" srcOrd="2" destOrd="0" presId="urn:microsoft.com/office/officeart/2005/8/layout/vList2"/>
    <dgm:cxn modelId="{A6E04965-587E-4040-8A7B-D34DA4D07B55}" type="presParOf" srcId="{50FDCE78-6F08-480A-8D89-3F30E6979B58}" destId="{CDB50B11-19DF-470B-8FB5-6BD5674A1976}" srcOrd="3" destOrd="0" presId="urn:microsoft.com/office/officeart/2005/8/layout/vList2"/>
    <dgm:cxn modelId="{DCF4D2C8-92EF-41C6-A259-B2B7A7FBD1EB}" type="presParOf" srcId="{50FDCE78-6F08-480A-8D89-3F30E6979B58}" destId="{11542686-69A1-4293-AB71-EFBC2E73E465}" srcOrd="4" destOrd="0" presId="urn:microsoft.com/office/officeart/2005/8/layout/vList2"/>
    <dgm:cxn modelId="{B1519CE5-2697-4001-8FB7-1464BC3BBFAD}" type="presParOf" srcId="{50FDCE78-6F08-480A-8D89-3F30E6979B58}" destId="{321A261C-FDAF-44F5-B33A-A444C641A5D8}" srcOrd="5" destOrd="0" presId="urn:microsoft.com/office/officeart/2005/8/layout/vList2"/>
    <dgm:cxn modelId="{0F55C7B6-D5B4-41B1-A7AB-8293F3C79CA6}" type="presParOf" srcId="{50FDCE78-6F08-480A-8D89-3F30E6979B58}" destId="{4D6DFF50-3780-403E-86A4-7CD0061E7E4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6C5976E3-06D6-4DE4-9DBB-1B7259EA5D9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67DAE6C-E972-47E1-89D6-E9248253DD0D}">
      <dgm:prSet/>
      <dgm:spPr/>
      <dgm:t>
        <a:bodyPr/>
        <a:lstStyle/>
        <a:p>
          <a:r>
            <a:rPr lang="uk-UA" b="0" i="0"/>
            <a:t>конструктивізму.</a:t>
          </a:r>
          <a:endParaRPr lang="uk-UA"/>
        </a:p>
      </dgm:t>
    </dgm:pt>
    <dgm:pt modelId="{EBAE7B49-24FF-4473-AC19-82E8F8F35B68}" type="parTrans" cxnId="{C3FF4C4B-DB23-476D-80CC-097C5E8EDADF}">
      <dgm:prSet/>
      <dgm:spPr/>
      <dgm:t>
        <a:bodyPr/>
        <a:lstStyle/>
        <a:p>
          <a:endParaRPr lang="uk-UA"/>
        </a:p>
      </dgm:t>
    </dgm:pt>
    <dgm:pt modelId="{FF8BC47D-F02E-4358-853D-D33656EE5F51}" type="sibTrans" cxnId="{C3FF4C4B-DB23-476D-80CC-097C5E8EDADF}">
      <dgm:prSet/>
      <dgm:spPr/>
      <dgm:t>
        <a:bodyPr/>
        <a:lstStyle/>
        <a:p>
          <a:endParaRPr lang="uk-UA"/>
        </a:p>
      </dgm:t>
    </dgm:pt>
    <dgm:pt modelId="{D97886C6-CE66-49A6-AFBB-CAE289AE9815}">
      <dgm:prSet/>
      <dgm:spPr/>
      <dgm:t>
        <a:bodyPr/>
        <a:lstStyle/>
        <a:p>
          <a:r>
            <a:rPr lang="uk-UA" b="0" i="0"/>
            <a:t>класицизму.</a:t>
          </a:r>
          <a:endParaRPr lang="uk-UA"/>
        </a:p>
      </dgm:t>
    </dgm:pt>
    <dgm:pt modelId="{C6833CB0-6A91-4B76-A767-2B72197B6DDD}" type="parTrans" cxnId="{A60FD9A7-973D-4B84-8827-9FCC67426C40}">
      <dgm:prSet/>
      <dgm:spPr/>
      <dgm:t>
        <a:bodyPr/>
        <a:lstStyle/>
        <a:p>
          <a:endParaRPr lang="uk-UA"/>
        </a:p>
      </dgm:t>
    </dgm:pt>
    <dgm:pt modelId="{E1C727C9-EA29-4639-85E1-40BA46B24D28}" type="sibTrans" cxnId="{A60FD9A7-973D-4B84-8827-9FCC67426C40}">
      <dgm:prSet/>
      <dgm:spPr/>
      <dgm:t>
        <a:bodyPr/>
        <a:lstStyle/>
        <a:p>
          <a:endParaRPr lang="uk-UA"/>
        </a:p>
      </dgm:t>
    </dgm:pt>
    <dgm:pt modelId="{822F215F-F0F4-41CB-AAC3-DCC2503EE9EF}">
      <dgm:prSet/>
      <dgm:spPr/>
      <dgm:t>
        <a:bodyPr/>
        <a:lstStyle/>
        <a:p>
          <a:r>
            <a:rPr lang="uk-UA" b="0" i="0"/>
            <a:t>ренесансу.</a:t>
          </a:r>
          <a:endParaRPr lang="uk-UA"/>
        </a:p>
      </dgm:t>
    </dgm:pt>
    <dgm:pt modelId="{C6DD7313-2B90-4FCF-A2BB-7F55289466A7}" type="parTrans" cxnId="{1CFDE434-7129-468B-912F-49ED2A7617F9}">
      <dgm:prSet/>
      <dgm:spPr/>
      <dgm:t>
        <a:bodyPr/>
        <a:lstStyle/>
        <a:p>
          <a:endParaRPr lang="uk-UA"/>
        </a:p>
      </dgm:t>
    </dgm:pt>
    <dgm:pt modelId="{0C9E5576-6ABC-4640-BC6E-5849843036C7}" type="sibTrans" cxnId="{1CFDE434-7129-468B-912F-49ED2A7617F9}">
      <dgm:prSet/>
      <dgm:spPr/>
      <dgm:t>
        <a:bodyPr/>
        <a:lstStyle/>
        <a:p>
          <a:endParaRPr lang="uk-UA"/>
        </a:p>
      </dgm:t>
    </dgm:pt>
    <dgm:pt modelId="{03F4B594-87F4-4556-A78C-4077D6AD38EE}">
      <dgm:prSet/>
      <dgm:spPr/>
      <dgm:t>
        <a:bodyPr/>
        <a:lstStyle/>
        <a:p>
          <a:r>
            <a:rPr lang="uk-UA" b="0" i="0"/>
            <a:t>бароко.</a:t>
          </a:r>
          <a:endParaRPr lang="uk-UA"/>
        </a:p>
      </dgm:t>
    </dgm:pt>
    <dgm:pt modelId="{C94BBC6C-02DC-4479-A484-69F1FB1B0675}" type="parTrans" cxnId="{8ECA51F4-0FB4-4895-A9E0-1D0C62F3CEEC}">
      <dgm:prSet/>
      <dgm:spPr/>
      <dgm:t>
        <a:bodyPr/>
        <a:lstStyle/>
        <a:p>
          <a:endParaRPr lang="uk-UA"/>
        </a:p>
      </dgm:t>
    </dgm:pt>
    <dgm:pt modelId="{1D062BEB-5D74-41E7-8AFB-983728D59CD1}" type="sibTrans" cxnId="{8ECA51F4-0FB4-4895-A9E0-1D0C62F3CEEC}">
      <dgm:prSet/>
      <dgm:spPr/>
      <dgm:t>
        <a:bodyPr/>
        <a:lstStyle/>
        <a:p>
          <a:endParaRPr lang="uk-UA"/>
        </a:p>
      </dgm:t>
    </dgm:pt>
    <dgm:pt modelId="{A937D804-ADE5-494D-81EE-15F7BDA214AA}" type="pres">
      <dgm:prSet presAssocID="{6C5976E3-06D6-4DE4-9DBB-1B7259EA5D92}" presName="linearFlow" presStyleCnt="0">
        <dgm:presLayoutVars>
          <dgm:dir/>
          <dgm:resizeHandles val="exact"/>
        </dgm:presLayoutVars>
      </dgm:prSet>
      <dgm:spPr/>
    </dgm:pt>
    <dgm:pt modelId="{18C5F7E6-D0A5-41C6-930D-91E0D709F07F}" type="pres">
      <dgm:prSet presAssocID="{A67DAE6C-E972-47E1-89D6-E9248253DD0D}" presName="composite" presStyleCnt="0"/>
      <dgm:spPr/>
    </dgm:pt>
    <dgm:pt modelId="{8749838E-A1A7-4B8B-81C2-0C8A23533F51}" type="pres">
      <dgm:prSet presAssocID="{A67DAE6C-E972-47E1-89D6-E9248253DD0D}" presName="imgShp" presStyleLbl="fgImgPlace1" presStyleIdx="0" presStyleCnt="4"/>
      <dgm:spPr/>
    </dgm:pt>
    <dgm:pt modelId="{29E7C7E9-65A1-48D0-962F-6D19EE1660CD}" type="pres">
      <dgm:prSet presAssocID="{A67DAE6C-E972-47E1-89D6-E9248253DD0D}" presName="txShp" presStyleLbl="node1" presStyleIdx="0" presStyleCnt="4">
        <dgm:presLayoutVars>
          <dgm:bulletEnabled val="1"/>
        </dgm:presLayoutVars>
      </dgm:prSet>
      <dgm:spPr/>
    </dgm:pt>
    <dgm:pt modelId="{C9745DC6-E155-4D1E-ADC5-82D904FA96DA}" type="pres">
      <dgm:prSet presAssocID="{FF8BC47D-F02E-4358-853D-D33656EE5F51}" presName="spacing" presStyleCnt="0"/>
      <dgm:spPr/>
    </dgm:pt>
    <dgm:pt modelId="{063CB944-821F-43E5-91D5-CB523654E674}" type="pres">
      <dgm:prSet presAssocID="{D97886C6-CE66-49A6-AFBB-CAE289AE9815}" presName="composite" presStyleCnt="0"/>
      <dgm:spPr/>
    </dgm:pt>
    <dgm:pt modelId="{07A3DA40-B3C5-420E-A192-0B65C4C219F9}" type="pres">
      <dgm:prSet presAssocID="{D97886C6-CE66-49A6-AFBB-CAE289AE9815}" presName="imgShp" presStyleLbl="fgImgPlace1" presStyleIdx="1" presStyleCnt="4"/>
      <dgm:spPr/>
    </dgm:pt>
    <dgm:pt modelId="{A8CA75E0-FD20-403E-A85B-E777A2086C7A}" type="pres">
      <dgm:prSet presAssocID="{D97886C6-CE66-49A6-AFBB-CAE289AE9815}" presName="txShp" presStyleLbl="node1" presStyleIdx="1" presStyleCnt="4">
        <dgm:presLayoutVars>
          <dgm:bulletEnabled val="1"/>
        </dgm:presLayoutVars>
      </dgm:prSet>
      <dgm:spPr/>
    </dgm:pt>
    <dgm:pt modelId="{37973DC4-F874-4EEC-AE72-D313F3192969}" type="pres">
      <dgm:prSet presAssocID="{E1C727C9-EA29-4639-85E1-40BA46B24D28}" presName="spacing" presStyleCnt="0"/>
      <dgm:spPr/>
    </dgm:pt>
    <dgm:pt modelId="{A0B3B010-45FF-4384-984B-FEF914A3E719}" type="pres">
      <dgm:prSet presAssocID="{822F215F-F0F4-41CB-AAC3-DCC2503EE9EF}" presName="composite" presStyleCnt="0"/>
      <dgm:spPr/>
    </dgm:pt>
    <dgm:pt modelId="{6FD33922-070D-4FF6-933B-81C2BBCCD886}" type="pres">
      <dgm:prSet presAssocID="{822F215F-F0F4-41CB-AAC3-DCC2503EE9EF}" presName="imgShp" presStyleLbl="fgImgPlace1" presStyleIdx="2" presStyleCnt="4"/>
      <dgm:spPr/>
    </dgm:pt>
    <dgm:pt modelId="{C7034D24-ED22-4548-8687-090509D98EF9}" type="pres">
      <dgm:prSet presAssocID="{822F215F-F0F4-41CB-AAC3-DCC2503EE9EF}" presName="txShp" presStyleLbl="node1" presStyleIdx="2" presStyleCnt="4">
        <dgm:presLayoutVars>
          <dgm:bulletEnabled val="1"/>
        </dgm:presLayoutVars>
      </dgm:prSet>
      <dgm:spPr/>
    </dgm:pt>
    <dgm:pt modelId="{2F3FA25C-37A6-4F72-9B82-ED91F8CC128C}" type="pres">
      <dgm:prSet presAssocID="{0C9E5576-6ABC-4640-BC6E-5849843036C7}" presName="spacing" presStyleCnt="0"/>
      <dgm:spPr/>
    </dgm:pt>
    <dgm:pt modelId="{FD61B007-CFB4-40A2-8689-094BD60882B5}" type="pres">
      <dgm:prSet presAssocID="{03F4B594-87F4-4556-A78C-4077D6AD38EE}" presName="composite" presStyleCnt="0"/>
      <dgm:spPr/>
    </dgm:pt>
    <dgm:pt modelId="{86AC1EE8-035F-42AD-B88C-9AE145A91E36}" type="pres">
      <dgm:prSet presAssocID="{03F4B594-87F4-4556-A78C-4077D6AD38EE}" presName="imgShp" presStyleLbl="fgImgPlace1" presStyleIdx="3" presStyleCnt="4"/>
      <dgm:spPr/>
    </dgm:pt>
    <dgm:pt modelId="{B6712912-A3A8-47D1-A5CC-9FFC536ED080}" type="pres">
      <dgm:prSet presAssocID="{03F4B594-87F4-4556-A78C-4077D6AD38EE}" presName="txShp" presStyleLbl="node1" presStyleIdx="3" presStyleCnt="4">
        <dgm:presLayoutVars>
          <dgm:bulletEnabled val="1"/>
        </dgm:presLayoutVars>
      </dgm:prSet>
      <dgm:spPr/>
    </dgm:pt>
  </dgm:ptLst>
  <dgm:cxnLst>
    <dgm:cxn modelId="{F4E3500B-4536-45DF-8649-414DAA5E1F80}" type="presOf" srcId="{6C5976E3-06D6-4DE4-9DBB-1B7259EA5D92}" destId="{A937D804-ADE5-494D-81EE-15F7BDA214AA}" srcOrd="0" destOrd="0" presId="urn:microsoft.com/office/officeart/2005/8/layout/vList3"/>
    <dgm:cxn modelId="{8D1D2332-8536-4645-BD19-FF3DB79EE66A}" type="presOf" srcId="{A67DAE6C-E972-47E1-89D6-E9248253DD0D}" destId="{29E7C7E9-65A1-48D0-962F-6D19EE1660CD}" srcOrd="0" destOrd="0" presId="urn:microsoft.com/office/officeart/2005/8/layout/vList3"/>
    <dgm:cxn modelId="{1CFDE434-7129-468B-912F-49ED2A7617F9}" srcId="{6C5976E3-06D6-4DE4-9DBB-1B7259EA5D92}" destId="{822F215F-F0F4-41CB-AAC3-DCC2503EE9EF}" srcOrd="2" destOrd="0" parTransId="{C6DD7313-2B90-4FCF-A2BB-7F55289466A7}" sibTransId="{0C9E5576-6ABC-4640-BC6E-5849843036C7}"/>
    <dgm:cxn modelId="{18CE9C35-1575-4FB1-B238-85D2E2519B0B}" type="presOf" srcId="{822F215F-F0F4-41CB-AAC3-DCC2503EE9EF}" destId="{C7034D24-ED22-4548-8687-090509D98EF9}" srcOrd="0" destOrd="0" presId="urn:microsoft.com/office/officeart/2005/8/layout/vList3"/>
    <dgm:cxn modelId="{8974B866-58B4-47AB-9C7A-8DAB2F420202}" type="presOf" srcId="{D97886C6-CE66-49A6-AFBB-CAE289AE9815}" destId="{A8CA75E0-FD20-403E-A85B-E777A2086C7A}" srcOrd="0" destOrd="0" presId="urn:microsoft.com/office/officeart/2005/8/layout/vList3"/>
    <dgm:cxn modelId="{C3FF4C4B-DB23-476D-80CC-097C5E8EDADF}" srcId="{6C5976E3-06D6-4DE4-9DBB-1B7259EA5D92}" destId="{A67DAE6C-E972-47E1-89D6-E9248253DD0D}" srcOrd="0" destOrd="0" parTransId="{EBAE7B49-24FF-4473-AC19-82E8F8F35B68}" sibTransId="{FF8BC47D-F02E-4358-853D-D33656EE5F51}"/>
    <dgm:cxn modelId="{8F7563A4-3551-4FF7-ABF4-E7BC17CA622C}" type="presOf" srcId="{03F4B594-87F4-4556-A78C-4077D6AD38EE}" destId="{B6712912-A3A8-47D1-A5CC-9FFC536ED080}" srcOrd="0" destOrd="0" presId="urn:microsoft.com/office/officeart/2005/8/layout/vList3"/>
    <dgm:cxn modelId="{A60FD9A7-973D-4B84-8827-9FCC67426C40}" srcId="{6C5976E3-06D6-4DE4-9DBB-1B7259EA5D92}" destId="{D97886C6-CE66-49A6-AFBB-CAE289AE9815}" srcOrd="1" destOrd="0" parTransId="{C6833CB0-6A91-4B76-A767-2B72197B6DDD}" sibTransId="{E1C727C9-EA29-4639-85E1-40BA46B24D28}"/>
    <dgm:cxn modelId="{8ECA51F4-0FB4-4895-A9E0-1D0C62F3CEEC}" srcId="{6C5976E3-06D6-4DE4-9DBB-1B7259EA5D92}" destId="{03F4B594-87F4-4556-A78C-4077D6AD38EE}" srcOrd="3" destOrd="0" parTransId="{C94BBC6C-02DC-4479-A484-69F1FB1B0675}" sibTransId="{1D062BEB-5D74-41E7-8AFB-983728D59CD1}"/>
    <dgm:cxn modelId="{ACED994E-A463-474E-A386-87AC5C8AE792}" type="presParOf" srcId="{A937D804-ADE5-494D-81EE-15F7BDA214AA}" destId="{18C5F7E6-D0A5-41C6-930D-91E0D709F07F}" srcOrd="0" destOrd="0" presId="urn:microsoft.com/office/officeart/2005/8/layout/vList3"/>
    <dgm:cxn modelId="{EF5D79DB-8FA6-4982-A2B5-314C4940E7CE}" type="presParOf" srcId="{18C5F7E6-D0A5-41C6-930D-91E0D709F07F}" destId="{8749838E-A1A7-4B8B-81C2-0C8A23533F51}" srcOrd="0" destOrd="0" presId="urn:microsoft.com/office/officeart/2005/8/layout/vList3"/>
    <dgm:cxn modelId="{C1825286-D724-4E1D-9D64-EA721E38FDDD}" type="presParOf" srcId="{18C5F7E6-D0A5-41C6-930D-91E0D709F07F}" destId="{29E7C7E9-65A1-48D0-962F-6D19EE1660CD}" srcOrd="1" destOrd="0" presId="urn:microsoft.com/office/officeart/2005/8/layout/vList3"/>
    <dgm:cxn modelId="{C75734E0-7A14-475B-A96D-3104E6D4B5AA}" type="presParOf" srcId="{A937D804-ADE5-494D-81EE-15F7BDA214AA}" destId="{C9745DC6-E155-4D1E-ADC5-82D904FA96DA}" srcOrd="1" destOrd="0" presId="urn:microsoft.com/office/officeart/2005/8/layout/vList3"/>
    <dgm:cxn modelId="{73C2469F-632D-46BF-A601-0E54C1A7A4DC}" type="presParOf" srcId="{A937D804-ADE5-494D-81EE-15F7BDA214AA}" destId="{063CB944-821F-43E5-91D5-CB523654E674}" srcOrd="2" destOrd="0" presId="urn:microsoft.com/office/officeart/2005/8/layout/vList3"/>
    <dgm:cxn modelId="{2A844626-F18B-4029-90C1-F93807876817}" type="presParOf" srcId="{063CB944-821F-43E5-91D5-CB523654E674}" destId="{07A3DA40-B3C5-420E-A192-0B65C4C219F9}" srcOrd="0" destOrd="0" presId="urn:microsoft.com/office/officeart/2005/8/layout/vList3"/>
    <dgm:cxn modelId="{A9847FA7-513D-4AA6-8C57-A764D4ECE933}" type="presParOf" srcId="{063CB944-821F-43E5-91D5-CB523654E674}" destId="{A8CA75E0-FD20-403E-A85B-E777A2086C7A}" srcOrd="1" destOrd="0" presId="urn:microsoft.com/office/officeart/2005/8/layout/vList3"/>
    <dgm:cxn modelId="{79AC09B9-C458-4605-986B-8AA350AA85B8}" type="presParOf" srcId="{A937D804-ADE5-494D-81EE-15F7BDA214AA}" destId="{37973DC4-F874-4EEC-AE72-D313F3192969}" srcOrd="3" destOrd="0" presId="urn:microsoft.com/office/officeart/2005/8/layout/vList3"/>
    <dgm:cxn modelId="{5A1D20B3-B114-48ED-AFC1-40EC76F27A5F}" type="presParOf" srcId="{A937D804-ADE5-494D-81EE-15F7BDA214AA}" destId="{A0B3B010-45FF-4384-984B-FEF914A3E719}" srcOrd="4" destOrd="0" presId="urn:microsoft.com/office/officeart/2005/8/layout/vList3"/>
    <dgm:cxn modelId="{9F2228C6-12AD-4AF9-B542-F3C1FA86CD2F}" type="presParOf" srcId="{A0B3B010-45FF-4384-984B-FEF914A3E719}" destId="{6FD33922-070D-4FF6-933B-81C2BBCCD886}" srcOrd="0" destOrd="0" presId="urn:microsoft.com/office/officeart/2005/8/layout/vList3"/>
    <dgm:cxn modelId="{A14EA78E-4ACF-4695-813A-B35F9CE8B3EC}" type="presParOf" srcId="{A0B3B010-45FF-4384-984B-FEF914A3E719}" destId="{C7034D24-ED22-4548-8687-090509D98EF9}" srcOrd="1" destOrd="0" presId="urn:microsoft.com/office/officeart/2005/8/layout/vList3"/>
    <dgm:cxn modelId="{A30EC70F-C6DE-4551-8441-22F7A36C47D9}" type="presParOf" srcId="{A937D804-ADE5-494D-81EE-15F7BDA214AA}" destId="{2F3FA25C-37A6-4F72-9B82-ED91F8CC128C}" srcOrd="5" destOrd="0" presId="urn:microsoft.com/office/officeart/2005/8/layout/vList3"/>
    <dgm:cxn modelId="{4FF5124B-3FFB-438B-A2EE-ABBDAD1E38CB}" type="presParOf" srcId="{A937D804-ADE5-494D-81EE-15F7BDA214AA}" destId="{FD61B007-CFB4-40A2-8689-094BD60882B5}" srcOrd="6" destOrd="0" presId="urn:microsoft.com/office/officeart/2005/8/layout/vList3"/>
    <dgm:cxn modelId="{27801DC2-709F-4937-9929-FBAFB01FE0E0}" type="presParOf" srcId="{FD61B007-CFB4-40A2-8689-094BD60882B5}" destId="{86AC1EE8-035F-42AD-B88C-9AE145A91E36}" srcOrd="0" destOrd="0" presId="urn:microsoft.com/office/officeart/2005/8/layout/vList3"/>
    <dgm:cxn modelId="{93B8ECF2-C133-46D3-92B0-D75D56BF6E29}" type="presParOf" srcId="{FD61B007-CFB4-40A2-8689-094BD60882B5}" destId="{B6712912-A3A8-47D1-A5CC-9FFC536ED080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5B5FE5BC-F5B0-4AB5-8949-19B3A7BC048E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CA256CE-4E27-4DFE-B0F6-CCCE77C60CD2}">
      <dgm:prSet/>
      <dgm:spPr/>
      <dgm:t>
        <a:bodyPr/>
        <a:lstStyle/>
        <a:p>
          <a:r>
            <a:rPr lang="ru-RU" b="0" i="0"/>
            <a:t>«Енеїда»</a:t>
          </a:r>
          <a:endParaRPr lang="uk-UA"/>
        </a:p>
      </dgm:t>
    </dgm:pt>
    <dgm:pt modelId="{3331BD4D-5A00-4571-9229-F3B10E65BD2A}" type="parTrans" cxnId="{5E512E60-7DD7-4F52-A917-78D7E2BF621B}">
      <dgm:prSet/>
      <dgm:spPr/>
      <dgm:t>
        <a:bodyPr/>
        <a:lstStyle/>
        <a:p>
          <a:endParaRPr lang="uk-UA"/>
        </a:p>
      </dgm:t>
    </dgm:pt>
    <dgm:pt modelId="{C5817951-87EE-4BF3-85B4-E842A7012597}" type="sibTrans" cxnId="{5E512E60-7DD7-4F52-A917-78D7E2BF621B}">
      <dgm:prSet/>
      <dgm:spPr/>
      <dgm:t>
        <a:bodyPr/>
        <a:lstStyle/>
        <a:p>
          <a:endParaRPr lang="uk-UA"/>
        </a:p>
      </dgm:t>
    </dgm:pt>
    <dgm:pt modelId="{C351C007-4E7E-4682-BBA1-C4D562F6C891}">
      <dgm:prSet/>
      <dgm:spPr/>
      <dgm:t>
        <a:bodyPr/>
        <a:lstStyle/>
        <a:p>
          <a:r>
            <a:rPr lang="ru-RU" b="0" i="0"/>
            <a:t>«Гайдамаки»</a:t>
          </a:r>
          <a:endParaRPr lang="uk-UA"/>
        </a:p>
      </dgm:t>
    </dgm:pt>
    <dgm:pt modelId="{AA6159F4-0EA9-43EE-AD5D-3F39396C949B}" type="parTrans" cxnId="{377F46A2-EDEB-449E-906D-760EF9BC8327}">
      <dgm:prSet/>
      <dgm:spPr/>
      <dgm:t>
        <a:bodyPr/>
        <a:lstStyle/>
        <a:p>
          <a:endParaRPr lang="uk-UA"/>
        </a:p>
      </dgm:t>
    </dgm:pt>
    <dgm:pt modelId="{7B525CCE-00B4-48DF-BE3B-D94FB2158120}" type="sibTrans" cxnId="{377F46A2-EDEB-449E-906D-760EF9BC8327}">
      <dgm:prSet/>
      <dgm:spPr/>
      <dgm:t>
        <a:bodyPr/>
        <a:lstStyle/>
        <a:p>
          <a:endParaRPr lang="uk-UA"/>
        </a:p>
      </dgm:t>
    </dgm:pt>
    <dgm:pt modelId="{1A2A4900-C538-49F9-B390-1F969A606CA9}">
      <dgm:prSet/>
      <dgm:spPr/>
      <dgm:t>
        <a:bodyPr/>
        <a:lstStyle/>
        <a:p>
          <a:r>
            <a:rPr lang="ru-RU" b="0" i="0"/>
            <a:t>«Запорожець за Дунаєм»</a:t>
          </a:r>
          <a:endParaRPr lang="uk-UA"/>
        </a:p>
      </dgm:t>
    </dgm:pt>
    <dgm:pt modelId="{0F337FE9-B7B7-4912-A57A-30EF80DDC96A}" type="parTrans" cxnId="{721F6199-210B-419C-AC9F-0EFB53A2E134}">
      <dgm:prSet/>
      <dgm:spPr/>
      <dgm:t>
        <a:bodyPr/>
        <a:lstStyle/>
        <a:p>
          <a:endParaRPr lang="uk-UA"/>
        </a:p>
      </dgm:t>
    </dgm:pt>
    <dgm:pt modelId="{5D53CA69-0605-484F-BDED-890902AC0CE2}" type="sibTrans" cxnId="{721F6199-210B-419C-AC9F-0EFB53A2E134}">
      <dgm:prSet/>
      <dgm:spPr/>
      <dgm:t>
        <a:bodyPr/>
        <a:lstStyle/>
        <a:p>
          <a:endParaRPr lang="uk-UA"/>
        </a:p>
      </dgm:t>
    </dgm:pt>
    <dgm:pt modelId="{D8C3913D-7550-41D8-B59C-51B96524AFF9}">
      <dgm:prSet/>
      <dgm:spPr/>
      <dgm:t>
        <a:bodyPr/>
        <a:lstStyle/>
        <a:p>
          <a:r>
            <a:rPr lang="ru-RU" b="0" i="0"/>
            <a:t>«Шельменко-денщик»</a:t>
          </a:r>
          <a:endParaRPr lang="uk-UA"/>
        </a:p>
      </dgm:t>
    </dgm:pt>
    <dgm:pt modelId="{0DEDEA53-09EE-40B2-A505-FDE17CF06271}" type="parTrans" cxnId="{EB5A377F-4AEB-499B-BBB5-4918483C2144}">
      <dgm:prSet/>
      <dgm:spPr/>
      <dgm:t>
        <a:bodyPr/>
        <a:lstStyle/>
        <a:p>
          <a:endParaRPr lang="uk-UA"/>
        </a:p>
      </dgm:t>
    </dgm:pt>
    <dgm:pt modelId="{34A53E06-6F57-444F-BD5D-DDE8425729DB}" type="sibTrans" cxnId="{EB5A377F-4AEB-499B-BBB5-4918483C2144}">
      <dgm:prSet/>
      <dgm:spPr/>
      <dgm:t>
        <a:bodyPr/>
        <a:lstStyle/>
        <a:p>
          <a:endParaRPr lang="uk-UA"/>
        </a:p>
      </dgm:t>
    </dgm:pt>
    <dgm:pt modelId="{2EE34957-3B08-427C-95BD-884FEC3AA9AC}">
      <dgm:prSet/>
      <dgm:spPr/>
      <dgm:t>
        <a:bodyPr/>
        <a:lstStyle/>
        <a:p>
          <a:r>
            <a:rPr lang="ru-RU" b="0" i="0"/>
            <a:t>«Наталка Полтавка»</a:t>
          </a:r>
          <a:endParaRPr lang="uk-UA"/>
        </a:p>
      </dgm:t>
    </dgm:pt>
    <dgm:pt modelId="{41F2FD0A-C099-449B-AD8E-161413F3F524}" type="parTrans" cxnId="{115F632E-8654-401C-A11B-270BA8684072}">
      <dgm:prSet/>
      <dgm:spPr/>
      <dgm:t>
        <a:bodyPr/>
        <a:lstStyle/>
        <a:p>
          <a:endParaRPr lang="uk-UA"/>
        </a:p>
      </dgm:t>
    </dgm:pt>
    <dgm:pt modelId="{F538D06F-0250-4C3E-9832-5F7F71748450}" type="sibTrans" cxnId="{115F632E-8654-401C-A11B-270BA8684072}">
      <dgm:prSet/>
      <dgm:spPr/>
      <dgm:t>
        <a:bodyPr/>
        <a:lstStyle/>
        <a:p>
          <a:endParaRPr lang="uk-UA"/>
        </a:p>
      </dgm:t>
    </dgm:pt>
    <dgm:pt modelId="{411EBFA9-6C95-4A98-B1D2-9486E5E598A4}">
      <dgm:prSet/>
      <dgm:spPr/>
      <dgm:t>
        <a:bodyPr/>
        <a:lstStyle/>
        <a:p>
          <a:r>
            <a:rPr lang="ru-RU" b="0" i="0"/>
            <a:t>«Тарас Бульба»</a:t>
          </a:r>
          <a:endParaRPr lang="uk-UA"/>
        </a:p>
      </dgm:t>
    </dgm:pt>
    <dgm:pt modelId="{88C8C0CB-D58F-4C80-A573-279B4AD86D98}" type="parTrans" cxnId="{F856F079-0F33-4EC6-8A0B-315D9F705493}">
      <dgm:prSet/>
      <dgm:spPr/>
      <dgm:t>
        <a:bodyPr/>
        <a:lstStyle/>
        <a:p>
          <a:endParaRPr lang="uk-UA"/>
        </a:p>
      </dgm:t>
    </dgm:pt>
    <dgm:pt modelId="{F4CD12CE-2D72-4A13-BC05-6CB0382543ED}" type="sibTrans" cxnId="{F856F079-0F33-4EC6-8A0B-315D9F705493}">
      <dgm:prSet/>
      <dgm:spPr/>
      <dgm:t>
        <a:bodyPr/>
        <a:lstStyle/>
        <a:p>
          <a:endParaRPr lang="uk-UA"/>
        </a:p>
      </dgm:t>
    </dgm:pt>
    <dgm:pt modelId="{56CC2765-09FB-4A6E-97AA-69DF051A3C13}">
      <dgm:prSet/>
      <dgm:spPr/>
      <dgm:t>
        <a:bodyPr/>
        <a:lstStyle/>
        <a:p>
          <a:r>
            <a:rPr lang="ru-RU" b="0" i="0"/>
            <a:t>«Москаль-чарівник»</a:t>
          </a:r>
          <a:endParaRPr lang="uk-UA"/>
        </a:p>
      </dgm:t>
    </dgm:pt>
    <dgm:pt modelId="{1DC85E61-4534-4C48-9163-14F5F9EAA4D2}" type="parTrans" cxnId="{17DD032A-6D05-499D-984C-B3F991BB6619}">
      <dgm:prSet/>
      <dgm:spPr/>
      <dgm:t>
        <a:bodyPr/>
        <a:lstStyle/>
        <a:p>
          <a:endParaRPr lang="uk-UA"/>
        </a:p>
      </dgm:t>
    </dgm:pt>
    <dgm:pt modelId="{647D4769-AB2F-46BF-98A4-B5135A7BE578}" type="sibTrans" cxnId="{17DD032A-6D05-499D-984C-B3F991BB6619}">
      <dgm:prSet/>
      <dgm:spPr/>
      <dgm:t>
        <a:bodyPr/>
        <a:lstStyle/>
        <a:p>
          <a:endParaRPr lang="uk-UA"/>
        </a:p>
      </dgm:t>
    </dgm:pt>
    <dgm:pt modelId="{8E6783E7-D121-4D73-9888-5CF6778E801E}" type="pres">
      <dgm:prSet presAssocID="{5B5FE5BC-F5B0-4AB5-8949-19B3A7BC048E}" presName="linearFlow" presStyleCnt="0">
        <dgm:presLayoutVars>
          <dgm:dir/>
          <dgm:resizeHandles val="exact"/>
        </dgm:presLayoutVars>
      </dgm:prSet>
      <dgm:spPr/>
    </dgm:pt>
    <dgm:pt modelId="{DF050E2A-3101-4BE5-B297-50614CA9F740}" type="pres">
      <dgm:prSet presAssocID="{7CA256CE-4E27-4DFE-B0F6-CCCE77C60CD2}" presName="composite" presStyleCnt="0"/>
      <dgm:spPr/>
    </dgm:pt>
    <dgm:pt modelId="{F24B1B8C-E760-47B4-B517-3C889F331028}" type="pres">
      <dgm:prSet presAssocID="{7CA256CE-4E27-4DFE-B0F6-CCCE77C60CD2}" presName="imgShp" presStyleLbl="fgImgPlace1" presStyleIdx="0" presStyleCnt="7"/>
      <dgm:spPr/>
    </dgm:pt>
    <dgm:pt modelId="{1A1482BB-6C91-4937-9165-E1186FC41933}" type="pres">
      <dgm:prSet presAssocID="{7CA256CE-4E27-4DFE-B0F6-CCCE77C60CD2}" presName="txShp" presStyleLbl="node1" presStyleIdx="0" presStyleCnt="7">
        <dgm:presLayoutVars>
          <dgm:bulletEnabled val="1"/>
        </dgm:presLayoutVars>
      </dgm:prSet>
      <dgm:spPr/>
    </dgm:pt>
    <dgm:pt modelId="{709EC1ED-4480-4B9A-A3E4-6566FB157817}" type="pres">
      <dgm:prSet presAssocID="{C5817951-87EE-4BF3-85B4-E842A7012597}" presName="spacing" presStyleCnt="0"/>
      <dgm:spPr/>
    </dgm:pt>
    <dgm:pt modelId="{9B50C11B-1CF8-48B5-BCD8-9F01F824A69A}" type="pres">
      <dgm:prSet presAssocID="{C351C007-4E7E-4682-BBA1-C4D562F6C891}" presName="composite" presStyleCnt="0"/>
      <dgm:spPr/>
    </dgm:pt>
    <dgm:pt modelId="{811BC0DC-F097-4BA7-9602-927FE3F3C8FF}" type="pres">
      <dgm:prSet presAssocID="{C351C007-4E7E-4682-BBA1-C4D562F6C891}" presName="imgShp" presStyleLbl="fgImgPlace1" presStyleIdx="1" presStyleCnt="7"/>
      <dgm:spPr/>
    </dgm:pt>
    <dgm:pt modelId="{CE241063-DA12-415E-9E2C-82ABD8DC4208}" type="pres">
      <dgm:prSet presAssocID="{C351C007-4E7E-4682-BBA1-C4D562F6C891}" presName="txShp" presStyleLbl="node1" presStyleIdx="1" presStyleCnt="7">
        <dgm:presLayoutVars>
          <dgm:bulletEnabled val="1"/>
        </dgm:presLayoutVars>
      </dgm:prSet>
      <dgm:spPr/>
    </dgm:pt>
    <dgm:pt modelId="{0103D56D-43C1-451E-BC36-7C12268C97FD}" type="pres">
      <dgm:prSet presAssocID="{7B525CCE-00B4-48DF-BE3B-D94FB2158120}" presName="spacing" presStyleCnt="0"/>
      <dgm:spPr/>
    </dgm:pt>
    <dgm:pt modelId="{3FED0669-AD5D-4353-9CB8-D112CC3FE2C7}" type="pres">
      <dgm:prSet presAssocID="{1A2A4900-C538-49F9-B390-1F969A606CA9}" presName="composite" presStyleCnt="0"/>
      <dgm:spPr/>
    </dgm:pt>
    <dgm:pt modelId="{7756CCD6-EC62-4B68-981F-C02BE5FFEA65}" type="pres">
      <dgm:prSet presAssocID="{1A2A4900-C538-49F9-B390-1F969A606CA9}" presName="imgShp" presStyleLbl="fgImgPlace1" presStyleIdx="2" presStyleCnt="7"/>
      <dgm:spPr/>
    </dgm:pt>
    <dgm:pt modelId="{4565A68A-0227-4850-9865-5DF3C4AACF46}" type="pres">
      <dgm:prSet presAssocID="{1A2A4900-C538-49F9-B390-1F969A606CA9}" presName="txShp" presStyleLbl="node1" presStyleIdx="2" presStyleCnt="7">
        <dgm:presLayoutVars>
          <dgm:bulletEnabled val="1"/>
        </dgm:presLayoutVars>
      </dgm:prSet>
      <dgm:spPr/>
    </dgm:pt>
    <dgm:pt modelId="{448D739E-2F9D-4B72-B42C-88C89EFDA598}" type="pres">
      <dgm:prSet presAssocID="{5D53CA69-0605-484F-BDED-890902AC0CE2}" presName="spacing" presStyleCnt="0"/>
      <dgm:spPr/>
    </dgm:pt>
    <dgm:pt modelId="{B2604BC9-AC70-4310-9126-93954C2FC782}" type="pres">
      <dgm:prSet presAssocID="{D8C3913D-7550-41D8-B59C-51B96524AFF9}" presName="composite" presStyleCnt="0"/>
      <dgm:spPr/>
    </dgm:pt>
    <dgm:pt modelId="{6E303C12-0B74-463D-A5BC-484BD7B0389A}" type="pres">
      <dgm:prSet presAssocID="{D8C3913D-7550-41D8-B59C-51B96524AFF9}" presName="imgShp" presStyleLbl="fgImgPlace1" presStyleIdx="3" presStyleCnt="7"/>
      <dgm:spPr/>
    </dgm:pt>
    <dgm:pt modelId="{1AF738EE-A95C-4591-9070-8B41165CDEA7}" type="pres">
      <dgm:prSet presAssocID="{D8C3913D-7550-41D8-B59C-51B96524AFF9}" presName="txShp" presStyleLbl="node1" presStyleIdx="3" presStyleCnt="7">
        <dgm:presLayoutVars>
          <dgm:bulletEnabled val="1"/>
        </dgm:presLayoutVars>
      </dgm:prSet>
      <dgm:spPr/>
    </dgm:pt>
    <dgm:pt modelId="{CDE60CB0-FF26-43CF-8FCF-BDB533487544}" type="pres">
      <dgm:prSet presAssocID="{34A53E06-6F57-444F-BD5D-DDE8425729DB}" presName="spacing" presStyleCnt="0"/>
      <dgm:spPr/>
    </dgm:pt>
    <dgm:pt modelId="{C9357D34-40D5-4487-A694-E3B2C21F5624}" type="pres">
      <dgm:prSet presAssocID="{2EE34957-3B08-427C-95BD-884FEC3AA9AC}" presName="composite" presStyleCnt="0"/>
      <dgm:spPr/>
    </dgm:pt>
    <dgm:pt modelId="{E66BA6CB-D332-43D5-801A-1A1356E08E1D}" type="pres">
      <dgm:prSet presAssocID="{2EE34957-3B08-427C-95BD-884FEC3AA9AC}" presName="imgShp" presStyleLbl="fgImgPlace1" presStyleIdx="4" presStyleCnt="7"/>
      <dgm:spPr/>
    </dgm:pt>
    <dgm:pt modelId="{77911FB4-9432-4D7B-BCE6-1A79BE1BB347}" type="pres">
      <dgm:prSet presAssocID="{2EE34957-3B08-427C-95BD-884FEC3AA9AC}" presName="txShp" presStyleLbl="node1" presStyleIdx="4" presStyleCnt="7">
        <dgm:presLayoutVars>
          <dgm:bulletEnabled val="1"/>
        </dgm:presLayoutVars>
      </dgm:prSet>
      <dgm:spPr/>
    </dgm:pt>
    <dgm:pt modelId="{182815CB-DA65-4575-884A-CB60EBEB3960}" type="pres">
      <dgm:prSet presAssocID="{F538D06F-0250-4C3E-9832-5F7F71748450}" presName="spacing" presStyleCnt="0"/>
      <dgm:spPr/>
    </dgm:pt>
    <dgm:pt modelId="{ED237734-9FCF-4971-9091-ED2A00E1BB29}" type="pres">
      <dgm:prSet presAssocID="{411EBFA9-6C95-4A98-B1D2-9486E5E598A4}" presName="composite" presStyleCnt="0"/>
      <dgm:spPr/>
    </dgm:pt>
    <dgm:pt modelId="{9F957591-31C2-4E09-91AA-2D7205CF815C}" type="pres">
      <dgm:prSet presAssocID="{411EBFA9-6C95-4A98-B1D2-9486E5E598A4}" presName="imgShp" presStyleLbl="fgImgPlace1" presStyleIdx="5" presStyleCnt="7"/>
      <dgm:spPr/>
    </dgm:pt>
    <dgm:pt modelId="{0A16040F-7930-4903-ABC3-812BCD8C1946}" type="pres">
      <dgm:prSet presAssocID="{411EBFA9-6C95-4A98-B1D2-9486E5E598A4}" presName="txShp" presStyleLbl="node1" presStyleIdx="5" presStyleCnt="7">
        <dgm:presLayoutVars>
          <dgm:bulletEnabled val="1"/>
        </dgm:presLayoutVars>
      </dgm:prSet>
      <dgm:spPr/>
    </dgm:pt>
    <dgm:pt modelId="{DC68EE02-77F1-4232-8E4A-3CE1CEB841D3}" type="pres">
      <dgm:prSet presAssocID="{F4CD12CE-2D72-4A13-BC05-6CB0382543ED}" presName="spacing" presStyleCnt="0"/>
      <dgm:spPr/>
    </dgm:pt>
    <dgm:pt modelId="{E20BCB03-2AB9-45B2-AA1E-DE4C4D7330D6}" type="pres">
      <dgm:prSet presAssocID="{56CC2765-09FB-4A6E-97AA-69DF051A3C13}" presName="composite" presStyleCnt="0"/>
      <dgm:spPr/>
    </dgm:pt>
    <dgm:pt modelId="{D9CAFA22-7DFD-44BC-A565-59DFB6F7D105}" type="pres">
      <dgm:prSet presAssocID="{56CC2765-09FB-4A6E-97AA-69DF051A3C13}" presName="imgShp" presStyleLbl="fgImgPlace1" presStyleIdx="6" presStyleCnt="7"/>
      <dgm:spPr/>
    </dgm:pt>
    <dgm:pt modelId="{C0F5C524-5B95-4309-97D0-4B1ECF6595A6}" type="pres">
      <dgm:prSet presAssocID="{56CC2765-09FB-4A6E-97AA-69DF051A3C13}" presName="txShp" presStyleLbl="node1" presStyleIdx="6" presStyleCnt="7">
        <dgm:presLayoutVars>
          <dgm:bulletEnabled val="1"/>
        </dgm:presLayoutVars>
      </dgm:prSet>
      <dgm:spPr/>
    </dgm:pt>
  </dgm:ptLst>
  <dgm:cxnLst>
    <dgm:cxn modelId="{17DD032A-6D05-499D-984C-B3F991BB6619}" srcId="{5B5FE5BC-F5B0-4AB5-8949-19B3A7BC048E}" destId="{56CC2765-09FB-4A6E-97AA-69DF051A3C13}" srcOrd="6" destOrd="0" parTransId="{1DC85E61-4534-4C48-9163-14F5F9EAA4D2}" sibTransId="{647D4769-AB2F-46BF-98A4-B5135A7BE578}"/>
    <dgm:cxn modelId="{115F632E-8654-401C-A11B-270BA8684072}" srcId="{5B5FE5BC-F5B0-4AB5-8949-19B3A7BC048E}" destId="{2EE34957-3B08-427C-95BD-884FEC3AA9AC}" srcOrd="4" destOrd="0" parTransId="{41F2FD0A-C099-449B-AD8E-161413F3F524}" sibTransId="{F538D06F-0250-4C3E-9832-5F7F71748450}"/>
    <dgm:cxn modelId="{28E75D32-655C-41E8-A687-2ABD299BAB52}" type="presOf" srcId="{7CA256CE-4E27-4DFE-B0F6-CCCE77C60CD2}" destId="{1A1482BB-6C91-4937-9165-E1186FC41933}" srcOrd="0" destOrd="0" presId="urn:microsoft.com/office/officeart/2005/8/layout/vList3"/>
    <dgm:cxn modelId="{3061465D-30F7-4181-B54A-AD4CBC5643C7}" type="presOf" srcId="{411EBFA9-6C95-4A98-B1D2-9486E5E598A4}" destId="{0A16040F-7930-4903-ABC3-812BCD8C1946}" srcOrd="0" destOrd="0" presId="urn:microsoft.com/office/officeart/2005/8/layout/vList3"/>
    <dgm:cxn modelId="{5E512E60-7DD7-4F52-A917-78D7E2BF621B}" srcId="{5B5FE5BC-F5B0-4AB5-8949-19B3A7BC048E}" destId="{7CA256CE-4E27-4DFE-B0F6-CCCE77C60CD2}" srcOrd="0" destOrd="0" parTransId="{3331BD4D-5A00-4571-9229-F3B10E65BD2A}" sibTransId="{C5817951-87EE-4BF3-85B4-E842A7012597}"/>
    <dgm:cxn modelId="{06D78646-006F-4A21-B226-EEA69434C4C7}" type="presOf" srcId="{D8C3913D-7550-41D8-B59C-51B96524AFF9}" destId="{1AF738EE-A95C-4591-9070-8B41165CDEA7}" srcOrd="0" destOrd="0" presId="urn:microsoft.com/office/officeart/2005/8/layout/vList3"/>
    <dgm:cxn modelId="{F856F079-0F33-4EC6-8A0B-315D9F705493}" srcId="{5B5FE5BC-F5B0-4AB5-8949-19B3A7BC048E}" destId="{411EBFA9-6C95-4A98-B1D2-9486E5E598A4}" srcOrd="5" destOrd="0" parTransId="{88C8C0CB-D58F-4C80-A573-279B4AD86D98}" sibTransId="{F4CD12CE-2D72-4A13-BC05-6CB0382543ED}"/>
    <dgm:cxn modelId="{EB5A377F-4AEB-499B-BBB5-4918483C2144}" srcId="{5B5FE5BC-F5B0-4AB5-8949-19B3A7BC048E}" destId="{D8C3913D-7550-41D8-B59C-51B96524AFF9}" srcOrd="3" destOrd="0" parTransId="{0DEDEA53-09EE-40B2-A505-FDE17CF06271}" sibTransId="{34A53E06-6F57-444F-BD5D-DDE8425729DB}"/>
    <dgm:cxn modelId="{60C67881-7298-448E-8B72-919A549FA819}" type="presOf" srcId="{56CC2765-09FB-4A6E-97AA-69DF051A3C13}" destId="{C0F5C524-5B95-4309-97D0-4B1ECF6595A6}" srcOrd="0" destOrd="0" presId="urn:microsoft.com/office/officeart/2005/8/layout/vList3"/>
    <dgm:cxn modelId="{721F6199-210B-419C-AC9F-0EFB53A2E134}" srcId="{5B5FE5BC-F5B0-4AB5-8949-19B3A7BC048E}" destId="{1A2A4900-C538-49F9-B390-1F969A606CA9}" srcOrd="2" destOrd="0" parTransId="{0F337FE9-B7B7-4912-A57A-30EF80DDC96A}" sibTransId="{5D53CA69-0605-484F-BDED-890902AC0CE2}"/>
    <dgm:cxn modelId="{377F46A2-EDEB-449E-906D-760EF9BC8327}" srcId="{5B5FE5BC-F5B0-4AB5-8949-19B3A7BC048E}" destId="{C351C007-4E7E-4682-BBA1-C4D562F6C891}" srcOrd="1" destOrd="0" parTransId="{AA6159F4-0EA9-43EE-AD5D-3F39396C949B}" sibTransId="{7B525CCE-00B4-48DF-BE3B-D94FB2158120}"/>
    <dgm:cxn modelId="{E62DDBBE-ACC5-416E-90C9-0E9BD1ACAFE4}" type="presOf" srcId="{2EE34957-3B08-427C-95BD-884FEC3AA9AC}" destId="{77911FB4-9432-4D7B-BCE6-1A79BE1BB347}" srcOrd="0" destOrd="0" presId="urn:microsoft.com/office/officeart/2005/8/layout/vList3"/>
    <dgm:cxn modelId="{CEF79FC1-5A19-4CB9-94D7-97317177A660}" type="presOf" srcId="{5B5FE5BC-F5B0-4AB5-8949-19B3A7BC048E}" destId="{8E6783E7-D121-4D73-9888-5CF6778E801E}" srcOrd="0" destOrd="0" presId="urn:microsoft.com/office/officeart/2005/8/layout/vList3"/>
    <dgm:cxn modelId="{A4A7DADB-C882-4E58-9E45-E7889FEF600B}" type="presOf" srcId="{1A2A4900-C538-49F9-B390-1F969A606CA9}" destId="{4565A68A-0227-4850-9865-5DF3C4AACF46}" srcOrd="0" destOrd="0" presId="urn:microsoft.com/office/officeart/2005/8/layout/vList3"/>
    <dgm:cxn modelId="{269DE5FF-05E7-4432-B1E6-912D51CC9995}" type="presOf" srcId="{C351C007-4E7E-4682-BBA1-C4D562F6C891}" destId="{CE241063-DA12-415E-9E2C-82ABD8DC4208}" srcOrd="0" destOrd="0" presId="urn:microsoft.com/office/officeart/2005/8/layout/vList3"/>
    <dgm:cxn modelId="{DD29245E-7027-4D35-82DE-DEC958528B40}" type="presParOf" srcId="{8E6783E7-D121-4D73-9888-5CF6778E801E}" destId="{DF050E2A-3101-4BE5-B297-50614CA9F740}" srcOrd="0" destOrd="0" presId="urn:microsoft.com/office/officeart/2005/8/layout/vList3"/>
    <dgm:cxn modelId="{84CA4D45-9D76-4E6E-87BB-335D19056099}" type="presParOf" srcId="{DF050E2A-3101-4BE5-B297-50614CA9F740}" destId="{F24B1B8C-E760-47B4-B517-3C889F331028}" srcOrd="0" destOrd="0" presId="urn:microsoft.com/office/officeart/2005/8/layout/vList3"/>
    <dgm:cxn modelId="{CFB8CBE4-6841-42E9-9DCF-241A5F550C04}" type="presParOf" srcId="{DF050E2A-3101-4BE5-B297-50614CA9F740}" destId="{1A1482BB-6C91-4937-9165-E1186FC41933}" srcOrd="1" destOrd="0" presId="urn:microsoft.com/office/officeart/2005/8/layout/vList3"/>
    <dgm:cxn modelId="{D046739A-4E08-43FD-8B81-9B519356EFDC}" type="presParOf" srcId="{8E6783E7-D121-4D73-9888-5CF6778E801E}" destId="{709EC1ED-4480-4B9A-A3E4-6566FB157817}" srcOrd="1" destOrd="0" presId="urn:microsoft.com/office/officeart/2005/8/layout/vList3"/>
    <dgm:cxn modelId="{42A9F788-653E-4DF3-AF0B-C69F868888B5}" type="presParOf" srcId="{8E6783E7-D121-4D73-9888-5CF6778E801E}" destId="{9B50C11B-1CF8-48B5-BCD8-9F01F824A69A}" srcOrd="2" destOrd="0" presId="urn:microsoft.com/office/officeart/2005/8/layout/vList3"/>
    <dgm:cxn modelId="{E636719C-1041-46FD-8B51-16D1EDC827BE}" type="presParOf" srcId="{9B50C11B-1CF8-48B5-BCD8-9F01F824A69A}" destId="{811BC0DC-F097-4BA7-9602-927FE3F3C8FF}" srcOrd="0" destOrd="0" presId="urn:microsoft.com/office/officeart/2005/8/layout/vList3"/>
    <dgm:cxn modelId="{E556DB0F-1D4B-4DC9-AAD5-B36847E9F8C9}" type="presParOf" srcId="{9B50C11B-1CF8-48B5-BCD8-9F01F824A69A}" destId="{CE241063-DA12-415E-9E2C-82ABD8DC4208}" srcOrd="1" destOrd="0" presId="urn:microsoft.com/office/officeart/2005/8/layout/vList3"/>
    <dgm:cxn modelId="{B25D8E4B-D995-4E2F-90C2-4622832CDD3C}" type="presParOf" srcId="{8E6783E7-D121-4D73-9888-5CF6778E801E}" destId="{0103D56D-43C1-451E-BC36-7C12268C97FD}" srcOrd="3" destOrd="0" presId="urn:microsoft.com/office/officeart/2005/8/layout/vList3"/>
    <dgm:cxn modelId="{5084122F-4DBF-477E-83D5-F130626704BC}" type="presParOf" srcId="{8E6783E7-D121-4D73-9888-5CF6778E801E}" destId="{3FED0669-AD5D-4353-9CB8-D112CC3FE2C7}" srcOrd="4" destOrd="0" presId="urn:microsoft.com/office/officeart/2005/8/layout/vList3"/>
    <dgm:cxn modelId="{3F7EEFB7-7D1F-4371-B77F-E4D6E4320F50}" type="presParOf" srcId="{3FED0669-AD5D-4353-9CB8-D112CC3FE2C7}" destId="{7756CCD6-EC62-4B68-981F-C02BE5FFEA65}" srcOrd="0" destOrd="0" presId="urn:microsoft.com/office/officeart/2005/8/layout/vList3"/>
    <dgm:cxn modelId="{E3BB6161-5ED1-44AD-A6C0-128743786BF3}" type="presParOf" srcId="{3FED0669-AD5D-4353-9CB8-D112CC3FE2C7}" destId="{4565A68A-0227-4850-9865-5DF3C4AACF46}" srcOrd="1" destOrd="0" presId="urn:microsoft.com/office/officeart/2005/8/layout/vList3"/>
    <dgm:cxn modelId="{A89EB143-D674-4A41-AFB7-F1182266D850}" type="presParOf" srcId="{8E6783E7-D121-4D73-9888-5CF6778E801E}" destId="{448D739E-2F9D-4B72-B42C-88C89EFDA598}" srcOrd="5" destOrd="0" presId="urn:microsoft.com/office/officeart/2005/8/layout/vList3"/>
    <dgm:cxn modelId="{3ECF84FD-FB42-4161-9B61-8EC4C7F8EAAD}" type="presParOf" srcId="{8E6783E7-D121-4D73-9888-5CF6778E801E}" destId="{B2604BC9-AC70-4310-9126-93954C2FC782}" srcOrd="6" destOrd="0" presId="urn:microsoft.com/office/officeart/2005/8/layout/vList3"/>
    <dgm:cxn modelId="{F6A3E40E-9C93-426B-8BD9-1FA5138239B1}" type="presParOf" srcId="{B2604BC9-AC70-4310-9126-93954C2FC782}" destId="{6E303C12-0B74-463D-A5BC-484BD7B0389A}" srcOrd="0" destOrd="0" presId="urn:microsoft.com/office/officeart/2005/8/layout/vList3"/>
    <dgm:cxn modelId="{B6490D29-5F98-432C-A561-BD34AF7471E4}" type="presParOf" srcId="{B2604BC9-AC70-4310-9126-93954C2FC782}" destId="{1AF738EE-A95C-4591-9070-8B41165CDEA7}" srcOrd="1" destOrd="0" presId="urn:microsoft.com/office/officeart/2005/8/layout/vList3"/>
    <dgm:cxn modelId="{B5B6546E-1624-452A-A08A-F36C58E54FC0}" type="presParOf" srcId="{8E6783E7-D121-4D73-9888-5CF6778E801E}" destId="{CDE60CB0-FF26-43CF-8FCF-BDB533487544}" srcOrd="7" destOrd="0" presId="urn:microsoft.com/office/officeart/2005/8/layout/vList3"/>
    <dgm:cxn modelId="{A719CA48-9FFD-4876-BE9A-85079573467F}" type="presParOf" srcId="{8E6783E7-D121-4D73-9888-5CF6778E801E}" destId="{C9357D34-40D5-4487-A694-E3B2C21F5624}" srcOrd="8" destOrd="0" presId="urn:microsoft.com/office/officeart/2005/8/layout/vList3"/>
    <dgm:cxn modelId="{BEC6C537-3EAD-4CB6-B66C-57D751FAA459}" type="presParOf" srcId="{C9357D34-40D5-4487-A694-E3B2C21F5624}" destId="{E66BA6CB-D332-43D5-801A-1A1356E08E1D}" srcOrd="0" destOrd="0" presId="urn:microsoft.com/office/officeart/2005/8/layout/vList3"/>
    <dgm:cxn modelId="{09C4C49D-ED8F-42F3-B5E0-FE8EE8E411ED}" type="presParOf" srcId="{C9357D34-40D5-4487-A694-E3B2C21F5624}" destId="{77911FB4-9432-4D7B-BCE6-1A79BE1BB347}" srcOrd="1" destOrd="0" presId="urn:microsoft.com/office/officeart/2005/8/layout/vList3"/>
    <dgm:cxn modelId="{83D1E5DF-6508-4154-8614-510332E479FE}" type="presParOf" srcId="{8E6783E7-D121-4D73-9888-5CF6778E801E}" destId="{182815CB-DA65-4575-884A-CB60EBEB3960}" srcOrd="9" destOrd="0" presId="urn:microsoft.com/office/officeart/2005/8/layout/vList3"/>
    <dgm:cxn modelId="{674F10E2-E438-4BBE-A06B-7397AC2E1844}" type="presParOf" srcId="{8E6783E7-D121-4D73-9888-5CF6778E801E}" destId="{ED237734-9FCF-4971-9091-ED2A00E1BB29}" srcOrd="10" destOrd="0" presId="urn:microsoft.com/office/officeart/2005/8/layout/vList3"/>
    <dgm:cxn modelId="{B6033C3E-2CA7-4A3A-89C4-135ADDF45EEB}" type="presParOf" srcId="{ED237734-9FCF-4971-9091-ED2A00E1BB29}" destId="{9F957591-31C2-4E09-91AA-2D7205CF815C}" srcOrd="0" destOrd="0" presId="urn:microsoft.com/office/officeart/2005/8/layout/vList3"/>
    <dgm:cxn modelId="{9FE6F01B-C7F0-4E20-802B-73AB13FF069C}" type="presParOf" srcId="{ED237734-9FCF-4971-9091-ED2A00E1BB29}" destId="{0A16040F-7930-4903-ABC3-812BCD8C1946}" srcOrd="1" destOrd="0" presId="urn:microsoft.com/office/officeart/2005/8/layout/vList3"/>
    <dgm:cxn modelId="{AE4593CE-2DDC-4070-9DEB-51C77C0A5511}" type="presParOf" srcId="{8E6783E7-D121-4D73-9888-5CF6778E801E}" destId="{DC68EE02-77F1-4232-8E4A-3CE1CEB841D3}" srcOrd="11" destOrd="0" presId="urn:microsoft.com/office/officeart/2005/8/layout/vList3"/>
    <dgm:cxn modelId="{7E3E7EA2-FF71-43C4-9D27-6FF5E23F2E6F}" type="presParOf" srcId="{8E6783E7-D121-4D73-9888-5CF6778E801E}" destId="{E20BCB03-2AB9-45B2-AA1E-DE4C4D7330D6}" srcOrd="12" destOrd="0" presId="urn:microsoft.com/office/officeart/2005/8/layout/vList3"/>
    <dgm:cxn modelId="{0F94F036-295E-44FB-8003-5AC9C23A55F9}" type="presParOf" srcId="{E20BCB03-2AB9-45B2-AA1E-DE4C4D7330D6}" destId="{D9CAFA22-7DFD-44BC-A565-59DFB6F7D105}" srcOrd="0" destOrd="0" presId="urn:microsoft.com/office/officeart/2005/8/layout/vList3"/>
    <dgm:cxn modelId="{ACDF5B14-88CA-4728-9500-05C0C5A2B656}" type="presParOf" srcId="{E20BCB03-2AB9-45B2-AA1E-DE4C4D7330D6}" destId="{C0F5C524-5B95-4309-97D0-4B1ECF6595A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B326A669-03B6-45FA-AD24-7E8F44004F76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7F17BE1-AD0C-4B73-BE0A-690570B0986A}">
      <dgm:prSet/>
      <dgm:spPr/>
      <dgm:t>
        <a:bodyPr/>
        <a:lstStyle/>
        <a:p>
          <a:r>
            <a:rPr lang="ru-RU" b="0" i="0"/>
            <a:t>Г. Сковорода</a:t>
          </a:r>
          <a:endParaRPr lang="uk-UA"/>
        </a:p>
      </dgm:t>
    </dgm:pt>
    <dgm:pt modelId="{EC84506D-03E1-4577-B8C5-80A0881AC142}" type="parTrans" cxnId="{F09F4B70-2488-452D-BAC2-912E0DCCD079}">
      <dgm:prSet/>
      <dgm:spPr/>
      <dgm:t>
        <a:bodyPr/>
        <a:lstStyle/>
        <a:p>
          <a:endParaRPr lang="uk-UA"/>
        </a:p>
      </dgm:t>
    </dgm:pt>
    <dgm:pt modelId="{1395D158-5CDA-42FA-8BBE-99FA06948D27}" type="sibTrans" cxnId="{F09F4B70-2488-452D-BAC2-912E0DCCD079}">
      <dgm:prSet/>
      <dgm:spPr/>
      <dgm:t>
        <a:bodyPr/>
        <a:lstStyle/>
        <a:p>
          <a:endParaRPr lang="uk-UA"/>
        </a:p>
      </dgm:t>
    </dgm:pt>
    <dgm:pt modelId="{2452FB52-82F0-4015-9997-62CA15B1D42C}">
      <dgm:prSet/>
      <dgm:spPr/>
      <dgm:t>
        <a:bodyPr/>
        <a:lstStyle/>
        <a:p>
          <a:r>
            <a:rPr lang="ru-RU" b="0" i="0"/>
            <a:t>І. Котляревський</a:t>
          </a:r>
          <a:endParaRPr lang="uk-UA"/>
        </a:p>
      </dgm:t>
    </dgm:pt>
    <dgm:pt modelId="{42BB3140-EAEE-4BC9-9072-A488D36E3E11}" type="parTrans" cxnId="{49E40705-96E1-41E1-8C92-927DA1FDF6EA}">
      <dgm:prSet/>
      <dgm:spPr/>
      <dgm:t>
        <a:bodyPr/>
        <a:lstStyle/>
        <a:p>
          <a:endParaRPr lang="uk-UA"/>
        </a:p>
      </dgm:t>
    </dgm:pt>
    <dgm:pt modelId="{898AD852-880A-4D45-94BB-A1A701F42682}" type="sibTrans" cxnId="{49E40705-96E1-41E1-8C92-927DA1FDF6EA}">
      <dgm:prSet/>
      <dgm:spPr/>
      <dgm:t>
        <a:bodyPr/>
        <a:lstStyle/>
        <a:p>
          <a:endParaRPr lang="uk-UA"/>
        </a:p>
      </dgm:t>
    </dgm:pt>
    <dgm:pt modelId="{4A4E7BF6-7979-46E2-91F0-EDA907F1B131}">
      <dgm:prSet/>
      <dgm:spPr/>
      <dgm:t>
        <a:bodyPr/>
        <a:lstStyle/>
        <a:p>
          <a:r>
            <a:rPr lang="ru-RU" b="0" i="0"/>
            <a:t>Г. Квітка-Основ’яненко</a:t>
          </a:r>
          <a:endParaRPr lang="uk-UA"/>
        </a:p>
      </dgm:t>
    </dgm:pt>
    <dgm:pt modelId="{B90D54AE-0C2E-416D-A01D-3FE603354A35}" type="parTrans" cxnId="{7497BBA5-590F-406A-99E5-0B2A41F89966}">
      <dgm:prSet/>
      <dgm:spPr/>
      <dgm:t>
        <a:bodyPr/>
        <a:lstStyle/>
        <a:p>
          <a:endParaRPr lang="uk-UA"/>
        </a:p>
      </dgm:t>
    </dgm:pt>
    <dgm:pt modelId="{C7FB8FC5-566B-40A6-8F58-8D65DD3A988E}" type="sibTrans" cxnId="{7497BBA5-590F-406A-99E5-0B2A41F89966}">
      <dgm:prSet/>
      <dgm:spPr/>
      <dgm:t>
        <a:bodyPr/>
        <a:lstStyle/>
        <a:p>
          <a:endParaRPr lang="uk-UA"/>
        </a:p>
      </dgm:t>
    </dgm:pt>
    <dgm:pt modelId="{70492345-516C-41BB-BE6F-B38C3A36BEC7}">
      <dgm:prSet/>
      <dgm:spPr/>
      <dgm:t>
        <a:bodyPr/>
        <a:lstStyle/>
        <a:p>
          <a:r>
            <a:rPr lang="ru-RU" b="0" i="0"/>
            <a:t>М. Шашкевич</a:t>
          </a:r>
          <a:endParaRPr lang="uk-UA"/>
        </a:p>
      </dgm:t>
    </dgm:pt>
    <dgm:pt modelId="{AABCD922-6246-44D9-BA01-870A42D68AF0}" type="parTrans" cxnId="{5A093189-530E-4884-AC01-F89F10BB6C55}">
      <dgm:prSet/>
      <dgm:spPr/>
      <dgm:t>
        <a:bodyPr/>
        <a:lstStyle/>
        <a:p>
          <a:endParaRPr lang="uk-UA"/>
        </a:p>
      </dgm:t>
    </dgm:pt>
    <dgm:pt modelId="{62D5CA38-DE1E-4E86-9DF0-72F74DAA0F23}" type="sibTrans" cxnId="{5A093189-530E-4884-AC01-F89F10BB6C55}">
      <dgm:prSet/>
      <dgm:spPr/>
      <dgm:t>
        <a:bodyPr/>
        <a:lstStyle/>
        <a:p>
          <a:endParaRPr lang="uk-UA"/>
        </a:p>
      </dgm:t>
    </dgm:pt>
    <dgm:pt modelId="{AA83E544-F233-4331-8E24-4634AC3FF940}" type="pres">
      <dgm:prSet presAssocID="{B326A669-03B6-45FA-AD24-7E8F44004F76}" presName="linearFlow" presStyleCnt="0">
        <dgm:presLayoutVars>
          <dgm:dir/>
          <dgm:resizeHandles val="exact"/>
        </dgm:presLayoutVars>
      </dgm:prSet>
      <dgm:spPr/>
    </dgm:pt>
    <dgm:pt modelId="{6852AFFB-2719-42A3-AC29-C07F8DDAC253}" type="pres">
      <dgm:prSet presAssocID="{87F17BE1-AD0C-4B73-BE0A-690570B0986A}" presName="composite" presStyleCnt="0"/>
      <dgm:spPr/>
    </dgm:pt>
    <dgm:pt modelId="{F03A8291-54FA-4E2F-97C8-66E8ED67FE3D}" type="pres">
      <dgm:prSet presAssocID="{87F17BE1-AD0C-4B73-BE0A-690570B0986A}" presName="imgShp" presStyleLbl="fgImgPlace1" presStyleIdx="0" presStyleCnt="4"/>
      <dgm:spPr/>
    </dgm:pt>
    <dgm:pt modelId="{B70A2242-112B-4342-BD11-0EB3E4A8957F}" type="pres">
      <dgm:prSet presAssocID="{87F17BE1-AD0C-4B73-BE0A-690570B0986A}" presName="txShp" presStyleLbl="node1" presStyleIdx="0" presStyleCnt="4">
        <dgm:presLayoutVars>
          <dgm:bulletEnabled val="1"/>
        </dgm:presLayoutVars>
      </dgm:prSet>
      <dgm:spPr/>
    </dgm:pt>
    <dgm:pt modelId="{C984F066-7D43-4890-A3FC-B92627BE305D}" type="pres">
      <dgm:prSet presAssocID="{1395D158-5CDA-42FA-8BBE-99FA06948D27}" presName="spacing" presStyleCnt="0"/>
      <dgm:spPr/>
    </dgm:pt>
    <dgm:pt modelId="{96F43880-02D6-413C-8E38-C5705C17CE9F}" type="pres">
      <dgm:prSet presAssocID="{2452FB52-82F0-4015-9997-62CA15B1D42C}" presName="composite" presStyleCnt="0"/>
      <dgm:spPr/>
    </dgm:pt>
    <dgm:pt modelId="{F1C77089-A2DC-4A33-9B03-5D98758E60F5}" type="pres">
      <dgm:prSet presAssocID="{2452FB52-82F0-4015-9997-62CA15B1D42C}" presName="imgShp" presStyleLbl="fgImgPlace1" presStyleIdx="1" presStyleCnt="4"/>
      <dgm:spPr/>
    </dgm:pt>
    <dgm:pt modelId="{065A014D-ECAD-456C-B622-A54A56E723D8}" type="pres">
      <dgm:prSet presAssocID="{2452FB52-82F0-4015-9997-62CA15B1D42C}" presName="txShp" presStyleLbl="node1" presStyleIdx="1" presStyleCnt="4">
        <dgm:presLayoutVars>
          <dgm:bulletEnabled val="1"/>
        </dgm:presLayoutVars>
      </dgm:prSet>
      <dgm:spPr/>
    </dgm:pt>
    <dgm:pt modelId="{6CB24583-2CC9-4204-BC7D-79C73FAE88AD}" type="pres">
      <dgm:prSet presAssocID="{898AD852-880A-4D45-94BB-A1A701F42682}" presName="spacing" presStyleCnt="0"/>
      <dgm:spPr/>
    </dgm:pt>
    <dgm:pt modelId="{F2CE1798-7223-4B15-81B2-D94A09CEB2D0}" type="pres">
      <dgm:prSet presAssocID="{4A4E7BF6-7979-46E2-91F0-EDA907F1B131}" presName="composite" presStyleCnt="0"/>
      <dgm:spPr/>
    </dgm:pt>
    <dgm:pt modelId="{6B769228-5081-42AA-8552-9623F758D643}" type="pres">
      <dgm:prSet presAssocID="{4A4E7BF6-7979-46E2-91F0-EDA907F1B131}" presName="imgShp" presStyleLbl="fgImgPlace1" presStyleIdx="2" presStyleCnt="4"/>
      <dgm:spPr/>
    </dgm:pt>
    <dgm:pt modelId="{8BEB6E00-48F3-4265-9670-E258951FAA5D}" type="pres">
      <dgm:prSet presAssocID="{4A4E7BF6-7979-46E2-91F0-EDA907F1B131}" presName="txShp" presStyleLbl="node1" presStyleIdx="2" presStyleCnt="4">
        <dgm:presLayoutVars>
          <dgm:bulletEnabled val="1"/>
        </dgm:presLayoutVars>
      </dgm:prSet>
      <dgm:spPr/>
    </dgm:pt>
    <dgm:pt modelId="{963A5576-537B-40ED-9863-6F65B7837829}" type="pres">
      <dgm:prSet presAssocID="{C7FB8FC5-566B-40A6-8F58-8D65DD3A988E}" presName="spacing" presStyleCnt="0"/>
      <dgm:spPr/>
    </dgm:pt>
    <dgm:pt modelId="{DC5BFEA1-765C-49E4-91DC-F186B90D0101}" type="pres">
      <dgm:prSet presAssocID="{70492345-516C-41BB-BE6F-B38C3A36BEC7}" presName="composite" presStyleCnt="0"/>
      <dgm:spPr/>
    </dgm:pt>
    <dgm:pt modelId="{410D4098-D72F-4AF1-A221-37EE43A62FA7}" type="pres">
      <dgm:prSet presAssocID="{70492345-516C-41BB-BE6F-B38C3A36BEC7}" presName="imgShp" presStyleLbl="fgImgPlace1" presStyleIdx="3" presStyleCnt="4"/>
      <dgm:spPr/>
    </dgm:pt>
    <dgm:pt modelId="{9A77A03B-55FD-45E8-AD6D-52AF247C7D0C}" type="pres">
      <dgm:prSet presAssocID="{70492345-516C-41BB-BE6F-B38C3A36BEC7}" presName="txShp" presStyleLbl="node1" presStyleIdx="3" presStyleCnt="4">
        <dgm:presLayoutVars>
          <dgm:bulletEnabled val="1"/>
        </dgm:presLayoutVars>
      </dgm:prSet>
      <dgm:spPr/>
    </dgm:pt>
  </dgm:ptLst>
  <dgm:cxnLst>
    <dgm:cxn modelId="{49E40705-96E1-41E1-8C92-927DA1FDF6EA}" srcId="{B326A669-03B6-45FA-AD24-7E8F44004F76}" destId="{2452FB52-82F0-4015-9997-62CA15B1D42C}" srcOrd="1" destOrd="0" parTransId="{42BB3140-EAEE-4BC9-9072-A488D36E3E11}" sibTransId="{898AD852-880A-4D45-94BB-A1A701F42682}"/>
    <dgm:cxn modelId="{973B0B1D-125D-47CC-BD93-EA78BDB7881C}" type="presOf" srcId="{B326A669-03B6-45FA-AD24-7E8F44004F76}" destId="{AA83E544-F233-4331-8E24-4634AC3FF940}" srcOrd="0" destOrd="0" presId="urn:microsoft.com/office/officeart/2005/8/layout/vList3"/>
    <dgm:cxn modelId="{FDEAAF26-85DA-4854-B05F-F0CA8D5CD949}" type="presOf" srcId="{70492345-516C-41BB-BE6F-B38C3A36BEC7}" destId="{9A77A03B-55FD-45E8-AD6D-52AF247C7D0C}" srcOrd="0" destOrd="0" presId="urn:microsoft.com/office/officeart/2005/8/layout/vList3"/>
    <dgm:cxn modelId="{A30B2635-F69E-430C-A883-9E9798EB7B85}" type="presOf" srcId="{4A4E7BF6-7979-46E2-91F0-EDA907F1B131}" destId="{8BEB6E00-48F3-4265-9670-E258951FAA5D}" srcOrd="0" destOrd="0" presId="urn:microsoft.com/office/officeart/2005/8/layout/vList3"/>
    <dgm:cxn modelId="{F09F4B70-2488-452D-BAC2-912E0DCCD079}" srcId="{B326A669-03B6-45FA-AD24-7E8F44004F76}" destId="{87F17BE1-AD0C-4B73-BE0A-690570B0986A}" srcOrd="0" destOrd="0" parTransId="{EC84506D-03E1-4577-B8C5-80A0881AC142}" sibTransId="{1395D158-5CDA-42FA-8BBE-99FA06948D27}"/>
    <dgm:cxn modelId="{5A093189-530E-4884-AC01-F89F10BB6C55}" srcId="{B326A669-03B6-45FA-AD24-7E8F44004F76}" destId="{70492345-516C-41BB-BE6F-B38C3A36BEC7}" srcOrd="3" destOrd="0" parTransId="{AABCD922-6246-44D9-BA01-870A42D68AF0}" sibTransId="{62D5CA38-DE1E-4E86-9DF0-72F74DAA0F23}"/>
    <dgm:cxn modelId="{7497BBA5-590F-406A-99E5-0B2A41F89966}" srcId="{B326A669-03B6-45FA-AD24-7E8F44004F76}" destId="{4A4E7BF6-7979-46E2-91F0-EDA907F1B131}" srcOrd="2" destOrd="0" parTransId="{B90D54AE-0C2E-416D-A01D-3FE603354A35}" sibTransId="{C7FB8FC5-566B-40A6-8F58-8D65DD3A988E}"/>
    <dgm:cxn modelId="{6D60B5B6-E57F-4FAD-AD8D-01631FE29872}" type="presOf" srcId="{2452FB52-82F0-4015-9997-62CA15B1D42C}" destId="{065A014D-ECAD-456C-B622-A54A56E723D8}" srcOrd="0" destOrd="0" presId="urn:microsoft.com/office/officeart/2005/8/layout/vList3"/>
    <dgm:cxn modelId="{CA0721C5-7A69-4538-A121-9073ED0F9799}" type="presOf" srcId="{87F17BE1-AD0C-4B73-BE0A-690570B0986A}" destId="{B70A2242-112B-4342-BD11-0EB3E4A8957F}" srcOrd="0" destOrd="0" presId="urn:microsoft.com/office/officeart/2005/8/layout/vList3"/>
    <dgm:cxn modelId="{48580258-327D-4491-9213-34C0C7D54F96}" type="presParOf" srcId="{AA83E544-F233-4331-8E24-4634AC3FF940}" destId="{6852AFFB-2719-42A3-AC29-C07F8DDAC253}" srcOrd="0" destOrd="0" presId="urn:microsoft.com/office/officeart/2005/8/layout/vList3"/>
    <dgm:cxn modelId="{5D227362-D3E3-4567-A2D9-710489B0CC27}" type="presParOf" srcId="{6852AFFB-2719-42A3-AC29-C07F8DDAC253}" destId="{F03A8291-54FA-4E2F-97C8-66E8ED67FE3D}" srcOrd="0" destOrd="0" presId="urn:microsoft.com/office/officeart/2005/8/layout/vList3"/>
    <dgm:cxn modelId="{8979FB75-18DF-4632-936A-9E203D99D228}" type="presParOf" srcId="{6852AFFB-2719-42A3-AC29-C07F8DDAC253}" destId="{B70A2242-112B-4342-BD11-0EB3E4A8957F}" srcOrd="1" destOrd="0" presId="urn:microsoft.com/office/officeart/2005/8/layout/vList3"/>
    <dgm:cxn modelId="{EC8F8FE0-2E63-4180-B9C0-458B5F8EEF8B}" type="presParOf" srcId="{AA83E544-F233-4331-8E24-4634AC3FF940}" destId="{C984F066-7D43-4890-A3FC-B92627BE305D}" srcOrd="1" destOrd="0" presId="urn:microsoft.com/office/officeart/2005/8/layout/vList3"/>
    <dgm:cxn modelId="{78DFB485-5C40-4675-A19A-FB511F0A3676}" type="presParOf" srcId="{AA83E544-F233-4331-8E24-4634AC3FF940}" destId="{96F43880-02D6-413C-8E38-C5705C17CE9F}" srcOrd="2" destOrd="0" presId="urn:microsoft.com/office/officeart/2005/8/layout/vList3"/>
    <dgm:cxn modelId="{94494958-42EF-4999-8D93-132D031BFFCF}" type="presParOf" srcId="{96F43880-02D6-413C-8E38-C5705C17CE9F}" destId="{F1C77089-A2DC-4A33-9B03-5D98758E60F5}" srcOrd="0" destOrd="0" presId="urn:microsoft.com/office/officeart/2005/8/layout/vList3"/>
    <dgm:cxn modelId="{836070A8-848C-4DE1-AFEE-C3AF24A3FC10}" type="presParOf" srcId="{96F43880-02D6-413C-8E38-C5705C17CE9F}" destId="{065A014D-ECAD-456C-B622-A54A56E723D8}" srcOrd="1" destOrd="0" presId="urn:microsoft.com/office/officeart/2005/8/layout/vList3"/>
    <dgm:cxn modelId="{F2265D50-0D68-41D3-A4AE-75D3248CC199}" type="presParOf" srcId="{AA83E544-F233-4331-8E24-4634AC3FF940}" destId="{6CB24583-2CC9-4204-BC7D-79C73FAE88AD}" srcOrd="3" destOrd="0" presId="urn:microsoft.com/office/officeart/2005/8/layout/vList3"/>
    <dgm:cxn modelId="{71517219-A50F-49A0-B5A1-85040450F63C}" type="presParOf" srcId="{AA83E544-F233-4331-8E24-4634AC3FF940}" destId="{F2CE1798-7223-4B15-81B2-D94A09CEB2D0}" srcOrd="4" destOrd="0" presId="urn:microsoft.com/office/officeart/2005/8/layout/vList3"/>
    <dgm:cxn modelId="{8418C9FC-5701-42A7-B750-8177722B01D8}" type="presParOf" srcId="{F2CE1798-7223-4B15-81B2-D94A09CEB2D0}" destId="{6B769228-5081-42AA-8552-9623F758D643}" srcOrd="0" destOrd="0" presId="urn:microsoft.com/office/officeart/2005/8/layout/vList3"/>
    <dgm:cxn modelId="{A7F69275-2C9C-4F1F-AE04-CDD695C504FB}" type="presParOf" srcId="{F2CE1798-7223-4B15-81B2-D94A09CEB2D0}" destId="{8BEB6E00-48F3-4265-9670-E258951FAA5D}" srcOrd="1" destOrd="0" presId="urn:microsoft.com/office/officeart/2005/8/layout/vList3"/>
    <dgm:cxn modelId="{0CEEEA3C-7919-4E07-B8EA-2C5E7868BF39}" type="presParOf" srcId="{AA83E544-F233-4331-8E24-4634AC3FF940}" destId="{963A5576-537B-40ED-9863-6F65B7837829}" srcOrd="5" destOrd="0" presId="urn:microsoft.com/office/officeart/2005/8/layout/vList3"/>
    <dgm:cxn modelId="{3308E2B9-8CA3-4F61-94C6-5053D521D812}" type="presParOf" srcId="{AA83E544-F233-4331-8E24-4634AC3FF940}" destId="{DC5BFEA1-765C-49E4-91DC-F186B90D0101}" srcOrd="6" destOrd="0" presId="urn:microsoft.com/office/officeart/2005/8/layout/vList3"/>
    <dgm:cxn modelId="{407AB16C-7C7A-4890-A95B-FA71AA8C17B5}" type="presParOf" srcId="{DC5BFEA1-765C-49E4-91DC-F186B90D0101}" destId="{410D4098-D72F-4AF1-A221-37EE43A62FA7}" srcOrd="0" destOrd="0" presId="urn:microsoft.com/office/officeart/2005/8/layout/vList3"/>
    <dgm:cxn modelId="{7289B72C-6189-4015-9303-BDEB454BF7FE}" type="presParOf" srcId="{DC5BFEA1-765C-49E4-91DC-F186B90D0101}" destId="{9A77A03B-55FD-45E8-AD6D-52AF247C7D0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6A82A5DD-B74A-447E-B287-894918A925B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F8430EF-05AF-4C77-8EB0-1A1C43AAACA2}">
      <dgm:prSet/>
      <dgm:spPr/>
      <dgm:t>
        <a:bodyPr/>
        <a:lstStyle/>
        <a:p>
          <a:r>
            <a:rPr lang="uk-UA" b="0" i="0"/>
            <a:t>Народився в Полтаві. Навчався в духовній семінарії. Під час походу Наполеона (1812 р.) на Росію сформував козацький полк. З 1816 р. – директор Полтавського театру, для якого написав п’єсу «Наталка Полтавка», водевіль «Москаль-чарівник».</a:t>
          </a:r>
          <a:endParaRPr lang="uk-UA"/>
        </a:p>
      </dgm:t>
    </dgm:pt>
    <dgm:pt modelId="{108C2E89-CE07-4F8A-9117-DA3B3480D3FC}" type="parTrans" cxnId="{203FBCFB-0AC4-4444-9EE2-62D2508E1D66}">
      <dgm:prSet/>
      <dgm:spPr/>
      <dgm:t>
        <a:bodyPr/>
        <a:lstStyle/>
        <a:p>
          <a:endParaRPr lang="uk-UA"/>
        </a:p>
      </dgm:t>
    </dgm:pt>
    <dgm:pt modelId="{B40F32E5-5D40-45F6-BC6C-1A987590C0FB}" type="sibTrans" cxnId="{203FBCFB-0AC4-4444-9EE2-62D2508E1D66}">
      <dgm:prSet/>
      <dgm:spPr/>
      <dgm:t>
        <a:bodyPr/>
        <a:lstStyle/>
        <a:p>
          <a:endParaRPr lang="uk-UA"/>
        </a:p>
      </dgm:t>
    </dgm:pt>
    <dgm:pt modelId="{0C1F9A4A-A230-466B-B767-C51E7C476359}">
      <dgm:prSet/>
      <dgm:spPr/>
      <dgm:t>
        <a:bodyPr/>
        <a:lstStyle/>
        <a:p>
          <a:r>
            <a:rPr lang="uk-UA" b="0" i="0"/>
            <a:t>Народився на Львівщині. Закінчив Дрогобицьку гімназію. Перший професійний літератор. Автор поетичних збірок «Зів’яле листя» (1886 р.), «Мій Ізмарагд» (1897 р.), соціальної драми «Украдене щастя».</a:t>
          </a:r>
          <a:endParaRPr lang="uk-UA"/>
        </a:p>
      </dgm:t>
    </dgm:pt>
    <dgm:pt modelId="{6C80B277-A8D0-4695-93B7-9BA475299996}" type="parTrans" cxnId="{3515AEEA-906B-4ED5-8E42-38C8C9938120}">
      <dgm:prSet/>
      <dgm:spPr/>
      <dgm:t>
        <a:bodyPr/>
        <a:lstStyle/>
        <a:p>
          <a:endParaRPr lang="uk-UA"/>
        </a:p>
      </dgm:t>
    </dgm:pt>
    <dgm:pt modelId="{024EB9B5-B11D-4BAA-A8F7-24EE8BAA60CE}" type="sibTrans" cxnId="{3515AEEA-906B-4ED5-8E42-38C8C9938120}">
      <dgm:prSet/>
      <dgm:spPr/>
      <dgm:t>
        <a:bodyPr/>
        <a:lstStyle/>
        <a:p>
          <a:endParaRPr lang="uk-UA"/>
        </a:p>
      </dgm:t>
    </dgm:pt>
    <dgm:pt modelId="{D086D307-0D3F-4CC0-8DC7-DEAFA3E65022}">
      <dgm:prSet/>
      <dgm:spPr/>
      <dgm:t>
        <a:bodyPr/>
        <a:lstStyle/>
        <a:p>
          <a:r>
            <a:rPr lang="uk-UA" b="0" i="0"/>
            <a:t>Народився на Полтавщині. Навчався в Києво-Могилянській академії. У 1750 – 1760-х рр. викладав поетику в Переяславському та Харківському колегіумах. Останні 25 років життя мандрував Україною, писав твори («Байки харківські»).</a:t>
          </a:r>
          <a:endParaRPr lang="uk-UA"/>
        </a:p>
      </dgm:t>
    </dgm:pt>
    <dgm:pt modelId="{3DA397BC-04FD-4C59-893E-90E3626779A5}" type="parTrans" cxnId="{6B36A542-C7B1-4D12-9E14-46CBE46F405B}">
      <dgm:prSet/>
      <dgm:spPr/>
      <dgm:t>
        <a:bodyPr/>
        <a:lstStyle/>
        <a:p>
          <a:endParaRPr lang="uk-UA"/>
        </a:p>
      </dgm:t>
    </dgm:pt>
    <dgm:pt modelId="{08CC0CDA-0DF4-4D98-BF0C-F64B3B275BF6}" type="sibTrans" cxnId="{6B36A542-C7B1-4D12-9E14-46CBE46F405B}">
      <dgm:prSet/>
      <dgm:spPr/>
      <dgm:t>
        <a:bodyPr/>
        <a:lstStyle/>
        <a:p>
          <a:endParaRPr lang="uk-UA"/>
        </a:p>
      </dgm:t>
    </dgm:pt>
    <dgm:pt modelId="{F591CC1E-44FD-452E-8F54-24A29345224E}">
      <dgm:prSet/>
      <dgm:spPr/>
      <dgm:t>
        <a:bodyPr/>
        <a:lstStyle/>
        <a:p>
          <a:r>
            <a:rPr lang="uk-UA" b="0" i="0"/>
            <a:t>Народився на Львівщині. Навчався у Львівській духовній семінарії. З 1838 р. й до кінця життя – священик у селах Львівщини. Організатор «Руської трійці». Був одним із перших перекладачів українською мовою «Слова о полку Ігоревім».</a:t>
          </a:r>
          <a:endParaRPr lang="uk-UA"/>
        </a:p>
      </dgm:t>
    </dgm:pt>
    <dgm:pt modelId="{64900DB0-3AAE-4DD4-95BB-5600AC9862C0}" type="parTrans" cxnId="{59043C68-41D3-4FC3-A3FF-5728CE987213}">
      <dgm:prSet/>
      <dgm:spPr/>
      <dgm:t>
        <a:bodyPr/>
        <a:lstStyle/>
        <a:p>
          <a:endParaRPr lang="uk-UA"/>
        </a:p>
      </dgm:t>
    </dgm:pt>
    <dgm:pt modelId="{5DD8061C-2C46-4E53-81AA-83F72A72746A}" type="sibTrans" cxnId="{59043C68-41D3-4FC3-A3FF-5728CE987213}">
      <dgm:prSet/>
      <dgm:spPr/>
      <dgm:t>
        <a:bodyPr/>
        <a:lstStyle/>
        <a:p>
          <a:endParaRPr lang="uk-UA"/>
        </a:p>
      </dgm:t>
    </dgm:pt>
    <dgm:pt modelId="{FC3958E6-382F-4D33-806A-E65DDC80A21F}">
      <dgm:prSet/>
      <dgm:spPr/>
      <dgm:t>
        <a:bodyPr/>
        <a:lstStyle/>
        <a:p>
          <a:r>
            <a:rPr lang="uk-UA" b="0" i="0"/>
            <a:t>Народився на Харківщині. Здобув домашню освіту. Виступив одним із засновників професійного театру у Харкові, Інституту шляхетних дівчат. Вважається «батьком української прози». 1854 р. в Парижі опубліковано французькою мовою його повість «Сердешна Оксана».</a:t>
          </a:r>
          <a:endParaRPr lang="uk-UA"/>
        </a:p>
      </dgm:t>
    </dgm:pt>
    <dgm:pt modelId="{DB23292C-4C80-428F-B528-5CDE8DA424ED}" type="parTrans" cxnId="{4D848517-E613-43F2-A0C3-66098B51391B}">
      <dgm:prSet/>
      <dgm:spPr/>
      <dgm:t>
        <a:bodyPr/>
        <a:lstStyle/>
        <a:p>
          <a:endParaRPr lang="uk-UA"/>
        </a:p>
      </dgm:t>
    </dgm:pt>
    <dgm:pt modelId="{E70FB401-6EAF-4DE6-91F3-CBC4F7F89EFA}" type="sibTrans" cxnId="{4D848517-E613-43F2-A0C3-66098B51391B}">
      <dgm:prSet/>
      <dgm:spPr/>
      <dgm:t>
        <a:bodyPr/>
        <a:lstStyle/>
        <a:p>
          <a:endParaRPr lang="uk-UA"/>
        </a:p>
      </dgm:t>
    </dgm:pt>
    <dgm:pt modelId="{EE1FD115-89D3-4F54-8259-3BFABE998025}" type="pres">
      <dgm:prSet presAssocID="{6A82A5DD-B74A-447E-B287-894918A925B5}" presName="linear" presStyleCnt="0">
        <dgm:presLayoutVars>
          <dgm:animLvl val="lvl"/>
          <dgm:resizeHandles val="exact"/>
        </dgm:presLayoutVars>
      </dgm:prSet>
      <dgm:spPr/>
    </dgm:pt>
    <dgm:pt modelId="{D124FE68-7B4C-429F-BD56-6BB3ACF82C8D}" type="pres">
      <dgm:prSet presAssocID="{0F8430EF-05AF-4C77-8EB0-1A1C43AAACA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83B5E9F-7C65-44E9-B33D-60E16D00F0C2}" type="pres">
      <dgm:prSet presAssocID="{B40F32E5-5D40-45F6-BC6C-1A987590C0FB}" presName="spacer" presStyleCnt="0"/>
      <dgm:spPr/>
    </dgm:pt>
    <dgm:pt modelId="{D7663528-B831-49F0-846A-8878D0AAB8DA}" type="pres">
      <dgm:prSet presAssocID="{0C1F9A4A-A230-466B-B767-C51E7C47635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3D5068C-CC50-4A82-B52E-24B44A9A07D9}" type="pres">
      <dgm:prSet presAssocID="{024EB9B5-B11D-4BAA-A8F7-24EE8BAA60CE}" presName="spacer" presStyleCnt="0"/>
      <dgm:spPr/>
    </dgm:pt>
    <dgm:pt modelId="{5AEF2307-C5CD-4186-A3EB-E5F8A4AD93CF}" type="pres">
      <dgm:prSet presAssocID="{D086D307-0D3F-4CC0-8DC7-DEAFA3E6502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7672C4D-F3AC-444C-942C-4CA6FAFA5DF3}" type="pres">
      <dgm:prSet presAssocID="{08CC0CDA-0DF4-4D98-BF0C-F64B3B275BF6}" presName="spacer" presStyleCnt="0"/>
      <dgm:spPr/>
    </dgm:pt>
    <dgm:pt modelId="{E0C3DC14-E64D-44A2-A487-0D77F2CAF46F}" type="pres">
      <dgm:prSet presAssocID="{F591CC1E-44FD-452E-8F54-24A29345224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5442259-A066-4B04-B57D-9F49EBBDE245}" type="pres">
      <dgm:prSet presAssocID="{5DD8061C-2C46-4E53-81AA-83F72A72746A}" presName="spacer" presStyleCnt="0"/>
      <dgm:spPr/>
    </dgm:pt>
    <dgm:pt modelId="{6B4801D2-7C4D-4576-9961-88663DA96B4E}" type="pres">
      <dgm:prSet presAssocID="{FC3958E6-382F-4D33-806A-E65DDC80A21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D848517-E613-43F2-A0C3-66098B51391B}" srcId="{6A82A5DD-B74A-447E-B287-894918A925B5}" destId="{FC3958E6-382F-4D33-806A-E65DDC80A21F}" srcOrd="4" destOrd="0" parTransId="{DB23292C-4C80-428F-B528-5CDE8DA424ED}" sibTransId="{E70FB401-6EAF-4DE6-91F3-CBC4F7F89EFA}"/>
    <dgm:cxn modelId="{D50D192F-4DEF-4C9C-BD7B-846B70851CFF}" type="presOf" srcId="{0F8430EF-05AF-4C77-8EB0-1A1C43AAACA2}" destId="{D124FE68-7B4C-429F-BD56-6BB3ACF82C8D}" srcOrd="0" destOrd="0" presId="urn:microsoft.com/office/officeart/2005/8/layout/vList2"/>
    <dgm:cxn modelId="{6B36A542-C7B1-4D12-9E14-46CBE46F405B}" srcId="{6A82A5DD-B74A-447E-B287-894918A925B5}" destId="{D086D307-0D3F-4CC0-8DC7-DEAFA3E65022}" srcOrd="2" destOrd="0" parTransId="{3DA397BC-04FD-4C59-893E-90E3626779A5}" sibTransId="{08CC0CDA-0DF4-4D98-BF0C-F64B3B275BF6}"/>
    <dgm:cxn modelId="{7B178563-814B-40D2-B12D-D28EB7036945}" type="presOf" srcId="{F591CC1E-44FD-452E-8F54-24A29345224E}" destId="{E0C3DC14-E64D-44A2-A487-0D77F2CAF46F}" srcOrd="0" destOrd="0" presId="urn:microsoft.com/office/officeart/2005/8/layout/vList2"/>
    <dgm:cxn modelId="{59043C68-41D3-4FC3-A3FF-5728CE987213}" srcId="{6A82A5DD-B74A-447E-B287-894918A925B5}" destId="{F591CC1E-44FD-452E-8F54-24A29345224E}" srcOrd="3" destOrd="0" parTransId="{64900DB0-3AAE-4DD4-95BB-5600AC9862C0}" sibTransId="{5DD8061C-2C46-4E53-81AA-83F72A72746A}"/>
    <dgm:cxn modelId="{69169354-E171-4DCC-B962-F655F38D4D2D}" type="presOf" srcId="{6A82A5DD-B74A-447E-B287-894918A925B5}" destId="{EE1FD115-89D3-4F54-8259-3BFABE998025}" srcOrd="0" destOrd="0" presId="urn:microsoft.com/office/officeart/2005/8/layout/vList2"/>
    <dgm:cxn modelId="{98BA00B0-DE34-41DA-9CAD-BB39891D01F8}" type="presOf" srcId="{FC3958E6-382F-4D33-806A-E65DDC80A21F}" destId="{6B4801D2-7C4D-4576-9961-88663DA96B4E}" srcOrd="0" destOrd="0" presId="urn:microsoft.com/office/officeart/2005/8/layout/vList2"/>
    <dgm:cxn modelId="{1B92CAD9-2039-4315-B56C-1341257B6D9D}" type="presOf" srcId="{0C1F9A4A-A230-466B-B767-C51E7C476359}" destId="{D7663528-B831-49F0-846A-8878D0AAB8DA}" srcOrd="0" destOrd="0" presId="urn:microsoft.com/office/officeart/2005/8/layout/vList2"/>
    <dgm:cxn modelId="{3515AEEA-906B-4ED5-8E42-38C8C9938120}" srcId="{6A82A5DD-B74A-447E-B287-894918A925B5}" destId="{0C1F9A4A-A230-466B-B767-C51E7C476359}" srcOrd="1" destOrd="0" parTransId="{6C80B277-A8D0-4695-93B7-9BA475299996}" sibTransId="{024EB9B5-B11D-4BAA-A8F7-24EE8BAA60CE}"/>
    <dgm:cxn modelId="{7E1B8EEF-93ED-4B90-A4FF-39A636C897C7}" type="presOf" srcId="{D086D307-0D3F-4CC0-8DC7-DEAFA3E65022}" destId="{5AEF2307-C5CD-4186-A3EB-E5F8A4AD93CF}" srcOrd="0" destOrd="0" presId="urn:microsoft.com/office/officeart/2005/8/layout/vList2"/>
    <dgm:cxn modelId="{203FBCFB-0AC4-4444-9EE2-62D2508E1D66}" srcId="{6A82A5DD-B74A-447E-B287-894918A925B5}" destId="{0F8430EF-05AF-4C77-8EB0-1A1C43AAACA2}" srcOrd="0" destOrd="0" parTransId="{108C2E89-CE07-4F8A-9117-DA3B3480D3FC}" sibTransId="{B40F32E5-5D40-45F6-BC6C-1A987590C0FB}"/>
    <dgm:cxn modelId="{ED5D5E2B-DD47-4998-8BD5-0A79D8CECE6C}" type="presParOf" srcId="{EE1FD115-89D3-4F54-8259-3BFABE998025}" destId="{D124FE68-7B4C-429F-BD56-6BB3ACF82C8D}" srcOrd="0" destOrd="0" presId="urn:microsoft.com/office/officeart/2005/8/layout/vList2"/>
    <dgm:cxn modelId="{BCE23107-C6C6-4977-B17B-349831D26195}" type="presParOf" srcId="{EE1FD115-89D3-4F54-8259-3BFABE998025}" destId="{F83B5E9F-7C65-44E9-B33D-60E16D00F0C2}" srcOrd="1" destOrd="0" presId="urn:microsoft.com/office/officeart/2005/8/layout/vList2"/>
    <dgm:cxn modelId="{79BC97AA-F05F-43E2-95AB-D37F886AA70E}" type="presParOf" srcId="{EE1FD115-89D3-4F54-8259-3BFABE998025}" destId="{D7663528-B831-49F0-846A-8878D0AAB8DA}" srcOrd="2" destOrd="0" presId="urn:microsoft.com/office/officeart/2005/8/layout/vList2"/>
    <dgm:cxn modelId="{5EEE19B9-0A11-4A25-9758-B661BC8B1949}" type="presParOf" srcId="{EE1FD115-89D3-4F54-8259-3BFABE998025}" destId="{E3D5068C-CC50-4A82-B52E-24B44A9A07D9}" srcOrd="3" destOrd="0" presId="urn:microsoft.com/office/officeart/2005/8/layout/vList2"/>
    <dgm:cxn modelId="{BD4F5367-4FF3-499D-9BCF-B5C79BCE8487}" type="presParOf" srcId="{EE1FD115-89D3-4F54-8259-3BFABE998025}" destId="{5AEF2307-C5CD-4186-A3EB-E5F8A4AD93CF}" srcOrd="4" destOrd="0" presId="urn:microsoft.com/office/officeart/2005/8/layout/vList2"/>
    <dgm:cxn modelId="{39C119BA-4BC4-470D-9575-394824377C4D}" type="presParOf" srcId="{EE1FD115-89D3-4F54-8259-3BFABE998025}" destId="{F7672C4D-F3AC-444C-942C-4CA6FAFA5DF3}" srcOrd="5" destOrd="0" presId="urn:microsoft.com/office/officeart/2005/8/layout/vList2"/>
    <dgm:cxn modelId="{21F6C2DB-7141-4E2C-BF58-6F8F02DA3E0E}" type="presParOf" srcId="{EE1FD115-89D3-4F54-8259-3BFABE998025}" destId="{E0C3DC14-E64D-44A2-A487-0D77F2CAF46F}" srcOrd="6" destOrd="0" presId="urn:microsoft.com/office/officeart/2005/8/layout/vList2"/>
    <dgm:cxn modelId="{550B70CE-3176-4EAB-897C-5DCE9FD4706F}" type="presParOf" srcId="{EE1FD115-89D3-4F54-8259-3BFABE998025}" destId="{35442259-A066-4B04-B57D-9F49EBBDE245}" srcOrd="7" destOrd="0" presId="urn:microsoft.com/office/officeart/2005/8/layout/vList2"/>
    <dgm:cxn modelId="{4D5BD3C2-0203-4FAF-8ABA-DB1C48706FF9}" type="presParOf" srcId="{EE1FD115-89D3-4F54-8259-3BFABE998025}" destId="{6B4801D2-7C4D-4576-9961-88663DA96B4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B0F1E109-E5C4-41BA-A934-723FDF2120A4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F69D2F9-0FC1-4E9A-8327-02E984C9171D}">
      <dgm:prSet/>
      <dgm:spPr/>
      <dgm:t>
        <a:bodyPr/>
        <a:lstStyle/>
        <a:p>
          <a:r>
            <a:rPr lang="ru-RU" b="0" i="0"/>
            <a:t>Г. Сковорода</a:t>
          </a:r>
          <a:endParaRPr lang="uk-UA"/>
        </a:p>
      </dgm:t>
    </dgm:pt>
    <dgm:pt modelId="{5FD54043-5C57-47B1-88FC-85047948CF8C}" type="parTrans" cxnId="{50512C7F-17CB-46FB-9141-1C98FD14D534}">
      <dgm:prSet/>
      <dgm:spPr/>
      <dgm:t>
        <a:bodyPr/>
        <a:lstStyle/>
        <a:p>
          <a:endParaRPr lang="uk-UA"/>
        </a:p>
      </dgm:t>
    </dgm:pt>
    <dgm:pt modelId="{3108586A-F9CE-4A0A-A884-29256FA3133F}" type="sibTrans" cxnId="{50512C7F-17CB-46FB-9141-1C98FD14D534}">
      <dgm:prSet/>
      <dgm:spPr/>
      <dgm:t>
        <a:bodyPr/>
        <a:lstStyle/>
        <a:p>
          <a:endParaRPr lang="uk-UA"/>
        </a:p>
      </dgm:t>
    </dgm:pt>
    <dgm:pt modelId="{38A811F5-EA20-4B7C-B969-72B00E984296}">
      <dgm:prSet/>
      <dgm:spPr/>
      <dgm:t>
        <a:bodyPr/>
        <a:lstStyle/>
        <a:p>
          <a:r>
            <a:rPr lang="ru-RU" b="0" i="0"/>
            <a:t>І. Григорович-Барський</a:t>
          </a:r>
          <a:endParaRPr lang="uk-UA"/>
        </a:p>
      </dgm:t>
    </dgm:pt>
    <dgm:pt modelId="{92AAC112-8C02-430E-8E9D-3B67B8B74E6E}" type="parTrans" cxnId="{93D4C09C-3508-4D56-86D3-AA7A274E1F69}">
      <dgm:prSet/>
      <dgm:spPr/>
      <dgm:t>
        <a:bodyPr/>
        <a:lstStyle/>
        <a:p>
          <a:endParaRPr lang="uk-UA"/>
        </a:p>
      </dgm:t>
    </dgm:pt>
    <dgm:pt modelId="{CD67D729-023B-4666-81F5-74BFFA986DC4}" type="sibTrans" cxnId="{93D4C09C-3508-4D56-86D3-AA7A274E1F69}">
      <dgm:prSet/>
      <dgm:spPr/>
      <dgm:t>
        <a:bodyPr/>
        <a:lstStyle/>
        <a:p>
          <a:endParaRPr lang="uk-UA"/>
        </a:p>
      </dgm:t>
    </dgm:pt>
    <dgm:pt modelId="{5726DADF-6CB2-4E2C-AB88-1F5BC1EE3977}">
      <dgm:prSet/>
      <dgm:spPr/>
      <dgm:t>
        <a:bodyPr/>
        <a:lstStyle/>
        <a:p>
          <a:r>
            <a:rPr lang="ru-RU" b="0" i="0"/>
            <a:t>М. Березовський</a:t>
          </a:r>
          <a:endParaRPr lang="uk-UA"/>
        </a:p>
      </dgm:t>
    </dgm:pt>
    <dgm:pt modelId="{2A929A05-E553-4037-A223-3100E73CCFAF}" type="parTrans" cxnId="{D5D075DF-5E92-49D6-9BB4-B76BAFE85087}">
      <dgm:prSet/>
      <dgm:spPr/>
      <dgm:t>
        <a:bodyPr/>
        <a:lstStyle/>
        <a:p>
          <a:endParaRPr lang="uk-UA"/>
        </a:p>
      </dgm:t>
    </dgm:pt>
    <dgm:pt modelId="{AAC8AA97-8DA7-46EC-9A4F-63CE58FB64F5}" type="sibTrans" cxnId="{D5D075DF-5E92-49D6-9BB4-B76BAFE85087}">
      <dgm:prSet/>
      <dgm:spPr/>
      <dgm:t>
        <a:bodyPr/>
        <a:lstStyle/>
        <a:p>
          <a:endParaRPr lang="uk-UA"/>
        </a:p>
      </dgm:t>
    </dgm:pt>
    <dgm:pt modelId="{BF25D5B0-0842-4584-8152-26BDFF906F03}">
      <dgm:prSet/>
      <dgm:spPr/>
      <dgm:t>
        <a:bodyPr/>
        <a:lstStyle/>
        <a:p>
          <a:r>
            <a:rPr lang="ru-RU" b="0" i="0"/>
            <a:t>Й. Пінзель</a:t>
          </a:r>
          <a:endParaRPr lang="uk-UA"/>
        </a:p>
      </dgm:t>
    </dgm:pt>
    <dgm:pt modelId="{88D34F57-23F1-4592-B2C3-CFD9170E7497}" type="parTrans" cxnId="{B680605A-5703-4525-A685-1C9C547F69A0}">
      <dgm:prSet/>
      <dgm:spPr/>
      <dgm:t>
        <a:bodyPr/>
        <a:lstStyle/>
        <a:p>
          <a:endParaRPr lang="uk-UA"/>
        </a:p>
      </dgm:t>
    </dgm:pt>
    <dgm:pt modelId="{D842F6DB-9260-40AD-9750-88A72A8E2B3B}" type="sibTrans" cxnId="{B680605A-5703-4525-A685-1C9C547F69A0}">
      <dgm:prSet/>
      <dgm:spPr/>
      <dgm:t>
        <a:bodyPr/>
        <a:lstStyle/>
        <a:p>
          <a:endParaRPr lang="uk-UA"/>
        </a:p>
      </dgm:t>
    </dgm:pt>
    <dgm:pt modelId="{48C13E00-B3C3-4DD1-8B1E-25C58125AD9B}" type="pres">
      <dgm:prSet presAssocID="{B0F1E109-E5C4-41BA-A934-723FDF2120A4}" presName="Name0" presStyleCnt="0">
        <dgm:presLayoutVars>
          <dgm:chMax val="7"/>
          <dgm:chPref val="7"/>
          <dgm:dir/>
        </dgm:presLayoutVars>
      </dgm:prSet>
      <dgm:spPr/>
    </dgm:pt>
    <dgm:pt modelId="{A1A708AF-4F87-4FC2-A704-CF2EE23083BD}" type="pres">
      <dgm:prSet presAssocID="{B0F1E109-E5C4-41BA-A934-723FDF2120A4}" presName="Name1" presStyleCnt="0"/>
      <dgm:spPr/>
    </dgm:pt>
    <dgm:pt modelId="{8A04EB0D-9EB2-4F6C-A0DB-780AE0833687}" type="pres">
      <dgm:prSet presAssocID="{B0F1E109-E5C4-41BA-A934-723FDF2120A4}" presName="cycle" presStyleCnt="0"/>
      <dgm:spPr/>
    </dgm:pt>
    <dgm:pt modelId="{EBFFD457-1100-486C-B642-DD37B54A4515}" type="pres">
      <dgm:prSet presAssocID="{B0F1E109-E5C4-41BA-A934-723FDF2120A4}" presName="srcNode" presStyleLbl="node1" presStyleIdx="0" presStyleCnt="4"/>
      <dgm:spPr/>
    </dgm:pt>
    <dgm:pt modelId="{E1BDBEE9-0235-4175-8B8A-A4203716A8BF}" type="pres">
      <dgm:prSet presAssocID="{B0F1E109-E5C4-41BA-A934-723FDF2120A4}" presName="conn" presStyleLbl="parChTrans1D2" presStyleIdx="0" presStyleCnt="1"/>
      <dgm:spPr/>
    </dgm:pt>
    <dgm:pt modelId="{73CACB45-C859-4E95-BE64-82BA8324D204}" type="pres">
      <dgm:prSet presAssocID="{B0F1E109-E5C4-41BA-A934-723FDF2120A4}" presName="extraNode" presStyleLbl="node1" presStyleIdx="0" presStyleCnt="4"/>
      <dgm:spPr/>
    </dgm:pt>
    <dgm:pt modelId="{00DAE89A-3FC2-41D0-9A43-B5E0774645E4}" type="pres">
      <dgm:prSet presAssocID="{B0F1E109-E5C4-41BA-A934-723FDF2120A4}" presName="dstNode" presStyleLbl="node1" presStyleIdx="0" presStyleCnt="4"/>
      <dgm:spPr/>
    </dgm:pt>
    <dgm:pt modelId="{C23759D6-806E-4366-A2D8-680C0AD10FAF}" type="pres">
      <dgm:prSet presAssocID="{3F69D2F9-0FC1-4E9A-8327-02E984C9171D}" presName="text_1" presStyleLbl="node1" presStyleIdx="0" presStyleCnt="4">
        <dgm:presLayoutVars>
          <dgm:bulletEnabled val="1"/>
        </dgm:presLayoutVars>
      </dgm:prSet>
      <dgm:spPr/>
    </dgm:pt>
    <dgm:pt modelId="{C3CAB049-7638-467B-B7D6-E010267BBC13}" type="pres">
      <dgm:prSet presAssocID="{3F69D2F9-0FC1-4E9A-8327-02E984C9171D}" presName="accent_1" presStyleCnt="0"/>
      <dgm:spPr/>
    </dgm:pt>
    <dgm:pt modelId="{2EFF896A-26E8-41CC-8A41-8334007D76D3}" type="pres">
      <dgm:prSet presAssocID="{3F69D2F9-0FC1-4E9A-8327-02E984C9171D}" presName="accentRepeatNode" presStyleLbl="solidFgAcc1" presStyleIdx="0" presStyleCnt="4"/>
      <dgm:spPr/>
    </dgm:pt>
    <dgm:pt modelId="{B78F65F6-2DB2-4B17-B567-85DD35206DE1}" type="pres">
      <dgm:prSet presAssocID="{38A811F5-EA20-4B7C-B969-72B00E984296}" presName="text_2" presStyleLbl="node1" presStyleIdx="1" presStyleCnt="4">
        <dgm:presLayoutVars>
          <dgm:bulletEnabled val="1"/>
        </dgm:presLayoutVars>
      </dgm:prSet>
      <dgm:spPr/>
    </dgm:pt>
    <dgm:pt modelId="{E148B1C4-9E2C-40A1-AA7F-CA92860985CA}" type="pres">
      <dgm:prSet presAssocID="{38A811F5-EA20-4B7C-B969-72B00E984296}" presName="accent_2" presStyleCnt="0"/>
      <dgm:spPr/>
    </dgm:pt>
    <dgm:pt modelId="{D1177E99-A70F-438B-8724-C8177AAFB4DF}" type="pres">
      <dgm:prSet presAssocID="{38A811F5-EA20-4B7C-B969-72B00E984296}" presName="accentRepeatNode" presStyleLbl="solidFgAcc1" presStyleIdx="1" presStyleCnt="4"/>
      <dgm:spPr/>
    </dgm:pt>
    <dgm:pt modelId="{7A86929C-BBB6-48D0-BEFD-018408215F7C}" type="pres">
      <dgm:prSet presAssocID="{5726DADF-6CB2-4E2C-AB88-1F5BC1EE3977}" presName="text_3" presStyleLbl="node1" presStyleIdx="2" presStyleCnt="4">
        <dgm:presLayoutVars>
          <dgm:bulletEnabled val="1"/>
        </dgm:presLayoutVars>
      </dgm:prSet>
      <dgm:spPr/>
    </dgm:pt>
    <dgm:pt modelId="{6CD1C8AF-4D5D-4925-8926-8A5E47997BFC}" type="pres">
      <dgm:prSet presAssocID="{5726DADF-6CB2-4E2C-AB88-1F5BC1EE3977}" presName="accent_3" presStyleCnt="0"/>
      <dgm:spPr/>
    </dgm:pt>
    <dgm:pt modelId="{F20E9FF4-F6CB-429E-9014-0618ED6DD60D}" type="pres">
      <dgm:prSet presAssocID="{5726DADF-6CB2-4E2C-AB88-1F5BC1EE3977}" presName="accentRepeatNode" presStyleLbl="solidFgAcc1" presStyleIdx="2" presStyleCnt="4"/>
      <dgm:spPr/>
    </dgm:pt>
    <dgm:pt modelId="{C8C9C43D-E0AA-4740-A093-E249CD92C758}" type="pres">
      <dgm:prSet presAssocID="{BF25D5B0-0842-4584-8152-26BDFF906F03}" presName="text_4" presStyleLbl="node1" presStyleIdx="3" presStyleCnt="4">
        <dgm:presLayoutVars>
          <dgm:bulletEnabled val="1"/>
        </dgm:presLayoutVars>
      </dgm:prSet>
      <dgm:spPr/>
    </dgm:pt>
    <dgm:pt modelId="{4DADEE7D-D028-4D68-8690-83AF7F2DF51A}" type="pres">
      <dgm:prSet presAssocID="{BF25D5B0-0842-4584-8152-26BDFF906F03}" presName="accent_4" presStyleCnt="0"/>
      <dgm:spPr/>
    </dgm:pt>
    <dgm:pt modelId="{CA834886-17DA-4289-8447-4B03E09C53B9}" type="pres">
      <dgm:prSet presAssocID="{BF25D5B0-0842-4584-8152-26BDFF906F03}" presName="accentRepeatNode" presStyleLbl="solidFgAcc1" presStyleIdx="3" presStyleCnt="4"/>
      <dgm:spPr/>
    </dgm:pt>
  </dgm:ptLst>
  <dgm:cxnLst>
    <dgm:cxn modelId="{05E50612-7B1D-4808-BF8D-4B5945364CEE}" type="presOf" srcId="{BF25D5B0-0842-4584-8152-26BDFF906F03}" destId="{C8C9C43D-E0AA-4740-A093-E249CD92C758}" srcOrd="0" destOrd="0" presId="urn:microsoft.com/office/officeart/2008/layout/VerticalCurvedList"/>
    <dgm:cxn modelId="{B680605A-5703-4525-A685-1C9C547F69A0}" srcId="{B0F1E109-E5C4-41BA-A934-723FDF2120A4}" destId="{BF25D5B0-0842-4584-8152-26BDFF906F03}" srcOrd="3" destOrd="0" parTransId="{88D34F57-23F1-4592-B2C3-CFD9170E7497}" sibTransId="{D842F6DB-9260-40AD-9750-88A72A8E2B3B}"/>
    <dgm:cxn modelId="{50512C7F-17CB-46FB-9141-1C98FD14D534}" srcId="{B0F1E109-E5C4-41BA-A934-723FDF2120A4}" destId="{3F69D2F9-0FC1-4E9A-8327-02E984C9171D}" srcOrd="0" destOrd="0" parTransId="{5FD54043-5C57-47B1-88FC-85047948CF8C}" sibTransId="{3108586A-F9CE-4A0A-A884-29256FA3133F}"/>
    <dgm:cxn modelId="{93D4C09C-3508-4D56-86D3-AA7A274E1F69}" srcId="{B0F1E109-E5C4-41BA-A934-723FDF2120A4}" destId="{38A811F5-EA20-4B7C-B969-72B00E984296}" srcOrd="1" destOrd="0" parTransId="{92AAC112-8C02-430E-8E9D-3B67B8B74E6E}" sibTransId="{CD67D729-023B-4666-81F5-74BFFA986DC4}"/>
    <dgm:cxn modelId="{16AD9ECF-1D8E-4BA9-A423-080CC2654A13}" type="presOf" srcId="{38A811F5-EA20-4B7C-B969-72B00E984296}" destId="{B78F65F6-2DB2-4B17-B567-85DD35206DE1}" srcOrd="0" destOrd="0" presId="urn:microsoft.com/office/officeart/2008/layout/VerticalCurvedList"/>
    <dgm:cxn modelId="{04B15FDA-B957-48FF-BE77-E5FF48751716}" type="presOf" srcId="{3F69D2F9-0FC1-4E9A-8327-02E984C9171D}" destId="{C23759D6-806E-4366-A2D8-680C0AD10FAF}" srcOrd="0" destOrd="0" presId="urn:microsoft.com/office/officeart/2008/layout/VerticalCurvedList"/>
    <dgm:cxn modelId="{D5D075DF-5E92-49D6-9BB4-B76BAFE85087}" srcId="{B0F1E109-E5C4-41BA-A934-723FDF2120A4}" destId="{5726DADF-6CB2-4E2C-AB88-1F5BC1EE3977}" srcOrd="2" destOrd="0" parTransId="{2A929A05-E553-4037-A223-3100E73CCFAF}" sibTransId="{AAC8AA97-8DA7-46EC-9A4F-63CE58FB64F5}"/>
    <dgm:cxn modelId="{DBCDA2E8-E4DD-4B02-BC06-C2839B81E939}" type="presOf" srcId="{3108586A-F9CE-4A0A-A884-29256FA3133F}" destId="{E1BDBEE9-0235-4175-8B8A-A4203716A8BF}" srcOrd="0" destOrd="0" presId="urn:microsoft.com/office/officeart/2008/layout/VerticalCurvedList"/>
    <dgm:cxn modelId="{7C0A7AEB-758C-4E53-9495-2F65278C8ED0}" type="presOf" srcId="{5726DADF-6CB2-4E2C-AB88-1F5BC1EE3977}" destId="{7A86929C-BBB6-48D0-BEFD-018408215F7C}" srcOrd="0" destOrd="0" presId="urn:microsoft.com/office/officeart/2008/layout/VerticalCurvedList"/>
    <dgm:cxn modelId="{698F5AF4-9F2B-4ED7-BA65-158FBBAE6F5A}" type="presOf" srcId="{B0F1E109-E5C4-41BA-A934-723FDF2120A4}" destId="{48C13E00-B3C3-4DD1-8B1E-25C58125AD9B}" srcOrd="0" destOrd="0" presId="urn:microsoft.com/office/officeart/2008/layout/VerticalCurvedList"/>
    <dgm:cxn modelId="{E28E76C7-6934-4618-A2A7-C1069913D8C8}" type="presParOf" srcId="{48C13E00-B3C3-4DD1-8B1E-25C58125AD9B}" destId="{A1A708AF-4F87-4FC2-A704-CF2EE23083BD}" srcOrd="0" destOrd="0" presId="urn:microsoft.com/office/officeart/2008/layout/VerticalCurvedList"/>
    <dgm:cxn modelId="{CAC15B50-49BE-4C6A-B2CC-FF520DB1262A}" type="presParOf" srcId="{A1A708AF-4F87-4FC2-A704-CF2EE23083BD}" destId="{8A04EB0D-9EB2-4F6C-A0DB-780AE0833687}" srcOrd="0" destOrd="0" presId="urn:microsoft.com/office/officeart/2008/layout/VerticalCurvedList"/>
    <dgm:cxn modelId="{D3867524-FC7D-457C-8991-CB1126DAD3DD}" type="presParOf" srcId="{8A04EB0D-9EB2-4F6C-A0DB-780AE0833687}" destId="{EBFFD457-1100-486C-B642-DD37B54A4515}" srcOrd="0" destOrd="0" presId="urn:microsoft.com/office/officeart/2008/layout/VerticalCurvedList"/>
    <dgm:cxn modelId="{CA3B84D1-DC06-467C-A217-13E8D857E3FE}" type="presParOf" srcId="{8A04EB0D-9EB2-4F6C-A0DB-780AE0833687}" destId="{E1BDBEE9-0235-4175-8B8A-A4203716A8BF}" srcOrd="1" destOrd="0" presId="urn:microsoft.com/office/officeart/2008/layout/VerticalCurvedList"/>
    <dgm:cxn modelId="{58D1BC2B-10B1-401F-A26D-A3FFA1D7213F}" type="presParOf" srcId="{8A04EB0D-9EB2-4F6C-A0DB-780AE0833687}" destId="{73CACB45-C859-4E95-BE64-82BA8324D204}" srcOrd="2" destOrd="0" presId="urn:microsoft.com/office/officeart/2008/layout/VerticalCurvedList"/>
    <dgm:cxn modelId="{360B63A6-5BB2-4A1B-AEDF-3B1188ED8794}" type="presParOf" srcId="{8A04EB0D-9EB2-4F6C-A0DB-780AE0833687}" destId="{00DAE89A-3FC2-41D0-9A43-B5E0774645E4}" srcOrd="3" destOrd="0" presId="urn:microsoft.com/office/officeart/2008/layout/VerticalCurvedList"/>
    <dgm:cxn modelId="{BA88D07A-29EF-4C2C-A5C5-97D3AA6F0B49}" type="presParOf" srcId="{A1A708AF-4F87-4FC2-A704-CF2EE23083BD}" destId="{C23759D6-806E-4366-A2D8-680C0AD10FAF}" srcOrd="1" destOrd="0" presId="urn:microsoft.com/office/officeart/2008/layout/VerticalCurvedList"/>
    <dgm:cxn modelId="{970451AE-EC05-431A-9AD5-C5CEA03FDEC1}" type="presParOf" srcId="{A1A708AF-4F87-4FC2-A704-CF2EE23083BD}" destId="{C3CAB049-7638-467B-B7D6-E010267BBC13}" srcOrd="2" destOrd="0" presId="urn:microsoft.com/office/officeart/2008/layout/VerticalCurvedList"/>
    <dgm:cxn modelId="{A655040D-EAA7-48C7-8ECE-1319CC025BFF}" type="presParOf" srcId="{C3CAB049-7638-467B-B7D6-E010267BBC13}" destId="{2EFF896A-26E8-41CC-8A41-8334007D76D3}" srcOrd="0" destOrd="0" presId="urn:microsoft.com/office/officeart/2008/layout/VerticalCurvedList"/>
    <dgm:cxn modelId="{8E7E173F-AAF3-4FFF-8982-5B96C398EFC6}" type="presParOf" srcId="{A1A708AF-4F87-4FC2-A704-CF2EE23083BD}" destId="{B78F65F6-2DB2-4B17-B567-85DD35206DE1}" srcOrd="3" destOrd="0" presId="urn:microsoft.com/office/officeart/2008/layout/VerticalCurvedList"/>
    <dgm:cxn modelId="{56C18E80-55A6-498D-9220-0B9E7C82E1FA}" type="presParOf" srcId="{A1A708AF-4F87-4FC2-A704-CF2EE23083BD}" destId="{E148B1C4-9E2C-40A1-AA7F-CA92860985CA}" srcOrd="4" destOrd="0" presId="urn:microsoft.com/office/officeart/2008/layout/VerticalCurvedList"/>
    <dgm:cxn modelId="{294E0384-DB52-4D71-850A-C07EBB60733C}" type="presParOf" srcId="{E148B1C4-9E2C-40A1-AA7F-CA92860985CA}" destId="{D1177E99-A70F-438B-8724-C8177AAFB4DF}" srcOrd="0" destOrd="0" presId="urn:microsoft.com/office/officeart/2008/layout/VerticalCurvedList"/>
    <dgm:cxn modelId="{633F2B59-A364-42D9-AA89-6295A3542A05}" type="presParOf" srcId="{A1A708AF-4F87-4FC2-A704-CF2EE23083BD}" destId="{7A86929C-BBB6-48D0-BEFD-018408215F7C}" srcOrd="5" destOrd="0" presId="urn:microsoft.com/office/officeart/2008/layout/VerticalCurvedList"/>
    <dgm:cxn modelId="{CA759B2F-58A8-4774-9D1B-515A74B514D3}" type="presParOf" srcId="{A1A708AF-4F87-4FC2-A704-CF2EE23083BD}" destId="{6CD1C8AF-4D5D-4925-8926-8A5E47997BFC}" srcOrd="6" destOrd="0" presId="urn:microsoft.com/office/officeart/2008/layout/VerticalCurvedList"/>
    <dgm:cxn modelId="{BAAFF324-DDF5-4387-BCAC-C1FA92F85141}" type="presParOf" srcId="{6CD1C8AF-4D5D-4925-8926-8A5E47997BFC}" destId="{F20E9FF4-F6CB-429E-9014-0618ED6DD60D}" srcOrd="0" destOrd="0" presId="urn:microsoft.com/office/officeart/2008/layout/VerticalCurvedList"/>
    <dgm:cxn modelId="{7C345C5F-D324-4269-BEA2-B2FDE6C55AC0}" type="presParOf" srcId="{A1A708AF-4F87-4FC2-A704-CF2EE23083BD}" destId="{C8C9C43D-E0AA-4740-A093-E249CD92C758}" srcOrd="7" destOrd="0" presId="urn:microsoft.com/office/officeart/2008/layout/VerticalCurvedList"/>
    <dgm:cxn modelId="{8DECD969-F691-4C9B-9795-24D4FB888C7D}" type="presParOf" srcId="{A1A708AF-4F87-4FC2-A704-CF2EE23083BD}" destId="{4DADEE7D-D028-4D68-8690-83AF7F2DF51A}" srcOrd="8" destOrd="0" presId="urn:microsoft.com/office/officeart/2008/layout/VerticalCurvedList"/>
    <dgm:cxn modelId="{334967CA-68E8-48E3-A61B-90063569FCC8}" type="presParOf" srcId="{4DADEE7D-D028-4D68-8690-83AF7F2DF51A}" destId="{CA834886-17DA-4289-8447-4B03E09C53B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926598C4-7159-4344-B613-A61A580F45B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8985636-E6F4-4645-BA57-EC5DEED9CC88}">
      <dgm:prSet/>
      <dgm:spPr/>
      <dgm:t>
        <a:bodyPr/>
        <a:lstStyle/>
        <a:p>
          <a:r>
            <a:rPr lang="uk-UA" b="0" i="0"/>
            <a:t>Співак італійської оперної трупи в Орієнбаумі, член Болонської філармонічної академії, автор опер «Демофонт», «Іфігенія».</a:t>
          </a:r>
          <a:endParaRPr lang="uk-UA"/>
        </a:p>
      </dgm:t>
    </dgm:pt>
    <dgm:pt modelId="{42A22E55-4C76-4FDE-A9C4-D07873576B98}" type="parTrans" cxnId="{13A77144-BD0F-4DB8-B4A6-B608A00DEC5F}">
      <dgm:prSet/>
      <dgm:spPr/>
      <dgm:t>
        <a:bodyPr/>
        <a:lstStyle/>
        <a:p>
          <a:endParaRPr lang="uk-UA"/>
        </a:p>
      </dgm:t>
    </dgm:pt>
    <dgm:pt modelId="{5FE57C46-2975-4017-AD63-EE78D3E048A6}" type="sibTrans" cxnId="{13A77144-BD0F-4DB8-B4A6-B608A00DEC5F}">
      <dgm:prSet/>
      <dgm:spPr/>
      <dgm:t>
        <a:bodyPr/>
        <a:lstStyle/>
        <a:p>
          <a:endParaRPr lang="uk-UA"/>
        </a:p>
      </dgm:t>
    </dgm:pt>
    <dgm:pt modelId="{FA106548-4D04-41D3-9890-B72F9EBFE258}">
      <dgm:prSet/>
      <dgm:spPr/>
      <dgm:t>
        <a:bodyPr/>
        <a:lstStyle/>
        <a:p>
          <a:r>
            <a:rPr lang="uk-UA" b="0" i="0"/>
            <a:t>Працював у Львові, Монастириську, Бучачі. Автор трьох кам’яних статуй на фасаді собору Св. Юра у Львові (кінна статуя св. Юрія, постаті Святих Анастасія та Лева).</a:t>
          </a:r>
          <a:endParaRPr lang="uk-UA"/>
        </a:p>
      </dgm:t>
    </dgm:pt>
    <dgm:pt modelId="{1CAB7C41-4C60-4242-9643-CB256AE2FF07}" type="parTrans" cxnId="{670C0177-2D57-4E99-A75D-B544F8E26139}">
      <dgm:prSet/>
      <dgm:spPr/>
      <dgm:t>
        <a:bodyPr/>
        <a:lstStyle/>
        <a:p>
          <a:endParaRPr lang="uk-UA"/>
        </a:p>
      </dgm:t>
    </dgm:pt>
    <dgm:pt modelId="{BCBA9185-A9F6-45F5-BAE6-FEC5F6EC329D}" type="sibTrans" cxnId="{670C0177-2D57-4E99-A75D-B544F8E26139}">
      <dgm:prSet/>
      <dgm:spPr/>
      <dgm:t>
        <a:bodyPr/>
        <a:lstStyle/>
        <a:p>
          <a:endParaRPr lang="uk-UA"/>
        </a:p>
      </dgm:t>
    </dgm:pt>
    <dgm:pt modelId="{6142C074-F7B4-41F0-8BBB-B3D1E818DC04}">
      <dgm:prSet/>
      <dgm:spPr/>
      <dgm:t>
        <a:bodyPr/>
        <a:lstStyle/>
        <a:p>
          <a:r>
            <a:rPr lang="uk-UA" b="0" i="0"/>
            <a:t>Навчався в Києво-Могилянській академії, служив у придворній хоровій капелі імператриці Єлизавети Петрівни, викладав у колегіумах Переяслава та Харкова, автор збірки «Сад божественних пісень».</a:t>
          </a:r>
          <a:endParaRPr lang="uk-UA"/>
        </a:p>
      </dgm:t>
    </dgm:pt>
    <dgm:pt modelId="{2F3EDC43-C280-4642-9570-98BD4E39DC9B}" type="parTrans" cxnId="{821879AC-BF62-460F-89FF-FA83D3CDFBD4}">
      <dgm:prSet/>
      <dgm:spPr/>
      <dgm:t>
        <a:bodyPr/>
        <a:lstStyle/>
        <a:p>
          <a:endParaRPr lang="uk-UA"/>
        </a:p>
      </dgm:t>
    </dgm:pt>
    <dgm:pt modelId="{41303C91-6A01-444F-B748-928724D56AF1}" type="sibTrans" cxnId="{821879AC-BF62-460F-89FF-FA83D3CDFBD4}">
      <dgm:prSet/>
      <dgm:spPr/>
      <dgm:t>
        <a:bodyPr/>
        <a:lstStyle/>
        <a:p>
          <a:endParaRPr lang="uk-UA"/>
        </a:p>
      </dgm:t>
    </dgm:pt>
    <dgm:pt modelId="{660C9C60-3B56-4058-B4E6-C3F921C94E21}">
      <dgm:prSet/>
      <dgm:spPr/>
      <dgm:t>
        <a:bodyPr/>
        <a:lstStyle/>
        <a:p>
          <a:r>
            <a:rPr lang="uk-UA" b="0" i="0"/>
            <a:t>Брав участь у побудові собору Різдва Богородиці в Козельці, забудові Кирилівського монастиря в Києві, підготував проект розбудови Покровської церкви в Києві.</a:t>
          </a:r>
          <a:endParaRPr lang="uk-UA"/>
        </a:p>
      </dgm:t>
    </dgm:pt>
    <dgm:pt modelId="{7145D109-6541-41F8-BAB0-6AAEA3437F7E}" type="parTrans" cxnId="{C644A6F8-36A8-4F59-9E53-373EDD590D3E}">
      <dgm:prSet/>
      <dgm:spPr/>
      <dgm:t>
        <a:bodyPr/>
        <a:lstStyle/>
        <a:p>
          <a:endParaRPr lang="uk-UA"/>
        </a:p>
      </dgm:t>
    </dgm:pt>
    <dgm:pt modelId="{D6275982-5CB1-4226-9D4F-BAD73B1F2988}" type="sibTrans" cxnId="{C644A6F8-36A8-4F59-9E53-373EDD590D3E}">
      <dgm:prSet/>
      <dgm:spPr/>
      <dgm:t>
        <a:bodyPr/>
        <a:lstStyle/>
        <a:p>
          <a:endParaRPr lang="uk-UA"/>
        </a:p>
      </dgm:t>
    </dgm:pt>
    <dgm:pt modelId="{19F0C4EC-45FE-4822-82C0-4D91E0D002AD}">
      <dgm:prSet/>
      <dgm:spPr/>
      <dgm:t>
        <a:bodyPr/>
        <a:lstStyle/>
        <a:p>
          <a:r>
            <a:rPr lang="uk-UA" b="0" i="0"/>
            <a:t>Навчався співу в Італії, автор багатьох хорових концертів, романсів, перший композитор у Росії, музичні твори якого виходили друком, заклав підвалини багатоголосного хору в Росії.</a:t>
          </a:r>
          <a:endParaRPr lang="uk-UA"/>
        </a:p>
      </dgm:t>
    </dgm:pt>
    <dgm:pt modelId="{1B0A219F-845C-490E-8523-2BA609B261E0}" type="parTrans" cxnId="{9B40D09A-135A-4070-8115-F9FB30D47D8E}">
      <dgm:prSet/>
      <dgm:spPr/>
      <dgm:t>
        <a:bodyPr/>
        <a:lstStyle/>
        <a:p>
          <a:endParaRPr lang="uk-UA"/>
        </a:p>
      </dgm:t>
    </dgm:pt>
    <dgm:pt modelId="{904A46FE-3F90-47FB-A08A-2BB072E5CD2B}" type="sibTrans" cxnId="{9B40D09A-135A-4070-8115-F9FB30D47D8E}">
      <dgm:prSet/>
      <dgm:spPr/>
      <dgm:t>
        <a:bodyPr/>
        <a:lstStyle/>
        <a:p>
          <a:endParaRPr lang="uk-UA"/>
        </a:p>
      </dgm:t>
    </dgm:pt>
    <dgm:pt modelId="{4F6FE63D-829D-4CBD-A48D-5AD714F5E16F}" type="pres">
      <dgm:prSet presAssocID="{926598C4-7159-4344-B613-A61A580F45B0}" presName="linear" presStyleCnt="0">
        <dgm:presLayoutVars>
          <dgm:animLvl val="lvl"/>
          <dgm:resizeHandles val="exact"/>
        </dgm:presLayoutVars>
      </dgm:prSet>
      <dgm:spPr/>
    </dgm:pt>
    <dgm:pt modelId="{81631BA2-1243-487D-AC6E-242AD4A8EAA1}" type="pres">
      <dgm:prSet presAssocID="{88985636-E6F4-4645-BA57-EC5DEED9CC8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2551FD6-1D44-4F77-A964-67B3ED29DCFB}" type="pres">
      <dgm:prSet presAssocID="{5FE57C46-2975-4017-AD63-EE78D3E048A6}" presName="spacer" presStyleCnt="0"/>
      <dgm:spPr/>
    </dgm:pt>
    <dgm:pt modelId="{483B02D3-8A56-45E4-9744-7F3C7AD7A004}" type="pres">
      <dgm:prSet presAssocID="{FA106548-4D04-41D3-9890-B72F9EBFE25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62E21DA-B735-4686-A2AB-3D9EB0B833F7}" type="pres">
      <dgm:prSet presAssocID="{BCBA9185-A9F6-45F5-BAE6-FEC5F6EC329D}" presName="spacer" presStyleCnt="0"/>
      <dgm:spPr/>
    </dgm:pt>
    <dgm:pt modelId="{9E994955-323C-4AB3-9B07-C909A2E3CD2E}" type="pres">
      <dgm:prSet presAssocID="{6142C074-F7B4-41F0-8BBB-B3D1E818DC0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247CB69-21A4-4A1C-8D00-46DDEFC03A30}" type="pres">
      <dgm:prSet presAssocID="{41303C91-6A01-444F-B748-928724D56AF1}" presName="spacer" presStyleCnt="0"/>
      <dgm:spPr/>
    </dgm:pt>
    <dgm:pt modelId="{30AD581E-B9DF-4757-8708-42570333C536}" type="pres">
      <dgm:prSet presAssocID="{660C9C60-3B56-4058-B4E6-C3F921C94E2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3C748CA-6FC6-4918-8E9B-A8924E60BC46}" type="pres">
      <dgm:prSet presAssocID="{D6275982-5CB1-4226-9D4F-BAD73B1F2988}" presName="spacer" presStyleCnt="0"/>
      <dgm:spPr/>
    </dgm:pt>
    <dgm:pt modelId="{95047F0C-826D-44B3-A5C6-4D29A9EB38FD}" type="pres">
      <dgm:prSet presAssocID="{19F0C4EC-45FE-4822-82C0-4D91E0D002A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1E15A62-03B1-42E6-8AE0-DB8C9BA58CC7}" type="presOf" srcId="{660C9C60-3B56-4058-B4E6-C3F921C94E21}" destId="{30AD581E-B9DF-4757-8708-42570333C536}" srcOrd="0" destOrd="0" presId="urn:microsoft.com/office/officeart/2005/8/layout/vList2"/>
    <dgm:cxn modelId="{13A77144-BD0F-4DB8-B4A6-B608A00DEC5F}" srcId="{926598C4-7159-4344-B613-A61A580F45B0}" destId="{88985636-E6F4-4645-BA57-EC5DEED9CC88}" srcOrd="0" destOrd="0" parTransId="{42A22E55-4C76-4FDE-A9C4-D07873576B98}" sibTransId="{5FE57C46-2975-4017-AD63-EE78D3E048A6}"/>
    <dgm:cxn modelId="{F6F2CB4B-0E8E-4346-A5C0-5FCFFCEA68A2}" type="presOf" srcId="{19F0C4EC-45FE-4822-82C0-4D91E0D002AD}" destId="{95047F0C-826D-44B3-A5C6-4D29A9EB38FD}" srcOrd="0" destOrd="0" presId="urn:microsoft.com/office/officeart/2005/8/layout/vList2"/>
    <dgm:cxn modelId="{670C0177-2D57-4E99-A75D-B544F8E26139}" srcId="{926598C4-7159-4344-B613-A61A580F45B0}" destId="{FA106548-4D04-41D3-9890-B72F9EBFE258}" srcOrd="1" destOrd="0" parTransId="{1CAB7C41-4C60-4242-9643-CB256AE2FF07}" sibTransId="{BCBA9185-A9F6-45F5-BAE6-FEC5F6EC329D}"/>
    <dgm:cxn modelId="{C4598B80-7BA7-475F-AE47-FB39A4C2DD63}" type="presOf" srcId="{6142C074-F7B4-41F0-8BBB-B3D1E818DC04}" destId="{9E994955-323C-4AB3-9B07-C909A2E3CD2E}" srcOrd="0" destOrd="0" presId="urn:microsoft.com/office/officeart/2005/8/layout/vList2"/>
    <dgm:cxn modelId="{9B40D09A-135A-4070-8115-F9FB30D47D8E}" srcId="{926598C4-7159-4344-B613-A61A580F45B0}" destId="{19F0C4EC-45FE-4822-82C0-4D91E0D002AD}" srcOrd="4" destOrd="0" parTransId="{1B0A219F-845C-490E-8523-2BA609B261E0}" sibTransId="{904A46FE-3F90-47FB-A08A-2BB072E5CD2B}"/>
    <dgm:cxn modelId="{821879AC-BF62-460F-89FF-FA83D3CDFBD4}" srcId="{926598C4-7159-4344-B613-A61A580F45B0}" destId="{6142C074-F7B4-41F0-8BBB-B3D1E818DC04}" srcOrd="2" destOrd="0" parTransId="{2F3EDC43-C280-4642-9570-98BD4E39DC9B}" sibTransId="{41303C91-6A01-444F-B748-928724D56AF1}"/>
    <dgm:cxn modelId="{3C489DB8-5E03-401D-A51B-0F15247C5B01}" type="presOf" srcId="{926598C4-7159-4344-B613-A61A580F45B0}" destId="{4F6FE63D-829D-4CBD-A48D-5AD714F5E16F}" srcOrd="0" destOrd="0" presId="urn:microsoft.com/office/officeart/2005/8/layout/vList2"/>
    <dgm:cxn modelId="{48A50EE4-3047-4CE4-A8A7-D01D7974DBD2}" type="presOf" srcId="{FA106548-4D04-41D3-9890-B72F9EBFE258}" destId="{483B02D3-8A56-45E4-9744-7F3C7AD7A004}" srcOrd="0" destOrd="0" presId="urn:microsoft.com/office/officeart/2005/8/layout/vList2"/>
    <dgm:cxn modelId="{894B50E7-0BF8-4A14-9E38-D6B0FA27F67F}" type="presOf" srcId="{88985636-E6F4-4645-BA57-EC5DEED9CC88}" destId="{81631BA2-1243-487D-AC6E-242AD4A8EAA1}" srcOrd="0" destOrd="0" presId="urn:microsoft.com/office/officeart/2005/8/layout/vList2"/>
    <dgm:cxn modelId="{C644A6F8-36A8-4F59-9E53-373EDD590D3E}" srcId="{926598C4-7159-4344-B613-A61A580F45B0}" destId="{660C9C60-3B56-4058-B4E6-C3F921C94E21}" srcOrd="3" destOrd="0" parTransId="{7145D109-6541-41F8-BAB0-6AAEA3437F7E}" sibTransId="{D6275982-5CB1-4226-9D4F-BAD73B1F2988}"/>
    <dgm:cxn modelId="{2D720156-51B3-471B-AD41-171521855EBA}" type="presParOf" srcId="{4F6FE63D-829D-4CBD-A48D-5AD714F5E16F}" destId="{81631BA2-1243-487D-AC6E-242AD4A8EAA1}" srcOrd="0" destOrd="0" presId="urn:microsoft.com/office/officeart/2005/8/layout/vList2"/>
    <dgm:cxn modelId="{C86CC6F4-97BD-44F5-B1DA-0B6F097A4443}" type="presParOf" srcId="{4F6FE63D-829D-4CBD-A48D-5AD714F5E16F}" destId="{62551FD6-1D44-4F77-A964-67B3ED29DCFB}" srcOrd="1" destOrd="0" presId="urn:microsoft.com/office/officeart/2005/8/layout/vList2"/>
    <dgm:cxn modelId="{33994199-F2C8-42B8-8C51-2B4A1B9CB1A4}" type="presParOf" srcId="{4F6FE63D-829D-4CBD-A48D-5AD714F5E16F}" destId="{483B02D3-8A56-45E4-9744-7F3C7AD7A004}" srcOrd="2" destOrd="0" presId="urn:microsoft.com/office/officeart/2005/8/layout/vList2"/>
    <dgm:cxn modelId="{D52688D3-F72D-4B1F-85D1-057CA8F57FB0}" type="presParOf" srcId="{4F6FE63D-829D-4CBD-A48D-5AD714F5E16F}" destId="{662E21DA-B735-4686-A2AB-3D9EB0B833F7}" srcOrd="3" destOrd="0" presId="urn:microsoft.com/office/officeart/2005/8/layout/vList2"/>
    <dgm:cxn modelId="{199F9F5A-3C84-406A-98B6-BFD39BA240AA}" type="presParOf" srcId="{4F6FE63D-829D-4CBD-A48D-5AD714F5E16F}" destId="{9E994955-323C-4AB3-9B07-C909A2E3CD2E}" srcOrd="4" destOrd="0" presId="urn:microsoft.com/office/officeart/2005/8/layout/vList2"/>
    <dgm:cxn modelId="{41E01996-FC82-46AD-BB1B-053280D51B06}" type="presParOf" srcId="{4F6FE63D-829D-4CBD-A48D-5AD714F5E16F}" destId="{E247CB69-21A4-4A1C-8D00-46DDEFC03A30}" srcOrd="5" destOrd="0" presId="urn:microsoft.com/office/officeart/2005/8/layout/vList2"/>
    <dgm:cxn modelId="{E7837D19-0D61-480D-AA24-26FCD96D982E}" type="presParOf" srcId="{4F6FE63D-829D-4CBD-A48D-5AD714F5E16F}" destId="{30AD581E-B9DF-4757-8708-42570333C536}" srcOrd="6" destOrd="0" presId="urn:microsoft.com/office/officeart/2005/8/layout/vList2"/>
    <dgm:cxn modelId="{D8841B71-AF51-4AD2-BBCD-ACFE8176F08C}" type="presParOf" srcId="{4F6FE63D-829D-4CBD-A48D-5AD714F5E16F}" destId="{73C748CA-6FC6-4918-8E9B-A8924E60BC46}" srcOrd="7" destOrd="0" presId="urn:microsoft.com/office/officeart/2005/8/layout/vList2"/>
    <dgm:cxn modelId="{4250C56A-0D25-4692-9E1F-4AA761AA435D}" type="presParOf" srcId="{4F6FE63D-829D-4CBD-A48D-5AD714F5E16F}" destId="{95047F0C-826D-44B3-A5C6-4D29A9EB38F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B8117615-5B3B-4AA6-9C9A-1825E243697D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81FE808-0181-4775-93A1-9BA967300044}">
      <dgm:prSet/>
      <dgm:spPr/>
      <dgm:t>
        <a:bodyPr/>
        <a:lstStyle/>
        <a:p>
          <a:r>
            <a:rPr lang="ru-RU" b="0" i="0"/>
            <a:t>М. Шашкевич</a:t>
          </a:r>
          <a:endParaRPr lang="uk-UA"/>
        </a:p>
      </dgm:t>
    </dgm:pt>
    <dgm:pt modelId="{C1C1A4FE-4662-4F6B-92C9-A90DDD90BB4E}" type="parTrans" cxnId="{8839D3FE-45D2-4DBD-8600-203DC9FC4109}">
      <dgm:prSet/>
      <dgm:spPr/>
      <dgm:t>
        <a:bodyPr/>
        <a:lstStyle/>
        <a:p>
          <a:endParaRPr lang="uk-UA"/>
        </a:p>
      </dgm:t>
    </dgm:pt>
    <dgm:pt modelId="{D2CBA673-1478-440B-A30C-8D1F1A4359B2}" type="sibTrans" cxnId="{8839D3FE-45D2-4DBD-8600-203DC9FC4109}">
      <dgm:prSet/>
      <dgm:spPr/>
      <dgm:t>
        <a:bodyPr/>
        <a:lstStyle/>
        <a:p>
          <a:endParaRPr lang="uk-UA"/>
        </a:p>
      </dgm:t>
    </dgm:pt>
    <dgm:pt modelId="{B1772183-52E1-4CB7-B791-9AE0AB12563A}">
      <dgm:prSet/>
      <dgm:spPr/>
      <dgm:t>
        <a:bodyPr/>
        <a:lstStyle/>
        <a:p>
          <a:r>
            <a:rPr lang="ru-RU" b="0" i="0"/>
            <a:t>І. Могильницький</a:t>
          </a:r>
          <a:endParaRPr lang="uk-UA"/>
        </a:p>
      </dgm:t>
    </dgm:pt>
    <dgm:pt modelId="{3464EEB7-45F8-46D8-8E88-D436329997CA}" type="parTrans" cxnId="{F4456F48-4B0E-4EBC-AC89-4087FF321857}">
      <dgm:prSet/>
      <dgm:spPr/>
      <dgm:t>
        <a:bodyPr/>
        <a:lstStyle/>
        <a:p>
          <a:endParaRPr lang="uk-UA"/>
        </a:p>
      </dgm:t>
    </dgm:pt>
    <dgm:pt modelId="{C3CFED30-C217-4435-AB35-B89CB74CDEAE}" type="sibTrans" cxnId="{F4456F48-4B0E-4EBC-AC89-4087FF321857}">
      <dgm:prSet/>
      <dgm:spPr/>
      <dgm:t>
        <a:bodyPr/>
        <a:lstStyle/>
        <a:p>
          <a:endParaRPr lang="uk-UA"/>
        </a:p>
      </dgm:t>
    </dgm:pt>
    <dgm:pt modelId="{102E1CA7-7B04-44EE-A73F-95C68F8D91EC}">
      <dgm:prSet/>
      <dgm:spPr/>
      <dgm:t>
        <a:bodyPr/>
        <a:lstStyle/>
        <a:p>
          <a:r>
            <a:rPr lang="ru-RU" b="0" i="0"/>
            <a:t>Ю. Бачинський</a:t>
          </a:r>
          <a:endParaRPr lang="uk-UA"/>
        </a:p>
      </dgm:t>
    </dgm:pt>
    <dgm:pt modelId="{4628279B-2A63-4291-9966-34739B541A4D}" type="parTrans" cxnId="{5553040E-F5B4-4B16-9606-E4D58D7F197A}">
      <dgm:prSet/>
      <dgm:spPr/>
      <dgm:t>
        <a:bodyPr/>
        <a:lstStyle/>
        <a:p>
          <a:endParaRPr lang="uk-UA"/>
        </a:p>
      </dgm:t>
    </dgm:pt>
    <dgm:pt modelId="{AD377526-1E90-4496-A741-B023CB2B697F}" type="sibTrans" cxnId="{5553040E-F5B4-4B16-9606-E4D58D7F197A}">
      <dgm:prSet/>
      <dgm:spPr/>
      <dgm:t>
        <a:bodyPr/>
        <a:lstStyle/>
        <a:p>
          <a:endParaRPr lang="uk-UA"/>
        </a:p>
      </dgm:t>
    </dgm:pt>
    <dgm:pt modelId="{19ECF1AA-5900-480D-87B7-068B4BC33283}">
      <dgm:prSet/>
      <dgm:spPr/>
      <dgm:t>
        <a:bodyPr/>
        <a:lstStyle/>
        <a:p>
          <a:r>
            <a:rPr lang="ru-RU" b="0" i="0"/>
            <a:t>М. Грушевський</a:t>
          </a:r>
          <a:endParaRPr lang="uk-UA"/>
        </a:p>
      </dgm:t>
    </dgm:pt>
    <dgm:pt modelId="{AF2BC387-46B1-4EF4-B82F-FB43A7083FD6}" type="parTrans" cxnId="{88E5F343-142A-46B9-813B-566EE50CD1CF}">
      <dgm:prSet/>
      <dgm:spPr/>
      <dgm:t>
        <a:bodyPr/>
        <a:lstStyle/>
        <a:p>
          <a:endParaRPr lang="uk-UA"/>
        </a:p>
      </dgm:t>
    </dgm:pt>
    <dgm:pt modelId="{7DF0E752-B111-4749-A207-1B74263A9138}" type="sibTrans" cxnId="{88E5F343-142A-46B9-813B-566EE50CD1CF}">
      <dgm:prSet/>
      <dgm:spPr/>
      <dgm:t>
        <a:bodyPr/>
        <a:lstStyle/>
        <a:p>
          <a:endParaRPr lang="uk-UA"/>
        </a:p>
      </dgm:t>
    </dgm:pt>
    <dgm:pt modelId="{DC7EF2ED-0FE5-48B4-AE39-776D76425840}" type="pres">
      <dgm:prSet presAssocID="{B8117615-5B3B-4AA6-9C9A-1825E243697D}" presName="Name0" presStyleCnt="0">
        <dgm:presLayoutVars>
          <dgm:chMax val="7"/>
          <dgm:chPref val="7"/>
          <dgm:dir/>
        </dgm:presLayoutVars>
      </dgm:prSet>
      <dgm:spPr/>
    </dgm:pt>
    <dgm:pt modelId="{95C196FB-7CE2-4F22-A184-63A39E2AFA30}" type="pres">
      <dgm:prSet presAssocID="{B8117615-5B3B-4AA6-9C9A-1825E243697D}" presName="Name1" presStyleCnt="0"/>
      <dgm:spPr/>
    </dgm:pt>
    <dgm:pt modelId="{5D99E2C5-5C78-484B-8B04-4E290603BD4D}" type="pres">
      <dgm:prSet presAssocID="{B8117615-5B3B-4AA6-9C9A-1825E243697D}" presName="cycle" presStyleCnt="0"/>
      <dgm:spPr/>
    </dgm:pt>
    <dgm:pt modelId="{DCC2B32E-A407-40B8-9BC8-7977BEA3EC5E}" type="pres">
      <dgm:prSet presAssocID="{B8117615-5B3B-4AA6-9C9A-1825E243697D}" presName="srcNode" presStyleLbl="node1" presStyleIdx="0" presStyleCnt="4"/>
      <dgm:spPr/>
    </dgm:pt>
    <dgm:pt modelId="{54393ED6-E5DB-4278-A69F-A7A4259FEE19}" type="pres">
      <dgm:prSet presAssocID="{B8117615-5B3B-4AA6-9C9A-1825E243697D}" presName="conn" presStyleLbl="parChTrans1D2" presStyleIdx="0" presStyleCnt="1"/>
      <dgm:spPr/>
    </dgm:pt>
    <dgm:pt modelId="{0EEC9249-3160-4497-A4A4-FE781500EE99}" type="pres">
      <dgm:prSet presAssocID="{B8117615-5B3B-4AA6-9C9A-1825E243697D}" presName="extraNode" presStyleLbl="node1" presStyleIdx="0" presStyleCnt="4"/>
      <dgm:spPr/>
    </dgm:pt>
    <dgm:pt modelId="{097A1D61-11B7-45FB-A528-43C04203D645}" type="pres">
      <dgm:prSet presAssocID="{B8117615-5B3B-4AA6-9C9A-1825E243697D}" presName="dstNode" presStyleLbl="node1" presStyleIdx="0" presStyleCnt="4"/>
      <dgm:spPr/>
    </dgm:pt>
    <dgm:pt modelId="{BB62B571-0623-43A8-882E-C9750CD17215}" type="pres">
      <dgm:prSet presAssocID="{981FE808-0181-4775-93A1-9BA967300044}" presName="text_1" presStyleLbl="node1" presStyleIdx="0" presStyleCnt="4">
        <dgm:presLayoutVars>
          <dgm:bulletEnabled val="1"/>
        </dgm:presLayoutVars>
      </dgm:prSet>
      <dgm:spPr/>
    </dgm:pt>
    <dgm:pt modelId="{07F87F30-7C4B-40AE-BD50-2EEA1398C02D}" type="pres">
      <dgm:prSet presAssocID="{981FE808-0181-4775-93A1-9BA967300044}" presName="accent_1" presStyleCnt="0"/>
      <dgm:spPr/>
    </dgm:pt>
    <dgm:pt modelId="{EC36C905-A301-4045-B6A2-0EBDD41FF470}" type="pres">
      <dgm:prSet presAssocID="{981FE808-0181-4775-93A1-9BA967300044}" presName="accentRepeatNode" presStyleLbl="solidFgAcc1" presStyleIdx="0" presStyleCnt="4"/>
      <dgm:spPr/>
    </dgm:pt>
    <dgm:pt modelId="{BD9F541F-2058-42C2-9EB9-AF8EE1312D70}" type="pres">
      <dgm:prSet presAssocID="{B1772183-52E1-4CB7-B791-9AE0AB12563A}" presName="text_2" presStyleLbl="node1" presStyleIdx="1" presStyleCnt="4">
        <dgm:presLayoutVars>
          <dgm:bulletEnabled val="1"/>
        </dgm:presLayoutVars>
      </dgm:prSet>
      <dgm:spPr/>
    </dgm:pt>
    <dgm:pt modelId="{46EFA68B-91D4-4FEE-B0A0-D817E28BD557}" type="pres">
      <dgm:prSet presAssocID="{B1772183-52E1-4CB7-B791-9AE0AB12563A}" presName="accent_2" presStyleCnt="0"/>
      <dgm:spPr/>
    </dgm:pt>
    <dgm:pt modelId="{0D143429-DDFF-46D7-9172-4D16E94A4B7C}" type="pres">
      <dgm:prSet presAssocID="{B1772183-52E1-4CB7-B791-9AE0AB12563A}" presName="accentRepeatNode" presStyleLbl="solidFgAcc1" presStyleIdx="1" presStyleCnt="4"/>
      <dgm:spPr/>
    </dgm:pt>
    <dgm:pt modelId="{D2442DD1-C903-4B39-8B20-B503C9D0C9EB}" type="pres">
      <dgm:prSet presAssocID="{102E1CA7-7B04-44EE-A73F-95C68F8D91EC}" presName="text_3" presStyleLbl="node1" presStyleIdx="2" presStyleCnt="4">
        <dgm:presLayoutVars>
          <dgm:bulletEnabled val="1"/>
        </dgm:presLayoutVars>
      </dgm:prSet>
      <dgm:spPr/>
    </dgm:pt>
    <dgm:pt modelId="{34E726CF-BE6B-481D-8AF8-EDF4BCF539C1}" type="pres">
      <dgm:prSet presAssocID="{102E1CA7-7B04-44EE-A73F-95C68F8D91EC}" presName="accent_3" presStyleCnt="0"/>
      <dgm:spPr/>
    </dgm:pt>
    <dgm:pt modelId="{0D7043CF-30E4-411C-B82A-35D6FAF50843}" type="pres">
      <dgm:prSet presAssocID="{102E1CA7-7B04-44EE-A73F-95C68F8D91EC}" presName="accentRepeatNode" presStyleLbl="solidFgAcc1" presStyleIdx="2" presStyleCnt="4"/>
      <dgm:spPr/>
    </dgm:pt>
    <dgm:pt modelId="{4040AAC2-AFAA-479D-A26B-EC4D78CFD2A9}" type="pres">
      <dgm:prSet presAssocID="{19ECF1AA-5900-480D-87B7-068B4BC33283}" presName="text_4" presStyleLbl="node1" presStyleIdx="3" presStyleCnt="4">
        <dgm:presLayoutVars>
          <dgm:bulletEnabled val="1"/>
        </dgm:presLayoutVars>
      </dgm:prSet>
      <dgm:spPr/>
    </dgm:pt>
    <dgm:pt modelId="{E5B197F6-EADF-42BA-82E5-754976E1F5C3}" type="pres">
      <dgm:prSet presAssocID="{19ECF1AA-5900-480D-87B7-068B4BC33283}" presName="accent_4" presStyleCnt="0"/>
      <dgm:spPr/>
    </dgm:pt>
    <dgm:pt modelId="{BE10776D-A762-43EB-8A0B-A7544CD68FD9}" type="pres">
      <dgm:prSet presAssocID="{19ECF1AA-5900-480D-87B7-068B4BC33283}" presName="accentRepeatNode" presStyleLbl="solidFgAcc1" presStyleIdx="3" presStyleCnt="4"/>
      <dgm:spPr/>
    </dgm:pt>
  </dgm:ptLst>
  <dgm:cxnLst>
    <dgm:cxn modelId="{CDD47608-9177-4048-B801-E04B5DBFD9BE}" type="presOf" srcId="{B1772183-52E1-4CB7-B791-9AE0AB12563A}" destId="{BD9F541F-2058-42C2-9EB9-AF8EE1312D70}" srcOrd="0" destOrd="0" presId="urn:microsoft.com/office/officeart/2008/layout/VerticalCurvedList"/>
    <dgm:cxn modelId="{31DDC40A-B6C0-4092-ABA5-CE42C14CE965}" type="presOf" srcId="{102E1CA7-7B04-44EE-A73F-95C68F8D91EC}" destId="{D2442DD1-C903-4B39-8B20-B503C9D0C9EB}" srcOrd="0" destOrd="0" presId="urn:microsoft.com/office/officeart/2008/layout/VerticalCurvedList"/>
    <dgm:cxn modelId="{5553040E-F5B4-4B16-9606-E4D58D7F197A}" srcId="{B8117615-5B3B-4AA6-9C9A-1825E243697D}" destId="{102E1CA7-7B04-44EE-A73F-95C68F8D91EC}" srcOrd="2" destOrd="0" parTransId="{4628279B-2A63-4291-9966-34739B541A4D}" sibTransId="{AD377526-1E90-4496-A741-B023CB2B697F}"/>
    <dgm:cxn modelId="{A8CFB70E-9984-4313-8BCC-A8C521F85A53}" type="presOf" srcId="{19ECF1AA-5900-480D-87B7-068B4BC33283}" destId="{4040AAC2-AFAA-479D-A26B-EC4D78CFD2A9}" srcOrd="0" destOrd="0" presId="urn:microsoft.com/office/officeart/2008/layout/VerticalCurvedList"/>
    <dgm:cxn modelId="{5B770C24-48FE-430B-9E2C-2D0B6E359720}" type="presOf" srcId="{D2CBA673-1478-440B-A30C-8D1F1A4359B2}" destId="{54393ED6-E5DB-4278-A69F-A7A4259FEE19}" srcOrd="0" destOrd="0" presId="urn:microsoft.com/office/officeart/2008/layout/VerticalCurvedList"/>
    <dgm:cxn modelId="{F9F5F135-7D6C-47F7-A975-D9E75A85E460}" type="presOf" srcId="{981FE808-0181-4775-93A1-9BA967300044}" destId="{BB62B571-0623-43A8-882E-C9750CD17215}" srcOrd="0" destOrd="0" presId="urn:microsoft.com/office/officeart/2008/layout/VerticalCurvedList"/>
    <dgm:cxn modelId="{88E5F343-142A-46B9-813B-566EE50CD1CF}" srcId="{B8117615-5B3B-4AA6-9C9A-1825E243697D}" destId="{19ECF1AA-5900-480D-87B7-068B4BC33283}" srcOrd="3" destOrd="0" parTransId="{AF2BC387-46B1-4EF4-B82F-FB43A7083FD6}" sibTransId="{7DF0E752-B111-4749-A207-1B74263A9138}"/>
    <dgm:cxn modelId="{F4456F48-4B0E-4EBC-AC89-4087FF321857}" srcId="{B8117615-5B3B-4AA6-9C9A-1825E243697D}" destId="{B1772183-52E1-4CB7-B791-9AE0AB12563A}" srcOrd="1" destOrd="0" parTransId="{3464EEB7-45F8-46D8-8E88-D436329997CA}" sibTransId="{C3CFED30-C217-4435-AB35-B89CB74CDEAE}"/>
    <dgm:cxn modelId="{441D59F6-D589-4E0D-8CC2-AD8A51AB355E}" type="presOf" srcId="{B8117615-5B3B-4AA6-9C9A-1825E243697D}" destId="{DC7EF2ED-0FE5-48B4-AE39-776D76425840}" srcOrd="0" destOrd="0" presId="urn:microsoft.com/office/officeart/2008/layout/VerticalCurvedList"/>
    <dgm:cxn modelId="{8839D3FE-45D2-4DBD-8600-203DC9FC4109}" srcId="{B8117615-5B3B-4AA6-9C9A-1825E243697D}" destId="{981FE808-0181-4775-93A1-9BA967300044}" srcOrd="0" destOrd="0" parTransId="{C1C1A4FE-4662-4F6B-92C9-A90DDD90BB4E}" sibTransId="{D2CBA673-1478-440B-A30C-8D1F1A4359B2}"/>
    <dgm:cxn modelId="{943D9BE0-B1CD-441F-9885-A878A5C8B58E}" type="presParOf" srcId="{DC7EF2ED-0FE5-48B4-AE39-776D76425840}" destId="{95C196FB-7CE2-4F22-A184-63A39E2AFA30}" srcOrd="0" destOrd="0" presId="urn:microsoft.com/office/officeart/2008/layout/VerticalCurvedList"/>
    <dgm:cxn modelId="{86A6FA60-5FA8-435E-9C4D-74DBD22C1BC0}" type="presParOf" srcId="{95C196FB-7CE2-4F22-A184-63A39E2AFA30}" destId="{5D99E2C5-5C78-484B-8B04-4E290603BD4D}" srcOrd="0" destOrd="0" presId="urn:microsoft.com/office/officeart/2008/layout/VerticalCurvedList"/>
    <dgm:cxn modelId="{D994FBC0-C759-49E6-9B34-382C8669E2CD}" type="presParOf" srcId="{5D99E2C5-5C78-484B-8B04-4E290603BD4D}" destId="{DCC2B32E-A407-40B8-9BC8-7977BEA3EC5E}" srcOrd="0" destOrd="0" presId="urn:microsoft.com/office/officeart/2008/layout/VerticalCurvedList"/>
    <dgm:cxn modelId="{B00CB7BC-EA7F-47F2-9D60-19824650F86F}" type="presParOf" srcId="{5D99E2C5-5C78-484B-8B04-4E290603BD4D}" destId="{54393ED6-E5DB-4278-A69F-A7A4259FEE19}" srcOrd="1" destOrd="0" presId="urn:microsoft.com/office/officeart/2008/layout/VerticalCurvedList"/>
    <dgm:cxn modelId="{6924D4D7-D7FB-4E79-A093-8F05920579D5}" type="presParOf" srcId="{5D99E2C5-5C78-484B-8B04-4E290603BD4D}" destId="{0EEC9249-3160-4497-A4A4-FE781500EE99}" srcOrd="2" destOrd="0" presId="urn:microsoft.com/office/officeart/2008/layout/VerticalCurvedList"/>
    <dgm:cxn modelId="{F26984A1-0818-48B8-BBC7-1E41D68B453C}" type="presParOf" srcId="{5D99E2C5-5C78-484B-8B04-4E290603BD4D}" destId="{097A1D61-11B7-45FB-A528-43C04203D645}" srcOrd="3" destOrd="0" presId="urn:microsoft.com/office/officeart/2008/layout/VerticalCurvedList"/>
    <dgm:cxn modelId="{5F3C86BB-D110-4A7B-B198-13A83B416466}" type="presParOf" srcId="{95C196FB-7CE2-4F22-A184-63A39E2AFA30}" destId="{BB62B571-0623-43A8-882E-C9750CD17215}" srcOrd="1" destOrd="0" presId="urn:microsoft.com/office/officeart/2008/layout/VerticalCurvedList"/>
    <dgm:cxn modelId="{1363EDB2-F3C0-4EF9-B1FF-307B542FCDDB}" type="presParOf" srcId="{95C196FB-7CE2-4F22-A184-63A39E2AFA30}" destId="{07F87F30-7C4B-40AE-BD50-2EEA1398C02D}" srcOrd="2" destOrd="0" presId="urn:microsoft.com/office/officeart/2008/layout/VerticalCurvedList"/>
    <dgm:cxn modelId="{A5A22DF1-9E2F-42E2-B9F5-223FB4915D1E}" type="presParOf" srcId="{07F87F30-7C4B-40AE-BD50-2EEA1398C02D}" destId="{EC36C905-A301-4045-B6A2-0EBDD41FF470}" srcOrd="0" destOrd="0" presId="urn:microsoft.com/office/officeart/2008/layout/VerticalCurvedList"/>
    <dgm:cxn modelId="{CFD81EB3-9B9A-484B-BFD1-4BDA78298A43}" type="presParOf" srcId="{95C196FB-7CE2-4F22-A184-63A39E2AFA30}" destId="{BD9F541F-2058-42C2-9EB9-AF8EE1312D70}" srcOrd="3" destOrd="0" presId="urn:microsoft.com/office/officeart/2008/layout/VerticalCurvedList"/>
    <dgm:cxn modelId="{822D99E2-1D97-43DB-95A3-081774592CD4}" type="presParOf" srcId="{95C196FB-7CE2-4F22-A184-63A39E2AFA30}" destId="{46EFA68B-91D4-4FEE-B0A0-D817E28BD557}" srcOrd="4" destOrd="0" presId="urn:microsoft.com/office/officeart/2008/layout/VerticalCurvedList"/>
    <dgm:cxn modelId="{6299ACDD-2D25-4F45-A462-D45BBFC08E4B}" type="presParOf" srcId="{46EFA68B-91D4-4FEE-B0A0-D817E28BD557}" destId="{0D143429-DDFF-46D7-9172-4D16E94A4B7C}" srcOrd="0" destOrd="0" presId="urn:microsoft.com/office/officeart/2008/layout/VerticalCurvedList"/>
    <dgm:cxn modelId="{2C16265F-CB86-4C05-9A6A-E01BB20B5A98}" type="presParOf" srcId="{95C196FB-7CE2-4F22-A184-63A39E2AFA30}" destId="{D2442DD1-C903-4B39-8B20-B503C9D0C9EB}" srcOrd="5" destOrd="0" presId="urn:microsoft.com/office/officeart/2008/layout/VerticalCurvedList"/>
    <dgm:cxn modelId="{E7EAD02E-224E-44CC-B5EE-0590EEDC50FC}" type="presParOf" srcId="{95C196FB-7CE2-4F22-A184-63A39E2AFA30}" destId="{34E726CF-BE6B-481D-8AF8-EDF4BCF539C1}" srcOrd="6" destOrd="0" presId="urn:microsoft.com/office/officeart/2008/layout/VerticalCurvedList"/>
    <dgm:cxn modelId="{A8FCB980-AE37-4BB9-98A2-B83BE52572D0}" type="presParOf" srcId="{34E726CF-BE6B-481D-8AF8-EDF4BCF539C1}" destId="{0D7043CF-30E4-411C-B82A-35D6FAF50843}" srcOrd="0" destOrd="0" presId="urn:microsoft.com/office/officeart/2008/layout/VerticalCurvedList"/>
    <dgm:cxn modelId="{875FD761-0F71-4132-92E0-D30ACBCA6D62}" type="presParOf" srcId="{95C196FB-7CE2-4F22-A184-63A39E2AFA30}" destId="{4040AAC2-AFAA-479D-A26B-EC4D78CFD2A9}" srcOrd="7" destOrd="0" presId="urn:microsoft.com/office/officeart/2008/layout/VerticalCurvedList"/>
    <dgm:cxn modelId="{6C3B8145-1B38-4BFC-9DA5-0C61E31AFE81}" type="presParOf" srcId="{95C196FB-7CE2-4F22-A184-63A39E2AFA30}" destId="{E5B197F6-EADF-42BA-82E5-754976E1F5C3}" srcOrd="8" destOrd="0" presId="urn:microsoft.com/office/officeart/2008/layout/VerticalCurvedList"/>
    <dgm:cxn modelId="{B73CB1AA-9D9A-4BB7-BB66-BFAE01E59DBA}" type="presParOf" srcId="{E5B197F6-EADF-42BA-82E5-754976E1F5C3}" destId="{BE10776D-A762-43EB-8A0B-A7544CD68FD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1CC1FA09-452D-474A-9329-E5CBCEE00CD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225375F-C496-4947-8D07-20E5C6B87720}">
      <dgm:prSet/>
      <dgm:spPr/>
      <dgm:t>
        <a:bodyPr/>
        <a:lstStyle/>
        <a:p>
          <a:r>
            <a:rPr lang="uk-UA" b="0" i="0"/>
            <a:t>натхненник та ідейний лідер «Руської трійці»</a:t>
          </a:r>
          <a:endParaRPr lang="uk-UA"/>
        </a:p>
      </dgm:t>
    </dgm:pt>
    <dgm:pt modelId="{06937910-A1F1-4D83-8910-332EDDC0006C}" type="parTrans" cxnId="{B17DCA5D-BAB5-485E-A7CF-015BB1485192}">
      <dgm:prSet/>
      <dgm:spPr/>
      <dgm:t>
        <a:bodyPr/>
        <a:lstStyle/>
        <a:p>
          <a:endParaRPr lang="uk-UA"/>
        </a:p>
      </dgm:t>
    </dgm:pt>
    <dgm:pt modelId="{8F86BB26-9183-4566-867A-6B8150F6D16F}" type="sibTrans" cxnId="{B17DCA5D-BAB5-485E-A7CF-015BB1485192}">
      <dgm:prSet/>
      <dgm:spPr/>
      <dgm:t>
        <a:bodyPr/>
        <a:lstStyle/>
        <a:p>
          <a:endParaRPr lang="uk-UA"/>
        </a:p>
      </dgm:t>
    </dgm:pt>
    <dgm:pt modelId="{2EFFB3A0-3DEE-483F-ACAF-B69C8F69BAF9}">
      <dgm:prSet/>
      <dgm:spPr/>
      <dgm:t>
        <a:bodyPr/>
        <a:lstStyle/>
        <a:p>
          <a:r>
            <a:rPr lang="uk-UA" b="0" i="0"/>
            <a:t>один із лідерів радикального руху в Галичині</a:t>
          </a:r>
          <a:endParaRPr lang="uk-UA"/>
        </a:p>
      </dgm:t>
    </dgm:pt>
    <dgm:pt modelId="{88E584A5-C871-4E8A-8DD0-CA457FCD2B19}" type="parTrans" cxnId="{50D9FCAE-7826-405E-AD41-ADD50FED0205}">
      <dgm:prSet/>
      <dgm:spPr/>
      <dgm:t>
        <a:bodyPr/>
        <a:lstStyle/>
        <a:p>
          <a:endParaRPr lang="uk-UA"/>
        </a:p>
      </dgm:t>
    </dgm:pt>
    <dgm:pt modelId="{5A58DB4D-DFD8-4287-8368-6D8F70CC428D}" type="sibTrans" cxnId="{50D9FCAE-7826-405E-AD41-ADD50FED0205}">
      <dgm:prSet/>
      <dgm:spPr/>
      <dgm:t>
        <a:bodyPr/>
        <a:lstStyle/>
        <a:p>
          <a:endParaRPr lang="uk-UA"/>
        </a:p>
      </dgm:t>
    </dgm:pt>
    <dgm:pt modelId="{EF83D418-46A8-4B18-8F63-FAF78E40190C}">
      <dgm:prSet/>
      <dgm:spPr/>
      <dgm:t>
        <a:bodyPr/>
        <a:lstStyle/>
        <a:p>
          <a:r>
            <a:rPr lang="uk-UA" b="0" i="0"/>
            <a:t>організатор освітнього Товариства галицьких греко-католицьких священиків</a:t>
          </a:r>
          <a:endParaRPr lang="uk-UA"/>
        </a:p>
      </dgm:t>
    </dgm:pt>
    <dgm:pt modelId="{B4349B94-2C2D-4B53-8022-49C752C1D6D7}" type="parTrans" cxnId="{8BB1EFF3-73EF-48C9-AA56-A95B37F46DC3}">
      <dgm:prSet/>
      <dgm:spPr/>
      <dgm:t>
        <a:bodyPr/>
        <a:lstStyle/>
        <a:p>
          <a:endParaRPr lang="uk-UA"/>
        </a:p>
      </dgm:t>
    </dgm:pt>
    <dgm:pt modelId="{FDCC0C59-DB09-4987-A8BF-AB4D16D09861}" type="sibTrans" cxnId="{8BB1EFF3-73EF-48C9-AA56-A95B37F46DC3}">
      <dgm:prSet/>
      <dgm:spPr/>
      <dgm:t>
        <a:bodyPr/>
        <a:lstStyle/>
        <a:p>
          <a:endParaRPr lang="uk-UA"/>
        </a:p>
      </dgm:t>
    </dgm:pt>
    <dgm:pt modelId="{7F047184-4B49-4A9E-AFC0-2C18B736F5AC}">
      <dgm:prSet/>
      <dgm:spPr/>
      <dgm:t>
        <a:bodyPr/>
        <a:lstStyle/>
        <a:p>
          <a:r>
            <a:rPr lang="uk-UA" b="0" i="0"/>
            <a:t>автор фундаментальної праці з історії України</a:t>
          </a:r>
          <a:endParaRPr lang="uk-UA"/>
        </a:p>
      </dgm:t>
    </dgm:pt>
    <dgm:pt modelId="{61F65CCB-EE49-42F6-81C6-5D4239BF247B}" type="parTrans" cxnId="{DD4DB793-13B4-4F5F-BBE6-D057F586E58D}">
      <dgm:prSet/>
      <dgm:spPr/>
      <dgm:t>
        <a:bodyPr/>
        <a:lstStyle/>
        <a:p>
          <a:endParaRPr lang="uk-UA"/>
        </a:p>
      </dgm:t>
    </dgm:pt>
    <dgm:pt modelId="{1D7A2B11-82D5-4153-B7F5-5F4C9D083E26}" type="sibTrans" cxnId="{DD4DB793-13B4-4F5F-BBE6-D057F586E58D}">
      <dgm:prSet/>
      <dgm:spPr/>
      <dgm:t>
        <a:bodyPr/>
        <a:lstStyle/>
        <a:p>
          <a:endParaRPr lang="uk-UA"/>
        </a:p>
      </dgm:t>
    </dgm:pt>
    <dgm:pt modelId="{565E84EA-5860-4E2B-B446-67D618A8C6FA}">
      <dgm:prSet/>
      <dgm:spPr/>
      <dgm:t>
        <a:bodyPr/>
        <a:lstStyle/>
        <a:p>
          <a:r>
            <a:rPr lang="uk-UA" b="0" i="0"/>
            <a:t>засновник кооперативного руху в Галичині</a:t>
          </a:r>
          <a:endParaRPr lang="uk-UA"/>
        </a:p>
      </dgm:t>
    </dgm:pt>
    <dgm:pt modelId="{3CDC8DFB-AA17-45BF-879D-7CE07F650951}" type="parTrans" cxnId="{577B3688-79AD-457A-89B1-44795E5D1A2D}">
      <dgm:prSet/>
      <dgm:spPr/>
      <dgm:t>
        <a:bodyPr/>
        <a:lstStyle/>
        <a:p>
          <a:endParaRPr lang="uk-UA"/>
        </a:p>
      </dgm:t>
    </dgm:pt>
    <dgm:pt modelId="{3851900A-F574-4DF4-A60B-A6754C0B1433}" type="sibTrans" cxnId="{577B3688-79AD-457A-89B1-44795E5D1A2D}">
      <dgm:prSet/>
      <dgm:spPr/>
      <dgm:t>
        <a:bodyPr/>
        <a:lstStyle/>
        <a:p>
          <a:endParaRPr lang="uk-UA"/>
        </a:p>
      </dgm:t>
    </dgm:pt>
    <dgm:pt modelId="{C5F34024-18ED-480C-B702-AE401BD8F49A}" type="pres">
      <dgm:prSet presAssocID="{1CC1FA09-452D-474A-9329-E5CBCEE00CD4}" presName="linear" presStyleCnt="0">
        <dgm:presLayoutVars>
          <dgm:animLvl val="lvl"/>
          <dgm:resizeHandles val="exact"/>
        </dgm:presLayoutVars>
      </dgm:prSet>
      <dgm:spPr/>
    </dgm:pt>
    <dgm:pt modelId="{E49B0C19-67DA-4937-B969-B09E90982414}" type="pres">
      <dgm:prSet presAssocID="{F225375F-C496-4947-8D07-20E5C6B8772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3FCAC92-4EC6-489F-B008-5144FD1E0CBA}" type="pres">
      <dgm:prSet presAssocID="{8F86BB26-9183-4566-867A-6B8150F6D16F}" presName="spacer" presStyleCnt="0"/>
      <dgm:spPr/>
    </dgm:pt>
    <dgm:pt modelId="{19BAE69C-5851-4FC8-BB4D-0D7C63D543B2}" type="pres">
      <dgm:prSet presAssocID="{2EFFB3A0-3DEE-483F-ACAF-B69C8F69BAF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7349FA9-ABA0-4363-A0B3-8D25184B0CB9}" type="pres">
      <dgm:prSet presAssocID="{5A58DB4D-DFD8-4287-8368-6D8F70CC428D}" presName="spacer" presStyleCnt="0"/>
      <dgm:spPr/>
    </dgm:pt>
    <dgm:pt modelId="{B24D0F39-5067-4889-A6D3-E44D0AE3973A}" type="pres">
      <dgm:prSet presAssocID="{EF83D418-46A8-4B18-8F63-FAF78E40190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57995C8-D85D-4847-8FED-14E1EFD237BC}" type="pres">
      <dgm:prSet presAssocID="{FDCC0C59-DB09-4987-A8BF-AB4D16D09861}" presName="spacer" presStyleCnt="0"/>
      <dgm:spPr/>
    </dgm:pt>
    <dgm:pt modelId="{D819144E-0BCE-489B-9CA9-CDD12BB96A8C}" type="pres">
      <dgm:prSet presAssocID="{7F047184-4B49-4A9E-AFC0-2C18B736F5A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E957873-E148-4400-B171-07CE3BD24C87}" type="pres">
      <dgm:prSet presAssocID="{1D7A2B11-82D5-4153-B7F5-5F4C9D083E26}" presName="spacer" presStyleCnt="0"/>
      <dgm:spPr/>
    </dgm:pt>
    <dgm:pt modelId="{9D3EEC67-CB29-439F-B152-002710C18E00}" type="pres">
      <dgm:prSet presAssocID="{565E84EA-5860-4E2B-B446-67D618A8C6F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7714915-8E02-461C-8705-A2334C1B1C69}" type="presOf" srcId="{2EFFB3A0-3DEE-483F-ACAF-B69C8F69BAF9}" destId="{19BAE69C-5851-4FC8-BB4D-0D7C63D543B2}" srcOrd="0" destOrd="0" presId="urn:microsoft.com/office/officeart/2005/8/layout/vList2"/>
    <dgm:cxn modelId="{41D57033-34DE-4E98-A12A-31A908A7FFAE}" type="presOf" srcId="{7F047184-4B49-4A9E-AFC0-2C18B736F5AC}" destId="{D819144E-0BCE-489B-9CA9-CDD12BB96A8C}" srcOrd="0" destOrd="0" presId="urn:microsoft.com/office/officeart/2005/8/layout/vList2"/>
    <dgm:cxn modelId="{B17DCA5D-BAB5-485E-A7CF-015BB1485192}" srcId="{1CC1FA09-452D-474A-9329-E5CBCEE00CD4}" destId="{F225375F-C496-4947-8D07-20E5C6B87720}" srcOrd="0" destOrd="0" parTransId="{06937910-A1F1-4D83-8910-332EDDC0006C}" sibTransId="{8F86BB26-9183-4566-867A-6B8150F6D16F}"/>
    <dgm:cxn modelId="{FCC4575F-BBD1-446D-8E83-789BF4541A7B}" type="presOf" srcId="{565E84EA-5860-4E2B-B446-67D618A8C6FA}" destId="{9D3EEC67-CB29-439F-B152-002710C18E00}" srcOrd="0" destOrd="0" presId="urn:microsoft.com/office/officeart/2005/8/layout/vList2"/>
    <dgm:cxn modelId="{FBAE5D53-5590-4998-AB8A-77B663311BAE}" type="presOf" srcId="{F225375F-C496-4947-8D07-20E5C6B87720}" destId="{E49B0C19-67DA-4937-B969-B09E90982414}" srcOrd="0" destOrd="0" presId="urn:microsoft.com/office/officeart/2005/8/layout/vList2"/>
    <dgm:cxn modelId="{577B3688-79AD-457A-89B1-44795E5D1A2D}" srcId="{1CC1FA09-452D-474A-9329-E5CBCEE00CD4}" destId="{565E84EA-5860-4E2B-B446-67D618A8C6FA}" srcOrd="4" destOrd="0" parTransId="{3CDC8DFB-AA17-45BF-879D-7CE07F650951}" sibTransId="{3851900A-F574-4DF4-A60B-A6754C0B1433}"/>
    <dgm:cxn modelId="{DD4DB793-13B4-4F5F-BBE6-D057F586E58D}" srcId="{1CC1FA09-452D-474A-9329-E5CBCEE00CD4}" destId="{7F047184-4B49-4A9E-AFC0-2C18B736F5AC}" srcOrd="3" destOrd="0" parTransId="{61F65CCB-EE49-42F6-81C6-5D4239BF247B}" sibTransId="{1D7A2B11-82D5-4153-B7F5-5F4C9D083E26}"/>
    <dgm:cxn modelId="{50D9FCAE-7826-405E-AD41-ADD50FED0205}" srcId="{1CC1FA09-452D-474A-9329-E5CBCEE00CD4}" destId="{2EFFB3A0-3DEE-483F-ACAF-B69C8F69BAF9}" srcOrd="1" destOrd="0" parTransId="{88E584A5-C871-4E8A-8DD0-CA457FCD2B19}" sibTransId="{5A58DB4D-DFD8-4287-8368-6D8F70CC428D}"/>
    <dgm:cxn modelId="{DF0A7BCA-5815-4E63-8DAD-E72756337FB5}" type="presOf" srcId="{EF83D418-46A8-4B18-8F63-FAF78E40190C}" destId="{B24D0F39-5067-4889-A6D3-E44D0AE3973A}" srcOrd="0" destOrd="0" presId="urn:microsoft.com/office/officeart/2005/8/layout/vList2"/>
    <dgm:cxn modelId="{8BB1EFF3-73EF-48C9-AA56-A95B37F46DC3}" srcId="{1CC1FA09-452D-474A-9329-E5CBCEE00CD4}" destId="{EF83D418-46A8-4B18-8F63-FAF78E40190C}" srcOrd="2" destOrd="0" parTransId="{B4349B94-2C2D-4B53-8022-49C752C1D6D7}" sibTransId="{FDCC0C59-DB09-4987-A8BF-AB4D16D09861}"/>
    <dgm:cxn modelId="{CAEFF4F7-EE8B-479C-A17D-4C2F95B67273}" type="presOf" srcId="{1CC1FA09-452D-474A-9329-E5CBCEE00CD4}" destId="{C5F34024-18ED-480C-B702-AE401BD8F49A}" srcOrd="0" destOrd="0" presId="urn:microsoft.com/office/officeart/2005/8/layout/vList2"/>
    <dgm:cxn modelId="{CC4221AE-45B5-4C49-BD29-E72759358000}" type="presParOf" srcId="{C5F34024-18ED-480C-B702-AE401BD8F49A}" destId="{E49B0C19-67DA-4937-B969-B09E90982414}" srcOrd="0" destOrd="0" presId="urn:microsoft.com/office/officeart/2005/8/layout/vList2"/>
    <dgm:cxn modelId="{9DB4DB02-9809-4B83-9D5A-EE5955A79EC0}" type="presParOf" srcId="{C5F34024-18ED-480C-B702-AE401BD8F49A}" destId="{13FCAC92-4EC6-489F-B008-5144FD1E0CBA}" srcOrd="1" destOrd="0" presId="urn:microsoft.com/office/officeart/2005/8/layout/vList2"/>
    <dgm:cxn modelId="{8AC20512-8B5C-4E42-9227-A1CB342B9D6B}" type="presParOf" srcId="{C5F34024-18ED-480C-B702-AE401BD8F49A}" destId="{19BAE69C-5851-4FC8-BB4D-0D7C63D543B2}" srcOrd="2" destOrd="0" presId="urn:microsoft.com/office/officeart/2005/8/layout/vList2"/>
    <dgm:cxn modelId="{BC26E5C9-DAA8-4DC1-852A-3DD75C98D682}" type="presParOf" srcId="{C5F34024-18ED-480C-B702-AE401BD8F49A}" destId="{97349FA9-ABA0-4363-A0B3-8D25184B0CB9}" srcOrd="3" destOrd="0" presId="urn:microsoft.com/office/officeart/2005/8/layout/vList2"/>
    <dgm:cxn modelId="{853E69F3-9687-4A0D-BE57-FFC6AC8B4FBA}" type="presParOf" srcId="{C5F34024-18ED-480C-B702-AE401BD8F49A}" destId="{B24D0F39-5067-4889-A6D3-E44D0AE3973A}" srcOrd="4" destOrd="0" presId="urn:microsoft.com/office/officeart/2005/8/layout/vList2"/>
    <dgm:cxn modelId="{74506DFF-3243-4260-9C3E-39F470E6E3F9}" type="presParOf" srcId="{C5F34024-18ED-480C-B702-AE401BD8F49A}" destId="{C57995C8-D85D-4847-8FED-14E1EFD237BC}" srcOrd="5" destOrd="0" presId="urn:microsoft.com/office/officeart/2005/8/layout/vList2"/>
    <dgm:cxn modelId="{D50CF7E6-682D-4590-9172-6F02007AF58C}" type="presParOf" srcId="{C5F34024-18ED-480C-B702-AE401BD8F49A}" destId="{D819144E-0BCE-489B-9CA9-CDD12BB96A8C}" srcOrd="6" destOrd="0" presId="urn:microsoft.com/office/officeart/2005/8/layout/vList2"/>
    <dgm:cxn modelId="{393C9F57-9ED2-46FC-8F16-16A298976B45}" type="presParOf" srcId="{C5F34024-18ED-480C-B702-AE401BD8F49A}" destId="{6E957873-E148-4400-B171-07CE3BD24C87}" srcOrd="7" destOrd="0" presId="urn:microsoft.com/office/officeart/2005/8/layout/vList2"/>
    <dgm:cxn modelId="{DCCBEDDA-6AF2-4A63-85FC-390174FC2E4A}" type="presParOf" srcId="{C5F34024-18ED-480C-B702-AE401BD8F49A}" destId="{9D3EEC67-CB29-439F-B152-002710C18E0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D637963A-ADB7-4E38-A917-23C3301AE3E8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AC4D5ED-FD37-4969-AAE0-A534DEB87DD2}">
      <dgm:prSet/>
      <dgm:spPr/>
      <dgm:t>
        <a:bodyPr/>
        <a:lstStyle/>
        <a:p>
          <a:r>
            <a:rPr lang="ru-RU" b="0" i="0"/>
            <a:t>В. Каразін</a:t>
          </a:r>
          <a:endParaRPr lang="uk-UA"/>
        </a:p>
      </dgm:t>
    </dgm:pt>
    <dgm:pt modelId="{965D6438-E8B5-41AE-95B8-DF8F626C9AB9}" type="parTrans" cxnId="{4BAF911E-BF08-4F8D-B606-A0C3C09B5EDB}">
      <dgm:prSet/>
      <dgm:spPr/>
      <dgm:t>
        <a:bodyPr/>
        <a:lstStyle/>
        <a:p>
          <a:endParaRPr lang="uk-UA"/>
        </a:p>
      </dgm:t>
    </dgm:pt>
    <dgm:pt modelId="{E86AE8BC-C33F-47B3-9757-2049A21BEF0C}" type="sibTrans" cxnId="{4BAF911E-BF08-4F8D-B606-A0C3C09B5EDB}">
      <dgm:prSet/>
      <dgm:spPr/>
      <dgm:t>
        <a:bodyPr/>
        <a:lstStyle/>
        <a:p>
          <a:endParaRPr lang="uk-UA"/>
        </a:p>
      </dgm:t>
    </dgm:pt>
    <dgm:pt modelId="{2936CE7A-5042-4C46-AD4D-CD4C50A38E5B}">
      <dgm:prSet/>
      <dgm:spPr/>
      <dgm:t>
        <a:bodyPr/>
        <a:lstStyle/>
        <a:p>
          <a:r>
            <a:rPr lang="ru-RU" b="0" i="0"/>
            <a:t>М. Остроградський</a:t>
          </a:r>
          <a:endParaRPr lang="uk-UA"/>
        </a:p>
      </dgm:t>
    </dgm:pt>
    <dgm:pt modelId="{F3669247-F4C6-4C9F-9C33-ADB0ECC16722}" type="parTrans" cxnId="{CCE776A4-67D7-4012-81AC-CB81C48BAA65}">
      <dgm:prSet/>
      <dgm:spPr/>
      <dgm:t>
        <a:bodyPr/>
        <a:lstStyle/>
        <a:p>
          <a:endParaRPr lang="uk-UA"/>
        </a:p>
      </dgm:t>
    </dgm:pt>
    <dgm:pt modelId="{F0297E21-DC25-4437-85AD-D21633888B35}" type="sibTrans" cxnId="{CCE776A4-67D7-4012-81AC-CB81C48BAA65}">
      <dgm:prSet/>
      <dgm:spPr/>
      <dgm:t>
        <a:bodyPr/>
        <a:lstStyle/>
        <a:p>
          <a:endParaRPr lang="uk-UA"/>
        </a:p>
      </dgm:t>
    </dgm:pt>
    <dgm:pt modelId="{CBA77B2C-5684-40F0-B377-5787547481EC}">
      <dgm:prSet/>
      <dgm:spPr/>
      <dgm:t>
        <a:bodyPr/>
        <a:lstStyle/>
        <a:p>
          <a:r>
            <a:rPr lang="ru-RU" b="0" i="0"/>
            <a:t>М. Максимович</a:t>
          </a:r>
          <a:endParaRPr lang="uk-UA"/>
        </a:p>
      </dgm:t>
    </dgm:pt>
    <dgm:pt modelId="{C2FA1904-ED79-46C2-A5B9-D496D6EC51D3}" type="parTrans" cxnId="{87B52B46-2ABB-4E2D-B542-47F09F45E01A}">
      <dgm:prSet/>
      <dgm:spPr/>
      <dgm:t>
        <a:bodyPr/>
        <a:lstStyle/>
        <a:p>
          <a:endParaRPr lang="uk-UA"/>
        </a:p>
      </dgm:t>
    </dgm:pt>
    <dgm:pt modelId="{FD85EFE3-2A8A-4E86-B864-F7178D276CDA}" type="sibTrans" cxnId="{87B52B46-2ABB-4E2D-B542-47F09F45E01A}">
      <dgm:prSet/>
      <dgm:spPr/>
      <dgm:t>
        <a:bodyPr/>
        <a:lstStyle/>
        <a:p>
          <a:endParaRPr lang="uk-UA"/>
        </a:p>
      </dgm:t>
    </dgm:pt>
    <dgm:pt modelId="{4E73AB60-B760-43A7-8D32-345B21E1AAA9}">
      <dgm:prSet/>
      <dgm:spPr/>
      <dgm:t>
        <a:bodyPr/>
        <a:lstStyle/>
        <a:p>
          <a:r>
            <a:rPr lang="ru-RU" b="0" i="0"/>
            <a:t>М. Костомаров</a:t>
          </a:r>
          <a:endParaRPr lang="uk-UA"/>
        </a:p>
      </dgm:t>
    </dgm:pt>
    <dgm:pt modelId="{73876550-47E7-4C14-8305-A1D6A926DED1}" type="parTrans" cxnId="{E01A15DF-0AEF-4D61-A83C-FD8D9994505B}">
      <dgm:prSet/>
      <dgm:spPr/>
      <dgm:t>
        <a:bodyPr/>
        <a:lstStyle/>
        <a:p>
          <a:endParaRPr lang="uk-UA"/>
        </a:p>
      </dgm:t>
    </dgm:pt>
    <dgm:pt modelId="{A288EF86-2F2D-4C23-A544-08344A91B30C}" type="sibTrans" cxnId="{E01A15DF-0AEF-4D61-A83C-FD8D9994505B}">
      <dgm:prSet/>
      <dgm:spPr/>
      <dgm:t>
        <a:bodyPr/>
        <a:lstStyle/>
        <a:p>
          <a:endParaRPr lang="uk-UA"/>
        </a:p>
      </dgm:t>
    </dgm:pt>
    <dgm:pt modelId="{176316DE-F300-43D0-BFC0-70815262B7E2}" type="pres">
      <dgm:prSet presAssocID="{D637963A-ADB7-4E38-A917-23C3301AE3E8}" presName="Name0" presStyleCnt="0">
        <dgm:presLayoutVars>
          <dgm:chMax val="7"/>
          <dgm:chPref val="7"/>
          <dgm:dir/>
        </dgm:presLayoutVars>
      </dgm:prSet>
      <dgm:spPr/>
    </dgm:pt>
    <dgm:pt modelId="{F3F21C38-A83A-46D2-A8F0-982F4F529DE5}" type="pres">
      <dgm:prSet presAssocID="{D637963A-ADB7-4E38-A917-23C3301AE3E8}" presName="Name1" presStyleCnt="0"/>
      <dgm:spPr/>
    </dgm:pt>
    <dgm:pt modelId="{00FEC0A9-FCB8-4614-A820-7AED626C4498}" type="pres">
      <dgm:prSet presAssocID="{D637963A-ADB7-4E38-A917-23C3301AE3E8}" presName="cycle" presStyleCnt="0"/>
      <dgm:spPr/>
    </dgm:pt>
    <dgm:pt modelId="{0437808D-A4FC-4FCB-9F01-F77B43787C75}" type="pres">
      <dgm:prSet presAssocID="{D637963A-ADB7-4E38-A917-23C3301AE3E8}" presName="srcNode" presStyleLbl="node1" presStyleIdx="0" presStyleCnt="4"/>
      <dgm:spPr/>
    </dgm:pt>
    <dgm:pt modelId="{0406554D-B046-4A2C-AAE2-A41DB0195B36}" type="pres">
      <dgm:prSet presAssocID="{D637963A-ADB7-4E38-A917-23C3301AE3E8}" presName="conn" presStyleLbl="parChTrans1D2" presStyleIdx="0" presStyleCnt="1"/>
      <dgm:spPr/>
    </dgm:pt>
    <dgm:pt modelId="{01D78AE7-3254-4552-A16F-C7C4F63FFDEF}" type="pres">
      <dgm:prSet presAssocID="{D637963A-ADB7-4E38-A917-23C3301AE3E8}" presName="extraNode" presStyleLbl="node1" presStyleIdx="0" presStyleCnt="4"/>
      <dgm:spPr/>
    </dgm:pt>
    <dgm:pt modelId="{3232FEEA-62D2-4F8C-8D63-03BD70DA4060}" type="pres">
      <dgm:prSet presAssocID="{D637963A-ADB7-4E38-A917-23C3301AE3E8}" presName="dstNode" presStyleLbl="node1" presStyleIdx="0" presStyleCnt="4"/>
      <dgm:spPr/>
    </dgm:pt>
    <dgm:pt modelId="{F0735BC1-FF32-401E-8D23-F2D4A00715E8}" type="pres">
      <dgm:prSet presAssocID="{8AC4D5ED-FD37-4969-AAE0-A534DEB87DD2}" presName="text_1" presStyleLbl="node1" presStyleIdx="0" presStyleCnt="4">
        <dgm:presLayoutVars>
          <dgm:bulletEnabled val="1"/>
        </dgm:presLayoutVars>
      </dgm:prSet>
      <dgm:spPr/>
    </dgm:pt>
    <dgm:pt modelId="{3750C459-0BE2-4F1C-8297-94C716BC46DA}" type="pres">
      <dgm:prSet presAssocID="{8AC4D5ED-FD37-4969-AAE0-A534DEB87DD2}" presName="accent_1" presStyleCnt="0"/>
      <dgm:spPr/>
    </dgm:pt>
    <dgm:pt modelId="{3CE4B3F1-5EA0-45DD-94E3-B2F41EFB50D8}" type="pres">
      <dgm:prSet presAssocID="{8AC4D5ED-FD37-4969-AAE0-A534DEB87DD2}" presName="accentRepeatNode" presStyleLbl="solidFgAcc1" presStyleIdx="0" presStyleCnt="4"/>
      <dgm:spPr/>
    </dgm:pt>
    <dgm:pt modelId="{F23A2D7D-5A6F-49AD-A740-7B3E6834FADD}" type="pres">
      <dgm:prSet presAssocID="{2936CE7A-5042-4C46-AD4D-CD4C50A38E5B}" presName="text_2" presStyleLbl="node1" presStyleIdx="1" presStyleCnt="4">
        <dgm:presLayoutVars>
          <dgm:bulletEnabled val="1"/>
        </dgm:presLayoutVars>
      </dgm:prSet>
      <dgm:spPr/>
    </dgm:pt>
    <dgm:pt modelId="{101B8235-FE3F-472C-85AC-980764AA4D7E}" type="pres">
      <dgm:prSet presAssocID="{2936CE7A-5042-4C46-AD4D-CD4C50A38E5B}" presName="accent_2" presStyleCnt="0"/>
      <dgm:spPr/>
    </dgm:pt>
    <dgm:pt modelId="{E806CD97-9A8D-4C17-8636-F80994FD4E67}" type="pres">
      <dgm:prSet presAssocID="{2936CE7A-5042-4C46-AD4D-CD4C50A38E5B}" presName="accentRepeatNode" presStyleLbl="solidFgAcc1" presStyleIdx="1" presStyleCnt="4"/>
      <dgm:spPr/>
    </dgm:pt>
    <dgm:pt modelId="{8A6CEB4B-DB0C-4310-8431-B54E8DB667EE}" type="pres">
      <dgm:prSet presAssocID="{CBA77B2C-5684-40F0-B377-5787547481EC}" presName="text_3" presStyleLbl="node1" presStyleIdx="2" presStyleCnt="4">
        <dgm:presLayoutVars>
          <dgm:bulletEnabled val="1"/>
        </dgm:presLayoutVars>
      </dgm:prSet>
      <dgm:spPr/>
    </dgm:pt>
    <dgm:pt modelId="{422F5D6C-32E1-43B3-91A1-7CD2E63F0FA6}" type="pres">
      <dgm:prSet presAssocID="{CBA77B2C-5684-40F0-B377-5787547481EC}" presName="accent_3" presStyleCnt="0"/>
      <dgm:spPr/>
    </dgm:pt>
    <dgm:pt modelId="{1E9DE220-71F7-46A0-9593-A994D79DF21B}" type="pres">
      <dgm:prSet presAssocID="{CBA77B2C-5684-40F0-B377-5787547481EC}" presName="accentRepeatNode" presStyleLbl="solidFgAcc1" presStyleIdx="2" presStyleCnt="4"/>
      <dgm:spPr/>
    </dgm:pt>
    <dgm:pt modelId="{FE4D5234-2543-4567-B10A-E14F720FE416}" type="pres">
      <dgm:prSet presAssocID="{4E73AB60-B760-43A7-8D32-345B21E1AAA9}" presName="text_4" presStyleLbl="node1" presStyleIdx="3" presStyleCnt="4">
        <dgm:presLayoutVars>
          <dgm:bulletEnabled val="1"/>
        </dgm:presLayoutVars>
      </dgm:prSet>
      <dgm:spPr/>
    </dgm:pt>
    <dgm:pt modelId="{976CF4A7-7A18-4D50-95BF-15C1B7AB62D0}" type="pres">
      <dgm:prSet presAssocID="{4E73AB60-B760-43A7-8D32-345B21E1AAA9}" presName="accent_4" presStyleCnt="0"/>
      <dgm:spPr/>
    </dgm:pt>
    <dgm:pt modelId="{7EADCDF7-2F9E-4BF6-8466-52012A70B19B}" type="pres">
      <dgm:prSet presAssocID="{4E73AB60-B760-43A7-8D32-345B21E1AAA9}" presName="accentRepeatNode" presStyleLbl="solidFgAcc1" presStyleIdx="3" presStyleCnt="4"/>
      <dgm:spPr/>
    </dgm:pt>
  </dgm:ptLst>
  <dgm:cxnLst>
    <dgm:cxn modelId="{64E07214-59C5-43EF-885D-961B0EB663B5}" type="presOf" srcId="{2936CE7A-5042-4C46-AD4D-CD4C50A38E5B}" destId="{F23A2D7D-5A6F-49AD-A740-7B3E6834FADD}" srcOrd="0" destOrd="0" presId="urn:microsoft.com/office/officeart/2008/layout/VerticalCurvedList"/>
    <dgm:cxn modelId="{4BAF911E-BF08-4F8D-B606-A0C3C09B5EDB}" srcId="{D637963A-ADB7-4E38-A917-23C3301AE3E8}" destId="{8AC4D5ED-FD37-4969-AAE0-A534DEB87DD2}" srcOrd="0" destOrd="0" parTransId="{965D6438-E8B5-41AE-95B8-DF8F626C9AB9}" sibTransId="{E86AE8BC-C33F-47B3-9757-2049A21BEF0C}"/>
    <dgm:cxn modelId="{87B52B46-2ABB-4E2D-B542-47F09F45E01A}" srcId="{D637963A-ADB7-4E38-A917-23C3301AE3E8}" destId="{CBA77B2C-5684-40F0-B377-5787547481EC}" srcOrd="2" destOrd="0" parTransId="{C2FA1904-ED79-46C2-A5B9-D496D6EC51D3}" sibTransId="{FD85EFE3-2A8A-4E86-B864-F7178D276CDA}"/>
    <dgm:cxn modelId="{E36BE374-0701-46F9-8245-276C7A8035FC}" type="presOf" srcId="{D637963A-ADB7-4E38-A917-23C3301AE3E8}" destId="{176316DE-F300-43D0-BFC0-70815262B7E2}" srcOrd="0" destOrd="0" presId="urn:microsoft.com/office/officeart/2008/layout/VerticalCurvedList"/>
    <dgm:cxn modelId="{1A5E408B-2328-4FEA-BA39-9D67DB54F0C9}" type="presOf" srcId="{4E73AB60-B760-43A7-8D32-345B21E1AAA9}" destId="{FE4D5234-2543-4567-B10A-E14F720FE416}" srcOrd="0" destOrd="0" presId="urn:microsoft.com/office/officeart/2008/layout/VerticalCurvedList"/>
    <dgm:cxn modelId="{A514BB90-8867-4941-AEF7-B219EC638BCE}" type="presOf" srcId="{8AC4D5ED-FD37-4969-AAE0-A534DEB87DD2}" destId="{F0735BC1-FF32-401E-8D23-F2D4A00715E8}" srcOrd="0" destOrd="0" presId="urn:microsoft.com/office/officeart/2008/layout/VerticalCurvedList"/>
    <dgm:cxn modelId="{CCE776A4-67D7-4012-81AC-CB81C48BAA65}" srcId="{D637963A-ADB7-4E38-A917-23C3301AE3E8}" destId="{2936CE7A-5042-4C46-AD4D-CD4C50A38E5B}" srcOrd="1" destOrd="0" parTransId="{F3669247-F4C6-4C9F-9C33-ADB0ECC16722}" sibTransId="{F0297E21-DC25-4437-85AD-D21633888B35}"/>
    <dgm:cxn modelId="{13BF85B4-950F-4CFB-9D23-E7D87472A3A9}" type="presOf" srcId="{CBA77B2C-5684-40F0-B377-5787547481EC}" destId="{8A6CEB4B-DB0C-4310-8431-B54E8DB667EE}" srcOrd="0" destOrd="0" presId="urn:microsoft.com/office/officeart/2008/layout/VerticalCurvedList"/>
    <dgm:cxn modelId="{E01A15DF-0AEF-4D61-A83C-FD8D9994505B}" srcId="{D637963A-ADB7-4E38-A917-23C3301AE3E8}" destId="{4E73AB60-B760-43A7-8D32-345B21E1AAA9}" srcOrd="3" destOrd="0" parTransId="{73876550-47E7-4C14-8305-A1D6A926DED1}" sibTransId="{A288EF86-2F2D-4C23-A544-08344A91B30C}"/>
    <dgm:cxn modelId="{A35A68F8-E0A5-4720-B493-66D0D1273776}" type="presOf" srcId="{E86AE8BC-C33F-47B3-9757-2049A21BEF0C}" destId="{0406554D-B046-4A2C-AAE2-A41DB0195B36}" srcOrd="0" destOrd="0" presId="urn:microsoft.com/office/officeart/2008/layout/VerticalCurvedList"/>
    <dgm:cxn modelId="{9911822A-4DBB-4342-B3A0-8A66DF2A54FA}" type="presParOf" srcId="{176316DE-F300-43D0-BFC0-70815262B7E2}" destId="{F3F21C38-A83A-46D2-A8F0-982F4F529DE5}" srcOrd="0" destOrd="0" presId="urn:microsoft.com/office/officeart/2008/layout/VerticalCurvedList"/>
    <dgm:cxn modelId="{1C741CCF-7703-43F3-B867-5BFC4DED77F9}" type="presParOf" srcId="{F3F21C38-A83A-46D2-A8F0-982F4F529DE5}" destId="{00FEC0A9-FCB8-4614-A820-7AED626C4498}" srcOrd="0" destOrd="0" presId="urn:microsoft.com/office/officeart/2008/layout/VerticalCurvedList"/>
    <dgm:cxn modelId="{F48CBCDD-DDF0-4975-8147-58E6F2DA7052}" type="presParOf" srcId="{00FEC0A9-FCB8-4614-A820-7AED626C4498}" destId="{0437808D-A4FC-4FCB-9F01-F77B43787C75}" srcOrd="0" destOrd="0" presId="urn:microsoft.com/office/officeart/2008/layout/VerticalCurvedList"/>
    <dgm:cxn modelId="{A8E880D9-BB7F-4B47-B25B-A49FE61A994B}" type="presParOf" srcId="{00FEC0A9-FCB8-4614-A820-7AED626C4498}" destId="{0406554D-B046-4A2C-AAE2-A41DB0195B36}" srcOrd="1" destOrd="0" presId="urn:microsoft.com/office/officeart/2008/layout/VerticalCurvedList"/>
    <dgm:cxn modelId="{8CF08ECD-C7C3-4F77-9212-0F35E7C73355}" type="presParOf" srcId="{00FEC0A9-FCB8-4614-A820-7AED626C4498}" destId="{01D78AE7-3254-4552-A16F-C7C4F63FFDEF}" srcOrd="2" destOrd="0" presId="urn:microsoft.com/office/officeart/2008/layout/VerticalCurvedList"/>
    <dgm:cxn modelId="{ACBC41EB-CCE2-415D-B45C-6CCD07DF453E}" type="presParOf" srcId="{00FEC0A9-FCB8-4614-A820-7AED626C4498}" destId="{3232FEEA-62D2-4F8C-8D63-03BD70DA4060}" srcOrd="3" destOrd="0" presId="urn:microsoft.com/office/officeart/2008/layout/VerticalCurvedList"/>
    <dgm:cxn modelId="{057DF187-F1D3-460D-982B-B907DABB8471}" type="presParOf" srcId="{F3F21C38-A83A-46D2-A8F0-982F4F529DE5}" destId="{F0735BC1-FF32-401E-8D23-F2D4A00715E8}" srcOrd="1" destOrd="0" presId="urn:microsoft.com/office/officeart/2008/layout/VerticalCurvedList"/>
    <dgm:cxn modelId="{68A05DAA-9742-4BA9-A41D-C2BCDFF05851}" type="presParOf" srcId="{F3F21C38-A83A-46D2-A8F0-982F4F529DE5}" destId="{3750C459-0BE2-4F1C-8297-94C716BC46DA}" srcOrd="2" destOrd="0" presId="urn:microsoft.com/office/officeart/2008/layout/VerticalCurvedList"/>
    <dgm:cxn modelId="{FD9F2347-7F62-43BD-AD2B-402B4B1996B1}" type="presParOf" srcId="{3750C459-0BE2-4F1C-8297-94C716BC46DA}" destId="{3CE4B3F1-5EA0-45DD-94E3-B2F41EFB50D8}" srcOrd="0" destOrd="0" presId="urn:microsoft.com/office/officeart/2008/layout/VerticalCurvedList"/>
    <dgm:cxn modelId="{4C406C49-8A47-4B60-BDB1-D716E6B2C0BA}" type="presParOf" srcId="{F3F21C38-A83A-46D2-A8F0-982F4F529DE5}" destId="{F23A2D7D-5A6F-49AD-A740-7B3E6834FADD}" srcOrd="3" destOrd="0" presId="urn:microsoft.com/office/officeart/2008/layout/VerticalCurvedList"/>
    <dgm:cxn modelId="{C03FD9E4-EE16-475F-8104-43A9980AC1E9}" type="presParOf" srcId="{F3F21C38-A83A-46D2-A8F0-982F4F529DE5}" destId="{101B8235-FE3F-472C-85AC-980764AA4D7E}" srcOrd="4" destOrd="0" presId="urn:microsoft.com/office/officeart/2008/layout/VerticalCurvedList"/>
    <dgm:cxn modelId="{A1A43F67-6647-4725-99F4-19736FF68D73}" type="presParOf" srcId="{101B8235-FE3F-472C-85AC-980764AA4D7E}" destId="{E806CD97-9A8D-4C17-8636-F80994FD4E67}" srcOrd="0" destOrd="0" presId="urn:microsoft.com/office/officeart/2008/layout/VerticalCurvedList"/>
    <dgm:cxn modelId="{5D24A4CE-4523-4A90-A9DD-3335B8A1E0C6}" type="presParOf" srcId="{F3F21C38-A83A-46D2-A8F0-982F4F529DE5}" destId="{8A6CEB4B-DB0C-4310-8431-B54E8DB667EE}" srcOrd="5" destOrd="0" presId="urn:microsoft.com/office/officeart/2008/layout/VerticalCurvedList"/>
    <dgm:cxn modelId="{CAB188B2-439A-44D6-B4C0-A0406EAF9C64}" type="presParOf" srcId="{F3F21C38-A83A-46D2-A8F0-982F4F529DE5}" destId="{422F5D6C-32E1-43B3-91A1-7CD2E63F0FA6}" srcOrd="6" destOrd="0" presId="urn:microsoft.com/office/officeart/2008/layout/VerticalCurvedList"/>
    <dgm:cxn modelId="{880110A8-1F40-42E2-AD78-92DCA8C319F2}" type="presParOf" srcId="{422F5D6C-32E1-43B3-91A1-7CD2E63F0FA6}" destId="{1E9DE220-71F7-46A0-9593-A994D79DF21B}" srcOrd="0" destOrd="0" presId="urn:microsoft.com/office/officeart/2008/layout/VerticalCurvedList"/>
    <dgm:cxn modelId="{CEB11CEA-4576-4F56-96A3-7D4F9FBCC0EF}" type="presParOf" srcId="{F3F21C38-A83A-46D2-A8F0-982F4F529DE5}" destId="{FE4D5234-2543-4567-B10A-E14F720FE416}" srcOrd="7" destOrd="0" presId="urn:microsoft.com/office/officeart/2008/layout/VerticalCurvedList"/>
    <dgm:cxn modelId="{2125C10B-6607-4061-825B-D2E8A5DAE743}" type="presParOf" srcId="{F3F21C38-A83A-46D2-A8F0-982F4F529DE5}" destId="{976CF4A7-7A18-4D50-95BF-15C1B7AB62D0}" srcOrd="8" destOrd="0" presId="urn:microsoft.com/office/officeart/2008/layout/VerticalCurvedList"/>
    <dgm:cxn modelId="{DA8F53BA-BEB4-4A76-A636-577364D1524F}" type="presParOf" srcId="{976CF4A7-7A18-4D50-95BF-15C1B7AB62D0}" destId="{7EADCDF7-2F9E-4BF6-8466-52012A70B19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6C42AA3D-8D19-4245-BEA2-01CE74A7AE1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8D9CD9E-2325-431E-AD40-15217771655F}">
      <dgm:prSet/>
      <dgm:spPr/>
      <dgm:t>
        <a:bodyPr/>
        <a:lstStyle/>
        <a:p>
          <a:r>
            <a:rPr lang="uk-UA" b="0" i="0" dirty="0"/>
            <a:t>етнограф, укладач збірок українських народних пісень, перший ректор Київського університету</a:t>
          </a:r>
          <a:endParaRPr lang="uk-UA" dirty="0"/>
        </a:p>
      </dgm:t>
    </dgm:pt>
    <dgm:pt modelId="{22B8D98F-B51B-4A44-A729-700DD4379FA1}" type="parTrans" cxnId="{D88C415C-2D4F-412A-88CA-755B1ED36DD4}">
      <dgm:prSet/>
      <dgm:spPr/>
      <dgm:t>
        <a:bodyPr/>
        <a:lstStyle/>
        <a:p>
          <a:endParaRPr lang="uk-UA"/>
        </a:p>
      </dgm:t>
    </dgm:pt>
    <dgm:pt modelId="{2E01B930-78B7-438A-B4EF-B56A70FB10B5}" type="sibTrans" cxnId="{D88C415C-2D4F-412A-88CA-755B1ED36DD4}">
      <dgm:prSet/>
      <dgm:spPr/>
      <dgm:t>
        <a:bodyPr/>
        <a:lstStyle/>
        <a:p>
          <a:endParaRPr lang="uk-UA"/>
        </a:p>
      </dgm:t>
    </dgm:pt>
    <dgm:pt modelId="{523BA37B-40B1-4F98-9E56-DA2F843BF101}">
      <dgm:prSet/>
      <dgm:spPr/>
      <dgm:t>
        <a:bodyPr/>
        <a:lstStyle/>
        <a:p>
          <a:r>
            <a:rPr lang="uk-UA" b="0" i="0"/>
            <a:t>винахідник, агроном і метеоролог, ініціатор відкриття Харківського університету</a:t>
          </a:r>
          <a:endParaRPr lang="uk-UA"/>
        </a:p>
      </dgm:t>
    </dgm:pt>
    <dgm:pt modelId="{0CC729C1-EB54-47EA-9FE2-95BF2A004887}" type="parTrans" cxnId="{A9CF2635-ACC9-4A3F-917F-87004A7333C1}">
      <dgm:prSet/>
      <dgm:spPr/>
      <dgm:t>
        <a:bodyPr/>
        <a:lstStyle/>
        <a:p>
          <a:endParaRPr lang="uk-UA"/>
        </a:p>
      </dgm:t>
    </dgm:pt>
    <dgm:pt modelId="{CA04CD1F-4663-42B5-940E-1518A9B4FDDC}" type="sibTrans" cxnId="{A9CF2635-ACC9-4A3F-917F-87004A7333C1}">
      <dgm:prSet/>
      <dgm:spPr/>
      <dgm:t>
        <a:bodyPr/>
        <a:lstStyle/>
        <a:p>
          <a:endParaRPr lang="uk-UA"/>
        </a:p>
      </dgm:t>
    </dgm:pt>
    <dgm:pt modelId="{7A2BB3E7-FDE2-498B-A041-170ECD1246B5}">
      <dgm:prSet/>
      <dgm:spPr/>
      <dgm:t>
        <a:bodyPr/>
        <a:lstStyle/>
        <a:p>
          <a:r>
            <a:rPr lang="uk-UA" b="0" i="0"/>
            <a:t>математик, член Петербурзької, Паризької, Римської та Туринської академій наук</a:t>
          </a:r>
          <a:endParaRPr lang="uk-UA"/>
        </a:p>
      </dgm:t>
    </dgm:pt>
    <dgm:pt modelId="{E0030C8E-17DA-47DB-9EDF-31CA9484E047}" type="parTrans" cxnId="{0EEFF528-7085-4DA9-962E-33FED8E6084B}">
      <dgm:prSet/>
      <dgm:spPr/>
      <dgm:t>
        <a:bodyPr/>
        <a:lstStyle/>
        <a:p>
          <a:endParaRPr lang="uk-UA"/>
        </a:p>
      </dgm:t>
    </dgm:pt>
    <dgm:pt modelId="{49EC7C62-EF2E-4517-AC9E-D276DAB3D0B8}" type="sibTrans" cxnId="{0EEFF528-7085-4DA9-962E-33FED8E6084B}">
      <dgm:prSet/>
      <dgm:spPr/>
      <dgm:t>
        <a:bodyPr/>
        <a:lstStyle/>
        <a:p>
          <a:endParaRPr lang="uk-UA"/>
        </a:p>
      </dgm:t>
    </dgm:pt>
    <dgm:pt modelId="{B0E10A0B-7B66-42EC-B48E-DF4A304269E0}">
      <dgm:prSet/>
      <dgm:spPr/>
      <dgm:t>
        <a:bodyPr/>
        <a:lstStyle/>
        <a:p>
          <a:r>
            <a:rPr lang="uk-UA" b="0" i="0"/>
            <a:t>етнограф, автор українського фонетичного правопису, першого українського історичного роману</a:t>
          </a:r>
          <a:endParaRPr lang="uk-UA"/>
        </a:p>
      </dgm:t>
    </dgm:pt>
    <dgm:pt modelId="{B10BAB0D-7222-4187-B901-4F5B1B258B31}" type="parTrans" cxnId="{658FE8D5-BC72-4EAD-ABA5-C4E7F1076BEC}">
      <dgm:prSet/>
      <dgm:spPr/>
      <dgm:t>
        <a:bodyPr/>
        <a:lstStyle/>
        <a:p>
          <a:endParaRPr lang="uk-UA"/>
        </a:p>
      </dgm:t>
    </dgm:pt>
    <dgm:pt modelId="{CE023815-122E-4DDC-BADA-E5E81E277EE5}" type="sibTrans" cxnId="{658FE8D5-BC72-4EAD-ABA5-C4E7F1076BEC}">
      <dgm:prSet/>
      <dgm:spPr/>
      <dgm:t>
        <a:bodyPr/>
        <a:lstStyle/>
        <a:p>
          <a:endParaRPr lang="uk-UA"/>
        </a:p>
      </dgm:t>
    </dgm:pt>
    <dgm:pt modelId="{B4D4BA71-9463-4554-8613-69E7F61BC5DE}">
      <dgm:prSet/>
      <dgm:spPr/>
      <dgm:t>
        <a:bodyPr/>
        <a:lstStyle/>
        <a:p>
          <a:r>
            <a:rPr lang="uk-UA" b="0" i="0"/>
            <a:t>історик, автор праць з історії козацтва, член Кирило-Мефодієвського братства</a:t>
          </a:r>
          <a:endParaRPr lang="uk-UA"/>
        </a:p>
      </dgm:t>
    </dgm:pt>
    <dgm:pt modelId="{CC8EF849-E437-47F1-ADF4-F143A9847EAA}" type="parTrans" cxnId="{2B8D3BD7-2DC4-4AD3-A053-5B59DF08D59E}">
      <dgm:prSet/>
      <dgm:spPr/>
      <dgm:t>
        <a:bodyPr/>
        <a:lstStyle/>
        <a:p>
          <a:endParaRPr lang="uk-UA"/>
        </a:p>
      </dgm:t>
    </dgm:pt>
    <dgm:pt modelId="{DF2E9223-EB20-46A6-AF62-9D4202AB518C}" type="sibTrans" cxnId="{2B8D3BD7-2DC4-4AD3-A053-5B59DF08D59E}">
      <dgm:prSet/>
      <dgm:spPr/>
      <dgm:t>
        <a:bodyPr/>
        <a:lstStyle/>
        <a:p>
          <a:endParaRPr lang="uk-UA"/>
        </a:p>
      </dgm:t>
    </dgm:pt>
    <dgm:pt modelId="{3463F2EE-E018-471B-B484-917399D1A281}" type="pres">
      <dgm:prSet presAssocID="{6C42AA3D-8D19-4245-BEA2-01CE74A7AE1D}" presName="linear" presStyleCnt="0">
        <dgm:presLayoutVars>
          <dgm:animLvl val="lvl"/>
          <dgm:resizeHandles val="exact"/>
        </dgm:presLayoutVars>
      </dgm:prSet>
      <dgm:spPr/>
    </dgm:pt>
    <dgm:pt modelId="{21F31067-FE8B-435F-8641-75159EBF8F45}" type="pres">
      <dgm:prSet presAssocID="{E8D9CD9E-2325-431E-AD40-15217771655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A92651F-9259-4997-BB9F-B8612D666A53}" type="pres">
      <dgm:prSet presAssocID="{2E01B930-78B7-438A-B4EF-B56A70FB10B5}" presName="spacer" presStyleCnt="0"/>
      <dgm:spPr/>
    </dgm:pt>
    <dgm:pt modelId="{B4D07492-613A-4961-B5DE-7C2227B91EC0}" type="pres">
      <dgm:prSet presAssocID="{523BA37B-40B1-4F98-9E56-DA2F843BF10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1483BB8-F999-4C64-963D-1F6E624B7FDA}" type="pres">
      <dgm:prSet presAssocID="{CA04CD1F-4663-42B5-940E-1518A9B4FDDC}" presName="spacer" presStyleCnt="0"/>
      <dgm:spPr/>
    </dgm:pt>
    <dgm:pt modelId="{51E6D895-093C-42F0-8E61-047C135331DC}" type="pres">
      <dgm:prSet presAssocID="{7A2BB3E7-FDE2-498B-A041-170ECD1246B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663ADD5-FE0E-4A90-9F0C-355B32CCDA7B}" type="pres">
      <dgm:prSet presAssocID="{49EC7C62-EF2E-4517-AC9E-D276DAB3D0B8}" presName="spacer" presStyleCnt="0"/>
      <dgm:spPr/>
    </dgm:pt>
    <dgm:pt modelId="{7B99CB51-2985-448E-9D7E-BF1548468AC1}" type="pres">
      <dgm:prSet presAssocID="{B0E10A0B-7B66-42EC-B48E-DF4A304269E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94FC510-9EA6-47D4-86E6-A0AB6552A98B}" type="pres">
      <dgm:prSet presAssocID="{CE023815-122E-4DDC-BADA-E5E81E277EE5}" presName="spacer" presStyleCnt="0"/>
      <dgm:spPr/>
    </dgm:pt>
    <dgm:pt modelId="{EB55C6C0-080B-4D14-8B29-57906DB6CF2B}" type="pres">
      <dgm:prSet presAssocID="{B4D4BA71-9463-4554-8613-69E7F61BC5D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C97140A-FC89-4F44-9BC7-EA45FB80B402}" type="presOf" srcId="{6C42AA3D-8D19-4245-BEA2-01CE74A7AE1D}" destId="{3463F2EE-E018-471B-B484-917399D1A281}" srcOrd="0" destOrd="0" presId="urn:microsoft.com/office/officeart/2005/8/layout/vList2"/>
    <dgm:cxn modelId="{0EEFF528-7085-4DA9-962E-33FED8E6084B}" srcId="{6C42AA3D-8D19-4245-BEA2-01CE74A7AE1D}" destId="{7A2BB3E7-FDE2-498B-A041-170ECD1246B5}" srcOrd="2" destOrd="0" parTransId="{E0030C8E-17DA-47DB-9EDF-31CA9484E047}" sibTransId="{49EC7C62-EF2E-4517-AC9E-D276DAB3D0B8}"/>
    <dgm:cxn modelId="{A9CF2635-ACC9-4A3F-917F-87004A7333C1}" srcId="{6C42AA3D-8D19-4245-BEA2-01CE74A7AE1D}" destId="{523BA37B-40B1-4F98-9E56-DA2F843BF101}" srcOrd="1" destOrd="0" parTransId="{0CC729C1-EB54-47EA-9FE2-95BF2A004887}" sibTransId="{CA04CD1F-4663-42B5-940E-1518A9B4FDDC}"/>
    <dgm:cxn modelId="{FE736038-49A8-4F29-A929-CD0D485DF087}" type="presOf" srcId="{7A2BB3E7-FDE2-498B-A041-170ECD1246B5}" destId="{51E6D895-093C-42F0-8E61-047C135331DC}" srcOrd="0" destOrd="0" presId="urn:microsoft.com/office/officeart/2005/8/layout/vList2"/>
    <dgm:cxn modelId="{D88C415C-2D4F-412A-88CA-755B1ED36DD4}" srcId="{6C42AA3D-8D19-4245-BEA2-01CE74A7AE1D}" destId="{E8D9CD9E-2325-431E-AD40-15217771655F}" srcOrd="0" destOrd="0" parTransId="{22B8D98F-B51B-4A44-A729-700DD4379FA1}" sibTransId="{2E01B930-78B7-438A-B4EF-B56A70FB10B5}"/>
    <dgm:cxn modelId="{8D28A252-56B2-41CA-B58F-3DCE0CB5BE2C}" type="presOf" srcId="{523BA37B-40B1-4F98-9E56-DA2F843BF101}" destId="{B4D07492-613A-4961-B5DE-7C2227B91EC0}" srcOrd="0" destOrd="0" presId="urn:microsoft.com/office/officeart/2005/8/layout/vList2"/>
    <dgm:cxn modelId="{91BDB18C-1D8B-4A6C-A1B8-4A0C06E15D03}" type="presOf" srcId="{B0E10A0B-7B66-42EC-B48E-DF4A304269E0}" destId="{7B99CB51-2985-448E-9D7E-BF1548468AC1}" srcOrd="0" destOrd="0" presId="urn:microsoft.com/office/officeart/2005/8/layout/vList2"/>
    <dgm:cxn modelId="{0B6F95A9-0091-4972-B582-4EBE3D44DA76}" type="presOf" srcId="{E8D9CD9E-2325-431E-AD40-15217771655F}" destId="{21F31067-FE8B-435F-8641-75159EBF8F45}" srcOrd="0" destOrd="0" presId="urn:microsoft.com/office/officeart/2005/8/layout/vList2"/>
    <dgm:cxn modelId="{41F410CD-8540-457E-94AF-1FF3EF1AB2CF}" type="presOf" srcId="{B4D4BA71-9463-4554-8613-69E7F61BC5DE}" destId="{EB55C6C0-080B-4D14-8B29-57906DB6CF2B}" srcOrd="0" destOrd="0" presId="urn:microsoft.com/office/officeart/2005/8/layout/vList2"/>
    <dgm:cxn modelId="{658FE8D5-BC72-4EAD-ABA5-C4E7F1076BEC}" srcId="{6C42AA3D-8D19-4245-BEA2-01CE74A7AE1D}" destId="{B0E10A0B-7B66-42EC-B48E-DF4A304269E0}" srcOrd="3" destOrd="0" parTransId="{B10BAB0D-7222-4187-B901-4F5B1B258B31}" sibTransId="{CE023815-122E-4DDC-BADA-E5E81E277EE5}"/>
    <dgm:cxn modelId="{2B8D3BD7-2DC4-4AD3-A053-5B59DF08D59E}" srcId="{6C42AA3D-8D19-4245-BEA2-01CE74A7AE1D}" destId="{B4D4BA71-9463-4554-8613-69E7F61BC5DE}" srcOrd="4" destOrd="0" parTransId="{CC8EF849-E437-47F1-ADF4-F143A9847EAA}" sibTransId="{DF2E9223-EB20-46A6-AF62-9D4202AB518C}"/>
    <dgm:cxn modelId="{FC8E0C00-E92B-427B-90D8-A07940382A3A}" type="presParOf" srcId="{3463F2EE-E018-471B-B484-917399D1A281}" destId="{21F31067-FE8B-435F-8641-75159EBF8F45}" srcOrd="0" destOrd="0" presId="urn:microsoft.com/office/officeart/2005/8/layout/vList2"/>
    <dgm:cxn modelId="{BE50C100-3D87-40B8-982A-1BA9971F48BC}" type="presParOf" srcId="{3463F2EE-E018-471B-B484-917399D1A281}" destId="{7A92651F-9259-4997-BB9F-B8612D666A53}" srcOrd="1" destOrd="0" presId="urn:microsoft.com/office/officeart/2005/8/layout/vList2"/>
    <dgm:cxn modelId="{B809DD2E-E128-4DC7-A012-D2E00DFA976A}" type="presParOf" srcId="{3463F2EE-E018-471B-B484-917399D1A281}" destId="{B4D07492-613A-4961-B5DE-7C2227B91EC0}" srcOrd="2" destOrd="0" presId="urn:microsoft.com/office/officeart/2005/8/layout/vList2"/>
    <dgm:cxn modelId="{A16B24F3-4948-4331-BCA8-77A45A103515}" type="presParOf" srcId="{3463F2EE-E018-471B-B484-917399D1A281}" destId="{D1483BB8-F999-4C64-963D-1F6E624B7FDA}" srcOrd="3" destOrd="0" presId="urn:microsoft.com/office/officeart/2005/8/layout/vList2"/>
    <dgm:cxn modelId="{CEEB9801-A0FA-4E3A-B79D-5912B3BA2626}" type="presParOf" srcId="{3463F2EE-E018-471B-B484-917399D1A281}" destId="{51E6D895-093C-42F0-8E61-047C135331DC}" srcOrd="4" destOrd="0" presId="urn:microsoft.com/office/officeart/2005/8/layout/vList2"/>
    <dgm:cxn modelId="{9CF92C6F-8A67-42BA-A42B-C538714FB3A1}" type="presParOf" srcId="{3463F2EE-E018-471B-B484-917399D1A281}" destId="{B663ADD5-FE0E-4A90-9F0C-355B32CCDA7B}" srcOrd="5" destOrd="0" presId="urn:microsoft.com/office/officeart/2005/8/layout/vList2"/>
    <dgm:cxn modelId="{9AFC9AB2-45C9-4AB3-B445-07ECA115C3CA}" type="presParOf" srcId="{3463F2EE-E018-471B-B484-917399D1A281}" destId="{7B99CB51-2985-448E-9D7E-BF1548468AC1}" srcOrd="6" destOrd="0" presId="urn:microsoft.com/office/officeart/2005/8/layout/vList2"/>
    <dgm:cxn modelId="{FDAE0E21-FEF7-45E6-84F1-C12BBB7439EC}" type="presParOf" srcId="{3463F2EE-E018-471B-B484-917399D1A281}" destId="{594FC510-9EA6-47D4-86E6-A0AB6552A98B}" srcOrd="7" destOrd="0" presId="urn:microsoft.com/office/officeart/2005/8/layout/vList2"/>
    <dgm:cxn modelId="{7E8D3784-ECCD-44AD-AC9E-060CF64D9F84}" type="presParOf" srcId="{3463F2EE-E018-471B-B484-917399D1A281}" destId="{EB55C6C0-080B-4D14-8B29-57906DB6CF2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5F3D85E7-892C-489B-9FC2-2265F4CAC8AC}" type="doc">
      <dgm:prSet loTypeId="urn:microsoft.com/office/officeart/2008/layout/VerticalCircle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7A7A47B-0F01-46F2-B9C3-19DF37A8676F}">
      <dgm:prSet/>
      <dgm:spPr/>
      <dgm:t>
        <a:bodyPr/>
        <a:lstStyle/>
        <a:p>
          <a:r>
            <a:rPr lang="ru-RU" b="0" i="0"/>
            <a:t>І. Могильницький</a:t>
          </a:r>
          <a:endParaRPr lang="uk-UA"/>
        </a:p>
      </dgm:t>
    </dgm:pt>
    <dgm:pt modelId="{B8F9E76B-3EF0-4D4E-8D90-4E7D06404A52}" type="parTrans" cxnId="{87C38E51-F451-4D56-92F9-5DF3F87CA71E}">
      <dgm:prSet/>
      <dgm:spPr/>
      <dgm:t>
        <a:bodyPr/>
        <a:lstStyle/>
        <a:p>
          <a:endParaRPr lang="uk-UA"/>
        </a:p>
      </dgm:t>
    </dgm:pt>
    <dgm:pt modelId="{227A0E3A-5B3D-4A61-A07B-BD1D080F3612}" type="sibTrans" cxnId="{87C38E51-F451-4D56-92F9-5DF3F87CA71E}">
      <dgm:prSet/>
      <dgm:spPr/>
      <dgm:t>
        <a:bodyPr/>
        <a:lstStyle/>
        <a:p>
          <a:endParaRPr lang="uk-UA"/>
        </a:p>
      </dgm:t>
    </dgm:pt>
    <dgm:pt modelId="{7E1660FC-5D95-4DD4-AB7B-8BD1812F5A1D}">
      <dgm:prSet/>
      <dgm:spPr/>
      <dgm:t>
        <a:bodyPr/>
        <a:lstStyle/>
        <a:p>
          <a:r>
            <a:rPr lang="ru-RU" b="0" i="0"/>
            <a:t>Я. Головацький</a:t>
          </a:r>
          <a:endParaRPr lang="uk-UA"/>
        </a:p>
      </dgm:t>
    </dgm:pt>
    <dgm:pt modelId="{5938EDE6-52E1-4087-B043-B9F65EB57B4E}" type="parTrans" cxnId="{26408128-B9EF-43EF-BDEC-BC808BD6AB12}">
      <dgm:prSet/>
      <dgm:spPr/>
      <dgm:t>
        <a:bodyPr/>
        <a:lstStyle/>
        <a:p>
          <a:endParaRPr lang="uk-UA"/>
        </a:p>
      </dgm:t>
    </dgm:pt>
    <dgm:pt modelId="{878899A3-52A9-46CB-A611-C22CE488A05D}" type="sibTrans" cxnId="{26408128-B9EF-43EF-BDEC-BC808BD6AB12}">
      <dgm:prSet/>
      <dgm:spPr/>
      <dgm:t>
        <a:bodyPr/>
        <a:lstStyle/>
        <a:p>
          <a:endParaRPr lang="uk-UA"/>
        </a:p>
      </dgm:t>
    </dgm:pt>
    <dgm:pt modelId="{71F46104-2800-4046-B8E5-CB03FDC6A94D}">
      <dgm:prSet/>
      <dgm:spPr/>
      <dgm:t>
        <a:bodyPr/>
        <a:lstStyle/>
        <a:p>
          <a:r>
            <a:rPr lang="ru-RU" b="0" i="0"/>
            <a:t>М. Максимович</a:t>
          </a:r>
          <a:endParaRPr lang="uk-UA"/>
        </a:p>
      </dgm:t>
    </dgm:pt>
    <dgm:pt modelId="{58849599-0390-480F-8E88-8B15A00EAB1D}" type="parTrans" cxnId="{F5DB1355-A99D-4F83-B045-050361C7B7FF}">
      <dgm:prSet/>
      <dgm:spPr/>
      <dgm:t>
        <a:bodyPr/>
        <a:lstStyle/>
        <a:p>
          <a:endParaRPr lang="uk-UA"/>
        </a:p>
      </dgm:t>
    </dgm:pt>
    <dgm:pt modelId="{6BFC6326-4312-4F14-BEF7-8486C2B98792}" type="sibTrans" cxnId="{F5DB1355-A99D-4F83-B045-050361C7B7FF}">
      <dgm:prSet/>
      <dgm:spPr/>
      <dgm:t>
        <a:bodyPr/>
        <a:lstStyle/>
        <a:p>
          <a:endParaRPr lang="uk-UA"/>
        </a:p>
      </dgm:t>
    </dgm:pt>
    <dgm:pt modelId="{B1363BCF-8027-4C0F-8186-8FE59A8020B9}">
      <dgm:prSet/>
      <dgm:spPr/>
      <dgm:t>
        <a:bodyPr/>
        <a:lstStyle/>
        <a:p>
          <a:r>
            <a:rPr lang="ru-RU" b="0" i="0"/>
            <a:t>П. Гулак-Артемовський</a:t>
          </a:r>
          <a:endParaRPr lang="uk-UA"/>
        </a:p>
      </dgm:t>
    </dgm:pt>
    <dgm:pt modelId="{41BBF71B-168C-42CF-B41F-BDCAF3E6D0BC}" type="parTrans" cxnId="{EEFE21C5-3BE5-4D1A-8647-9C688F9CCFB9}">
      <dgm:prSet/>
      <dgm:spPr/>
      <dgm:t>
        <a:bodyPr/>
        <a:lstStyle/>
        <a:p>
          <a:endParaRPr lang="uk-UA"/>
        </a:p>
      </dgm:t>
    </dgm:pt>
    <dgm:pt modelId="{84D5C5CC-4DDB-43D2-9221-A0929C43B22F}" type="sibTrans" cxnId="{EEFE21C5-3BE5-4D1A-8647-9C688F9CCFB9}">
      <dgm:prSet/>
      <dgm:spPr/>
      <dgm:t>
        <a:bodyPr/>
        <a:lstStyle/>
        <a:p>
          <a:endParaRPr lang="uk-UA"/>
        </a:p>
      </dgm:t>
    </dgm:pt>
    <dgm:pt modelId="{F03972E9-C91A-4E9B-8173-8BA087E238ED}" type="pres">
      <dgm:prSet presAssocID="{5F3D85E7-892C-489B-9FC2-2265F4CAC8AC}" presName="Name0" presStyleCnt="0">
        <dgm:presLayoutVars>
          <dgm:dir/>
        </dgm:presLayoutVars>
      </dgm:prSet>
      <dgm:spPr/>
    </dgm:pt>
    <dgm:pt modelId="{50373CAC-7965-4DFE-BE02-5B73316CC544}" type="pres">
      <dgm:prSet presAssocID="{C7A7A47B-0F01-46F2-B9C3-19DF37A8676F}" presName="noChildren" presStyleCnt="0"/>
      <dgm:spPr/>
    </dgm:pt>
    <dgm:pt modelId="{6CEC6EDE-5A73-4A71-A476-3FC146652E61}" type="pres">
      <dgm:prSet presAssocID="{C7A7A47B-0F01-46F2-B9C3-19DF37A8676F}" presName="gap" presStyleCnt="0"/>
      <dgm:spPr/>
    </dgm:pt>
    <dgm:pt modelId="{75365236-3440-4CAE-8D51-CA8B879AADA4}" type="pres">
      <dgm:prSet presAssocID="{C7A7A47B-0F01-46F2-B9C3-19DF37A8676F}" presName="medCircle2" presStyleLbl="vennNode1" presStyleIdx="0" presStyleCnt="4"/>
      <dgm:spPr/>
    </dgm:pt>
    <dgm:pt modelId="{BDF75C54-985A-42CE-9292-78B2B44731C8}" type="pres">
      <dgm:prSet presAssocID="{C7A7A47B-0F01-46F2-B9C3-19DF37A8676F}" presName="txLvlOnly1" presStyleLbl="revTx" presStyleIdx="0" presStyleCnt="4"/>
      <dgm:spPr/>
    </dgm:pt>
    <dgm:pt modelId="{A475D0FF-0944-41DA-8AEE-A2CEBF02F58E}" type="pres">
      <dgm:prSet presAssocID="{7E1660FC-5D95-4DD4-AB7B-8BD1812F5A1D}" presName="noChildren" presStyleCnt="0"/>
      <dgm:spPr/>
    </dgm:pt>
    <dgm:pt modelId="{F06337C2-5DF2-42C0-A98A-D659043CF371}" type="pres">
      <dgm:prSet presAssocID="{7E1660FC-5D95-4DD4-AB7B-8BD1812F5A1D}" presName="gap" presStyleCnt="0"/>
      <dgm:spPr/>
    </dgm:pt>
    <dgm:pt modelId="{A51A928E-9D7E-4D4B-A280-9CD7C6A96804}" type="pres">
      <dgm:prSet presAssocID="{7E1660FC-5D95-4DD4-AB7B-8BD1812F5A1D}" presName="medCircle2" presStyleLbl="vennNode1" presStyleIdx="1" presStyleCnt="4"/>
      <dgm:spPr/>
    </dgm:pt>
    <dgm:pt modelId="{39CF8066-E1FE-48CB-A831-8CA22EEDA9F6}" type="pres">
      <dgm:prSet presAssocID="{7E1660FC-5D95-4DD4-AB7B-8BD1812F5A1D}" presName="txLvlOnly1" presStyleLbl="revTx" presStyleIdx="1" presStyleCnt="4"/>
      <dgm:spPr/>
    </dgm:pt>
    <dgm:pt modelId="{5AD3EABF-E978-41E6-9068-098BF7120291}" type="pres">
      <dgm:prSet presAssocID="{71F46104-2800-4046-B8E5-CB03FDC6A94D}" presName="noChildren" presStyleCnt="0"/>
      <dgm:spPr/>
    </dgm:pt>
    <dgm:pt modelId="{F1B649A5-E1B0-40BB-A184-46E9A4AF2CC2}" type="pres">
      <dgm:prSet presAssocID="{71F46104-2800-4046-B8E5-CB03FDC6A94D}" presName="gap" presStyleCnt="0"/>
      <dgm:spPr/>
    </dgm:pt>
    <dgm:pt modelId="{858AF34F-4588-4CAC-818A-52B4E069E0C6}" type="pres">
      <dgm:prSet presAssocID="{71F46104-2800-4046-B8E5-CB03FDC6A94D}" presName="medCircle2" presStyleLbl="vennNode1" presStyleIdx="2" presStyleCnt="4"/>
      <dgm:spPr/>
    </dgm:pt>
    <dgm:pt modelId="{8B4BEF06-915A-4EBC-B481-7710616C7A6C}" type="pres">
      <dgm:prSet presAssocID="{71F46104-2800-4046-B8E5-CB03FDC6A94D}" presName="txLvlOnly1" presStyleLbl="revTx" presStyleIdx="2" presStyleCnt="4"/>
      <dgm:spPr/>
    </dgm:pt>
    <dgm:pt modelId="{59BB3A6A-3400-48AD-8880-2C532A019D49}" type="pres">
      <dgm:prSet presAssocID="{B1363BCF-8027-4C0F-8186-8FE59A8020B9}" presName="noChildren" presStyleCnt="0"/>
      <dgm:spPr/>
    </dgm:pt>
    <dgm:pt modelId="{2FD5DF6E-1BFB-4FB7-92A5-04B49EEB4C4B}" type="pres">
      <dgm:prSet presAssocID="{B1363BCF-8027-4C0F-8186-8FE59A8020B9}" presName="gap" presStyleCnt="0"/>
      <dgm:spPr/>
    </dgm:pt>
    <dgm:pt modelId="{6BB9B14E-F95C-45ED-8209-982DADD69BF0}" type="pres">
      <dgm:prSet presAssocID="{B1363BCF-8027-4C0F-8186-8FE59A8020B9}" presName="medCircle2" presStyleLbl="vennNode1" presStyleIdx="3" presStyleCnt="4"/>
      <dgm:spPr/>
    </dgm:pt>
    <dgm:pt modelId="{3CC46849-AE0C-4FAB-8F6E-091AF32E6E6A}" type="pres">
      <dgm:prSet presAssocID="{B1363BCF-8027-4C0F-8186-8FE59A8020B9}" presName="txLvlOnly1" presStyleLbl="revTx" presStyleIdx="3" presStyleCnt="4"/>
      <dgm:spPr/>
    </dgm:pt>
  </dgm:ptLst>
  <dgm:cxnLst>
    <dgm:cxn modelId="{B5E7D91B-B497-4F6B-AA00-44EE5C487BC0}" type="presOf" srcId="{B1363BCF-8027-4C0F-8186-8FE59A8020B9}" destId="{3CC46849-AE0C-4FAB-8F6E-091AF32E6E6A}" srcOrd="0" destOrd="0" presId="urn:microsoft.com/office/officeart/2008/layout/VerticalCircleList"/>
    <dgm:cxn modelId="{26408128-B9EF-43EF-BDEC-BC808BD6AB12}" srcId="{5F3D85E7-892C-489B-9FC2-2265F4CAC8AC}" destId="{7E1660FC-5D95-4DD4-AB7B-8BD1812F5A1D}" srcOrd="1" destOrd="0" parTransId="{5938EDE6-52E1-4087-B043-B9F65EB57B4E}" sibTransId="{878899A3-52A9-46CB-A611-C22CE488A05D}"/>
    <dgm:cxn modelId="{EB7A1149-5C90-4134-89E2-432D29294267}" type="presOf" srcId="{71F46104-2800-4046-B8E5-CB03FDC6A94D}" destId="{8B4BEF06-915A-4EBC-B481-7710616C7A6C}" srcOrd="0" destOrd="0" presId="urn:microsoft.com/office/officeart/2008/layout/VerticalCircleList"/>
    <dgm:cxn modelId="{87C38E51-F451-4D56-92F9-5DF3F87CA71E}" srcId="{5F3D85E7-892C-489B-9FC2-2265F4CAC8AC}" destId="{C7A7A47B-0F01-46F2-B9C3-19DF37A8676F}" srcOrd="0" destOrd="0" parTransId="{B8F9E76B-3EF0-4D4E-8D90-4E7D06404A52}" sibTransId="{227A0E3A-5B3D-4A61-A07B-BD1D080F3612}"/>
    <dgm:cxn modelId="{F5DB1355-A99D-4F83-B045-050361C7B7FF}" srcId="{5F3D85E7-892C-489B-9FC2-2265F4CAC8AC}" destId="{71F46104-2800-4046-B8E5-CB03FDC6A94D}" srcOrd="2" destOrd="0" parTransId="{58849599-0390-480F-8E88-8B15A00EAB1D}" sibTransId="{6BFC6326-4312-4F14-BEF7-8486C2B98792}"/>
    <dgm:cxn modelId="{97AB34AF-D59D-44A6-B483-3801E1296F24}" type="presOf" srcId="{7E1660FC-5D95-4DD4-AB7B-8BD1812F5A1D}" destId="{39CF8066-E1FE-48CB-A831-8CA22EEDA9F6}" srcOrd="0" destOrd="0" presId="urn:microsoft.com/office/officeart/2008/layout/VerticalCircleList"/>
    <dgm:cxn modelId="{A7711DC3-41D5-4EA0-BE07-FE5FFF2E9958}" type="presOf" srcId="{5F3D85E7-892C-489B-9FC2-2265F4CAC8AC}" destId="{F03972E9-C91A-4E9B-8173-8BA087E238ED}" srcOrd="0" destOrd="0" presId="urn:microsoft.com/office/officeart/2008/layout/VerticalCircleList"/>
    <dgm:cxn modelId="{EEFE21C5-3BE5-4D1A-8647-9C688F9CCFB9}" srcId="{5F3D85E7-892C-489B-9FC2-2265F4CAC8AC}" destId="{B1363BCF-8027-4C0F-8186-8FE59A8020B9}" srcOrd="3" destOrd="0" parTransId="{41BBF71B-168C-42CF-B41F-BDCAF3E6D0BC}" sibTransId="{84D5C5CC-4DDB-43D2-9221-A0929C43B22F}"/>
    <dgm:cxn modelId="{1998B9EC-531A-4A4E-B597-B2CA6E5FBDC4}" type="presOf" srcId="{C7A7A47B-0F01-46F2-B9C3-19DF37A8676F}" destId="{BDF75C54-985A-42CE-9292-78B2B44731C8}" srcOrd="0" destOrd="0" presId="urn:microsoft.com/office/officeart/2008/layout/VerticalCircleList"/>
    <dgm:cxn modelId="{FE4F86D3-A8C9-4003-954F-604893D64B5F}" type="presParOf" srcId="{F03972E9-C91A-4E9B-8173-8BA087E238ED}" destId="{50373CAC-7965-4DFE-BE02-5B73316CC544}" srcOrd="0" destOrd="0" presId="urn:microsoft.com/office/officeart/2008/layout/VerticalCircleList"/>
    <dgm:cxn modelId="{583DBDB4-1934-4F47-AB6A-A989346075A5}" type="presParOf" srcId="{50373CAC-7965-4DFE-BE02-5B73316CC544}" destId="{6CEC6EDE-5A73-4A71-A476-3FC146652E61}" srcOrd="0" destOrd="0" presId="urn:microsoft.com/office/officeart/2008/layout/VerticalCircleList"/>
    <dgm:cxn modelId="{D4BC2437-F548-48C3-AD26-B35283CE4E2E}" type="presParOf" srcId="{50373CAC-7965-4DFE-BE02-5B73316CC544}" destId="{75365236-3440-4CAE-8D51-CA8B879AADA4}" srcOrd="1" destOrd="0" presId="urn:microsoft.com/office/officeart/2008/layout/VerticalCircleList"/>
    <dgm:cxn modelId="{AFA9F235-F55C-465D-AE7D-C79EFBD16FC4}" type="presParOf" srcId="{50373CAC-7965-4DFE-BE02-5B73316CC544}" destId="{BDF75C54-985A-42CE-9292-78B2B44731C8}" srcOrd="2" destOrd="0" presId="urn:microsoft.com/office/officeart/2008/layout/VerticalCircleList"/>
    <dgm:cxn modelId="{03AC72B3-568B-4BD6-836B-45892D4E17F7}" type="presParOf" srcId="{F03972E9-C91A-4E9B-8173-8BA087E238ED}" destId="{A475D0FF-0944-41DA-8AEE-A2CEBF02F58E}" srcOrd="1" destOrd="0" presId="urn:microsoft.com/office/officeart/2008/layout/VerticalCircleList"/>
    <dgm:cxn modelId="{87ADEFC3-F6FD-475F-9522-BEFB47856765}" type="presParOf" srcId="{A475D0FF-0944-41DA-8AEE-A2CEBF02F58E}" destId="{F06337C2-5DF2-42C0-A98A-D659043CF371}" srcOrd="0" destOrd="0" presId="urn:microsoft.com/office/officeart/2008/layout/VerticalCircleList"/>
    <dgm:cxn modelId="{1D4590A7-EAAF-4264-BEAD-F8A559D8C3FF}" type="presParOf" srcId="{A475D0FF-0944-41DA-8AEE-A2CEBF02F58E}" destId="{A51A928E-9D7E-4D4B-A280-9CD7C6A96804}" srcOrd="1" destOrd="0" presId="urn:microsoft.com/office/officeart/2008/layout/VerticalCircleList"/>
    <dgm:cxn modelId="{380AD05C-2A96-4CEC-86C6-12DDC2EEFB9C}" type="presParOf" srcId="{A475D0FF-0944-41DA-8AEE-A2CEBF02F58E}" destId="{39CF8066-E1FE-48CB-A831-8CA22EEDA9F6}" srcOrd="2" destOrd="0" presId="urn:microsoft.com/office/officeart/2008/layout/VerticalCircleList"/>
    <dgm:cxn modelId="{F5F119CA-E729-4697-92A1-5F9BB7CA1D75}" type="presParOf" srcId="{F03972E9-C91A-4E9B-8173-8BA087E238ED}" destId="{5AD3EABF-E978-41E6-9068-098BF7120291}" srcOrd="2" destOrd="0" presId="urn:microsoft.com/office/officeart/2008/layout/VerticalCircleList"/>
    <dgm:cxn modelId="{8D30E00D-DDB4-4080-92D9-137977F9823E}" type="presParOf" srcId="{5AD3EABF-E978-41E6-9068-098BF7120291}" destId="{F1B649A5-E1B0-40BB-A184-46E9A4AF2CC2}" srcOrd="0" destOrd="0" presId="urn:microsoft.com/office/officeart/2008/layout/VerticalCircleList"/>
    <dgm:cxn modelId="{0A5AC193-C9E3-4E44-A80D-9895B4CB0848}" type="presParOf" srcId="{5AD3EABF-E978-41E6-9068-098BF7120291}" destId="{858AF34F-4588-4CAC-818A-52B4E069E0C6}" srcOrd="1" destOrd="0" presId="urn:microsoft.com/office/officeart/2008/layout/VerticalCircleList"/>
    <dgm:cxn modelId="{431781D1-0192-4DF5-B0A5-6BF3AA5C9CB2}" type="presParOf" srcId="{5AD3EABF-E978-41E6-9068-098BF7120291}" destId="{8B4BEF06-915A-4EBC-B481-7710616C7A6C}" srcOrd="2" destOrd="0" presId="urn:microsoft.com/office/officeart/2008/layout/VerticalCircleList"/>
    <dgm:cxn modelId="{3DDA7C11-6BA3-457F-95CA-4688AB6BFA7D}" type="presParOf" srcId="{F03972E9-C91A-4E9B-8173-8BA087E238ED}" destId="{59BB3A6A-3400-48AD-8880-2C532A019D49}" srcOrd="3" destOrd="0" presId="urn:microsoft.com/office/officeart/2008/layout/VerticalCircleList"/>
    <dgm:cxn modelId="{BE2F27E5-5BE6-4052-9236-EE068470A0A2}" type="presParOf" srcId="{59BB3A6A-3400-48AD-8880-2C532A019D49}" destId="{2FD5DF6E-1BFB-4FB7-92A5-04B49EEB4C4B}" srcOrd="0" destOrd="0" presId="urn:microsoft.com/office/officeart/2008/layout/VerticalCircleList"/>
    <dgm:cxn modelId="{76052B61-A13B-422A-9FDF-51008681A85D}" type="presParOf" srcId="{59BB3A6A-3400-48AD-8880-2C532A019D49}" destId="{6BB9B14E-F95C-45ED-8209-982DADD69BF0}" srcOrd="1" destOrd="0" presId="urn:microsoft.com/office/officeart/2008/layout/VerticalCircleList"/>
    <dgm:cxn modelId="{DED373F4-723F-46F2-B4D7-2EA3A908AAF4}" type="presParOf" srcId="{59BB3A6A-3400-48AD-8880-2C532A019D49}" destId="{3CC46849-AE0C-4FAB-8F6E-091AF32E6E6A}" srcOrd="2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89FB04AA-2107-42A7-B332-8EFFCDF15C2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B662C4C-3A8E-47F4-A67B-FCFCB7D57ED3}">
      <dgm:prSet/>
      <dgm:spPr/>
      <dgm:t>
        <a:bodyPr/>
        <a:lstStyle/>
        <a:p>
          <a:r>
            <a:rPr lang="uk-UA" b="0" i="0"/>
            <a:t>етнограф, історик, поет, один з ініціаторів створення національно- патріотичного гуртка «Руської трійці»</a:t>
          </a:r>
          <a:endParaRPr lang="uk-UA"/>
        </a:p>
      </dgm:t>
    </dgm:pt>
    <dgm:pt modelId="{C62576B0-1198-420E-B731-70FB11709AE3}" type="parTrans" cxnId="{A67DE2C5-E01F-43EE-B46A-C69F317EC740}">
      <dgm:prSet/>
      <dgm:spPr/>
      <dgm:t>
        <a:bodyPr/>
        <a:lstStyle/>
        <a:p>
          <a:endParaRPr lang="uk-UA"/>
        </a:p>
      </dgm:t>
    </dgm:pt>
    <dgm:pt modelId="{70DB2692-666B-4433-9287-B83C68B18184}" type="sibTrans" cxnId="{A67DE2C5-E01F-43EE-B46A-C69F317EC740}">
      <dgm:prSet/>
      <dgm:spPr/>
      <dgm:t>
        <a:bodyPr/>
        <a:lstStyle/>
        <a:p>
          <a:endParaRPr lang="uk-UA"/>
        </a:p>
      </dgm:t>
    </dgm:pt>
    <dgm:pt modelId="{0C65FE9D-ADFB-49DE-9DD2-4A75BCBBFC9D}">
      <dgm:prSet/>
      <dgm:spPr/>
      <dgm:t>
        <a:bodyPr/>
        <a:lstStyle/>
        <a:p>
          <a:r>
            <a:rPr lang="uk-UA" b="0" i="0"/>
            <a:t>науковець-енциклопедист, історик, перший ректор Київського університету, укладач кількох збірок українських народних пісень</a:t>
          </a:r>
          <a:endParaRPr lang="uk-UA"/>
        </a:p>
      </dgm:t>
    </dgm:pt>
    <dgm:pt modelId="{56748E5F-0EF9-4197-9AF2-B2656C1841B2}" type="parTrans" cxnId="{2A216BDB-44E2-4A79-90C6-3A27E2825665}">
      <dgm:prSet/>
      <dgm:spPr/>
      <dgm:t>
        <a:bodyPr/>
        <a:lstStyle/>
        <a:p>
          <a:endParaRPr lang="uk-UA"/>
        </a:p>
      </dgm:t>
    </dgm:pt>
    <dgm:pt modelId="{715B8123-9B8C-43C7-BB64-974ED2744CA9}" type="sibTrans" cxnId="{2A216BDB-44E2-4A79-90C6-3A27E2825665}">
      <dgm:prSet/>
      <dgm:spPr/>
      <dgm:t>
        <a:bodyPr/>
        <a:lstStyle/>
        <a:p>
          <a:endParaRPr lang="uk-UA"/>
        </a:p>
      </dgm:t>
    </dgm:pt>
    <dgm:pt modelId="{12F678A0-458D-4EC9-A11A-50920D094B96}">
      <dgm:prSet/>
      <dgm:spPr/>
      <dgm:t>
        <a:bodyPr/>
        <a:lstStyle/>
        <a:p>
          <a:r>
            <a:rPr lang="uk-UA" b="0" i="0"/>
            <a:t>історик, педагог, письменник, автор віршів, антикріпосницької сатиричної байки «Пан і собака»</a:t>
          </a:r>
          <a:endParaRPr lang="uk-UA"/>
        </a:p>
      </dgm:t>
    </dgm:pt>
    <dgm:pt modelId="{E61F1109-06D5-4927-905B-557E795FA175}" type="parTrans" cxnId="{ECCA5FEB-3367-43D4-B110-64414E7FBD35}">
      <dgm:prSet/>
      <dgm:spPr/>
      <dgm:t>
        <a:bodyPr/>
        <a:lstStyle/>
        <a:p>
          <a:endParaRPr lang="uk-UA"/>
        </a:p>
      </dgm:t>
    </dgm:pt>
    <dgm:pt modelId="{BFDC19CD-229E-4F7C-A8F0-6594A950A1AD}" type="sibTrans" cxnId="{ECCA5FEB-3367-43D4-B110-64414E7FBD35}">
      <dgm:prSet/>
      <dgm:spPr/>
      <dgm:t>
        <a:bodyPr/>
        <a:lstStyle/>
        <a:p>
          <a:endParaRPr lang="uk-UA"/>
        </a:p>
      </dgm:t>
    </dgm:pt>
    <dgm:pt modelId="{6E89FF8B-07CB-4EE1-93E5-56793664C23D}">
      <dgm:prSet/>
      <dgm:spPr/>
      <dgm:t>
        <a:bodyPr/>
        <a:lstStyle/>
        <a:p>
          <a:r>
            <a:rPr lang="uk-UA" b="0" i="0"/>
            <a:t>церковний та освітній діяч, ініціатор заснування «Товариства греко- католицьких священників» у Перемишлі</a:t>
          </a:r>
          <a:endParaRPr lang="uk-UA"/>
        </a:p>
      </dgm:t>
    </dgm:pt>
    <dgm:pt modelId="{AEFCACEE-2683-42F0-931B-BF99C5FBF4FA}" type="parTrans" cxnId="{F6017069-E498-4B69-B222-DFF7AAFA1291}">
      <dgm:prSet/>
      <dgm:spPr/>
      <dgm:t>
        <a:bodyPr/>
        <a:lstStyle/>
        <a:p>
          <a:endParaRPr lang="uk-UA"/>
        </a:p>
      </dgm:t>
    </dgm:pt>
    <dgm:pt modelId="{665521A8-DD18-4E23-9AE9-1A25AF985668}" type="sibTrans" cxnId="{F6017069-E498-4B69-B222-DFF7AAFA1291}">
      <dgm:prSet/>
      <dgm:spPr/>
      <dgm:t>
        <a:bodyPr/>
        <a:lstStyle/>
        <a:p>
          <a:endParaRPr lang="uk-UA"/>
        </a:p>
      </dgm:t>
    </dgm:pt>
    <dgm:pt modelId="{41C4AA96-09DD-4D07-8DBC-A6540782F767}">
      <dgm:prSet/>
      <dgm:spPr/>
      <dgm:t>
        <a:bodyPr/>
        <a:lstStyle/>
        <a:p>
          <a:r>
            <a:rPr lang="uk-UA" b="0" i="0"/>
            <a:t>поет і громадсько-політичний діяч, учасник Новгород-Сіверського патріотичного гуртка, автор «Оди на рабство»</a:t>
          </a:r>
          <a:endParaRPr lang="uk-UA"/>
        </a:p>
      </dgm:t>
    </dgm:pt>
    <dgm:pt modelId="{CF371A4A-520C-45C1-8ED4-E110F305009E}" type="parTrans" cxnId="{90083381-7720-4059-A19F-F0B3E6F0E29D}">
      <dgm:prSet/>
      <dgm:spPr/>
      <dgm:t>
        <a:bodyPr/>
        <a:lstStyle/>
        <a:p>
          <a:endParaRPr lang="uk-UA"/>
        </a:p>
      </dgm:t>
    </dgm:pt>
    <dgm:pt modelId="{CF8B528E-3501-401F-8C02-3BB003D0DD9E}" type="sibTrans" cxnId="{90083381-7720-4059-A19F-F0B3E6F0E29D}">
      <dgm:prSet/>
      <dgm:spPr/>
      <dgm:t>
        <a:bodyPr/>
        <a:lstStyle/>
        <a:p>
          <a:endParaRPr lang="uk-UA"/>
        </a:p>
      </dgm:t>
    </dgm:pt>
    <dgm:pt modelId="{C7CA6315-3384-441E-8FD8-4D18555B8CE0}" type="pres">
      <dgm:prSet presAssocID="{89FB04AA-2107-42A7-B332-8EFFCDF15C2C}" presName="linear" presStyleCnt="0">
        <dgm:presLayoutVars>
          <dgm:animLvl val="lvl"/>
          <dgm:resizeHandles val="exact"/>
        </dgm:presLayoutVars>
      </dgm:prSet>
      <dgm:spPr/>
    </dgm:pt>
    <dgm:pt modelId="{9E568321-5039-4F85-984F-A80669EE62BE}" type="pres">
      <dgm:prSet presAssocID="{3B662C4C-3A8E-47F4-A67B-FCFCB7D57ED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EA3CB28-C0EE-4373-954D-4C900117508E}" type="pres">
      <dgm:prSet presAssocID="{70DB2692-666B-4433-9287-B83C68B18184}" presName="spacer" presStyleCnt="0"/>
      <dgm:spPr/>
    </dgm:pt>
    <dgm:pt modelId="{A41A1FD9-44CB-4540-8554-0963124F6F20}" type="pres">
      <dgm:prSet presAssocID="{0C65FE9D-ADFB-49DE-9DD2-4A75BCBBFC9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0EAF173-E0C6-4B19-AADD-592911C8DA95}" type="pres">
      <dgm:prSet presAssocID="{715B8123-9B8C-43C7-BB64-974ED2744CA9}" presName="spacer" presStyleCnt="0"/>
      <dgm:spPr/>
    </dgm:pt>
    <dgm:pt modelId="{5923AABB-7051-4F53-A390-8025E527FA56}" type="pres">
      <dgm:prSet presAssocID="{12F678A0-458D-4EC9-A11A-50920D094B9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9B07A85-524A-4412-B870-5B6AC177EFF1}" type="pres">
      <dgm:prSet presAssocID="{BFDC19CD-229E-4F7C-A8F0-6594A950A1AD}" presName="spacer" presStyleCnt="0"/>
      <dgm:spPr/>
    </dgm:pt>
    <dgm:pt modelId="{0C7D9C95-5355-4781-BBE7-A858FF02ACA0}" type="pres">
      <dgm:prSet presAssocID="{6E89FF8B-07CB-4EE1-93E5-56793664C23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9AC17F6-3766-4AD7-84CB-FDA79F8B8CED}" type="pres">
      <dgm:prSet presAssocID="{665521A8-DD18-4E23-9AE9-1A25AF985668}" presName="spacer" presStyleCnt="0"/>
      <dgm:spPr/>
    </dgm:pt>
    <dgm:pt modelId="{5AC090AF-C4C8-45BD-B779-E2D5A65964EE}" type="pres">
      <dgm:prSet presAssocID="{41C4AA96-09DD-4D07-8DBC-A6540782F76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DC7B032-C31B-4266-80DC-9C1316B1C38B}" type="presOf" srcId="{0C65FE9D-ADFB-49DE-9DD2-4A75BCBBFC9D}" destId="{A41A1FD9-44CB-4540-8554-0963124F6F20}" srcOrd="0" destOrd="0" presId="urn:microsoft.com/office/officeart/2005/8/layout/vList2"/>
    <dgm:cxn modelId="{F6017069-E498-4B69-B222-DFF7AAFA1291}" srcId="{89FB04AA-2107-42A7-B332-8EFFCDF15C2C}" destId="{6E89FF8B-07CB-4EE1-93E5-56793664C23D}" srcOrd="3" destOrd="0" parTransId="{AEFCACEE-2683-42F0-931B-BF99C5FBF4FA}" sibTransId="{665521A8-DD18-4E23-9AE9-1A25AF985668}"/>
    <dgm:cxn modelId="{2BCB3C71-C506-4EFA-99DC-D581D1E19481}" type="presOf" srcId="{41C4AA96-09DD-4D07-8DBC-A6540782F767}" destId="{5AC090AF-C4C8-45BD-B779-E2D5A65964EE}" srcOrd="0" destOrd="0" presId="urn:microsoft.com/office/officeart/2005/8/layout/vList2"/>
    <dgm:cxn modelId="{90083381-7720-4059-A19F-F0B3E6F0E29D}" srcId="{89FB04AA-2107-42A7-B332-8EFFCDF15C2C}" destId="{41C4AA96-09DD-4D07-8DBC-A6540782F767}" srcOrd="4" destOrd="0" parTransId="{CF371A4A-520C-45C1-8ED4-E110F305009E}" sibTransId="{CF8B528E-3501-401F-8C02-3BB003D0DD9E}"/>
    <dgm:cxn modelId="{7E9D468E-6809-48C7-9ABA-2FE045E3DB80}" type="presOf" srcId="{12F678A0-458D-4EC9-A11A-50920D094B96}" destId="{5923AABB-7051-4F53-A390-8025E527FA56}" srcOrd="0" destOrd="0" presId="urn:microsoft.com/office/officeart/2005/8/layout/vList2"/>
    <dgm:cxn modelId="{A67DE2C5-E01F-43EE-B46A-C69F317EC740}" srcId="{89FB04AA-2107-42A7-B332-8EFFCDF15C2C}" destId="{3B662C4C-3A8E-47F4-A67B-FCFCB7D57ED3}" srcOrd="0" destOrd="0" parTransId="{C62576B0-1198-420E-B731-70FB11709AE3}" sibTransId="{70DB2692-666B-4433-9287-B83C68B18184}"/>
    <dgm:cxn modelId="{915FB2D7-4599-44AE-96B9-5C7D66DA0DCF}" type="presOf" srcId="{3B662C4C-3A8E-47F4-A67B-FCFCB7D57ED3}" destId="{9E568321-5039-4F85-984F-A80669EE62BE}" srcOrd="0" destOrd="0" presId="urn:microsoft.com/office/officeart/2005/8/layout/vList2"/>
    <dgm:cxn modelId="{2A216BDB-44E2-4A79-90C6-3A27E2825665}" srcId="{89FB04AA-2107-42A7-B332-8EFFCDF15C2C}" destId="{0C65FE9D-ADFB-49DE-9DD2-4A75BCBBFC9D}" srcOrd="1" destOrd="0" parTransId="{56748E5F-0EF9-4197-9AF2-B2656C1841B2}" sibTransId="{715B8123-9B8C-43C7-BB64-974ED2744CA9}"/>
    <dgm:cxn modelId="{9950C6DB-D9D4-453C-80A9-0557082C0088}" type="presOf" srcId="{6E89FF8B-07CB-4EE1-93E5-56793664C23D}" destId="{0C7D9C95-5355-4781-BBE7-A858FF02ACA0}" srcOrd="0" destOrd="0" presId="urn:microsoft.com/office/officeart/2005/8/layout/vList2"/>
    <dgm:cxn modelId="{ECCA5FEB-3367-43D4-B110-64414E7FBD35}" srcId="{89FB04AA-2107-42A7-B332-8EFFCDF15C2C}" destId="{12F678A0-458D-4EC9-A11A-50920D094B96}" srcOrd="2" destOrd="0" parTransId="{E61F1109-06D5-4927-905B-557E795FA175}" sibTransId="{BFDC19CD-229E-4F7C-A8F0-6594A950A1AD}"/>
    <dgm:cxn modelId="{C22CE4EB-B4B6-443D-AA39-DCC2E482CE07}" type="presOf" srcId="{89FB04AA-2107-42A7-B332-8EFFCDF15C2C}" destId="{C7CA6315-3384-441E-8FD8-4D18555B8CE0}" srcOrd="0" destOrd="0" presId="urn:microsoft.com/office/officeart/2005/8/layout/vList2"/>
    <dgm:cxn modelId="{11D0A805-660F-4A03-8E35-0984D68F3526}" type="presParOf" srcId="{C7CA6315-3384-441E-8FD8-4D18555B8CE0}" destId="{9E568321-5039-4F85-984F-A80669EE62BE}" srcOrd="0" destOrd="0" presId="urn:microsoft.com/office/officeart/2005/8/layout/vList2"/>
    <dgm:cxn modelId="{CD9A7001-220E-4900-899B-4F1D9B57F734}" type="presParOf" srcId="{C7CA6315-3384-441E-8FD8-4D18555B8CE0}" destId="{1EA3CB28-C0EE-4373-954D-4C900117508E}" srcOrd="1" destOrd="0" presId="urn:microsoft.com/office/officeart/2005/8/layout/vList2"/>
    <dgm:cxn modelId="{2F03B503-9213-4979-8860-F57754643135}" type="presParOf" srcId="{C7CA6315-3384-441E-8FD8-4D18555B8CE0}" destId="{A41A1FD9-44CB-4540-8554-0963124F6F20}" srcOrd="2" destOrd="0" presId="urn:microsoft.com/office/officeart/2005/8/layout/vList2"/>
    <dgm:cxn modelId="{68E173F7-1460-4BFF-8271-A7B2692257ED}" type="presParOf" srcId="{C7CA6315-3384-441E-8FD8-4D18555B8CE0}" destId="{20EAF173-E0C6-4B19-AADD-592911C8DA95}" srcOrd="3" destOrd="0" presId="urn:microsoft.com/office/officeart/2005/8/layout/vList2"/>
    <dgm:cxn modelId="{BCBE6BCD-C6AA-4A4C-A8F0-138BC5C219FD}" type="presParOf" srcId="{C7CA6315-3384-441E-8FD8-4D18555B8CE0}" destId="{5923AABB-7051-4F53-A390-8025E527FA56}" srcOrd="4" destOrd="0" presId="urn:microsoft.com/office/officeart/2005/8/layout/vList2"/>
    <dgm:cxn modelId="{091B60CE-DBF7-4651-BC95-553718F026B0}" type="presParOf" srcId="{C7CA6315-3384-441E-8FD8-4D18555B8CE0}" destId="{09B07A85-524A-4412-B870-5B6AC177EFF1}" srcOrd="5" destOrd="0" presId="urn:microsoft.com/office/officeart/2005/8/layout/vList2"/>
    <dgm:cxn modelId="{75775CBC-0928-4A83-BB64-8301A1F79086}" type="presParOf" srcId="{C7CA6315-3384-441E-8FD8-4D18555B8CE0}" destId="{0C7D9C95-5355-4781-BBE7-A858FF02ACA0}" srcOrd="6" destOrd="0" presId="urn:microsoft.com/office/officeart/2005/8/layout/vList2"/>
    <dgm:cxn modelId="{A01EDFCA-9551-47A4-A8AF-A91F0FE20AB7}" type="presParOf" srcId="{C7CA6315-3384-441E-8FD8-4D18555B8CE0}" destId="{69AC17F6-3766-4AD7-84CB-FDA79F8B8CED}" srcOrd="7" destOrd="0" presId="urn:microsoft.com/office/officeart/2005/8/layout/vList2"/>
    <dgm:cxn modelId="{8B27F69F-3983-408F-9507-1382ADE7DCAF}" type="presParOf" srcId="{C7CA6315-3384-441E-8FD8-4D18555B8CE0}" destId="{5AC090AF-C4C8-45BD-B779-E2D5A65964E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2C10E0B0-4100-48A1-B2BC-3009D79F8A9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B2F4676-4436-408C-8374-1C62F0B2454C}">
      <dgm:prSet/>
      <dgm:spPr/>
      <dgm:t>
        <a:bodyPr/>
        <a:lstStyle/>
        <a:p>
          <a:r>
            <a:rPr lang="uk-UA" b="0" i="1" dirty="0"/>
            <a:t>«Він став самобутнім виявом імпресіонізму в українській літературі, вдаючись до аналізу психологічного стану своїх героїв. Його творчість остаточно розвіяла сумніви, чи зможе українська література стати великою літературою...»</a:t>
          </a:r>
          <a:endParaRPr lang="uk-UA" dirty="0"/>
        </a:p>
      </dgm:t>
    </dgm:pt>
    <dgm:pt modelId="{4982AEC7-D261-46E2-8E75-FAF45F055B50}" type="parTrans" cxnId="{D3AF221D-F77C-4AE9-A609-917B4E2A9788}">
      <dgm:prSet/>
      <dgm:spPr/>
      <dgm:t>
        <a:bodyPr/>
        <a:lstStyle/>
        <a:p>
          <a:endParaRPr lang="uk-UA"/>
        </a:p>
      </dgm:t>
    </dgm:pt>
    <dgm:pt modelId="{806931C7-884E-4945-8D3C-0E52CE51B0DE}" type="sibTrans" cxnId="{D3AF221D-F77C-4AE9-A609-917B4E2A9788}">
      <dgm:prSet/>
      <dgm:spPr/>
      <dgm:t>
        <a:bodyPr/>
        <a:lstStyle/>
        <a:p>
          <a:endParaRPr lang="uk-UA"/>
        </a:p>
      </dgm:t>
    </dgm:pt>
    <dgm:pt modelId="{7BA3D5F6-E0EB-4767-95E1-816ECD1245B2}">
      <dgm:prSet/>
      <dgm:spPr/>
      <dgm:t>
        <a:bodyPr/>
        <a:lstStyle/>
        <a:p>
          <a:r>
            <a:rPr lang="uk-UA" b="0" i="1"/>
            <a:t>«З його ім’ям пов’язаний поворот до нового літературного і культурного розвитку. Його славу зачинателя нової української літератури, доповнює слава «батька» українського театру...»</a:t>
          </a:r>
          <a:endParaRPr lang="uk-UA"/>
        </a:p>
      </dgm:t>
    </dgm:pt>
    <dgm:pt modelId="{5B990B46-36EF-4B2F-B00E-E653919428F7}" type="parTrans" cxnId="{12C80A30-677B-4663-91EA-43CFEE76BFD6}">
      <dgm:prSet/>
      <dgm:spPr/>
      <dgm:t>
        <a:bodyPr/>
        <a:lstStyle/>
        <a:p>
          <a:endParaRPr lang="uk-UA"/>
        </a:p>
      </dgm:t>
    </dgm:pt>
    <dgm:pt modelId="{5B6BF595-13E2-4F97-9D45-90970F766C20}" type="sibTrans" cxnId="{12C80A30-677B-4663-91EA-43CFEE76BFD6}">
      <dgm:prSet/>
      <dgm:spPr/>
      <dgm:t>
        <a:bodyPr/>
        <a:lstStyle/>
        <a:p>
          <a:endParaRPr lang="uk-UA"/>
        </a:p>
      </dgm:t>
    </dgm:pt>
    <dgm:pt modelId="{C8E132BB-848A-4D33-8B45-0ED24B36B172}">
      <dgm:prSet/>
      <dgm:spPr/>
      <dgm:t>
        <a:bodyPr/>
        <a:lstStyle/>
        <a:p>
          <a:r>
            <a:rPr lang="uk-UA" b="0" i="1"/>
            <a:t>«Він був сином мужика і став володарем у царстві духа. Він був кріпаком і став велетнем у царстві людської культури. Він був самоуком і вказав нові, світлі і вільні шляхи професорам і книжним ученим...»</a:t>
          </a:r>
          <a:endParaRPr lang="uk-UA"/>
        </a:p>
      </dgm:t>
    </dgm:pt>
    <dgm:pt modelId="{815E34D9-8B2E-48A5-946B-9E8F7CA7B029}" type="parTrans" cxnId="{2F5BDEB2-A8B1-4FC2-B3B5-706513E0A95C}">
      <dgm:prSet/>
      <dgm:spPr/>
      <dgm:t>
        <a:bodyPr/>
        <a:lstStyle/>
        <a:p>
          <a:endParaRPr lang="uk-UA"/>
        </a:p>
      </dgm:t>
    </dgm:pt>
    <dgm:pt modelId="{0AA6D15A-D0AE-4A1E-9E08-B47719EE8A91}" type="sibTrans" cxnId="{2F5BDEB2-A8B1-4FC2-B3B5-706513E0A95C}">
      <dgm:prSet/>
      <dgm:spPr/>
      <dgm:t>
        <a:bodyPr/>
        <a:lstStyle/>
        <a:p>
          <a:endParaRPr lang="uk-UA"/>
        </a:p>
      </dgm:t>
    </dgm:pt>
    <dgm:pt modelId="{F3B83500-D601-4FE1-BC6C-4844FFFA850F}">
      <dgm:prSet/>
      <dgm:spPr/>
      <dgm:t>
        <a:bodyPr/>
        <a:lstStyle/>
        <a:p>
          <a:r>
            <a:rPr lang="uk-UA" b="0" i="1"/>
            <a:t>«Будучи останнім представником поезії українського бароко, він став предтечею нової української літератури, просякнувши її ідеями гуманізму та Просвітництва...»</a:t>
          </a:r>
          <a:endParaRPr lang="uk-UA"/>
        </a:p>
      </dgm:t>
    </dgm:pt>
    <dgm:pt modelId="{B22F801C-6D14-4824-8485-1A9D4FB05C1F}" type="parTrans" cxnId="{5AEF3EC9-56EF-4807-88E3-1FD61EFFAB2F}">
      <dgm:prSet/>
      <dgm:spPr/>
      <dgm:t>
        <a:bodyPr/>
        <a:lstStyle/>
        <a:p>
          <a:endParaRPr lang="uk-UA"/>
        </a:p>
      </dgm:t>
    </dgm:pt>
    <dgm:pt modelId="{C679CB34-5097-487A-B5FA-80C6903D0D2D}" type="sibTrans" cxnId="{5AEF3EC9-56EF-4807-88E3-1FD61EFFAB2F}">
      <dgm:prSet/>
      <dgm:spPr/>
      <dgm:t>
        <a:bodyPr/>
        <a:lstStyle/>
        <a:p>
          <a:endParaRPr lang="uk-UA"/>
        </a:p>
      </dgm:t>
    </dgm:pt>
    <dgm:pt modelId="{22C799BA-2238-4AA9-859F-1D85D9C57DF8}" type="pres">
      <dgm:prSet presAssocID="{2C10E0B0-4100-48A1-B2BC-3009D79F8A9A}" presName="linear" presStyleCnt="0">
        <dgm:presLayoutVars>
          <dgm:animLvl val="lvl"/>
          <dgm:resizeHandles val="exact"/>
        </dgm:presLayoutVars>
      </dgm:prSet>
      <dgm:spPr/>
    </dgm:pt>
    <dgm:pt modelId="{ACFABD11-2482-48FE-8793-4D3A512CBBC7}" type="pres">
      <dgm:prSet presAssocID="{9B2F4676-4436-408C-8374-1C62F0B2454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CF9E55A-9163-4A5B-BABD-2CDD4E0707FD}" type="pres">
      <dgm:prSet presAssocID="{806931C7-884E-4945-8D3C-0E52CE51B0DE}" presName="spacer" presStyleCnt="0"/>
      <dgm:spPr/>
    </dgm:pt>
    <dgm:pt modelId="{93EA0B0C-3013-4A74-91DD-51D6E02E2B1E}" type="pres">
      <dgm:prSet presAssocID="{7BA3D5F6-E0EB-4767-95E1-816ECD1245B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64BF0B5-7F77-4962-A81D-469E1C7C4152}" type="pres">
      <dgm:prSet presAssocID="{5B6BF595-13E2-4F97-9D45-90970F766C20}" presName="spacer" presStyleCnt="0"/>
      <dgm:spPr/>
    </dgm:pt>
    <dgm:pt modelId="{A280F712-8642-469A-B325-231A9AD0EBF8}" type="pres">
      <dgm:prSet presAssocID="{C8E132BB-848A-4D33-8B45-0ED24B36B17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713A7AE-03EB-49F5-BE01-10F9AAAD3972}" type="pres">
      <dgm:prSet presAssocID="{0AA6D15A-D0AE-4A1E-9E08-B47719EE8A91}" presName="spacer" presStyleCnt="0"/>
      <dgm:spPr/>
    </dgm:pt>
    <dgm:pt modelId="{3217E52B-34A2-48A1-96A7-1C737C4A8CF2}" type="pres">
      <dgm:prSet presAssocID="{F3B83500-D601-4FE1-BC6C-4844FFFA850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3AF221D-F77C-4AE9-A609-917B4E2A9788}" srcId="{2C10E0B0-4100-48A1-B2BC-3009D79F8A9A}" destId="{9B2F4676-4436-408C-8374-1C62F0B2454C}" srcOrd="0" destOrd="0" parTransId="{4982AEC7-D261-46E2-8E75-FAF45F055B50}" sibTransId="{806931C7-884E-4945-8D3C-0E52CE51B0DE}"/>
    <dgm:cxn modelId="{301B4D21-0215-4FF6-B39B-DB9F351E8AD8}" type="presOf" srcId="{2C10E0B0-4100-48A1-B2BC-3009D79F8A9A}" destId="{22C799BA-2238-4AA9-859F-1D85D9C57DF8}" srcOrd="0" destOrd="0" presId="urn:microsoft.com/office/officeart/2005/8/layout/vList2"/>
    <dgm:cxn modelId="{12C80A30-677B-4663-91EA-43CFEE76BFD6}" srcId="{2C10E0B0-4100-48A1-B2BC-3009D79F8A9A}" destId="{7BA3D5F6-E0EB-4767-95E1-816ECD1245B2}" srcOrd="1" destOrd="0" parTransId="{5B990B46-36EF-4B2F-B00E-E653919428F7}" sibTransId="{5B6BF595-13E2-4F97-9D45-90970F766C20}"/>
    <dgm:cxn modelId="{4E952B38-437D-4C3B-B8A0-ACDBDC31DF30}" type="presOf" srcId="{9B2F4676-4436-408C-8374-1C62F0B2454C}" destId="{ACFABD11-2482-48FE-8793-4D3A512CBBC7}" srcOrd="0" destOrd="0" presId="urn:microsoft.com/office/officeart/2005/8/layout/vList2"/>
    <dgm:cxn modelId="{D39059AD-F7AA-4B49-866E-0FACDC263CF3}" type="presOf" srcId="{7BA3D5F6-E0EB-4767-95E1-816ECD1245B2}" destId="{93EA0B0C-3013-4A74-91DD-51D6E02E2B1E}" srcOrd="0" destOrd="0" presId="urn:microsoft.com/office/officeart/2005/8/layout/vList2"/>
    <dgm:cxn modelId="{2F5BDEB2-A8B1-4FC2-B3B5-706513E0A95C}" srcId="{2C10E0B0-4100-48A1-B2BC-3009D79F8A9A}" destId="{C8E132BB-848A-4D33-8B45-0ED24B36B172}" srcOrd="2" destOrd="0" parTransId="{815E34D9-8B2E-48A5-946B-9E8F7CA7B029}" sibTransId="{0AA6D15A-D0AE-4A1E-9E08-B47719EE8A91}"/>
    <dgm:cxn modelId="{49A86AC3-4A32-4C0E-9BDE-FFB5F0B2EFD1}" type="presOf" srcId="{F3B83500-D601-4FE1-BC6C-4844FFFA850F}" destId="{3217E52B-34A2-48A1-96A7-1C737C4A8CF2}" srcOrd="0" destOrd="0" presId="urn:microsoft.com/office/officeart/2005/8/layout/vList2"/>
    <dgm:cxn modelId="{5AEF3EC9-56EF-4807-88E3-1FD61EFFAB2F}" srcId="{2C10E0B0-4100-48A1-B2BC-3009D79F8A9A}" destId="{F3B83500-D601-4FE1-BC6C-4844FFFA850F}" srcOrd="3" destOrd="0" parTransId="{B22F801C-6D14-4824-8485-1A9D4FB05C1F}" sibTransId="{C679CB34-5097-487A-B5FA-80C6903D0D2D}"/>
    <dgm:cxn modelId="{88CA36F8-0CF7-4CD8-9E45-44C71C88E7EC}" type="presOf" srcId="{C8E132BB-848A-4D33-8B45-0ED24B36B172}" destId="{A280F712-8642-469A-B325-231A9AD0EBF8}" srcOrd="0" destOrd="0" presId="urn:microsoft.com/office/officeart/2005/8/layout/vList2"/>
    <dgm:cxn modelId="{DE3AD18E-BE32-4C59-9D77-5E4FB9C747C8}" type="presParOf" srcId="{22C799BA-2238-4AA9-859F-1D85D9C57DF8}" destId="{ACFABD11-2482-48FE-8793-4D3A512CBBC7}" srcOrd="0" destOrd="0" presId="urn:microsoft.com/office/officeart/2005/8/layout/vList2"/>
    <dgm:cxn modelId="{2B191051-BCDB-47D7-ABF4-D0DC91D39B0A}" type="presParOf" srcId="{22C799BA-2238-4AA9-859F-1D85D9C57DF8}" destId="{5CF9E55A-9163-4A5B-BABD-2CDD4E0707FD}" srcOrd="1" destOrd="0" presId="urn:microsoft.com/office/officeart/2005/8/layout/vList2"/>
    <dgm:cxn modelId="{2F624E92-31A3-42CA-9C57-27DA57B264FD}" type="presParOf" srcId="{22C799BA-2238-4AA9-859F-1D85D9C57DF8}" destId="{93EA0B0C-3013-4A74-91DD-51D6E02E2B1E}" srcOrd="2" destOrd="0" presId="urn:microsoft.com/office/officeart/2005/8/layout/vList2"/>
    <dgm:cxn modelId="{A1228F60-13CF-4F70-8B20-EE77D124684D}" type="presParOf" srcId="{22C799BA-2238-4AA9-859F-1D85D9C57DF8}" destId="{264BF0B5-7F77-4962-A81D-469E1C7C4152}" srcOrd="3" destOrd="0" presId="urn:microsoft.com/office/officeart/2005/8/layout/vList2"/>
    <dgm:cxn modelId="{5837E7E2-CA6C-4D34-AA54-938ED1F6E621}" type="presParOf" srcId="{22C799BA-2238-4AA9-859F-1D85D9C57DF8}" destId="{A280F712-8642-469A-B325-231A9AD0EBF8}" srcOrd="4" destOrd="0" presId="urn:microsoft.com/office/officeart/2005/8/layout/vList2"/>
    <dgm:cxn modelId="{12B62452-BE63-4C53-A3E9-C8C6AAC9839A}" type="presParOf" srcId="{22C799BA-2238-4AA9-859F-1D85D9C57DF8}" destId="{0713A7AE-03EB-49F5-BE01-10F9AAAD3972}" srcOrd="5" destOrd="0" presId="urn:microsoft.com/office/officeart/2005/8/layout/vList2"/>
    <dgm:cxn modelId="{C086528D-53B8-4F3A-9A5C-923462D5FA5F}" type="presParOf" srcId="{22C799BA-2238-4AA9-859F-1D85D9C57DF8}" destId="{3217E52B-34A2-48A1-96A7-1C737C4A8CF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4AD591B3-C989-4CD7-8405-77CCF68A9BA4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551613E-7C37-4EC2-AFD9-39D041DB12FB}">
      <dgm:prSet/>
      <dgm:spPr/>
      <dgm:t>
        <a:bodyPr/>
        <a:lstStyle/>
        <a:p>
          <a:r>
            <a:rPr lang="uk-UA" b="0" i="0"/>
            <a:t>першим виданням збірки «Кобзар»</a:t>
          </a:r>
          <a:endParaRPr lang="uk-UA"/>
        </a:p>
      </dgm:t>
    </dgm:pt>
    <dgm:pt modelId="{12DA5A20-B7B2-4472-8346-F67365D3F9D7}" type="parTrans" cxnId="{F28DDC16-690C-4E60-A7C1-5FC1A83D8EE4}">
      <dgm:prSet/>
      <dgm:spPr/>
      <dgm:t>
        <a:bodyPr/>
        <a:lstStyle/>
        <a:p>
          <a:endParaRPr lang="uk-UA"/>
        </a:p>
      </dgm:t>
    </dgm:pt>
    <dgm:pt modelId="{3DB5DD66-5436-4956-B686-F8D43C017A27}" type="sibTrans" cxnId="{F28DDC16-690C-4E60-A7C1-5FC1A83D8EE4}">
      <dgm:prSet/>
      <dgm:spPr/>
      <dgm:t>
        <a:bodyPr/>
        <a:lstStyle/>
        <a:p>
          <a:endParaRPr lang="uk-UA"/>
        </a:p>
      </dgm:t>
    </dgm:pt>
    <dgm:pt modelId="{76B2350D-DF4D-4950-8EBB-C54D763A40D1}">
      <dgm:prSet/>
      <dgm:spPr/>
      <dgm:t>
        <a:bodyPr/>
        <a:lstStyle/>
        <a:p>
          <a:r>
            <a:rPr lang="uk-UA" b="0" i="0"/>
            <a:t>арештом та ув’язненням у Петропавловській фортеці</a:t>
          </a:r>
          <a:endParaRPr lang="uk-UA"/>
        </a:p>
      </dgm:t>
    </dgm:pt>
    <dgm:pt modelId="{A55A336C-CBFD-470C-A9BE-71C632623734}" type="parTrans" cxnId="{60918A97-39BB-4309-A7D0-DE0AF901014F}">
      <dgm:prSet/>
      <dgm:spPr/>
      <dgm:t>
        <a:bodyPr/>
        <a:lstStyle/>
        <a:p>
          <a:endParaRPr lang="uk-UA"/>
        </a:p>
      </dgm:t>
    </dgm:pt>
    <dgm:pt modelId="{18FE1881-1357-46FB-89B2-68512F34D62F}" type="sibTrans" cxnId="{60918A97-39BB-4309-A7D0-DE0AF901014F}">
      <dgm:prSet/>
      <dgm:spPr/>
      <dgm:t>
        <a:bodyPr/>
        <a:lstStyle/>
        <a:p>
          <a:endParaRPr lang="uk-UA"/>
        </a:p>
      </dgm:t>
    </dgm:pt>
    <dgm:pt modelId="{70D9D5F5-811D-42AA-A7E1-EC48A2E2ACD9}">
      <dgm:prSet/>
      <dgm:spPr/>
      <dgm:t>
        <a:bodyPr/>
        <a:lstStyle/>
        <a:p>
          <a:r>
            <a:rPr lang="uk-UA" b="0" i="0"/>
            <a:t>вступом до Кирило-Мефодіївського братства</a:t>
          </a:r>
          <a:endParaRPr lang="uk-UA"/>
        </a:p>
      </dgm:t>
    </dgm:pt>
    <dgm:pt modelId="{67212DC7-13A6-4F09-83B9-5E322F905C05}" type="parTrans" cxnId="{0A7F35D7-387F-4DFF-B49F-3D9872FACFD2}">
      <dgm:prSet/>
      <dgm:spPr/>
      <dgm:t>
        <a:bodyPr/>
        <a:lstStyle/>
        <a:p>
          <a:endParaRPr lang="uk-UA"/>
        </a:p>
      </dgm:t>
    </dgm:pt>
    <dgm:pt modelId="{F087DF30-F852-4682-AA8E-0139F4CC5F87}" type="sibTrans" cxnId="{0A7F35D7-387F-4DFF-B49F-3D9872FACFD2}">
      <dgm:prSet/>
      <dgm:spPr/>
      <dgm:t>
        <a:bodyPr/>
        <a:lstStyle/>
        <a:p>
          <a:endParaRPr lang="uk-UA"/>
        </a:p>
      </dgm:t>
    </dgm:pt>
    <dgm:pt modelId="{1BFB0204-9092-437C-BDC0-E8A819016EB4}">
      <dgm:prSet/>
      <dgm:spPr/>
      <dgm:t>
        <a:bodyPr/>
        <a:lstStyle/>
        <a:p>
          <a:r>
            <a:rPr lang="uk-UA" b="0" i="0"/>
            <a:t>звільненням із кріпацтва</a:t>
          </a:r>
          <a:endParaRPr lang="uk-UA"/>
        </a:p>
      </dgm:t>
    </dgm:pt>
    <dgm:pt modelId="{AA25739F-2BA8-4B6A-9D07-CD653DB1E9DB}" type="parTrans" cxnId="{6F5255E8-9885-4FBE-89BE-842ACE10E85B}">
      <dgm:prSet/>
      <dgm:spPr/>
      <dgm:t>
        <a:bodyPr/>
        <a:lstStyle/>
        <a:p>
          <a:endParaRPr lang="uk-UA"/>
        </a:p>
      </dgm:t>
    </dgm:pt>
    <dgm:pt modelId="{7B6B5CFE-22FB-459F-945E-70932C7CBFF6}" type="sibTrans" cxnId="{6F5255E8-9885-4FBE-89BE-842ACE10E85B}">
      <dgm:prSet/>
      <dgm:spPr/>
      <dgm:t>
        <a:bodyPr/>
        <a:lstStyle/>
        <a:p>
          <a:endParaRPr lang="uk-UA"/>
        </a:p>
      </dgm:t>
    </dgm:pt>
    <dgm:pt modelId="{CC38ADC0-FAC5-4904-A0E3-9A24BBD35084}" type="pres">
      <dgm:prSet presAssocID="{4AD591B3-C989-4CD7-8405-77CCF68A9BA4}" presName="linearFlow" presStyleCnt="0">
        <dgm:presLayoutVars>
          <dgm:dir/>
          <dgm:resizeHandles val="exact"/>
        </dgm:presLayoutVars>
      </dgm:prSet>
      <dgm:spPr/>
    </dgm:pt>
    <dgm:pt modelId="{F634DEA0-71B1-4463-9FF6-68ED65FCFA56}" type="pres">
      <dgm:prSet presAssocID="{9551613E-7C37-4EC2-AFD9-39D041DB12FB}" presName="composite" presStyleCnt="0"/>
      <dgm:spPr/>
    </dgm:pt>
    <dgm:pt modelId="{D8A0899C-8C12-42DA-8BC4-94B38E68DAAC}" type="pres">
      <dgm:prSet presAssocID="{9551613E-7C37-4EC2-AFD9-39D041DB12FB}" presName="imgShp" presStyleLbl="fgImgPlace1" presStyleIdx="0" presStyleCnt="4"/>
      <dgm:spPr/>
    </dgm:pt>
    <dgm:pt modelId="{44F0CB8C-7CDD-4F4E-A7BB-5A4939132092}" type="pres">
      <dgm:prSet presAssocID="{9551613E-7C37-4EC2-AFD9-39D041DB12FB}" presName="txShp" presStyleLbl="node1" presStyleIdx="0" presStyleCnt="4">
        <dgm:presLayoutVars>
          <dgm:bulletEnabled val="1"/>
        </dgm:presLayoutVars>
      </dgm:prSet>
      <dgm:spPr/>
    </dgm:pt>
    <dgm:pt modelId="{8D38E1E8-5A18-4010-9D20-75500B1462D8}" type="pres">
      <dgm:prSet presAssocID="{3DB5DD66-5436-4956-B686-F8D43C017A27}" presName="spacing" presStyleCnt="0"/>
      <dgm:spPr/>
    </dgm:pt>
    <dgm:pt modelId="{F494DDA4-6A69-496F-BE1E-7BB7C972AF65}" type="pres">
      <dgm:prSet presAssocID="{76B2350D-DF4D-4950-8EBB-C54D763A40D1}" presName="composite" presStyleCnt="0"/>
      <dgm:spPr/>
    </dgm:pt>
    <dgm:pt modelId="{63DF364C-72DC-4E8C-AEB9-6237E117BB22}" type="pres">
      <dgm:prSet presAssocID="{76B2350D-DF4D-4950-8EBB-C54D763A40D1}" presName="imgShp" presStyleLbl="fgImgPlace1" presStyleIdx="1" presStyleCnt="4"/>
      <dgm:spPr/>
    </dgm:pt>
    <dgm:pt modelId="{C0EA0E64-CC41-4971-95D3-D1723B7A4E16}" type="pres">
      <dgm:prSet presAssocID="{76B2350D-DF4D-4950-8EBB-C54D763A40D1}" presName="txShp" presStyleLbl="node1" presStyleIdx="1" presStyleCnt="4">
        <dgm:presLayoutVars>
          <dgm:bulletEnabled val="1"/>
        </dgm:presLayoutVars>
      </dgm:prSet>
      <dgm:spPr/>
    </dgm:pt>
    <dgm:pt modelId="{0BC98C1E-A1CC-42E5-9839-D5ECF8A5E2F3}" type="pres">
      <dgm:prSet presAssocID="{18FE1881-1357-46FB-89B2-68512F34D62F}" presName="spacing" presStyleCnt="0"/>
      <dgm:spPr/>
    </dgm:pt>
    <dgm:pt modelId="{E1946190-FCFF-4FD9-B3A8-55B3AE0390F7}" type="pres">
      <dgm:prSet presAssocID="{70D9D5F5-811D-42AA-A7E1-EC48A2E2ACD9}" presName="composite" presStyleCnt="0"/>
      <dgm:spPr/>
    </dgm:pt>
    <dgm:pt modelId="{DDBB15A0-9F6E-43F9-910A-053E62C83197}" type="pres">
      <dgm:prSet presAssocID="{70D9D5F5-811D-42AA-A7E1-EC48A2E2ACD9}" presName="imgShp" presStyleLbl="fgImgPlace1" presStyleIdx="2" presStyleCnt="4"/>
      <dgm:spPr/>
    </dgm:pt>
    <dgm:pt modelId="{1E9DDBB3-0820-40A0-AF77-B5713CC64599}" type="pres">
      <dgm:prSet presAssocID="{70D9D5F5-811D-42AA-A7E1-EC48A2E2ACD9}" presName="txShp" presStyleLbl="node1" presStyleIdx="2" presStyleCnt="4">
        <dgm:presLayoutVars>
          <dgm:bulletEnabled val="1"/>
        </dgm:presLayoutVars>
      </dgm:prSet>
      <dgm:spPr/>
    </dgm:pt>
    <dgm:pt modelId="{024C6B12-3952-457F-BE2C-EC98F029381C}" type="pres">
      <dgm:prSet presAssocID="{F087DF30-F852-4682-AA8E-0139F4CC5F87}" presName="spacing" presStyleCnt="0"/>
      <dgm:spPr/>
    </dgm:pt>
    <dgm:pt modelId="{5A62CDF9-BFC2-4FCC-8E5C-F3BD0D1F11F9}" type="pres">
      <dgm:prSet presAssocID="{1BFB0204-9092-437C-BDC0-E8A819016EB4}" presName="composite" presStyleCnt="0"/>
      <dgm:spPr/>
    </dgm:pt>
    <dgm:pt modelId="{5E524B86-6D38-470A-9792-EF1FC3D9F705}" type="pres">
      <dgm:prSet presAssocID="{1BFB0204-9092-437C-BDC0-E8A819016EB4}" presName="imgShp" presStyleLbl="fgImgPlace1" presStyleIdx="3" presStyleCnt="4"/>
      <dgm:spPr/>
    </dgm:pt>
    <dgm:pt modelId="{4A8B4DDC-9F7E-44D3-B518-EC9E387E461C}" type="pres">
      <dgm:prSet presAssocID="{1BFB0204-9092-437C-BDC0-E8A819016EB4}" presName="txShp" presStyleLbl="node1" presStyleIdx="3" presStyleCnt="4">
        <dgm:presLayoutVars>
          <dgm:bulletEnabled val="1"/>
        </dgm:presLayoutVars>
      </dgm:prSet>
      <dgm:spPr/>
    </dgm:pt>
  </dgm:ptLst>
  <dgm:cxnLst>
    <dgm:cxn modelId="{F28DDC16-690C-4E60-A7C1-5FC1A83D8EE4}" srcId="{4AD591B3-C989-4CD7-8405-77CCF68A9BA4}" destId="{9551613E-7C37-4EC2-AFD9-39D041DB12FB}" srcOrd="0" destOrd="0" parTransId="{12DA5A20-B7B2-4472-8346-F67365D3F9D7}" sibTransId="{3DB5DD66-5436-4956-B686-F8D43C017A27}"/>
    <dgm:cxn modelId="{52426163-892E-43EC-AC1E-6C3C77625122}" type="presOf" srcId="{4AD591B3-C989-4CD7-8405-77CCF68A9BA4}" destId="{CC38ADC0-FAC5-4904-A0E3-9A24BBD35084}" srcOrd="0" destOrd="0" presId="urn:microsoft.com/office/officeart/2005/8/layout/vList3"/>
    <dgm:cxn modelId="{AC53AD64-C31E-4E92-83A5-5AC9221E207D}" type="presOf" srcId="{9551613E-7C37-4EC2-AFD9-39D041DB12FB}" destId="{44F0CB8C-7CDD-4F4E-A7BB-5A4939132092}" srcOrd="0" destOrd="0" presId="urn:microsoft.com/office/officeart/2005/8/layout/vList3"/>
    <dgm:cxn modelId="{EA29D17E-B45C-4C27-94CD-5A158C076FB0}" type="presOf" srcId="{70D9D5F5-811D-42AA-A7E1-EC48A2E2ACD9}" destId="{1E9DDBB3-0820-40A0-AF77-B5713CC64599}" srcOrd="0" destOrd="0" presId="urn:microsoft.com/office/officeart/2005/8/layout/vList3"/>
    <dgm:cxn modelId="{82D6FD88-E895-4B5E-9555-333A7BB3A3BB}" type="presOf" srcId="{1BFB0204-9092-437C-BDC0-E8A819016EB4}" destId="{4A8B4DDC-9F7E-44D3-B518-EC9E387E461C}" srcOrd="0" destOrd="0" presId="urn:microsoft.com/office/officeart/2005/8/layout/vList3"/>
    <dgm:cxn modelId="{60918A97-39BB-4309-A7D0-DE0AF901014F}" srcId="{4AD591B3-C989-4CD7-8405-77CCF68A9BA4}" destId="{76B2350D-DF4D-4950-8EBB-C54D763A40D1}" srcOrd="1" destOrd="0" parTransId="{A55A336C-CBFD-470C-A9BE-71C632623734}" sibTransId="{18FE1881-1357-46FB-89B2-68512F34D62F}"/>
    <dgm:cxn modelId="{A3D9DD98-84B6-4A5B-9295-2E5826F5DB25}" type="presOf" srcId="{76B2350D-DF4D-4950-8EBB-C54D763A40D1}" destId="{C0EA0E64-CC41-4971-95D3-D1723B7A4E16}" srcOrd="0" destOrd="0" presId="urn:microsoft.com/office/officeart/2005/8/layout/vList3"/>
    <dgm:cxn modelId="{0A7F35D7-387F-4DFF-B49F-3D9872FACFD2}" srcId="{4AD591B3-C989-4CD7-8405-77CCF68A9BA4}" destId="{70D9D5F5-811D-42AA-A7E1-EC48A2E2ACD9}" srcOrd="2" destOrd="0" parTransId="{67212DC7-13A6-4F09-83B9-5E322F905C05}" sibTransId="{F087DF30-F852-4682-AA8E-0139F4CC5F87}"/>
    <dgm:cxn modelId="{6F5255E8-9885-4FBE-89BE-842ACE10E85B}" srcId="{4AD591B3-C989-4CD7-8405-77CCF68A9BA4}" destId="{1BFB0204-9092-437C-BDC0-E8A819016EB4}" srcOrd="3" destOrd="0" parTransId="{AA25739F-2BA8-4B6A-9D07-CD653DB1E9DB}" sibTransId="{7B6B5CFE-22FB-459F-945E-70932C7CBFF6}"/>
    <dgm:cxn modelId="{AC015187-ED3A-44FB-85D1-2EF2CA8B9CED}" type="presParOf" srcId="{CC38ADC0-FAC5-4904-A0E3-9A24BBD35084}" destId="{F634DEA0-71B1-4463-9FF6-68ED65FCFA56}" srcOrd="0" destOrd="0" presId="urn:microsoft.com/office/officeart/2005/8/layout/vList3"/>
    <dgm:cxn modelId="{61220BE2-899D-477E-AA3C-0CDADD57BEB7}" type="presParOf" srcId="{F634DEA0-71B1-4463-9FF6-68ED65FCFA56}" destId="{D8A0899C-8C12-42DA-8BC4-94B38E68DAAC}" srcOrd="0" destOrd="0" presId="urn:microsoft.com/office/officeart/2005/8/layout/vList3"/>
    <dgm:cxn modelId="{5E717C71-9E5B-423C-9164-960D1218BB70}" type="presParOf" srcId="{F634DEA0-71B1-4463-9FF6-68ED65FCFA56}" destId="{44F0CB8C-7CDD-4F4E-A7BB-5A4939132092}" srcOrd="1" destOrd="0" presId="urn:microsoft.com/office/officeart/2005/8/layout/vList3"/>
    <dgm:cxn modelId="{10754D10-F5B0-49AA-A9C8-D47F15565871}" type="presParOf" srcId="{CC38ADC0-FAC5-4904-A0E3-9A24BBD35084}" destId="{8D38E1E8-5A18-4010-9D20-75500B1462D8}" srcOrd="1" destOrd="0" presId="urn:microsoft.com/office/officeart/2005/8/layout/vList3"/>
    <dgm:cxn modelId="{1D6378E6-110F-451A-9319-41110BC2479F}" type="presParOf" srcId="{CC38ADC0-FAC5-4904-A0E3-9A24BBD35084}" destId="{F494DDA4-6A69-496F-BE1E-7BB7C972AF65}" srcOrd="2" destOrd="0" presId="urn:microsoft.com/office/officeart/2005/8/layout/vList3"/>
    <dgm:cxn modelId="{51A060B8-5944-48B9-B7B8-142EFBC2DD20}" type="presParOf" srcId="{F494DDA4-6A69-496F-BE1E-7BB7C972AF65}" destId="{63DF364C-72DC-4E8C-AEB9-6237E117BB22}" srcOrd="0" destOrd="0" presId="urn:microsoft.com/office/officeart/2005/8/layout/vList3"/>
    <dgm:cxn modelId="{7FA18581-671F-44CD-B54B-560E780EB5DE}" type="presParOf" srcId="{F494DDA4-6A69-496F-BE1E-7BB7C972AF65}" destId="{C0EA0E64-CC41-4971-95D3-D1723B7A4E16}" srcOrd="1" destOrd="0" presId="urn:microsoft.com/office/officeart/2005/8/layout/vList3"/>
    <dgm:cxn modelId="{FDF99081-AED1-4CAD-AC04-1B3FDF2C118F}" type="presParOf" srcId="{CC38ADC0-FAC5-4904-A0E3-9A24BBD35084}" destId="{0BC98C1E-A1CC-42E5-9839-D5ECF8A5E2F3}" srcOrd="3" destOrd="0" presId="urn:microsoft.com/office/officeart/2005/8/layout/vList3"/>
    <dgm:cxn modelId="{66611201-052F-413E-8E13-21E95655E112}" type="presParOf" srcId="{CC38ADC0-FAC5-4904-A0E3-9A24BBD35084}" destId="{E1946190-FCFF-4FD9-B3A8-55B3AE0390F7}" srcOrd="4" destOrd="0" presId="urn:microsoft.com/office/officeart/2005/8/layout/vList3"/>
    <dgm:cxn modelId="{C8EC9165-AC9F-49B0-9AB6-D4D7ECA1D969}" type="presParOf" srcId="{E1946190-FCFF-4FD9-B3A8-55B3AE0390F7}" destId="{DDBB15A0-9F6E-43F9-910A-053E62C83197}" srcOrd="0" destOrd="0" presId="urn:microsoft.com/office/officeart/2005/8/layout/vList3"/>
    <dgm:cxn modelId="{20FD30D0-DEC2-4EC4-8AA9-0AD45A507AC2}" type="presParOf" srcId="{E1946190-FCFF-4FD9-B3A8-55B3AE0390F7}" destId="{1E9DDBB3-0820-40A0-AF77-B5713CC64599}" srcOrd="1" destOrd="0" presId="urn:microsoft.com/office/officeart/2005/8/layout/vList3"/>
    <dgm:cxn modelId="{05D6342C-23D9-43DF-9A02-5B9EF1EDE332}" type="presParOf" srcId="{CC38ADC0-FAC5-4904-A0E3-9A24BBD35084}" destId="{024C6B12-3952-457F-BE2C-EC98F029381C}" srcOrd="5" destOrd="0" presId="urn:microsoft.com/office/officeart/2005/8/layout/vList3"/>
    <dgm:cxn modelId="{3F92DE11-F57F-48FE-ACAA-E792C1A00F50}" type="presParOf" srcId="{CC38ADC0-FAC5-4904-A0E3-9A24BBD35084}" destId="{5A62CDF9-BFC2-4FCC-8E5C-F3BD0D1F11F9}" srcOrd="6" destOrd="0" presId="urn:microsoft.com/office/officeart/2005/8/layout/vList3"/>
    <dgm:cxn modelId="{DC66B6D6-FDDA-4ED8-B37D-883E40920368}" type="presParOf" srcId="{5A62CDF9-BFC2-4FCC-8E5C-F3BD0D1F11F9}" destId="{5E524B86-6D38-470A-9792-EF1FC3D9F705}" srcOrd="0" destOrd="0" presId="urn:microsoft.com/office/officeart/2005/8/layout/vList3"/>
    <dgm:cxn modelId="{FF579354-8A87-46EF-A94C-49A325445D3F}" type="presParOf" srcId="{5A62CDF9-BFC2-4FCC-8E5C-F3BD0D1F11F9}" destId="{4A8B4DDC-9F7E-44D3-B518-EC9E387E461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EEEE277E-E1A0-4A8A-BBA7-1D9C67D61AA5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9673B2E-D52F-4329-903F-F0D1830DF7B4}">
      <dgm:prSet/>
      <dgm:spPr/>
      <dgm:t>
        <a:bodyPr/>
        <a:lstStyle/>
        <a:p>
          <a:r>
            <a:rPr lang="ru-RU" b="0" i="0"/>
            <a:t>П. Куліш.</a:t>
          </a:r>
          <a:endParaRPr lang="uk-UA"/>
        </a:p>
      </dgm:t>
    </dgm:pt>
    <dgm:pt modelId="{517BD1EB-6E3A-428E-8E62-53AC3C93AE09}" type="parTrans" cxnId="{F96F207A-93F3-4A9D-8CF7-EA18F2A5F684}">
      <dgm:prSet/>
      <dgm:spPr/>
      <dgm:t>
        <a:bodyPr/>
        <a:lstStyle/>
        <a:p>
          <a:endParaRPr lang="uk-UA"/>
        </a:p>
      </dgm:t>
    </dgm:pt>
    <dgm:pt modelId="{FDC6AEEC-90FD-49AE-B967-25E9AE294D1E}" type="sibTrans" cxnId="{F96F207A-93F3-4A9D-8CF7-EA18F2A5F684}">
      <dgm:prSet/>
      <dgm:spPr/>
      <dgm:t>
        <a:bodyPr/>
        <a:lstStyle/>
        <a:p>
          <a:endParaRPr lang="uk-UA"/>
        </a:p>
      </dgm:t>
    </dgm:pt>
    <dgm:pt modelId="{1B51EA0A-DE77-4292-9E21-9C66AB8997F8}">
      <dgm:prSet/>
      <dgm:spPr/>
      <dgm:t>
        <a:bodyPr/>
        <a:lstStyle/>
        <a:p>
          <a:r>
            <a:rPr lang="ru-RU" b="0" i="0"/>
            <a:t>Т. Шевченко.</a:t>
          </a:r>
          <a:endParaRPr lang="uk-UA"/>
        </a:p>
      </dgm:t>
    </dgm:pt>
    <dgm:pt modelId="{05ED3E98-AD4A-4998-BAA8-DB43DB94FF0D}" type="parTrans" cxnId="{138EDE98-885F-443C-9074-29FA3A7A5117}">
      <dgm:prSet/>
      <dgm:spPr/>
      <dgm:t>
        <a:bodyPr/>
        <a:lstStyle/>
        <a:p>
          <a:endParaRPr lang="uk-UA"/>
        </a:p>
      </dgm:t>
    </dgm:pt>
    <dgm:pt modelId="{E328D6B3-7F7F-431D-AEFA-447A980BAF06}" type="sibTrans" cxnId="{138EDE98-885F-443C-9074-29FA3A7A5117}">
      <dgm:prSet/>
      <dgm:spPr/>
      <dgm:t>
        <a:bodyPr/>
        <a:lstStyle/>
        <a:p>
          <a:endParaRPr lang="uk-UA"/>
        </a:p>
      </dgm:t>
    </dgm:pt>
    <dgm:pt modelId="{D956DAB0-B4A7-444B-8428-ED13C77F5405}">
      <dgm:prSet/>
      <dgm:spPr/>
      <dgm:t>
        <a:bodyPr/>
        <a:lstStyle/>
        <a:p>
          <a:r>
            <a:rPr lang="ru-RU" b="0" i="0"/>
            <a:t>М. Максимович.</a:t>
          </a:r>
          <a:endParaRPr lang="uk-UA"/>
        </a:p>
      </dgm:t>
    </dgm:pt>
    <dgm:pt modelId="{EFF9D5CD-CE5C-40BC-B77B-7E528C409554}" type="parTrans" cxnId="{35F3B9F7-D53F-4A49-A8C2-A6EEBDA6D24F}">
      <dgm:prSet/>
      <dgm:spPr/>
      <dgm:t>
        <a:bodyPr/>
        <a:lstStyle/>
        <a:p>
          <a:endParaRPr lang="uk-UA"/>
        </a:p>
      </dgm:t>
    </dgm:pt>
    <dgm:pt modelId="{491591E5-34E2-48D9-8BEC-26689FCCB01A}" type="sibTrans" cxnId="{35F3B9F7-D53F-4A49-A8C2-A6EEBDA6D24F}">
      <dgm:prSet/>
      <dgm:spPr/>
      <dgm:t>
        <a:bodyPr/>
        <a:lstStyle/>
        <a:p>
          <a:endParaRPr lang="uk-UA"/>
        </a:p>
      </dgm:t>
    </dgm:pt>
    <dgm:pt modelId="{82977769-1C76-403E-AEA0-F13A29E2B667}">
      <dgm:prSet/>
      <dgm:spPr/>
      <dgm:t>
        <a:bodyPr/>
        <a:lstStyle/>
        <a:p>
          <a:r>
            <a:rPr lang="ru-RU" b="0" i="0"/>
            <a:t>М. Шашкевич.</a:t>
          </a:r>
          <a:endParaRPr lang="uk-UA"/>
        </a:p>
      </dgm:t>
    </dgm:pt>
    <dgm:pt modelId="{932DE7DF-0BAE-4FEC-98C0-1BF9EB48409F}" type="parTrans" cxnId="{6AA65904-8B68-4FC6-8CCC-D77C9B966A4E}">
      <dgm:prSet/>
      <dgm:spPr/>
      <dgm:t>
        <a:bodyPr/>
        <a:lstStyle/>
        <a:p>
          <a:endParaRPr lang="uk-UA"/>
        </a:p>
      </dgm:t>
    </dgm:pt>
    <dgm:pt modelId="{EA0566D6-A754-45D5-B685-24DBF44A7921}" type="sibTrans" cxnId="{6AA65904-8B68-4FC6-8CCC-D77C9B966A4E}">
      <dgm:prSet/>
      <dgm:spPr/>
      <dgm:t>
        <a:bodyPr/>
        <a:lstStyle/>
        <a:p>
          <a:endParaRPr lang="uk-UA"/>
        </a:p>
      </dgm:t>
    </dgm:pt>
    <dgm:pt modelId="{8FA25CA4-FF3F-47EA-92D5-49C54E7EEFB3}" type="pres">
      <dgm:prSet presAssocID="{EEEE277E-E1A0-4A8A-BBA7-1D9C67D61AA5}" presName="linearFlow" presStyleCnt="0">
        <dgm:presLayoutVars>
          <dgm:dir/>
          <dgm:resizeHandles val="exact"/>
        </dgm:presLayoutVars>
      </dgm:prSet>
      <dgm:spPr/>
    </dgm:pt>
    <dgm:pt modelId="{D8E84FAC-B6CF-4696-A8D8-080D17E1A0CE}" type="pres">
      <dgm:prSet presAssocID="{39673B2E-D52F-4329-903F-F0D1830DF7B4}" presName="composite" presStyleCnt="0"/>
      <dgm:spPr/>
    </dgm:pt>
    <dgm:pt modelId="{A0A357F4-AF1C-439A-8BB5-D587F0D2462D}" type="pres">
      <dgm:prSet presAssocID="{39673B2E-D52F-4329-903F-F0D1830DF7B4}" presName="imgShp" presStyleLbl="fgImgPlace1" presStyleIdx="0" presStyleCnt="4"/>
      <dgm:spPr/>
    </dgm:pt>
    <dgm:pt modelId="{F4520E1C-AE23-4B0F-A086-96DF628C5A49}" type="pres">
      <dgm:prSet presAssocID="{39673B2E-D52F-4329-903F-F0D1830DF7B4}" presName="txShp" presStyleLbl="node1" presStyleIdx="0" presStyleCnt="4">
        <dgm:presLayoutVars>
          <dgm:bulletEnabled val="1"/>
        </dgm:presLayoutVars>
      </dgm:prSet>
      <dgm:spPr/>
    </dgm:pt>
    <dgm:pt modelId="{795ED0ED-531C-4FAD-BCCB-DD940D508957}" type="pres">
      <dgm:prSet presAssocID="{FDC6AEEC-90FD-49AE-B967-25E9AE294D1E}" presName="spacing" presStyleCnt="0"/>
      <dgm:spPr/>
    </dgm:pt>
    <dgm:pt modelId="{1A251602-FCA2-4660-A559-F484587FFBFE}" type="pres">
      <dgm:prSet presAssocID="{1B51EA0A-DE77-4292-9E21-9C66AB8997F8}" presName="composite" presStyleCnt="0"/>
      <dgm:spPr/>
    </dgm:pt>
    <dgm:pt modelId="{A9612C07-E85C-4029-AFDC-97056C476E5D}" type="pres">
      <dgm:prSet presAssocID="{1B51EA0A-DE77-4292-9E21-9C66AB8997F8}" presName="imgShp" presStyleLbl="fgImgPlace1" presStyleIdx="1" presStyleCnt="4"/>
      <dgm:spPr/>
    </dgm:pt>
    <dgm:pt modelId="{72AF64BC-5A97-4C7A-8B2A-7F51F18CC51C}" type="pres">
      <dgm:prSet presAssocID="{1B51EA0A-DE77-4292-9E21-9C66AB8997F8}" presName="txShp" presStyleLbl="node1" presStyleIdx="1" presStyleCnt="4">
        <dgm:presLayoutVars>
          <dgm:bulletEnabled val="1"/>
        </dgm:presLayoutVars>
      </dgm:prSet>
      <dgm:spPr/>
    </dgm:pt>
    <dgm:pt modelId="{B649141D-61D4-4233-9BFB-3049359F09DB}" type="pres">
      <dgm:prSet presAssocID="{E328D6B3-7F7F-431D-AEFA-447A980BAF06}" presName="spacing" presStyleCnt="0"/>
      <dgm:spPr/>
    </dgm:pt>
    <dgm:pt modelId="{E436A842-D5AD-4BAA-8404-05195C199A81}" type="pres">
      <dgm:prSet presAssocID="{D956DAB0-B4A7-444B-8428-ED13C77F5405}" presName="composite" presStyleCnt="0"/>
      <dgm:spPr/>
    </dgm:pt>
    <dgm:pt modelId="{6DB9B702-9AF9-4C70-8A06-CAEA2BA6377B}" type="pres">
      <dgm:prSet presAssocID="{D956DAB0-B4A7-444B-8428-ED13C77F5405}" presName="imgShp" presStyleLbl="fgImgPlace1" presStyleIdx="2" presStyleCnt="4"/>
      <dgm:spPr/>
    </dgm:pt>
    <dgm:pt modelId="{20A995B6-A0C0-492B-8D2F-E2F88811F7DD}" type="pres">
      <dgm:prSet presAssocID="{D956DAB0-B4A7-444B-8428-ED13C77F5405}" presName="txShp" presStyleLbl="node1" presStyleIdx="2" presStyleCnt="4">
        <dgm:presLayoutVars>
          <dgm:bulletEnabled val="1"/>
        </dgm:presLayoutVars>
      </dgm:prSet>
      <dgm:spPr/>
    </dgm:pt>
    <dgm:pt modelId="{322466B0-A34C-49B4-B5D0-4E9A08C9B7C3}" type="pres">
      <dgm:prSet presAssocID="{491591E5-34E2-48D9-8BEC-26689FCCB01A}" presName="spacing" presStyleCnt="0"/>
      <dgm:spPr/>
    </dgm:pt>
    <dgm:pt modelId="{F72091EA-9A75-401E-9E41-54C03EB7E426}" type="pres">
      <dgm:prSet presAssocID="{82977769-1C76-403E-AEA0-F13A29E2B667}" presName="composite" presStyleCnt="0"/>
      <dgm:spPr/>
    </dgm:pt>
    <dgm:pt modelId="{3FA33A28-B2E4-4D76-834D-8EC50C452E0A}" type="pres">
      <dgm:prSet presAssocID="{82977769-1C76-403E-AEA0-F13A29E2B667}" presName="imgShp" presStyleLbl="fgImgPlace1" presStyleIdx="3" presStyleCnt="4"/>
      <dgm:spPr/>
    </dgm:pt>
    <dgm:pt modelId="{550064FF-9710-42AB-8109-8AEEA2EF1A0E}" type="pres">
      <dgm:prSet presAssocID="{82977769-1C76-403E-AEA0-F13A29E2B667}" presName="txShp" presStyleLbl="node1" presStyleIdx="3" presStyleCnt="4">
        <dgm:presLayoutVars>
          <dgm:bulletEnabled val="1"/>
        </dgm:presLayoutVars>
      </dgm:prSet>
      <dgm:spPr/>
    </dgm:pt>
  </dgm:ptLst>
  <dgm:cxnLst>
    <dgm:cxn modelId="{6AA65904-8B68-4FC6-8CCC-D77C9B966A4E}" srcId="{EEEE277E-E1A0-4A8A-BBA7-1D9C67D61AA5}" destId="{82977769-1C76-403E-AEA0-F13A29E2B667}" srcOrd="3" destOrd="0" parTransId="{932DE7DF-0BAE-4FEC-98C0-1BF9EB48409F}" sibTransId="{EA0566D6-A754-45D5-B685-24DBF44A7921}"/>
    <dgm:cxn modelId="{F0505B1C-BD60-4826-BDA6-EC8AFDF8406D}" type="presOf" srcId="{82977769-1C76-403E-AEA0-F13A29E2B667}" destId="{550064FF-9710-42AB-8109-8AEEA2EF1A0E}" srcOrd="0" destOrd="0" presId="urn:microsoft.com/office/officeart/2005/8/layout/vList3"/>
    <dgm:cxn modelId="{F96F207A-93F3-4A9D-8CF7-EA18F2A5F684}" srcId="{EEEE277E-E1A0-4A8A-BBA7-1D9C67D61AA5}" destId="{39673B2E-D52F-4329-903F-F0D1830DF7B4}" srcOrd="0" destOrd="0" parTransId="{517BD1EB-6E3A-428E-8E62-53AC3C93AE09}" sibTransId="{FDC6AEEC-90FD-49AE-B967-25E9AE294D1E}"/>
    <dgm:cxn modelId="{8CBFC089-F1BB-4D44-8068-6538D4AC08E7}" type="presOf" srcId="{D956DAB0-B4A7-444B-8428-ED13C77F5405}" destId="{20A995B6-A0C0-492B-8D2F-E2F88811F7DD}" srcOrd="0" destOrd="0" presId="urn:microsoft.com/office/officeart/2005/8/layout/vList3"/>
    <dgm:cxn modelId="{138EDE98-885F-443C-9074-29FA3A7A5117}" srcId="{EEEE277E-E1A0-4A8A-BBA7-1D9C67D61AA5}" destId="{1B51EA0A-DE77-4292-9E21-9C66AB8997F8}" srcOrd="1" destOrd="0" parTransId="{05ED3E98-AD4A-4998-BAA8-DB43DB94FF0D}" sibTransId="{E328D6B3-7F7F-431D-AEFA-447A980BAF06}"/>
    <dgm:cxn modelId="{50612BB7-80D8-4470-A0FB-B444AB90AE87}" type="presOf" srcId="{EEEE277E-E1A0-4A8A-BBA7-1D9C67D61AA5}" destId="{8FA25CA4-FF3F-47EA-92D5-49C54E7EEFB3}" srcOrd="0" destOrd="0" presId="urn:microsoft.com/office/officeart/2005/8/layout/vList3"/>
    <dgm:cxn modelId="{6A5013E9-BA51-4774-A7F6-3A78FBEB1F51}" type="presOf" srcId="{1B51EA0A-DE77-4292-9E21-9C66AB8997F8}" destId="{72AF64BC-5A97-4C7A-8B2A-7F51F18CC51C}" srcOrd="0" destOrd="0" presId="urn:microsoft.com/office/officeart/2005/8/layout/vList3"/>
    <dgm:cxn modelId="{14098FF2-1E7A-4DD0-8DDD-7BC3CA4B6C1C}" type="presOf" srcId="{39673B2E-D52F-4329-903F-F0D1830DF7B4}" destId="{F4520E1C-AE23-4B0F-A086-96DF628C5A49}" srcOrd="0" destOrd="0" presId="urn:microsoft.com/office/officeart/2005/8/layout/vList3"/>
    <dgm:cxn modelId="{35F3B9F7-D53F-4A49-A8C2-A6EEBDA6D24F}" srcId="{EEEE277E-E1A0-4A8A-BBA7-1D9C67D61AA5}" destId="{D956DAB0-B4A7-444B-8428-ED13C77F5405}" srcOrd="2" destOrd="0" parTransId="{EFF9D5CD-CE5C-40BC-B77B-7E528C409554}" sibTransId="{491591E5-34E2-48D9-8BEC-26689FCCB01A}"/>
    <dgm:cxn modelId="{CFBF3AC7-E1CC-44F4-AF62-3FC6A0A439F3}" type="presParOf" srcId="{8FA25CA4-FF3F-47EA-92D5-49C54E7EEFB3}" destId="{D8E84FAC-B6CF-4696-A8D8-080D17E1A0CE}" srcOrd="0" destOrd="0" presId="urn:microsoft.com/office/officeart/2005/8/layout/vList3"/>
    <dgm:cxn modelId="{B1D7A359-C2B8-458B-A08A-4AE106049CBF}" type="presParOf" srcId="{D8E84FAC-B6CF-4696-A8D8-080D17E1A0CE}" destId="{A0A357F4-AF1C-439A-8BB5-D587F0D2462D}" srcOrd="0" destOrd="0" presId="urn:microsoft.com/office/officeart/2005/8/layout/vList3"/>
    <dgm:cxn modelId="{B599BFE3-4EF1-4A12-BE7F-949F55378032}" type="presParOf" srcId="{D8E84FAC-B6CF-4696-A8D8-080D17E1A0CE}" destId="{F4520E1C-AE23-4B0F-A086-96DF628C5A49}" srcOrd="1" destOrd="0" presId="urn:microsoft.com/office/officeart/2005/8/layout/vList3"/>
    <dgm:cxn modelId="{123C4478-250F-46E0-92EC-A18B5F299EE3}" type="presParOf" srcId="{8FA25CA4-FF3F-47EA-92D5-49C54E7EEFB3}" destId="{795ED0ED-531C-4FAD-BCCB-DD940D508957}" srcOrd="1" destOrd="0" presId="urn:microsoft.com/office/officeart/2005/8/layout/vList3"/>
    <dgm:cxn modelId="{9FE50A52-88FD-4EFF-9584-32253E810D3F}" type="presParOf" srcId="{8FA25CA4-FF3F-47EA-92D5-49C54E7EEFB3}" destId="{1A251602-FCA2-4660-A559-F484587FFBFE}" srcOrd="2" destOrd="0" presId="urn:microsoft.com/office/officeart/2005/8/layout/vList3"/>
    <dgm:cxn modelId="{1ABF199D-298B-40CE-96F6-DB8B69A63B3E}" type="presParOf" srcId="{1A251602-FCA2-4660-A559-F484587FFBFE}" destId="{A9612C07-E85C-4029-AFDC-97056C476E5D}" srcOrd="0" destOrd="0" presId="urn:microsoft.com/office/officeart/2005/8/layout/vList3"/>
    <dgm:cxn modelId="{180743C8-EB7A-4F1D-A66B-19495B6DF872}" type="presParOf" srcId="{1A251602-FCA2-4660-A559-F484587FFBFE}" destId="{72AF64BC-5A97-4C7A-8B2A-7F51F18CC51C}" srcOrd="1" destOrd="0" presId="urn:microsoft.com/office/officeart/2005/8/layout/vList3"/>
    <dgm:cxn modelId="{24B357F7-B80E-4C97-A300-52F4CB30F2FD}" type="presParOf" srcId="{8FA25CA4-FF3F-47EA-92D5-49C54E7EEFB3}" destId="{B649141D-61D4-4233-9BFB-3049359F09DB}" srcOrd="3" destOrd="0" presId="urn:microsoft.com/office/officeart/2005/8/layout/vList3"/>
    <dgm:cxn modelId="{35267ECE-2846-4A42-B1D0-2F11CEC76C5E}" type="presParOf" srcId="{8FA25CA4-FF3F-47EA-92D5-49C54E7EEFB3}" destId="{E436A842-D5AD-4BAA-8404-05195C199A81}" srcOrd="4" destOrd="0" presId="urn:microsoft.com/office/officeart/2005/8/layout/vList3"/>
    <dgm:cxn modelId="{7AF6EC6C-9C47-4680-B570-6243AD1D50FD}" type="presParOf" srcId="{E436A842-D5AD-4BAA-8404-05195C199A81}" destId="{6DB9B702-9AF9-4C70-8A06-CAEA2BA6377B}" srcOrd="0" destOrd="0" presId="urn:microsoft.com/office/officeart/2005/8/layout/vList3"/>
    <dgm:cxn modelId="{5C55FD81-29BA-4A25-BF6C-88B3A5EDB6FA}" type="presParOf" srcId="{E436A842-D5AD-4BAA-8404-05195C199A81}" destId="{20A995B6-A0C0-492B-8D2F-E2F88811F7DD}" srcOrd="1" destOrd="0" presId="urn:microsoft.com/office/officeart/2005/8/layout/vList3"/>
    <dgm:cxn modelId="{7E8685B0-5ACA-48EF-8BE2-FFA095F8B433}" type="presParOf" srcId="{8FA25CA4-FF3F-47EA-92D5-49C54E7EEFB3}" destId="{322466B0-A34C-49B4-B5D0-4E9A08C9B7C3}" srcOrd="5" destOrd="0" presId="urn:microsoft.com/office/officeart/2005/8/layout/vList3"/>
    <dgm:cxn modelId="{A9EB3A9D-99EE-4750-9FEF-0562151D834D}" type="presParOf" srcId="{8FA25CA4-FF3F-47EA-92D5-49C54E7EEFB3}" destId="{F72091EA-9A75-401E-9E41-54C03EB7E426}" srcOrd="6" destOrd="0" presId="urn:microsoft.com/office/officeart/2005/8/layout/vList3"/>
    <dgm:cxn modelId="{D99988D7-75B5-4BC5-8885-8A5496A09B69}" type="presParOf" srcId="{F72091EA-9A75-401E-9E41-54C03EB7E426}" destId="{3FA33A28-B2E4-4D76-834D-8EC50C452E0A}" srcOrd="0" destOrd="0" presId="urn:microsoft.com/office/officeart/2005/8/layout/vList3"/>
    <dgm:cxn modelId="{966F432C-34D7-4EC3-9464-874FF8293C73}" type="presParOf" srcId="{F72091EA-9A75-401E-9E41-54C03EB7E426}" destId="{550064FF-9710-42AB-8109-8AEEA2EF1A0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5DB82CD5-0D21-42E1-9CFC-F3C324FA9DD4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33B0BDC-92AF-40FE-85A8-FD164880EC17}">
      <dgm:prSet/>
      <dgm:spPr/>
      <dgm:t>
        <a:bodyPr/>
        <a:lstStyle/>
        <a:p>
          <a:r>
            <a:rPr lang="ru-RU" b="0" i="0"/>
            <a:t>Т. Шевченка</a:t>
          </a:r>
          <a:endParaRPr lang="uk-UA"/>
        </a:p>
      </dgm:t>
    </dgm:pt>
    <dgm:pt modelId="{E78704C1-F092-4D3F-BD82-1EFF08F0188B}" type="parTrans" cxnId="{214DECF8-0DA2-4A9E-863B-B31E99CA6DF7}">
      <dgm:prSet/>
      <dgm:spPr/>
      <dgm:t>
        <a:bodyPr/>
        <a:lstStyle/>
        <a:p>
          <a:endParaRPr lang="uk-UA"/>
        </a:p>
      </dgm:t>
    </dgm:pt>
    <dgm:pt modelId="{8E88C94C-60F5-4CD1-A881-41A748343C09}" type="sibTrans" cxnId="{214DECF8-0DA2-4A9E-863B-B31E99CA6DF7}">
      <dgm:prSet/>
      <dgm:spPr/>
      <dgm:t>
        <a:bodyPr/>
        <a:lstStyle/>
        <a:p>
          <a:endParaRPr lang="uk-UA"/>
        </a:p>
      </dgm:t>
    </dgm:pt>
    <dgm:pt modelId="{75F47CF9-09B4-4C3C-AE3F-98864B62AE4C}">
      <dgm:prSet/>
      <dgm:spPr/>
      <dgm:t>
        <a:bodyPr/>
        <a:lstStyle/>
        <a:p>
          <a:r>
            <a:rPr lang="ru-RU" b="0" i="0"/>
            <a:t>Г. Сковороду</a:t>
          </a:r>
          <a:endParaRPr lang="uk-UA"/>
        </a:p>
      </dgm:t>
    </dgm:pt>
    <dgm:pt modelId="{7BF4347D-3719-4E08-AEE3-A2ED7ECD7CFE}" type="parTrans" cxnId="{D2F7F6A5-D9B5-43F0-8EB6-5AAB732EB723}">
      <dgm:prSet/>
      <dgm:spPr/>
      <dgm:t>
        <a:bodyPr/>
        <a:lstStyle/>
        <a:p>
          <a:endParaRPr lang="uk-UA"/>
        </a:p>
      </dgm:t>
    </dgm:pt>
    <dgm:pt modelId="{9619D052-F150-40A7-B90D-D2EA9E00F1DB}" type="sibTrans" cxnId="{D2F7F6A5-D9B5-43F0-8EB6-5AAB732EB723}">
      <dgm:prSet/>
      <dgm:spPr/>
      <dgm:t>
        <a:bodyPr/>
        <a:lstStyle/>
        <a:p>
          <a:endParaRPr lang="uk-UA"/>
        </a:p>
      </dgm:t>
    </dgm:pt>
    <dgm:pt modelId="{9BCE02AB-A584-439E-B0DC-EC5E4AA69747}">
      <dgm:prSet/>
      <dgm:spPr/>
      <dgm:t>
        <a:bodyPr/>
        <a:lstStyle/>
        <a:p>
          <a:r>
            <a:rPr lang="ru-RU" b="0" i="0"/>
            <a:t>І. Котляревського</a:t>
          </a:r>
          <a:endParaRPr lang="uk-UA"/>
        </a:p>
      </dgm:t>
    </dgm:pt>
    <dgm:pt modelId="{23A8E365-EDD6-4E86-AAB8-69C0DD55792F}" type="parTrans" cxnId="{80BE259C-DC5C-4509-B267-93A8A0DB9D25}">
      <dgm:prSet/>
      <dgm:spPr/>
      <dgm:t>
        <a:bodyPr/>
        <a:lstStyle/>
        <a:p>
          <a:endParaRPr lang="uk-UA"/>
        </a:p>
      </dgm:t>
    </dgm:pt>
    <dgm:pt modelId="{341977BA-7F27-4365-8010-B4DAED9A9535}" type="sibTrans" cxnId="{80BE259C-DC5C-4509-B267-93A8A0DB9D25}">
      <dgm:prSet/>
      <dgm:spPr/>
      <dgm:t>
        <a:bodyPr/>
        <a:lstStyle/>
        <a:p>
          <a:endParaRPr lang="uk-UA"/>
        </a:p>
      </dgm:t>
    </dgm:pt>
    <dgm:pt modelId="{4DF81F52-9ABE-4EEB-B54F-036602D59AF3}">
      <dgm:prSet/>
      <dgm:spPr/>
      <dgm:t>
        <a:bodyPr/>
        <a:lstStyle/>
        <a:p>
          <a:r>
            <a:rPr lang="ru-RU" b="0" i="0"/>
            <a:t>М. Коцюбинського</a:t>
          </a:r>
          <a:endParaRPr lang="uk-UA"/>
        </a:p>
      </dgm:t>
    </dgm:pt>
    <dgm:pt modelId="{B1E37FB6-F2EE-4E0D-BBC8-00FC745004DB}" type="parTrans" cxnId="{104D3311-6551-4A2B-B6F9-2BF72312E59A}">
      <dgm:prSet/>
      <dgm:spPr/>
      <dgm:t>
        <a:bodyPr/>
        <a:lstStyle/>
        <a:p>
          <a:endParaRPr lang="uk-UA"/>
        </a:p>
      </dgm:t>
    </dgm:pt>
    <dgm:pt modelId="{FED6CC1F-2A69-461D-95C6-5ACB4F51C1CA}" type="sibTrans" cxnId="{104D3311-6551-4A2B-B6F9-2BF72312E59A}">
      <dgm:prSet/>
      <dgm:spPr/>
      <dgm:t>
        <a:bodyPr/>
        <a:lstStyle/>
        <a:p>
          <a:endParaRPr lang="uk-UA"/>
        </a:p>
      </dgm:t>
    </dgm:pt>
    <dgm:pt modelId="{CB35C2CA-7753-452A-8229-1CD5725993A6}" type="pres">
      <dgm:prSet presAssocID="{5DB82CD5-0D21-42E1-9CFC-F3C324FA9DD4}" presName="linearFlow" presStyleCnt="0">
        <dgm:presLayoutVars>
          <dgm:dir/>
          <dgm:resizeHandles val="exact"/>
        </dgm:presLayoutVars>
      </dgm:prSet>
      <dgm:spPr/>
    </dgm:pt>
    <dgm:pt modelId="{AE8A241E-F89C-4A8B-B7EB-5313BE66600F}" type="pres">
      <dgm:prSet presAssocID="{F33B0BDC-92AF-40FE-85A8-FD164880EC17}" presName="composite" presStyleCnt="0"/>
      <dgm:spPr/>
    </dgm:pt>
    <dgm:pt modelId="{FCDA5DA6-AF6E-4923-86AA-9428568B588E}" type="pres">
      <dgm:prSet presAssocID="{F33B0BDC-92AF-40FE-85A8-FD164880EC17}" presName="imgShp" presStyleLbl="fgImgPlace1" presStyleIdx="0" presStyleCnt="4"/>
      <dgm:spPr/>
    </dgm:pt>
    <dgm:pt modelId="{8A31CF2C-81CB-4433-96C9-A04FB6A4007E}" type="pres">
      <dgm:prSet presAssocID="{F33B0BDC-92AF-40FE-85A8-FD164880EC17}" presName="txShp" presStyleLbl="node1" presStyleIdx="0" presStyleCnt="4">
        <dgm:presLayoutVars>
          <dgm:bulletEnabled val="1"/>
        </dgm:presLayoutVars>
      </dgm:prSet>
      <dgm:spPr/>
    </dgm:pt>
    <dgm:pt modelId="{8888D2CA-DB85-4715-8148-E75C26FEF89B}" type="pres">
      <dgm:prSet presAssocID="{8E88C94C-60F5-4CD1-A881-41A748343C09}" presName="spacing" presStyleCnt="0"/>
      <dgm:spPr/>
    </dgm:pt>
    <dgm:pt modelId="{06E8A619-78D3-4830-8B76-95A34A33AB33}" type="pres">
      <dgm:prSet presAssocID="{75F47CF9-09B4-4C3C-AE3F-98864B62AE4C}" presName="composite" presStyleCnt="0"/>
      <dgm:spPr/>
    </dgm:pt>
    <dgm:pt modelId="{8C796FDB-DC22-4D7D-8110-177C9AEDF89A}" type="pres">
      <dgm:prSet presAssocID="{75F47CF9-09B4-4C3C-AE3F-98864B62AE4C}" presName="imgShp" presStyleLbl="fgImgPlace1" presStyleIdx="1" presStyleCnt="4"/>
      <dgm:spPr/>
    </dgm:pt>
    <dgm:pt modelId="{6855F886-4F59-4DEF-A76A-9FDCAFEA06A6}" type="pres">
      <dgm:prSet presAssocID="{75F47CF9-09B4-4C3C-AE3F-98864B62AE4C}" presName="txShp" presStyleLbl="node1" presStyleIdx="1" presStyleCnt="4">
        <dgm:presLayoutVars>
          <dgm:bulletEnabled val="1"/>
        </dgm:presLayoutVars>
      </dgm:prSet>
      <dgm:spPr/>
    </dgm:pt>
    <dgm:pt modelId="{F5850C0B-8590-4D9B-A58C-82C724E4BA65}" type="pres">
      <dgm:prSet presAssocID="{9619D052-F150-40A7-B90D-D2EA9E00F1DB}" presName="spacing" presStyleCnt="0"/>
      <dgm:spPr/>
    </dgm:pt>
    <dgm:pt modelId="{895389B1-AE62-4312-AE0D-C2C965F91413}" type="pres">
      <dgm:prSet presAssocID="{9BCE02AB-A584-439E-B0DC-EC5E4AA69747}" presName="composite" presStyleCnt="0"/>
      <dgm:spPr/>
    </dgm:pt>
    <dgm:pt modelId="{661AB078-1856-438A-BB28-FAEAB73E4B85}" type="pres">
      <dgm:prSet presAssocID="{9BCE02AB-A584-439E-B0DC-EC5E4AA69747}" presName="imgShp" presStyleLbl="fgImgPlace1" presStyleIdx="2" presStyleCnt="4"/>
      <dgm:spPr/>
    </dgm:pt>
    <dgm:pt modelId="{DCA4A544-CF92-445D-9584-BEFAF7C43D23}" type="pres">
      <dgm:prSet presAssocID="{9BCE02AB-A584-439E-B0DC-EC5E4AA69747}" presName="txShp" presStyleLbl="node1" presStyleIdx="2" presStyleCnt="4">
        <dgm:presLayoutVars>
          <dgm:bulletEnabled val="1"/>
        </dgm:presLayoutVars>
      </dgm:prSet>
      <dgm:spPr/>
    </dgm:pt>
    <dgm:pt modelId="{297C97F0-CF45-4530-BEA3-F2B5AE2766EE}" type="pres">
      <dgm:prSet presAssocID="{341977BA-7F27-4365-8010-B4DAED9A9535}" presName="spacing" presStyleCnt="0"/>
      <dgm:spPr/>
    </dgm:pt>
    <dgm:pt modelId="{BCD94B09-B44F-46B7-85B1-C5F76AD2B957}" type="pres">
      <dgm:prSet presAssocID="{4DF81F52-9ABE-4EEB-B54F-036602D59AF3}" presName="composite" presStyleCnt="0"/>
      <dgm:spPr/>
    </dgm:pt>
    <dgm:pt modelId="{5F6EBED1-0AF1-4523-ABFF-D3CEA7C7BA75}" type="pres">
      <dgm:prSet presAssocID="{4DF81F52-9ABE-4EEB-B54F-036602D59AF3}" presName="imgShp" presStyleLbl="fgImgPlace1" presStyleIdx="3" presStyleCnt="4"/>
      <dgm:spPr/>
    </dgm:pt>
    <dgm:pt modelId="{C0B946EB-4C07-4EEB-AEAF-3BC945C09B29}" type="pres">
      <dgm:prSet presAssocID="{4DF81F52-9ABE-4EEB-B54F-036602D59AF3}" presName="txShp" presStyleLbl="node1" presStyleIdx="3" presStyleCnt="4">
        <dgm:presLayoutVars>
          <dgm:bulletEnabled val="1"/>
        </dgm:presLayoutVars>
      </dgm:prSet>
      <dgm:spPr/>
    </dgm:pt>
  </dgm:ptLst>
  <dgm:cxnLst>
    <dgm:cxn modelId="{D46C1F0B-0A15-4CF4-B06F-32CCE2CF8BFC}" type="presOf" srcId="{9BCE02AB-A584-439E-B0DC-EC5E4AA69747}" destId="{DCA4A544-CF92-445D-9584-BEFAF7C43D23}" srcOrd="0" destOrd="0" presId="urn:microsoft.com/office/officeart/2005/8/layout/vList3"/>
    <dgm:cxn modelId="{104D3311-6551-4A2B-B6F9-2BF72312E59A}" srcId="{5DB82CD5-0D21-42E1-9CFC-F3C324FA9DD4}" destId="{4DF81F52-9ABE-4EEB-B54F-036602D59AF3}" srcOrd="3" destOrd="0" parTransId="{B1E37FB6-F2EE-4E0D-BBC8-00FC745004DB}" sibTransId="{FED6CC1F-2A69-461D-95C6-5ACB4F51C1CA}"/>
    <dgm:cxn modelId="{4A82911F-AD2D-4752-B7A6-B07B20A1942B}" type="presOf" srcId="{5DB82CD5-0D21-42E1-9CFC-F3C324FA9DD4}" destId="{CB35C2CA-7753-452A-8229-1CD5725993A6}" srcOrd="0" destOrd="0" presId="urn:microsoft.com/office/officeart/2005/8/layout/vList3"/>
    <dgm:cxn modelId="{80BE259C-DC5C-4509-B267-93A8A0DB9D25}" srcId="{5DB82CD5-0D21-42E1-9CFC-F3C324FA9DD4}" destId="{9BCE02AB-A584-439E-B0DC-EC5E4AA69747}" srcOrd="2" destOrd="0" parTransId="{23A8E365-EDD6-4E86-AAB8-69C0DD55792F}" sibTransId="{341977BA-7F27-4365-8010-B4DAED9A9535}"/>
    <dgm:cxn modelId="{160BE4A2-3A16-4951-94B7-A6EEF2A5979A}" type="presOf" srcId="{F33B0BDC-92AF-40FE-85A8-FD164880EC17}" destId="{8A31CF2C-81CB-4433-96C9-A04FB6A4007E}" srcOrd="0" destOrd="0" presId="urn:microsoft.com/office/officeart/2005/8/layout/vList3"/>
    <dgm:cxn modelId="{D2F7F6A5-D9B5-43F0-8EB6-5AAB732EB723}" srcId="{5DB82CD5-0D21-42E1-9CFC-F3C324FA9DD4}" destId="{75F47CF9-09B4-4C3C-AE3F-98864B62AE4C}" srcOrd="1" destOrd="0" parTransId="{7BF4347D-3719-4E08-AEE3-A2ED7ECD7CFE}" sibTransId="{9619D052-F150-40A7-B90D-D2EA9E00F1DB}"/>
    <dgm:cxn modelId="{B649C9AA-E94B-44C3-A1C2-1C6FF9343C5C}" type="presOf" srcId="{4DF81F52-9ABE-4EEB-B54F-036602D59AF3}" destId="{C0B946EB-4C07-4EEB-AEAF-3BC945C09B29}" srcOrd="0" destOrd="0" presId="urn:microsoft.com/office/officeart/2005/8/layout/vList3"/>
    <dgm:cxn modelId="{C7F0C7D1-49D0-4403-A46F-A7ADFAFBD541}" type="presOf" srcId="{75F47CF9-09B4-4C3C-AE3F-98864B62AE4C}" destId="{6855F886-4F59-4DEF-A76A-9FDCAFEA06A6}" srcOrd="0" destOrd="0" presId="urn:microsoft.com/office/officeart/2005/8/layout/vList3"/>
    <dgm:cxn modelId="{214DECF8-0DA2-4A9E-863B-B31E99CA6DF7}" srcId="{5DB82CD5-0D21-42E1-9CFC-F3C324FA9DD4}" destId="{F33B0BDC-92AF-40FE-85A8-FD164880EC17}" srcOrd="0" destOrd="0" parTransId="{E78704C1-F092-4D3F-BD82-1EFF08F0188B}" sibTransId="{8E88C94C-60F5-4CD1-A881-41A748343C09}"/>
    <dgm:cxn modelId="{FEABEB59-627F-41DD-9944-A69CD4E37531}" type="presParOf" srcId="{CB35C2CA-7753-452A-8229-1CD5725993A6}" destId="{AE8A241E-F89C-4A8B-B7EB-5313BE66600F}" srcOrd="0" destOrd="0" presId="urn:microsoft.com/office/officeart/2005/8/layout/vList3"/>
    <dgm:cxn modelId="{48C10C79-D408-43D1-9666-A457F8ADEBAC}" type="presParOf" srcId="{AE8A241E-F89C-4A8B-B7EB-5313BE66600F}" destId="{FCDA5DA6-AF6E-4923-86AA-9428568B588E}" srcOrd="0" destOrd="0" presId="urn:microsoft.com/office/officeart/2005/8/layout/vList3"/>
    <dgm:cxn modelId="{5F222DEF-8F26-463D-ADF0-9DDD807F6902}" type="presParOf" srcId="{AE8A241E-F89C-4A8B-B7EB-5313BE66600F}" destId="{8A31CF2C-81CB-4433-96C9-A04FB6A4007E}" srcOrd="1" destOrd="0" presId="urn:microsoft.com/office/officeart/2005/8/layout/vList3"/>
    <dgm:cxn modelId="{13045DD9-260C-4350-BF1B-A344AF9D1413}" type="presParOf" srcId="{CB35C2CA-7753-452A-8229-1CD5725993A6}" destId="{8888D2CA-DB85-4715-8148-E75C26FEF89B}" srcOrd="1" destOrd="0" presId="urn:microsoft.com/office/officeart/2005/8/layout/vList3"/>
    <dgm:cxn modelId="{2D03A0A8-E894-44E1-BC51-9658B4532292}" type="presParOf" srcId="{CB35C2CA-7753-452A-8229-1CD5725993A6}" destId="{06E8A619-78D3-4830-8B76-95A34A33AB33}" srcOrd="2" destOrd="0" presId="urn:microsoft.com/office/officeart/2005/8/layout/vList3"/>
    <dgm:cxn modelId="{23F9CA1D-6EA5-4B64-845F-6C654B119F9E}" type="presParOf" srcId="{06E8A619-78D3-4830-8B76-95A34A33AB33}" destId="{8C796FDB-DC22-4D7D-8110-177C9AEDF89A}" srcOrd="0" destOrd="0" presId="urn:microsoft.com/office/officeart/2005/8/layout/vList3"/>
    <dgm:cxn modelId="{C0D913AA-0899-4464-8408-EC3EE2CA2942}" type="presParOf" srcId="{06E8A619-78D3-4830-8B76-95A34A33AB33}" destId="{6855F886-4F59-4DEF-A76A-9FDCAFEA06A6}" srcOrd="1" destOrd="0" presId="urn:microsoft.com/office/officeart/2005/8/layout/vList3"/>
    <dgm:cxn modelId="{96AE1874-BFE1-4109-A2B9-1CA0CB3199A3}" type="presParOf" srcId="{CB35C2CA-7753-452A-8229-1CD5725993A6}" destId="{F5850C0B-8590-4D9B-A58C-82C724E4BA65}" srcOrd="3" destOrd="0" presId="urn:microsoft.com/office/officeart/2005/8/layout/vList3"/>
    <dgm:cxn modelId="{6DA5EA55-F3F7-4949-9B16-735744E5FFA7}" type="presParOf" srcId="{CB35C2CA-7753-452A-8229-1CD5725993A6}" destId="{895389B1-AE62-4312-AE0D-C2C965F91413}" srcOrd="4" destOrd="0" presId="urn:microsoft.com/office/officeart/2005/8/layout/vList3"/>
    <dgm:cxn modelId="{CA20D316-4754-40BA-870A-D2846460D0EE}" type="presParOf" srcId="{895389B1-AE62-4312-AE0D-C2C965F91413}" destId="{661AB078-1856-438A-BB28-FAEAB73E4B85}" srcOrd="0" destOrd="0" presId="urn:microsoft.com/office/officeart/2005/8/layout/vList3"/>
    <dgm:cxn modelId="{61461C6E-53A6-4E65-99A5-9100DDA1A437}" type="presParOf" srcId="{895389B1-AE62-4312-AE0D-C2C965F91413}" destId="{DCA4A544-CF92-445D-9584-BEFAF7C43D23}" srcOrd="1" destOrd="0" presId="urn:microsoft.com/office/officeart/2005/8/layout/vList3"/>
    <dgm:cxn modelId="{2B86253C-822D-4EB2-8E7D-B1F9830DB2C6}" type="presParOf" srcId="{CB35C2CA-7753-452A-8229-1CD5725993A6}" destId="{297C97F0-CF45-4530-BEA3-F2B5AE2766EE}" srcOrd="5" destOrd="0" presId="urn:microsoft.com/office/officeart/2005/8/layout/vList3"/>
    <dgm:cxn modelId="{0DE5D252-0E22-4D96-9A3C-F8BFDB3C8F75}" type="presParOf" srcId="{CB35C2CA-7753-452A-8229-1CD5725993A6}" destId="{BCD94B09-B44F-46B7-85B1-C5F76AD2B957}" srcOrd="6" destOrd="0" presId="urn:microsoft.com/office/officeart/2005/8/layout/vList3"/>
    <dgm:cxn modelId="{230C030F-B2E6-453A-B16F-7FDFA5ACBC05}" type="presParOf" srcId="{BCD94B09-B44F-46B7-85B1-C5F76AD2B957}" destId="{5F6EBED1-0AF1-4523-ABFF-D3CEA7C7BA75}" srcOrd="0" destOrd="0" presId="urn:microsoft.com/office/officeart/2005/8/layout/vList3"/>
    <dgm:cxn modelId="{7AA5F908-6C1E-48B9-8FB1-9BF541D74BD6}" type="presParOf" srcId="{BCD94B09-B44F-46B7-85B1-C5F76AD2B957}" destId="{C0B946EB-4C07-4EEB-AEAF-3BC945C09B2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480E4AD6-5FC8-422C-B5BE-8583EDB579F7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65A6D97B-9F08-452B-ADD8-FC52E0984307}">
      <dgm:prSet/>
      <dgm:spPr/>
      <dgm:t>
        <a:bodyPr/>
        <a:lstStyle/>
        <a:p>
          <a:r>
            <a:rPr lang="ru-RU" b="0" i="0"/>
            <a:t>П. Кулішу.</a:t>
          </a:r>
          <a:endParaRPr lang="uk-UA"/>
        </a:p>
      </dgm:t>
    </dgm:pt>
    <dgm:pt modelId="{8A8D44E3-21D9-464E-82C8-CD924F27D7AB}" type="parTrans" cxnId="{FFCEB19B-5926-4BCF-B935-5995B16F2BB9}">
      <dgm:prSet/>
      <dgm:spPr/>
      <dgm:t>
        <a:bodyPr/>
        <a:lstStyle/>
        <a:p>
          <a:endParaRPr lang="uk-UA"/>
        </a:p>
      </dgm:t>
    </dgm:pt>
    <dgm:pt modelId="{884A18A0-8081-4830-B647-2B16BAC512ED}" type="sibTrans" cxnId="{FFCEB19B-5926-4BCF-B935-5995B16F2BB9}">
      <dgm:prSet/>
      <dgm:spPr/>
      <dgm:t>
        <a:bodyPr/>
        <a:lstStyle/>
        <a:p>
          <a:endParaRPr lang="uk-UA"/>
        </a:p>
      </dgm:t>
    </dgm:pt>
    <dgm:pt modelId="{E8431816-0231-4FB1-902E-65DF5C4A5D82}">
      <dgm:prSet/>
      <dgm:spPr/>
      <dgm:t>
        <a:bodyPr/>
        <a:lstStyle/>
        <a:p>
          <a:r>
            <a:rPr lang="ru-RU" b="0" i="0"/>
            <a:t>В. Антоновичу.</a:t>
          </a:r>
          <a:endParaRPr lang="uk-UA"/>
        </a:p>
      </dgm:t>
    </dgm:pt>
    <dgm:pt modelId="{4E08905C-6728-4019-822C-A6035714EF8A}" type="parTrans" cxnId="{D45B9227-B92A-4FBA-9C6B-B0DBDE01A709}">
      <dgm:prSet/>
      <dgm:spPr/>
      <dgm:t>
        <a:bodyPr/>
        <a:lstStyle/>
        <a:p>
          <a:endParaRPr lang="uk-UA"/>
        </a:p>
      </dgm:t>
    </dgm:pt>
    <dgm:pt modelId="{1BC105F7-1090-4638-8FBA-497B03FDBE94}" type="sibTrans" cxnId="{D45B9227-B92A-4FBA-9C6B-B0DBDE01A709}">
      <dgm:prSet/>
      <dgm:spPr/>
      <dgm:t>
        <a:bodyPr/>
        <a:lstStyle/>
        <a:p>
          <a:endParaRPr lang="uk-UA"/>
        </a:p>
      </dgm:t>
    </dgm:pt>
    <dgm:pt modelId="{C22B61B1-1B40-4E52-BDF0-37D69CB6334B}">
      <dgm:prSet/>
      <dgm:spPr/>
      <dgm:t>
        <a:bodyPr/>
        <a:lstStyle/>
        <a:p>
          <a:r>
            <a:rPr lang="ru-RU" b="0" i="0"/>
            <a:t>М. Костомарову.</a:t>
          </a:r>
          <a:endParaRPr lang="uk-UA"/>
        </a:p>
      </dgm:t>
    </dgm:pt>
    <dgm:pt modelId="{EF7A212B-6F43-4F8F-B8B8-0BC0B4B9F11A}" type="parTrans" cxnId="{33D0DD4E-6A1D-44A6-8B44-4F0AD55E34ED}">
      <dgm:prSet/>
      <dgm:spPr/>
      <dgm:t>
        <a:bodyPr/>
        <a:lstStyle/>
        <a:p>
          <a:endParaRPr lang="uk-UA"/>
        </a:p>
      </dgm:t>
    </dgm:pt>
    <dgm:pt modelId="{426DB9C0-20B9-4EC0-B63A-5BDF490BC34F}" type="sibTrans" cxnId="{33D0DD4E-6A1D-44A6-8B44-4F0AD55E34ED}">
      <dgm:prSet/>
      <dgm:spPr/>
      <dgm:t>
        <a:bodyPr/>
        <a:lstStyle/>
        <a:p>
          <a:endParaRPr lang="uk-UA"/>
        </a:p>
      </dgm:t>
    </dgm:pt>
    <dgm:pt modelId="{ED005741-A5E6-4BA2-A8A1-E46EACE717D4}">
      <dgm:prSet/>
      <dgm:spPr/>
      <dgm:t>
        <a:bodyPr/>
        <a:lstStyle/>
        <a:p>
          <a:r>
            <a:rPr lang="ru-RU" b="0" i="0"/>
            <a:t>І. Котляревському.</a:t>
          </a:r>
          <a:endParaRPr lang="uk-UA"/>
        </a:p>
      </dgm:t>
    </dgm:pt>
    <dgm:pt modelId="{B849C488-0C77-4AE7-A4CE-E4EDB44900B2}" type="parTrans" cxnId="{3457D89B-FCD3-4AC8-90E8-345082DE5F31}">
      <dgm:prSet/>
      <dgm:spPr/>
      <dgm:t>
        <a:bodyPr/>
        <a:lstStyle/>
        <a:p>
          <a:endParaRPr lang="uk-UA"/>
        </a:p>
      </dgm:t>
    </dgm:pt>
    <dgm:pt modelId="{90134E00-D3B7-4C7B-AA05-CE7728848759}" type="sibTrans" cxnId="{3457D89B-FCD3-4AC8-90E8-345082DE5F31}">
      <dgm:prSet/>
      <dgm:spPr/>
      <dgm:t>
        <a:bodyPr/>
        <a:lstStyle/>
        <a:p>
          <a:endParaRPr lang="uk-UA"/>
        </a:p>
      </dgm:t>
    </dgm:pt>
    <dgm:pt modelId="{138B1E72-8778-4ABA-BD66-2420D6201713}" type="pres">
      <dgm:prSet presAssocID="{480E4AD6-5FC8-422C-B5BE-8583EDB579F7}" presName="linearFlow" presStyleCnt="0">
        <dgm:presLayoutVars>
          <dgm:dir/>
          <dgm:resizeHandles val="exact"/>
        </dgm:presLayoutVars>
      </dgm:prSet>
      <dgm:spPr/>
    </dgm:pt>
    <dgm:pt modelId="{DBF85CD3-4614-4311-9390-8A039080F226}" type="pres">
      <dgm:prSet presAssocID="{65A6D97B-9F08-452B-ADD8-FC52E0984307}" presName="composite" presStyleCnt="0"/>
      <dgm:spPr/>
    </dgm:pt>
    <dgm:pt modelId="{FD66A48C-ED9B-4F79-99D6-3B3F6A0076E7}" type="pres">
      <dgm:prSet presAssocID="{65A6D97B-9F08-452B-ADD8-FC52E0984307}" presName="imgShp" presStyleLbl="fgImgPlace1" presStyleIdx="0" presStyleCnt="4"/>
      <dgm:spPr/>
    </dgm:pt>
    <dgm:pt modelId="{F9B67F27-39A5-4750-ADEA-4E58AC47318B}" type="pres">
      <dgm:prSet presAssocID="{65A6D97B-9F08-452B-ADD8-FC52E0984307}" presName="txShp" presStyleLbl="node1" presStyleIdx="0" presStyleCnt="4">
        <dgm:presLayoutVars>
          <dgm:bulletEnabled val="1"/>
        </dgm:presLayoutVars>
      </dgm:prSet>
      <dgm:spPr/>
    </dgm:pt>
    <dgm:pt modelId="{C1980CE6-1847-42B7-B5C5-29DEE7E44526}" type="pres">
      <dgm:prSet presAssocID="{884A18A0-8081-4830-B647-2B16BAC512ED}" presName="spacing" presStyleCnt="0"/>
      <dgm:spPr/>
    </dgm:pt>
    <dgm:pt modelId="{44925BC7-C591-486C-9798-D1E13A3CC133}" type="pres">
      <dgm:prSet presAssocID="{E8431816-0231-4FB1-902E-65DF5C4A5D82}" presName="composite" presStyleCnt="0"/>
      <dgm:spPr/>
    </dgm:pt>
    <dgm:pt modelId="{E2838A05-D3F8-4771-BEFB-496ECADB82F5}" type="pres">
      <dgm:prSet presAssocID="{E8431816-0231-4FB1-902E-65DF5C4A5D82}" presName="imgShp" presStyleLbl="fgImgPlace1" presStyleIdx="1" presStyleCnt="4"/>
      <dgm:spPr/>
    </dgm:pt>
    <dgm:pt modelId="{1CA46D97-CCB3-4FAB-BBC9-220D1CCE2863}" type="pres">
      <dgm:prSet presAssocID="{E8431816-0231-4FB1-902E-65DF5C4A5D82}" presName="txShp" presStyleLbl="node1" presStyleIdx="1" presStyleCnt="4">
        <dgm:presLayoutVars>
          <dgm:bulletEnabled val="1"/>
        </dgm:presLayoutVars>
      </dgm:prSet>
      <dgm:spPr/>
    </dgm:pt>
    <dgm:pt modelId="{5807637F-8E0A-4852-97DA-6CBEA057A0F2}" type="pres">
      <dgm:prSet presAssocID="{1BC105F7-1090-4638-8FBA-497B03FDBE94}" presName="spacing" presStyleCnt="0"/>
      <dgm:spPr/>
    </dgm:pt>
    <dgm:pt modelId="{1F8CFC83-E44B-432E-B05D-C66A7792C57F}" type="pres">
      <dgm:prSet presAssocID="{C22B61B1-1B40-4E52-BDF0-37D69CB6334B}" presName="composite" presStyleCnt="0"/>
      <dgm:spPr/>
    </dgm:pt>
    <dgm:pt modelId="{38246AAA-A329-40EE-B7D3-CE3FA3FD45B0}" type="pres">
      <dgm:prSet presAssocID="{C22B61B1-1B40-4E52-BDF0-37D69CB6334B}" presName="imgShp" presStyleLbl="fgImgPlace1" presStyleIdx="2" presStyleCnt="4"/>
      <dgm:spPr/>
    </dgm:pt>
    <dgm:pt modelId="{93E2CD52-9956-4F42-ABD2-94287D6DCDC8}" type="pres">
      <dgm:prSet presAssocID="{C22B61B1-1B40-4E52-BDF0-37D69CB6334B}" presName="txShp" presStyleLbl="node1" presStyleIdx="2" presStyleCnt="4">
        <dgm:presLayoutVars>
          <dgm:bulletEnabled val="1"/>
        </dgm:presLayoutVars>
      </dgm:prSet>
      <dgm:spPr/>
    </dgm:pt>
    <dgm:pt modelId="{607EC7C8-E444-4C1A-8C8B-283F5C7FB342}" type="pres">
      <dgm:prSet presAssocID="{426DB9C0-20B9-4EC0-B63A-5BDF490BC34F}" presName="spacing" presStyleCnt="0"/>
      <dgm:spPr/>
    </dgm:pt>
    <dgm:pt modelId="{F8959B77-9A70-477A-9940-5364C37F3CE5}" type="pres">
      <dgm:prSet presAssocID="{ED005741-A5E6-4BA2-A8A1-E46EACE717D4}" presName="composite" presStyleCnt="0"/>
      <dgm:spPr/>
    </dgm:pt>
    <dgm:pt modelId="{D2B6C487-4CC5-40E4-BFD7-32DAF617C0AE}" type="pres">
      <dgm:prSet presAssocID="{ED005741-A5E6-4BA2-A8A1-E46EACE717D4}" presName="imgShp" presStyleLbl="fgImgPlace1" presStyleIdx="3" presStyleCnt="4"/>
      <dgm:spPr/>
    </dgm:pt>
    <dgm:pt modelId="{C9CB4329-FEDA-435A-9E65-A3999E1FC0CD}" type="pres">
      <dgm:prSet presAssocID="{ED005741-A5E6-4BA2-A8A1-E46EACE717D4}" presName="txShp" presStyleLbl="node1" presStyleIdx="3" presStyleCnt="4">
        <dgm:presLayoutVars>
          <dgm:bulletEnabled val="1"/>
        </dgm:presLayoutVars>
      </dgm:prSet>
      <dgm:spPr/>
    </dgm:pt>
  </dgm:ptLst>
  <dgm:cxnLst>
    <dgm:cxn modelId="{D45B9227-B92A-4FBA-9C6B-B0DBDE01A709}" srcId="{480E4AD6-5FC8-422C-B5BE-8583EDB579F7}" destId="{E8431816-0231-4FB1-902E-65DF5C4A5D82}" srcOrd="1" destOrd="0" parTransId="{4E08905C-6728-4019-822C-A6035714EF8A}" sibTransId="{1BC105F7-1090-4638-8FBA-497B03FDBE94}"/>
    <dgm:cxn modelId="{E76D8330-074A-4241-8B00-D2606DD32FBA}" type="presOf" srcId="{E8431816-0231-4FB1-902E-65DF5C4A5D82}" destId="{1CA46D97-CCB3-4FAB-BBC9-220D1CCE2863}" srcOrd="0" destOrd="0" presId="urn:microsoft.com/office/officeart/2005/8/layout/vList3"/>
    <dgm:cxn modelId="{EC393F36-0D8B-4A26-8C5D-E14D4AE93A0B}" type="presOf" srcId="{65A6D97B-9F08-452B-ADD8-FC52E0984307}" destId="{F9B67F27-39A5-4750-ADEA-4E58AC47318B}" srcOrd="0" destOrd="0" presId="urn:microsoft.com/office/officeart/2005/8/layout/vList3"/>
    <dgm:cxn modelId="{EEFCD73F-670A-4507-8800-29A219BA65BD}" type="presOf" srcId="{C22B61B1-1B40-4E52-BDF0-37D69CB6334B}" destId="{93E2CD52-9956-4F42-ABD2-94287D6DCDC8}" srcOrd="0" destOrd="0" presId="urn:microsoft.com/office/officeart/2005/8/layout/vList3"/>
    <dgm:cxn modelId="{33D0DD4E-6A1D-44A6-8B44-4F0AD55E34ED}" srcId="{480E4AD6-5FC8-422C-B5BE-8583EDB579F7}" destId="{C22B61B1-1B40-4E52-BDF0-37D69CB6334B}" srcOrd="2" destOrd="0" parTransId="{EF7A212B-6F43-4F8F-B8B8-0BC0B4B9F11A}" sibTransId="{426DB9C0-20B9-4EC0-B63A-5BDF490BC34F}"/>
    <dgm:cxn modelId="{EEB90E77-C301-4E77-8CEA-58215CFF9D22}" type="presOf" srcId="{ED005741-A5E6-4BA2-A8A1-E46EACE717D4}" destId="{C9CB4329-FEDA-435A-9E65-A3999E1FC0CD}" srcOrd="0" destOrd="0" presId="urn:microsoft.com/office/officeart/2005/8/layout/vList3"/>
    <dgm:cxn modelId="{0292B059-9A2B-4999-BC88-D3FE81E50BED}" type="presOf" srcId="{480E4AD6-5FC8-422C-B5BE-8583EDB579F7}" destId="{138B1E72-8778-4ABA-BD66-2420D6201713}" srcOrd="0" destOrd="0" presId="urn:microsoft.com/office/officeart/2005/8/layout/vList3"/>
    <dgm:cxn modelId="{FFCEB19B-5926-4BCF-B935-5995B16F2BB9}" srcId="{480E4AD6-5FC8-422C-B5BE-8583EDB579F7}" destId="{65A6D97B-9F08-452B-ADD8-FC52E0984307}" srcOrd="0" destOrd="0" parTransId="{8A8D44E3-21D9-464E-82C8-CD924F27D7AB}" sibTransId="{884A18A0-8081-4830-B647-2B16BAC512ED}"/>
    <dgm:cxn modelId="{3457D89B-FCD3-4AC8-90E8-345082DE5F31}" srcId="{480E4AD6-5FC8-422C-B5BE-8583EDB579F7}" destId="{ED005741-A5E6-4BA2-A8A1-E46EACE717D4}" srcOrd="3" destOrd="0" parTransId="{B849C488-0C77-4AE7-A4CE-E4EDB44900B2}" sibTransId="{90134E00-D3B7-4C7B-AA05-CE7728848759}"/>
    <dgm:cxn modelId="{3F191646-79EF-4052-B650-2468EED6BE57}" type="presParOf" srcId="{138B1E72-8778-4ABA-BD66-2420D6201713}" destId="{DBF85CD3-4614-4311-9390-8A039080F226}" srcOrd="0" destOrd="0" presId="urn:microsoft.com/office/officeart/2005/8/layout/vList3"/>
    <dgm:cxn modelId="{86211F2C-8BB9-49E8-AAB5-163A9786F9E8}" type="presParOf" srcId="{DBF85CD3-4614-4311-9390-8A039080F226}" destId="{FD66A48C-ED9B-4F79-99D6-3B3F6A0076E7}" srcOrd="0" destOrd="0" presId="urn:microsoft.com/office/officeart/2005/8/layout/vList3"/>
    <dgm:cxn modelId="{E41B7423-0D09-4A6B-96D0-A91EDA15B9F4}" type="presParOf" srcId="{DBF85CD3-4614-4311-9390-8A039080F226}" destId="{F9B67F27-39A5-4750-ADEA-4E58AC47318B}" srcOrd="1" destOrd="0" presId="urn:microsoft.com/office/officeart/2005/8/layout/vList3"/>
    <dgm:cxn modelId="{7C05E2A6-EB41-4AF7-8408-501827801553}" type="presParOf" srcId="{138B1E72-8778-4ABA-BD66-2420D6201713}" destId="{C1980CE6-1847-42B7-B5C5-29DEE7E44526}" srcOrd="1" destOrd="0" presId="urn:microsoft.com/office/officeart/2005/8/layout/vList3"/>
    <dgm:cxn modelId="{2C0024DA-3FA6-4D7E-A2B0-6B1633B1CBD3}" type="presParOf" srcId="{138B1E72-8778-4ABA-BD66-2420D6201713}" destId="{44925BC7-C591-486C-9798-D1E13A3CC133}" srcOrd="2" destOrd="0" presId="urn:microsoft.com/office/officeart/2005/8/layout/vList3"/>
    <dgm:cxn modelId="{AA1A3181-213A-4736-A724-FDCA913CB172}" type="presParOf" srcId="{44925BC7-C591-486C-9798-D1E13A3CC133}" destId="{E2838A05-D3F8-4771-BEFB-496ECADB82F5}" srcOrd="0" destOrd="0" presId="urn:microsoft.com/office/officeart/2005/8/layout/vList3"/>
    <dgm:cxn modelId="{6346FBA4-1CD1-4876-94B8-F8CED49E89CA}" type="presParOf" srcId="{44925BC7-C591-486C-9798-D1E13A3CC133}" destId="{1CA46D97-CCB3-4FAB-BBC9-220D1CCE2863}" srcOrd="1" destOrd="0" presId="urn:microsoft.com/office/officeart/2005/8/layout/vList3"/>
    <dgm:cxn modelId="{98FB7BFE-FF55-4AD9-93BE-E27087CFAD04}" type="presParOf" srcId="{138B1E72-8778-4ABA-BD66-2420D6201713}" destId="{5807637F-8E0A-4852-97DA-6CBEA057A0F2}" srcOrd="3" destOrd="0" presId="urn:microsoft.com/office/officeart/2005/8/layout/vList3"/>
    <dgm:cxn modelId="{41294D45-1B90-43EA-BB6D-60C42697ADCB}" type="presParOf" srcId="{138B1E72-8778-4ABA-BD66-2420D6201713}" destId="{1F8CFC83-E44B-432E-B05D-C66A7792C57F}" srcOrd="4" destOrd="0" presId="urn:microsoft.com/office/officeart/2005/8/layout/vList3"/>
    <dgm:cxn modelId="{569167B9-864F-45A3-BA3F-C58B7214D43A}" type="presParOf" srcId="{1F8CFC83-E44B-432E-B05D-C66A7792C57F}" destId="{38246AAA-A329-40EE-B7D3-CE3FA3FD45B0}" srcOrd="0" destOrd="0" presId="urn:microsoft.com/office/officeart/2005/8/layout/vList3"/>
    <dgm:cxn modelId="{BD97D6AA-F75A-4220-94FC-E6EC77DFF889}" type="presParOf" srcId="{1F8CFC83-E44B-432E-B05D-C66A7792C57F}" destId="{93E2CD52-9956-4F42-ABD2-94287D6DCDC8}" srcOrd="1" destOrd="0" presId="urn:microsoft.com/office/officeart/2005/8/layout/vList3"/>
    <dgm:cxn modelId="{9E07E7D6-B2D7-4AC3-AE13-E48F06604F11}" type="presParOf" srcId="{138B1E72-8778-4ABA-BD66-2420D6201713}" destId="{607EC7C8-E444-4C1A-8C8B-283F5C7FB342}" srcOrd="5" destOrd="0" presId="urn:microsoft.com/office/officeart/2005/8/layout/vList3"/>
    <dgm:cxn modelId="{7553A876-22B6-45D7-A072-4F90A52D5A06}" type="presParOf" srcId="{138B1E72-8778-4ABA-BD66-2420D6201713}" destId="{F8959B77-9A70-477A-9940-5364C37F3CE5}" srcOrd="6" destOrd="0" presId="urn:microsoft.com/office/officeart/2005/8/layout/vList3"/>
    <dgm:cxn modelId="{BEC997BD-E057-4721-B234-33278F5555E8}" type="presParOf" srcId="{F8959B77-9A70-477A-9940-5364C37F3CE5}" destId="{D2B6C487-4CC5-40E4-BFD7-32DAF617C0AE}" srcOrd="0" destOrd="0" presId="urn:microsoft.com/office/officeart/2005/8/layout/vList3"/>
    <dgm:cxn modelId="{497653A9-6E4E-4E87-8A98-51EE12A9F8F1}" type="presParOf" srcId="{F8959B77-9A70-477A-9940-5364C37F3CE5}" destId="{C9CB4329-FEDA-435A-9E65-A3999E1FC0C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C1BCBDF0-3F7B-4CFF-826C-9B95064132DE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7234010-D207-4942-89F9-0D31E0BA1D74}">
      <dgm:prSet/>
      <dgm:spPr/>
      <dgm:t>
        <a:bodyPr/>
        <a:lstStyle/>
        <a:p>
          <a:r>
            <a:rPr lang="ru-RU" b="0" i="0"/>
            <a:t>«Сад божественних пісень» Г. Сковороди</a:t>
          </a:r>
          <a:endParaRPr lang="uk-UA"/>
        </a:p>
      </dgm:t>
    </dgm:pt>
    <dgm:pt modelId="{B5089540-E1DA-41A0-8FF2-57F771CD7F17}" type="parTrans" cxnId="{E21E9288-E8EE-4F21-BC13-E433BB6E5A9E}">
      <dgm:prSet/>
      <dgm:spPr/>
      <dgm:t>
        <a:bodyPr/>
        <a:lstStyle/>
        <a:p>
          <a:endParaRPr lang="uk-UA"/>
        </a:p>
      </dgm:t>
    </dgm:pt>
    <dgm:pt modelId="{6413EC8B-A61E-4731-9B8B-367B895E6C6B}" type="sibTrans" cxnId="{E21E9288-E8EE-4F21-BC13-E433BB6E5A9E}">
      <dgm:prSet/>
      <dgm:spPr/>
      <dgm:t>
        <a:bodyPr/>
        <a:lstStyle/>
        <a:p>
          <a:endParaRPr lang="uk-UA"/>
        </a:p>
      </dgm:t>
    </dgm:pt>
    <dgm:pt modelId="{BF813963-67DD-4BF1-AFE8-9358E846B77E}">
      <dgm:prSet/>
      <dgm:spPr/>
      <dgm:t>
        <a:bodyPr/>
        <a:lstStyle/>
        <a:p>
          <a:r>
            <a:rPr lang="ru-RU" b="0" i="0"/>
            <a:t>«Енеїда» І. Котляревського</a:t>
          </a:r>
          <a:endParaRPr lang="uk-UA"/>
        </a:p>
      </dgm:t>
    </dgm:pt>
    <dgm:pt modelId="{A1D718ED-F0BA-4AFE-9EFB-3A314B4073CB}" type="parTrans" cxnId="{1894968D-3A02-473F-BC54-1240790FEEC0}">
      <dgm:prSet/>
      <dgm:spPr/>
      <dgm:t>
        <a:bodyPr/>
        <a:lstStyle/>
        <a:p>
          <a:endParaRPr lang="uk-UA"/>
        </a:p>
      </dgm:t>
    </dgm:pt>
    <dgm:pt modelId="{21489BAE-0D61-45A4-8D3D-20F8C92A70E7}" type="sibTrans" cxnId="{1894968D-3A02-473F-BC54-1240790FEEC0}">
      <dgm:prSet/>
      <dgm:spPr/>
      <dgm:t>
        <a:bodyPr/>
        <a:lstStyle/>
        <a:p>
          <a:endParaRPr lang="uk-UA"/>
        </a:p>
      </dgm:t>
    </dgm:pt>
    <dgm:pt modelId="{EB18BFB6-B4B3-49FB-BE98-C1500BE1EBEF}">
      <dgm:prSet/>
      <dgm:spPr/>
      <dgm:t>
        <a:bodyPr/>
        <a:lstStyle/>
        <a:p>
          <a:r>
            <a:rPr lang="ru-RU" b="0" i="0"/>
            <a:t>«Кобзар» Т. Шевченка</a:t>
          </a:r>
          <a:endParaRPr lang="uk-UA"/>
        </a:p>
      </dgm:t>
    </dgm:pt>
    <dgm:pt modelId="{A0FAD425-5CEF-4C70-AC0F-E389340D9A6D}" type="parTrans" cxnId="{78AFAD88-B4DA-42A8-86D3-9A5FA1220133}">
      <dgm:prSet/>
      <dgm:spPr/>
      <dgm:t>
        <a:bodyPr/>
        <a:lstStyle/>
        <a:p>
          <a:endParaRPr lang="uk-UA"/>
        </a:p>
      </dgm:t>
    </dgm:pt>
    <dgm:pt modelId="{35E0EA22-CEB4-400C-8227-0CA0CB184035}" type="sibTrans" cxnId="{78AFAD88-B4DA-42A8-86D3-9A5FA1220133}">
      <dgm:prSet/>
      <dgm:spPr/>
      <dgm:t>
        <a:bodyPr/>
        <a:lstStyle/>
        <a:p>
          <a:endParaRPr lang="uk-UA"/>
        </a:p>
      </dgm:t>
    </dgm:pt>
    <dgm:pt modelId="{FDF7D9E1-9779-4868-83EE-F263A4BA6E74}">
      <dgm:prSet/>
      <dgm:spPr/>
      <dgm:t>
        <a:bodyPr/>
        <a:lstStyle/>
        <a:p>
          <a:r>
            <a:rPr lang="ru-RU" b="0" i="0"/>
            <a:t>«Запорожець за Дунаєм» С. Гулака-Артемовського</a:t>
          </a:r>
          <a:endParaRPr lang="uk-UA"/>
        </a:p>
      </dgm:t>
    </dgm:pt>
    <dgm:pt modelId="{38D6E59B-FCE7-4A45-9244-55487C8C62D9}" type="parTrans" cxnId="{84B6AD49-228A-47DA-9962-221B5EC25DA9}">
      <dgm:prSet/>
      <dgm:spPr/>
      <dgm:t>
        <a:bodyPr/>
        <a:lstStyle/>
        <a:p>
          <a:endParaRPr lang="uk-UA"/>
        </a:p>
      </dgm:t>
    </dgm:pt>
    <dgm:pt modelId="{696467EF-1BDF-4477-969F-A0782DE85B2A}" type="sibTrans" cxnId="{84B6AD49-228A-47DA-9962-221B5EC25DA9}">
      <dgm:prSet/>
      <dgm:spPr/>
      <dgm:t>
        <a:bodyPr/>
        <a:lstStyle/>
        <a:p>
          <a:endParaRPr lang="uk-UA"/>
        </a:p>
      </dgm:t>
    </dgm:pt>
    <dgm:pt modelId="{7055B02C-4E3A-444D-943D-165F7E5C2B49}" type="pres">
      <dgm:prSet presAssocID="{C1BCBDF0-3F7B-4CFF-826C-9B95064132DE}" presName="Name0" presStyleCnt="0">
        <dgm:presLayoutVars>
          <dgm:chMax val="7"/>
          <dgm:chPref val="7"/>
          <dgm:dir/>
        </dgm:presLayoutVars>
      </dgm:prSet>
      <dgm:spPr/>
    </dgm:pt>
    <dgm:pt modelId="{D15E0DBF-C30A-4332-8FA6-032C491F88D4}" type="pres">
      <dgm:prSet presAssocID="{C1BCBDF0-3F7B-4CFF-826C-9B95064132DE}" presName="Name1" presStyleCnt="0"/>
      <dgm:spPr/>
    </dgm:pt>
    <dgm:pt modelId="{D0849324-0BA2-4B03-9BEA-BC176652917D}" type="pres">
      <dgm:prSet presAssocID="{C1BCBDF0-3F7B-4CFF-826C-9B95064132DE}" presName="cycle" presStyleCnt="0"/>
      <dgm:spPr/>
    </dgm:pt>
    <dgm:pt modelId="{A02BDFCA-92A7-421C-9291-9AA13CC2DC0C}" type="pres">
      <dgm:prSet presAssocID="{C1BCBDF0-3F7B-4CFF-826C-9B95064132DE}" presName="srcNode" presStyleLbl="node1" presStyleIdx="0" presStyleCnt="4"/>
      <dgm:spPr/>
    </dgm:pt>
    <dgm:pt modelId="{78B68AAA-55B7-4DA8-847B-8EF7DD6EC54B}" type="pres">
      <dgm:prSet presAssocID="{C1BCBDF0-3F7B-4CFF-826C-9B95064132DE}" presName="conn" presStyleLbl="parChTrans1D2" presStyleIdx="0" presStyleCnt="1"/>
      <dgm:spPr/>
    </dgm:pt>
    <dgm:pt modelId="{4715ED97-E16A-437A-8A7A-47AA35AF84AF}" type="pres">
      <dgm:prSet presAssocID="{C1BCBDF0-3F7B-4CFF-826C-9B95064132DE}" presName="extraNode" presStyleLbl="node1" presStyleIdx="0" presStyleCnt="4"/>
      <dgm:spPr/>
    </dgm:pt>
    <dgm:pt modelId="{E29EB93E-589A-4354-B267-9E2D3522DF40}" type="pres">
      <dgm:prSet presAssocID="{C1BCBDF0-3F7B-4CFF-826C-9B95064132DE}" presName="dstNode" presStyleLbl="node1" presStyleIdx="0" presStyleCnt="4"/>
      <dgm:spPr/>
    </dgm:pt>
    <dgm:pt modelId="{7F5F5329-A72E-4CF1-908D-ECD1712E6DEE}" type="pres">
      <dgm:prSet presAssocID="{D7234010-D207-4942-89F9-0D31E0BA1D74}" presName="text_1" presStyleLbl="node1" presStyleIdx="0" presStyleCnt="4">
        <dgm:presLayoutVars>
          <dgm:bulletEnabled val="1"/>
        </dgm:presLayoutVars>
      </dgm:prSet>
      <dgm:spPr/>
    </dgm:pt>
    <dgm:pt modelId="{11BFA67F-2A66-4E67-8DBD-BE94340F4E60}" type="pres">
      <dgm:prSet presAssocID="{D7234010-D207-4942-89F9-0D31E0BA1D74}" presName="accent_1" presStyleCnt="0"/>
      <dgm:spPr/>
    </dgm:pt>
    <dgm:pt modelId="{5E8F4B18-8607-4F6C-A051-3F06BC342398}" type="pres">
      <dgm:prSet presAssocID="{D7234010-D207-4942-89F9-0D31E0BA1D74}" presName="accentRepeatNode" presStyleLbl="solidFgAcc1" presStyleIdx="0" presStyleCnt="4"/>
      <dgm:spPr/>
    </dgm:pt>
    <dgm:pt modelId="{3E598FEF-F9E2-4917-8302-7E6A94D7C9B0}" type="pres">
      <dgm:prSet presAssocID="{BF813963-67DD-4BF1-AFE8-9358E846B77E}" presName="text_2" presStyleLbl="node1" presStyleIdx="1" presStyleCnt="4">
        <dgm:presLayoutVars>
          <dgm:bulletEnabled val="1"/>
        </dgm:presLayoutVars>
      </dgm:prSet>
      <dgm:spPr/>
    </dgm:pt>
    <dgm:pt modelId="{0539E913-402B-4840-BE8E-620B1B85D68A}" type="pres">
      <dgm:prSet presAssocID="{BF813963-67DD-4BF1-AFE8-9358E846B77E}" presName="accent_2" presStyleCnt="0"/>
      <dgm:spPr/>
    </dgm:pt>
    <dgm:pt modelId="{668BD0FB-BB56-470A-9A44-FDBEB8D81042}" type="pres">
      <dgm:prSet presAssocID="{BF813963-67DD-4BF1-AFE8-9358E846B77E}" presName="accentRepeatNode" presStyleLbl="solidFgAcc1" presStyleIdx="1" presStyleCnt="4"/>
      <dgm:spPr/>
    </dgm:pt>
    <dgm:pt modelId="{3C487DEC-E648-44C3-8D6F-3D3F8EAC54C8}" type="pres">
      <dgm:prSet presAssocID="{EB18BFB6-B4B3-49FB-BE98-C1500BE1EBEF}" presName="text_3" presStyleLbl="node1" presStyleIdx="2" presStyleCnt="4">
        <dgm:presLayoutVars>
          <dgm:bulletEnabled val="1"/>
        </dgm:presLayoutVars>
      </dgm:prSet>
      <dgm:spPr/>
    </dgm:pt>
    <dgm:pt modelId="{74E00E6A-315F-46C9-A882-5A8380F55460}" type="pres">
      <dgm:prSet presAssocID="{EB18BFB6-B4B3-49FB-BE98-C1500BE1EBEF}" presName="accent_3" presStyleCnt="0"/>
      <dgm:spPr/>
    </dgm:pt>
    <dgm:pt modelId="{88B040C4-4C5B-486E-8D04-0BB43DA94B14}" type="pres">
      <dgm:prSet presAssocID="{EB18BFB6-B4B3-49FB-BE98-C1500BE1EBEF}" presName="accentRepeatNode" presStyleLbl="solidFgAcc1" presStyleIdx="2" presStyleCnt="4"/>
      <dgm:spPr/>
    </dgm:pt>
    <dgm:pt modelId="{753B06D5-D16B-4EC6-9EC4-A0553847B273}" type="pres">
      <dgm:prSet presAssocID="{FDF7D9E1-9779-4868-83EE-F263A4BA6E74}" presName="text_4" presStyleLbl="node1" presStyleIdx="3" presStyleCnt="4">
        <dgm:presLayoutVars>
          <dgm:bulletEnabled val="1"/>
        </dgm:presLayoutVars>
      </dgm:prSet>
      <dgm:spPr/>
    </dgm:pt>
    <dgm:pt modelId="{4BB78F8A-C937-4ECB-8EF0-C3812FE66516}" type="pres">
      <dgm:prSet presAssocID="{FDF7D9E1-9779-4868-83EE-F263A4BA6E74}" presName="accent_4" presStyleCnt="0"/>
      <dgm:spPr/>
    </dgm:pt>
    <dgm:pt modelId="{713FE4C6-CB3D-44D8-8B28-FD581106AEB8}" type="pres">
      <dgm:prSet presAssocID="{FDF7D9E1-9779-4868-83EE-F263A4BA6E74}" presName="accentRepeatNode" presStyleLbl="solidFgAcc1" presStyleIdx="3" presStyleCnt="4"/>
      <dgm:spPr/>
    </dgm:pt>
  </dgm:ptLst>
  <dgm:cxnLst>
    <dgm:cxn modelId="{21786247-00FE-4D57-93C9-0DB80A280134}" type="presOf" srcId="{FDF7D9E1-9779-4868-83EE-F263A4BA6E74}" destId="{753B06D5-D16B-4EC6-9EC4-A0553847B273}" srcOrd="0" destOrd="0" presId="urn:microsoft.com/office/officeart/2008/layout/VerticalCurvedList"/>
    <dgm:cxn modelId="{84B6AD49-228A-47DA-9962-221B5EC25DA9}" srcId="{C1BCBDF0-3F7B-4CFF-826C-9B95064132DE}" destId="{FDF7D9E1-9779-4868-83EE-F263A4BA6E74}" srcOrd="3" destOrd="0" parTransId="{38D6E59B-FCE7-4A45-9244-55487C8C62D9}" sibTransId="{696467EF-1BDF-4477-969F-A0782DE85B2A}"/>
    <dgm:cxn modelId="{0C46CB53-FF6A-430D-9355-17592F22F3D9}" type="presOf" srcId="{D7234010-D207-4942-89F9-0D31E0BA1D74}" destId="{7F5F5329-A72E-4CF1-908D-ECD1712E6DEE}" srcOrd="0" destOrd="0" presId="urn:microsoft.com/office/officeart/2008/layout/VerticalCurvedList"/>
    <dgm:cxn modelId="{E21E9288-E8EE-4F21-BC13-E433BB6E5A9E}" srcId="{C1BCBDF0-3F7B-4CFF-826C-9B95064132DE}" destId="{D7234010-D207-4942-89F9-0D31E0BA1D74}" srcOrd="0" destOrd="0" parTransId="{B5089540-E1DA-41A0-8FF2-57F771CD7F17}" sibTransId="{6413EC8B-A61E-4731-9B8B-367B895E6C6B}"/>
    <dgm:cxn modelId="{78AFAD88-B4DA-42A8-86D3-9A5FA1220133}" srcId="{C1BCBDF0-3F7B-4CFF-826C-9B95064132DE}" destId="{EB18BFB6-B4B3-49FB-BE98-C1500BE1EBEF}" srcOrd="2" destOrd="0" parTransId="{A0FAD425-5CEF-4C70-AC0F-E389340D9A6D}" sibTransId="{35E0EA22-CEB4-400C-8227-0CA0CB184035}"/>
    <dgm:cxn modelId="{1894968D-3A02-473F-BC54-1240790FEEC0}" srcId="{C1BCBDF0-3F7B-4CFF-826C-9B95064132DE}" destId="{BF813963-67DD-4BF1-AFE8-9358E846B77E}" srcOrd="1" destOrd="0" parTransId="{A1D718ED-F0BA-4AFE-9EFB-3A314B4073CB}" sibTransId="{21489BAE-0D61-45A4-8D3D-20F8C92A70E7}"/>
    <dgm:cxn modelId="{2CB3EB8F-82FB-4CBC-BE01-E9C9660CE8DE}" type="presOf" srcId="{6413EC8B-A61E-4731-9B8B-367B895E6C6B}" destId="{78B68AAA-55B7-4DA8-847B-8EF7DD6EC54B}" srcOrd="0" destOrd="0" presId="urn:microsoft.com/office/officeart/2008/layout/VerticalCurvedList"/>
    <dgm:cxn modelId="{299CBFE1-3FA5-4821-985D-1FED188466A1}" type="presOf" srcId="{BF813963-67DD-4BF1-AFE8-9358E846B77E}" destId="{3E598FEF-F9E2-4917-8302-7E6A94D7C9B0}" srcOrd="0" destOrd="0" presId="urn:microsoft.com/office/officeart/2008/layout/VerticalCurvedList"/>
    <dgm:cxn modelId="{47ABBCF1-E892-464A-8083-0F107BC9592B}" type="presOf" srcId="{C1BCBDF0-3F7B-4CFF-826C-9B95064132DE}" destId="{7055B02C-4E3A-444D-943D-165F7E5C2B49}" srcOrd="0" destOrd="0" presId="urn:microsoft.com/office/officeart/2008/layout/VerticalCurvedList"/>
    <dgm:cxn modelId="{5195FDFF-7F9A-4D2C-8C5B-5B6DFE98E285}" type="presOf" srcId="{EB18BFB6-B4B3-49FB-BE98-C1500BE1EBEF}" destId="{3C487DEC-E648-44C3-8D6F-3D3F8EAC54C8}" srcOrd="0" destOrd="0" presId="urn:microsoft.com/office/officeart/2008/layout/VerticalCurvedList"/>
    <dgm:cxn modelId="{2E84E7F7-3E90-479F-8170-12D31D08E42C}" type="presParOf" srcId="{7055B02C-4E3A-444D-943D-165F7E5C2B49}" destId="{D15E0DBF-C30A-4332-8FA6-032C491F88D4}" srcOrd="0" destOrd="0" presId="urn:microsoft.com/office/officeart/2008/layout/VerticalCurvedList"/>
    <dgm:cxn modelId="{E2368398-51BA-4B38-B01A-79912C43F0C1}" type="presParOf" srcId="{D15E0DBF-C30A-4332-8FA6-032C491F88D4}" destId="{D0849324-0BA2-4B03-9BEA-BC176652917D}" srcOrd="0" destOrd="0" presId="urn:microsoft.com/office/officeart/2008/layout/VerticalCurvedList"/>
    <dgm:cxn modelId="{6ECA81FF-F400-4738-A33E-7CE4425DE553}" type="presParOf" srcId="{D0849324-0BA2-4B03-9BEA-BC176652917D}" destId="{A02BDFCA-92A7-421C-9291-9AA13CC2DC0C}" srcOrd="0" destOrd="0" presId="urn:microsoft.com/office/officeart/2008/layout/VerticalCurvedList"/>
    <dgm:cxn modelId="{FD737597-9A26-4209-9A5F-6EBB9F8BFD75}" type="presParOf" srcId="{D0849324-0BA2-4B03-9BEA-BC176652917D}" destId="{78B68AAA-55B7-4DA8-847B-8EF7DD6EC54B}" srcOrd="1" destOrd="0" presId="urn:microsoft.com/office/officeart/2008/layout/VerticalCurvedList"/>
    <dgm:cxn modelId="{56A6073D-D572-4013-BDE6-70F6D2C593D3}" type="presParOf" srcId="{D0849324-0BA2-4B03-9BEA-BC176652917D}" destId="{4715ED97-E16A-437A-8A7A-47AA35AF84AF}" srcOrd="2" destOrd="0" presId="urn:microsoft.com/office/officeart/2008/layout/VerticalCurvedList"/>
    <dgm:cxn modelId="{FA031AA3-A9B9-40A2-A36F-5F269E21C0C0}" type="presParOf" srcId="{D0849324-0BA2-4B03-9BEA-BC176652917D}" destId="{E29EB93E-589A-4354-B267-9E2D3522DF40}" srcOrd="3" destOrd="0" presId="urn:microsoft.com/office/officeart/2008/layout/VerticalCurvedList"/>
    <dgm:cxn modelId="{680761C7-96D2-4A6A-938F-573BA9E861FB}" type="presParOf" srcId="{D15E0DBF-C30A-4332-8FA6-032C491F88D4}" destId="{7F5F5329-A72E-4CF1-908D-ECD1712E6DEE}" srcOrd="1" destOrd="0" presId="urn:microsoft.com/office/officeart/2008/layout/VerticalCurvedList"/>
    <dgm:cxn modelId="{6C3F84D7-BA61-4742-BF27-4E59382F529F}" type="presParOf" srcId="{D15E0DBF-C30A-4332-8FA6-032C491F88D4}" destId="{11BFA67F-2A66-4E67-8DBD-BE94340F4E60}" srcOrd="2" destOrd="0" presId="urn:microsoft.com/office/officeart/2008/layout/VerticalCurvedList"/>
    <dgm:cxn modelId="{CBF3A3D8-B17D-4CFA-9F0F-F8C25356BB0F}" type="presParOf" srcId="{11BFA67F-2A66-4E67-8DBD-BE94340F4E60}" destId="{5E8F4B18-8607-4F6C-A051-3F06BC342398}" srcOrd="0" destOrd="0" presId="urn:microsoft.com/office/officeart/2008/layout/VerticalCurvedList"/>
    <dgm:cxn modelId="{215377BF-4087-436D-A88E-4288865227C3}" type="presParOf" srcId="{D15E0DBF-C30A-4332-8FA6-032C491F88D4}" destId="{3E598FEF-F9E2-4917-8302-7E6A94D7C9B0}" srcOrd="3" destOrd="0" presId="urn:microsoft.com/office/officeart/2008/layout/VerticalCurvedList"/>
    <dgm:cxn modelId="{C3A09A1B-89B4-4087-9F73-932BD7B0FE44}" type="presParOf" srcId="{D15E0DBF-C30A-4332-8FA6-032C491F88D4}" destId="{0539E913-402B-4840-BE8E-620B1B85D68A}" srcOrd="4" destOrd="0" presId="urn:microsoft.com/office/officeart/2008/layout/VerticalCurvedList"/>
    <dgm:cxn modelId="{DEAE2FB7-E72B-41A6-B806-23F860B1CDF3}" type="presParOf" srcId="{0539E913-402B-4840-BE8E-620B1B85D68A}" destId="{668BD0FB-BB56-470A-9A44-FDBEB8D81042}" srcOrd="0" destOrd="0" presId="urn:microsoft.com/office/officeart/2008/layout/VerticalCurvedList"/>
    <dgm:cxn modelId="{2AC6D2EB-64B1-465D-A461-4A180EBE33B0}" type="presParOf" srcId="{D15E0DBF-C30A-4332-8FA6-032C491F88D4}" destId="{3C487DEC-E648-44C3-8D6F-3D3F8EAC54C8}" srcOrd="5" destOrd="0" presId="urn:microsoft.com/office/officeart/2008/layout/VerticalCurvedList"/>
    <dgm:cxn modelId="{B446FFEC-4D4C-4673-8301-7E06277363AB}" type="presParOf" srcId="{D15E0DBF-C30A-4332-8FA6-032C491F88D4}" destId="{74E00E6A-315F-46C9-A882-5A8380F55460}" srcOrd="6" destOrd="0" presId="urn:microsoft.com/office/officeart/2008/layout/VerticalCurvedList"/>
    <dgm:cxn modelId="{2DB33513-EE94-460E-96B6-ADDBF00D098D}" type="presParOf" srcId="{74E00E6A-315F-46C9-A882-5A8380F55460}" destId="{88B040C4-4C5B-486E-8D04-0BB43DA94B14}" srcOrd="0" destOrd="0" presId="urn:microsoft.com/office/officeart/2008/layout/VerticalCurvedList"/>
    <dgm:cxn modelId="{918CD8AA-9A6B-494A-A842-F46140F57927}" type="presParOf" srcId="{D15E0DBF-C30A-4332-8FA6-032C491F88D4}" destId="{753B06D5-D16B-4EC6-9EC4-A0553847B273}" srcOrd="7" destOrd="0" presId="urn:microsoft.com/office/officeart/2008/layout/VerticalCurvedList"/>
    <dgm:cxn modelId="{7C01632F-D6A8-4E12-B167-583897C57D46}" type="presParOf" srcId="{D15E0DBF-C30A-4332-8FA6-032C491F88D4}" destId="{4BB78F8A-C937-4ECB-8EF0-C3812FE66516}" srcOrd="8" destOrd="0" presId="urn:microsoft.com/office/officeart/2008/layout/VerticalCurvedList"/>
    <dgm:cxn modelId="{EB382702-6307-44C8-BAEA-9FB996094132}" type="presParOf" srcId="{4BB78F8A-C937-4ECB-8EF0-C3812FE66516}" destId="{713FE4C6-CB3D-44D8-8B28-FD581106AEB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862F1AEF-A9A2-4FB9-B8E1-2454545CBC2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4BBAE8E-CE5D-4F44-8622-C664424FF910}">
      <dgm:prSet/>
      <dgm:spPr/>
      <dgm:t>
        <a:bodyPr/>
        <a:lstStyle/>
        <a:p>
          <a:r>
            <a:rPr lang="uk-UA" b="0" i="0"/>
            <a:t>українського національного відродження.</a:t>
          </a:r>
          <a:endParaRPr lang="uk-UA"/>
        </a:p>
      </dgm:t>
    </dgm:pt>
    <dgm:pt modelId="{F1144B35-ADFA-4FC7-B542-0D255423A3B7}" type="parTrans" cxnId="{021A4AE1-D37D-440A-A7AE-A0023F0F12D0}">
      <dgm:prSet/>
      <dgm:spPr/>
      <dgm:t>
        <a:bodyPr/>
        <a:lstStyle/>
        <a:p>
          <a:endParaRPr lang="uk-UA"/>
        </a:p>
      </dgm:t>
    </dgm:pt>
    <dgm:pt modelId="{71242F06-C397-4D2E-A159-F310E31B2C8A}" type="sibTrans" cxnId="{021A4AE1-D37D-440A-A7AE-A0023F0F12D0}">
      <dgm:prSet/>
      <dgm:spPr/>
      <dgm:t>
        <a:bodyPr/>
        <a:lstStyle/>
        <a:p>
          <a:endParaRPr lang="uk-UA"/>
        </a:p>
      </dgm:t>
    </dgm:pt>
    <dgm:pt modelId="{3EA305BA-8A9B-47F4-A928-1318428C8443}">
      <dgm:prSet/>
      <dgm:spPr/>
      <dgm:t>
        <a:bodyPr/>
        <a:lstStyle/>
        <a:p>
          <a:r>
            <a:rPr lang="uk-UA" b="0" i="0"/>
            <a:t>політизації українського руху.</a:t>
          </a:r>
          <a:endParaRPr lang="uk-UA"/>
        </a:p>
      </dgm:t>
    </dgm:pt>
    <dgm:pt modelId="{7E7C1BBA-8D09-415C-BA50-1766ADF2D4B9}" type="parTrans" cxnId="{4D15D3EA-1502-4508-999E-85D28129F9E4}">
      <dgm:prSet/>
      <dgm:spPr/>
      <dgm:t>
        <a:bodyPr/>
        <a:lstStyle/>
        <a:p>
          <a:endParaRPr lang="uk-UA"/>
        </a:p>
      </dgm:t>
    </dgm:pt>
    <dgm:pt modelId="{02578F81-3BDE-43EB-A6BC-CE2A3391B2F5}" type="sibTrans" cxnId="{4D15D3EA-1502-4508-999E-85D28129F9E4}">
      <dgm:prSet/>
      <dgm:spPr/>
      <dgm:t>
        <a:bodyPr/>
        <a:lstStyle/>
        <a:p>
          <a:endParaRPr lang="uk-UA"/>
        </a:p>
      </dgm:t>
    </dgm:pt>
    <dgm:pt modelId="{90E0916D-2CA0-46A4-9C55-97BA005C5C2F}">
      <dgm:prSet/>
      <dgm:spPr/>
      <dgm:t>
        <a:bodyPr/>
        <a:lstStyle/>
        <a:p>
          <a:r>
            <a:rPr lang="uk-UA" b="0" i="0"/>
            <a:t>формування полемічної літератури.</a:t>
          </a:r>
          <a:endParaRPr lang="uk-UA"/>
        </a:p>
      </dgm:t>
    </dgm:pt>
    <dgm:pt modelId="{D00C0804-836D-4622-8616-9C34A040AC76}" type="parTrans" cxnId="{F91277C9-0EA7-4952-A540-7235440B4D6D}">
      <dgm:prSet/>
      <dgm:spPr/>
      <dgm:t>
        <a:bodyPr/>
        <a:lstStyle/>
        <a:p>
          <a:endParaRPr lang="uk-UA"/>
        </a:p>
      </dgm:t>
    </dgm:pt>
    <dgm:pt modelId="{B148EC10-FC25-4B08-AEA6-CC6D07E0CE09}" type="sibTrans" cxnId="{F91277C9-0EA7-4952-A540-7235440B4D6D}">
      <dgm:prSet/>
      <dgm:spPr/>
      <dgm:t>
        <a:bodyPr/>
        <a:lstStyle/>
        <a:p>
          <a:endParaRPr lang="uk-UA"/>
        </a:p>
      </dgm:t>
    </dgm:pt>
    <dgm:pt modelId="{3ABF6805-DFAB-4A85-8D1A-9B01E6E431C5}">
      <dgm:prSet/>
      <dgm:spPr/>
      <dgm:t>
        <a:bodyPr/>
        <a:lstStyle/>
        <a:p>
          <a:r>
            <a:rPr lang="uk-UA" b="0" i="0"/>
            <a:t>«нової ери» українсько-польських відносин.</a:t>
          </a:r>
          <a:endParaRPr lang="uk-UA"/>
        </a:p>
      </dgm:t>
    </dgm:pt>
    <dgm:pt modelId="{90CE5424-9C19-41DF-BE03-B02D9404B007}" type="parTrans" cxnId="{2A3EB42B-0E60-4569-BD9F-4EAE02206287}">
      <dgm:prSet/>
      <dgm:spPr/>
      <dgm:t>
        <a:bodyPr/>
        <a:lstStyle/>
        <a:p>
          <a:endParaRPr lang="uk-UA"/>
        </a:p>
      </dgm:t>
    </dgm:pt>
    <dgm:pt modelId="{4DCC70BB-4912-4246-84CE-07B2C5722531}" type="sibTrans" cxnId="{2A3EB42B-0E60-4569-BD9F-4EAE02206287}">
      <dgm:prSet/>
      <dgm:spPr/>
      <dgm:t>
        <a:bodyPr/>
        <a:lstStyle/>
        <a:p>
          <a:endParaRPr lang="uk-UA"/>
        </a:p>
      </dgm:t>
    </dgm:pt>
    <dgm:pt modelId="{AE8136B6-3F48-408D-B1E6-B71112297C06}" type="pres">
      <dgm:prSet presAssocID="{862F1AEF-A9A2-4FB9-B8E1-2454545CBC26}" presName="linear" presStyleCnt="0">
        <dgm:presLayoutVars>
          <dgm:animLvl val="lvl"/>
          <dgm:resizeHandles val="exact"/>
        </dgm:presLayoutVars>
      </dgm:prSet>
      <dgm:spPr/>
    </dgm:pt>
    <dgm:pt modelId="{87983D8B-9BF7-47B5-B81B-AAEFB9C69920}" type="pres">
      <dgm:prSet presAssocID="{54BBAE8E-CE5D-4F44-8622-C664424FF91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6685048-EDC3-43B3-946A-1224172E7C73}" type="pres">
      <dgm:prSet presAssocID="{71242F06-C397-4D2E-A159-F310E31B2C8A}" presName="spacer" presStyleCnt="0"/>
      <dgm:spPr/>
    </dgm:pt>
    <dgm:pt modelId="{A25542FF-AA05-44E1-8A9B-4C790658771D}" type="pres">
      <dgm:prSet presAssocID="{3EA305BA-8A9B-47F4-A928-1318428C844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3B06697-F258-426F-8C15-E84D010B8017}" type="pres">
      <dgm:prSet presAssocID="{02578F81-3BDE-43EB-A6BC-CE2A3391B2F5}" presName="spacer" presStyleCnt="0"/>
      <dgm:spPr/>
    </dgm:pt>
    <dgm:pt modelId="{BF20FF2A-8085-450D-8399-0201E27D0567}" type="pres">
      <dgm:prSet presAssocID="{90E0916D-2CA0-46A4-9C55-97BA005C5C2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8C67E33-31DF-468C-8B99-6AF713AB9FAA}" type="pres">
      <dgm:prSet presAssocID="{B148EC10-FC25-4B08-AEA6-CC6D07E0CE09}" presName="spacer" presStyleCnt="0"/>
      <dgm:spPr/>
    </dgm:pt>
    <dgm:pt modelId="{3EE99DAA-F1EA-4BB3-8CFE-7AF3304DD967}" type="pres">
      <dgm:prSet presAssocID="{3ABF6805-DFAB-4A85-8D1A-9B01E6E431C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BC2370F-ED66-4888-AA41-3659EBE760CE}" type="presOf" srcId="{862F1AEF-A9A2-4FB9-B8E1-2454545CBC26}" destId="{AE8136B6-3F48-408D-B1E6-B71112297C06}" srcOrd="0" destOrd="0" presId="urn:microsoft.com/office/officeart/2005/8/layout/vList2"/>
    <dgm:cxn modelId="{C8477E11-2733-4225-A043-F3F6481FD5A7}" type="presOf" srcId="{54BBAE8E-CE5D-4F44-8622-C664424FF910}" destId="{87983D8B-9BF7-47B5-B81B-AAEFB9C69920}" srcOrd="0" destOrd="0" presId="urn:microsoft.com/office/officeart/2005/8/layout/vList2"/>
    <dgm:cxn modelId="{2A3EB42B-0E60-4569-BD9F-4EAE02206287}" srcId="{862F1AEF-A9A2-4FB9-B8E1-2454545CBC26}" destId="{3ABF6805-DFAB-4A85-8D1A-9B01E6E431C5}" srcOrd="3" destOrd="0" parTransId="{90CE5424-9C19-41DF-BE03-B02D9404B007}" sibTransId="{4DCC70BB-4912-4246-84CE-07B2C5722531}"/>
    <dgm:cxn modelId="{9AC94334-476C-49DD-B130-2DD4CEEC60AE}" type="presOf" srcId="{3ABF6805-DFAB-4A85-8D1A-9B01E6E431C5}" destId="{3EE99DAA-F1EA-4BB3-8CFE-7AF3304DD967}" srcOrd="0" destOrd="0" presId="urn:microsoft.com/office/officeart/2005/8/layout/vList2"/>
    <dgm:cxn modelId="{ACA48952-8A4E-47CD-9713-C6F725595896}" type="presOf" srcId="{90E0916D-2CA0-46A4-9C55-97BA005C5C2F}" destId="{BF20FF2A-8085-450D-8399-0201E27D0567}" srcOrd="0" destOrd="0" presId="urn:microsoft.com/office/officeart/2005/8/layout/vList2"/>
    <dgm:cxn modelId="{D63F2FC2-89EE-4A23-AA7F-08C805F6113E}" type="presOf" srcId="{3EA305BA-8A9B-47F4-A928-1318428C8443}" destId="{A25542FF-AA05-44E1-8A9B-4C790658771D}" srcOrd="0" destOrd="0" presId="urn:microsoft.com/office/officeart/2005/8/layout/vList2"/>
    <dgm:cxn modelId="{F91277C9-0EA7-4952-A540-7235440B4D6D}" srcId="{862F1AEF-A9A2-4FB9-B8E1-2454545CBC26}" destId="{90E0916D-2CA0-46A4-9C55-97BA005C5C2F}" srcOrd="2" destOrd="0" parTransId="{D00C0804-836D-4622-8616-9C34A040AC76}" sibTransId="{B148EC10-FC25-4B08-AEA6-CC6D07E0CE09}"/>
    <dgm:cxn modelId="{021A4AE1-D37D-440A-A7AE-A0023F0F12D0}" srcId="{862F1AEF-A9A2-4FB9-B8E1-2454545CBC26}" destId="{54BBAE8E-CE5D-4F44-8622-C664424FF910}" srcOrd="0" destOrd="0" parTransId="{F1144B35-ADFA-4FC7-B542-0D255423A3B7}" sibTransId="{71242F06-C397-4D2E-A159-F310E31B2C8A}"/>
    <dgm:cxn modelId="{4D15D3EA-1502-4508-999E-85D28129F9E4}" srcId="{862F1AEF-A9A2-4FB9-B8E1-2454545CBC26}" destId="{3EA305BA-8A9B-47F4-A928-1318428C8443}" srcOrd="1" destOrd="0" parTransId="{7E7C1BBA-8D09-415C-BA50-1766ADF2D4B9}" sibTransId="{02578F81-3BDE-43EB-A6BC-CE2A3391B2F5}"/>
    <dgm:cxn modelId="{D6E16A42-F6A2-40C4-BEF5-5EC1AD84A094}" type="presParOf" srcId="{AE8136B6-3F48-408D-B1E6-B71112297C06}" destId="{87983D8B-9BF7-47B5-B81B-AAEFB9C69920}" srcOrd="0" destOrd="0" presId="urn:microsoft.com/office/officeart/2005/8/layout/vList2"/>
    <dgm:cxn modelId="{AFDB9F48-A6D5-4FEF-BE3C-A06F6CD2A772}" type="presParOf" srcId="{AE8136B6-3F48-408D-B1E6-B71112297C06}" destId="{86685048-EDC3-43B3-946A-1224172E7C73}" srcOrd="1" destOrd="0" presId="urn:microsoft.com/office/officeart/2005/8/layout/vList2"/>
    <dgm:cxn modelId="{EABDC6DF-32B4-4BF6-9A08-EFAFC659FAC8}" type="presParOf" srcId="{AE8136B6-3F48-408D-B1E6-B71112297C06}" destId="{A25542FF-AA05-44E1-8A9B-4C790658771D}" srcOrd="2" destOrd="0" presId="urn:microsoft.com/office/officeart/2005/8/layout/vList2"/>
    <dgm:cxn modelId="{551E5195-0829-4B72-B301-28C212668588}" type="presParOf" srcId="{AE8136B6-3F48-408D-B1E6-B71112297C06}" destId="{83B06697-F258-426F-8C15-E84D010B8017}" srcOrd="3" destOrd="0" presId="urn:microsoft.com/office/officeart/2005/8/layout/vList2"/>
    <dgm:cxn modelId="{9C5EA977-D684-47BD-8DC9-4D50F71ED5DA}" type="presParOf" srcId="{AE8136B6-3F48-408D-B1E6-B71112297C06}" destId="{BF20FF2A-8085-450D-8399-0201E27D0567}" srcOrd="4" destOrd="0" presId="urn:microsoft.com/office/officeart/2005/8/layout/vList2"/>
    <dgm:cxn modelId="{D0B2FC5A-0924-42AE-90C6-6412441CE709}" type="presParOf" srcId="{AE8136B6-3F48-408D-B1E6-B71112297C06}" destId="{58C67E33-31DF-468C-8B99-6AF713AB9FAA}" srcOrd="5" destOrd="0" presId="urn:microsoft.com/office/officeart/2005/8/layout/vList2"/>
    <dgm:cxn modelId="{845FB475-A1F2-40A3-A9F0-420C55C7B232}" type="presParOf" srcId="{AE8136B6-3F48-408D-B1E6-B71112297C06}" destId="{3EE99DAA-F1EA-4BB3-8CFE-7AF3304DD96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8D238E26-2178-477D-A0B7-A60294BD84A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45F2FDB-C190-4711-8BE4-954B3EC84724}">
      <dgm:prSet/>
      <dgm:spPr/>
      <dgm:t>
        <a:bodyPr/>
        <a:lstStyle/>
        <a:p>
          <a:r>
            <a:rPr lang="ru-RU" b="0" i="0"/>
            <a:t>«Кобзар»</a:t>
          </a:r>
          <a:endParaRPr lang="uk-UA"/>
        </a:p>
      </dgm:t>
    </dgm:pt>
    <dgm:pt modelId="{B1CF49EE-A153-4847-BEE3-5FCB9CAD9892}" type="parTrans" cxnId="{6686A65B-3872-4404-A3D1-888C443818BE}">
      <dgm:prSet/>
      <dgm:spPr/>
      <dgm:t>
        <a:bodyPr/>
        <a:lstStyle/>
        <a:p>
          <a:endParaRPr lang="uk-UA"/>
        </a:p>
      </dgm:t>
    </dgm:pt>
    <dgm:pt modelId="{92DBD115-1C0A-4733-B6FE-9643BC4CEFF8}" type="sibTrans" cxnId="{6686A65B-3872-4404-A3D1-888C443818BE}">
      <dgm:prSet/>
      <dgm:spPr/>
      <dgm:t>
        <a:bodyPr/>
        <a:lstStyle/>
        <a:p>
          <a:endParaRPr lang="uk-UA"/>
        </a:p>
      </dgm:t>
    </dgm:pt>
    <dgm:pt modelId="{5A27FDDC-8AF3-4437-9E47-7187FDF7FFED}">
      <dgm:prSet/>
      <dgm:spPr/>
      <dgm:t>
        <a:bodyPr/>
        <a:lstStyle/>
        <a:p>
          <a:r>
            <a:rPr lang="ru-RU" b="0" i="0"/>
            <a:t>«Історію русів»</a:t>
          </a:r>
          <a:endParaRPr lang="uk-UA"/>
        </a:p>
      </dgm:t>
    </dgm:pt>
    <dgm:pt modelId="{8ED571B2-5850-4128-97B5-D4A5060BA18D}" type="parTrans" cxnId="{BF05A868-7527-4CA6-A723-6E8B5C737B1D}">
      <dgm:prSet/>
      <dgm:spPr/>
      <dgm:t>
        <a:bodyPr/>
        <a:lstStyle/>
        <a:p>
          <a:endParaRPr lang="uk-UA"/>
        </a:p>
      </dgm:t>
    </dgm:pt>
    <dgm:pt modelId="{B36C3BE2-60E8-4A3F-B7B5-758475E0461F}" type="sibTrans" cxnId="{BF05A868-7527-4CA6-A723-6E8B5C737B1D}">
      <dgm:prSet/>
      <dgm:spPr/>
      <dgm:t>
        <a:bodyPr/>
        <a:lstStyle/>
        <a:p>
          <a:endParaRPr lang="uk-UA"/>
        </a:p>
      </dgm:t>
    </dgm:pt>
    <dgm:pt modelId="{C96A48BC-C8E4-46EB-BB1C-CCCA19E0D941}">
      <dgm:prSet/>
      <dgm:spPr/>
      <dgm:t>
        <a:bodyPr/>
        <a:lstStyle/>
        <a:p>
          <a:r>
            <a:rPr lang="ru-RU" b="0" i="0"/>
            <a:t>«Чорну раду»</a:t>
          </a:r>
          <a:endParaRPr lang="uk-UA"/>
        </a:p>
      </dgm:t>
    </dgm:pt>
    <dgm:pt modelId="{72DA16DE-3B4C-49E1-BE0B-B86FC55ACFCF}" type="parTrans" cxnId="{3781649A-5B87-4D0F-ACC9-22F44CC2E318}">
      <dgm:prSet/>
      <dgm:spPr/>
      <dgm:t>
        <a:bodyPr/>
        <a:lstStyle/>
        <a:p>
          <a:endParaRPr lang="uk-UA"/>
        </a:p>
      </dgm:t>
    </dgm:pt>
    <dgm:pt modelId="{7806B008-17A4-4C48-A7C4-896B82847CD1}" type="sibTrans" cxnId="{3781649A-5B87-4D0F-ACC9-22F44CC2E318}">
      <dgm:prSet/>
      <dgm:spPr/>
      <dgm:t>
        <a:bodyPr/>
        <a:lstStyle/>
        <a:p>
          <a:endParaRPr lang="uk-UA"/>
        </a:p>
      </dgm:t>
    </dgm:pt>
    <dgm:pt modelId="{E38DEC0A-B809-4E24-9BF8-BFA92A2C2433}">
      <dgm:prSet/>
      <dgm:spPr/>
      <dgm:t>
        <a:bodyPr/>
        <a:lstStyle/>
        <a:p>
          <a:r>
            <a:rPr lang="ru-RU" b="0" i="0"/>
            <a:t>«Україну irredenta»</a:t>
          </a:r>
          <a:endParaRPr lang="uk-UA"/>
        </a:p>
      </dgm:t>
    </dgm:pt>
    <dgm:pt modelId="{4060BB05-0F88-4283-9E15-711AAB5DF402}" type="parTrans" cxnId="{6FCD7AE3-346B-4890-9566-3AED495839C9}">
      <dgm:prSet/>
      <dgm:spPr/>
      <dgm:t>
        <a:bodyPr/>
        <a:lstStyle/>
        <a:p>
          <a:endParaRPr lang="uk-UA"/>
        </a:p>
      </dgm:t>
    </dgm:pt>
    <dgm:pt modelId="{51B1960D-14B6-4B92-B172-943943EDB837}" type="sibTrans" cxnId="{6FCD7AE3-346B-4890-9566-3AED495839C9}">
      <dgm:prSet/>
      <dgm:spPr/>
      <dgm:t>
        <a:bodyPr/>
        <a:lstStyle/>
        <a:p>
          <a:endParaRPr lang="uk-UA"/>
        </a:p>
      </dgm:t>
    </dgm:pt>
    <dgm:pt modelId="{B7B6598A-1413-4BDA-B0F1-3B0267BB9B8B}" type="pres">
      <dgm:prSet presAssocID="{8D238E26-2178-477D-A0B7-A60294BD84AB}" presName="linearFlow" presStyleCnt="0">
        <dgm:presLayoutVars>
          <dgm:dir/>
          <dgm:resizeHandles val="exact"/>
        </dgm:presLayoutVars>
      </dgm:prSet>
      <dgm:spPr/>
    </dgm:pt>
    <dgm:pt modelId="{12A48E47-6561-47EC-AE96-2D8A8F0C0B21}" type="pres">
      <dgm:prSet presAssocID="{945F2FDB-C190-4711-8BE4-954B3EC84724}" presName="composite" presStyleCnt="0"/>
      <dgm:spPr/>
    </dgm:pt>
    <dgm:pt modelId="{69EB4244-47F9-444F-8989-6E361FA1834C}" type="pres">
      <dgm:prSet presAssocID="{945F2FDB-C190-4711-8BE4-954B3EC84724}" presName="imgShp" presStyleLbl="fgImgPlace1" presStyleIdx="0" presStyleCnt="4"/>
      <dgm:spPr/>
    </dgm:pt>
    <dgm:pt modelId="{E57C488C-F9CA-4447-BED3-9E1AB8561739}" type="pres">
      <dgm:prSet presAssocID="{945F2FDB-C190-4711-8BE4-954B3EC84724}" presName="txShp" presStyleLbl="node1" presStyleIdx="0" presStyleCnt="4">
        <dgm:presLayoutVars>
          <dgm:bulletEnabled val="1"/>
        </dgm:presLayoutVars>
      </dgm:prSet>
      <dgm:spPr/>
    </dgm:pt>
    <dgm:pt modelId="{A50CB300-5919-4218-850C-80A42E77B926}" type="pres">
      <dgm:prSet presAssocID="{92DBD115-1C0A-4733-B6FE-9643BC4CEFF8}" presName="spacing" presStyleCnt="0"/>
      <dgm:spPr/>
    </dgm:pt>
    <dgm:pt modelId="{3A697B37-8351-405D-8550-9C3FD8A28FD9}" type="pres">
      <dgm:prSet presAssocID="{5A27FDDC-8AF3-4437-9E47-7187FDF7FFED}" presName="composite" presStyleCnt="0"/>
      <dgm:spPr/>
    </dgm:pt>
    <dgm:pt modelId="{7A5046C3-E3D9-4D32-8233-9416379D117A}" type="pres">
      <dgm:prSet presAssocID="{5A27FDDC-8AF3-4437-9E47-7187FDF7FFED}" presName="imgShp" presStyleLbl="fgImgPlace1" presStyleIdx="1" presStyleCnt="4"/>
      <dgm:spPr/>
    </dgm:pt>
    <dgm:pt modelId="{0BACB1D6-BC86-4B13-AD83-B5289DBB5690}" type="pres">
      <dgm:prSet presAssocID="{5A27FDDC-8AF3-4437-9E47-7187FDF7FFED}" presName="txShp" presStyleLbl="node1" presStyleIdx="1" presStyleCnt="4">
        <dgm:presLayoutVars>
          <dgm:bulletEnabled val="1"/>
        </dgm:presLayoutVars>
      </dgm:prSet>
      <dgm:spPr/>
    </dgm:pt>
    <dgm:pt modelId="{AB5EDF95-9649-48FE-BE54-DDA1F2D34118}" type="pres">
      <dgm:prSet presAssocID="{B36C3BE2-60E8-4A3F-B7B5-758475E0461F}" presName="spacing" presStyleCnt="0"/>
      <dgm:spPr/>
    </dgm:pt>
    <dgm:pt modelId="{C8356198-E035-4884-AEC0-EC7CF64A8DFA}" type="pres">
      <dgm:prSet presAssocID="{C96A48BC-C8E4-46EB-BB1C-CCCA19E0D941}" presName="composite" presStyleCnt="0"/>
      <dgm:spPr/>
    </dgm:pt>
    <dgm:pt modelId="{34D74D5A-2FA3-4034-A178-C1856B8132CB}" type="pres">
      <dgm:prSet presAssocID="{C96A48BC-C8E4-46EB-BB1C-CCCA19E0D941}" presName="imgShp" presStyleLbl="fgImgPlace1" presStyleIdx="2" presStyleCnt="4"/>
      <dgm:spPr/>
    </dgm:pt>
    <dgm:pt modelId="{8F0E7A92-101A-41FE-A4FA-E4E85B06BB6E}" type="pres">
      <dgm:prSet presAssocID="{C96A48BC-C8E4-46EB-BB1C-CCCA19E0D941}" presName="txShp" presStyleLbl="node1" presStyleIdx="2" presStyleCnt="4">
        <dgm:presLayoutVars>
          <dgm:bulletEnabled val="1"/>
        </dgm:presLayoutVars>
      </dgm:prSet>
      <dgm:spPr/>
    </dgm:pt>
    <dgm:pt modelId="{3B70586F-C7DC-4B8F-84D1-E6B66A64E325}" type="pres">
      <dgm:prSet presAssocID="{7806B008-17A4-4C48-A7C4-896B82847CD1}" presName="spacing" presStyleCnt="0"/>
      <dgm:spPr/>
    </dgm:pt>
    <dgm:pt modelId="{9772EF51-7BC1-492F-9D1E-153AD497900B}" type="pres">
      <dgm:prSet presAssocID="{E38DEC0A-B809-4E24-9BF8-BFA92A2C2433}" presName="composite" presStyleCnt="0"/>
      <dgm:spPr/>
    </dgm:pt>
    <dgm:pt modelId="{1579F9B6-07AD-484E-B008-8B0929EDF9F8}" type="pres">
      <dgm:prSet presAssocID="{E38DEC0A-B809-4E24-9BF8-BFA92A2C2433}" presName="imgShp" presStyleLbl="fgImgPlace1" presStyleIdx="3" presStyleCnt="4"/>
      <dgm:spPr/>
    </dgm:pt>
    <dgm:pt modelId="{B89A114E-729F-4EAA-848D-CF9DE503C024}" type="pres">
      <dgm:prSet presAssocID="{E38DEC0A-B809-4E24-9BF8-BFA92A2C2433}" presName="txShp" presStyleLbl="node1" presStyleIdx="3" presStyleCnt="4">
        <dgm:presLayoutVars>
          <dgm:bulletEnabled val="1"/>
        </dgm:presLayoutVars>
      </dgm:prSet>
      <dgm:spPr/>
    </dgm:pt>
  </dgm:ptLst>
  <dgm:cxnLst>
    <dgm:cxn modelId="{6686A65B-3872-4404-A3D1-888C443818BE}" srcId="{8D238E26-2178-477D-A0B7-A60294BD84AB}" destId="{945F2FDB-C190-4711-8BE4-954B3EC84724}" srcOrd="0" destOrd="0" parTransId="{B1CF49EE-A153-4847-BEE3-5FCB9CAD9892}" sibTransId="{92DBD115-1C0A-4733-B6FE-9643BC4CEFF8}"/>
    <dgm:cxn modelId="{16E89145-AC86-4ACF-9278-F04954FBC90B}" type="presOf" srcId="{945F2FDB-C190-4711-8BE4-954B3EC84724}" destId="{E57C488C-F9CA-4447-BED3-9E1AB8561739}" srcOrd="0" destOrd="0" presId="urn:microsoft.com/office/officeart/2005/8/layout/vList3"/>
    <dgm:cxn modelId="{BF05A868-7527-4CA6-A723-6E8B5C737B1D}" srcId="{8D238E26-2178-477D-A0B7-A60294BD84AB}" destId="{5A27FDDC-8AF3-4437-9E47-7187FDF7FFED}" srcOrd="1" destOrd="0" parTransId="{8ED571B2-5850-4128-97B5-D4A5060BA18D}" sibTransId="{B36C3BE2-60E8-4A3F-B7B5-758475E0461F}"/>
    <dgm:cxn modelId="{B689074F-18D8-438F-B9C2-395704D14B08}" type="presOf" srcId="{5A27FDDC-8AF3-4437-9E47-7187FDF7FFED}" destId="{0BACB1D6-BC86-4B13-AD83-B5289DBB5690}" srcOrd="0" destOrd="0" presId="urn:microsoft.com/office/officeart/2005/8/layout/vList3"/>
    <dgm:cxn modelId="{3781649A-5B87-4D0F-ACC9-22F44CC2E318}" srcId="{8D238E26-2178-477D-A0B7-A60294BD84AB}" destId="{C96A48BC-C8E4-46EB-BB1C-CCCA19E0D941}" srcOrd="2" destOrd="0" parTransId="{72DA16DE-3B4C-49E1-BE0B-B86FC55ACFCF}" sibTransId="{7806B008-17A4-4C48-A7C4-896B82847CD1}"/>
    <dgm:cxn modelId="{EEC2959C-0739-4970-BD6C-800C22B4E076}" type="presOf" srcId="{8D238E26-2178-477D-A0B7-A60294BD84AB}" destId="{B7B6598A-1413-4BDA-B0F1-3B0267BB9B8B}" srcOrd="0" destOrd="0" presId="urn:microsoft.com/office/officeart/2005/8/layout/vList3"/>
    <dgm:cxn modelId="{6FCD7AE3-346B-4890-9566-3AED495839C9}" srcId="{8D238E26-2178-477D-A0B7-A60294BD84AB}" destId="{E38DEC0A-B809-4E24-9BF8-BFA92A2C2433}" srcOrd="3" destOrd="0" parTransId="{4060BB05-0F88-4283-9E15-711AAB5DF402}" sibTransId="{51B1960D-14B6-4B92-B172-943943EDB837}"/>
    <dgm:cxn modelId="{9728DDFA-7985-485D-8E20-CC6CC6AB6E09}" type="presOf" srcId="{E38DEC0A-B809-4E24-9BF8-BFA92A2C2433}" destId="{B89A114E-729F-4EAA-848D-CF9DE503C024}" srcOrd="0" destOrd="0" presId="urn:microsoft.com/office/officeart/2005/8/layout/vList3"/>
    <dgm:cxn modelId="{B7C795FB-4014-4A60-B43B-713F0E9ADFE0}" type="presOf" srcId="{C96A48BC-C8E4-46EB-BB1C-CCCA19E0D941}" destId="{8F0E7A92-101A-41FE-A4FA-E4E85B06BB6E}" srcOrd="0" destOrd="0" presId="urn:microsoft.com/office/officeart/2005/8/layout/vList3"/>
    <dgm:cxn modelId="{FB9DBE73-AFFC-4B22-A85A-AF80737BB6DF}" type="presParOf" srcId="{B7B6598A-1413-4BDA-B0F1-3B0267BB9B8B}" destId="{12A48E47-6561-47EC-AE96-2D8A8F0C0B21}" srcOrd="0" destOrd="0" presId="urn:microsoft.com/office/officeart/2005/8/layout/vList3"/>
    <dgm:cxn modelId="{593399C3-ED63-447E-B9B9-1E249229FFB8}" type="presParOf" srcId="{12A48E47-6561-47EC-AE96-2D8A8F0C0B21}" destId="{69EB4244-47F9-444F-8989-6E361FA1834C}" srcOrd="0" destOrd="0" presId="urn:microsoft.com/office/officeart/2005/8/layout/vList3"/>
    <dgm:cxn modelId="{6BC8114E-BFE8-4DEA-A05C-5D65B976A8A7}" type="presParOf" srcId="{12A48E47-6561-47EC-AE96-2D8A8F0C0B21}" destId="{E57C488C-F9CA-4447-BED3-9E1AB8561739}" srcOrd="1" destOrd="0" presId="urn:microsoft.com/office/officeart/2005/8/layout/vList3"/>
    <dgm:cxn modelId="{DCEF4EAD-DC28-422C-8B7B-FDEB16279786}" type="presParOf" srcId="{B7B6598A-1413-4BDA-B0F1-3B0267BB9B8B}" destId="{A50CB300-5919-4218-850C-80A42E77B926}" srcOrd="1" destOrd="0" presId="urn:microsoft.com/office/officeart/2005/8/layout/vList3"/>
    <dgm:cxn modelId="{4906FF41-FEAA-4845-87CE-D44F77A2A292}" type="presParOf" srcId="{B7B6598A-1413-4BDA-B0F1-3B0267BB9B8B}" destId="{3A697B37-8351-405D-8550-9C3FD8A28FD9}" srcOrd="2" destOrd="0" presId="urn:microsoft.com/office/officeart/2005/8/layout/vList3"/>
    <dgm:cxn modelId="{903AD051-9C4C-49FC-8B1F-A5242E73525A}" type="presParOf" srcId="{3A697B37-8351-405D-8550-9C3FD8A28FD9}" destId="{7A5046C3-E3D9-4D32-8233-9416379D117A}" srcOrd="0" destOrd="0" presId="urn:microsoft.com/office/officeart/2005/8/layout/vList3"/>
    <dgm:cxn modelId="{65CDCA6D-6698-4FE5-887C-695F1FDDF8D9}" type="presParOf" srcId="{3A697B37-8351-405D-8550-9C3FD8A28FD9}" destId="{0BACB1D6-BC86-4B13-AD83-B5289DBB5690}" srcOrd="1" destOrd="0" presId="urn:microsoft.com/office/officeart/2005/8/layout/vList3"/>
    <dgm:cxn modelId="{56FC073B-CC12-4346-9CA6-AE54246CA513}" type="presParOf" srcId="{B7B6598A-1413-4BDA-B0F1-3B0267BB9B8B}" destId="{AB5EDF95-9649-48FE-BE54-DDA1F2D34118}" srcOrd="3" destOrd="0" presId="urn:microsoft.com/office/officeart/2005/8/layout/vList3"/>
    <dgm:cxn modelId="{8C2F2D88-0EB3-4CED-B421-2D2B193ADF58}" type="presParOf" srcId="{B7B6598A-1413-4BDA-B0F1-3B0267BB9B8B}" destId="{C8356198-E035-4884-AEC0-EC7CF64A8DFA}" srcOrd="4" destOrd="0" presId="urn:microsoft.com/office/officeart/2005/8/layout/vList3"/>
    <dgm:cxn modelId="{DCD3A620-CD23-4801-A809-247FF2889FF2}" type="presParOf" srcId="{C8356198-E035-4884-AEC0-EC7CF64A8DFA}" destId="{34D74D5A-2FA3-4034-A178-C1856B8132CB}" srcOrd="0" destOrd="0" presId="urn:microsoft.com/office/officeart/2005/8/layout/vList3"/>
    <dgm:cxn modelId="{955B1D89-43D5-4A07-87FB-25E978F4FBC4}" type="presParOf" srcId="{C8356198-E035-4884-AEC0-EC7CF64A8DFA}" destId="{8F0E7A92-101A-41FE-A4FA-E4E85B06BB6E}" srcOrd="1" destOrd="0" presId="urn:microsoft.com/office/officeart/2005/8/layout/vList3"/>
    <dgm:cxn modelId="{2307E4CB-1AF9-438E-B0E6-D6608788C22C}" type="presParOf" srcId="{B7B6598A-1413-4BDA-B0F1-3B0267BB9B8B}" destId="{3B70586F-C7DC-4B8F-84D1-E6B66A64E325}" srcOrd="5" destOrd="0" presId="urn:microsoft.com/office/officeart/2005/8/layout/vList3"/>
    <dgm:cxn modelId="{41455E13-E6CB-442A-9071-5ED3642916EF}" type="presParOf" srcId="{B7B6598A-1413-4BDA-B0F1-3B0267BB9B8B}" destId="{9772EF51-7BC1-492F-9D1E-153AD497900B}" srcOrd="6" destOrd="0" presId="urn:microsoft.com/office/officeart/2005/8/layout/vList3"/>
    <dgm:cxn modelId="{1990CA15-0A60-4CC1-9410-0C832EC79990}" type="presParOf" srcId="{9772EF51-7BC1-492F-9D1E-153AD497900B}" destId="{1579F9B6-07AD-484E-B008-8B0929EDF9F8}" srcOrd="0" destOrd="0" presId="urn:microsoft.com/office/officeart/2005/8/layout/vList3"/>
    <dgm:cxn modelId="{02D2A0B0-BFAB-45EB-AA69-5C63B50C02F2}" type="presParOf" srcId="{9772EF51-7BC1-492F-9D1E-153AD497900B}" destId="{B89A114E-729F-4EAA-848D-CF9DE503C02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97B7F874-01DE-4AB7-82DD-B69329FC27C9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E1675FC-3226-496B-A149-80D798905F4A}">
      <dgm:prSet/>
      <dgm:spPr/>
      <dgm:t>
        <a:bodyPr/>
        <a:lstStyle/>
        <a:p>
          <a:r>
            <a:rPr lang="uk-UA" b="0" i="0"/>
            <a:t>самостійників.</a:t>
          </a:r>
          <a:endParaRPr lang="uk-UA"/>
        </a:p>
      </dgm:t>
    </dgm:pt>
    <dgm:pt modelId="{ADC04011-CD15-4959-8089-0607BC32E333}" type="parTrans" cxnId="{9EAA7BF5-9950-4AB7-9FEF-28862FCE8324}">
      <dgm:prSet/>
      <dgm:spPr/>
      <dgm:t>
        <a:bodyPr/>
        <a:lstStyle/>
        <a:p>
          <a:endParaRPr lang="uk-UA"/>
        </a:p>
      </dgm:t>
    </dgm:pt>
    <dgm:pt modelId="{08655048-C9D0-44C9-8467-6FDB9743C156}" type="sibTrans" cxnId="{9EAA7BF5-9950-4AB7-9FEF-28862FCE8324}">
      <dgm:prSet/>
      <dgm:spPr/>
      <dgm:t>
        <a:bodyPr/>
        <a:lstStyle/>
        <a:p>
          <a:endParaRPr lang="uk-UA"/>
        </a:p>
      </dgm:t>
    </dgm:pt>
    <dgm:pt modelId="{B046556A-7A59-4FB6-A527-5B45B56149A5}">
      <dgm:prSet/>
      <dgm:spPr/>
      <dgm:t>
        <a:bodyPr/>
        <a:lstStyle/>
        <a:p>
          <a:r>
            <a:rPr lang="uk-UA" b="0" i="0"/>
            <a:t>автономістів.</a:t>
          </a:r>
          <a:endParaRPr lang="uk-UA"/>
        </a:p>
      </dgm:t>
    </dgm:pt>
    <dgm:pt modelId="{1EAE2220-6251-4680-A63B-F28326A6EFBD}" type="parTrans" cxnId="{76D96C79-9CDF-4D68-8B99-A4F32B854F39}">
      <dgm:prSet/>
      <dgm:spPr/>
      <dgm:t>
        <a:bodyPr/>
        <a:lstStyle/>
        <a:p>
          <a:endParaRPr lang="uk-UA"/>
        </a:p>
      </dgm:t>
    </dgm:pt>
    <dgm:pt modelId="{02AAB50A-C827-41DE-BCD1-142B0590E08F}" type="sibTrans" cxnId="{76D96C79-9CDF-4D68-8B99-A4F32B854F39}">
      <dgm:prSet/>
      <dgm:spPr/>
      <dgm:t>
        <a:bodyPr/>
        <a:lstStyle/>
        <a:p>
          <a:endParaRPr lang="uk-UA"/>
        </a:p>
      </dgm:t>
    </dgm:pt>
    <dgm:pt modelId="{FD5BCF03-DE32-4FD3-A574-FB92093426DE}">
      <dgm:prSet/>
      <dgm:spPr/>
      <dgm:t>
        <a:bodyPr/>
        <a:lstStyle/>
        <a:p>
          <a:r>
            <a:rPr lang="uk-UA" b="0" i="0"/>
            <a:t>соціалістів.</a:t>
          </a:r>
          <a:endParaRPr lang="uk-UA"/>
        </a:p>
      </dgm:t>
    </dgm:pt>
    <dgm:pt modelId="{46322A12-08C4-407B-8353-F15670834351}" type="parTrans" cxnId="{D42AB745-0CF7-4DA4-9015-9E44B8575FB5}">
      <dgm:prSet/>
      <dgm:spPr/>
      <dgm:t>
        <a:bodyPr/>
        <a:lstStyle/>
        <a:p>
          <a:endParaRPr lang="uk-UA"/>
        </a:p>
      </dgm:t>
    </dgm:pt>
    <dgm:pt modelId="{85CEF87F-9C96-43E7-9826-EAB0FE3BAE54}" type="sibTrans" cxnId="{D42AB745-0CF7-4DA4-9015-9E44B8575FB5}">
      <dgm:prSet/>
      <dgm:spPr/>
      <dgm:t>
        <a:bodyPr/>
        <a:lstStyle/>
        <a:p>
          <a:endParaRPr lang="uk-UA"/>
        </a:p>
      </dgm:t>
    </dgm:pt>
    <dgm:pt modelId="{0D070E98-B656-481B-8E66-8BECA660A1E8}">
      <dgm:prSet/>
      <dgm:spPr/>
      <dgm:t>
        <a:bodyPr/>
        <a:lstStyle/>
        <a:p>
          <a:r>
            <a:rPr lang="uk-UA" b="0" i="0"/>
            <a:t>русофілів.</a:t>
          </a:r>
          <a:endParaRPr lang="uk-UA"/>
        </a:p>
      </dgm:t>
    </dgm:pt>
    <dgm:pt modelId="{E56A7C0B-0AE3-4970-B2E4-277C55BA98BE}" type="parTrans" cxnId="{0C8A1505-A0DE-4DC1-ACBB-03268C0009B3}">
      <dgm:prSet/>
      <dgm:spPr/>
      <dgm:t>
        <a:bodyPr/>
        <a:lstStyle/>
        <a:p>
          <a:endParaRPr lang="uk-UA"/>
        </a:p>
      </dgm:t>
    </dgm:pt>
    <dgm:pt modelId="{C28A1191-6B26-42FA-A63D-F4B73D38036E}" type="sibTrans" cxnId="{0C8A1505-A0DE-4DC1-ACBB-03268C0009B3}">
      <dgm:prSet/>
      <dgm:spPr/>
      <dgm:t>
        <a:bodyPr/>
        <a:lstStyle/>
        <a:p>
          <a:endParaRPr lang="uk-UA"/>
        </a:p>
      </dgm:t>
    </dgm:pt>
    <dgm:pt modelId="{F3680B3C-E678-46F9-922C-14CA6467DFDB}" type="pres">
      <dgm:prSet presAssocID="{97B7F874-01DE-4AB7-82DD-B69329FC27C9}" presName="linearFlow" presStyleCnt="0">
        <dgm:presLayoutVars>
          <dgm:dir/>
          <dgm:resizeHandles val="exact"/>
        </dgm:presLayoutVars>
      </dgm:prSet>
      <dgm:spPr/>
    </dgm:pt>
    <dgm:pt modelId="{A0EDECFC-7A84-4C11-A33F-31BEB7A66ED6}" type="pres">
      <dgm:prSet presAssocID="{EE1675FC-3226-496B-A149-80D798905F4A}" presName="composite" presStyleCnt="0"/>
      <dgm:spPr/>
    </dgm:pt>
    <dgm:pt modelId="{ABFCB51F-5FE5-415A-BA1B-CA4ACB893BBF}" type="pres">
      <dgm:prSet presAssocID="{EE1675FC-3226-496B-A149-80D798905F4A}" presName="imgShp" presStyleLbl="fgImgPlace1" presStyleIdx="0" presStyleCnt="4"/>
      <dgm:spPr/>
    </dgm:pt>
    <dgm:pt modelId="{B2E890CA-3425-48AA-B707-62554F3B82C6}" type="pres">
      <dgm:prSet presAssocID="{EE1675FC-3226-496B-A149-80D798905F4A}" presName="txShp" presStyleLbl="node1" presStyleIdx="0" presStyleCnt="4">
        <dgm:presLayoutVars>
          <dgm:bulletEnabled val="1"/>
        </dgm:presLayoutVars>
      </dgm:prSet>
      <dgm:spPr/>
    </dgm:pt>
    <dgm:pt modelId="{B5C06657-3BC5-4A6F-BD29-9E846517BD15}" type="pres">
      <dgm:prSet presAssocID="{08655048-C9D0-44C9-8467-6FDB9743C156}" presName="spacing" presStyleCnt="0"/>
      <dgm:spPr/>
    </dgm:pt>
    <dgm:pt modelId="{DA6E4C2D-D832-45BD-97CC-6D737DAFFE9D}" type="pres">
      <dgm:prSet presAssocID="{B046556A-7A59-4FB6-A527-5B45B56149A5}" presName="composite" presStyleCnt="0"/>
      <dgm:spPr/>
    </dgm:pt>
    <dgm:pt modelId="{1FB12931-AEFD-4A3D-A4CD-3FABB3870255}" type="pres">
      <dgm:prSet presAssocID="{B046556A-7A59-4FB6-A527-5B45B56149A5}" presName="imgShp" presStyleLbl="fgImgPlace1" presStyleIdx="1" presStyleCnt="4"/>
      <dgm:spPr/>
    </dgm:pt>
    <dgm:pt modelId="{6B5F8122-BE24-40F1-AF71-A19EED1352BA}" type="pres">
      <dgm:prSet presAssocID="{B046556A-7A59-4FB6-A527-5B45B56149A5}" presName="txShp" presStyleLbl="node1" presStyleIdx="1" presStyleCnt="4">
        <dgm:presLayoutVars>
          <dgm:bulletEnabled val="1"/>
        </dgm:presLayoutVars>
      </dgm:prSet>
      <dgm:spPr/>
    </dgm:pt>
    <dgm:pt modelId="{3C410C9B-3C70-44D5-AC36-963C784F68B0}" type="pres">
      <dgm:prSet presAssocID="{02AAB50A-C827-41DE-BCD1-142B0590E08F}" presName="spacing" presStyleCnt="0"/>
      <dgm:spPr/>
    </dgm:pt>
    <dgm:pt modelId="{14BBE601-C684-475B-B100-5DA27A896C9C}" type="pres">
      <dgm:prSet presAssocID="{FD5BCF03-DE32-4FD3-A574-FB92093426DE}" presName="composite" presStyleCnt="0"/>
      <dgm:spPr/>
    </dgm:pt>
    <dgm:pt modelId="{EF9FAEDD-476A-4275-B8C7-6CD52C6C542D}" type="pres">
      <dgm:prSet presAssocID="{FD5BCF03-DE32-4FD3-A574-FB92093426DE}" presName="imgShp" presStyleLbl="fgImgPlace1" presStyleIdx="2" presStyleCnt="4"/>
      <dgm:spPr/>
    </dgm:pt>
    <dgm:pt modelId="{C0A76901-549B-4320-BDA4-36A0429817F7}" type="pres">
      <dgm:prSet presAssocID="{FD5BCF03-DE32-4FD3-A574-FB92093426DE}" presName="txShp" presStyleLbl="node1" presStyleIdx="2" presStyleCnt="4">
        <dgm:presLayoutVars>
          <dgm:bulletEnabled val="1"/>
        </dgm:presLayoutVars>
      </dgm:prSet>
      <dgm:spPr/>
    </dgm:pt>
    <dgm:pt modelId="{AD4752C1-41A5-4246-9176-B8E37E6725AF}" type="pres">
      <dgm:prSet presAssocID="{85CEF87F-9C96-43E7-9826-EAB0FE3BAE54}" presName="spacing" presStyleCnt="0"/>
      <dgm:spPr/>
    </dgm:pt>
    <dgm:pt modelId="{FA16C147-AC1D-4A39-9682-9989C9EAC7D8}" type="pres">
      <dgm:prSet presAssocID="{0D070E98-B656-481B-8E66-8BECA660A1E8}" presName="composite" presStyleCnt="0"/>
      <dgm:spPr/>
    </dgm:pt>
    <dgm:pt modelId="{F77F82B6-7224-45B8-9C87-271519487FB5}" type="pres">
      <dgm:prSet presAssocID="{0D070E98-B656-481B-8E66-8BECA660A1E8}" presName="imgShp" presStyleLbl="fgImgPlace1" presStyleIdx="3" presStyleCnt="4"/>
      <dgm:spPr/>
    </dgm:pt>
    <dgm:pt modelId="{E56B94F5-F3AB-4CC3-A04B-198779BAB6AF}" type="pres">
      <dgm:prSet presAssocID="{0D070E98-B656-481B-8E66-8BECA660A1E8}" presName="txShp" presStyleLbl="node1" presStyleIdx="3" presStyleCnt="4">
        <dgm:presLayoutVars>
          <dgm:bulletEnabled val="1"/>
        </dgm:presLayoutVars>
      </dgm:prSet>
      <dgm:spPr/>
    </dgm:pt>
  </dgm:ptLst>
  <dgm:cxnLst>
    <dgm:cxn modelId="{0C8A1505-A0DE-4DC1-ACBB-03268C0009B3}" srcId="{97B7F874-01DE-4AB7-82DD-B69329FC27C9}" destId="{0D070E98-B656-481B-8E66-8BECA660A1E8}" srcOrd="3" destOrd="0" parTransId="{E56A7C0B-0AE3-4970-B2E4-277C55BA98BE}" sibTransId="{C28A1191-6B26-42FA-A63D-F4B73D38036E}"/>
    <dgm:cxn modelId="{36CDFF13-A5B7-4E32-B1BB-AED7C3BABF90}" type="presOf" srcId="{97B7F874-01DE-4AB7-82DD-B69329FC27C9}" destId="{F3680B3C-E678-46F9-922C-14CA6467DFDB}" srcOrd="0" destOrd="0" presId="urn:microsoft.com/office/officeart/2005/8/layout/vList3"/>
    <dgm:cxn modelId="{D42AB745-0CF7-4DA4-9015-9E44B8575FB5}" srcId="{97B7F874-01DE-4AB7-82DD-B69329FC27C9}" destId="{FD5BCF03-DE32-4FD3-A574-FB92093426DE}" srcOrd="2" destOrd="0" parTransId="{46322A12-08C4-407B-8353-F15670834351}" sibTransId="{85CEF87F-9C96-43E7-9826-EAB0FE3BAE54}"/>
    <dgm:cxn modelId="{82AAC877-4DC3-4015-A36F-CE43EE60CF07}" type="presOf" srcId="{0D070E98-B656-481B-8E66-8BECA660A1E8}" destId="{E56B94F5-F3AB-4CC3-A04B-198779BAB6AF}" srcOrd="0" destOrd="0" presId="urn:microsoft.com/office/officeart/2005/8/layout/vList3"/>
    <dgm:cxn modelId="{76D96C79-9CDF-4D68-8B99-A4F32B854F39}" srcId="{97B7F874-01DE-4AB7-82DD-B69329FC27C9}" destId="{B046556A-7A59-4FB6-A527-5B45B56149A5}" srcOrd="1" destOrd="0" parTransId="{1EAE2220-6251-4680-A63B-F28326A6EFBD}" sibTransId="{02AAB50A-C827-41DE-BCD1-142B0590E08F}"/>
    <dgm:cxn modelId="{EF4B18B9-3C7E-40C6-A62B-2691214AADD3}" type="presOf" srcId="{EE1675FC-3226-496B-A149-80D798905F4A}" destId="{B2E890CA-3425-48AA-B707-62554F3B82C6}" srcOrd="0" destOrd="0" presId="urn:microsoft.com/office/officeart/2005/8/layout/vList3"/>
    <dgm:cxn modelId="{59EFD6CE-5A43-41F5-897F-491438965188}" type="presOf" srcId="{B046556A-7A59-4FB6-A527-5B45B56149A5}" destId="{6B5F8122-BE24-40F1-AF71-A19EED1352BA}" srcOrd="0" destOrd="0" presId="urn:microsoft.com/office/officeart/2005/8/layout/vList3"/>
    <dgm:cxn modelId="{B43BC7D5-5E8A-4629-ABAE-5ECBDAB46E6A}" type="presOf" srcId="{FD5BCF03-DE32-4FD3-A574-FB92093426DE}" destId="{C0A76901-549B-4320-BDA4-36A0429817F7}" srcOrd="0" destOrd="0" presId="urn:microsoft.com/office/officeart/2005/8/layout/vList3"/>
    <dgm:cxn modelId="{9EAA7BF5-9950-4AB7-9FEF-28862FCE8324}" srcId="{97B7F874-01DE-4AB7-82DD-B69329FC27C9}" destId="{EE1675FC-3226-496B-A149-80D798905F4A}" srcOrd="0" destOrd="0" parTransId="{ADC04011-CD15-4959-8089-0607BC32E333}" sibTransId="{08655048-C9D0-44C9-8467-6FDB9743C156}"/>
    <dgm:cxn modelId="{9837001C-BB72-4558-A91D-59FE2AF5A0B2}" type="presParOf" srcId="{F3680B3C-E678-46F9-922C-14CA6467DFDB}" destId="{A0EDECFC-7A84-4C11-A33F-31BEB7A66ED6}" srcOrd="0" destOrd="0" presId="urn:microsoft.com/office/officeart/2005/8/layout/vList3"/>
    <dgm:cxn modelId="{07DC7664-BA8B-4FB5-8C80-FFC0111B3995}" type="presParOf" srcId="{A0EDECFC-7A84-4C11-A33F-31BEB7A66ED6}" destId="{ABFCB51F-5FE5-415A-BA1B-CA4ACB893BBF}" srcOrd="0" destOrd="0" presId="urn:microsoft.com/office/officeart/2005/8/layout/vList3"/>
    <dgm:cxn modelId="{D2A2877B-28A6-4F34-B0E2-797933BD4DD0}" type="presParOf" srcId="{A0EDECFC-7A84-4C11-A33F-31BEB7A66ED6}" destId="{B2E890CA-3425-48AA-B707-62554F3B82C6}" srcOrd="1" destOrd="0" presId="urn:microsoft.com/office/officeart/2005/8/layout/vList3"/>
    <dgm:cxn modelId="{4FF6F5FA-FD04-4600-9AC5-43AD3664CD2E}" type="presParOf" srcId="{F3680B3C-E678-46F9-922C-14CA6467DFDB}" destId="{B5C06657-3BC5-4A6F-BD29-9E846517BD15}" srcOrd="1" destOrd="0" presId="urn:microsoft.com/office/officeart/2005/8/layout/vList3"/>
    <dgm:cxn modelId="{BF34C5F8-CC62-4C07-814C-B824F8CF8BE7}" type="presParOf" srcId="{F3680B3C-E678-46F9-922C-14CA6467DFDB}" destId="{DA6E4C2D-D832-45BD-97CC-6D737DAFFE9D}" srcOrd="2" destOrd="0" presId="urn:microsoft.com/office/officeart/2005/8/layout/vList3"/>
    <dgm:cxn modelId="{11C12494-6D11-4651-8B65-B0CB02225AA5}" type="presParOf" srcId="{DA6E4C2D-D832-45BD-97CC-6D737DAFFE9D}" destId="{1FB12931-AEFD-4A3D-A4CD-3FABB3870255}" srcOrd="0" destOrd="0" presId="urn:microsoft.com/office/officeart/2005/8/layout/vList3"/>
    <dgm:cxn modelId="{74BF56FF-0051-4F1D-8A8D-5258FF117EC4}" type="presParOf" srcId="{DA6E4C2D-D832-45BD-97CC-6D737DAFFE9D}" destId="{6B5F8122-BE24-40F1-AF71-A19EED1352BA}" srcOrd="1" destOrd="0" presId="urn:microsoft.com/office/officeart/2005/8/layout/vList3"/>
    <dgm:cxn modelId="{4CF54E49-923E-44B3-B77C-44FD1E8A98F3}" type="presParOf" srcId="{F3680B3C-E678-46F9-922C-14CA6467DFDB}" destId="{3C410C9B-3C70-44D5-AC36-963C784F68B0}" srcOrd="3" destOrd="0" presId="urn:microsoft.com/office/officeart/2005/8/layout/vList3"/>
    <dgm:cxn modelId="{2CF5B572-3CD2-490B-B85F-E38881449BA5}" type="presParOf" srcId="{F3680B3C-E678-46F9-922C-14CA6467DFDB}" destId="{14BBE601-C684-475B-B100-5DA27A896C9C}" srcOrd="4" destOrd="0" presId="urn:microsoft.com/office/officeart/2005/8/layout/vList3"/>
    <dgm:cxn modelId="{46644647-948D-49BF-BE6D-8E1DD9745D50}" type="presParOf" srcId="{14BBE601-C684-475B-B100-5DA27A896C9C}" destId="{EF9FAEDD-476A-4275-B8C7-6CD52C6C542D}" srcOrd="0" destOrd="0" presId="urn:microsoft.com/office/officeart/2005/8/layout/vList3"/>
    <dgm:cxn modelId="{DA567AE1-EE54-4088-81E9-CC41E4F22F4F}" type="presParOf" srcId="{14BBE601-C684-475B-B100-5DA27A896C9C}" destId="{C0A76901-549B-4320-BDA4-36A0429817F7}" srcOrd="1" destOrd="0" presId="urn:microsoft.com/office/officeart/2005/8/layout/vList3"/>
    <dgm:cxn modelId="{E91EFFF7-D9BC-44E9-9F6D-62D96991959B}" type="presParOf" srcId="{F3680B3C-E678-46F9-922C-14CA6467DFDB}" destId="{AD4752C1-41A5-4246-9176-B8E37E6725AF}" srcOrd="5" destOrd="0" presId="urn:microsoft.com/office/officeart/2005/8/layout/vList3"/>
    <dgm:cxn modelId="{4213227D-9846-447D-AA5C-EFC009272810}" type="presParOf" srcId="{F3680B3C-E678-46F9-922C-14CA6467DFDB}" destId="{FA16C147-AC1D-4A39-9682-9989C9EAC7D8}" srcOrd="6" destOrd="0" presId="urn:microsoft.com/office/officeart/2005/8/layout/vList3"/>
    <dgm:cxn modelId="{343BE1D9-B344-46AB-9DF5-0FCD11913863}" type="presParOf" srcId="{FA16C147-AC1D-4A39-9682-9989C9EAC7D8}" destId="{F77F82B6-7224-45B8-9C87-271519487FB5}" srcOrd="0" destOrd="0" presId="urn:microsoft.com/office/officeart/2005/8/layout/vList3"/>
    <dgm:cxn modelId="{3E4C9C37-BB03-4487-8327-B69ABB1416D6}" type="presParOf" srcId="{FA16C147-AC1D-4A39-9682-9989C9EAC7D8}" destId="{E56B94F5-F3AB-4CC3-A04B-198779BAB6A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043971E5-516C-476E-BC45-14E7808A5AED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7A9F44F-9882-4E01-A6DE-472912D198F1}">
      <dgm:prSet/>
      <dgm:spPr/>
      <dgm:t>
        <a:bodyPr/>
        <a:lstStyle/>
        <a:p>
          <a:r>
            <a:rPr lang="uk-UA" b="0" i="0"/>
            <a:t>самостійників.</a:t>
          </a:r>
          <a:endParaRPr lang="uk-UA"/>
        </a:p>
      </dgm:t>
    </dgm:pt>
    <dgm:pt modelId="{01837D82-EAC2-4E6A-9FDD-D688C6E00009}" type="parTrans" cxnId="{7431C0D5-5EE7-429F-AE79-E128994574E5}">
      <dgm:prSet/>
      <dgm:spPr/>
      <dgm:t>
        <a:bodyPr/>
        <a:lstStyle/>
        <a:p>
          <a:endParaRPr lang="uk-UA"/>
        </a:p>
      </dgm:t>
    </dgm:pt>
    <dgm:pt modelId="{0D1FEE9C-57AD-49B3-8211-51436C92D3D1}" type="sibTrans" cxnId="{7431C0D5-5EE7-429F-AE79-E128994574E5}">
      <dgm:prSet/>
      <dgm:spPr/>
      <dgm:t>
        <a:bodyPr/>
        <a:lstStyle/>
        <a:p>
          <a:endParaRPr lang="uk-UA"/>
        </a:p>
      </dgm:t>
    </dgm:pt>
    <dgm:pt modelId="{4C8075E1-9F2D-47F6-A2CF-FE80F13BDFFC}">
      <dgm:prSet/>
      <dgm:spPr/>
      <dgm:t>
        <a:bodyPr/>
        <a:lstStyle/>
        <a:p>
          <a:r>
            <a:rPr lang="uk-UA" b="0" i="0"/>
            <a:t>автономістів.</a:t>
          </a:r>
          <a:endParaRPr lang="uk-UA"/>
        </a:p>
      </dgm:t>
    </dgm:pt>
    <dgm:pt modelId="{A51DCDF7-8FEE-4B3B-8C2C-59F0F9705536}" type="parTrans" cxnId="{AB0D172C-BD01-4615-8FCD-065431A7F37A}">
      <dgm:prSet/>
      <dgm:spPr/>
      <dgm:t>
        <a:bodyPr/>
        <a:lstStyle/>
        <a:p>
          <a:endParaRPr lang="uk-UA"/>
        </a:p>
      </dgm:t>
    </dgm:pt>
    <dgm:pt modelId="{23BC9ECC-D2F3-48AD-A3C6-3CAE06133863}" type="sibTrans" cxnId="{AB0D172C-BD01-4615-8FCD-065431A7F37A}">
      <dgm:prSet/>
      <dgm:spPr/>
      <dgm:t>
        <a:bodyPr/>
        <a:lstStyle/>
        <a:p>
          <a:endParaRPr lang="uk-UA"/>
        </a:p>
      </dgm:t>
    </dgm:pt>
    <dgm:pt modelId="{4DE6E168-EDE4-437B-9BA0-EE50C2135954}">
      <dgm:prSet/>
      <dgm:spPr/>
      <dgm:t>
        <a:bodyPr/>
        <a:lstStyle/>
        <a:p>
          <a:r>
            <a:rPr lang="uk-UA" b="0" i="0"/>
            <a:t>соціалістів.</a:t>
          </a:r>
          <a:endParaRPr lang="uk-UA"/>
        </a:p>
      </dgm:t>
    </dgm:pt>
    <dgm:pt modelId="{B3299702-DB5C-4A0C-91D4-83B2EAB506C9}" type="parTrans" cxnId="{CFFAFB6D-7BB7-4159-98C4-0DF61DEAFD03}">
      <dgm:prSet/>
      <dgm:spPr/>
      <dgm:t>
        <a:bodyPr/>
        <a:lstStyle/>
        <a:p>
          <a:endParaRPr lang="uk-UA"/>
        </a:p>
      </dgm:t>
    </dgm:pt>
    <dgm:pt modelId="{F1722833-FFA3-4146-8EB3-A11D09155A0F}" type="sibTrans" cxnId="{CFFAFB6D-7BB7-4159-98C4-0DF61DEAFD03}">
      <dgm:prSet/>
      <dgm:spPr/>
      <dgm:t>
        <a:bodyPr/>
        <a:lstStyle/>
        <a:p>
          <a:endParaRPr lang="uk-UA"/>
        </a:p>
      </dgm:t>
    </dgm:pt>
    <dgm:pt modelId="{53A8ECDC-8D3C-4336-830C-D72A3F688B22}">
      <dgm:prSet/>
      <dgm:spPr/>
      <dgm:t>
        <a:bodyPr/>
        <a:lstStyle/>
        <a:p>
          <a:r>
            <a:rPr lang="uk-UA" b="0" i="0"/>
            <a:t>русофілів.</a:t>
          </a:r>
          <a:endParaRPr lang="uk-UA"/>
        </a:p>
      </dgm:t>
    </dgm:pt>
    <dgm:pt modelId="{59892FE4-7885-442B-A509-FB1DA390288D}" type="parTrans" cxnId="{341575A9-1312-4D0E-B3F5-3392E9AF1993}">
      <dgm:prSet/>
      <dgm:spPr/>
      <dgm:t>
        <a:bodyPr/>
        <a:lstStyle/>
        <a:p>
          <a:endParaRPr lang="uk-UA"/>
        </a:p>
      </dgm:t>
    </dgm:pt>
    <dgm:pt modelId="{0F2E5DB2-7236-4F05-B533-12BE4888EE68}" type="sibTrans" cxnId="{341575A9-1312-4D0E-B3F5-3392E9AF1993}">
      <dgm:prSet/>
      <dgm:spPr/>
      <dgm:t>
        <a:bodyPr/>
        <a:lstStyle/>
        <a:p>
          <a:endParaRPr lang="uk-UA"/>
        </a:p>
      </dgm:t>
    </dgm:pt>
    <dgm:pt modelId="{41A67A0A-E200-464D-8372-D175102F5C92}" type="pres">
      <dgm:prSet presAssocID="{043971E5-516C-476E-BC45-14E7808A5AED}" presName="linearFlow" presStyleCnt="0">
        <dgm:presLayoutVars>
          <dgm:dir/>
          <dgm:resizeHandles val="exact"/>
        </dgm:presLayoutVars>
      </dgm:prSet>
      <dgm:spPr/>
    </dgm:pt>
    <dgm:pt modelId="{30B190B8-5D86-4FB9-AC3D-1FC5D1E4C28A}" type="pres">
      <dgm:prSet presAssocID="{67A9F44F-9882-4E01-A6DE-472912D198F1}" presName="composite" presStyleCnt="0"/>
      <dgm:spPr/>
    </dgm:pt>
    <dgm:pt modelId="{280973D5-A88E-4C68-9C8A-C8DEB6131BCE}" type="pres">
      <dgm:prSet presAssocID="{67A9F44F-9882-4E01-A6DE-472912D198F1}" presName="imgShp" presStyleLbl="fgImgPlace1" presStyleIdx="0" presStyleCnt="4"/>
      <dgm:spPr/>
    </dgm:pt>
    <dgm:pt modelId="{79CF7F16-45FA-44B7-967E-12BBB11B4814}" type="pres">
      <dgm:prSet presAssocID="{67A9F44F-9882-4E01-A6DE-472912D198F1}" presName="txShp" presStyleLbl="node1" presStyleIdx="0" presStyleCnt="4">
        <dgm:presLayoutVars>
          <dgm:bulletEnabled val="1"/>
        </dgm:presLayoutVars>
      </dgm:prSet>
      <dgm:spPr/>
    </dgm:pt>
    <dgm:pt modelId="{953296D3-B591-4D4B-B7E0-F416D46934E9}" type="pres">
      <dgm:prSet presAssocID="{0D1FEE9C-57AD-49B3-8211-51436C92D3D1}" presName="spacing" presStyleCnt="0"/>
      <dgm:spPr/>
    </dgm:pt>
    <dgm:pt modelId="{9DAAF75D-D752-4654-9E36-CEC0ED4C76E7}" type="pres">
      <dgm:prSet presAssocID="{4C8075E1-9F2D-47F6-A2CF-FE80F13BDFFC}" presName="composite" presStyleCnt="0"/>
      <dgm:spPr/>
    </dgm:pt>
    <dgm:pt modelId="{2C8A5A8E-380B-4745-AC08-8496122D8064}" type="pres">
      <dgm:prSet presAssocID="{4C8075E1-9F2D-47F6-A2CF-FE80F13BDFFC}" presName="imgShp" presStyleLbl="fgImgPlace1" presStyleIdx="1" presStyleCnt="4"/>
      <dgm:spPr/>
    </dgm:pt>
    <dgm:pt modelId="{06958421-9618-4B39-8755-051C2E1C4DE4}" type="pres">
      <dgm:prSet presAssocID="{4C8075E1-9F2D-47F6-A2CF-FE80F13BDFFC}" presName="txShp" presStyleLbl="node1" presStyleIdx="1" presStyleCnt="4">
        <dgm:presLayoutVars>
          <dgm:bulletEnabled val="1"/>
        </dgm:presLayoutVars>
      </dgm:prSet>
      <dgm:spPr/>
    </dgm:pt>
    <dgm:pt modelId="{C8A8FD15-C3CF-4A65-B8EE-E4BC1FBE53D4}" type="pres">
      <dgm:prSet presAssocID="{23BC9ECC-D2F3-48AD-A3C6-3CAE06133863}" presName="spacing" presStyleCnt="0"/>
      <dgm:spPr/>
    </dgm:pt>
    <dgm:pt modelId="{D6B93FB0-8093-4496-AD84-E1B5080707DF}" type="pres">
      <dgm:prSet presAssocID="{4DE6E168-EDE4-437B-9BA0-EE50C2135954}" presName="composite" presStyleCnt="0"/>
      <dgm:spPr/>
    </dgm:pt>
    <dgm:pt modelId="{7DFA7E57-B5A1-4328-8BCA-D46BCDFEE903}" type="pres">
      <dgm:prSet presAssocID="{4DE6E168-EDE4-437B-9BA0-EE50C2135954}" presName="imgShp" presStyleLbl="fgImgPlace1" presStyleIdx="2" presStyleCnt="4"/>
      <dgm:spPr/>
    </dgm:pt>
    <dgm:pt modelId="{FA579D05-EBBA-455D-B920-FC6F222BB8FB}" type="pres">
      <dgm:prSet presAssocID="{4DE6E168-EDE4-437B-9BA0-EE50C2135954}" presName="txShp" presStyleLbl="node1" presStyleIdx="2" presStyleCnt="4">
        <dgm:presLayoutVars>
          <dgm:bulletEnabled val="1"/>
        </dgm:presLayoutVars>
      </dgm:prSet>
      <dgm:spPr/>
    </dgm:pt>
    <dgm:pt modelId="{9485676F-BF39-405D-A44A-ED7E542C3EFC}" type="pres">
      <dgm:prSet presAssocID="{F1722833-FFA3-4146-8EB3-A11D09155A0F}" presName="spacing" presStyleCnt="0"/>
      <dgm:spPr/>
    </dgm:pt>
    <dgm:pt modelId="{20A4D9C8-3207-4B44-B974-29C578EDDF9A}" type="pres">
      <dgm:prSet presAssocID="{53A8ECDC-8D3C-4336-830C-D72A3F688B22}" presName="composite" presStyleCnt="0"/>
      <dgm:spPr/>
    </dgm:pt>
    <dgm:pt modelId="{4CA00247-2CCD-42FD-BF59-B2D4246A7AE7}" type="pres">
      <dgm:prSet presAssocID="{53A8ECDC-8D3C-4336-830C-D72A3F688B22}" presName="imgShp" presStyleLbl="fgImgPlace1" presStyleIdx="3" presStyleCnt="4"/>
      <dgm:spPr/>
    </dgm:pt>
    <dgm:pt modelId="{98754250-A860-4E70-BA1C-B38DDFD7507B}" type="pres">
      <dgm:prSet presAssocID="{53A8ECDC-8D3C-4336-830C-D72A3F688B22}" presName="txShp" presStyleLbl="node1" presStyleIdx="3" presStyleCnt="4">
        <dgm:presLayoutVars>
          <dgm:bulletEnabled val="1"/>
        </dgm:presLayoutVars>
      </dgm:prSet>
      <dgm:spPr/>
    </dgm:pt>
  </dgm:ptLst>
  <dgm:cxnLst>
    <dgm:cxn modelId="{D1944D16-FDBF-4178-A512-048ECB9DA1D5}" type="presOf" srcId="{53A8ECDC-8D3C-4336-830C-D72A3F688B22}" destId="{98754250-A860-4E70-BA1C-B38DDFD7507B}" srcOrd="0" destOrd="0" presId="urn:microsoft.com/office/officeart/2005/8/layout/vList3"/>
    <dgm:cxn modelId="{E661411B-3F56-47E9-85E8-40531CB27086}" type="presOf" srcId="{4C8075E1-9F2D-47F6-A2CF-FE80F13BDFFC}" destId="{06958421-9618-4B39-8755-051C2E1C4DE4}" srcOrd="0" destOrd="0" presId="urn:microsoft.com/office/officeart/2005/8/layout/vList3"/>
    <dgm:cxn modelId="{5AFEFD20-DECB-4C2E-A93F-8E06DC25F20C}" type="presOf" srcId="{67A9F44F-9882-4E01-A6DE-472912D198F1}" destId="{79CF7F16-45FA-44B7-967E-12BBB11B4814}" srcOrd="0" destOrd="0" presId="urn:microsoft.com/office/officeart/2005/8/layout/vList3"/>
    <dgm:cxn modelId="{AB0D172C-BD01-4615-8FCD-065431A7F37A}" srcId="{043971E5-516C-476E-BC45-14E7808A5AED}" destId="{4C8075E1-9F2D-47F6-A2CF-FE80F13BDFFC}" srcOrd="1" destOrd="0" parTransId="{A51DCDF7-8FEE-4B3B-8C2C-59F0F9705536}" sibTransId="{23BC9ECC-D2F3-48AD-A3C6-3CAE06133863}"/>
    <dgm:cxn modelId="{CFFAFB6D-7BB7-4159-98C4-0DF61DEAFD03}" srcId="{043971E5-516C-476E-BC45-14E7808A5AED}" destId="{4DE6E168-EDE4-437B-9BA0-EE50C2135954}" srcOrd="2" destOrd="0" parTransId="{B3299702-DB5C-4A0C-91D4-83B2EAB506C9}" sibTransId="{F1722833-FFA3-4146-8EB3-A11D09155A0F}"/>
    <dgm:cxn modelId="{EBB0B77F-F59D-41A6-AB9D-11CD8D7FA274}" type="presOf" srcId="{043971E5-516C-476E-BC45-14E7808A5AED}" destId="{41A67A0A-E200-464D-8372-D175102F5C92}" srcOrd="0" destOrd="0" presId="urn:microsoft.com/office/officeart/2005/8/layout/vList3"/>
    <dgm:cxn modelId="{341575A9-1312-4D0E-B3F5-3392E9AF1993}" srcId="{043971E5-516C-476E-BC45-14E7808A5AED}" destId="{53A8ECDC-8D3C-4336-830C-D72A3F688B22}" srcOrd="3" destOrd="0" parTransId="{59892FE4-7885-442B-A509-FB1DA390288D}" sibTransId="{0F2E5DB2-7236-4F05-B533-12BE4888EE68}"/>
    <dgm:cxn modelId="{7431C0D5-5EE7-429F-AE79-E128994574E5}" srcId="{043971E5-516C-476E-BC45-14E7808A5AED}" destId="{67A9F44F-9882-4E01-A6DE-472912D198F1}" srcOrd="0" destOrd="0" parTransId="{01837D82-EAC2-4E6A-9FDD-D688C6E00009}" sibTransId="{0D1FEE9C-57AD-49B3-8211-51436C92D3D1}"/>
    <dgm:cxn modelId="{8E3684E6-1B36-43AE-9762-7993D3E8A83E}" type="presOf" srcId="{4DE6E168-EDE4-437B-9BA0-EE50C2135954}" destId="{FA579D05-EBBA-455D-B920-FC6F222BB8FB}" srcOrd="0" destOrd="0" presId="urn:microsoft.com/office/officeart/2005/8/layout/vList3"/>
    <dgm:cxn modelId="{F1A011C7-6B20-41A6-AD87-77956CEA3D59}" type="presParOf" srcId="{41A67A0A-E200-464D-8372-D175102F5C92}" destId="{30B190B8-5D86-4FB9-AC3D-1FC5D1E4C28A}" srcOrd="0" destOrd="0" presId="urn:microsoft.com/office/officeart/2005/8/layout/vList3"/>
    <dgm:cxn modelId="{9418EC38-D904-4205-95FE-E82BF49467C6}" type="presParOf" srcId="{30B190B8-5D86-4FB9-AC3D-1FC5D1E4C28A}" destId="{280973D5-A88E-4C68-9C8A-C8DEB6131BCE}" srcOrd="0" destOrd="0" presId="urn:microsoft.com/office/officeart/2005/8/layout/vList3"/>
    <dgm:cxn modelId="{00C0CEAD-3178-4A41-9F61-8A9452A17E39}" type="presParOf" srcId="{30B190B8-5D86-4FB9-AC3D-1FC5D1E4C28A}" destId="{79CF7F16-45FA-44B7-967E-12BBB11B4814}" srcOrd="1" destOrd="0" presId="urn:microsoft.com/office/officeart/2005/8/layout/vList3"/>
    <dgm:cxn modelId="{EE8E5CC7-7BBF-4261-8004-7B0C87623861}" type="presParOf" srcId="{41A67A0A-E200-464D-8372-D175102F5C92}" destId="{953296D3-B591-4D4B-B7E0-F416D46934E9}" srcOrd="1" destOrd="0" presId="urn:microsoft.com/office/officeart/2005/8/layout/vList3"/>
    <dgm:cxn modelId="{62B842F9-9EDC-491D-A180-DD0A49E4F57A}" type="presParOf" srcId="{41A67A0A-E200-464D-8372-D175102F5C92}" destId="{9DAAF75D-D752-4654-9E36-CEC0ED4C76E7}" srcOrd="2" destOrd="0" presId="urn:microsoft.com/office/officeart/2005/8/layout/vList3"/>
    <dgm:cxn modelId="{64BEE076-D18B-4F8F-B47A-DC8EAB056A3D}" type="presParOf" srcId="{9DAAF75D-D752-4654-9E36-CEC0ED4C76E7}" destId="{2C8A5A8E-380B-4745-AC08-8496122D8064}" srcOrd="0" destOrd="0" presId="urn:microsoft.com/office/officeart/2005/8/layout/vList3"/>
    <dgm:cxn modelId="{8104B63A-5F4E-4A95-B804-38383AD4A3B9}" type="presParOf" srcId="{9DAAF75D-D752-4654-9E36-CEC0ED4C76E7}" destId="{06958421-9618-4B39-8755-051C2E1C4DE4}" srcOrd="1" destOrd="0" presId="urn:microsoft.com/office/officeart/2005/8/layout/vList3"/>
    <dgm:cxn modelId="{5222E7DC-4662-4AC6-9430-2AB7864013EB}" type="presParOf" srcId="{41A67A0A-E200-464D-8372-D175102F5C92}" destId="{C8A8FD15-C3CF-4A65-B8EE-E4BC1FBE53D4}" srcOrd="3" destOrd="0" presId="urn:microsoft.com/office/officeart/2005/8/layout/vList3"/>
    <dgm:cxn modelId="{5C7EC6B8-2B56-4E69-B153-85199330BD9B}" type="presParOf" srcId="{41A67A0A-E200-464D-8372-D175102F5C92}" destId="{D6B93FB0-8093-4496-AD84-E1B5080707DF}" srcOrd="4" destOrd="0" presId="urn:microsoft.com/office/officeart/2005/8/layout/vList3"/>
    <dgm:cxn modelId="{E9A7DFC6-514C-4B9F-8EAE-2E37A979A204}" type="presParOf" srcId="{D6B93FB0-8093-4496-AD84-E1B5080707DF}" destId="{7DFA7E57-B5A1-4328-8BCA-D46BCDFEE903}" srcOrd="0" destOrd="0" presId="urn:microsoft.com/office/officeart/2005/8/layout/vList3"/>
    <dgm:cxn modelId="{EDCB173F-0466-4509-9584-C9F8019A38F3}" type="presParOf" srcId="{D6B93FB0-8093-4496-AD84-E1B5080707DF}" destId="{FA579D05-EBBA-455D-B920-FC6F222BB8FB}" srcOrd="1" destOrd="0" presId="urn:microsoft.com/office/officeart/2005/8/layout/vList3"/>
    <dgm:cxn modelId="{A5F75096-048F-4ED8-923A-434846CAA90F}" type="presParOf" srcId="{41A67A0A-E200-464D-8372-D175102F5C92}" destId="{9485676F-BF39-405D-A44A-ED7E542C3EFC}" srcOrd="5" destOrd="0" presId="urn:microsoft.com/office/officeart/2005/8/layout/vList3"/>
    <dgm:cxn modelId="{9A2EC369-42C3-4600-9BE8-9EAFB52FA80A}" type="presParOf" srcId="{41A67A0A-E200-464D-8372-D175102F5C92}" destId="{20A4D9C8-3207-4B44-B974-29C578EDDF9A}" srcOrd="6" destOrd="0" presId="urn:microsoft.com/office/officeart/2005/8/layout/vList3"/>
    <dgm:cxn modelId="{1ECCC2EB-03CC-4B85-AAA2-DB273F30FF9B}" type="presParOf" srcId="{20A4D9C8-3207-4B44-B974-29C578EDDF9A}" destId="{4CA00247-2CCD-42FD-BF59-B2D4246A7AE7}" srcOrd="0" destOrd="0" presId="urn:microsoft.com/office/officeart/2005/8/layout/vList3"/>
    <dgm:cxn modelId="{7FC6B378-41E3-4A12-9052-92D456E1FC65}" type="presParOf" srcId="{20A4D9C8-3207-4B44-B974-29C578EDDF9A}" destId="{98754250-A860-4E70-BA1C-B38DDFD7507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F160B096-CC9F-44F3-B04E-89FFCF05973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FC9975F-E12F-4B81-948F-546C9535F096}">
      <dgm:prSet/>
      <dgm:spPr/>
      <dgm:t>
        <a:bodyPr/>
        <a:lstStyle/>
        <a:p>
          <a:r>
            <a:rPr lang="uk-UA" b="0" i="0"/>
            <a:t>Видання альманаху «Русалка Дністровая».</a:t>
          </a:r>
          <a:endParaRPr lang="uk-UA"/>
        </a:p>
      </dgm:t>
    </dgm:pt>
    <dgm:pt modelId="{8474BBE6-ABFE-43BD-901D-74542C0D9CAE}" type="parTrans" cxnId="{BE6A08D4-B77C-4729-92CE-A30A05ACD9F0}">
      <dgm:prSet/>
      <dgm:spPr/>
      <dgm:t>
        <a:bodyPr/>
        <a:lstStyle/>
        <a:p>
          <a:endParaRPr lang="uk-UA"/>
        </a:p>
      </dgm:t>
    </dgm:pt>
    <dgm:pt modelId="{50B0C642-B6E6-49FE-B824-28D34B4682EE}" type="sibTrans" cxnId="{BE6A08D4-B77C-4729-92CE-A30A05ACD9F0}">
      <dgm:prSet/>
      <dgm:spPr/>
      <dgm:t>
        <a:bodyPr/>
        <a:lstStyle/>
        <a:p>
          <a:endParaRPr lang="uk-UA"/>
        </a:p>
      </dgm:t>
    </dgm:pt>
    <dgm:pt modelId="{127BB647-3581-4D24-9A7C-43C6815C5099}">
      <dgm:prSet/>
      <dgm:spPr/>
      <dgm:t>
        <a:bodyPr/>
        <a:lstStyle/>
        <a:p>
          <a:r>
            <a:rPr lang="uk-UA" b="0" i="0"/>
            <a:t>Видання збірки поезій «Кобзар» Т. Шевченка.</a:t>
          </a:r>
          <a:endParaRPr lang="uk-UA"/>
        </a:p>
      </dgm:t>
    </dgm:pt>
    <dgm:pt modelId="{F133D939-52FE-415F-98B3-18B78A032D71}" type="parTrans" cxnId="{F0A8FA02-0DC0-42A2-8ECC-2380DA455363}">
      <dgm:prSet/>
      <dgm:spPr/>
      <dgm:t>
        <a:bodyPr/>
        <a:lstStyle/>
        <a:p>
          <a:endParaRPr lang="uk-UA"/>
        </a:p>
      </dgm:t>
    </dgm:pt>
    <dgm:pt modelId="{BDB06A38-C6A7-4C65-A7E5-8B442FA788B9}" type="sibTrans" cxnId="{F0A8FA02-0DC0-42A2-8ECC-2380DA455363}">
      <dgm:prSet/>
      <dgm:spPr/>
      <dgm:t>
        <a:bodyPr/>
        <a:lstStyle/>
        <a:p>
          <a:endParaRPr lang="uk-UA"/>
        </a:p>
      </dgm:t>
    </dgm:pt>
    <dgm:pt modelId="{1D7BB95A-2B1D-4DE5-8651-3AB87EF91FE2}">
      <dgm:prSet/>
      <dgm:spPr/>
      <dgm:t>
        <a:bodyPr/>
        <a:lstStyle/>
        <a:p>
          <a:r>
            <a:rPr lang="uk-UA" b="0" i="0"/>
            <a:t>Вихід трьох частин «Енеїди» І. Котляревського.</a:t>
          </a:r>
          <a:endParaRPr lang="uk-UA"/>
        </a:p>
      </dgm:t>
    </dgm:pt>
    <dgm:pt modelId="{CE42C6E3-9725-4321-A066-947DB552735D}" type="parTrans" cxnId="{C9190E23-4F07-4802-A094-3E2D25F11988}">
      <dgm:prSet/>
      <dgm:spPr/>
      <dgm:t>
        <a:bodyPr/>
        <a:lstStyle/>
        <a:p>
          <a:endParaRPr lang="uk-UA"/>
        </a:p>
      </dgm:t>
    </dgm:pt>
    <dgm:pt modelId="{9470C539-1AD1-4408-BA4D-81443868C84D}" type="sibTrans" cxnId="{C9190E23-4F07-4802-A094-3E2D25F11988}">
      <dgm:prSet/>
      <dgm:spPr/>
      <dgm:t>
        <a:bodyPr/>
        <a:lstStyle/>
        <a:p>
          <a:endParaRPr lang="uk-UA"/>
        </a:p>
      </dgm:t>
    </dgm:pt>
    <dgm:pt modelId="{640381DA-CC32-45BD-A916-89282E5540C0}">
      <dgm:prSet/>
      <dgm:spPr/>
      <dgm:t>
        <a:bodyPr/>
        <a:lstStyle/>
        <a:p>
          <a:r>
            <a:rPr lang="uk-UA" b="0" i="0"/>
            <a:t>Публікація брошури «</a:t>
          </a:r>
          <a:r>
            <a:rPr lang="en-US" b="0" i="0"/>
            <a:t>Ukraina irredenta» </a:t>
          </a:r>
          <a:r>
            <a:rPr lang="uk-UA" b="0" i="0"/>
            <a:t>Ю. Бачинського.</a:t>
          </a:r>
          <a:endParaRPr lang="uk-UA"/>
        </a:p>
      </dgm:t>
    </dgm:pt>
    <dgm:pt modelId="{17F83D1F-178B-4D25-B871-00FFC41239A3}" type="parTrans" cxnId="{70CD0CE9-CA5C-47E4-A324-41A2B000BD1D}">
      <dgm:prSet/>
      <dgm:spPr/>
      <dgm:t>
        <a:bodyPr/>
        <a:lstStyle/>
        <a:p>
          <a:endParaRPr lang="uk-UA"/>
        </a:p>
      </dgm:t>
    </dgm:pt>
    <dgm:pt modelId="{C269928B-5962-4942-B870-E859930BD331}" type="sibTrans" cxnId="{70CD0CE9-CA5C-47E4-A324-41A2B000BD1D}">
      <dgm:prSet/>
      <dgm:spPr/>
      <dgm:t>
        <a:bodyPr/>
        <a:lstStyle/>
        <a:p>
          <a:endParaRPr lang="uk-UA"/>
        </a:p>
      </dgm:t>
    </dgm:pt>
    <dgm:pt modelId="{C4572419-C5AF-406A-A258-37CFDFBB8A27}" type="pres">
      <dgm:prSet presAssocID="{F160B096-CC9F-44F3-B04E-89FFCF05973A}" presName="linear" presStyleCnt="0">
        <dgm:presLayoutVars>
          <dgm:animLvl val="lvl"/>
          <dgm:resizeHandles val="exact"/>
        </dgm:presLayoutVars>
      </dgm:prSet>
      <dgm:spPr/>
    </dgm:pt>
    <dgm:pt modelId="{7A374F5D-2C14-4D93-9184-78789DBF816A}" type="pres">
      <dgm:prSet presAssocID="{EFC9975F-E12F-4B81-948F-546C9535F09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2AD341C-B7AD-4244-9D10-32A2B4994AD3}" type="pres">
      <dgm:prSet presAssocID="{50B0C642-B6E6-49FE-B824-28D34B4682EE}" presName="spacer" presStyleCnt="0"/>
      <dgm:spPr/>
    </dgm:pt>
    <dgm:pt modelId="{493F6ACD-3BD8-4A78-AD56-F854242D7047}" type="pres">
      <dgm:prSet presAssocID="{127BB647-3581-4D24-9A7C-43C6815C509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F7B3B4A-2E86-4D84-97F8-3DFEBB6525DF}" type="pres">
      <dgm:prSet presAssocID="{BDB06A38-C6A7-4C65-A7E5-8B442FA788B9}" presName="spacer" presStyleCnt="0"/>
      <dgm:spPr/>
    </dgm:pt>
    <dgm:pt modelId="{1769CEF8-1AE4-4764-AB20-B719DBEA2D8E}" type="pres">
      <dgm:prSet presAssocID="{1D7BB95A-2B1D-4DE5-8651-3AB87EF91FE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F93F312-7539-4451-9A5D-78FDB63584CC}" type="pres">
      <dgm:prSet presAssocID="{9470C539-1AD1-4408-BA4D-81443868C84D}" presName="spacer" presStyleCnt="0"/>
      <dgm:spPr/>
    </dgm:pt>
    <dgm:pt modelId="{B33EC6D1-F8C1-4724-98EA-81B24299EE6A}" type="pres">
      <dgm:prSet presAssocID="{640381DA-CC32-45BD-A916-89282E5540C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0A8FA02-0DC0-42A2-8ECC-2380DA455363}" srcId="{F160B096-CC9F-44F3-B04E-89FFCF05973A}" destId="{127BB647-3581-4D24-9A7C-43C6815C5099}" srcOrd="1" destOrd="0" parTransId="{F133D939-52FE-415F-98B3-18B78A032D71}" sibTransId="{BDB06A38-C6A7-4C65-A7E5-8B442FA788B9}"/>
    <dgm:cxn modelId="{4A088B1A-C83C-4B9D-B352-3AE4C138BF2F}" type="presOf" srcId="{F160B096-CC9F-44F3-B04E-89FFCF05973A}" destId="{C4572419-C5AF-406A-A258-37CFDFBB8A27}" srcOrd="0" destOrd="0" presId="urn:microsoft.com/office/officeart/2005/8/layout/vList2"/>
    <dgm:cxn modelId="{C9190E23-4F07-4802-A094-3E2D25F11988}" srcId="{F160B096-CC9F-44F3-B04E-89FFCF05973A}" destId="{1D7BB95A-2B1D-4DE5-8651-3AB87EF91FE2}" srcOrd="2" destOrd="0" parTransId="{CE42C6E3-9725-4321-A066-947DB552735D}" sibTransId="{9470C539-1AD1-4408-BA4D-81443868C84D}"/>
    <dgm:cxn modelId="{A0BA545A-54E2-4070-BA5A-14CD15088B04}" type="presOf" srcId="{640381DA-CC32-45BD-A916-89282E5540C0}" destId="{B33EC6D1-F8C1-4724-98EA-81B24299EE6A}" srcOrd="0" destOrd="0" presId="urn:microsoft.com/office/officeart/2005/8/layout/vList2"/>
    <dgm:cxn modelId="{1ED7A78E-B654-4057-AFE2-CC737006E5B2}" type="presOf" srcId="{1D7BB95A-2B1D-4DE5-8651-3AB87EF91FE2}" destId="{1769CEF8-1AE4-4764-AB20-B719DBEA2D8E}" srcOrd="0" destOrd="0" presId="urn:microsoft.com/office/officeart/2005/8/layout/vList2"/>
    <dgm:cxn modelId="{23781590-B675-48EC-887B-F5EFCEF7947F}" type="presOf" srcId="{127BB647-3581-4D24-9A7C-43C6815C5099}" destId="{493F6ACD-3BD8-4A78-AD56-F854242D7047}" srcOrd="0" destOrd="0" presId="urn:microsoft.com/office/officeart/2005/8/layout/vList2"/>
    <dgm:cxn modelId="{BE6A08D4-B77C-4729-92CE-A30A05ACD9F0}" srcId="{F160B096-CC9F-44F3-B04E-89FFCF05973A}" destId="{EFC9975F-E12F-4B81-948F-546C9535F096}" srcOrd="0" destOrd="0" parTransId="{8474BBE6-ABFE-43BD-901D-74542C0D9CAE}" sibTransId="{50B0C642-B6E6-49FE-B824-28D34B4682EE}"/>
    <dgm:cxn modelId="{70CD0CE9-CA5C-47E4-A324-41A2B000BD1D}" srcId="{F160B096-CC9F-44F3-B04E-89FFCF05973A}" destId="{640381DA-CC32-45BD-A916-89282E5540C0}" srcOrd="3" destOrd="0" parTransId="{17F83D1F-178B-4D25-B871-00FFC41239A3}" sibTransId="{C269928B-5962-4942-B870-E859930BD331}"/>
    <dgm:cxn modelId="{905490EC-77F0-4D20-A13D-BB40C84969C1}" type="presOf" srcId="{EFC9975F-E12F-4B81-948F-546C9535F096}" destId="{7A374F5D-2C14-4D93-9184-78789DBF816A}" srcOrd="0" destOrd="0" presId="urn:microsoft.com/office/officeart/2005/8/layout/vList2"/>
    <dgm:cxn modelId="{43D77B8B-915A-473C-A7AF-3CF2FFB82732}" type="presParOf" srcId="{C4572419-C5AF-406A-A258-37CFDFBB8A27}" destId="{7A374F5D-2C14-4D93-9184-78789DBF816A}" srcOrd="0" destOrd="0" presId="urn:microsoft.com/office/officeart/2005/8/layout/vList2"/>
    <dgm:cxn modelId="{A464EDDF-F971-49E6-AAB0-B8F550BB7F05}" type="presParOf" srcId="{C4572419-C5AF-406A-A258-37CFDFBB8A27}" destId="{C2AD341C-B7AD-4244-9D10-32A2B4994AD3}" srcOrd="1" destOrd="0" presId="urn:microsoft.com/office/officeart/2005/8/layout/vList2"/>
    <dgm:cxn modelId="{7BB0F2C8-E98F-4430-A3C8-A95C459125BE}" type="presParOf" srcId="{C4572419-C5AF-406A-A258-37CFDFBB8A27}" destId="{493F6ACD-3BD8-4A78-AD56-F854242D7047}" srcOrd="2" destOrd="0" presId="urn:microsoft.com/office/officeart/2005/8/layout/vList2"/>
    <dgm:cxn modelId="{BF245C46-100B-41CF-B51F-66CAC89EEA75}" type="presParOf" srcId="{C4572419-C5AF-406A-A258-37CFDFBB8A27}" destId="{0F7B3B4A-2E86-4D84-97F8-3DFEBB6525DF}" srcOrd="3" destOrd="0" presId="urn:microsoft.com/office/officeart/2005/8/layout/vList2"/>
    <dgm:cxn modelId="{71107BCB-885B-4F92-AAC2-3CDD51F854F6}" type="presParOf" srcId="{C4572419-C5AF-406A-A258-37CFDFBB8A27}" destId="{1769CEF8-1AE4-4764-AB20-B719DBEA2D8E}" srcOrd="4" destOrd="0" presId="urn:microsoft.com/office/officeart/2005/8/layout/vList2"/>
    <dgm:cxn modelId="{786AD046-F88B-4B6F-B230-7F2B1794816C}" type="presParOf" srcId="{C4572419-C5AF-406A-A258-37CFDFBB8A27}" destId="{6F93F312-7539-4451-9A5D-78FDB63584CC}" srcOrd="5" destOrd="0" presId="urn:microsoft.com/office/officeart/2005/8/layout/vList2"/>
    <dgm:cxn modelId="{0C02CA1F-8A4D-4203-BC5D-B045C0B3AE73}" type="presParOf" srcId="{C4572419-C5AF-406A-A258-37CFDFBB8A27}" destId="{B33EC6D1-F8C1-4724-98EA-81B24299EE6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50E1DAEC-63BA-410E-AC96-50FEE5CEBCB9}" type="doc">
      <dgm:prSet loTypeId="urn:microsoft.com/office/officeart/2008/layout/VerticalCircle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15610FF-B715-4BCB-988B-17411994DE1E}">
      <dgm:prSet/>
      <dgm:spPr/>
      <dgm:t>
        <a:bodyPr/>
        <a:lstStyle/>
        <a:p>
          <a:r>
            <a:rPr lang="ru-RU" b="0" i="0"/>
            <a:t>«Енеїда»</a:t>
          </a:r>
          <a:endParaRPr lang="uk-UA"/>
        </a:p>
      </dgm:t>
    </dgm:pt>
    <dgm:pt modelId="{F953F7E4-C9EE-48DE-9689-A63C375399CD}" type="parTrans" cxnId="{CCCF9A2E-5006-47B0-98B2-884E95746E5B}">
      <dgm:prSet/>
      <dgm:spPr/>
      <dgm:t>
        <a:bodyPr/>
        <a:lstStyle/>
        <a:p>
          <a:endParaRPr lang="uk-UA"/>
        </a:p>
      </dgm:t>
    </dgm:pt>
    <dgm:pt modelId="{874FE0AA-FF84-41C6-B4CF-5D8FB34ADC57}" type="sibTrans" cxnId="{CCCF9A2E-5006-47B0-98B2-884E95746E5B}">
      <dgm:prSet/>
      <dgm:spPr/>
      <dgm:t>
        <a:bodyPr/>
        <a:lstStyle/>
        <a:p>
          <a:endParaRPr lang="uk-UA"/>
        </a:p>
      </dgm:t>
    </dgm:pt>
    <dgm:pt modelId="{E876588D-687A-4A67-8ED1-9C58026C777E}">
      <dgm:prSet/>
      <dgm:spPr/>
      <dgm:t>
        <a:bodyPr/>
        <a:lstStyle/>
        <a:p>
          <a:r>
            <a:rPr lang="ru-RU" b="0" i="0"/>
            <a:t>«Історія Русів»</a:t>
          </a:r>
          <a:endParaRPr lang="uk-UA"/>
        </a:p>
      </dgm:t>
    </dgm:pt>
    <dgm:pt modelId="{32520076-27C7-47DD-A013-E85BBFD7FF88}" type="parTrans" cxnId="{89C65020-CE12-4231-B5D8-772FB6FF3DBC}">
      <dgm:prSet/>
      <dgm:spPr/>
      <dgm:t>
        <a:bodyPr/>
        <a:lstStyle/>
        <a:p>
          <a:endParaRPr lang="uk-UA"/>
        </a:p>
      </dgm:t>
    </dgm:pt>
    <dgm:pt modelId="{90097F36-2FE8-4833-89C3-F1B63C62CD1C}" type="sibTrans" cxnId="{89C65020-CE12-4231-B5D8-772FB6FF3DBC}">
      <dgm:prSet/>
      <dgm:spPr/>
      <dgm:t>
        <a:bodyPr/>
        <a:lstStyle/>
        <a:p>
          <a:endParaRPr lang="uk-UA"/>
        </a:p>
      </dgm:t>
    </dgm:pt>
    <dgm:pt modelId="{F403B9BE-CDE0-480C-95FC-A62CFC4A13C6}">
      <dgm:prSet/>
      <dgm:spPr/>
      <dgm:t>
        <a:bodyPr/>
        <a:lstStyle/>
        <a:p>
          <a:r>
            <a:rPr lang="ru-RU" b="0" i="0"/>
            <a:t>«Основа»</a:t>
          </a:r>
          <a:endParaRPr lang="uk-UA"/>
        </a:p>
      </dgm:t>
    </dgm:pt>
    <dgm:pt modelId="{14B155DD-06F4-4FB6-BB2B-F82D1147CE56}" type="parTrans" cxnId="{DD263C7D-2A22-4572-A4C3-98DCBE4D5AFF}">
      <dgm:prSet/>
      <dgm:spPr/>
      <dgm:t>
        <a:bodyPr/>
        <a:lstStyle/>
        <a:p>
          <a:endParaRPr lang="uk-UA"/>
        </a:p>
      </dgm:t>
    </dgm:pt>
    <dgm:pt modelId="{FE365C47-E089-42BF-AAAB-CB453DFB1B99}" type="sibTrans" cxnId="{DD263C7D-2A22-4572-A4C3-98DCBE4D5AFF}">
      <dgm:prSet/>
      <dgm:spPr/>
      <dgm:t>
        <a:bodyPr/>
        <a:lstStyle/>
        <a:p>
          <a:endParaRPr lang="uk-UA"/>
        </a:p>
      </dgm:t>
    </dgm:pt>
    <dgm:pt modelId="{312D2889-076D-48EA-AF2E-8B0C830C75EE}">
      <dgm:prSet/>
      <dgm:spPr/>
      <dgm:t>
        <a:bodyPr/>
        <a:lstStyle/>
        <a:p>
          <a:r>
            <a:rPr lang="ru-RU" b="0" i="0"/>
            <a:t>«Громада»</a:t>
          </a:r>
          <a:endParaRPr lang="uk-UA"/>
        </a:p>
      </dgm:t>
    </dgm:pt>
    <dgm:pt modelId="{D31F2D9E-9919-4FEA-8C42-A7E2622474F9}" type="parTrans" cxnId="{0BC2F597-9D30-4605-935C-A33D4CA2B12B}">
      <dgm:prSet/>
      <dgm:spPr/>
      <dgm:t>
        <a:bodyPr/>
        <a:lstStyle/>
        <a:p>
          <a:endParaRPr lang="uk-UA"/>
        </a:p>
      </dgm:t>
    </dgm:pt>
    <dgm:pt modelId="{E630389D-3D77-4400-A975-E65E0EB126AA}" type="sibTrans" cxnId="{0BC2F597-9D30-4605-935C-A33D4CA2B12B}">
      <dgm:prSet/>
      <dgm:spPr/>
      <dgm:t>
        <a:bodyPr/>
        <a:lstStyle/>
        <a:p>
          <a:endParaRPr lang="uk-UA"/>
        </a:p>
      </dgm:t>
    </dgm:pt>
    <dgm:pt modelId="{E2DB9D36-677A-4848-90C8-FCDFF6117CA3}" type="pres">
      <dgm:prSet presAssocID="{50E1DAEC-63BA-410E-AC96-50FEE5CEBCB9}" presName="Name0" presStyleCnt="0">
        <dgm:presLayoutVars>
          <dgm:dir/>
        </dgm:presLayoutVars>
      </dgm:prSet>
      <dgm:spPr/>
    </dgm:pt>
    <dgm:pt modelId="{AD324876-5DEE-4043-8D6D-772DF5467A23}" type="pres">
      <dgm:prSet presAssocID="{315610FF-B715-4BCB-988B-17411994DE1E}" presName="noChildren" presStyleCnt="0"/>
      <dgm:spPr/>
    </dgm:pt>
    <dgm:pt modelId="{D9BF3E01-5BA4-4879-B038-53C8C49DA48B}" type="pres">
      <dgm:prSet presAssocID="{315610FF-B715-4BCB-988B-17411994DE1E}" presName="gap" presStyleCnt="0"/>
      <dgm:spPr/>
    </dgm:pt>
    <dgm:pt modelId="{E4020C51-4AA0-4731-B973-57C1927BF038}" type="pres">
      <dgm:prSet presAssocID="{315610FF-B715-4BCB-988B-17411994DE1E}" presName="medCircle2" presStyleLbl="vennNode1" presStyleIdx="0" presStyleCnt="4"/>
      <dgm:spPr/>
    </dgm:pt>
    <dgm:pt modelId="{E35A37E0-8B53-4926-A790-64E85A4B383D}" type="pres">
      <dgm:prSet presAssocID="{315610FF-B715-4BCB-988B-17411994DE1E}" presName="txLvlOnly1" presStyleLbl="revTx" presStyleIdx="0" presStyleCnt="4"/>
      <dgm:spPr/>
    </dgm:pt>
    <dgm:pt modelId="{9C622066-7ECB-40A2-BFE3-1E4941496635}" type="pres">
      <dgm:prSet presAssocID="{E876588D-687A-4A67-8ED1-9C58026C777E}" presName="noChildren" presStyleCnt="0"/>
      <dgm:spPr/>
    </dgm:pt>
    <dgm:pt modelId="{30F33330-EF5C-4052-BC45-E0F960D125BB}" type="pres">
      <dgm:prSet presAssocID="{E876588D-687A-4A67-8ED1-9C58026C777E}" presName="gap" presStyleCnt="0"/>
      <dgm:spPr/>
    </dgm:pt>
    <dgm:pt modelId="{E067074F-ADCC-450F-87DD-57BC37E1A5C3}" type="pres">
      <dgm:prSet presAssocID="{E876588D-687A-4A67-8ED1-9C58026C777E}" presName="medCircle2" presStyleLbl="vennNode1" presStyleIdx="1" presStyleCnt="4"/>
      <dgm:spPr/>
    </dgm:pt>
    <dgm:pt modelId="{2DCD9C63-5755-45E2-A016-0C038116335B}" type="pres">
      <dgm:prSet presAssocID="{E876588D-687A-4A67-8ED1-9C58026C777E}" presName="txLvlOnly1" presStyleLbl="revTx" presStyleIdx="1" presStyleCnt="4"/>
      <dgm:spPr/>
    </dgm:pt>
    <dgm:pt modelId="{01FCBB73-F694-4B97-9640-52D0AABD33D3}" type="pres">
      <dgm:prSet presAssocID="{F403B9BE-CDE0-480C-95FC-A62CFC4A13C6}" presName="noChildren" presStyleCnt="0"/>
      <dgm:spPr/>
    </dgm:pt>
    <dgm:pt modelId="{B97859B5-E7C1-4FF4-82AB-0656DB3F0ED6}" type="pres">
      <dgm:prSet presAssocID="{F403B9BE-CDE0-480C-95FC-A62CFC4A13C6}" presName="gap" presStyleCnt="0"/>
      <dgm:spPr/>
    </dgm:pt>
    <dgm:pt modelId="{B41432EA-09F7-4E67-B57C-269453B8480E}" type="pres">
      <dgm:prSet presAssocID="{F403B9BE-CDE0-480C-95FC-A62CFC4A13C6}" presName="medCircle2" presStyleLbl="vennNode1" presStyleIdx="2" presStyleCnt="4"/>
      <dgm:spPr/>
    </dgm:pt>
    <dgm:pt modelId="{7967838E-B54E-410C-B027-E5BE4896A14C}" type="pres">
      <dgm:prSet presAssocID="{F403B9BE-CDE0-480C-95FC-A62CFC4A13C6}" presName="txLvlOnly1" presStyleLbl="revTx" presStyleIdx="2" presStyleCnt="4"/>
      <dgm:spPr/>
    </dgm:pt>
    <dgm:pt modelId="{63D855E4-9932-44BA-8848-963A93C31C3B}" type="pres">
      <dgm:prSet presAssocID="{312D2889-076D-48EA-AF2E-8B0C830C75EE}" presName="noChildren" presStyleCnt="0"/>
      <dgm:spPr/>
    </dgm:pt>
    <dgm:pt modelId="{02F2A42F-B2FC-41B1-8D5C-11E169561D60}" type="pres">
      <dgm:prSet presAssocID="{312D2889-076D-48EA-AF2E-8B0C830C75EE}" presName="gap" presStyleCnt="0"/>
      <dgm:spPr/>
    </dgm:pt>
    <dgm:pt modelId="{9A71BF75-FCDA-4206-9E25-ABC56B9070B1}" type="pres">
      <dgm:prSet presAssocID="{312D2889-076D-48EA-AF2E-8B0C830C75EE}" presName="medCircle2" presStyleLbl="vennNode1" presStyleIdx="3" presStyleCnt="4"/>
      <dgm:spPr/>
    </dgm:pt>
    <dgm:pt modelId="{D035B0D1-34B6-41DA-BE14-743965192004}" type="pres">
      <dgm:prSet presAssocID="{312D2889-076D-48EA-AF2E-8B0C830C75EE}" presName="txLvlOnly1" presStyleLbl="revTx" presStyleIdx="3" presStyleCnt="4"/>
      <dgm:spPr/>
    </dgm:pt>
  </dgm:ptLst>
  <dgm:cxnLst>
    <dgm:cxn modelId="{82261E20-E219-44A5-9F01-328D286FCA9B}" type="presOf" srcId="{E876588D-687A-4A67-8ED1-9C58026C777E}" destId="{2DCD9C63-5755-45E2-A016-0C038116335B}" srcOrd="0" destOrd="0" presId="urn:microsoft.com/office/officeart/2008/layout/VerticalCircleList"/>
    <dgm:cxn modelId="{89C65020-CE12-4231-B5D8-772FB6FF3DBC}" srcId="{50E1DAEC-63BA-410E-AC96-50FEE5CEBCB9}" destId="{E876588D-687A-4A67-8ED1-9C58026C777E}" srcOrd="1" destOrd="0" parTransId="{32520076-27C7-47DD-A013-E85BBFD7FF88}" sibTransId="{90097F36-2FE8-4833-89C3-F1B63C62CD1C}"/>
    <dgm:cxn modelId="{A13E6C25-6A30-4260-845F-B04F64218333}" type="presOf" srcId="{315610FF-B715-4BCB-988B-17411994DE1E}" destId="{E35A37E0-8B53-4926-A790-64E85A4B383D}" srcOrd="0" destOrd="0" presId="urn:microsoft.com/office/officeart/2008/layout/VerticalCircleList"/>
    <dgm:cxn modelId="{CCCF9A2E-5006-47B0-98B2-884E95746E5B}" srcId="{50E1DAEC-63BA-410E-AC96-50FEE5CEBCB9}" destId="{315610FF-B715-4BCB-988B-17411994DE1E}" srcOrd="0" destOrd="0" parTransId="{F953F7E4-C9EE-48DE-9689-A63C375399CD}" sibTransId="{874FE0AA-FF84-41C6-B4CF-5D8FB34ADC57}"/>
    <dgm:cxn modelId="{3704A232-E028-4A4D-83B5-841D170D11E8}" type="presOf" srcId="{F403B9BE-CDE0-480C-95FC-A62CFC4A13C6}" destId="{7967838E-B54E-410C-B027-E5BE4896A14C}" srcOrd="0" destOrd="0" presId="urn:microsoft.com/office/officeart/2008/layout/VerticalCircleList"/>
    <dgm:cxn modelId="{2D846F46-F245-4347-B3D5-1D493DC8545C}" type="presOf" srcId="{50E1DAEC-63BA-410E-AC96-50FEE5CEBCB9}" destId="{E2DB9D36-677A-4848-90C8-FCDFF6117CA3}" srcOrd="0" destOrd="0" presId="urn:microsoft.com/office/officeart/2008/layout/VerticalCircleList"/>
    <dgm:cxn modelId="{DD263C7D-2A22-4572-A4C3-98DCBE4D5AFF}" srcId="{50E1DAEC-63BA-410E-AC96-50FEE5CEBCB9}" destId="{F403B9BE-CDE0-480C-95FC-A62CFC4A13C6}" srcOrd="2" destOrd="0" parTransId="{14B155DD-06F4-4FB6-BB2B-F82D1147CE56}" sibTransId="{FE365C47-E089-42BF-AAAB-CB453DFB1B99}"/>
    <dgm:cxn modelId="{0BC2F597-9D30-4605-935C-A33D4CA2B12B}" srcId="{50E1DAEC-63BA-410E-AC96-50FEE5CEBCB9}" destId="{312D2889-076D-48EA-AF2E-8B0C830C75EE}" srcOrd="3" destOrd="0" parTransId="{D31F2D9E-9919-4FEA-8C42-A7E2622474F9}" sibTransId="{E630389D-3D77-4400-A975-E65E0EB126AA}"/>
    <dgm:cxn modelId="{E6CC01F0-E7B4-42CD-907F-32CA32BBE3B8}" type="presOf" srcId="{312D2889-076D-48EA-AF2E-8B0C830C75EE}" destId="{D035B0D1-34B6-41DA-BE14-743965192004}" srcOrd="0" destOrd="0" presId="urn:microsoft.com/office/officeart/2008/layout/VerticalCircleList"/>
    <dgm:cxn modelId="{1F265A75-6757-441D-820F-5FD3507F8998}" type="presParOf" srcId="{E2DB9D36-677A-4848-90C8-FCDFF6117CA3}" destId="{AD324876-5DEE-4043-8D6D-772DF5467A23}" srcOrd="0" destOrd="0" presId="urn:microsoft.com/office/officeart/2008/layout/VerticalCircleList"/>
    <dgm:cxn modelId="{B5773A1F-C5FA-47E6-B724-0C61F1DF15BE}" type="presParOf" srcId="{AD324876-5DEE-4043-8D6D-772DF5467A23}" destId="{D9BF3E01-5BA4-4879-B038-53C8C49DA48B}" srcOrd="0" destOrd="0" presId="urn:microsoft.com/office/officeart/2008/layout/VerticalCircleList"/>
    <dgm:cxn modelId="{90F377F7-48B8-4E1C-B654-4843CF21379D}" type="presParOf" srcId="{AD324876-5DEE-4043-8D6D-772DF5467A23}" destId="{E4020C51-4AA0-4731-B973-57C1927BF038}" srcOrd="1" destOrd="0" presId="urn:microsoft.com/office/officeart/2008/layout/VerticalCircleList"/>
    <dgm:cxn modelId="{8087A3A1-CF02-4BFF-BA72-393FCB1B3770}" type="presParOf" srcId="{AD324876-5DEE-4043-8D6D-772DF5467A23}" destId="{E35A37E0-8B53-4926-A790-64E85A4B383D}" srcOrd="2" destOrd="0" presId="urn:microsoft.com/office/officeart/2008/layout/VerticalCircleList"/>
    <dgm:cxn modelId="{E69EB60A-61D3-46B9-9096-54713DA9DF61}" type="presParOf" srcId="{E2DB9D36-677A-4848-90C8-FCDFF6117CA3}" destId="{9C622066-7ECB-40A2-BFE3-1E4941496635}" srcOrd="1" destOrd="0" presId="urn:microsoft.com/office/officeart/2008/layout/VerticalCircleList"/>
    <dgm:cxn modelId="{05DB1767-F16E-4FA8-BEB0-7A4486C71372}" type="presParOf" srcId="{9C622066-7ECB-40A2-BFE3-1E4941496635}" destId="{30F33330-EF5C-4052-BC45-E0F960D125BB}" srcOrd="0" destOrd="0" presId="urn:microsoft.com/office/officeart/2008/layout/VerticalCircleList"/>
    <dgm:cxn modelId="{BADCDD9C-8929-413A-935C-516BDE366423}" type="presParOf" srcId="{9C622066-7ECB-40A2-BFE3-1E4941496635}" destId="{E067074F-ADCC-450F-87DD-57BC37E1A5C3}" srcOrd="1" destOrd="0" presId="urn:microsoft.com/office/officeart/2008/layout/VerticalCircleList"/>
    <dgm:cxn modelId="{87DB9648-CDD6-43C1-B06A-C6508542BC68}" type="presParOf" srcId="{9C622066-7ECB-40A2-BFE3-1E4941496635}" destId="{2DCD9C63-5755-45E2-A016-0C038116335B}" srcOrd="2" destOrd="0" presId="urn:microsoft.com/office/officeart/2008/layout/VerticalCircleList"/>
    <dgm:cxn modelId="{E0459A61-0D4F-4289-80D4-FC0CC9826F55}" type="presParOf" srcId="{E2DB9D36-677A-4848-90C8-FCDFF6117CA3}" destId="{01FCBB73-F694-4B97-9640-52D0AABD33D3}" srcOrd="2" destOrd="0" presId="urn:microsoft.com/office/officeart/2008/layout/VerticalCircleList"/>
    <dgm:cxn modelId="{E4A23EDD-05E6-4F42-94A2-FEB6C6E9BC9B}" type="presParOf" srcId="{01FCBB73-F694-4B97-9640-52D0AABD33D3}" destId="{B97859B5-E7C1-4FF4-82AB-0656DB3F0ED6}" srcOrd="0" destOrd="0" presId="urn:microsoft.com/office/officeart/2008/layout/VerticalCircleList"/>
    <dgm:cxn modelId="{E42594F9-52CC-49D5-8B75-A42BDB9BC69C}" type="presParOf" srcId="{01FCBB73-F694-4B97-9640-52D0AABD33D3}" destId="{B41432EA-09F7-4E67-B57C-269453B8480E}" srcOrd="1" destOrd="0" presId="urn:microsoft.com/office/officeart/2008/layout/VerticalCircleList"/>
    <dgm:cxn modelId="{8F5DBECB-CE04-4DB6-B5DF-4AD194C307D3}" type="presParOf" srcId="{01FCBB73-F694-4B97-9640-52D0AABD33D3}" destId="{7967838E-B54E-410C-B027-E5BE4896A14C}" srcOrd="2" destOrd="0" presId="urn:microsoft.com/office/officeart/2008/layout/VerticalCircleList"/>
    <dgm:cxn modelId="{E6177BAE-709C-4A09-A0BF-E56720CA1B9A}" type="presParOf" srcId="{E2DB9D36-677A-4848-90C8-FCDFF6117CA3}" destId="{63D855E4-9932-44BA-8848-963A93C31C3B}" srcOrd="3" destOrd="0" presId="urn:microsoft.com/office/officeart/2008/layout/VerticalCircleList"/>
    <dgm:cxn modelId="{F3146910-4638-40CA-882F-2E69EF86C6AE}" type="presParOf" srcId="{63D855E4-9932-44BA-8848-963A93C31C3B}" destId="{02F2A42F-B2FC-41B1-8D5C-11E169561D60}" srcOrd="0" destOrd="0" presId="urn:microsoft.com/office/officeart/2008/layout/VerticalCircleList"/>
    <dgm:cxn modelId="{B71113BA-1809-4C3B-B676-7BE5EABED813}" type="presParOf" srcId="{63D855E4-9932-44BA-8848-963A93C31C3B}" destId="{9A71BF75-FCDA-4206-9E25-ABC56B9070B1}" srcOrd="1" destOrd="0" presId="urn:microsoft.com/office/officeart/2008/layout/VerticalCircleList"/>
    <dgm:cxn modelId="{4A7CF949-1561-46F6-BC3F-9E639DEB975A}" type="presParOf" srcId="{63D855E4-9932-44BA-8848-963A93C31C3B}" destId="{D035B0D1-34B6-41DA-BE14-743965192004}" srcOrd="2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0E466DDF-02CB-431E-812D-D474570A539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D64C20D-2220-4848-BCD8-7BEFB1FF6602}">
      <dgm:prSet/>
      <dgm:spPr/>
      <dgm:t>
        <a:bodyPr/>
        <a:lstStyle/>
        <a:p>
          <a:r>
            <a:rPr lang="uk-UA" b="0" i="0"/>
            <a:t>перший український суспільно-політичний і літературно-мистецький журнал, що видавала українська громада 1861–1862 рр. у Петербурзі</a:t>
          </a:r>
          <a:endParaRPr lang="uk-UA"/>
        </a:p>
      </dgm:t>
    </dgm:pt>
    <dgm:pt modelId="{6AC10D12-A800-4BD6-BA45-6EFB051FFD2D}" type="parTrans" cxnId="{0C926BF1-ADCE-4128-810D-B027CFC5DDC7}">
      <dgm:prSet/>
      <dgm:spPr/>
      <dgm:t>
        <a:bodyPr/>
        <a:lstStyle/>
        <a:p>
          <a:endParaRPr lang="uk-UA"/>
        </a:p>
      </dgm:t>
    </dgm:pt>
    <dgm:pt modelId="{C1F2CF26-FAAD-4728-A72B-9D893088FB66}" type="sibTrans" cxnId="{0C926BF1-ADCE-4128-810D-B027CFC5DDC7}">
      <dgm:prSet/>
      <dgm:spPr/>
      <dgm:t>
        <a:bodyPr/>
        <a:lstStyle/>
        <a:p>
          <a:endParaRPr lang="uk-UA"/>
        </a:p>
      </dgm:t>
    </dgm:pt>
    <dgm:pt modelId="{C995BBBB-8CA2-4261-8FD8-6F641BC7A6F0}">
      <dgm:prSet/>
      <dgm:spPr/>
      <dgm:t>
        <a:bodyPr/>
        <a:lstStyle/>
        <a:p>
          <a:r>
            <a:rPr lang="uk-UA" b="0" i="0"/>
            <a:t>український громадсько-політичний і науково-літературний збірник, що видавав у Женеві Михайло Драгоманов у період 1878–1879 рр. та 1882 р.</a:t>
          </a:r>
          <a:endParaRPr lang="uk-UA"/>
        </a:p>
      </dgm:t>
    </dgm:pt>
    <dgm:pt modelId="{8FBE36BF-02B4-447A-8EEF-A07FC734E83D}" type="parTrans" cxnId="{4D980ADE-21C8-4AF2-8C08-EACE1DE07D99}">
      <dgm:prSet/>
      <dgm:spPr/>
      <dgm:t>
        <a:bodyPr/>
        <a:lstStyle/>
        <a:p>
          <a:endParaRPr lang="uk-UA"/>
        </a:p>
      </dgm:t>
    </dgm:pt>
    <dgm:pt modelId="{93661696-5427-4A55-8FB5-20988A523D12}" type="sibTrans" cxnId="{4D980ADE-21C8-4AF2-8C08-EACE1DE07D99}">
      <dgm:prSet/>
      <dgm:spPr/>
      <dgm:t>
        <a:bodyPr/>
        <a:lstStyle/>
        <a:p>
          <a:endParaRPr lang="uk-UA"/>
        </a:p>
      </dgm:t>
    </dgm:pt>
    <dgm:pt modelId="{C087D472-98E9-4F6A-BD34-2F0E099EC93E}">
      <dgm:prSet/>
      <dgm:spPr/>
      <dgm:t>
        <a:bodyPr/>
        <a:lstStyle/>
        <a:p>
          <a:r>
            <a:rPr lang="uk-UA" b="0" i="0"/>
            <a:t>одна з визначних пам’яток української історичної та суспільно-політичної думки другої половини </a:t>
          </a:r>
          <a:r>
            <a:rPr lang="en-US" b="0" i="0"/>
            <a:t>XVIII – </a:t>
          </a:r>
          <a:r>
            <a:rPr lang="uk-UA" b="0" i="0"/>
            <a:t>початку </a:t>
          </a:r>
          <a:r>
            <a:rPr lang="en-US" b="0" i="0"/>
            <a:t>XIX </a:t>
          </a:r>
          <a:r>
            <a:rPr lang="uk-UA" b="0" i="0"/>
            <a:t>ст., у якій обстоювано ідею автономного державного розвитку України</a:t>
          </a:r>
          <a:endParaRPr lang="uk-UA"/>
        </a:p>
      </dgm:t>
    </dgm:pt>
    <dgm:pt modelId="{FE776D0A-0653-43C5-9D50-042F6CE9FB9A}" type="parTrans" cxnId="{A0953434-B116-4221-9B41-AC8BA5C591D2}">
      <dgm:prSet/>
      <dgm:spPr/>
      <dgm:t>
        <a:bodyPr/>
        <a:lstStyle/>
        <a:p>
          <a:endParaRPr lang="uk-UA"/>
        </a:p>
      </dgm:t>
    </dgm:pt>
    <dgm:pt modelId="{43995029-EEB8-4BFD-9CBC-B65155A1BB77}" type="sibTrans" cxnId="{A0953434-B116-4221-9B41-AC8BA5C591D2}">
      <dgm:prSet/>
      <dgm:spPr/>
      <dgm:t>
        <a:bodyPr/>
        <a:lstStyle/>
        <a:p>
          <a:endParaRPr lang="uk-UA"/>
        </a:p>
      </dgm:t>
    </dgm:pt>
    <dgm:pt modelId="{DD846A17-D19B-4FFF-8295-895A80E0A06E}">
      <dgm:prSet/>
      <dgm:spPr/>
      <dgm:t>
        <a:bodyPr/>
        <a:lstStyle/>
        <a:p>
          <a:r>
            <a:rPr lang="uk-UA" b="0" i="0"/>
            <a:t>перший твір у новій українській літературі, надрукований у Санкт-Петербурзі 1798 р.</a:t>
          </a:r>
          <a:endParaRPr lang="uk-UA"/>
        </a:p>
      </dgm:t>
    </dgm:pt>
    <dgm:pt modelId="{D9BEC1F3-50B1-424E-B2BF-C8915A1E07A5}" type="parTrans" cxnId="{ED26F7C6-C735-4BCF-80DB-8CF97F3156BC}">
      <dgm:prSet/>
      <dgm:spPr/>
      <dgm:t>
        <a:bodyPr/>
        <a:lstStyle/>
        <a:p>
          <a:endParaRPr lang="uk-UA"/>
        </a:p>
      </dgm:t>
    </dgm:pt>
    <dgm:pt modelId="{7DA6283B-BF0D-4CDC-9A53-E0EF94CDAA61}" type="sibTrans" cxnId="{ED26F7C6-C735-4BCF-80DB-8CF97F3156BC}">
      <dgm:prSet/>
      <dgm:spPr/>
      <dgm:t>
        <a:bodyPr/>
        <a:lstStyle/>
        <a:p>
          <a:endParaRPr lang="uk-UA"/>
        </a:p>
      </dgm:t>
    </dgm:pt>
    <dgm:pt modelId="{31DE8006-6670-4ACD-9C46-D77A9722CC69}">
      <dgm:prSet/>
      <dgm:spPr/>
      <dgm:t>
        <a:bodyPr/>
        <a:lstStyle/>
        <a:p>
          <a:r>
            <a:rPr lang="uk-UA" b="0" i="0"/>
            <a:t>щомісячний історико-етнографічний і літературний часопис, що видавали в Києві російською й українською мовами протягом 1882–1906 рр.</a:t>
          </a:r>
          <a:endParaRPr lang="uk-UA"/>
        </a:p>
      </dgm:t>
    </dgm:pt>
    <dgm:pt modelId="{B108A874-A7EE-488A-ABC8-FD3B7DB64E8C}" type="parTrans" cxnId="{A22F101B-6C43-4607-AF5F-5C85AE26364B}">
      <dgm:prSet/>
      <dgm:spPr/>
      <dgm:t>
        <a:bodyPr/>
        <a:lstStyle/>
        <a:p>
          <a:endParaRPr lang="uk-UA"/>
        </a:p>
      </dgm:t>
    </dgm:pt>
    <dgm:pt modelId="{1F0EABEC-D958-4520-A3D4-84A1D3FBA91D}" type="sibTrans" cxnId="{A22F101B-6C43-4607-AF5F-5C85AE26364B}">
      <dgm:prSet/>
      <dgm:spPr/>
      <dgm:t>
        <a:bodyPr/>
        <a:lstStyle/>
        <a:p>
          <a:endParaRPr lang="uk-UA"/>
        </a:p>
      </dgm:t>
    </dgm:pt>
    <dgm:pt modelId="{14374121-A308-499C-9F8C-2275E5628F41}" type="pres">
      <dgm:prSet presAssocID="{0E466DDF-02CB-431E-812D-D474570A539E}" presName="linear" presStyleCnt="0">
        <dgm:presLayoutVars>
          <dgm:animLvl val="lvl"/>
          <dgm:resizeHandles val="exact"/>
        </dgm:presLayoutVars>
      </dgm:prSet>
      <dgm:spPr/>
    </dgm:pt>
    <dgm:pt modelId="{80959A8C-9BF8-43C0-B94B-0B3E5FE317CE}" type="pres">
      <dgm:prSet presAssocID="{0D64C20D-2220-4848-BCD8-7BEFB1FF660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214F535-01E1-41CD-8A75-C54F3106A3C7}" type="pres">
      <dgm:prSet presAssocID="{C1F2CF26-FAAD-4728-A72B-9D893088FB66}" presName="spacer" presStyleCnt="0"/>
      <dgm:spPr/>
    </dgm:pt>
    <dgm:pt modelId="{A6F284C6-3D70-4039-852C-47DAB897AAB8}" type="pres">
      <dgm:prSet presAssocID="{C995BBBB-8CA2-4261-8FD8-6F641BC7A6F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C8EE097-D11D-4BEB-824F-7AF1D60F370D}" type="pres">
      <dgm:prSet presAssocID="{93661696-5427-4A55-8FB5-20988A523D12}" presName="spacer" presStyleCnt="0"/>
      <dgm:spPr/>
    </dgm:pt>
    <dgm:pt modelId="{E141DFC7-28F9-4194-8223-3B0AB975E175}" type="pres">
      <dgm:prSet presAssocID="{C087D472-98E9-4F6A-BD34-2F0E099EC93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A39D5FA-DA02-4636-8477-AA697D7C75C1}" type="pres">
      <dgm:prSet presAssocID="{43995029-EEB8-4BFD-9CBC-B65155A1BB77}" presName="spacer" presStyleCnt="0"/>
      <dgm:spPr/>
    </dgm:pt>
    <dgm:pt modelId="{512A6D22-0C6F-441F-B60D-3DBFA0653F74}" type="pres">
      <dgm:prSet presAssocID="{DD846A17-D19B-4FFF-8295-895A80E0A06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6C44FE0-6318-44E4-9E2D-C61C70670BE2}" type="pres">
      <dgm:prSet presAssocID="{7DA6283B-BF0D-4CDC-9A53-E0EF94CDAA61}" presName="spacer" presStyleCnt="0"/>
      <dgm:spPr/>
    </dgm:pt>
    <dgm:pt modelId="{0AE9D96E-15B5-43E1-B905-A52B8536DE8C}" type="pres">
      <dgm:prSet presAssocID="{31DE8006-6670-4ACD-9C46-D77A9722CC6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22F101B-6C43-4607-AF5F-5C85AE26364B}" srcId="{0E466DDF-02CB-431E-812D-D474570A539E}" destId="{31DE8006-6670-4ACD-9C46-D77A9722CC69}" srcOrd="4" destOrd="0" parTransId="{B108A874-A7EE-488A-ABC8-FD3B7DB64E8C}" sibTransId="{1F0EABEC-D958-4520-A3D4-84A1D3FBA91D}"/>
    <dgm:cxn modelId="{DB89071E-E70A-4A16-882F-108EB80EE1E0}" type="presOf" srcId="{0E466DDF-02CB-431E-812D-D474570A539E}" destId="{14374121-A308-499C-9F8C-2275E5628F41}" srcOrd="0" destOrd="0" presId="urn:microsoft.com/office/officeart/2005/8/layout/vList2"/>
    <dgm:cxn modelId="{3F583F1F-AA7D-4CA6-A02A-62CA29E5B186}" type="presOf" srcId="{0D64C20D-2220-4848-BCD8-7BEFB1FF6602}" destId="{80959A8C-9BF8-43C0-B94B-0B3E5FE317CE}" srcOrd="0" destOrd="0" presId="urn:microsoft.com/office/officeart/2005/8/layout/vList2"/>
    <dgm:cxn modelId="{A0953434-B116-4221-9B41-AC8BA5C591D2}" srcId="{0E466DDF-02CB-431E-812D-D474570A539E}" destId="{C087D472-98E9-4F6A-BD34-2F0E099EC93E}" srcOrd="2" destOrd="0" parTransId="{FE776D0A-0653-43C5-9D50-042F6CE9FB9A}" sibTransId="{43995029-EEB8-4BFD-9CBC-B65155A1BB77}"/>
    <dgm:cxn modelId="{CC789D58-E027-4F60-B698-ABC23C9DFD78}" type="presOf" srcId="{DD846A17-D19B-4FFF-8295-895A80E0A06E}" destId="{512A6D22-0C6F-441F-B60D-3DBFA0653F74}" srcOrd="0" destOrd="0" presId="urn:microsoft.com/office/officeart/2005/8/layout/vList2"/>
    <dgm:cxn modelId="{A53CF978-2303-4BB8-8343-234ECE33E976}" type="presOf" srcId="{C087D472-98E9-4F6A-BD34-2F0E099EC93E}" destId="{E141DFC7-28F9-4194-8223-3B0AB975E175}" srcOrd="0" destOrd="0" presId="urn:microsoft.com/office/officeart/2005/8/layout/vList2"/>
    <dgm:cxn modelId="{ED26F7C6-C735-4BCF-80DB-8CF97F3156BC}" srcId="{0E466DDF-02CB-431E-812D-D474570A539E}" destId="{DD846A17-D19B-4FFF-8295-895A80E0A06E}" srcOrd="3" destOrd="0" parTransId="{D9BEC1F3-50B1-424E-B2BF-C8915A1E07A5}" sibTransId="{7DA6283B-BF0D-4CDC-9A53-E0EF94CDAA61}"/>
    <dgm:cxn modelId="{4D980ADE-21C8-4AF2-8C08-EACE1DE07D99}" srcId="{0E466DDF-02CB-431E-812D-D474570A539E}" destId="{C995BBBB-8CA2-4261-8FD8-6F641BC7A6F0}" srcOrd="1" destOrd="0" parTransId="{8FBE36BF-02B4-447A-8EEF-A07FC734E83D}" sibTransId="{93661696-5427-4A55-8FB5-20988A523D12}"/>
    <dgm:cxn modelId="{5E5F61EE-DED5-4164-B3FC-AF5DC908113E}" type="presOf" srcId="{31DE8006-6670-4ACD-9C46-D77A9722CC69}" destId="{0AE9D96E-15B5-43E1-B905-A52B8536DE8C}" srcOrd="0" destOrd="0" presId="urn:microsoft.com/office/officeart/2005/8/layout/vList2"/>
    <dgm:cxn modelId="{0C926BF1-ADCE-4128-810D-B027CFC5DDC7}" srcId="{0E466DDF-02CB-431E-812D-D474570A539E}" destId="{0D64C20D-2220-4848-BCD8-7BEFB1FF6602}" srcOrd="0" destOrd="0" parTransId="{6AC10D12-A800-4BD6-BA45-6EFB051FFD2D}" sibTransId="{C1F2CF26-FAAD-4728-A72B-9D893088FB66}"/>
    <dgm:cxn modelId="{A97D79F5-16B2-4FDC-890F-7445B2346800}" type="presOf" srcId="{C995BBBB-8CA2-4261-8FD8-6F641BC7A6F0}" destId="{A6F284C6-3D70-4039-852C-47DAB897AAB8}" srcOrd="0" destOrd="0" presId="urn:microsoft.com/office/officeart/2005/8/layout/vList2"/>
    <dgm:cxn modelId="{259E62F7-30EC-4A7E-AC64-A12250813010}" type="presParOf" srcId="{14374121-A308-499C-9F8C-2275E5628F41}" destId="{80959A8C-9BF8-43C0-B94B-0B3E5FE317CE}" srcOrd="0" destOrd="0" presId="urn:microsoft.com/office/officeart/2005/8/layout/vList2"/>
    <dgm:cxn modelId="{3EE5F9D9-4333-49BB-9014-D551C81C1675}" type="presParOf" srcId="{14374121-A308-499C-9F8C-2275E5628F41}" destId="{9214F535-01E1-41CD-8A75-C54F3106A3C7}" srcOrd="1" destOrd="0" presId="urn:microsoft.com/office/officeart/2005/8/layout/vList2"/>
    <dgm:cxn modelId="{D4AB56F0-0B92-400A-B005-A1DBE90F665E}" type="presParOf" srcId="{14374121-A308-499C-9F8C-2275E5628F41}" destId="{A6F284C6-3D70-4039-852C-47DAB897AAB8}" srcOrd="2" destOrd="0" presId="urn:microsoft.com/office/officeart/2005/8/layout/vList2"/>
    <dgm:cxn modelId="{D891391B-0C1F-419B-B42E-78493A174F4B}" type="presParOf" srcId="{14374121-A308-499C-9F8C-2275E5628F41}" destId="{BC8EE097-D11D-4BEB-824F-7AF1D60F370D}" srcOrd="3" destOrd="0" presId="urn:microsoft.com/office/officeart/2005/8/layout/vList2"/>
    <dgm:cxn modelId="{6C07FADC-C475-4D78-BE92-2F1146F49080}" type="presParOf" srcId="{14374121-A308-499C-9F8C-2275E5628F41}" destId="{E141DFC7-28F9-4194-8223-3B0AB975E175}" srcOrd="4" destOrd="0" presId="urn:microsoft.com/office/officeart/2005/8/layout/vList2"/>
    <dgm:cxn modelId="{602161DE-521F-478B-8C70-964B0EC4F0E0}" type="presParOf" srcId="{14374121-A308-499C-9F8C-2275E5628F41}" destId="{EA39D5FA-DA02-4636-8477-AA697D7C75C1}" srcOrd="5" destOrd="0" presId="urn:microsoft.com/office/officeart/2005/8/layout/vList2"/>
    <dgm:cxn modelId="{4E81B327-BFDB-4167-81B4-5C8A45075736}" type="presParOf" srcId="{14374121-A308-499C-9F8C-2275E5628F41}" destId="{512A6D22-0C6F-441F-B60D-3DBFA0653F74}" srcOrd="6" destOrd="0" presId="urn:microsoft.com/office/officeart/2005/8/layout/vList2"/>
    <dgm:cxn modelId="{1B609F44-CC33-4D28-86B0-0810CF3D8619}" type="presParOf" srcId="{14374121-A308-499C-9F8C-2275E5628F41}" destId="{86C44FE0-6318-44E4-9E2D-C61C70670BE2}" srcOrd="7" destOrd="0" presId="urn:microsoft.com/office/officeart/2005/8/layout/vList2"/>
    <dgm:cxn modelId="{FED1D559-40BD-420B-91A8-E6303D4732D4}" type="presParOf" srcId="{14374121-A308-499C-9F8C-2275E5628F41}" destId="{0AE9D96E-15B5-43E1-B905-A52B8536DE8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9108EAFF-1056-404A-A652-56D5552075E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D4B4091-DCD0-44E1-9994-F854CADFAF19}">
      <dgm:prSet/>
      <dgm:spPr/>
      <dgm:t>
        <a:bodyPr/>
        <a:lstStyle/>
        <a:p>
          <a:r>
            <a:rPr lang="uk-UA" b="0" i="0"/>
            <a:t>Львова.</a:t>
          </a:r>
          <a:endParaRPr lang="uk-UA"/>
        </a:p>
      </dgm:t>
    </dgm:pt>
    <dgm:pt modelId="{DEFACB88-5C58-4BCD-AACC-6B202232A2F1}" type="parTrans" cxnId="{847505F6-1FCC-488F-A9CA-E05FB0C0190C}">
      <dgm:prSet/>
      <dgm:spPr/>
      <dgm:t>
        <a:bodyPr/>
        <a:lstStyle/>
        <a:p>
          <a:endParaRPr lang="uk-UA"/>
        </a:p>
      </dgm:t>
    </dgm:pt>
    <dgm:pt modelId="{A330D5EE-2C72-4073-BA2B-46C4E9460EB5}" type="sibTrans" cxnId="{847505F6-1FCC-488F-A9CA-E05FB0C0190C}">
      <dgm:prSet/>
      <dgm:spPr/>
      <dgm:t>
        <a:bodyPr/>
        <a:lstStyle/>
        <a:p>
          <a:endParaRPr lang="uk-UA"/>
        </a:p>
      </dgm:t>
    </dgm:pt>
    <dgm:pt modelId="{CF19308B-D52C-44C6-88F6-7E74D034C93C}">
      <dgm:prSet/>
      <dgm:spPr/>
      <dgm:t>
        <a:bodyPr/>
        <a:lstStyle/>
        <a:p>
          <a:r>
            <a:rPr lang="uk-UA" b="0" i="0"/>
            <a:t>Одеси.</a:t>
          </a:r>
          <a:endParaRPr lang="uk-UA"/>
        </a:p>
      </dgm:t>
    </dgm:pt>
    <dgm:pt modelId="{40B1A6C7-A0A2-4B26-A1D3-71C975DE7223}" type="parTrans" cxnId="{71F5409D-0B07-4AA2-A7AA-C8C00B20B053}">
      <dgm:prSet/>
      <dgm:spPr/>
      <dgm:t>
        <a:bodyPr/>
        <a:lstStyle/>
        <a:p>
          <a:endParaRPr lang="uk-UA"/>
        </a:p>
      </dgm:t>
    </dgm:pt>
    <dgm:pt modelId="{96D6C70D-E87C-4AD8-B727-EC9FFF082C4F}" type="sibTrans" cxnId="{71F5409D-0B07-4AA2-A7AA-C8C00B20B053}">
      <dgm:prSet/>
      <dgm:spPr/>
      <dgm:t>
        <a:bodyPr/>
        <a:lstStyle/>
        <a:p>
          <a:endParaRPr lang="uk-UA"/>
        </a:p>
      </dgm:t>
    </dgm:pt>
    <dgm:pt modelId="{2B8D924D-ADA7-450C-974D-09FDA4FD9594}">
      <dgm:prSet/>
      <dgm:spPr/>
      <dgm:t>
        <a:bodyPr/>
        <a:lstStyle/>
        <a:p>
          <a:r>
            <a:rPr lang="uk-UA" b="0" i="0"/>
            <a:t>Харкова.</a:t>
          </a:r>
          <a:endParaRPr lang="uk-UA"/>
        </a:p>
      </dgm:t>
    </dgm:pt>
    <dgm:pt modelId="{418275AF-52C3-49C8-BDD6-DDB691FBCC1C}" type="parTrans" cxnId="{56DC3C40-ECCF-4690-947F-2355C2ACDFFB}">
      <dgm:prSet/>
      <dgm:spPr/>
      <dgm:t>
        <a:bodyPr/>
        <a:lstStyle/>
        <a:p>
          <a:endParaRPr lang="uk-UA"/>
        </a:p>
      </dgm:t>
    </dgm:pt>
    <dgm:pt modelId="{29B3E171-EEA3-4D71-818E-A5E0F73FCB81}" type="sibTrans" cxnId="{56DC3C40-ECCF-4690-947F-2355C2ACDFFB}">
      <dgm:prSet/>
      <dgm:spPr/>
      <dgm:t>
        <a:bodyPr/>
        <a:lstStyle/>
        <a:p>
          <a:endParaRPr lang="uk-UA"/>
        </a:p>
      </dgm:t>
    </dgm:pt>
    <dgm:pt modelId="{9A1229F1-CC00-443F-A5E7-868946446D63}">
      <dgm:prSet/>
      <dgm:spPr/>
      <dgm:t>
        <a:bodyPr/>
        <a:lstStyle/>
        <a:p>
          <a:r>
            <a:rPr lang="uk-UA" b="0" i="0"/>
            <a:t>Києва</a:t>
          </a:r>
          <a:endParaRPr lang="uk-UA"/>
        </a:p>
      </dgm:t>
    </dgm:pt>
    <dgm:pt modelId="{88ED4EB9-D3E3-4203-B26D-4F1610B98C4A}" type="parTrans" cxnId="{E5E99A03-93E3-4642-B902-9E28919AEB9D}">
      <dgm:prSet/>
      <dgm:spPr/>
      <dgm:t>
        <a:bodyPr/>
        <a:lstStyle/>
        <a:p>
          <a:endParaRPr lang="uk-UA"/>
        </a:p>
      </dgm:t>
    </dgm:pt>
    <dgm:pt modelId="{1E91511E-9644-4119-B92F-E8487D0A30F0}" type="sibTrans" cxnId="{E5E99A03-93E3-4642-B902-9E28919AEB9D}">
      <dgm:prSet/>
      <dgm:spPr/>
      <dgm:t>
        <a:bodyPr/>
        <a:lstStyle/>
        <a:p>
          <a:endParaRPr lang="uk-UA"/>
        </a:p>
      </dgm:t>
    </dgm:pt>
    <dgm:pt modelId="{88331841-59B8-4C7F-9CF3-8F9DC8BBE3DF}" type="pres">
      <dgm:prSet presAssocID="{9108EAFF-1056-404A-A652-56D5552075EC}" presName="linear" presStyleCnt="0">
        <dgm:presLayoutVars>
          <dgm:animLvl val="lvl"/>
          <dgm:resizeHandles val="exact"/>
        </dgm:presLayoutVars>
      </dgm:prSet>
      <dgm:spPr/>
    </dgm:pt>
    <dgm:pt modelId="{C1E1B1B8-2306-48DB-B207-98D6D6A55B0C}" type="pres">
      <dgm:prSet presAssocID="{FD4B4091-DCD0-44E1-9994-F854CADFAF1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DC53E38-E4E6-4E60-87BF-CBA17DB00120}" type="pres">
      <dgm:prSet presAssocID="{A330D5EE-2C72-4073-BA2B-46C4E9460EB5}" presName="spacer" presStyleCnt="0"/>
      <dgm:spPr/>
    </dgm:pt>
    <dgm:pt modelId="{C003BB2A-2043-436E-ACB3-FA17A190647A}" type="pres">
      <dgm:prSet presAssocID="{CF19308B-D52C-44C6-88F6-7E74D034C93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CD68EC6-26F4-4E7B-957C-057661FAC4FF}" type="pres">
      <dgm:prSet presAssocID="{96D6C70D-E87C-4AD8-B727-EC9FFF082C4F}" presName="spacer" presStyleCnt="0"/>
      <dgm:spPr/>
    </dgm:pt>
    <dgm:pt modelId="{5F682FED-4912-46D3-82DD-5DBD6108AA18}" type="pres">
      <dgm:prSet presAssocID="{2B8D924D-ADA7-450C-974D-09FDA4FD959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30A0326-7F25-4ACD-B7AA-AA383A843D8B}" type="pres">
      <dgm:prSet presAssocID="{29B3E171-EEA3-4D71-818E-A5E0F73FCB81}" presName="spacer" presStyleCnt="0"/>
      <dgm:spPr/>
    </dgm:pt>
    <dgm:pt modelId="{9290C493-D2EF-4D92-9CE7-A780AA4C37AA}" type="pres">
      <dgm:prSet presAssocID="{9A1229F1-CC00-443F-A5E7-868946446D6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5E99A03-93E3-4642-B902-9E28919AEB9D}" srcId="{9108EAFF-1056-404A-A652-56D5552075EC}" destId="{9A1229F1-CC00-443F-A5E7-868946446D63}" srcOrd="3" destOrd="0" parTransId="{88ED4EB9-D3E3-4203-B26D-4F1610B98C4A}" sibTransId="{1E91511E-9644-4119-B92F-E8487D0A30F0}"/>
    <dgm:cxn modelId="{7E2C7928-52FD-403C-A88F-C726A00D417A}" type="presOf" srcId="{CF19308B-D52C-44C6-88F6-7E74D034C93C}" destId="{C003BB2A-2043-436E-ACB3-FA17A190647A}" srcOrd="0" destOrd="0" presId="urn:microsoft.com/office/officeart/2005/8/layout/vList2"/>
    <dgm:cxn modelId="{56DC3C40-ECCF-4690-947F-2355C2ACDFFB}" srcId="{9108EAFF-1056-404A-A652-56D5552075EC}" destId="{2B8D924D-ADA7-450C-974D-09FDA4FD9594}" srcOrd="2" destOrd="0" parTransId="{418275AF-52C3-49C8-BDD6-DDB691FBCC1C}" sibTransId="{29B3E171-EEA3-4D71-818E-A5E0F73FCB81}"/>
    <dgm:cxn modelId="{AF0E986D-6B41-4AA0-A489-A24156D51682}" type="presOf" srcId="{9108EAFF-1056-404A-A652-56D5552075EC}" destId="{88331841-59B8-4C7F-9CF3-8F9DC8BBE3DF}" srcOrd="0" destOrd="0" presId="urn:microsoft.com/office/officeart/2005/8/layout/vList2"/>
    <dgm:cxn modelId="{D12A5B56-2A71-4127-9C2B-E595B94333C6}" type="presOf" srcId="{9A1229F1-CC00-443F-A5E7-868946446D63}" destId="{9290C493-D2EF-4D92-9CE7-A780AA4C37AA}" srcOrd="0" destOrd="0" presId="urn:microsoft.com/office/officeart/2005/8/layout/vList2"/>
    <dgm:cxn modelId="{1DCA558A-AFAD-4ABB-87D2-39028B083019}" type="presOf" srcId="{2B8D924D-ADA7-450C-974D-09FDA4FD9594}" destId="{5F682FED-4912-46D3-82DD-5DBD6108AA18}" srcOrd="0" destOrd="0" presId="urn:microsoft.com/office/officeart/2005/8/layout/vList2"/>
    <dgm:cxn modelId="{71F5409D-0B07-4AA2-A7AA-C8C00B20B053}" srcId="{9108EAFF-1056-404A-A652-56D5552075EC}" destId="{CF19308B-D52C-44C6-88F6-7E74D034C93C}" srcOrd="1" destOrd="0" parTransId="{40B1A6C7-A0A2-4B26-A1D3-71C975DE7223}" sibTransId="{96D6C70D-E87C-4AD8-B727-EC9FFF082C4F}"/>
    <dgm:cxn modelId="{8E93C39F-9F3D-46E4-8E81-151BB153F780}" type="presOf" srcId="{FD4B4091-DCD0-44E1-9994-F854CADFAF19}" destId="{C1E1B1B8-2306-48DB-B207-98D6D6A55B0C}" srcOrd="0" destOrd="0" presId="urn:microsoft.com/office/officeart/2005/8/layout/vList2"/>
    <dgm:cxn modelId="{847505F6-1FCC-488F-A9CA-E05FB0C0190C}" srcId="{9108EAFF-1056-404A-A652-56D5552075EC}" destId="{FD4B4091-DCD0-44E1-9994-F854CADFAF19}" srcOrd="0" destOrd="0" parTransId="{DEFACB88-5C58-4BCD-AACC-6B202232A2F1}" sibTransId="{A330D5EE-2C72-4073-BA2B-46C4E9460EB5}"/>
    <dgm:cxn modelId="{808AF144-2F16-4951-8732-A057BFBB9E3E}" type="presParOf" srcId="{88331841-59B8-4C7F-9CF3-8F9DC8BBE3DF}" destId="{C1E1B1B8-2306-48DB-B207-98D6D6A55B0C}" srcOrd="0" destOrd="0" presId="urn:microsoft.com/office/officeart/2005/8/layout/vList2"/>
    <dgm:cxn modelId="{42522431-8C21-40A9-8416-E83FBBC4D91D}" type="presParOf" srcId="{88331841-59B8-4C7F-9CF3-8F9DC8BBE3DF}" destId="{5DC53E38-E4E6-4E60-87BF-CBA17DB00120}" srcOrd="1" destOrd="0" presId="urn:microsoft.com/office/officeart/2005/8/layout/vList2"/>
    <dgm:cxn modelId="{43B48B62-6487-499F-8B2D-2CF9A45089C0}" type="presParOf" srcId="{88331841-59B8-4C7F-9CF3-8F9DC8BBE3DF}" destId="{C003BB2A-2043-436E-ACB3-FA17A190647A}" srcOrd="2" destOrd="0" presId="urn:microsoft.com/office/officeart/2005/8/layout/vList2"/>
    <dgm:cxn modelId="{3E9FE02E-38D5-4F03-B040-83DF8FF8CF03}" type="presParOf" srcId="{88331841-59B8-4C7F-9CF3-8F9DC8BBE3DF}" destId="{DCD68EC6-26F4-4E7B-957C-057661FAC4FF}" srcOrd="3" destOrd="0" presId="urn:microsoft.com/office/officeart/2005/8/layout/vList2"/>
    <dgm:cxn modelId="{AA122ACC-9687-4945-B0DA-A41990A17139}" type="presParOf" srcId="{88331841-59B8-4C7F-9CF3-8F9DC8BBE3DF}" destId="{5F682FED-4912-46D3-82DD-5DBD6108AA18}" srcOrd="4" destOrd="0" presId="urn:microsoft.com/office/officeart/2005/8/layout/vList2"/>
    <dgm:cxn modelId="{57DFB264-46C3-44F4-BA56-EF1F587C8C62}" type="presParOf" srcId="{88331841-59B8-4C7F-9CF3-8F9DC8BBE3DF}" destId="{530A0326-7F25-4ACD-B7AA-AA383A843D8B}" srcOrd="5" destOrd="0" presId="urn:microsoft.com/office/officeart/2005/8/layout/vList2"/>
    <dgm:cxn modelId="{201872F5-71D8-4AAE-A59A-0B9AC955D325}" type="presParOf" srcId="{88331841-59B8-4C7F-9CF3-8F9DC8BBE3DF}" destId="{9290C493-D2EF-4D92-9CE7-A780AA4C37A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10B7000B-4B3C-4DB7-B0E3-5F77EEAD191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A7356A3-AD85-458E-990E-06982E38BCFE}">
      <dgm:prSet/>
      <dgm:spPr/>
      <dgm:t>
        <a:bodyPr/>
        <a:lstStyle/>
        <a:p>
          <a:r>
            <a:rPr lang="uk-UA" b="0" i="0"/>
            <a:t>Києва.</a:t>
          </a:r>
          <a:endParaRPr lang="uk-UA"/>
        </a:p>
      </dgm:t>
    </dgm:pt>
    <dgm:pt modelId="{F240FF45-CC97-4971-8247-369C7131F83C}" type="parTrans" cxnId="{ECADB58D-5074-4AC7-B30E-F0F98F0A9602}">
      <dgm:prSet/>
      <dgm:spPr/>
      <dgm:t>
        <a:bodyPr/>
        <a:lstStyle/>
        <a:p>
          <a:endParaRPr lang="uk-UA"/>
        </a:p>
      </dgm:t>
    </dgm:pt>
    <dgm:pt modelId="{B88AF99F-ED95-4608-9BC1-2A51025B9D6F}" type="sibTrans" cxnId="{ECADB58D-5074-4AC7-B30E-F0F98F0A9602}">
      <dgm:prSet/>
      <dgm:spPr/>
      <dgm:t>
        <a:bodyPr/>
        <a:lstStyle/>
        <a:p>
          <a:endParaRPr lang="uk-UA"/>
        </a:p>
      </dgm:t>
    </dgm:pt>
    <dgm:pt modelId="{ECF79F37-33F8-4DC2-92C2-D6A7697AFC74}">
      <dgm:prSet/>
      <dgm:spPr/>
      <dgm:t>
        <a:bodyPr/>
        <a:lstStyle/>
        <a:p>
          <a:r>
            <a:rPr lang="uk-UA" b="0" i="0"/>
            <a:t>Львова.</a:t>
          </a:r>
          <a:endParaRPr lang="uk-UA"/>
        </a:p>
      </dgm:t>
    </dgm:pt>
    <dgm:pt modelId="{02A052C1-8B93-48A6-92B8-2A684E6B25EE}" type="parTrans" cxnId="{8369719F-CF61-464E-9FEA-73526C6682EC}">
      <dgm:prSet/>
      <dgm:spPr/>
      <dgm:t>
        <a:bodyPr/>
        <a:lstStyle/>
        <a:p>
          <a:endParaRPr lang="uk-UA"/>
        </a:p>
      </dgm:t>
    </dgm:pt>
    <dgm:pt modelId="{40BE7F94-4F0A-410F-96AC-1FB4DF2A80B5}" type="sibTrans" cxnId="{8369719F-CF61-464E-9FEA-73526C6682EC}">
      <dgm:prSet/>
      <dgm:spPr/>
      <dgm:t>
        <a:bodyPr/>
        <a:lstStyle/>
        <a:p>
          <a:endParaRPr lang="uk-UA"/>
        </a:p>
      </dgm:t>
    </dgm:pt>
    <dgm:pt modelId="{2C80D05E-5C2A-490D-8C9C-906C515A5AED}">
      <dgm:prSet/>
      <dgm:spPr/>
      <dgm:t>
        <a:bodyPr/>
        <a:lstStyle/>
        <a:p>
          <a:r>
            <a:rPr lang="uk-UA" b="0" i="0"/>
            <a:t>Одеси.</a:t>
          </a:r>
          <a:endParaRPr lang="uk-UA"/>
        </a:p>
      </dgm:t>
    </dgm:pt>
    <dgm:pt modelId="{76B3B571-E168-45C2-A00C-9F09A71A74BE}" type="parTrans" cxnId="{2A89DA9C-3C26-42C2-9FEE-8691E0EC6302}">
      <dgm:prSet/>
      <dgm:spPr/>
      <dgm:t>
        <a:bodyPr/>
        <a:lstStyle/>
        <a:p>
          <a:endParaRPr lang="uk-UA"/>
        </a:p>
      </dgm:t>
    </dgm:pt>
    <dgm:pt modelId="{C2CF5C54-9E94-4B5F-A054-161B6DE684AA}" type="sibTrans" cxnId="{2A89DA9C-3C26-42C2-9FEE-8691E0EC6302}">
      <dgm:prSet/>
      <dgm:spPr/>
      <dgm:t>
        <a:bodyPr/>
        <a:lstStyle/>
        <a:p>
          <a:endParaRPr lang="uk-UA"/>
        </a:p>
      </dgm:t>
    </dgm:pt>
    <dgm:pt modelId="{0EB754BB-2497-4B36-B1AC-C742D70C3691}">
      <dgm:prSet/>
      <dgm:spPr/>
      <dgm:t>
        <a:bodyPr/>
        <a:lstStyle/>
        <a:p>
          <a:r>
            <a:rPr lang="uk-UA" b="0" i="0"/>
            <a:t>Харкова.</a:t>
          </a:r>
          <a:endParaRPr lang="uk-UA"/>
        </a:p>
      </dgm:t>
    </dgm:pt>
    <dgm:pt modelId="{28B2C2D2-0342-464A-8BD3-733BC633DDA9}" type="parTrans" cxnId="{2FD54A9C-84FD-421A-A1AF-A3967AF80884}">
      <dgm:prSet/>
      <dgm:spPr/>
      <dgm:t>
        <a:bodyPr/>
        <a:lstStyle/>
        <a:p>
          <a:endParaRPr lang="uk-UA"/>
        </a:p>
      </dgm:t>
    </dgm:pt>
    <dgm:pt modelId="{1600F069-7D03-4099-8825-A4D4548C08D0}" type="sibTrans" cxnId="{2FD54A9C-84FD-421A-A1AF-A3967AF80884}">
      <dgm:prSet/>
      <dgm:spPr/>
      <dgm:t>
        <a:bodyPr/>
        <a:lstStyle/>
        <a:p>
          <a:endParaRPr lang="uk-UA"/>
        </a:p>
      </dgm:t>
    </dgm:pt>
    <dgm:pt modelId="{25CBC745-6222-449D-8A2D-27657E2B090A}" type="pres">
      <dgm:prSet presAssocID="{10B7000B-4B3C-4DB7-B0E3-5F77EEAD1910}" presName="linearFlow" presStyleCnt="0">
        <dgm:presLayoutVars>
          <dgm:dir/>
          <dgm:resizeHandles val="exact"/>
        </dgm:presLayoutVars>
      </dgm:prSet>
      <dgm:spPr/>
    </dgm:pt>
    <dgm:pt modelId="{BCC0419B-052E-405C-AC38-E977CD9F6371}" type="pres">
      <dgm:prSet presAssocID="{CA7356A3-AD85-458E-990E-06982E38BCFE}" presName="composite" presStyleCnt="0"/>
      <dgm:spPr/>
    </dgm:pt>
    <dgm:pt modelId="{0A58738D-B311-4B99-A531-94785D34D118}" type="pres">
      <dgm:prSet presAssocID="{CA7356A3-AD85-458E-990E-06982E38BCFE}" presName="imgShp" presStyleLbl="fgImgPlace1" presStyleIdx="0" presStyleCnt="4"/>
      <dgm:spPr/>
    </dgm:pt>
    <dgm:pt modelId="{4669CD96-478E-41D4-80FE-F5BA27D88EB8}" type="pres">
      <dgm:prSet presAssocID="{CA7356A3-AD85-458E-990E-06982E38BCFE}" presName="txShp" presStyleLbl="node1" presStyleIdx="0" presStyleCnt="4">
        <dgm:presLayoutVars>
          <dgm:bulletEnabled val="1"/>
        </dgm:presLayoutVars>
      </dgm:prSet>
      <dgm:spPr/>
    </dgm:pt>
    <dgm:pt modelId="{2287C47F-C780-43DE-AE62-244660D53BB6}" type="pres">
      <dgm:prSet presAssocID="{B88AF99F-ED95-4608-9BC1-2A51025B9D6F}" presName="spacing" presStyleCnt="0"/>
      <dgm:spPr/>
    </dgm:pt>
    <dgm:pt modelId="{42112A13-79BF-4176-BA5A-CBD1DB31C397}" type="pres">
      <dgm:prSet presAssocID="{ECF79F37-33F8-4DC2-92C2-D6A7697AFC74}" presName="composite" presStyleCnt="0"/>
      <dgm:spPr/>
    </dgm:pt>
    <dgm:pt modelId="{1BB14802-5968-4F83-ABF4-65B2E3EF0BEA}" type="pres">
      <dgm:prSet presAssocID="{ECF79F37-33F8-4DC2-92C2-D6A7697AFC74}" presName="imgShp" presStyleLbl="fgImgPlace1" presStyleIdx="1" presStyleCnt="4"/>
      <dgm:spPr/>
    </dgm:pt>
    <dgm:pt modelId="{706B24AE-A71E-44C6-A477-5C50DCDB0EBA}" type="pres">
      <dgm:prSet presAssocID="{ECF79F37-33F8-4DC2-92C2-D6A7697AFC74}" presName="txShp" presStyleLbl="node1" presStyleIdx="1" presStyleCnt="4">
        <dgm:presLayoutVars>
          <dgm:bulletEnabled val="1"/>
        </dgm:presLayoutVars>
      </dgm:prSet>
      <dgm:spPr/>
    </dgm:pt>
    <dgm:pt modelId="{DF5C0168-4A02-47F1-9D30-F45D15297FFA}" type="pres">
      <dgm:prSet presAssocID="{40BE7F94-4F0A-410F-96AC-1FB4DF2A80B5}" presName="spacing" presStyleCnt="0"/>
      <dgm:spPr/>
    </dgm:pt>
    <dgm:pt modelId="{3174E64D-99D8-48D1-9E62-D36058BD1823}" type="pres">
      <dgm:prSet presAssocID="{2C80D05E-5C2A-490D-8C9C-906C515A5AED}" presName="composite" presStyleCnt="0"/>
      <dgm:spPr/>
    </dgm:pt>
    <dgm:pt modelId="{1B820067-738C-47E3-985B-EC80A6470FE2}" type="pres">
      <dgm:prSet presAssocID="{2C80D05E-5C2A-490D-8C9C-906C515A5AED}" presName="imgShp" presStyleLbl="fgImgPlace1" presStyleIdx="2" presStyleCnt="4"/>
      <dgm:spPr/>
    </dgm:pt>
    <dgm:pt modelId="{2E87962B-907C-49EA-BEC1-018C4244BBF5}" type="pres">
      <dgm:prSet presAssocID="{2C80D05E-5C2A-490D-8C9C-906C515A5AED}" presName="txShp" presStyleLbl="node1" presStyleIdx="2" presStyleCnt="4">
        <dgm:presLayoutVars>
          <dgm:bulletEnabled val="1"/>
        </dgm:presLayoutVars>
      </dgm:prSet>
      <dgm:spPr/>
    </dgm:pt>
    <dgm:pt modelId="{D37E4069-2C4D-440F-BD73-370A48C8E226}" type="pres">
      <dgm:prSet presAssocID="{C2CF5C54-9E94-4B5F-A054-161B6DE684AA}" presName="spacing" presStyleCnt="0"/>
      <dgm:spPr/>
    </dgm:pt>
    <dgm:pt modelId="{81D5D42A-D395-4B3E-BFF2-8FAB59C46B9C}" type="pres">
      <dgm:prSet presAssocID="{0EB754BB-2497-4B36-B1AC-C742D70C3691}" presName="composite" presStyleCnt="0"/>
      <dgm:spPr/>
    </dgm:pt>
    <dgm:pt modelId="{DEF27A84-46D4-435E-90C8-E15E697B2FBA}" type="pres">
      <dgm:prSet presAssocID="{0EB754BB-2497-4B36-B1AC-C742D70C3691}" presName="imgShp" presStyleLbl="fgImgPlace1" presStyleIdx="3" presStyleCnt="4"/>
      <dgm:spPr/>
    </dgm:pt>
    <dgm:pt modelId="{A7471D32-F2B8-4EEE-8CAA-599750CB1030}" type="pres">
      <dgm:prSet presAssocID="{0EB754BB-2497-4B36-B1AC-C742D70C3691}" presName="txShp" presStyleLbl="node1" presStyleIdx="3" presStyleCnt="4">
        <dgm:presLayoutVars>
          <dgm:bulletEnabled val="1"/>
        </dgm:presLayoutVars>
      </dgm:prSet>
      <dgm:spPr/>
    </dgm:pt>
  </dgm:ptLst>
  <dgm:cxnLst>
    <dgm:cxn modelId="{5E5CAD1F-30D2-4C7C-87F7-12E316150439}" type="presOf" srcId="{2C80D05E-5C2A-490D-8C9C-906C515A5AED}" destId="{2E87962B-907C-49EA-BEC1-018C4244BBF5}" srcOrd="0" destOrd="0" presId="urn:microsoft.com/office/officeart/2005/8/layout/vList3"/>
    <dgm:cxn modelId="{DE657C2B-27B9-48E3-AABA-9A429C14B9D3}" type="presOf" srcId="{10B7000B-4B3C-4DB7-B0E3-5F77EEAD1910}" destId="{25CBC745-6222-449D-8A2D-27657E2B090A}" srcOrd="0" destOrd="0" presId="urn:microsoft.com/office/officeart/2005/8/layout/vList3"/>
    <dgm:cxn modelId="{20FA4044-0432-431A-9AB4-E5B4D14E2268}" type="presOf" srcId="{CA7356A3-AD85-458E-990E-06982E38BCFE}" destId="{4669CD96-478E-41D4-80FE-F5BA27D88EB8}" srcOrd="0" destOrd="0" presId="urn:microsoft.com/office/officeart/2005/8/layout/vList3"/>
    <dgm:cxn modelId="{CEB9C76E-2AFD-4E74-820E-C27E6C8058CC}" type="presOf" srcId="{ECF79F37-33F8-4DC2-92C2-D6A7697AFC74}" destId="{706B24AE-A71E-44C6-A477-5C50DCDB0EBA}" srcOrd="0" destOrd="0" presId="urn:microsoft.com/office/officeart/2005/8/layout/vList3"/>
    <dgm:cxn modelId="{ECADB58D-5074-4AC7-B30E-F0F98F0A9602}" srcId="{10B7000B-4B3C-4DB7-B0E3-5F77EEAD1910}" destId="{CA7356A3-AD85-458E-990E-06982E38BCFE}" srcOrd="0" destOrd="0" parTransId="{F240FF45-CC97-4971-8247-369C7131F83C}" sibTransId="{B88AF99F-ED95-4608-9BC1-2A51025B9D6F}"/>
    <dgm:cxn modelId="{2FD54A9C-84FD-421A-A1AF-A3967AF80884}" srcId="{10B7000B-4B3C-4DB7-B0E3-5F77EEAD1910}" destId="{0EB754BB-2497-4B36-B1AC-C742D70C3691}" srcOrd="3" destOrd="0" parTransId="{28B2C2D2-0342-464A-8BD3-733BC633DDA9}" sibTransId="{1600F069-7D03-4099-8825-A4D4548C08D0}"/>
    <dgm:cxn modelId="{2A89DA9C-3C26-42C2-9FEE-8691E0EC6302}" srcId="{10B7000B-4B3C-4DB7-B0E3-5F77EEAD1910}" destId="{2C80D05E-5C2A-490D-8C9C-906C515A5AED}" srcOrd="2" destOrd="0" parTransId="{76B3B571-E168-45C2-A00C-9F09A71A74BE}" sibTransId="{C2CF5C54-9E94-4B5F-A054-161B6DE684AA}"/>
    <dgm:cxn modelId="{8369719F-CF61-464E-9FEA-73526C6682EC}" srcId="{10B7000B-4B3C-4DB7-B0E3-5F77EEAD1910}" destId="{ECF79F37-33F8-4DC2-92C2-D6A7697AFC74}" srcOrd="1" destOrd="0" parTransId="{02A052C1-8B93-48A6-92B8-2A684E6B25EE}" sibTransId="{40BE7F94-4F0A-410F-96AC-1FB4DF2A80B5}"/>
    <dgm:cxn modelId="{4E0D20B0-86B8-489F-8E47-E06FA39126C7}" type="presOf" srcId="{0EB754BB-2497-4B36-B1AC-C742D70C3691}" destId="{A7471D32-F2B8-4EEE-8CAA-599750CB1030}" srcOrd="0" destOrd="0" presId="urn:microsoft.com/office/officeart/2005/8/layout/vList3"/>
    <dgm:cxn modelId="{9D344570-86D1-4FC4-AD35-07BBF53D4B80}" type="presParOf" srcId="{25CBC745-6222-449D-8A2D-27657E2B090A}" destId="{BCC0419B-052E-405C-AC38-E977CD9F6371}" srcOrd="0" destOrd="0" presId="urn:microsoft.com/office/officeart/2005/8/layout/vList3"/>
    <dgm:cxn modelId="{28CEBB64-7F5C-4566-A182-5A7249B7D8F8}" type="presParOf" srcId="{BCC0419B-052E-405C-AC38-E977CD9F6371}" destId="{0A58738D-B311-4B99-A531-94785D34D118}" srcOrd="0" destOrd="0" presId="urn:microsoft.com/office/officeart/2005/8/layout/vList3"/>
    <dgm:cxn modelId="{65A2778B-2BD7-4D35-9AEA-D8ADCF721BA5}" type="presParOf" srcId="{BCC0419B-052E-405C-AC38-E977CD9F6371}" destId="{4669CD96-478E-41D4-80FE-F5BA27D88EB8}" srcOrd="1" destOrd="0" presId="urn:microsoft.com/office/officeart/2005/8/layout/vList3"/>
    <dgm:cxn modelId="{C5211217-D75B-411A-A549-A0C9E0493723}" type="presParOf" srcId="{25CBC745-6222-449D-8A2D-27657E2B090A}" destId="{2287C47F-C780-43DE-AE62-244660D53BB6}" srcOrd="1" destOrd="0" presId="urn:microsoft.com/office/officeart/2005/8/layout/vList3"/>
    <dgm:cxn modelId="{BACBA28F-62F3-46FB-A409-486DFDBA7175}" type="presParOf" srcId="{25CBC745-6222-449D-8A2D-27657E2B090A}" destId="{42112A13-79BF-4176-BA5A-CBD1DB31C397}" srcOrd="2" destOrd="0" presId="urn:microsoft.com/office/officeart/2005/8/layout/vList3"/>
    <dgm:cxn modelId="{A954B8FE-BF8D-4296-867E-5FE9FEE010FC}" type="presParOf" srcId="{42112A13-79BF-4176-BA5A-CBD1DB31C397}" destId="{1BB14802-5968-4F83-ABF4-65B2E3EF0BEA}" srcOrd="0" destOrd="0" presId="urn:microsoft.com/office/officeart/2005/8/layout/vList3"/>
    <dgm:cxn modelId="{D86C634D-9C7E-4295-909A-65436F9F0DAD}" type="presParOf" srcId="{42112A13-79BF-4176-BA5A-CBD1DB31C397}" destId="{706B24AE-A71E-44C6-A477-5C50DCDB0EBA}" srcOrd="1" destOrd="0" presId="urn:microsoft.com/office/officeart/2005/8/layout/vList3"/>
    <dgm:cxn modelId="{B684860F-886D-47F3-A638-43921F78D7B8}" type="presParOf" srcId="{25CBC745-6222-449D-8A2D-27657E2B090A}" destId="{DF5C0168-4A02-47F1-9D30-F45D15297FFA}" srcOrd="3" destOrd="0" presId="urn:microsoft.com/office/officeart/2005/8/layout/vList3"/>
    <dgm:cxn modelId="{20CCCBE6-6922-4505-AB5A-ED21AB995BEC}" type="presParOf" srcId="{25CBC745-6222-449D-8A2D-27657E2B090A}" destId="{3174E64D-99D8-48D1-9E62-D36058BD1823}" srcOrd="4" destOrd="0" presId="urn:microsoft.com/office/officeart/2005/8/layout/vList3"/>
    <dgm:cxn modelId="{61EF8B38-C96D-4C23-A563-69FC7E0B8207}" type="presParOf" srcId="{3174E64D-99D8-48D1-9E62-D36058BD1823}" destId="{1B820067-738C-47E3-985B-EC80A6470FE2}" srcOrd="0" destOrd="0" presId="urn:microsoft.com/office/officeart/2005/8/layout/vList3"/>
    <dgm:cxn modelId="{1216ED76-76FC-42C8-8D01-34BF617B3B97}" type="presParOf" srcId="{3174E64D-99D8-48D1-9E62-D36058BD1823}" destId="{2E87962B-907C-49EA-BEC1-018C4244BBF5}" srcOrd="1" destOrd="0" presId="urn:microsoft.com/office/officeart/2005/8/layout/vList3"/>
    <dgm:cxn modelId="{C4CFC9A4-752A-4D7E-B3C6-34C3BF661C6A}" type="presParOf" srcId="{25CBC745-6222-449D-8A2D-27657E2B090A}" destId="{D37E4069-2C4D-440F-BD73-370A48C8E226}" srcOrd="5" destOrd="0" presId="urn:microsoft.com/office/officeart/2005/8/layout/vList3"/>
    <dgm:cxn modelId="{1BB11BD8-6CFC-4A88-899D-751F2BE3A6DD}" type="presParOf" srcId="{25CBC745-6222-449D-8A2D-27657E2B090A}" destId="{81D5D42A-D395-4B3E-BFF2-8FAB59C46B9C}" srcOrd="6" destOrd="0" presId="urn:microsoft.com/office/officeart/2005/8/layout/vList3"/>
    <dgm:cxn modelId="{B25C5B13-1126-4ABC-B4F1-87FC58CA5C1E}" type="presParOf" srcId="{81D5D42A-D395-4B3E-BFF2-8FAB59C46B9C}" destId="{DEF27A84-46D4-435E-90C8-E15E697B2FBA}" srcOrd="0" destOrd="0" presId="urn:microsoft.com/office/officeart/2005/8/layout/vList3"/>
    <dgm:cxn modelId="{DDA1CA0E-8C68-4CCB-991C-1710B56E7DD8}" type="presParOf" srcId="{81D5D42A-D395-4B3E-BFF2-8FAB59C46B9C}" destId="{A7471D32-F2B8-4EEE-8CAA-599750CB1030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592DD7FA-8BC6-461A-AEAC-EE9350605E0F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5F32E6F-2A58-4F8E-9044-8C325F9C1C74}">
      <dgm:prSet/>
      <dgm:spPr/>
      <dgm:t>
        <a:bodyPr/>
        <a:lstStyle/>
        <a:p>
          <a:r>
            <a:rPr lang="ru-RU" b="0" i="0" dirty="0"/>
            <a:t>В. </a:t>
          </a:r>
          <a:r>
            <a:rPr lang="ru-RU" b="0" i="0" dirty="0" err="1"/>
            <a:t>Боровиковський</a:t>
          </a:r>
          <a:endParaRPr lang="uk-UA" dirty="0"/>
        </a:p>
      </dgm:t>
    </dgm:pt>
    <dgm:pt modelId="{DFD3FC2E-E387-49DA-8633-43EC8A537DDC}" type="parTrans" cxnId="{340F7302-A957-48FC-8955-50D1D31A4CDE}">
      <dgm:prSet/>
      <dgm:spPr/>
      <dgm:t>
        <a:bodyPr/>
        <a:lstStyle/>
        <a:p>
          <a:endParaRPr lang="uk-UA"/>
        </a:p>
      </dgm:t>
    </dgm:pt>
    <dgm:pt modelId="{64451782-CB6D-4AE5-B3CD-CA2DCEA888FD}" type="sibTrans" cxnId="{340F7302-A957-48FC-8955-50D1D31A4CDE}">
      <dgm:prSet/>
      <dgm:spPr/>
      <dgm:t>
        <a:bodyPr/>
        <a:lstStyle/>
        <a:p>
          <a:endParaRPr lang="uk-UA"/>
        </a:p>
      </dgm:t>
    </dgm:pt>
    <dgm:pt modelId="{5A1EC310-BB9E-4E8F-A3C9-E0DA570EB110}">
      <dgm:prSet/>
      <dgm:spPr/>
      <dgm:t>
        <a:bodyPr/>
        <a:lstStyle/>
        <a:p>
          <a:r>
            <a:rPr lang="ru-RU" b="0" i="0"/>
            <a:t>М. Пимоненко</a:t>
          </a:r>
          <a:endParaRPr lang="uk-UA"/>
        </a:p>
      </dgm:t>
    </dgm:pt>
    <dgm:pt modelId="{27E7834A-3E41-43F4-82A4-6DB9FD1FFB23}" type="parTrans" cxnId="{BC074680-01B3-4859-AE42-43E8F7ABC540}">
      <dgm:prSet/>
      <dgm:spPr/>
      <dgm:t>
        <a:bodyPr/>
        <a:lstStyle/>
        <a:p>
          <a:endParaRPr lang="uk-UA"/>
        </a:p>
      </dgm:t>
    </dgm:pt>
    <dgm:pt modelId="{7BAE8BA6-DD4E-4A93-8D09-F5E12B2672D7}" type="sibTrans" cxnId="{BC074680-01B3-4859-AE42-43E8F7ABC540}">
      <dgm:prSet/>
      <dgm:spPr/>
      <dgm:t>
        <a:bodyPr/>
        <a:lstStyle/>
        <a:p>
          <a:endParaRPr lang="uk-UA"/>
        </a:p>
      </dgm:t>
    </dgm:pt>
    <dgm:pt modelId="{FFFF4F09-180C-4D55-8D97-AD36B8976D35}">
      <dgm:prSet/>
      <dgm:spPr/>
      <dgm:t>
        <a:bodyPr/>
        <a:lstStyle/>
        <a:p>
          <a:r>
            <a:rPr lang="ru-RU" b="0" i="0"/>
            <a:t>Т. Шевченко</a:t>
          </a:r>
          <a:endParaRPr lang="uk-UA"/>
        </a:p>
      </dgm:t>
    </dgm:pt>
    <dgm:pt modelId="{D545598C-C8A0-40F8-8280-B08DC8A332F8}" type="parTrans" cxnId="{D184013A-5332-4D05-942F-E1970ECB2A84}">
      <dgm:prSet/>
      <dgm:spPr/>
      <dgm:t>
        <a:bodyPr/>
        <a:lstStyle/>
        <a:p>
          <a:endParaRPr lang="uk-UA"/>
        </a:p>
      </dgm:t>
    </dgm:pt>
    <dgm:pt modelId="{9353486E-67EA-44C0-8F44-851A25EB6AAD}" type="sibTrans" cxnId="{D184013A-5332-4D05-942F-E1970ECB2A84}">
      <dgm:prSet/>
      <dgm:spPr/>
      <dgm:t>
        <a:bodyPr/>
        <a:lstStyle/>
        <a:p>
          <a:endParaRPr lang="uk-UA"/>
        </a:p>
      </dgm:t>
    </dgm:pt>
    <dgm:pt modelId="{63E67C18-24C1-4246-8489-7E964085C790}">
      <dgm:prSet/>
      <dgm:spPr/>
      <dgm:t>
        <a:bodyPr/>
        <a:lstStyle/>
        <a:p>
          <a:r>
            <a:rPr lang="ru-RU" b="0" i="0"/>
            <a:t>І. Рєпін</a:t>
          </a:r>
          <a:endParaRPr lang="uk-UA"/>
        </a:p>
      </dgm:t>
    </dgm:pt>
    <dgm:pt modelId="{B821F206-5EE0-4301-8058-14E0435919E4}" type="parTrans" cxnId="{1A408112-63D5-4285-A780-FD5D171098C2}">
      <dgm:prSet/>
      <dgm:spPr/>
      <dgm:t>
        <a:bodyPr/>
        <a:lstStyle/>
        <a:p>
          <a:endParaRPr lang="uk-UA"/>
        </a:p>
      </dgm:t>
    </dgm:pt>
    <dgm:pt modelId="{1089213B-5693-4947-B3F1-32B4C4CA87A5}" type="sibTrans" cxnId="{1A408112-63D5-4285-A780-FD5D171098C2}">
      <dgm:prSet/>
      <dgm:spPr/>
      <dgm:t>
        <a:bodyPr/>
        <a:lstStyle/>
        <a:p>
          <a:endParaRPr lang="uk-UA"/>
        </a:p>
      </dgm:t>
    </dgm:pt>
    <dgm:pt modelId="{A1811C1E-FF4B-437F-94D3-33963E9343BD}" type="pres">
      <dgm:prSet presAssocID="{592DD7FA-8BC6-461A-AEAC-EE9350605E0F}" presName="linearFlow" presStyleCnt="0">
        <dgm:presLayoutVars>
          <dgm:dir/>
          <dgm:resizeHandles val="exact"/>
        </dgm:presLayoutVars>
      </dgm:prSet>
      <dgm:spPr/>
    </dgm:pt>
    <dgm:pt modelId="{32A155D5-A7DD-43E2-BCF3-C499F657E21B}" type="pres">
      <dgm:prSet presAssocID="{D5F32E6F-2A58-4F8E-9044-8C325F9C1C74}" presName="composite" presStyleCnt="0"/>
      <dgm:spPr/>
    </dgm:pt>
    <dgm:pt modelId="{1C9C42A5-CFCB-4C7C-A862-BC7B0F8F8539}" type="pres">
      <dgm:prSet presAssocID="{D5F32E6F-2A58-4F8E-9044-8C325F9C1C74}" presName="imgShp" presStyleLbl="fgImgPlace1" presStyleIdx="0" presStyleCnt="4"/>
      <dgm:spPr/>
    </dgm:pt>
    <dgm:pt modelId="{56D43E50-ABB2-4385-AA0B-C7E9E240AD35}" type="pres">
      <dgm:prSet presAssocID="{D5F32E6F-2A58-4F8E-9044-8C325F9C1C74}" presName="txShp" presStyleLbl="node1" presStyleIdx="0" presStyleCnt="4">
        <dgm:presLayoutVars>
          <dgm:bulletEnabled val="1"/>
        </dgm:presLayoutVars>
      </dgm:prSet>
      <dgm:spPr/>
    </dgm:pt>
    <dgm:pt modelId="{790CFFA8-2F7F-4DBA-9C50-BCE3F340B096}" type="pres">
      <dgm:prSet presAssocID="{64451782-CB6D-4AE5-B3CD-CA2DCEA888FD}" presName="spacing" presStyleCnt="0"/>
      <dgm:spPr/>
    </dgm:pt>
    <dgm:pt modelId="{EEA2C0D1-AF87-4DD6-BD03-C57AF53A2BD6}" type="pres">
      <dgm:prSet presAssocID="{5A1EC310-BB9E-4E8F-A3C9-E0DA570EB110}" presName="composite" presStyleCnt="0"/>
      <dgm:spPr/>
    </dgm:pt>
    <dgm:pt modelId="{BD495755-12F6-4107-B04D-9A7E88E5C41D}" type="pres">
      <dgm:prSet presAssocID="{5A1EC310-BB9E-4E8F-A3C9-E0DA570EB110}" presName="imgShp" presStyleLbl="fgImgPlace1" presStyleIdx="1" presStyleCnt="4"/>
      <dgm:spPr/>
    </dgm:pt>
    <dgm:pt modelId="{A37C13AE-9099-4F36-8913-6C2DBFB80448}" type="pres">
      <dgm:prSet presAssocID="{5A1EC310-BB9E-4E8F-A3C9-E0DA570EB110}" presName="txShp" presStyleLbl="node1" presStyleIdx="1" presStyleCnt="4">
        <dgm:presLayoutVars>
          <dgm:bulletEnabled val="1"/>
        </dgm:presLayoutVars>
      </dgm:prSet>
      <dgm:spPr/>
    </dgm:pt>
    <dgm:pt modelId="{5E2DE599-F184-476B-A095-E0EB105BBD30}" type="pres">
      <dgm:prSet presAssocID="{7BAE8BA6-DD4E-4A93-8D09-F5E12B2672D7}" presName="spacing" presStyleCnt="0"/>
      <dgm:spPr/>
    </dgm:pt>
    <dgm:pt modelId="{1BC07125-C8FE-4726-B2E8-29C6E9371199}" type="pres">
      <dgm:prSet presAssocID="{FFFF4F09-180C-4D55-8D97-AD36B8976D35}" presName="composite" presStyleCnt="0"/>
      <dgm:spPr/>
    </dgm:pt>
    <dgm:pt modelId="{A53AFD3A-AE90-4377-8F33-563E6B977BD0}" type="pres">
      <dgm:prSet presAssocID="{FFFF4F09-180C-4D55-8D97-AD36B8976D35}" presName="imgShp" presStyleLbl="fgImgPlace1" presStyleIdx="2" presStyleCnt="4"/>
      <dgm:spPr/>
    </dgm:pt>
    <dgm:pt modelId="{3236DF9F-14C2-4955-A9C1-41CCF6F86774}" type="pres">
      <dgm:prSet presAssocID="{FFFF4F09-180C-4D55-8D97-AD36B8976D35}" presName="txShp" presStyleLbl="node1" presStyleIdx="2" presStyleCnt="4">
        <dgm:presLayoutVars>
          <dgm:bulletEnabled val="1"/>
        </dgm:presLayoutVars>
      </dgm:prSet>
      <dgm:spPr/>
    </dgm:pt>
    <dgm:pt modelId="{FEBCDF2A-84A0-4169-9C3F-254C95B2A3CE}" type="pres">
      <dgm:prSet presAssocID="{9353486E-67EA-44C0-8F44-851A25EB6AAD}" presName="spacing" presStyleCnt="0"/>
      <dgm:spPr/>
    </dgm:pt>
    <dgm:pt modelId="{1D8C137E-6122-4CFA-8D65-268AB340FC4D}" type="pres">
      <dgm:prSet presAssocID="{63E67C18-24C1-4246-8489-7E964085C790}" presName="composite" presStyleCnt="0"/>
      <dgm:spPr/>
    </dgm:pt>
    <dgm:pt modelId="{72B241F7-9919-4AB8-969F-90954B00C211}" type="pres">
      <dgm:prSet presAssocID="{63E67C18-24C1-4246-8489-7E964085C790}" presName="imgShp" presStyleLbl="fgImgPlace1" presStyleIdx="3" presStyleCnt="4"/>
      <dgm:spPr/>
    </dgm:pt>
    <dgm:pt modelId="{7B8B4808-E21A-4EB6-A9D5-F3BED1FA02D5}" type="pres">
      <dgm:prSet presAssocID="{63E67C18-24C1-4246-8489-7E964085C790}" presName="txShp" presStyleLbl="node1" presStyleIdx="3" presStyleCnt="4">
        <dgm:presLayoutVars>
          <dgm:bulletEnabled val="1"/>
        </dgm:presLayoutVars>
      </dgm:prSet>
      <dgm:spPr/>
    </dgm:pt>
  </dgm:ptLst>
  <dgm:cxnLst>
    <dgm:cxn modelId="{340F7302-A957-48FC-8955-50D1D31A4CDE}" srcId="{592DD7FA-8BC6-461A-AEAC-EE9350605E0F}" destId="{D5F32E6F-2A58-4F8E-9044-8C325F9C1C74}" srcOrd="0" destOrd="0" parTransId="{DFD3FC2E-E387-49DA-8633-43EC8A537DDC}" sibTransId="{64451782-CB6D-4AE5-B3CD-CA2DCEA888FD}"/>
    <dgm:cxn modelId="{1A408112-63D5-4285-A780-FD5D171098C2}" srcId="{592DD7FA-8BC6-461A-AEAC-EE9350605E0F}" destId="{63E67C18-24C1-4246-8489-7E964085C790}" srcOrd="3" destOrd="0" parTransId="{B821F206-5EE0-4301-8058-14E0435919E4}" sibTransId="{1089213B-5693-4947-B3F1-32B4C4CA87A5}"/>
    <dgm:cxn modelId="{3738131A-B8A4-42D8-B88C-3CD44EB37AA1}" type="presOf" srcId="{63E67C18-24C1-4246-8489-7E964085C790}" destId="{7B8B4808-E21A-4EB6-A9D5-F3BED1FA02D5}" srcOrd="0" destOrd="0" presId="urn:microsoft.com/office/officeart/2005/8/layout/vList3"/>
    <dgm:cxn modelId="{D71AAD1A-588C-4A5B-B334-BDF4FACBC8E1}" type="presOf" srcId="{592DD7FA-8BC6-461A-AEAC-EE9350605E0F}" destId="{A1811C1E-FF4B-437F-94D3-33963E9343BD}" srcOrd="0" destOrd="0" presId="urn:microsoft.com/office/officeart/2005/8/layout/vList3"/>
    <dgm:cxn modelId="{D184013A-5332-4D05-942F-E1970ECB2A84}" srcId="{592DD7FA-8BC6-461A-AEAC-EE9350605E0F}" destId="{FFFF4F09-180C-4D55-8D97-AD36B8976D35}" srcOrd="2" destOrd="0" parTransId="{D545598C-C8A0-40F8-8280-B08DC8A332F8}" sibTransId="{9353486E-67EA-44C0-8F44-851A25EB6AAD}"/>
    <dgm:cxn modelId="{F12BF340-DF91-44B8-90B2-A13CC1731C41}" type="presOf" srcId="{5A1EC310-BB9E-4E8F-A3C9-E0DA570EB110}" destId="{A37C13AE-9099-4F36-8913-6C2DBFB80448}" srcOrd="0" destOrd="0" presId="urn:microsoft.com/office/officeart/2005/8/layout/vList3"/>
    <dgm:cxn modelId="{A6929E5B-A9FF-4192-9EBF-E7A2E885F24D}" type="presOf" srcId="{FFFF4F09-180C-4D55-8D97-AD36B8976D35}" destId="{3236DF9F-14C2-4955-A9C1-41CCF6F86774}" srcOrd="0" destOrd="0" presId="urn:microsoft.com/office/officeart/2005/8/layout/vList3"/>
    <dgm:cxn modelId="{6DA2154C-C960-4A0E-B4AE-A2453265953F}" type="presOf" srcId="{D5F32E6F-2A58-4F8E-9044-8C325F9C1C74}" destId="{56D43E50-ABB2-4385-AA0B-C7E9E240AD35}" srcOrd="0" destOrd="0" presId="urn:microsoft.com/office/officeart/2005/8/layout/vList3"/>
    <dgm:cxn modelId="{BC074680-01B3-4859-AE42-43E8F7ABC540}" srcId="{592DD7FA-8BC6-461A-AEAC-EE9350605E0F}" destId="{5A1EC310-BB9E-4E8F-A3C9-E0DA570EB110}" srcOrd="1" destOrd="0" parTransId="{27E7834A-3E41-43F4-82A4-6DB9FD1FFB23}" sibTransId="{7BAE8BA6-DD4E-4A93-8D09-F5E12B2672D7}"/>
    <dgm:cxn modelId="{6C18DD03-1731-4C98-A195-5B36B8584BA4}" type="presParOf" srcId="{A1811C1E-FF4B-437F-94D3-33963E9343BD}" destId="{32A155D5-A7DD-43E2-BCF3-C499F657E21B}" srcOrd="0" destOrd="0" presId="urn:microsoft.com/office/officeart/2005/8/layout/vList3"/>
    <dgm:cxn modelId="{63448C99-0D3D-4A66-BDCD-D7DA7BC9A096}" type="presParOf" srcId="{32A155D5-A7DD-43E2-BCF3-C499F657E21B}" destId="{1C9C42A5-CFCB-4C7C-A862-BC7B0F8F8539}" srcOrd="0" destOrd="0" presId="urn:microsoft.com/office/officeart/2005/8/layout/vList3"/>
    <dgm:cxn modelId="{91A42AFA-BDD6-4A2C-8990-161A6C7CAFB3}" type="presParOf" srcId="{32A155D5-A7DD-43E2-BCF3-C499F657E21B}" destId="{56D43E50-ABB2-4385-AA0B-C7E9E240AD35}" srcOrd="1" destOrd="0" presId="urn:microsoft.com/office/officeart/2005/8/layout/vList3"/>
    <dgm:cxn modelId="{E2BB90F0-8C63-4E35-906E-11FE7B99DCD9}" type="presParOf" srcId="{A1811C1E-FF4B-437F-94D3-33963E9343BD}" destId="{790CFFA8-2F7F-4DBA-9C50-BCE3F340B096}" srcOrd="1" destOrd="0" presId="urn:microsoft.com/office/officeart/2005/8/layout/vList3"/>
    <dgm:cxn modelId="{1C4B3EDA-3B6D-4416-A1DE-1811176684F2}" type="presParOf" srcId="{A1811C1E-FF4B-437F-94D3-33963E9343BD}" destId="{EEA2C0D1-AF87-4DD6-BD03-C57AF53A2BD6}" srcOrd="2" destOrd="0" presId="urn:microsoft.com/office/officeart/2005/8/layout/vList3"/>
    <dgm:cxn modelId="{11C43CF3-AAD6-4B7D-A007-EDD9948CDF27}" type="presParOf" srcId="{EEA2C0D1-AF87-4DD6-BD03-C57AF53A2BD6}" destId="{BD495755-12F6-4107-B04D-9A7E88E5C41D}" srcOrd="0" destOrd="0" presId="urn:microsoft.com/office/officeart/2005/8/layout/vList3"/>
    <dgm:cxn modelId="{94237B27-9871-4A6A-8732-1CF7FB7B9CB9}" type="presParOf" srcId="{EEA2C0D1-AF87-4DD6-BD03-C57AF53A2BD6}" destId="{A37C13AE-9099-4F36-8913-6C2DBFB80448}" srcOrd="1" destOrd="0" presId="urn:microsoft.com/office/officeart/2005/8/layout/vList3"/>
    <dgm:cxn modelId="{11D2BC4F-9DD6-45F6-94AC-62F6F38B9E10}" type="presParOf" srcId="{A1811C1E-FF4B-437F-94D3-33963E9343BD}" destId="{5E2DE599-F184-476B-A095-E0EB105BBD30}" srcOrd="3" destOrd="0" presId="urn:microsoft.com/office/officeart/2005/8/layout/vList3"/>
    <dgm:cxn modelId="{FF82D66A-1186-45E7-8CF0-72735E0BE6AC}" type="presParOf" srcId="{A1811C1E-FF4B-437F-94D3-33963E9343BD}" destId="{1BC07125-C8FE-4726-B2E8-29C6E9371199}" srcOrd="4" destOrd="0" presId="urn:microsoft.com/office/officeart/2005/8/layout/vList3"/>
    <dgm:cxn modelId="{80BE24E6-EE71-445C-82A0-8F81B8ECE36D}" type="presParOf" srcId="{1BC07125-C8FE-4726-B2E8-29C6E9371199}" destId="{A53AFD3A-AE90-4377-8F33-563E6B977BD0}" srcOrd="0" destOrd="0" presId="urn:microsoft.com/office/officeart/2005/8/layout/vList3"/>
    <dgm:cxn modelId="{110BA9E7-2727-4CF5-9919-877FB272A725}" type="presParOf" srcId="{1BC07125-C8FE-4726-B2E8-29C6E9371199}" destId="{3236DF9F-14C2-4955-A9C1-41CCF6F86774}" srcOrd="1" destOrd="0" presId="urn:microsoft.com/office/officeart/2005/8/layout/vList3"/>
    <dgm:cxn modelId="{15DCF7DC-8F5E-46F5-948B-5290D7D12F99}" type="presParOf" srcId="{A1811C1E-FF4B-437F-94D3-33963E9343BD}" destId="{FEBCDF2A-84A0-4169-9C3F-254C95B2A3CE}" srcOrd="5" destOrd="0" presId="urn:microsoft.com/office/officeart/2005/8/layout/vList3"/>
    <dgm:cxn modelId="{5FCAD41E-A2A6-4622-B7C4-D00385578789}" type="presParOf" srcId="{A1811C1E-FF4B-437F-94D3-33963E9343BD}" destId="{1D8C137E-6122-4CFA-8D65-268AB340FC4D}" srcOrd="6" destOrd="0" presId="urn:microsoft.com/office/officeart/2005/8/layout/vList3"/>
    <dgm:cxn modelId="{F284E497-EC6E-4701-9517-D9CCBEC5FD00}" type="presParOf" srcId="{1D8C137E-6122-4CFA-8D65-268AB340FC4D}" destId="{72B241F7-9919-4AB8-969F-90954B00C211}" srcOrd="0" destOrd="0" presId="urn:microsoft.com/office/officeart/2005/8/layout/vList3"/>
    <dgm:cxn modelId="{8EE9C37C-5467-4A4B-9C00-B3483A402DA1}" type="presParOf" srcId="{1D8C137E-6122-4CFA-8D65-268AB340FC4D}" destId="{7B8B4808-E21A-4EB6-A9D5-F3BED1FA02D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02635E54-4F35-436C-BDBE-7EB91389680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BB44B46-366E-4846-8B9F-B2C98A9A3813}">
      <dgm:prSet/>
      <dgm:spPr/>
      <dgm:t>
        <a:bodyPr/>
        <a:lstStyle/>
        <a:p>
          <a:r>
            <a:rPr lang="uk-UA" b="0" i="0"/>
            <a:t>М. Пимоненко</a:t>
          </a:r>
          <a:endParaRPr lang="uk-UA"/>
        </a:p>
      </dgm:t>
    </dgm:pt>
    <dgm:pt modelId="{3BA0227D-B74E-4227-BADC-9DF46EA20FC8}" type="parTrans" cxnId="{8D505C17-03EC-408D-924C-5B9B0C059770}">
      <dgm:prSet/>
      <dgm:spPr/>
      <dgm:t>
        <a:bodyPr/>
        <a:lstStyle/>
        <a:p>
          <a:endParaRPr lang="uk-UA"/>
        </a:p>
      </dgm:t>
    </dgm:pt>
    <dgm:pt modelId="{4EE7CE01-4279-400E-ABB7-9F81F792A249}" type="sibTrans" cxnId="{8D505C17-03EC-408D-924C-5B9B0C059770}">
      <dgm:prSet/>
      <dgm:spPr/>
      <dgm:t>
        <a:bodyPr/>
        <a:lstStyle/>
        <a:p>
          <a:endParaRPr lang="uk-UA"/>
        </a:p>
      </dgm:t>
    </dgm:pt>
    <dgm:pt modelId="{F8F0D4E2-BB7D-45F5-BC81-101B80264BB4}">
      <dgm:prSet/>
      <dgm:spPr/>
      <dgm:t>
        <a:bodyPr/>
        <a:lstStyle/>
        <a:p>
          <a:r>
            <a:rPr lang="uk-UA" b="0" i="0"/>
            <a:t>Т. Шевченко</a:t>
          </a:r>
          <a:endParaRPr lang="uk-UA"/>
        </a:p>
      </dgm:t>
    </dgm:pt>
    <dgm:pt modelId="{0C40C11E-36F5-4255-9358-7154136D3F90}" type="parTrans" cxnId="{0A419C4D-E457-4D39-9511-74EC7D28C8F8}">
      <dgm:prSet/>
      <dgm:spPr/>
      <dgm:t>
        <a:bodyPr/>
        <a:lstStyle/>
        <a:p>
          <a:endParaRPr lang="uk-UA"/>
        </a:p>
      </dgm:t>
    </dgm:pt>
    <dgm:pt modelId="{8198EA94-A7E2-4883-8900-E937121CF372}" type="sibTrans" cxnId="{0A419C4D-E457-4D39-9511-74EC7D28C8F8}">
      <dgm:prSet/>
      <dgm:spPr/>
      <dgm:t>
        <a:bodyPr/>
        <a:lstStyle/>
        <a:p>
          <a:endParaRPr lang="uk-UA"/>
        </a:p>
      </dgm:t>
    </dgm:pt>
    <dgm:pt modelId="{33E35571-56F1-4744-B076-99CBBABC779E}">
      <dgm:prSet/>
      <dgm:spPr/>
      <dgm:t>
        <a:bodyPr/>
        <a:lstStyle/>
        <a:p>
          <a:r>
            <a:rPr lang="uk-UA" b="0" i="0"/>
            <a:t>В. Тропінін</a:t>
          </a:r>
          <a:endParaRPr lang="uk-UA"/>
        </a:p>
      </dgm:t>
    </dgm:pt>
    <dgm:pt modelId="{88B34D2D-E9BC-4421-BDE8-088CA4061876}" type="parTrans" cxnId="{8BDFE3FF-DEC9-4DBA-8292-A840358681C7}">
      <dgm:prSet/>
      <dgm:spPr/>
      <dgm:t>
        <a:bodyPr/>
        <a:lstStyle/>
        <a:p>
          <a:endParaRPr lang="uk-UA"/>
        </a:p>
      </dgm:t>
    </dgm:pt>
    <dgm:pt modelId="{FD1F6266-3F4D-4307-8C4C-1F8990A53E61}" type="sibTrans" cxnId="{8BDFE3FF-DEC9-4DBA-8292-A840358681C7}">
      <dgm:prSet/>
      <dgm:spPr/>
      <dgm:t>
        <a:bodyPr/>
        <a:lstStyle/>
        <a:p>
          <a:endParaRPr lang="uk-UA"/>
        </a:p>
      </dgm:t>
    </dgm:pt>
    <dgm:pt modelId="{CF177359-8FE5-41C8-A977-120931AFE442}">
      <dgm:prSet/>
      <dgm:spPr/>
      <dgm:t>
        <a:bodyPr/>
        <a:lstStyle/>
        <a:p>
          <a:r>
            <a:rPr lang="uk-UA" b="0" i="0"/>
            <a:t>І. Рєпін</a:t>
          </a:r>
          <a:endParaRPr lang="uk-UA"/>
        </a:p>
      </dgm:t>
    </dgm:pt>
    <dgm:pt modelId="{DB358D3D-4266-490C-A3AA-E5DD680B0DE7}" type="parTrans" cxnId="{9F3034FA-3D56-4C1A-8E73-1E3BFA4AF0B5}">
      <dgm:prSet/>
      <dgm:spPr/>
      <dgm:t>
        <a:bodyPr/>
        <a:lstStyle/>
        <a:p>
          <a:endParaRPr lang="uk-UA"/>
        </a:p>
      </dgm:t>
    </dgm:pt>
    <dgm:pt modelId="{3E7928D3-F690-49AE-9E39-ED4B4641BD87}" type="sibTrans" cxnId="{9F3034FA-3D56-4C1A-8E73-1E3BFA4AF0B5}">
      <dgm:prSet/>
      <dgm:spPr/>
      <dgm:t>
        <a:bodyPr/>
        <a:lstStyle/>
        <a:p>
          <a:endParaRPr lang="uk-UA"/>
        </a:p>
      </dgm:t>
    </dgm:pt>
    <dgm:pt modelId="{E2C8908A-3BEE-49D8-9942-DB398BF1FD1C}" type="pres">
      <dgm:prSet presAssocID="{02635E54-4F35-436C-BDBE-7EB91389680A}" presName="linearFlow" presStyleCnt="0">
        <dgm:presLayoutVars>
          <dgm:dir/>
          <dgm:resizeHandles val="exact"/>
        </dgm:presLayoutVars>
      </dgm:prSet>
      <dgm:spPr/>
    </dgm:pt>
    <dgm:pt modelId="{9F0005E6-0962-4DB6-B307-1BEC57FF573F}" type="pres">
      <dgm:prSet presAssocID="{5BB44B46-366E-4846-8B9F-B2C98A9A3813}" presName="composite" presStyleCnt="0"/>
      <dgm:spPr/>
    </dgm:pt>
    <dgm:pt modelId="{1C14A7B0-3549-4B79-B9BE-301F42F3E4EF}" type="pres">
      <dgm:prSet presAssocID="{5BB44B46-366E-4846-8B9F-B2C98A9A3813}" presName="imgShp" presStyleLbl="fgImgPlace1" presStyleIdx="0" presStyleCnt="4"/>
      <dgm:spPr/>
    </dgm:pt>
    <dgm:pt modelId="{451C786C-8ED8-4A8E-88A6-75922946D736}" type="pres">
      <dgm:prSet presAssocID="{5BB44B46-366E-4846-8B9F-B2C98A9A3813}" presName="txShp" presStyleLbl="node1" presStyleIdx="0" presStyleCnt="4">
        <dgm:presLayoutVars>
          <dgm:bulletEnabled val="1"/>
        </dgm:presLayoutVars>
      </dgm:prSet>
      <dgm:spPr/>
    </dgm:pt>
    <dgm:pt modelId="{6ED56241-6FB8-4261-8C89-189E8DDBDC5E}" type="pres">
      <dgm:prSet presAssocID="{4EE7CE01-4279-400E-ABB7-9F81F792A249}" presName="spacing" presStyleCnt="0"/>
      <dgm:spPr/>
    </dgm:pt>
    <dgm:pt modelId="{CA426193-A155-4691-A7C0-9BED919BC5CC}" type="pres">
      <dgm:prSet presAssocID="{F8F0D4E2-BB7D-45F5-BC81-101B80264BB4}" presName="composite" presStyleCnt="0"/>
      <dgm:spPr/>
    </dgm:pt>
    <dgm:pt modelId="{7CD5253F-62A4-4B69-A448-F81014DDF7D0}" type="pres">
      <dgm:prSet presAssocID="{F8F0D4E2-BB7D-45F5-BC81-101B80264BB4}" presName="imgShp" presStyleLbl="fgImgPlace1" presStyleIdx="1" presStyleCnt="4"/>
      <dgm:spPr/>
    </dgm:pt>
    <dgm:pt modelId="{8E6B7D40-B9C1-4A5D-96CC-BE652DE37E93}" type="pres">
      <dgm:prSet presAssocID="{F8F0D4E2-BB7D-45F5-BC81-101B80264BB4}" presName="txShp" presStyleLbl="node1" presStyleIdx="1" presStyleCnt="4">
        <dgm:presLayoutVars>
          <dgm:bulletEnabled val="1"/>
        </dgm:presLayoutVars>
      </dgm:prSet>
      <dgm:spPr/>
    </dgm:pt>
    <dgm:pt modelId="{6DED5B1A-D425-4C27-B5D9-F1AFB5A4D8C2}" type="pres">
      <dgm:prSet presAssocID="{8198EA94-A7E2-4883-8900-E937121CF372}" presName="spacing" presStyleCnt="0"/>
      <dgm:spPr/>
    </dgm:pt>
    <dgm:pt modelId="{C082C62C-63D2-4523-8567-FDD8811FDBD3}" type="pres">
      <dgm:prSet presAssocID="{33E35571-56F1-4744-B076-99CBBABC779E}" presName="composite" presStyleCnt="0"/>
      <dgm:spPr/>
    </dgm:pt>
    <dgm:pt modelId="{EFA7D3EF-78B1-448A-80C2-CE54D977223C}" type="pres">
      <dgm:prSet presAssocID="{33E35571-56F1-4744-B076-99CBBABC779E}" presName="imgShp" presStyleLbl="fgImgPlace1" presStyleIdx="2" presStyleCnt="4"/>
      <dgm:spPr/>
    </dgm:pt>
    <dgm:pt modelId="{E73BF65A-ED8A-4CF8-8142-48101A768AC8}" type="pres">
      <dgm:prSet presAssocID="{33E35571-56F1-4744-B076-99CBBABC779E}" presName="txShp" presStyleLbl="node1" presStyleIdx="2" presStyleCnt="4">
        <dgm:presLayoutVars>
          <dgm:bulletEnabled val="1"/>
        </dgm:presLayoutVars>
      </dgm:prSet>
      <dgm:spPr/>
    </dgm:pt>
    <dgm:pt modelId="{4DCE79E7-7424-4115-A7BC-A5678B15A9EC}" type="pres">
      <dgm:prSet presAssocID="{FD1F6266-3F4D-4307-8C4C-1F8990A53E61}" presName="spacing" presStyleCnt="0"/>
      <dgm:spPr/>
    </dgm:pt>
    <dgm:pt modelId="{6578FB26-21CC-41CE-98F3-1101DF34F24F}" type="pres">
      <dgm:prSet presAssocID="{CF177359-8FE5-41C8-A977-120931AFE442}" presName="composite" presStyleCnt="0"/>
      <dgm:spPr/>
    </dgm:pt>
    <dgm:pt modelId="{4E4A1561-71A8-4C58-93C1-869A32512479}" type="pres">
      <dgm:prSet presAssocID="{CF177359-8FE5-41C8-A977-120931AFE442}" presName="imgShp" presStyleLbl="fgImgPlace1" presStyleIdx="3" presStyleCnt="4"/>
      <dgm:spPr/>
    </dgm:pt>
    <dgm:pt modelId="{5005835E-C35E-474F-8C8B-0C69B9ACFBD8}" type="pres">
      <dgm:prSet presAssocID="{CF177359-8FE5-41C8-A977-120931AFE442}" presName="txShp" presStyleLbl="node1" presStyleIdx="3" presStyleCnt="4">
        <dgm:presLayoutVars>
          <dgm:bulletEnabled val="1"/>
        </dgm:presLayoutVars>
      </dgm:prSet>
      <dgm:spPr/>
    </dgm:pt>
  </dgm:ptLst>
  <dgm:cxnLst>
    <dgm:cxn modelId="{0CB83C05-C204-4A9D-9B9A-83DF13C3E314}" type="presOf" srcId="{02635E54-4F35-436C-BDBE-7EB91389680A}" destId="{E2C8908A-3BEE-49D8-9942-DB398BF1FD1C}" srcOrd="0" destOrd="0" presId="urn:microsoft.com/office/officeart/2005/8/layout/vList3"/>
    <dgm:cxn modelId="{8D505C17-03EC-408D-924C-5B9B0C059770}" srcId="{02635E54-4F35-436C-BDBE-7EB91389680A}" destId="{5BB44B46-366E-4846-8B9F-B2C98A9A3813}" srcOrd="0" destOrd="0" parTransId="{3BA0227D-B74E-4227-BADC-9DF46EA20FC8}" sibTransId="{4EE7CE01-4279-400E-ABB7-9F81F792A249}"/>
    <dgm:cxn modelId="{BA232827-3B1A-47D6-8C5B-8D09DA1E1E30}" type="presOf" srcId="{33E35571-56F1-4744-B076-99CBBABC779E}" destId="{E73BF65A-ED8A-4CF8-8142-48101A768AC8}" srcOrd="0" destOrd="0" presId="urn:microsoft.com/office/officeart/2005/8/layout/vList3"/>
    <dgm:cxn modelId="{0A419C4D-E457-4D39-9511-74EC7D28C8F8}" srcId="{02635E54-4F35-436C-BDBE-7EB91389680A}" destId="{F8F0D4E2-BB7D-45F5-BC81-101B80264BB4}" srcOrd="1" destOrd="0" parTransId="{0C40C11E-36F5-4255-9358-7154136D3F90}" sibTransId="{8198EA94-A7E2-4883-8900-E937121CF372}"/>
    <dgm:cxn modelId="{48EBB6C7-7D64-4766-8A50-032CE51CFDA3}" type="presOf" srcId="{F8F0D4E2-BB7D-45F5-BC81-101B80264BB4}" destId="{8E6B7D40-B9C1-4A5D-96CC-BE652DE37E93}" srcOrd="0" destOrd="0" presId="urn:microsoft.com/office/officeart/2005/8/layout/vList3"/>
    <dgm:cxn modelId="{0425E9CB-F516-41E3-814C-45D2DE9318CE}" type="presOf" srcId="{CF177359-8FE5-41C8-A977-120931AFE442}" destId="{5005835E-C35E-474F-8C8B-0C69B9ACFBD8}" srcOrd="0" destOrd="0" presId="urn:microsoft.com/office/officeart/2005/8/layout/vList3"/>
    <dgm:cxn modelId="{00DD3AE1-9643-473D-874B-47D1CDA6C094}" type="presOf" srcId="{5BB44B46-366E-4846-8B9F-B2C98A9A3813}" destId="{451C786C-8ED8-4A8E-88A6-75922946D736}" srcOrd="0" destOrd="0" presId="urn:microsoft.com/office/officeart/2005/8/layout/vList3"/>
    <dgm:cxn modelId="{9F3034FA-3D56-4C1A-8E73-1E3BFA4AF0B5}" srcId="{02635E54-4F35-436C-BDBE-7EB91389680A}" destId="{CF177359-8FE5-41C8-A977-120931AFE442}" srcOrd="3" destOrd="0" parTransId="{DB358D3D-4266-490C-A3AA-E5DD680B0DE7}" sibTransId="{3E7928D3-F690-49AE-9E39-ED4B4641BD87}"/>
    <dgm:cxn modelId="{8BDFE3FF-DEC9-4DBA-8292-A840358681C7}" srcId="{02635E54-4F35-436C-BDBE-7EB91389680A}" destId="{33E35571-56F1-4744-B076-99CBBABC779E}" srcOrd="2" destOrd="0" parTransId="{88B34D2D-E9BC-4421-BDE8-088CA4061876}" sibTransId="{FD1F6266-3F4D-4307-8C4C-1F8990A53E61}"/>
    <dgm:cxn modelId="{84B07D01-8BB8-438B-A635-32B5554D5A6D}" type="presParOf" srcId="{E2C8908A-3BEE-49D8-9942-DB398BF1FD1C}" destId="{9F0005E6-0962-4DB6-B307-1BEC57FF573F}" srcOrd="0" destOrd="0" presId="urn:microsoft.com/office/officeart/2005/8/layout/vList3"/>
    <dgm:cxn modelId="{F7BEAA1D-A903-40B0-8380-A3FAD8290D35}" type="presParOf" srcId="{9F0005E6-0962-4DB6-B307-1BEC57FF573F}" destId="{1C14A7B0-3549-4B79-B9BE-301F42F3E4EF}" srcOrd="0" destOrd="0" presId="urn:microsoft.com/office/officeart/2005/8/layout/vList3"/>
    <dgm:cxn modelId="{51EA33DC-CFAA-4073-ACBB-58D9164D5B3D}" type="presParOf" srcId="{9F0005E6-0962-4DB6-B307-1BEC57FF573F}" destId="{451C786C-8ED8-4A8E-88A6-75922946D736}" srcOrd="1" destOrd="0" presId="urn:microsoft.com/office/officeart/2005/8/layout/vList3"/>
    <dgm:cxn modelId="{944E81DA-9FBF-46B8-870C-FFA20AA24118}" type="presParOf" srcId="{E2C8908A-3BEE-49D8-9942-DB398BF1FD1C}" destId="{6ED56241-6FB8-4261-8C89-189E8DDBDC5E}" srcOrd="1" destOrd="0" presId="urn:microsoft.com/office/officeart/2005/8/layout/vList3"/>
    <dgm:cxn modelId="{A96C4C4B-EBBD-4EB3-880E-F779A9548C21}" type="presParOf" srcId="{E2C8908A-3BEE-49D8-9942-DB398BF1FD1C}" destId="{CA426193-A155-4691-A7C0-9BED919BC5CC}" srcOrd="2" destOrd="0" presId="urn:microsoft.com/office/officeart/2005/8/layout/vList3"/>
    <dgm:cxn modelId="{A6596BD7-F51A-4AC8-A174-E964A8AE9492}" type="presParOf" srcId="{CA426193-A155-4691-A7C0-9BED919BC5CC}" destId="{7CD5253F-62A4-4B69-A448-F81014DDF7D0}" srcOrd="0" destOrd="0" presId="urn:microsoft.com/office/officeart/2005/8/layout/vList3"/>
    <dgm:cxn modelId="{2544C577-5642-4403-8C8A-1FD749353EB4}" type="presParOf" srcId="{CA426193-A155-4691-A7C0-9BED919BC5CC}" destId="{8E6B7D40-B9C1-4A5D-96CC-BE652DE37E93}" srcOrd="1" destOrd="0" presId="urn:microsoft.com/office/officeart/2005/8/layout/vList3"/>
    <dgm:cxn modelId="{42994C38-B85F-4C50-84CE-3DB2B8DF79DA}" type="presParOf" srcId="{E2C8908A-3BEE-49D8-9942-DB398BF1FD1C}" destId="{6DED5B1A-D425-4C27-B5D9-F1AFB5A4D8C2}" srcOrd="3" destOrd="0" presId="urn:microsoft.com/office/officeart/2005/8/layout/vList3"/>
    <dgm:cxn modelId="{C88225C7-8040-4C77-AE4F-DD8E148AFE54}" type="presParOf" srcId="{E2C8908A-3BEE-49D8-9942-DB398BF1FD1C}" destId="{C082C62C-63D2-4523-8567-FDD8811FDBD3}" srcOrd="4" destOrd="0" presId="urn:microsoft.com/office/officeart/2005/8/layout/vList3"/>
    <dgm:cxn modelId="{0A96AB5E-C12B-436F-B0A0-31BEF70C218D}" type="presParOf" srcId="{C082C62C-63D2-4523-8567-FDD8811FDBD3}" destId="{EFA7D3EF-78B1-448A-80C2-CE54D977223C}" srcOrd="0" destOrd="0" presId="urn:microsoft.com/office/officeart/2005/8/layout/vList3"/>
    <dgm:cxn modelId="{B9768101-5478-431E-984F-10988354496A}" type="presParOf" srcId="{C082C62C-63D2-4523-8567-FDD8811FDBD3}" destId="{E73BF65A-ED8A-4CF8-8142-48101A768AC8}" srcOrd="1" destOrd="0" presId="urn:microsoft.com/office/officeart/2005/8/layout/vList3"/>
    <dgm:cxn modelId="{9702A8FA-C609-4969-A922-FAE9CC034968}" type="presParOf" srcId="{E2C8908A-3BEE-49D8-9942-DB398BF1FD1C}" destId="{4DCE79E7-7424-4115-A7BC-A5678B15A9EC}" srcOrd="5" destOrd="0" presId="urn:microsoft.com/office/officeart/2005/8/layout/vList3"/>
    <dgm:cxn modelId="{89E3CA1D-1DD6-4904-A12F-206900D58DB0}" type="presParOf" srcId="{E2C8908A-3BEE-49D8-9942-DB398BF1FD1C}" destId="{6578FB26-21CC-41CE-98F3-1101DF34F24F}" srcOrd="6" destOrd="0" presId="urn:microsoft.com/office/officeart/2005/8/layout/vList3"/>
    <dgm:cxn modelId="{38E0F111-B310-4280-B1B5-FA43972CC452}" type="presParOf" srcId="{6578FB26-21CC-41CE-98F3-1101DF34F24F}" destId="{4E4A1561-71A8-4C58-93C1-869A32512479}" srcOrd="0" destOrd="0" presId="urn:microsoft.com/office/officeart/2005/8/layout/vList3"/>
    <dgm:cxn modelId="{18E24CA3-C85E-4A81-8E84-ADDC65ECFD22}" type="presParOf" srcId="{6578FB26-21CC-41CE-98F3-1101DF34F24F}" destId="{5005835E-C35E-474F-8C8B-0C69B9ACFBD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6F486CC6-C11D-452A-8A85-853625808797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097B630-AE0D-4708-BE9C-D8E0AB89723C}">
      <dgm:prSet/>
      <dgm:spPr/>
      <dgm:t>
        <a:bodyPr/>
        <a:lstStyle/>
        <a:p>
          <a:r>
            <a:rPr lang="ru-RU" b="0" i="0"/>
            <a:t>М. Пимоненко</a:t>
          </a:r>
          <a:endParaRPr lang="uk-UA"/>
        </a:p>
      </dgm:t>
    </dgm:pt>
    <dgm:pt modelId="{BFBFF5C5-9E44-4DB0-B34B-47911B8EA880}" type="parTrans" cxnId="{37C9E81C-8588-469B-91DF-ABD6C836DC39}">
      <dgm:prSet/>
      <dgm:spPr/>
      <dgm:t>
        <a:bodyPr/>
        <a:lstStyle/>
        <a:p>
          <a:endParaRPr lang="uk-UA"/>
        </a:p>
      </dgm:t>
    </dgm:pt>
    <dgm:pt modelId="{8A937E1F-7E80-4F53-A1FE-761873D74C76}" type="sibTrans" cxnId="{37C9E81C-8588-469B-91DF-ABD6C836DC39}">
      <dgm:prSet/>
      <dgm:spPr/>
      <dgm:t>
        <a:bodyPr/>
        <a:lstStyle/>
        <a:p>
          <a:endParaRPr lang="uk-UA"/>
        </a:p>
      </dgm:t>
    </dgm:pt>
    <dgm:pt modelId="{B0C6BB24-B39B-46DC-930A-2D3CFA3BF394}">
      <dgm:prSet/>
      <dgm:spPr/>
      <dgm:t>
        <a:bodyPr/>
        <a:lstStyle/>
        <a:p>
          <a:r>
            <a:rPr lang="ru-RU" b="0" i="0"/>
            <a:t>В. Штернберг</a:t>
          </a:r>
          <a:endParaRPr lang="uk-UA"/>
        </a:p>
      </dgm:t>
    </dgm:pt>
    <dgm:pt modelId="{7F81BC81-718D-4712-9864-EF08644A5F86}" type="parTrans" cxnId="{CDD2FF42-AAB2-434F-A061-D5265B9D5ED5}">
      <dgm:prSet/>
      <dgm:spPr/>
      <dgm:t>
        <a:bodyPr/>
        <a:lstStyle/>
        <a:p>
          <a:endParaRPr lang="uk-UA"/>
        </a:p>
      </dgm:t>
    </dgm:pt>
    <dgm:pt modelId="{C261F832-0863-4179-97DE-7824378A57AC}" type="sibTrans" cxnId="{CDD2FF42-AAB2-434F-A061-D5265B9D5ED5}">
      <dgm:prSet/>
      <dgm:spPr/>
      <dgm:t>
        <a:bodyPr/>
        <a:lstStyle/>
        <a:p>
          <a:endParaRPr lang="uk-UA"/>
        </a:p>
      </dgm:t>
    </dgm:pt>
    <dgm:pt modelId="{D3D809FE-09DC-44BB-ACC1-FE0215802AFF}">
      <dgm:prSet/>
      <dgm:spPr/>
      <dgm:t>
        <a:bodyPr/>
        <a:lstStyle/>
        <a:p>
          <a:r>
            <a:rPr lang="ru-RU" b="0" i="0"/>
            <a:t>Т. Шевченко</a:t>
          </a:r>
          <a:endParaRPr lang="uk-UA"/>
        </a:p>
      </dgm:t>
    </dgm:pt>
    <dgm:pt modelId="{1E9CEDE1-C5EF-4F63-975A-6C7697F17647}" type="parTrans" cxnId="{213390DD-AF4B-4B81-B382-5FC16C0B4C69}">
      <dgm:prSet/>
      <dgm:spPr/>
      <dgm:t>
        <a:bodyPr/>
        <a:lstStyle/>
        <a:p>
          <a:endParaRPr lang="uk-UA"/>
        </a:p>
      </dgm:t>
    </dgm:pt>
    <dgm:pt modelId="{3A6BB3BE-BD14-4C2D-8639-EBF60B7A9FC5}" type="sibTrans" cxnId="{213390DD-AF4B-4B81-B382-5FC16C0B4C69}">
      <dgm:prSet/>
      <dgm:spPr/>
      <dgm:t>
        <a:bodyPr/>
        <a:lstStyle/>
        <a:p>
          <a:endParaRPr lang="uk-UA"/>
        </a:p>
      </dgm:t>
    </dgm:pt>
    <dgm:pt modelId="{30F29175-FCCB-4F5B-919B-639A7A53C076}">
      <dgm:prSet/>
      <dgm:spPr/>
      <dgm:t>
        <a:bodyPr/>
        <a:lstStyle/>
        <a:p>
          <a:r>
            <a:rPr lang="ru-RU" b="0" i="0"/>
            <a:t>В. Тропінін</a:t>
          </a:r>
          <a:endParaRPr lang="uk-UA"/>
        </a:p>
      </dgm:t>
    </dgm:pt>
    <dgm:pt modelId="{48214C94-0461-4818-9939-85A9DD748D28}" type="parTrans" cxnId="{16507455-AA59-4E45-B563-ECC5667D741B}">
      <dgm:prSet/>
      <dgm:spPr/>
      <dgm:t>
        <a:bodyPr/>
        <a:lstStyle/>
        <a:p>
          <a:endParaRPr lang="uk-UA"/>
        </a:p>
      </dgm:t>
    </dgm:pt>
    <dgm:pt modelId="{2BA7A825-2384-4A79-9662-C980266CFA73}" type="sibTrans" cxnId="{16507455-AA59-4E45-B563-ECC5667D741B}">
      <dgm:prSet/>
      <dgm:spPr/>
      <dgm:t>
        <a:bodyPr/>
        <a:lstStyle/>
        <a:p>
          <a:endParaRPr lang="uk-UA"/>
        </a:p>
      </dgm:t>
    </dgm:pt>
    <dgm:pt modelId="{06C0E4FD-1B57-4103-BBB9-5255630130E0}" type="pres">
      <dgm:prSet presAssocID="{6F486CC6-C11D-452A-8A85-853625808797}" presName="Name0" presStyleCnt="0">
        <dgm:presLayoutVars>
          <dgm:chMax val="7"/>
          <dgm:chPref val="7"/>
          <dgm:dir/>
        </dgm:presLayoutVars>
      </dgm:prSet>
      <dgm:spPr/>
    </dgm:pt>
    <dgm:pt modelId="{3E8EC455-8C5B-4761-BDC7-643ABB7D8D70}" type="pres">
      <dgm:prSet presAssocID="{6F486CC6-C11D-452A-8A85-853625808797}" presName="Name1" presStyleCnt="0"/>
      <dgm:spPr/>
    </dgm:pt>
    <dgm:pt modelId="{BF8DAFD7-B79E-49C4-8D4A-93B5D3A1E3B7}" type="pres">
      <dgm:prSet presAssocID="{6F486CC6-C11D-452A-8A85-853625808797}" presName="cycle" presStyleCnt="0"/>
      <dgm:spPr/>
    </dgm:pt>
    <dgm:pt modelId="{2EE5A73A-8CCE-4BC1-94EC-63A721A14CD8}" type="pres">
      <dgm:prSet presAssocID="{6F486CC6-C11D-452A-8A85-853625808797}" presName="srcNode" presStyleLbl="node1" presStyleIdx="0" presStyleCnt="4"/>
      <dgm:spPr/>
    </dgm:pt>
    <dgm:pt modelId="{D98C9966-DD8D-4C6A-A17F-D2D92909EAB4}" type="pres">
      <dgm:prSet presAssocID="{6F486CC6-C11D-452A-8A85-853625808797}" presName="conn" presStyleLbl="parChTrans1D2" presStyleIdx="0" presStyleCnt="1"/>
      <dgm:spPr/>
    </dgm:pt>
    <dgm:pt modelId="{D113645D-0BE8-40F5-BEC6-ACFAD289EC07}" type="pres">
      <dgm:prSet presAssocID="{6F486CC6-C11D-452A-8A85-853625808797}" presName="extraNode" presStyleLbl="node1" presStyleIdx="0" presStyleCnt="4"/>
      <dgm:spPr/>
    </dgm:pt>
    <dgm:pt modelId="{1AAF72E9-EF47-4F6E-BBB8-39A66D35FE4F}" type="pres">
      <dgm:prSet presAssocID="{6F486CC6-C11D-452A-8A85-853625808797}" presName="dstNode" presStyleLbl="node1" presStyleIdx="0" presStyleCnt="4"/>
      <dgm:spPr/>
    </dgm:pt>
    <dgm:pt modelId="{F738485D-49A0-46DF-A507-394815E0A26E}" type="pres">
      <dgm:prSet presAssocID="{B097B630-AE0D-4708-BE9C-D8E0AB89723C}" presName="text_1" presStyleLbl="node1" presStyleIdx="0" presStyleCnt="4">
        <dgm:presLayoutVars>
          <dgm:bulletEnabled val="1"/>
        </dgm:presLayoutVars>
      </dgm:prSet>
      <dgm:spPr/>
    </dgm:pt>
    <dgm:pt modelId="{548D912D-E9F5-4EB8-99F2-186BBD02354C}" type="pres">
      <dgm:prSet presAssocID="{B097B630-AE0D-4708-BE9C-D8E0AB89723C}" presName="accent_1" presStyleCnt="0"/>
      <dgm:spPr/>
    </dgm:pt>
    <dgm:pt modelId="{7EB1E108-1A48-4184-86F8-60A196E4999C}" type="pres">
      <dgm:prSet presAssocID="{B097B630-AE0D-4708-BE9C-D8E0AB89723C}" presName="accentRepeatNode" presStyleLbl="solidFgAcc1" presStyleIdx="0" presStyleCnt="4"/>
      <dgm:spPr/>
    </dgm:pt>
    <dgm:pt modelId="{2BC0B0C0-97AF-4D1E-AE0B-283F65B700CC}" type="pres">
      <dgm:prSet presAssocID="{B0C6BB24-B39B-46DC-930A-2D3CFA3BF394}" presName="text_2" presStyleLbl="node1" presStyleIdx="1" presStyleCnt="4">
        <dgm:presLayoutVars>
          <dgm:bulletEnabled val="1"/>
        </dgm:presLayoutVars>
      </dgm:prSet>
      <dgm:spPr/>
    </dgm:pt>
    <dgm:pt modelId="{50BFAE52-8837-45E6-AEEA-4F0105B79000}" type="pres">
      <dgm:prSet presAssocID="{B0C6BB24-B39B-46DC-930A-2D3CFA3BF394}" presName="accent_2" presStyleCnt="0"/>
      <dgm:spPr/>
    </dgm:pt>
    <dgm:pt modelId="{DC830F42-2F2C-4C38-9894-6B2D6BFDA3DE}" type="pres">
      <dgm:prSet presAssocID="{B0C6BB24-B39B-46DC-930A-2D3CFA3BF394}" presName="accentRepeatNode" presStyleLbl="solidFgAcc1" presStyleIdx="1" presStyleCnt="4"/>
      <dgm:spPr/>
    </dgm:pt>
    <dgm:pt modelId="{1057ED42-D204-4639-988E-3F2409F78FC5}" type="pres">
      <dgm:prSet presAssocID="{D3D809FE-09DC-44BB-ACC1-FE0215802AFF}" presName="text_3" presStyleLbl="node1" presStyleIdx="2" presStyleCnt="4">
        <dgm:presLayoutVars>
          <dgm:bulletEnabled val="1"/>
        </dgm:presLayoutVars>
      </dgm:prSet>
      <dgm:spPr/>
    </dgm:pt>
    <dgm:pt modelId="{C5FEC51E-F61C-40D7-8130-7EAD05D18C8C}" type="pres">
      <dgm:prSet presAssocID="{D3D809FE-09DC-44BB-ACC1-FE0215802AFF}" presName="accent_3" presStyleCnt="0"/>
      <dgm:spPr/>
    </dgm:pt>
    <dgm:pt modelId="{83EE249B-5A18-4B7D-B0A1-4E5440BF2172}" type="pres">
      <dgm:prSet presAssocID="{D3D809FE-09DC-44BB-ACC1-FE0215802AFF}" presName="accentRepeatNode" presStyleLbl="solidFgAcc1" presStyleIdx="2" presStyleCnt="4"/>
      <dgm:spPr/>
    </dgm:pt>
    <dgm:pt modelId="{08C721A0-1011-49E9-8D14-CDF1DC627C60}" type="pres">
      <dgm:prSet presAssocID="{30F29175-FCCB-4F5B-919B-639A7A53C076}" presName="text_4" presStyleLbl="node1" presStyleIdx="3" presStyleCnt="4">
        <dgm:presLayoutVars>
          <dgm:bulletEnabled val="1"/>
        </dgm:presLayoutVars>
      </dgm:prSet>
      <dgm:spPr/>
    </dgm:pt>
    <dgm:pt modelId="{C9EA14B4-C87B-494C-9E40-89649662EA35}" type="pres">
      <dgm:prSet presAssocID="{30F29175-FCCB-4F5B-919B-639A7A53C076}" presName="accent_4" presStyleCnt="0"/>
      <dgm:spPr/>
    </dgm:pt>
    <dgm:pt modelId="{728EF2A5-CD88-4FF2-90E3-7AEDBE70C14E}" type="pres">
      <dgm:prSet presAssocID="{30F29175-FCCB-4F5B-919B-639A7A53C076}" presName="accentRepeatNode" presStyleLbl="solidFgAcc1" presStyleIdx="3" presStyleCnt="4"/>
      <dgm:spPr/>
    </dgm:pt>
  </dgm:ptLst>
  <dgm:cxnLst>
    <dgm:cxn modelId="{37C9E81C-8588-469B-91DF-ABD6C836DC39}" srcId="{6F486CC6-C11D-452A-8A85-853625808797}" destId="{B097B630-AE0D-4708-BE9C-D8E0AB89723C}" srcOrd="0" destOrd="0" parTransId="{BFBFF5C5-9E44-4DB0-B34B-47911B8EA880}" sibTransId="{8A937E1F-7E80-4F53-A1FE-761873D74C76}"/>
    <dgm:cxn modelId="{CDD2FF42-AAB2-434F-A061-D5265B9D5ED5}" srcId="{6F486CC6-C11D-452A-8A85-853625808797}" destId="{B0C6BB24-B39B-46DC-930A-2D3CFA3BF394}" srcOrd="1" destOrd="0" parTransId="{7F81BC81-718D-4712-9864-EF08644A5F86}" sibTransId="{C261F832-0863-4179-97DE-7824378A57AC}"/>
    <dgm:cxn modelId="{16507455-AA59-4E45-B563-ECC5667D741B}" srcId="{6F486CC6-C11D-452A-8A85-853625808797}" destId="{30F29175-FCCB-4F5B-919B-639A7A53C076}" srcOrd="3" destOrd="0" parTransId="{48214C94-0461-4818-9939-85A9DD748D28}" sibTransId="{2BA7A825-2384-4A79-9662-C980266CFA73}"/>
    <dgm:cxn modelId="{77B5A9A9-2BC2-4384-B760-651381A125CC}" type="presOf" srcId="{D3D809FE-09DC-44BB-ACC1-FE0215802AFF}" destId="{1057ED42-D204-4639-988E-3F2409F78FC5}" srcOrd="0" destOrd="0" presId="urn:microsoft.com/office/officeart/2008/layout/VerticalCurvedList"/>
    <dgm:cxn modelId="{961220B6-DCF3-4499-B35E-D4A1CCE7BA81}" type="presOf" srcId="{30F29175-FCCB-4F5B-919B-639A7A53C076}" destId="{08C721A0-1011-49E9-8D14-CDF1DC627C60}" srcOrd="0" destOrd="0" presId="urn:microsoft.com/office/officeart/2008/layout/VerticalCurvedList"/>
    <dgm:cxn modelId="{5C7F8FBA-14F3-452F-832C-A02FE875F216}" type="presOf" srcId="{B097B630-AE0D-4708-BE9C-D8E0AB89723C}" destId="{F738485D-49A0-46DF-A507-394815E0A26E}" srcOrd="0" destOrd="0" presId="urn:microsoft.com/office/officeart/2008/layout/VerticalCurvedList"/>
    <dgm:cxn modelId="{2C3F64BD-07B8-418D-8722-073ADF1C8914}" type="presOf" srcId="{8A937E1F-7E80-4F53-A1FE-761873D74C76}" destId="{D98C9966-DD8D-4C6A-A17F-D2D92909EAB4}" srcOrd="0" destOrd="0" presId="urn:microsoft.com/office/officeart/2008/layout/VerticalCurvedList"/>
    <dgm:cxn modelId="{F19BC5BD-4695-46C4-8C34-4C8F544EE0A4}" type="presOf" srcId="{6F486CC6-C11D-452A-8A85-853625808797}" destId="{06C0E4FD-1B57-4103-BBB9-5255630130E0}" srcOrd="0" destOrd="0" presId="urn:microsoft.com/office/officeart/2008/layout/VerticalCurvedList"/>
    <dgm:cxn modelId="{6074D9D5-ED0D-42D7-9EA7-BC57B7FCE93A}" type="presOf" srcId="{B0C6BB24-B39B-46DC-930A-2D3CFA3BF394}" destId="{2BC0B0C0-97AF-4D1E-AE0B-283F65B700CC}" srcOrd="0" destOrd="0" presId="urn:microsoft.com/office/officeart/2008/layout/VerticalCurvedList"/>
    <dgm:cxn modelId="{213390DD-AF4B-4B81-B382-5FC16C0B4C69}" srcId="{6F486CC6-C11D-452A-8A85-853625808797}" destId="{D3D809FE-09DC-44BB-ACC1-FE0215802AFF}" srcOrd="2" destOrd="0" parTransId="{1E9CEDE1-C5EF-4F63-975A-6C7697F17647}" sibTransId="{3A6BB3BE-BD14-4C2D-8639-EBF60B7A9FC5}"/>
    <dgm:cxn modelId="{B17B3F71-BE00-4ABE-92B6-342593F39B19}" type="presParOf" srcId="{06C0E4FD-1B57-4103-BBB9-5255630130E0}" destId="{3E8EC455-8C5B-4761-BDC7-643ABB7D8D70}" srcOrd="0" destOrd="0" presId="urn:microsoft.com/office/officeart/2008/layout/VerticalCurvedList"/>
    <dgm:cxn modelId="{8A2BADBE-54A8-4B00-9F69-A2B8069CE464}" type="presParOf" srcId="{3E8EC455-8C5B-4761-BDC7-643ABB7D8D70}" destId="{BF8DAFD7-B79E-49C4-8D4A-93B5D3A1E3B7}" srcOrd="0" destOrd="0" presId="urn:microsoft.com/office/officeart/2008/layout/VerticalCurvedList"/>
    <dgm:cxn modelId="{126C8C1B-B24E-4A1D-A0FF-192107037DDC}" type="presParOf" srcId="{BF8DAFD7-B79E-49C4-8D4A-93B5D3A1E3B7}" destId="{2EE5A73A-8CCE-4BC1-94EC-63A721A14CD8}" srcOrd="0" destOrd="0" presId="urn:microsoft.com/office/officeart/2008/layout/VerticalCurvedList"/>
    <dgm:cxn modelId="{CACC3F0D-860E-489E-B3F3-31B963E1962B}" type="presParOf" srcId="{BF8DAFD7-B79E-49C4-8D4A-93B5D3A1E3B7}" destId="{D98C9966-DD8D-4C6A-A17F-D2D92909EAB4}" srcOrd="1" destOrd="0" presId="urn:microsoft.com/office/officeart/2008/layout/VerticalCurvedList"/>
    <dgm:cxn modelId="{CEC901D4-C9CE-45D5-8802-E575D3CA49E8}" type="presParOf" srcId="{BF8DAFD7-B79E-49C4-8D4A-93B5D3A1E3B7}" destId="{D113645D-0BE8-40F5-BEC6-ACFAD289EC07}" srcOrd="2" destOrd="0" presId="urn:microsoft.com/office/officeart/2008/layout/VerticalCurvedList"/>
    <dgm:cxn modelId="{87E92701-2420-4339-B6E0-F8ED2BF9AA9F}" type="presParOf" srcId="{BF8DAFD7-B79E-49C4-8D4A-93B5D3A1E3B7}" destId="{1AAF72E9-EF47-4F6E-BBB8-39A66D35FE4F}" srcOrd="3" destOrd="0" presId="urn:microsoft.com/office/officeart/2008/layout/VerticalCurvedList"/>
    <dgm:cxn modelId="{57DDFDF6-DB63-424A-A275-C9DACED5E3ED}" type="presParOf" srcId="{3E8EC455-8C5B-4761-BDC7-643ABB7D8D70}" destId="{F738485D-49A0-46DF-A507-394815E0A26E}" srcOrd="1" destOrd="0" presId="urn:microsoft.com/office/officeart/2008/layout/VerticalCurvedList"/>
    <dgm:cxn modelId="{8DF1ACD2-EEC9-40DE-A1E1-991F53520C73}" type="presParOf" srcId="{3E8EC455-8C5B-4761-BDC7-643ABB7D8D70}" destId="{548D912D-E9F5-4EB8-99F2-186BBD02354C}" srcOrd="2" destOrd="0" presId="urn:microsoft.com/office/officeart/2008/layout/VerticalCurvedList"/>
    <dgm:cxn modelId="{2EE951EC-CAF3-495E-9EE4-399DCE106F94}" type="presParOf" srcId="{548D912D-E9F5-4EB8-99F2-186BBD02354C}" destId="{7EB1E108-1A48-4184-86F8-60A196E4999C}" srcOrd="0" destOrd="0" presId="urn:microsoft.com/office/officeart/2008/layout/VerticalCurvedList"/>
    <dgm:cxn modelId="{21AD2862-E841-41A6-BCD8-B9ACFAD17F2B}" type="presParOf" srcId="{3E8EC455-8C5B-4761-BDC7-643ABB7D8D70}" destId="{2BC0B0C0-97AF-4D1E-AE0B-283F65B700CC}" srcOrd="3" destOrd="0" presId="urn:microsoft.com/office/officeart/2008/layout/VerticalCurvedList"/>
    <dgm:cxn modelId="{904C80F6-43B0-4C54-BE48-150499600E25}" type="presParOf" srcId="{3E8EC455-8C5B-4761-BDC7-643ABB7D8D70}" destId="{50BFAE52-8837-45E6-AEEA-4F0105B79000}" srcOrd="4" destOrd="0" presId="urn:microsoft.com/office/officeart/2008/layout/VerticalCurvedList"/>
    <dgm:cxn modelId="{1CBF90D8-B688-480D-BC04-DF0521DC9499}" type="presParOf" srcId="{50BFAE52-8837-45E6-AEEA-4F0105B79000}" destId="{DC830F42-2F2C-4C38-9894-6B2D6BFDA3DE}" srcOrd="0" destOrd="0" presId="urn:microsoft.com/office/officeart/2008/layout/VerticalCurvedList"/>
    <dgm:cxn modelId="{89095F9B-BCE8-4C64-B0FD-7F4787553AFE}" type="presParOf" srcId="{3E8EC455-8C5B-4761-BDC7-643ABB7D8D70}" destId="{1057ED42-D204-4639-988E-3F2409F78FC5}" srcOrd="5" destOrd="0" presId="urn:microsoft.com/office/officeart/2008/layout/VerticalCurvedList"/>
    <dgm:cxn modelId="{00F7980E-EFC6-4126-A376-68078896E9FE}" type="presParOf" srcId="{3E8EC455-8C5B-4761-BDC7-643ABB7D8D70}" destId="{C5FEC51E-F61C-40D7-8130-7EAD05D18C8C}" srcOrd="6" destOrd="0" presId="urn:microsoft.com/office/officeart/2008/layout/VerticalCurvedList"/>
    <dgm:cxn modelId="{C3CA593D-0A20-463C-ADC6-B7C10419CBE7}" type="presParOf" srcId="{C5FEC51E-F61C-40D7-8130-7EAD05D18C8C}" destId="{83EE249B-5A18-4B7D-B0A1-4E5440BF2172}" srcOrd="0" destOrd="0" presId="urn:microsoft.com/office/officeart/2008/layout/VerticalCurvedList"/>
    <dgm:cxn modelId="{9FEA2CEB-DF15-461C-99A8-083E42E021D1}" type="presParOf" srcId="{3E8EC455-8C5B-4761-BDC7-643ABB7D8D70}" destId="{08C721A0-1011-49E9-8D14-CDF1DC627C60}" srcOrd="7" destOrd="0" presId="urn:microsoft.com/office/officeart/2008/layout/VerticalCurvedList"/>
    <dgm:cxn modelId="{6EB54ED1-A726-4003-9575-CF6EDF309020}" type="presParOf" srcId="{3E8EC455-8C5B-4761-BDC7-643ABB7D8D70}" destId="{C9EA14B4-C87B-494C-9E40-89649662EA35}" srcOrd="8" destOrd="0" presId="urn:microsoft.com/office/officeart/2008/layout/VerticalCurvedList"/>
    <dgm:cxn modelId="{EEF92EAE-7428-4785-8942-8962C7DB5482}" type="presParOf" srcId="{C9EA14B4-C87B-494C-9E40-89649662EA35}" destId="{728EF2A5-CD88-4FF2-90E3-7AEDBE70C14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140DFF15-A003-4246-AD6B-350398E232F2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FBC3B58-6BAD-48E9-9596-12DC6908BC32}">
      <dgm:prSet/>
      <dgm:spPr/>
      <dgm:t>
        <a:bodyPr/>
        <a:lstStyle/>
        <a:p>
          <a:r>
            <a:rPr lang="uk-UA" b="0" i="0"/>
            <a:t>А. І. Рєпін</a:t>
          </a:r>
          <a:endParaRPr lang="uk-UA"/>
        </a:p>
      </dgm:t>
    </dgm:pt>
    <dgm:pt modelId="{163FC2A4-53B5-40FA-9052-56003E5F346B}" type="parTrans" cxnId="{C719F17F-2E65-453A-B0AF-9AF127831596}">
      <dgm:prSet/>
      <dgm:spPr/>
      <dgm:t>
        <a:bodyPr/>
        <a:lstStyle/>
        <a:p>
          <a:endParaRPr lang="uk-UA"/>
        </a:p>
      </dgm:t>
    </dgm:pt>
    <dgm:pt modelId="{F7093E72-4300-4660-952C-44D26C1790CA}" type="sibTrans" cxnId="{C719F17F-2E65-453A-B0AF-9AF127831596}">
      <dgm:prSet/>
      <dgm:spPr/>
      <dgm:t>
        <a:bodyPr/>
        <a:lstStyle/>
        <a:p>
          <a:endParaRPr lang="uk-UA"/>
        </a:p>
      </dgm:t>
    </dgm:pt>
    <dgm:pt modelId="{45640F8F-7E23-465C-82E3-7C8A69896A35}">
      <dgm:prSet/>
      <dgm:spPr/>
      <dgm:t>
        <a:bodyPr/>
        <a:lstStyle/>
        <a:p>
          <a:r>
            <a:rPr lang="uk-UA" b="0" i="0"/>
            <a:t>Б. С. Васильківський</a:t>
          </a:r>
          <a:endParaRPr lang="uk-UA"/>
        </a:p>
      </dgm:t>
    </dgm:pt>
    <dgm:pt modelId="{65FB4949-E08C-47B2-87CE-D612CC76BE47}" type="parTrans" cxnId="{1F68D894-8E3A-419E-BD7F-951C14BB0BEB}">
      <dgm:prSet/>
      <dgm:spPr/>
      <dgm:t>
        <a:bodyPr/>
        <a:lstStyle/>
        <a:p>
          <a:endParaRPr lang="uk-UA"/>
        </a:p>
      </dgm:t>
    </dgm:pt>
    <dgm:pt modelId="{F187A1B8-8154-47B6-BB23-F13C443D95F4}" type="sibTrans" cxnId="{1F68D894-8E3A-419E-BD7F-951C14BB0BEB}">
      <dgm:prSet/>
      <dgm:spPr/>
      <dgm:t>
        <a:bodyPr/>
        <a:lstStyle/>
        <a:p>
          <a:endParaRPr lang="uk-UA"/>
        </a:p>
      </dgm:t>
    </dgm:pt>
    <dgm:pt modelId="{F5255BF7-D7A0-46AF-AE48-A02492A19CCA}">
      <dgm:prSet/>
      <dgm:spPr/>
      <dgm:t>
        <a:bodyPr/>
        <a:lstStyle/>
        <a:p>
          <a:r>
            <a:rPr lang="uk-UA" b="0" i="0"/>
            <a:t>В. В. Тропінін</a:t>
          </a:r>
          <a:endParaRPr lang="uk-UA"/>
        </a:p>
      </dgm:t>
    </dgm:pt>
    <dgm:pt modelId="{C62D4B9F-EA21-4E72-A8F8-087E62603466}" type="parTrans" cxnId="{93E2A6B6-A3B9-462B-BE94-4402BD9B97A2}">
      <dgm:prSet/>
      <dgm:spPr/>
      <dgm:t>
        <a:bodyPr/>
        <a:lstStyle/>
        <a:p>
          <a:endParaRPr lang="uk-UA"/>
        </a:p>
      </dgm:t>
    </dgm:pt>
    <dgm:pt modelId="{4482A0C0-4E02-44C9-8308-5E286B89216C}" type="sibTrans" cxnId="{93E2A6B6-A3B9-462B-BE94-4402BD9B97A2}">
      <dgm:prSet/>
      <dgm:spPr/>
      <dgm:t>
        <a:bodyPr/>
        <a:lstStyle/>
        <a:p>
          <a:endParaRPr lang="uk-UA"/>
        </a:p>
      </dgm:t>
    </dgm:pt>
    <dgm:pt modelId="{5ECAB3F3-26AC-4098-9B3E-B420D309DA1C}">
      <dgm:prSet/>
      <dgm:spPr/>
      <dgm:t>
        <a:bodyPr/>
        <a:lstStyle/>
        <a:p>
          <a:r>
            <a:rPr lang="uk-UA" b="0" i="0"/>
            <a:t>Г. М. Пимоненко</a:t>
          </a:r>
          <a:endParaRPr lang="uk-UA"/>
        </a:p>
      </dgm:t>
    </dgm:pt>
    <dgm:pt modelId="{CFBD6727-E489-4CC7-97D1-98CD972DA73D}" type="parTrans" cxnId="{B643B5A4-040F-41CB-9899-D0F022480AC6}">
      <dgm:prSet/>
      <dgm:spPr/>
      <dgm:t>
        <a:bodyPr/>
        <a:lstStyle/>
        <a:p>
          <a:endParaRPr lang="uk-UA"/>
        </a:p>
      </dgm:t>
    </dgm:pt>
    <dgm:pt modelId="{9F82ED73-4515-4E9F-9D02-071BB5897F58}" type="sibTrans" cxnId="{B643B5A4-040F-41CB-9899-D0F022480AC6}">
      <dgm:prSet/>
      <dgm:spPr/>
      <dgm:t>
        <a:bodyPr/>
        <a:lstStyle/>
        <a:p>
          <a:endParaRPr lang="uk-UA"/>
        </a:p>
      </dgm:t>
    </dgm:pt>
    <dgm:pt modelId="{53C1DB35-B0EF-410F-B4D9-3416084A8318}" type="pres">
      <dgm:prSet presAssocID="{140DFF15-A003-4246-AD6B-350398E232F2}" presName="Name0" presStyleCnt="0">
        <dgm:presLayoutVars>
          <dgm:chMax val="7"/>
          <dgm:chPref val="7"/>
          <dgm:dir/>
        </dgm:presLayoutVars>
      </dgm:prSet>
      <dgm:spPr/>
    </dgm:pt>
    <dgm:pt modelId="{8EC9B26C-E4B8-46B1-AEA8-AF3D0AAB843F}" type="pres">
      <dgm:prSet presAssocID="{140DFF15-A003-4246-AD6B-350398E232F2}" presName="Name1" presStyleCnt="0"/>
      <dgm:spPr/>
    </dgm:pt>
    <dgm:pt modelId="{BB4CD1F3-DEE1-4988-8C56-FB67B8CD1877}" type="pres">
      <dgm:prSet presAssocID="{140DFF15-A003-4246-AD6B-350398E232F2}" presName="cycle" presStyleCnt="0"/>
      <dgm:spPr/>
    </dgm:pt>
    <dgm:pt modelId="{1E61B619-864A-464E-9217-467E35B505B6}" type="pres">
      <dgm:prSet presAssocID="{140DFF15-A003-4246-AD6B-350398E232F2}" presName="srcNode" presStyleLbl="node1" presStyleIdx="0" presStyleCnt="4"/>
      <dgm:spPr/>
    </dgm:pt>
    <dgm:pt modelId="{FE203833-A3C7-4093-9037-379CFFC80E46}" type="pres">
      <dgm:prSet presAssocID="{140DFF15-A003-4246-AD6B-350398E232F2}" presName="conn" presStyleLbl="parChTrans1D2" presStyleIdx="0" presStyleCnt="1"/>
      <dgm:spPr/>
    </dgm:pt>
    <dgm:pt modelId="{A4907BC7-5340-45D9-A3B3-07E077139B56}" type="pres">
      <dgm:prSet presAssocID="{140DFF15-A003-4246-AD6B-350398E232F2}" presName="extraNode" presStyleLbl="node1" presStyleIdx="0" presStyleCnt="4"/>
      <dgm:spPr/>
    </dgm:pt>
    <dgm:pt modelId="{B61EC807-68AA-41AE-8403-62CFCDCB6D0A}" type="pres">
      <dgm:prSet presAssocID="{140DFF15-A003-4246-AD6B-350398E232F2}" presName="dstNode" presStyleLbl="node1" presStyleIdx="0" presStyleCnt="4"/>
      <dgm:spPr/>
    </dgm:pt>
    <dgm:pt modelId="{D8F8C488-26BE-4991-9202-8FB2F9290B1E}" type="pres">
      <dgm:prSet presAssocID="{DFBC3B58-6BAD-48E9-9596-12DC6908BC32}" presName="text_1" presStyleLbl="node1" presStyleIdx="0" presStyleCnt="4">
        <dgm:presLayoutVars>
          <dgm:bulletEnabled val="1"/>
        </dgm:presLayoutVars>
      </dgm:prSet>
      <dgm:spPr/>
    </dgm:pt>
    <dgm:pt modelId="{EF4C7508-CF31-404A-9D0A-B30F073E9B79}" type="pres">
      <dgm:prSet presAssocID="{DFBC3B58-6BAD-48E9-9596-12DC6908BC32}" presName="accent_1" presStyleCnt="0"/>
      <dgm:spPr/>
    </dgm:pt>
    <dgm:pt modelId="{23E689CB-3DF6-4E3A-BA58-0DF1B9F74B96}" type="pres">
      <dgm:prSet presAssocID="{DFBC3B58-6BAD-48E9-9596-12DC6908BC32}" presName="accentRepeatNode" presStyleLbl="solidFgAcc1" presStyleIdx="0" presStyleCnt="4"/>
      <dgm:spPr/>
    </dgm:pt>
    <dgm:pt modelId="{AF50839F-A7C3-493E-9DC9-FC66EF9DCD16}" type="pres">
      <dgm:prSet presAssocID="{45640F8F-7E23-465C-82E3-7C8A69896A35}" presName="text_2" presStyleLbl="node1" presStyleIdx="1" presStyleCnt="4">
        <dgm:presLayoutVars>
          <dgm:bulletEnabled val="1"/>
        </dgm:presLayoutVars>
      </dgm:prSet>
      <dgm:spPr/>
    </dgm:pt>
    <dgm:pt modelId="{DDC113F8-BB45-4A0C-A5C8-3DA58FADB115}" type="pres">
      <dgm:prSet presAssocID="{45640F8F-7E23-465C-82E3-7C8A69896A35}" presName="accent_2" presStyleCnt="0"/>
      <dgm:spPr/>
    </dgm:pt>
    <dgm:pt modelId="{D4CE3163-9DEC-48FE-B91C-EBFE05CCC19D}" type="pres">
      <dgm:prSet presAssocID="{45640F8F-7E23-465C-82E3-7C8A69896A35}" presName="accentRepeatNode" presStyleLbl="solidFgAcc1" presStyleIdx="1" presStyleCnt="4"/>
      <dgm:spPr/>
    </dgm:pt>
    <dgm:pt modelId="{AC344F80-81EF-49E2-BCB7-AE474EB752DA}" type="pres">
      <dgm:prSet presAssocID="{F5255BF7-D7A0-46AF-AE48-A02492A19CCA}" presName="text_3" presStyleLbl="node1" presStyleIdx="2" presStyleCnt="4">
        <dgm:presLayoutVars>
          <dgm:bulletEnabled val="1"/>
        </dgm:presLayoutVars>
      </dgm:prSet>
      <dgm:spPr/>
    </dgm:pt>
    <dgm:pt modelId="{B6A9496A-BDA0-4B68-8D48-F6E3BD2958E2}" type="pres">
      <dgm:prSet presAssocID="{F5255BF7-D7A0-46AF-AE48-A02492A19CCA}" presName="accent_3" presStyleCnt="0"/>
      <dgm:spPr/>
    </dgm:pt>
    <dgm:pt modelId="{AC2706D5-AA1E-4CEB-9B1C-81125D660322}" type="pres">
      <dgm:prSet presAssocID="{F5255BF7-D7A0-46AF-AE48-A02492A19CCA}" presName="accentRepeatNode" presStyleLbl="solidFgAcc1" presStyleIdx="2" presStyleCnt="4"/>
      <dgm:spPr/>
    </dgm:pt>
    <dgm:pt modelId="{7907D917-FF33-4DAF-AB08-6AD89EF7D4C6}" type="pres">
      <dgm:prSet presAssocID="{5ECAB3F3-26AC-4098-9B3E-B420D309DA1C}" presName="text_4" presStyleLbl="node1" presStyleIdx="3" presStyleCnt="4">
        <dgm:presLayoutVars>
          <dgm:bulletEnabled val="1"/>
        </dgm:presLayoutVars>
      </dgm:prSet>
      <dgm:spPr/>
    </dgm:pt>
    <dgm:pt modelId="{6A78CF22-A945-4316-B4D4-11D6B1044F7F}" type="pres">
      <dgm:prSet presAssocID="{5ECAB3F3-26AC-4098-9B3E-B420D309DA1C}" presName="accent_4" presStyleCnt="0"/>
      <dgm:spPr/>
    </dgm:pt>
    <dgm:pt modelId="{CF10EF1C-9A59-47BA-8A2F-1BE99C314B10}" type="pres">
      <dgm:prSet presAssocID="{5ECAB3F3-26AC-4098-9B3E-B420D309DA1C}" presName="accentRepeatNode" presStyleLbl="solidFgAcc1" presStyleIdx="3" presStyleCnt="4"/>
      <dgm:spPr/>
    </dgm:pt>
  </dgm:ptLst>
  <dgm:cxnLst>
    <dgm:cxn modelId="{E24BDA34-0051-4289-B322-68635BCF4E8B}" type="presOf" srcId="{F5255BF7-D7A0-46AF-AE48-A02492A19CCA}" destId="{AC344F80-81EF-49E2-BCB7-AE474EB752DA}" srcOrd="0" destOrd="0" presId="urn:microsoft.com/office/officeart/2008/layout/VerticalCurvedList"/>
    <dgm:cxn modelId="{8ABBD453-2A49-4855-9048-F3B9EE14F53A}" type="presOf" srcId="{F7093E72-4300-4660-952C-44D26C1790CA}" destId="{FE203833-A3C7-4093-9037-379CFFC80E46}" srcOrd="0" destOrd="0" presId="urn:microsoft.com/office/officeart/2008/layout/VerticalCurvedList"/>
    <dgm:cxn modelId="{C719F17F-2E65-453A-B0AF-9AF127831596}" srcId="{140DFF15-A003-4246-AD6B-350398E232F2}" destId="{DFBC3B58-6BAD-48E9-9596-12DC6908BC32}" srcOrd="0" destOrd="0" parTransId="{163FC2A4-53B5-40FA-9052-56003E5F346B}" sibTransId="{F7093E72-4300-4660-952C-44D26C1790CA}"/>
    <dgm:cxn modelId="{1F68D894-8E3A-419E-BD7F-951C14BB0BEB}" srcId="{140DFF15-A003-4246-AD6B-350398E232F2}" destId="{45640F8F-7E23-465C-82E3-7C8A69896A35}" srcOrd="1" destOrd="0" parTransId="{65FB4949-E08C-47B2-87CE-D612CC76BE47}" sibTransId="{F187A1B8-8154-47B6-BB23-F13C443D95F4}"/>
    <dgm:cxn modelId="{B643B5A4-040F-41CB-9899-D0F022480AC6}" srcId="{140DFF15-A003-4246-AD6B-350398E232F2}" destId="{5ECAB3F3-26AC-4098-9B3E-B420D309DA1C}" srcOrd="3" destOrd="0" parTransId="{CFBD6727-E489-4CC7-97D1-98CD972DA73D}" sibTransId="{9F82ED73-4515-4E9F-9D02-071BB5897F58}"/>
    <dgm:cxn modelId="{93E2A6B6-A3B9-462B-BE94-4402BD9B97A2}" srcId="{140DFF15-A003-4246-AD6B-350398E232F2}" destId="{F5255BF7-D7A0-46AF-AE48-A02492A19CCA}" srcOrd="2" destOrd="0" parTransId="{C62D4B9F-EA21-4E72-A8F8-087E62603466}" sibTransId="{4482A0C0-4E02-44C9-8308-5E286B89216C}"/>
    <dgm:cxn modelId="{4F8941B9-0E66-4346-B934-F27B819ECC87}" type="presOf" srcId="{DFBC3B58-6BAD-48E9-9596-12DC6908BC32}" destId="{D8F8C488-26BE-4991-9202-8FB2F9290B1E}" srcOrd="0" destOrd="0" presId="urn:microsoft.com/office/officeart/2008/layout/VerticalCurvedList"/>
    <dgm:cxn modelId="{DA3297D3-9A9D-46DF-9DE6-AAAEF5A41040}" type="presOf" srcId="{45640F8F-7E23-465C-82E3-7C8A69896A35}" destId="{AF50839F-A7C3-493E-9DC9-FC66EF9DCD16}" srcOrd="0" destOrd="0" presId="urn:microsoft.com/office/officeart/2008/layout/VerticalCurvedList"/>
    <dgm:cxn modelId="{93F9C3ED-B831-4885-92C9-6F3F6424E45F}" type="presOf" srcId="{5ECAB3F3-26AC-4098-9B3E-B420D309DA1C}" destId="{7907D917-FF33-4DAF-AB08-6AD89EF7D4C6}" srcOrd="0" destOrd="0" presId="urn:microsoft.com/office/officeart/2008/layout/VerticalCurvedList"/>
    <dgm:cxn modelId="{76024FFB-9CCB-4792-A202-AEEFC9F57108}" type="presOf" srcId="{140DFF15-A003-4246-AD6B-350398E232F2}" destId="{53C1DB35-B0EF-410F-B4D9-3416084A8318}" srcOrd="0" destOrd="0" presId="urn:microsoft.com/office/officeart/2008/layout/VerticalCurvedList"/>
    <dgm:cxn modelId="{2437F8B9-7299-4598-A00A-FA0540AD189F}" type="presParOf" srcId="{53C1DB35-B0EF-410F-B4D9-3416084A8318}" destId="{8EC9B26C-E4B8-46B1-AEA8-AF3D0AAB843F}" srcOrd="0" destOrd="0" presId="urn:microsoft.com/office/officeart/2008/layout/VerticalCurvedList"/>
    <dgm:cxn modelId="{E18D8A13-D872-49E9-B6D3-29D462376383}" type="presParOf" srcId="{8EC9B26C-E4B8-46B1-AEA8-AF3D0AAB843F}" destId="{BB4CD1F3-DEE1-4988-8C56-FB67B8CD1877}" srcOrd="0" destOrd="0" presId="urn:microsoft.com/office/officeart/2008/layout/VerticalCurvedList"/>
    <dgm:cxn modelId="{711F1BDD-BC4F-48B3-BC53-97B2DFDD3630}" type="presParOf" srcId="{BB4CD1F3-DEE1-4988-8C56-FB67B8CD1877}" destId="{1E61B619-864A-464E-9217-467E35B505B6}" srcOrd="0" destOrd="0" presId="urn:microsoft.com/office/officeart/2008/layout/VerticalCurvedList"/>
    <dgm:cxn modelId="{6D616840-EF9B-48D7-9348-A83B93B86AF1}" type="presParOf" srcId="{BB4CD1F3-DEE1-4988-8C56-FB67B8CD1877}" destId="{FE203833-A3C7-4093-9037-379CFFC80E46}" srcOrd="1" destOrd="0" presId="urn:microsoft.com/office/officeart/2008/layout/VerticalCurvedList"/>
    <dgm:cxn modelId="{BECDDA84-1EF8-4D3E-8974-91336739184A}" type="presParOf" srcId="{BB4CD1F3-DEE1-4988-8C56-FB67B8CD1877}" destId="{A4907BC7-5340-45D9-A3B3-07E077139B56}" srcOrd="2" destOrd="0" presId="urn:microsoft.com/office/officeart/2008/layout/VerticalCurvedList"/>
    <dgm:cxn modelId="{8D104630-2C17-4196-8929-12BB57E37B65}" type="presParOf" srcId="{BB4CD1F3-DEE1-4988-8C56-FB67B8CD1877}" destId="{B61EC807-68AA-41AE-8403-62CFCDCB6D0A}" srcOrd="3" destOrd="0" presId="urn:microsoft.com/office/officeart/2008/layout/VerticalCurvedList"/>
    <dgm:cxn modelId="{FE9BD0E0-3A72-4350-8C0F-728117019CD8}" type="presParOf" srcId="{8EC9B26C-E4B8-46B1-AEA8-AF3D0AAB843F}" destId="{D8F8C488-26BE-4991-9202-8FB2F9290B1E}" srcOrd="1" destOrd="0" presId="urn:microsoft.com/office/officeart/2008/layout/VerticalCurvedList"/>
    <dgm:cxn modelId="{67101225-11A3-46B7-A341-AC77DEE71E23}" type="presParOf" srcId="{8EC9B26C-E4B8-46B1-AEA8-AF3D0AAB843F}" destId="{EF4C7508-CF31-404A-9D0A-B30F073E9B79}" srcOrd="2" destOrd="0" presId="urn:microsoft.com/office/officeart/2008/layout/VerticalCurvedList"/>
    <dgm:cxn modelId="{80F67636-BCDC-464B-8311-7AF889C29197}" type="presParOf" srcId="{EF4C7508-CF31-404A-9D0A-B30F073E9B79}" destId="{23E689CB-3DF6-4E3A-BA58-0DF1B9F74B96}" srcOrd="0" destOrd="0" presId="urn:microsoft.com/office/officeart/2008/layout/VerticalCurvedList"/>
    <dgm:cxn modelId="{1C1881F5-5A0B-4EB8-BAED-95044B19C53F}" type="presParOf" srcId="{8EC9B26C-E4B8-46B1-AEA8-AF3D0AAB843F}" destId="{AF50839F-A7C3-493E-9DC9-FC66EF9DCD16}" srcOrd="3" destOrd="0" presId="urn:microsoft.com/office/officeart/2008/layout/VerticalCurvedList"/>
    <dgm:cxn modelId="{F9748F39-CB27-4B81-8684-B167309DF5F0}" type="presParOf" srcId="{8EC9B26C-E4B8-46B1-AEA8-AF3D0AAB843F}" destId="{DDC113F8-BB45-4A0C-A5C8-3DA58FADB115}" srcOrd="4" destOrd="0" presId="urn:microsoft.com/office/officeart/2008/layout/VerticalCurvedList"/>
    <dgm:cxn modelId="{73123CD7-8062-457D-9B26-E832DE2D34E7}" type="presParOf" srcId="{DDC113F8-BB45-4A0C-A5C8-3DA58FADB115}" destId="{D4CE3163-9DEC-48FE-B91C-EBFE05CCC19D}" srcOrd="0" destOrd="0" presId="urn:microsoft.com/office/officeart/2008/layout/VerticalCurvedList"/>
    <dgm:cxn modelId="{E39ACFE0-1D7B-4B01-867B-1F380281F8F9}" type="presParOf" srcId="{8EC9B26C-E4B8-46B1-AEA8-AF3D0AAB843F}" destId="{AC344F80-81EF-49E2-BCB7-AE474EB752DA}" srcOrd="5" destOrd="0" presId="urn:microsoft.com/office/officeart/2008/layout/VerticalCurvedList"/>
    <dgm:cxn modelId="{F111EB69-0067-4781-9F73-8FE0ABF6295A}" type="presParOf" srcId="{8EC9B26C-E4B8-46B1-AEA8-AF3D0AAB843F}" destId="{B6A9496A-BDA0-4B68-8D48-F6E3BD2958E2}" srcOrd="6" destOrd="0" presId="urn:microsoft.com/office/officeart/2008/layout/VerticalCurvedList"/>
    <dgm:cxn modelId="{0D92EB67-279B-4F2A-A1C2-601168928204}" type="presParOf" srcId="{B6A9496A-BDA0-4B68-8D48-F6E3BD2958E2}" destId="{AC2706D5-AA1E-4CEB-9B1C-81125D660322}" srcOrd="0" destOrd="0" presId="urn:microsoft.com/office/officeart/2008/layout/VerticalCurvedList"/>
    <dgm:cxn modelId="{B2AFE277-C999-405E-AE2A-91EC89BC36E7}" type="presParOf" srcId="{8EC9B26C-E4B8-46B1-AEA8-AF3D0AAB843F}" destId="{7907D917-FF33-4DAF-AB08-6AD89EF7D4C6}" srcOrd="7" destOrd="0" presId="urn:microsoft.com/office/officeart/2008/layout/VerticalCurvedList"/>
    <dgm:cxn modelId="{E924489D-6D78-40AD-ADA6-134820A3BC3C}" type="presParOf" srcId="{8EC9B26C-E4B8-46B1-AEA8-AF3D0AAB843F}" destId="{6A78CF22-A945-4316-B4D4-11D6B1044F7F}" srcOrd="8" destOrd="0" presId="urn:microsoft.com/office/officeart/2008/layout/VerticalCurvedList"/>
    <dgm:cxn modelId="{AEB86EF0-B148-401D-893B-BBDEF4A92B38}" type="presParOf" srcId="{6A78CF22-A945-4316-B4D4-11D6B1044F7F}" destId="{CF10EF1C-9A59-47BA-8A2F-1BE99C314B1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9DAAA12F-EB2E-4C36-B7CA-10AB876DE235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06658B0-5D76-4B2C-87AC-A2208A294F9D}">
      <dgm:prSet/>
      <dgm:spPr/>
      <dgm:t>
        <a:bodyPr/>
        <a:lstStyle/>
        <a:p>
          <a:r>
            <a:rPr lang="uk-UA" b="0" i="0"/>
            <a:t>конструктивізму.</a:t>
          </a:r>
          <a:endParaRPr lang="uk-UA"/>
        </a:p>
      </dgm:t>
    </dgm:pt>
    <dgm:pt modelId="{DF0E0964-2A4B-4CF1-880C-0AE8D6D64163}" type="parTrans" cxnId="{0E381B72-60A9-44FF-9EE9-DF9D76CDDE27}">
      <dgm:prSet/>
      <dgm:spPr/>
      <dgm:t>
        <a:bodyPr/>
        <a:lstStyle/>
        <a:p>
          <a:endParaRPr lang="uk-UA"/>
        </a:p>
      </dgm:t>
    </dgm:pt>
    <dgm:pt modelId="{EA87FFBE-FA62-4B24-B011-70DAE7601410}" type="sibTrans" cxnId="{0E381B72-60A9-44FF-9EE9-DF9D76CDDE27}">
      <dgm:prSet/>
      <dgm:spPr/>
      <dgm:t>
        <a:bodyPr/>
        <a:lstStyle/>
        <a:p>
          <a:endParaRPr lang="uk-UA"/>
        </a:p>
      </dgm:t>
    </dgm:pt>
    <dgm:pt modelId="{BA6F99B3-F7FB-4886-A431-49D3FCA5E272}">
      <dgm:prSet/>
      <dgm:spPr/>
      <dgm:t>
        <a:bodyPr/>
        <a:lstStyle/>
        <a:p>
          <a:r>
            <a:rPr lang="uk-UA" b="0" i="0"/>
            <a:t>класицизму.</a:t>
          </a:r>
          <a:endParaRPr lang="uk-UA"/>
        </a:p>
      </dgm:t>
    </dgm:pt>
    <dgm:pt modelId="{367D6D51-CEA5-4874-AFF4-538262E7560F}" type="parTrans" cxnId="{E3E1CEAF-14FD-422F-BFBD-E6E7C37C1AD3}">
      <dgm:prSet/>
      <dgm:spPr/>
      <dgm:t>
        <a:bodyPr/>
        <a:lstStyle/>
        <a:p>
          <a:endParaRPr lang="uk-UA"/>
        </a:p>
      </dgm:t>
    </dgm:pt>
    <dgm:pt modelId="{3C0D9B9F-9BF8-4534-8EEF-3EBFEAD5FCCA}" type="sibTrans" cxnId="{E3E1CEAF-14FD-422F-BFBD-E6E7C37C1AD3}">
      <dgm:prSet/>
      <dgm:spPr/>
      <dgm:t>
        <a:bodyPr/>
        <a:lstStyle/>
        <a:p>
          <a:endParaRPr lang="uk-UA"/>
        </a:p>
      </dgm:t>
    </dgm:pt>
    <dgm:pt modelId="{DBFF1C1C-FB02-47E2-BA89-EBF5693A2F1A}">
      <dgm:prSet/>
      <dgm:spPr/>
      <dgm:t>
        <a:bodyPr/>
        <a:lstStyle/>
        <a:p>
          <a:r>
            <a:rPr lang="uk-UA" b="0" i="0"/>
            <a:t>модерну.</a:t>
          </a:r>
          <a:endParaRPr lang="uk-UA"/>
        </a:p>
      </dgm:t>
    </dgm:pt>
    <dgm:pt modelId="{6ECB3B5B-50F6-4A7D-838F-D9EFE0290ECF}" type="parTrans" cxnId="{FE728B0B-5192-4348-83AE-74EEEA557186}">
      <dgm:prSet/>
      <dgm:spPr/>
      <dgm:t>
        <a:bodyPr/>
        <a:lstStyle/>
        <a:p>
          <a:endParaRPr lang="uk-UA"/>
        </a:p>
      </dgm:t>
    </dgm:pt>
    <dgm:pt modelId="{079A7257-E498-4D27-B6E6-771FF6280BFD}" type="sibTrans" cxnId="{FE728B0B-5192-4348-83AE-74EEEA557186}">
      <dgm:prSet/>
      <dgm:spPr/>
      <dgm:t>
        <a:bodyPr/>
        <a:lstStyle/>
        <a:p>
          <a:endParaRPr lang="uk-UA"/>
        </a:p>
      </dgm:t>
    </dgm:pt>
    <dgm:pt modelId="{80C9653C-051B-46D7-8C42-EA19A4A3FE62}">
      <dgm:prSet/>
      <dgm:spPr/>
      <dgm:t>
        <a:bodyPr/>
        <a:lstStyle/>
        <a:p>
          <a:r>
            <a:rPr lang="uk-UA" b="0" i="0"/>
            <a:t>бароко.</a:t>
          </a:r>
          <a:endParaRPr lang="uk-UA"/>
        </a:p>
      </dgm:t>
    </dgm:pt>
    <dgm:pt modelId="{F57550D0-9CD0-400B-A77B-0013E5F8556E}" type="parTrans" cxnId="{533D10A8-066C-4303-8D45-0409CE806EC1}">
      <dgm:prSet/>
      <dgm:spPr/>
      <dgm:t>
        <a:bodyPr/>
        <a:lstStyle/>
        <a:p>
          <a:endParaRPr lang="uk-UA"/>
        </a:p>
      </dgm:t>
    </dgm:pt>
    <dgm:pt modelId="{2E3356DC-008F-4935-9DEF-DC625D40AC84}" type="sibTrans" cxnId="{533D10A8-066C-4303-8D45-0409CE806EC1}">
      <dgm:prSet/>
      <dgm:spPr/>
      <dgm:t>
        <a:bodyPr/>
        <a:lstStyle/>
        <a:p>
          <a:endParaRPr lang="uk-UA"/>
        </a:p>
      </dgm:t>
    </dgm:pt>
    <dgm:pt modelId="{E7762C03-1C1A-498F-8BDC-62F1ED77FC57}" type="pres">
      <dgm:prSet presAssocID="{9DAAA12F-EB2E-4C36-B7CA-10AB876DE235}" presName="Name0" presStyleCnt="0">
        <dgm:presLayoutVars>
          <dgm:chMax val="7"/>
          <dgm:chPref val="7"/>
          <dgm:dir/>
        </dgm:presLayoutVars>
      </dgm:prSet>
      <dgm:spPr/>
    </dgm:pt>
    <dgm:pt modelId="{FB8036B0-360F-49E4-A9CF-A5B29B04B966}" type="pres">
      <dgm:prSet presAssocID="{9DAAA12F-EB2E-4C36-B7CA-10AB876DE235}" presName="Name1" presStyleCnt="0"/>
      <dgm:spPr/>
    </dgm:pt>
    <dgm:pt modelId="{A3D22A81-060C-429F-BF3E-16865E686945}" type="pres">
      <dgm:prSet presAssocID="{9DAAA12F-EB2E-4C36-B7CA-10AB876DE235}" presName="cycle" presStyleCnt="0"/>
      <dgm:spPr/>
    </dgm:pt>
    <dgm:pt modelId="{E6AFC657-11A0-4D3C-ABFB-6E92DE2BE52F}" type="pres">
      <dgm:prSet presAssocID="{9DAAA12F-EB2E-4C36-B7CA-10AB876DE235}" presName="srcNode" presStyleLbl="node1" presStyleIdx="0" presStyleCnt="4"/>
      <dgm:spPr/>
    </dgm:pt>
    <dgm:pt modelId="{43CBB529-3F1C-420B-9864-80F1E1A16059}" type="pres">
      <dgm:prSet presAssocID="{9DAAA12F-EB2E-4C36-B7CA-10AB876DE235}" presName="conn" presStyleLbl="parChTrans1D2" presStyleIdx="0" presStyleCnt="1"/>
      <dgm:spPr/>
    </dgm:pt>
    <dgm:pt modelId="{4DFAC6C4-59E1-4D42-87C0-0620C0C16C48}" type="pres">
      <dgm:prSet presAssocID="{9DAAA12F-EB2E-4C36-B7CA-10AB876DE235}" presName="extraNode" presStyleLbl="node1" presStyleIdx="0" presStyleCnt="4"/>
      <dgm:spPr/>
    </dgm:pt>
    <dgm:pt modelId="{6332EC9A-ECAE-4546-BC3F-DB9F06DB4F56}" type="pres">
      <dgm:prSet presAssocID="{9DAAA12F-EB2E-4C36-B7CA-10AB876DE235}" presName="dstNode" presStyleLbl="node1" presStyleIdx="0" presStyleCnt="4"/>
      <dgm:spPr/>
    </dgm:pt>
    <dgm:pt modelId="{2329EDFD-FC55-41C2-A9D2-2BD5CE81348F}" type="pres">
      <dgm:prSet presAssocID="{B06658B0-5D76-4B2C-87AC-A2208A294F9D}" presName="text_1" presStyleLbl="node1" presStyleIdx="0" presStyleCnt="4">
        <dgm:presLayoutVars>
          <dgm:bulletEnabled val="1"/>
        </dgm:presLayoutVars>
      </dgm:prSet>
      <dgm:spPr/>
    </dgm:pt>
    <dgm:pt modelId="{385F84AB-A4FE-4D94-8855-DB70160F9331}" type="pres">
      <dgm:prSet presAssocID="{B06658B0-5D76-4B2C-87AC-A2208A294F9D}" presName="accent_1" presStyleCnt="0"/>
      <dgm:spPr/>
    </dgm:pt>
    <dgm:pt modelId="{B17D1FF3-AD6D-4456-87D2-F1348D7C0A02}" type="pres">
      <dgm:prSet presAssocID="{B06658B0-5D76-4B2C-87AC-A2208A294F9D}" presName="accentRepeatNode" presStyleLbl="solidFgAcc1" presStyleIdx="0" presStyleCnt="4"/>
      <dgm:spPr/>
    </dgm:pt>
    <dgm:pt modelId="{06E38189-AABA-452E-B6A0-68665F19078B}" type="pres">
      <dgm:prSet presAssocID="{BA6F99B3-F7FB-4886-A431-49D3FCA5E272}" presName="text_2" presStyleLbl="node1" presStyleIdx="1" presStyleCnt="4">
        <dgm:presLayoutVars>
          <dgm:bulletEnabled val="1"/>
        </dgm:presLayoutVars>
      </dgm:prSet>
      <dgm:spPr/>
    </dgm:pt>
    <dgm:pt modelId="{E08C8CA3-2556-4E67-959D-E6603317A8EA}" type="pres">
      <dgm:prSet presAssocID="{BA6F99B3-F7FB-4886-A431-49D3FCA5E272}" presName="accent_2" presStyleCnt="0"/>
      <dgm:spPr/>
    </dgm:pt>
    <dgm:pt modelId="{98BFF83E-1091-4089-9D0A-9BFC2A975A07}" type="pres">
      <dgm:prSet presAssocID="{BA6F99B3-F7FB-4886-A431-49D3FCA5E272}" presName="accentRepeatNode" presStyleLbl="solidFgAcc1" presStyleIdx="1" presStyleCnt="4"/>
      <dgm:spPr/>
    </dgm:pt>
    <dgm:pt modelId="{4557C48E-146F-45CD-8C72-BA53312BBAFD}" type="pres">
      <dgm:prSet presAssocID="{DBFF1C1C-FB02-47E2-BA89-EBF5693A2F1A}" presName="text_3" presStyleLbl="node1" presStyleIdx="2" presStyleCnt="4">
        <dgm:presLayoutVars>
          <dgm:bulletEnabled val="1"/>
        </dgm:presLayoutVars>
      </dgm:prSet>
      <dgm:spPr/>
    </dgm:pt>
    <dgm:pt modelId="{BCA93D5C-EB42-4AC5-94AE-6C824C6D6457}" type="pres">
      <dgm:prSet presAssocID="{DBFF1C1C-FB02-47E2-BA89-EBF5693A2F1A}" presName="accent_3" presStyleCnt="0"/>
      <dgm:spPr/>
    </dgm:pt>
    <dgm:pt modelId="{0E108AB7-C6EB-407C-BE50-15E42AA427C9}" type="pres">
      <dgm:prSet presAssocID="{DBFF1C1C-FB02-47E2-BA89-EBF5693A2F1A}" presName="accentRepeatNode" presStyleLbl="solidFgAcc1" presStyleIdx="2" presStyleCnt="4"/>
      <dgm:spPr/>
    </dgm:pt>
    <dgm:pt modelId="{4FD945C8-B6FE-48E7-942C-93B50934D317}" type="pres">
      <dgm:prSet presAssocID="{80C9653C-051B-46D7-8C42-EA19A4A3FE62}" presName="text_4" presStyleLbl="node1" presStyleIdx="3" presStyleCnt="4">
        <dgm:presLayoutVars>
          <dgm:bulletEnabled val="1"/>
        </dgm:presLayoutVars>
      </dgm:prSet>
      <dgm:spPr/>
    </dgm:pt>
    <dgm:pt modelId="{6C839594-78C5-457D-8BAD-7E3D51038821}" type="pres">
      <dgm:prSet presAssocID="{80C9653C-051B-46D7-8C42-EA19A4A3FE62}" presName="accent_4" presStyleCnt="0"/>
      <dgm:spPr/>
    </dgm:pt>
    <dgm:pt modelId="{EE748C14-4C24-4B91-A33D-7F6086A48AA7}" type="pres">
      <dgm:prSet presAssocID="{80C9653C-051B-46D7-8C42-EA19A4A3FE62}" presName="accentRepeatNode" presStyleLbl="solidFgAcc1" presStyleIdx="3" presStyleCnt="4"/>
      <dgm:spPr/>
    </dgm:pt>
  </dgm:ptLst>
  <dgm:cxnLst>
    <dgm:cxn modelId="{74F2350B-5244-4634-A96A-879644ED46AF}" type="presOf" srcId="{BA6F99B3-F7FB-4886-A431-49D3FCA5E272}" destId="{06E38189-AABA-452E-B6A0-68665F19078B}" srcOrd="0" destOrd="0" presId="urn:microsoft.com/office/officeart/2008/layout/VerticalCurvedList"/>
    <dgm:cxn modelId="{FE728B0B-5192-4348-83AE-74EEEA557186}" srcId="{9DAAA12F-EB2E-4C36-B7CA-10AB876DE235}" destId="{DBFF1C1C-FB02-47E2-BA89-EBF5693A2F1A}" srcOrd="2" destOrd="0" parTransId="{6ECB3B5B-50F6-4A7D-838F-D9EFE0290ECF}" sibTransId="{079A7257-E498-4D27-B6E6-771FF6280BFD}"/>
    <dgm:cxn modelId="{0E381B72-60A9-44FF-9EE9-DF9D76CDDE27}" srcId="{9DAAA12F-EB2E-4C36-B7CA-10AB876DE235}" destId="{B06658B0-5D76-4B2C-87AC-A2208A294F9D}" srcOrd="0" destOrd="0" parTransId="{DF0E0964-2A4B-4CF1-880C-0AE8D6D64163}" sibTransId="{EA87FFBE-FA62-4B24-B011-70DAE7601410}"/>
    <dgm:cxn modelId="{533D10A8-066C-4303-8D45-0409CE806EC1}" srcId="{9DAAA12F-EB2E-4C36-B7CA-10AB876DE235}" destId="{80C9653C-051B-46D7-8C42-EA19A4A3FE62}" srcOrd="3" destOrd="0" parTransId="{F57550D0-9CD0-400B-A77B-0013E5F8556E}" sibTransId="{2E3356DC-008F-4935-9DEF-DC625D40AC84}"/>
    <dgm:cxn modelId="{E763AFAA-A4D3-49CE-A68D-4B398B049F5D}" type="presOf" srcId="{B06658B0-5D76-4B2C-87AC-A2208A294F9D}" destId="{2329EDFD-FC55-41C2-A9D2-2BD5CE81348F}" srcOrd="0" destOrd="0" presId="urn:microsoft.com/office/officeart/2008/layout/VerticalCurvedList"/>
    <dgm:cxn modelId="{E3E1CEAF-14FD-422F-BFBD-E6E7C37C1AD3}" srcId="{9DAAA12F-EB2E-4C36-B7CA-10AB876DE235}" destId="{BA6F99B3-F7FB-4886-A431-49D3FCA5E272}" srcOrd="1" destOrd="0" parTransId="{367D6D51-CEA5-4874-AFF4-538262E7560F}" sibTransId="{3C0D9B9F-9BF8-4534-8EEF-3EBFEAD5FCCA}"/>
    <dgm:cxn modelId="{E2AB0ABB-F00D-474F-86F7-6C29AF8A7E75}" type="presOf" srcId="{9DAAA12F-EB2E-4C36-B7CA-10AB876DE235}" destId="{E7762C03-1C1A-498F-8BDC-62F1ED77FC57}" srcOrd="0" destOrd="0" presId="urn:microsoft.com/office/officeart/2008/layout/VerticalCurvedList"/>
    <dgm:cxn modelId="{5ACE5ACF-DF27-4122-8EA0-0AEF1EA59C26}" type="presOf" srcId="{EA87FFBE-FA62-4B24-B011-70DAE7601410}" destId="{43CBB529-3F1C-420B-9864-80F1E1A16059}" srcOrd="0" destOrd="0" presId="urn:microsoft.com/office/officeart/2008/layout/VerticalCurvedList"/>
    <dgm:cxn modelId="{2D3ED4EB-6B30-4E59-8D44-3A7AE956EEA7}" type="presOf" srcId="{80C9653C-051B-46D7-8C42-EA19A4A3FE62}" destId="{4FD945C8-B6FE-48E7-942C-93B50934D317}" srcOrd="0" destOrd="0" presId="urn:microsoft.com/office/officeart/2008/layout/VerticalCurvedList"/>
    <dgm:cxn modelId="{8EAA50F6-ACE8-4D2D-9EE7-6535133F71FD}" type="presOf" srcId="{DBFF1C1C-FB02-47E2-BA89-EBF5693A2F1A}" destId="{4557C48E-146F-45CD-8C72-BA53312BBAFD}" srcOrd="0" destOrd="0" presId="urn:microsoft.com/office/officeart/2008/layout/VerticalCurvedList"/>
    <dgm:cxn modelId="{FAC23BDC-E93B-40BA-881D-D2DD45B9EE07}" type="presParOf" srcId="{E7762C03-1C1A-498F-8BDC-62F1ED77FC57}" destId="{FB8036B0-360F-49E4-A9CF-A5B29B04B966}" srcOrd="0" destOrd="0" presId="urn:microsoft.com/office/officeart/2008/layout/VerticalCurvedList"/>
    <dgm:cxn modelId="{B99B8820-6C2E-47A7-A7C9-E72E3D422DD6}" type="presParOf" srcId="{FB8036B0-360F-49E4-A9CF-A5B29B04B966}" destId="{A3D22A81-060C-429F-BF3E-16865E686945}" srcOrd="0" destOrd="0" presId="urn:microsoft.com/office/officeart/2008/layout/VerticalCurvedList"/>
    <dgm:cxn modelId="{5B2D0192-BFEB-4834-AF63-F192E0C90B97}" type="presParOf" srcId="{A3D22A81-060C-429F-BF3E-16865E686945}" destId="{E6AFC657-11A0-4D3C-ABFB-6E92DE2BE52F}" srcOrd="0" destOrd="0" presId="urn:microsoft.com/office/officeart/2008/layout/VerticalCurvedList"/>
    <dgm:cxn modelId="{4402E250-3E9E-420B-A60A-D1615929BBDC}" type="presParOf" srcId="{A3D22A81-060C-429F-BF3E-16865E686945}" destId="{43CBB529-3F1C-420B-9864-80F1E1A16059}" srcOrd="1" destOrd="0" presId="urn:microsoft.com/office/officeart/2008/layout/VerticalCurvedList"/>
    <dgm:cxn modelId="{3CB4E0F2-3DFC-436F-B304-FFE25EC5B7A1}" type="presParOf" srcId="{A3D22A81-060C-429F-BF3E-16865E686945}" destId="{4DFAC6C4-59E1-4D42-87C0-0620C0C16C48}" srcOrd="2" destOrd="0" presId="urn:microsoft.com/office/officeart/2008/layout/VerticalCurvedList"/>
    <dgm:cxn modelId="{49E43477-70B8-4372-A484-5B942DC26261}" type="presParOf" srcId="{A3D22A81-060C-429F-BF3E-16865E686945}" destId="{6332EC9A-ECAE-4546-BC3F-DB9F06DB4F56}" srcOrd="3" destOrd="0" presId="urn:microsoft.com/office/officeart/2008/layout/VerticalCurvedList"/>
    <dgm:cxn modelId="{78C6F1BF-2888-4715-B7B0-254D8BA6AAEB}" type="presParOf" srcId="{FB8036B0-360F-49E4-A9CF-A5B29B04B966}" destId="{2329EDFD-FC55-41C2-A9D2-2BD5CE81348F}" srcOrd="1" destOrd="0" presId="urn:microsoft.com/office/officeart/2008/layout/VerticalCurvedList"/>
    <dgm:cxn modelId="{EABAC383-14CB-4A2C-B5FE-E2D16850F66B}" type="presParOf" srcId="{FB8036B0-360F-49E4-A9CF-A5B29B04B966}" destId="{385F84AB-A4FE-4D94-8855-DB70160F9331}" srcOrd="2" destOrd="0" presId="urn:microsoft.com/office/officeart/2008/layout/VerticalCurvedList"/>
    <dgm:cxn modelId="{813BBA87-40DB-46F7-B4C3-12DADDEA3748}" type="presParOf" srcId="{385F84AB-A4FE-4D94-8855-DB70160F9331}" destId="{B17D1FF3-AD6D-4456-87D2-F1348D7C0A02}" srcOrd="0" destOrd="0" presId="urn:microsoft.com/office/officeart/2008/layout/VerticalCurvedList"/>
    <dgm:cxn modelId="{EE5A343B-E55F-494A-8BBE-A233DADE909F}" type="presParOf" srcId="{FB8036B0-360F-49E4-A9CF-A5B29B04B966}" destId="{06E38189-AABA-452E-B6A0-68665F19078B}" srcOrd="3" destOrd="0" presId="urn:microsoft.com/office/officeart/2008/layout/VerticalCurvedList"/>
    <dgm:cxn modelId="{78FACF5C-1057-4FB6-AF10-CFDC19B83D8C}" type="presParOf" srcId="{FB8036B0-360F-49E4-A9CF-A5B29B04B966}" destId="{E08C8CA3-2556-4E67-959D-E6603317A8EA}" srcOrd="4" destOrd="0" presId="urn:microsoft.com/office/officeart/2008/layout/VerticalCurvedList"/>
    <dgm:cxn modelId="{228F008A-0BC8-499B-BE77-ACE5E451DAEA}" type="presParOf" srcId="{E08C8CA3-2556-4E67-959D-E6603317A8EA}" destId="{98BFF83E-1091-4089-9D0A-9BFC2A975A07}" srcOrd="0" destOrd="0" presId="urn:microsoft.com/office/officeart/2008/layout/VerticalCurvedList"/>
    <dgm:cxn modelId="{5BEFFF70-BDCB-414B-B7CC-6800F8F72897}" type="presParOf" srcId="{FB8036B0-360F-49E4-A9CF-A5B29B04B966}" destId="{4557C48E-146F-45CD-8C72-BA53312BBAFD}" srcOrd="5" destOrd="0" presId="urn:microsoft.com/office/officeart/2008/layout/VerticalCurvedList"/>
    <dgm:cxn modelId="{E1B95810-B2C4-4CE9-A6D8-C008FD58F36E}" type="presParOf" srcId="{FB8036B0-360F-49E4-A9CF-A5B29B04B966}" destId="{BCA93D5C-EB42-4AC5-94AE-6C824C6D6457}" srcOrd="6" destOrd="0" presId="urn:microsoft.com/office/officeart/2008/layout/VerticalCurvedList"/>
    <dgm:cxn modelId="{335176A3-69E8-4325-ADB0-3215D74B4AEC}" type="presParOf" srcId="{BCA93D5C-EB42-4AC5-94AE-6C824C6D6457}" destId="{0E108AB7-C6EB-407C-BE50-15E42AA427C9}" srcOrd="0" destOrd="0" presId="urn:microsoft.com/office/officeart/2008/layout/VerticalCurvedList"/>
    <dgm:cxn modelId="{0F1B43DF-2126-411B-95E5-3A5A579DF911}" type="presParOf" srcId="{FB8036B0-360F-49E4-A9CF-A5B29B04B966}" destId="{4FD945C8-B6FE-48E7-942C-93B50934D317}" srcOrd="7" destOrd="0" presId="urn:microsoft.com/office/officeart/2008/layout/VerticalCurvedList"/>
    <dgm:cxn modelId="{5F7C1024-41EE-4AAF-A8E9-B52393A9D5B3}" type="presParOf" srcId="{FB8036B0-360F-49E4-A9CF-A5B29B04B966}" destId="{6C839594-78C5-457D-8BAD-7E3D51038821}" srcOrd="8" destOrd="0" presId="urn:microsoft.com/office/officeart/2008/layout/VerticalCurvedList"/>
    <dgm:cxn modelId="{546CBBC4-FA1C-4040-B576-6DD9ADF4206A}" type="presParOf" srcId="{6C839594-78C5-457D-8BAD-7E3D51038821}" destId="{EE748C14-4C24-4B91-A33D-7F6086A48AA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82B6D7B5-D138-431F-AA74-9A28A68B8BB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9E018F25-2767-4E3F-B418-DBED18A730E5}">
      <dgm:prSet/>
      <dgm:spPr/>
      <dgm:t>
        <a:bodyPr/>
        <a:lstStyle/>
        <a:p>
          <a:r>
            <a:rPr lang="ru-RU" b="0" i="0"/>
            <a:t>ратушу в Бучачі.</a:t>
          </a:r>
          <a:endParaRPr lang="uk-UA"/>
        </a:p>
      </dgm:t>
    </dgm:pt>
    <dgm:pt modelId="{6956583F-7908-433D-8DE8-D381024B09E4}" type="parTrans" cxnId="{B4F5D6D4-858F-4247-BB6C-F1FA27ED2B33}">
      <dgm:prSet/>
      <dgm:spPr/>
      <dgm:t>
        <a:bodyPr/>
        <a:lstStyle/>
        <a:p>
          <a:endParaRPr lang="uk-UA"/>
        </a:p>
      </dgm:t>
    </dgm:pt>
    <dgm:pt modelId="{88872E19-470F-45D6-B7C8-F7E1338ED03B}" type="sibTrans" cxnId="{B4F5D6D4-858F-4247-BB6C-F1FA27ED2B33}">
      <dgm:prSet/>
      <dgm:spPr/>
      <dgm:t>
        <a:bodyPr/>
        <a:lstStyle/>
        <a:p>
          <a:endParaRPr lang="uk-UA"/>
        </a:p>
      </dgm:t>
    </dgm:pt>
    <dgm:pt modelId="{AE25CBCF-00B0-4716-9335-27944DECACFC}">
      <dgm:prSet/>
      <dgm:spPr/>
      <dgm:t>
        <a:bodyPr/>
        <a:lstStyle/>
        <a:p>
          <a:r>
            <a:rPr lang="ru-RU" b="0" i="0"/>
            <a:t>синагогу в Жовкві.</a:t>
          </a:r>
          <a:endParaRPr lang="uk-UA"/>
        </a:p>
      </dgm:t>
    </dgm:pt>
    <dgm:pt modelId="{E9A3D79A-D88A-422C-985F-5BFDD8C17DE1}" type="parTrans" cxnId="{355E9E8C-82AC-4B8C-9E9F-53EBAB4795A9}">
      <dgm:prSet/>
      <dgm:spPr/>
      <dgm:t>
        <a:bodyPr/>
        <a:lstStyle/>
        <a:p>
          <a:endParaRPr lang="uk-UA"/>
        </a:p>
      </dgm:t>
    </dgm:pt>
    <dgm:pt modelId="{77481AAD-7ACF-4434-8FBF-C1EAE98616DC}" type="sibTrans" cxnId="{355E9E8C-82AC-4B8C-9E9F-53EBAB4795A9}">
      <dgm:prSet/>
      <dgm:spPr/>
      <dgm:t>
        <a:bodyPr/>
        <a:lstStyle/>
        <a:p>
          <a:endParaRPr lang="uk-UA"/>
        </a:p>
      </dgm:t>
    </dgm:pt>
    <dgm:pt modelId="{8B0DFD1A-D3C7-4B5C-9D7A-455D57012B02}">
      <dgm:prSet/>
      <dgm:spPr/>
      <dgm:t>
        <a:bodyPr/>
        <a:lstStyle/>
        <a:p>
          <a:r>
            <a:rPr lang="ru-RU" b="0" i="0"/>
            <a:t>вежу Корнякта у Львові.</a:t>
          </a:r>
          <a:endParaRPr lang="uk-UA"/>
        </a:p>
      </dgm:t>
    </dgm:pt>
    <dgm:pt modelId="{87E1DC36-B963-4F33-8064-9B41A36C880E}" type="parTrans" cxnId="{D31831F7-A4E4-4DE7-8FE0-C21A7B409CEF}">
      <dgm:prSet/>
      <dgm:spPr/>
      <dgm:t>
        <a:bodyPr/>
        <a:lstStyle/>
        <a:p>
          <a:endParaRPr lang="uk-UA"/>
        </a:p>
      </dgm:t>
    </dgm:pt>
    <dgm:pt modelId="{88F94B92-FEA3-4769-8AD3-E3EF2AE187C5}" type="sibTrans" cxnId="{D31831F7-A4E4-4DE7-8FE0-C21A7B409CEF}">
      <dgm:prSet/>
      <dgm:spPr/>
      <dgm:t>
        <a:bodyPr/>
        <a:lstStyle/>
        <a:p>
          <a:endParaRPr lang="uk-UA"/>
        </a:p>
      </dgm:t>
    </dgm:pt>
    <dgm:pt modelId="{187A2A82-CB05-49B7-8875-0C73B18326B6}">
      <dgm:prSet/>
      <dgm:spPr/>
      <dgm:t>
        <a:bodyPr/>
        <a:lstStyle/>
        <a:p>
          <a:r>
            <a:rPr lang="ru-RU" b="0" i="0"/>
            <a:t>костел Св. Варфоломія в Дрогобичі.</a:t>
          </a:r>
          <a:endParaRPr lang="uk-UA"/>
        </a:p>
      </dgm:t>
    </dgm:pt>
    <dgm:pt modelId="{9A032467-E848-445D-BE33-509D350B24A1}" type="parTrans" cxnId="{E85DFED9-1478-4297-889F-669A27D47FA4}">
      <dgm:prSet/>
      <dgm:spPr/>
      <dgm:t>
        <a:bodyPr/>
        <a:lstStyle/>
        <a:p>
          <a:endParaRPr lang="uk-UA"/>
        </a:p>
      </dgm:t>
    </dgm:pt>
    <dgm:pt modelId="{63A2FDE3-3CD8-4FA1-ABC5-6988E8FCEC28}" type="sibTrans" cxnId="{E85DFED9-1478-4297-889F-669A27D47FA4}">
      <dgm:prSet/>
      <dgm:spPr/>
      <dgm:t>
        <a:bodyPr/>
        <a:lstStyle/>
        <a:p>
          <a:endParaRPr lang="uk-UA"/>
        </a:p>
      </dgm:t>
    </dgm:pt>
    <dgm:pt modelId="{59D4A434-7804-4CF4-AB90-953968F8BAB1}" type="pres">
      <dgm:prSet presAssocID="{82B6D7B5-D138-431F-AA74-9A28A68B8BB0}" presName="linear" presStyleCnt="0">
        <dgm:presLayoutVars>
          <dgm:animLvl val="lvl"/>
          <dgm:resizeHandles val="exact"/>
        </dgm:presLayoutVars>
      </dgm:prSet>
      <dgm:spPr/>
    </dgm:pt>
    <dgm:pt modelId="{2490E65A-6929-4FF5-A077-BFF7C5725510}" type="pres">
      <dgm:prSet presAssocID="{9E018F25-2767-4E3F-B418-DBED18A730E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FABD6E1-AD8C-4D0C-89A0-F3F50F0FDEF1}" type="pres">
      <dgm:prSet presAssocID="{88872E19-470F-45D6-B7C8-F7E1338ED03B}" presName="spacer" presStyleCnt="0"/>
      <dgm:spPr/>
    </dgm:pt>
    <dgm:pt modelId="{075ED375-80B4-411A-88B3-D27A637BDF14}" type="pres">
      <dgm:prSet presAssocID="{AE25CBCF-00B0-4716-9335-27944DECACF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F841E12-EBD4-4C0F-A588-03EA36E8D45B}" type="pres">
      <dgm:prSet presAssocID="{77481AAD-7ACF-4434-8FBF-C1EAE98616DC}" presName="spacer" presStyleCnt="0"/>
      <dgm:spPr/>
    </dgm:pt>
    <dgm:pt modelId="{E2CB84F8-D97F-40DD-B0BC-D188EAA98F76}" type="pres">
      <dgm:prSet presAssocID="{8B0DFD1A-D3C7-4B5C-9D7A-455D57012B0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AA0E9E6-C419-47D6-AC9A-868563F17F2F}" type="pres">
      <dgm:prSet presAssocID="{88F94B92-FEA3-4769-8AD3-E3EF2AE187C5}" presName="spacer" presStyleCnt="0"/>
      <dgm:spPr/>
    </dgm:pt>
    <dgm:pt modelId="{6F21252C-1F01-41E7-A3A3-36B6213DA19A}" type="pres">
      <dgm:prSet presAssocID="{187A2A82-CB05-49B7-8875-0C73B18326B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C1E2E0C-A181-4663-A467-7B058555682A}" type="presOf" srcId="{187A2A82-CB05-49B7-8875-0C73B18326B6}" destId="{6F21252C-1F01-41E7-A3A3-36B6213DA19A}" srcOrd="0" destOrd="0" presId="urn:microsoft.com/office/officeart/2005/8/layout/vList2"/>
    <dgm:cxn modelId="{B5746D46-588E-45B1-B6DC-2C1E6B5348F1}" type="presOf" srcId="{AE25CBCF-00B0-4716-9335-27944DECACFC}" destId="{075ED375-80B4-411A-88B3-D27A637BDF14}" srcOrd="0" destOrd="0" presId="urn:microsoft.com/office/officeart/2005/8/layout/vList2"/>
    <dgm:cxn modelId="{355E9E8C-82AC-4B8C-9E9F-53EBAB4795A9}" srcId="{82B6D7B5-D138-431F-AA74-9A28A68B8BB0}" destId="{AE25CBCF-00B0-4716-9335-27944DECACFC}" srcOrd="1" destOrd="0" parTransId="{E9A3D79A-D88A-422C-985F-5BFDD8C17DE1}" sibTransId="{77481AAD-7ACF-4434-8FBF-C1EAE98616DC}"/>
    <dgm:cxn modelId="{9370DBA3-E9B8-4EF8-AAE4-4966A3F90852}" type="presOf" srcId="{8B0DFD1A-D3C7-4B5C-9D7A-455D57012B02}" destId="{E2CB84F8-D97F-40DD-B0BC-D188EAA98F76}" srcOrd="0" destOrd="0" presId="urn:microsoft.com/office/officeart/2005/8/layout/vList2"/>
    <dgm:cxn modelId="{EB9470A5-62A7-43E4-A2B1-6F4121D72CFB}" type="presOf" srcId="{9E018F25-2767-4E3F-B418-DBED18A730E5}" destId="{2490E65A-6929-4FF5-A077-BFF7C5725510}" srcOrd="0" destOrd="0" presId="urn:microsoft.com/office/officeart/2005/8/layout/vList2"/>
    <dgm:cxn modelId="{B4F5D6D4-858F-4247-BB6C-F1FA27ED2B33}" srcId="{82B6D7B5-D138-431F-AA74-9A28A68B8BB0}" destId="{9E018F25-2767-4E3F-B418-DBED18A730E5}" srcOrd="0" destOrd="0" parTransId="{6956583F-7908-433D-8DE8-D381024B09E4}" sibTransId="{88872E19-470F-45D6-B7C8-F7E1338ED03B}"/>
    <dgm:cxn modelId="{E85DFED9-1478-4297-889F-669A27D47FA4}" srcId="{82B6D7B5-D138-431F-AA74-9A28A68B8BB0}" destId="{187A2A82-CB05-49B7-8875-0C73B18326B6}" srcOrd="3" destOrd="0" parTransId="{9A032467-E848-445D-BE33-509D350B24A1}" sibTransId="{63A2FDE3-3CD8-4FA1-ABC5-6988E8FCEC28}"/>
    <dgm:cxn modelId="{AC08E5DF-8031-4B21-BDC2-B6D30456CE4C}" type="presOf" srcId="{82B6D7B5-D138-431F-AA74-9A28A68B8BB0}" destId="{59D4A434-7804-4CF4-AB90-953968F8BAB1}" srcOrd="0" destOrd="0" presId="urn:microsoft.com/office/officeart/2005/8/layout/vList2"/>
    <dgm:cxn modelId="{D31831F7-A4E4-4DE7-8FE0-C21A7B409CEF}" srcId="{82B6D7B5-D138-431F-AA74-9A28A68B8BB0}" destId="{8B0DFD1A-D3C7-4B5C-9D7A-455D57012B02}" srcOrd="2" destOrd="0" parTransId="{87E1DC36-B963-4F33-8064-9B41A36C880E}" sibTransId="{88F94B92-FEA3-4769-8AD3-E3EF2AE187C5}"/>
    <dgm:cxn modelId="{3D1000BA-35B1-4F9A-B5E0-7B13DB687284}" type="presParOf" srcId="{59D4A434-7804-4CF4-AB90-953968F8BAB1}" destId="{2490E65A-6929-4FF5-A077-BFF7C5725510}" srcOrd="0" destOrd="0" presId="urn:microsoft.com/office/officeart/2005/8/layout/vList2"/>
    <dgm:cxn modelId="{3C5C89E0-B0AA-4842-833F-7AB18283CB1E}" type="presParOf" srcId="{59D4A434-7804-4CF4-AB90-953968F8BAB1}" destId="{0FABD6E1-AD8C-4D0C-89A0-F3F50F0FDEF1}" srcOrd="1" destOrd="0" presId="urn:microsoft.com/office/officeart/2005/8/layout/vList2"/>
    <dgm:cxn modelId="{83BEF6D2-5D49-46E5-A763-D728B1A2C98B}" type="presParOf" srcId="{59D4A434-7804-4CF4-AB90-953968F8BAB1}" destId="{075ED375-80B4-411A-88B3-D27A637BDF14}" srcOrd="2" destOrd="0" presId="urn:microsoft.com/office/officeart/2005/8/layout/vList2"/>
    <dgm:cxn modelId="{7E7EBF38-D341-4370-A88F-582B18780503}" type="presParOf" srcId="{59D4A434-7804-4CF4-AB90-953968F8BAB1}" destId="{DF841E12-EBD4-4C0F-A588-03EA36E8D45B}" srcOrd="3" destOrd="0" presId="urn:microsoft.com/office/officeart/2005/8/layout/vList2"/>
    <dgm:cxn modelId="{059EFA66-B9B9-4C81-BADA-89C4E317AA4F}" type="presParOf" srcId="{59D4A434-7804-4CF4-AB90-953968F8BAB1}" destId="{E2CB84F8-D97F-40DD-B0BC-D188EAA98F76}" srcOrd="4" destOrd="0" presId="urn:microsoft.com/office/officeart/2005/8/layout/vList2"/>
    <dgm:cxn modelId="{93C9CB4C-3220-4A8F-B69E-BB400C043187}" type="presParOf" srcId="{59D4A434-7804-4CF4-AB90-953968F8BAB1}" destId="{2AA0E9E6-C419-47D6-AC9A-868563F17F2F}" srcOrd="5" destOrd="0" presId="urn:microsoft.com/office/officeart/2005/8/layout/vList2"/>
    <dgm:cxn modelId="{F3F8E96A-4A43-4190-897B-224955855E6F}" type="presParOf" srcId="{59D4A434-7804-4CF4-AB90-953968F8BAB1}" destId="{6F21252C-1F01-41E7-A3A3-36B6213DA19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73D00651-D683-4938-BE1B-D55068EF44F5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C8C9360-B909-4B80-8009-20530BC46078}">
      <dgm:prSet/>
      <dgm:spPr/>
      <dgm:t>
        <a:bodyPr/>
        <a:lstStyle/>
        <a:p>
          <a:r>
            <a:rPr lang="ru-RU" b="0" i="0"/>
            <a:t>«Художники»</a:t>
          </a:r>
          <a:endParaRPr lang="uk-UA"/>
        </a:p>
      </dgm:t>
    </dgm:pt>
    <dgm:pt modelId="{BF953DD6-1248-44D1-A74A-19F264921B5C}" type="parTrans" cxnId="{215D9E90-CF62-4E60-A1CE-0F88196F626F}">
      <dgm:prSet/>
      <dgm:spPr/>
      <dgm:t>
        <a:bodyPr/>
        <a:lstStyle/>
        <a:p>
          <a:endParaRPr lang="uk-UA"/>
        </a:p>
      </dgm:t>
    </dgm:pt>
    <dgm:pt modelId="{D9EBD411-BA2A-4686-9084-EAB0A39EFD0C}" type="sibTrans" cxnId="{215D9E90-CF62-4E60-A1CE-0F88196F626F}">
      <dgm:prSet/>
      <dgm:spPr/>
      <dgm:t>
        <a:bodyPr/>
        <a:lstStyle/>
        <a:p>
          <a:endParaRPr lang="uk-UA"/>
        </a:p>
      </dgm:t>
    </dgm:pt>
    <dgm:pt modelId="{6F6B181D-874E-4040-BFE5-8E9B63D7C4B1}">
      <dgm:prSet/>
      <dgm:spPr/>
      <dgm:t>
        <a:bodyPr/>
        <a:lstStyle/>
        <a:p>
          <a:r>
            <a:rPr lang="ru-RU" b="0" i="0"/>
            <a:t>«Учені»</a:t>
          </a:r>
          <a:endParaRPr lang="uk-UA"/>
        </a:p>
      </dgm:t>
    </dgm:pt>
    <dgm:pt modelId="{D33FE6B7-681E-4BA1-9740-CCFF9D953293}" type="parTrans" cxnId="{B9C38BCE-4EE5-4871-8E45-CB7D3A4BA008}">
      <dgm:prSet/>
      <dgm:spPr/>
      <dgm:t>
        <a:bodyPr/>
        <a:lstStyle/>
        <a:p>
          <a:endParaRPr lang="uk-UA"/>
        </a:p>
      </dgm:t>
    </dgm:pt>
    <dgm:pt modelId="{1F09E90C-F1B1-4B31-9262-054CB7A1AF65}" type="sibTrans" cxnId="{B9C38BCE-4EE5-4871-8E45-CB7D3A4BA008}">
      <dgm:prSet/>
      <dgm:spPr/>
      <dgm:t>
        <a:bodyPr/>
        <a:lstStyle/>
        <a:p>
          <a:endParaRPr lang="uk-UA"/>
        </a:p>
      </dgm:t>
    </dgm:pt>
    <dgm:pt modelId="{2B94620B-01F6-43C6-8BC6-8470C20181AE}">
      <dgm:prSet/>
      <dgm:spPr/>
      <dgm:t>
        <a:bodyPr/>
        <a:lstStyle/>
        <a:p>
          <a:r>
            <a:rPr lang="ru-RU" b="0" i="0"/>
            <a:t>«Композитори»</a:t>
          </a:r>
          <a:endParaRPr lang="uk-UA"/>
        </a:p>
      </dgm:t>
    </dgm:pt>
    <dgm:pt modelId="{43ABDBEA-7727-4C50-96D6-CF7386275907}" type="parTrans" cxnId="{7A5B2C86-AE85-42B3-9FA1-B31288DD9A42}">
      <dgm:prSet/>
      <dgm:spPr/>
      <dgm:t>
        <a:bodyPr/>
        <a:lstStyle/>
        <a:p>
          <a:endParaRPr lang="uk-UA"/>
        </a:p>
      </dgm:t>
    </dgm:pt>
    <dgm:pt modelId="{9D331F52-7E80-42E9-8BAA-56847BBB2546}" type="sibTrans" cxnId="{7A5B2C86-AE85-42B3-9FA1-B31288DD9A42}">
      <dgm:prSet/>
      <dgm:spPr/>
      <dgm:t>
        <a:bodyPr/>
        <a:lstStyle/>
        <a:p>
          <a:endParaRPr lang="uk-UA"/>
        </a:p>
      </dgm:t>
    </dgm:pt>
    <dgm:pt modelId="{B69FFD40-BEEE-45E8-8546-4F4A515E84FA}">
      <dgm:prSet/>
      <dgm:spPr/>
      <dgm:t>
        <a:bodyPr/>
        <a:lstStyle/>
        <a:p>
          <a:r>
            <a:rPr lang="ru-RU" b="0" i="0"/>
            <a:t>«Письменники»</a:t>
          </a:r>
          <a:endParaRPr lang="uk-UA"/>
        </a:p>
      </dgm:t>
    </dgm:pt>
    <dgm:pt modelId="{032D1662-CC1A-4476-A2F1-A95E84B9B9CE}" type="parTrans" cxnId="{67213C4D-E302-4D1E-BEFE-6A4495558675}">
      <dgm:prSet/>
      <dgm:spPr/>
      <dgm:t>
        <a:bodyPr/>
        <a:lstStyle/>
        <a:p>
          <a:endParaRPr lang="uk-UA"/>
        </a:p>
      </dgm:t>
    </dgm:pt>
    <dgm:pt modelId="{D87416CA-CD38-4416-A48A-CC759AD84647}" type="sibTrans" cxnId="{67213C4D-E302-4D1E-BEFE-6A4495558675}">
      <dgm:prSet/>
      <dgm:spPr/>
      <dgm:t>
        <a:bodyPr/>
        <a:lstStyle/>
        <a:p>
          <a:endParaRPr lang="uk-UA"/>
        </a:p>
      </dgm:t>
    </dgm:pt>
    <dgm:pt modelId="{604D81A7-7570-4184-8102-7BB5CED93214}" type="pres">
      <dgm:prSet presAssocID="{73D00651-D683-4938-BE1B-D55068EF44F5}" presName="linearFlow" presStyleCnt="0">
        <dgm:presLayoutVars>
          <dgm:dir/>
          <dgm:resizeHandles val="exact"/>
        </dgm:presLayoutVars>
      </dgm:prSet>
      <dgm:spPr/>
    </dgm:pt>
    <dgm:pt modelId="{253F6159-F786-403B-9066-4043E493D328}" type="pres">
      <dgm:prSet presAssocID="{1C8C9360-B909-4B80-8009-20530BC46078}" presName="composite" presStyleCnt="0"/>
      <dgm:spPr/>
    </dgm:pt>
    <dgm:pt modelId="{65BD80C7-958B-4C84-B255-BFA288CFF05E}" type="pres">
      <dgm:prSet presAssocID="{1C8C9360-B909-4B80-8009-20530BC46078}" presName="imgShp" presStyleLbl="fgImgPlace1" presStyleIdx="0" presStyleCnt="4"/>
      <dgm:spPr/>
    </dgm:pt>
    <dgm:pt modelId="{CD4FD6C9-E5E2-494D-B807-8DA9D9A52CBC}" type="pres">
      <dgm:prSet presAssocID="{1C8C9360-B909-4B80-8009-20530BC46078}" presName="txShp" presStyleLbl="node1" presStyleIdx="0" presStyleCnt="4">
        <dgm:presLayoutVars>
          <dgm:bulletEnabled val="1"/>
        </dgm:presLayoutVars>
      </dgm:prSet>
      <dgm:spPr/>
    </dgm:pt>
    <dgm:pt modelId="{2A7AC8AE-200D-41CB-A43A-2A93F67C4945}" type="pres">
      <dgm:prSet presAssocID="{D9EBD411-BA2A-4686-9084-EAB0A39EFD0C}" presName="spacing" presStyleCnt="0"/>
      <dgm:spPr/>
    </dgm:pt>
    <dgm:pt modelId="{30085918-3C68-41A5-A671-832F2B41B670}" type="pres">
      <dgm:prSet presAssocID="{6F6B181D-874E-4040-BFE5-8E9B63D7C4B1}" presName="composite" presStyleCnt="0"/>
      <dgm:spPr/>
    </dgm:pt>
    <dgm:pt modelId="{0DBC6229-29EA-43B1-B30E-FB1612AB4B71}" type="pres">
      <dgm:prSet presAssocID="{6F6B181D-874E-4040-BFE5-8E9B63D7C4B1}" presName="imgShp" presStyleLbl="fgImgPlace1" presStyleIdx="1" presStyleCnt="4"/>
      <dgm:spPr/>
    </dgm:pt>
    <dgm:pt modelId="{C8FCF9D8-CEB6-4FA7-9460-F9DDE31050F4}" type="pres">
      <dgm:prSet presAssocID="{6F6B181D-874E-4040-BFE5-8E9B63D7C4B1}" presName="txShp" presStyleLbl="node1" presStyleIdx="1" presStyleCnt="4">
        <dgm:presLayoutVars>
          <dgm:bulletEnabled val="1"/>
        </dgm:presLayoutVars>
      </dgm:prSet>
      <dgm:spPr/>
    </dgm:pt>
    <dgm:pt modelId="{A422094D-98F1-4941-9939-A20766AFA41A}" type="pres">
      <dgm:prSet presAssocID="{1F09E90C-F1B1-4B31-9262-054CB7A1AF65}" presName="spacing" presStyleCnt="0"/>
      <dgm:spPr/>
    </dgm:pt>
    <dgm:pt modelId="{9805FB1A-C0AD-4C37-99FB-6DE9DB3E10B7}" type="pres">
      <dgm:prSet presAssocID="{2B94620B-01F6-43C6-8BC6-8470C20181AE}" presName="composite" presStyleCnt="0"/>
      <dgm:spPr/>
    </dgm:pt>
    <dgm:pt modelId="{2F6A0E14-89C6-4F5F-9A02-043FDEB88606}" type="pres">
      <dgm:prSet presAssocID="{2B94620B-01F6-43C6-8BC6-8470C20181AE}" presName="imgShp" presStyleLbl="fgImgPlace1" presStyleIdx="2" presStyleCnt="4"/>
      <dgm:spPr/>
    </dgm:pt>
    <dgm:pt modelId="{4A561A47-FC3F-4D11-9970-074BC26DC926}" type="pres">
      <dgm:prSet presAssocID="{2B94620B-01F6-43C6-8BC6-8470C20181AE}" presName="txShp" presStyleLbl="node1" presStyleIdx="2" presStyleCnt="4">
        <dgm:presLayoutVars>
          <dgm:bulletEnabled val="1"/>
        </dgm:presLayoutVars>
      </dgm:prSet>
      <dgm:spPr/>
    </dgm:pt>
    <dgm:pt modelId="{7C3809B4-A2EE-4BCF-B019-3243A8971D0C}" type="pres">
      <dgm:prSet presAssocID="{9D331F52-7E80-42E9-8BAA-56847BBB2546}" presName="spacing" presStyleCnt="0"/>
      <dgm:spPr/>
    </dgm:pt>
    <dgm:pt modelId="{532BF8E2-80DC-47EB-BE79-E28E44A1AAAA}" type="pres">
      <dgm:prSet presAssocID="{B69FFD40-BEEE-45E8-8546-4F4A515E84FA}" presName="composite" presStyleCnt="0"/>
      <dgm:spPr/>
    </dgm:pt>
    <dgm:pt modelId="{9853172F-D1F1-401D-89F2-2761C4E516E6}" type="pres">
      <dgm:prSet presAssocID="{B69FFD40-BEEE-45E8-8546-4F4A515E84FA}" presName="imgShp" presStyleLbl="fgImgPlace1" presStyleIdx="3" presStyleCnt="4"/>
      <dgm:spPr/>
    </dgm:pt>
    <dgm:pt modelId="{D0F8296D-6502-4B87-84EF-D9FB55DD3AA5}" type="pres">
      <dgm:prSet presAssocID="{B69FFD40-BEEE-45E8-8546-4F4A515E84FA}" presName="txShp" presStyleLbl="node1" presStyleIdx="3" presStyleCnt="4">
        <dgm:presLayoutVars>
          <dgm:bulletEnabled val="1"/>
        </dgm:presLayoutVars>
      </dgm:prSet>
      <dgm:spPr/>
    </dgm:pt>
  </dgm:ptLst>
  <dgm:cxnLst>
    <dgm:cxn modelId="{46A3DF34-52BA-4960-8104-26FC1E675086}" type="presOf" srcId="{6F6B181D-874E-4040-BFE5-8E9B63D7C4B1}" destId="{C8FCF9D8-CEB6-4FA7-9460-F9DDE31050F4}" srcOrd="0" destOrd="0" presId="urn:microsoft.com/office/officeart/2005/8/layout/vList3"/>
    <dgm:cxn modelId="{362FCA67-3EF8-4B4C-BC53-37319A0EB940}" type="presOf" srcId="{2B94620B-01F6-43C6-8BC6-8470C20181AE}" destId="{4A561A47-FC3F-4D11-9970-074BC26DC926}" srcOrd="0" destOrd="0" presId="urn:microsoft.com/office/officeart/2005/8/layout/vList3"/>
    <dgm:cxn modelId="{67213C4D-E302-4D1E-BEFE-6A4495558675}" srcId="{73D00651-D683-4938-BE1B-D55068EF44F5}" destId="{B69FFD40-BEEE-45E8-8546-4F4A515E84FA}" srcOrd="3" destOrd="0" parTransId="{032D1662-CC1A-4476-A2F1-A95E84B9B9CE}" sibTransId="{D87416CA-CD38-4416-A48A-CC759AD84647}"/>
    <dgm:cxn modelId="{7A5B2C86-AE85-42B3-9FA1-B31288DD9A42}" srcId="{73D00651-D683-4938-BE1B-D55068EF44F5}" destId="{2B94620B-01F6-43C6-8BC6-8470C20181AE}" srcOrd="2" destOrd="0" parTransId="{43ABDBEA-7727-4C50-96D6-CF7386275907}" sibTransId="{9D331F52-7E80-42E9-8BAA-56847BBB2546}"/>
    <dgm:cxn modelId="{215D9E90-CF62-4E60-A1CE-0F88196F626F}" srcId="{73D00651-D683-4938-BE1B-D55068EF44F5}" destId="{1C8C9360-B909-4B80-8009-20530BC46078}" srcOrd="0" destOrd="0" parTransId="{BF953DD6-1248-44D1-A74A-19F264921B5C}" sibTransId="{D9EBD411-BA2A-4686-9084-EAB0A39EFD0C}"/>
    <dgm:cxn modelId="{4D1D3FAA-CFF3-4C94-A8F9-C13624B3141D}" type="presOf" srcId="{B69FFD40-BEEE-45E8-8546-4F4A515E84FA}" destId="{D0F8296D-6502-4B87-84EF-D9FB55DD3AA5}" srcOrd="0" destOrd="0" presId="urn:microsoft.com/office/officeart/2005/8/layout/vList3"/>
    <dgm:cxn modelId="{3F8887C6-395D-47BC-8283-EC13C6C8F1B9}" type="presOf" srcId="{1C8C9360-B909-4B80-8009-20530BC46078}" destId="{CD4FD6C9-E5E2-494D-B807-8DA9D9A52CBC}" srcOrd="0" destOrd="0" presId="urn:microsoft.com/office/officeart/2005/8/layout/vList3"/>
    <dgm:cxn modelId="{B9C38BCE-4EE5-4871-8E45-CB7D3A4BA008}" srcId="{73D00651-D683-4938-BE1B-D55068EF44F5}" destId="{6F6B181D-874E-4040-BFE5-8E9B63D7C4B1}" srcOrd="1" destOrd="0" parTransId="{D33FE6B7-681E-4BA1-9740-CCFF9D953293}" sibTransId="{1F09E90C-F1B1-4B31-9262-054CB7A1AF65}"/>
    <dgm:cxn modelId="{D7ADB0D8-E52C-41EB-9184-2A9327413866}" type="presOf" srcId="{73D00651-D683-4938-BE1B-D55068EF44F5}" destId="{604D81A7-7570-4184-8102-7BB5CED93214}" srcOrd="0" destOrd="0" presId="urn:microsoft.com/office/officeart/2005/8/layout/vList3"/>
    <dgm:cxn modelId="{3ABEA6F9-5DEB-4C6A-BA40-90F19BBDFE3A}" type="presParOf" srcId="{604D81A7-7570-4184-8102-7BB5CED93214}" destId="{253F6159-F786-403B-9066-4043E493D328}" srcOrd="0" destOrd="0" presId="urn:microsoft.com/office/officeart/2005/8/layout/vList3"/>
    <dgm:cxn modelId="{1D067229-C2F3-4C43-A5B7-48CCD2664CC5}" type="presParOf" srcId="{253F6159-F786-403B-9066-4043E493D328}" destId="{65BD80C7-958B-4C84-B255-BFA288CFF05E}" srcOrd="0" destOrd="0" presId="urn:microsoft.com/office/officeart/2005/8/layout/vList3"/>
    <dgm:cxn modelId="{2D9B2E54-AD9B-4A2F-83E9-1D93D7EB8651}" type="presParOf" srcId="{253F6159-F786-403B-9066-4043E493D328}" destId="{CD4FD6C9-E5E2-494D-B807-8DA9D9A52CBC}" srcOrd="1" destOrd="0" presId="urn:microsoft.com/office/officeart/2005/8/layout/vList3"/>
    <dgm:cxn modelId="{821B6D1A-D1A3-4A71-B098-FA0C7435081A}" type="presParOf" srcId="{604D81A7-7570-4184-8102-7BB5CED93214}" destId="{2A7AC8AE-200D-41CB-A43A-2A93F67C4945}" srcOrd="1" destOrd="0" presId="urn:microsoft.com/office/officeart/2005/8/layout/vList3"/>
    <dgm:cxn modelId="{68F6F56F-04F6-410B-A372-40604FF94D8D}" type="presParOf" srcId="{604D81A7-7570-4184-8102-7BB5CED93214}" destId="{30085918-3C68-41A5-A671-832F2B41B670}" srcOrd="2" destOrd="0" presId="urn:microsoft.com/office/officeart/2005/8/layout/vList3"/>
    <dgm:cxn modelId="{D770D180-4771-4A11-BCCA-B050B60766E8}" type="presParOf" srcId="{30085918-3C68-41A5-A671-832F2B41B670}" destId="{0DBC6229-29EA-43B1-B30E-FB1612AB4B71}" srcOrd="0" destOrd="0" presId="urn:microsoft.com/office/officeart/2005/8/layout/vList3"/>
    <dgm:cxn modelId="{895032C3-3124-46EB-B33C-14FE3CE57917}" type="presParOf" srcId="{30085918-3C68-41A5-A671-832F2B41B670}" destId="{C8FCF9D8-CEB6-4FA7-9460-F9DDE31050F4}" srcOrd="1" destOrd="0" presId="urn:microsoft.com/office/officeart/2005/8/layout/vList3"/>
    <dgm:cxn modelId="{7B382A61-B99B-4BDA-826B-7AF9C7D5E3C4}" type="presParOf" srcId="{604D81A7-7570-4184-8102-7BB5CED93214}" destId="{A422094D-98F1-4941-9939-A20766AFA41A}" srcOrd="3" destOrd="0" presId="urn:microsoft.com/office/officeart/2005/8/layout/vList3"/>
    <dgm:cxn modelId="{E9C8EB3A-26A8-4B32-BD2C-0F50CFCA0DAB}" type="presParOf" srcId="{604D81A7-7570-4184-8102-7BB5CED93214}" destId="{9805FB1A-C0AD-4C37-99FB-6DE9DB3E10B7}" srcOrd="4" destOrd="0" presId="urn:microsoft.com/office/officeart/2005/8/layout/vList3"/>
    <dgm:cxn modelId="{EE56CB9A-FE71-4862-8506-9BA090B1E367}" type="presParOf" srcId="{9805FB1A-C0AD-4C37-99FB-6DE9DB3E10B7}" destId="{2F6A0E14-89C6-4F5F-9A02-043FDEB88606}" srcOrd="0" destOrd="0" presId="urn:microsoft.com/office/officeart/2005/8/layout/vList3"/>
    <dgm:cxn modelId="{60EB7658-2673-490A-9892-8F9C8875AFE4}" type="presParOf" srcId="{9805FB1A-C0AD-4C37-99FB-6DE9DB3E10B7}" destId="{4A561A47-FC3F-4D11-9970-074BC26DC926}" srcOrd="1" destOrd="0" presId="urn:microsoft.com/office/officeart/2005/8/layout/vList3"/>
    <dgm:cxn modelId="{DCF43628-B74A-4FE5-8A75-47F8514600E7}" type="presParOf" srcId="{604D81A7-7570-4184-8102-7BB5CED93214}" destId="{7C3809B4-A2EE-4BCF-B019-3243A8971D0C}" srcOrd="5" destOrd="0" presId="urn:microsoft.com/office/officeart/2005/8/layout/vList3"/>
    <dgm:cxn modelId="{12093F31-8C64-4EDF-A7E2-E2A9791242C7}" type="presParOf" srcId="{604D81A7-7570-4184-8102-7BB5CED93214}" destId="{532BF8E2-80DC-47EB-BE79-E28E44A1AAAA}" srcOrd="6" destOrd="0" presId="urn:microsoft.com/office/officeart/2005/8/layout/vList3"/>
    <dgm:cxn modelId="{C9B16BD3-BF90-4A75-9F01-B5338AFE07B9}" type="presParOf" srcId="{532BF8E2-80DC-47EB-BE79-E28E44A1AAAA}" destId="{9853172F-D1F1-401D-89F2-2761C4E516E6}" srcOrd="0" destOrd="0" presId="urn:microsoft.com/office/officeart/2005/8/layout/vList3"/>
    <dgm:cxn modelId="{2B610474-AD4D-4860-846F-7D9F1C11028D}" type="presParOf" srcId="{532BF8E2-80DC-47EB-BE79-E28E44A1AAAA}" destId="{D0F8296D-6502-4B87-84EF-D9FB55DD3AA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890881-686D-4216-AD31-5B290E906AB3}">
      <dsp:nvSpPr>
        <dsp:cNvPr id="0" name=""/>
        <dsp:cNvSpPr/>
      </dsp:nvSpPr>
      <dsp:spPr>
        <a:xfrm rot="10800000">
          <a:off x="1042215" y="147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реалізм.</a:t>
          </a:r>
          <a:endParaRPr lang="uk-UA" sz="2900" kern="1200"/>
        </a:p>
      </dsp:txBody>
      <dsp:txXfrm rot="10800000">
        <a:off x="1231159" y="1476"/>
        <a:ext cx="3198668" cy="755777"/>
      </dsp:txXfrm>
    </dsp:sp>
    <dsp:sp modelId="{59D03B5C-F6B6-42B3-950D-2CDD90993787}">
      <dsp:nvSpPr>
        <dsp:cNvPr id="0" name=""/>
        <dsp:cNvSpPr/>
      </dsp:nvSpPr>
      <dsp:spPr>
        <a:xfrm>
          <a:off x="664326" y="147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620551-86FE-4996-99DB-33F6A35AA1A9}">
      <dsp:nvSpPr>
        <dsp:cNvPr id="0" name=""/>
        <dsp:cNvSpPr/>
      </dsp:nvSpPr>
      <dsp:spPr>
        <a:xfrm rot="10800000">
          <a:off x="1042215" y="982859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класицизм.</a:t>
          </a:r>
          <a:endParaRPr lang="uk-UA" sz="2900" kern="1200"/>
        </a:p>
      </dsp:txBody>
      <dsp:txXfrm rot="10800000">
        <a:off x="1231159" y="982859"/>
        <a:ext cx="3198668" cy="755777"/>
      </dsp:txXfrm>
    </dsp:sp>
    <dsp:sp modelId="{A9263DF9-4A8E-4754-BC61-989A23453DE6}">
      <dsp:nvSpPr>
        <dsp:cNvPr id="0" name=""/>
        <dsp:cNvSpPr/>
      </dsp:nvSpPr>
      <dsp:spPr>
        <a:xfrm>
          <a:off x="664326" y="982859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B70CAC-457A-4854-8023-C1E5AC2711B2}">
      <dsp:nvSpPr>
        <dsp:cNvPr id="0" name=""/>
        <dsp:cNvSpPr/>
      </dsp:nvSpPr>
      <dsp:spPr>
        <a:xfrm rot="10800000">
          <a:off x="1042215" y="1964243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романтизм.</a:t>
          </a:r>
          <a:endParaRPr lang="uk-UA" sz="2900" kern="1200"/>
        </a:p>
      </dsp:txBody>
      <dsp:txXfrm rot="10800000">
        <a:off x="1231159" y="1964243"/>
        <a:ext cx="3198668" cy="755777"/>
      </dsp:txXfrm>
    </dsp:sp>
    <dsp:sp modelId="{E0879165-4C4F-44E5-9158-DD51B4499941}">
      <dsp:nvSpPr>
        <dsp:cNvPr id="0" name=""/>
        <dsp:cNvSpPr/>
      </dsp:nvSpPr>
      <dsp:spPr>
        <a:xfrm>
          <a:off x="664326" y="1964243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686458-46CE-4D9D-B07C-A5C0AFF4FC0B}">
      <dsp:nvSpPr>
        <dsp:cNvPr id="0" name=""/>
        <dsp:cNvSpPr/>
      </dsp:nvSpPr>
      <dsp:spPr>
        <a:xfrm rot="10800000">
          <a:off x="1042215" y="294562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модернізм.</a:t>
          </a:r>
          <a:endParaRPr lang="uk-UA" sz="2900" kern="1200"/>
        </a:p>
      </dsp:txBody>
      <dsp:txXfrm rot="10800000">
        <a:off x="1231159" y="2945626"/>
        <a:ext cx="3198668" cy="755777"/>
      </dsp:txXfrm>
    </dsp:sp>
    <dsp:sp modelId="{01F8F5EE-947C-443D-81FC-53EFE35A818F}">
      <dsp:nvSpPr>
        <dsp:cNvPr id="0" name=""/>
        <dsp:cNvSpPr/>
      </dsp:nvSpPr>
      <dsp:spPr>
        <a:xfrm>
          <a:off x="664326" y="294562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4BC168-6A05-4CBC-8577-586233910AAE}">
      <dsp:nvSpPr>
        <dsp:cNvPr id="0" name=""/>
        <dsp:cNvSpPr/>
      </dsp:nvSpPr>
      <dsp:spPr>
        <a:xfrm>
          <a:off x="0" y="5756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поширення стилю бароко в архітектурі</a:t>
          </a:r>
          <a:endParaRPr lang="uk-UA" sz="2200" kern="1200"/>
        </a:p>
      </dsp:txBody>
      <dsp:txXfrm>
        <a:off x="41465" y="99025"/>
        <a:ext cx="5011224" cy="766490"/>
      </dsp:txXfrm>
    </dsp:sp>
    <dsp:sp modelId="{F27293C1-4CED-447C-A529-829089EF7EF9}">
      <dsp:nvSpPr>
        <dsp:cNvPr id="0" name=""/>
        <dsp:cNvSpPr/>
      </dsp:nvSpPr>
      <dsp:spPr>
        <a:xfrm>
          <a:off x="0" y="97034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копіювання кращих зразків княжої доби</a:t>
          </a:r>
          <a:endParaRPr lang="uk-UA" sz="2200" kern="1200"/>
        </a:p>
      </dsp:txBody>
      <dsp:txXfrm>
        <a:off x="41465" y="1011805"/>
        <a:ext cx="5011224" cy="766490"/>
      </dsp:txXfrm>
    </dsp:sp>
    <dsp:sp modelId="{5A0CE6DB-0D42-4FC8-BF31-8F23FF860563}">
      <dsp:nvSpPr>
        <dsp:cNvPr id="0" name=""/>
        <dsp:cNvSpPr/>
      </dsp:nvSpPr>
      <dsp:spPr>
        <a:xfrm>
          <a:off x="0" y="188312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формування нової української літературної мови</a:t>
          </a:r>
          <a:endParaRPr lang="uk-UA" sz="2200" kern="1200"/>
        </a:p>
      </dsp:txBody>
      <dsp:txXfrm>
        <a:off x="41465" y="1924585"/>
        <a:ext cx="5011224" cy="766490"/>
      </dsp:txXfrm>
    </dsp:sp>
    <dsp:sp modelId="{0A264A25-604A-40C5-8E46-724A3A161539}">
      <dsp:nvSpPr>
        <dsp:cNvPr id="0" name=""/>
        <dsp:cNvSpPr/>
      </dsp:nvSpPr>
      <dsp:spPr>
        <a:xfrm>
          <a:off x="0" y="279590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виникнення традиційного пересувного лялькового театру</a:t>
          </a:r>
          <a:endParaRPr lang="uk-UA" sz="2200" kern="1200"/>
        </a:p>
      </dsp:txBody>
      <dsp:txXfrm>
        <a:off x="41465" y="2837365"/>
        <a:ext cx="5011224" cy="7664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EB7912-C58C-442B-A91B-B374D0EF35F2}">
      <dsp:nvSpPr>
        <dsp:cNvPr id="0" name=""/>
        <dsp:cNvSpPr/>
      </dsp:nvSpPr>
      <dsp:spPr>
        <a:xfrm>
          <a:off x="0" y="57560"/>
          <a:ext cx="510600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початок українського національного відродження</a:t>
          </a:r>
          <a:endParaRPr lang="uk-UA" sz="2200" kern="1200"/>
        </a:p>
      </dsp:txBody>
      <dsp:txXfrm>
        <a:off x="41465" y="99025"/>
        <a:ext cx="5023074" cy="766490"/>
      </dsp:txXfrm>
    </dsp:sp>
    <dsp:sp modelId="{F9B4307D-35A2-4DE8-A434-4D0FE7F81BCB}">
      <dsp:nvSpPr>
        <dsp:cNvPr id="0" name=""/>
        <dsp:cNvSpPr/>
      </dsp:nvSpPr>
      <dsp:spPr>
        <a:xfrm>
          <a:off x="0" y="970340"/>
          <a:ext cx="510600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видання царських указів про заборону вживання української мови</a:t>
          </a:r>
          <a:endParaRPr lang="uk-UA" sz="2200" kern="1200"/>
        </a:p>
      </dsp:txBody>
      <dsp:txXfrm>
        <a:off x="41465" y="1011805"/>
        <a:ext cx="5023074" cy="766490"/>
      </dsp:txXfrm>
    </dsp:sp>
    <dsp:sp modelId="{774106C5-0110-4B69-B796-A1EE15F5FA37}">
      <dsp:nvSpPr>
        <dsp:cNvPr id="0" name=""/>
        <dsp:cNvSpPr/>
      </dsp:nvSpPr>
      <dsp:spPr>
        <a:xfrm>
          <a:off x="0" y="1883120"/>
          <a:ext cx="510600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ліквідація решток автономних прав української козацької держави</a:t>
          </a:r>
          <a:endParaRPr lang="uk-UA" sz="2200" kern="1200"/>
        </a:p>
      </dsp:txBody>
      <dsp:txXfrm>
        <a:off x="41465" y="1924585"/>
        <a:ext cx="5023074" cy="766490"/>
      </dsp:txXfrm>
    </dsp:sp>
    <dsp:sp modelId="{AD5D942B-7895-4570-BA89-E9E021BB8F75}">
      <dsp:nvSpPr>
        <dsp:cNvPr id="0" name=""/>
        <dsp:cNvSpPr/>
      </dsp:nvSpPr>
      <dsp:spPr>
        <a:xfrm>
          <a:off x="0" y="2795900"/>
          <a:ext cx="510600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активна діяльність діячів громадівського руху</a:t>
          </a:r>
          <a:endParaRPr lang="uk-UA" sz="2200" kern="1200"/>
        </a:p>
      </dsp:txBody>
      <dsp:txXfrm>
        <a:off x="41465" y="2837365"/>
        <a:ext cx="5023074" cy="7664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107758-3526-49A6-A9A5-98754FA5BC57}">
      <dsp:nvSpPr>
        <dsp:cNvPr id="0" name=""/>
        <dsp:cNvSpPr/>
      </dsp:nvSpPr>
      <dsp:spPr>
        <a:xfrm>
          <a:off x="0" y="5756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початок українського національного відродження</a:t>
          </a:r>
          <a:endParaRPr lang="uk-UA" sz="2200" kern="1200"/>
        </a:p>
      </dsp:txBody>
      <dsp:txXfrm>
        <a:off x="41465" y="99025"/>
        <a:ext cx="5011224" cy="766490"/>
      </dsp:txXfrm>
    </dsp:sp>
    <dsp:sp modelId="{0B2A05B3-B70A-446C-8868-F149378667F1}">
      <dsp:nvSpPr>
        <dsp:cNvPr id="0" name=""/>
        <dsp:cNvSpPr/>
      </dsp:nvSpPr>
      <dsp:spPr>
        <a:xfrm>
          <a:off x="0" y="97034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видання царських указів про заборону української мови</a:t>
          </a:r>
          <a:endParaRPr lang="uk-UA" sz="2200" kern="1200"/>
        </a:p>
      </dsp:txBody>
      <dsp:txXfrm>
        <a:off x="41465" y="1011805"/>
        <a:ext cx="5011224" cy="766490"/>
      </dsp:txXfrm>
    </dsp:sp>
    <dsp:sp modelId="{595A5F64-064B-4008-B3A5-C404B74DC155}">
      <dsp:nvSpPr>
        <dsp:cNvPr id="0" name=""/>
        <dsp:cNvSpPr/>
      </dsp:nvSpPr>
      <dsp:spPr>
        <a:xfrm>
          <a:off x="0" y="188312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створення української автокефальної православної церкви</a:t>
          </a:r>
          <a:endParaRPr lang="uk-UA" sz="2200" kern="1200"/>
        </a:p>
      </dsp:txBody>
      <dsp:txXfrm>
        <a:off x="41465" y="1924585"/>
        <a:ext cx="5011224" cy="766490"/>
      </dsp:txXfrm>
    </dsp:sp>
    <dsp:sp modelId="{A2F5A891-B022-417D-B934-F0F9C4CAE13C}">
      <dsp:nvSpPr>
        <dsp:cNvPr id="0" name=""/>
        <dsp:cNvSpPr/>
      </dsp:nvSpPr>
      <dsp:spPr>
        <a:xfrm>
          <a:off x="0" y="279590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активізація діяльності громадівського руху</a:t>
          </a:r>
          <a:endParaRPr lang="uk-UA" sz="2200" kern="1200"/>
        </a:p>
      </dsp:txBody>
      <dsp:txXfrm>
        <a:off x="41465" y="2837365"/>
        <a:ext cx="5011224" cy="76649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E03E7E-69C6-47C5-A9D5-C2B07DD9812D}">
      <dsp:nvSpPr>
        <dsp:cNvPr id="0" name=""/>
        <dsp:cNvSpPr/>
      </dsp:nvSpPr>
      <dsp:spPr>
        <a:xfrm>
          <a:off x="0" y="11120"/>
          <a:ext cx="5106004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на Поділлі</a:t>
          </a:r>
          <a:endParaRPr lang="uk-UA" sz="3600" kern="1200"/>
        </a:p>
      </dsp:txBody>
      <dsp:txXfrm>
        <a:off x="41123" y="52243"/>
        <a:ext cx="5023758" cy="760154"/>
      </dsp:txXfrm>
    </dsp:sp>
    <dsp:sp modelId="{399E394B-38F8-454B-A2E9-86C4DD5392A6}">
      <dsp:nvSpPr>
        <dsp:cNvPr id="0" name=""/>
        <dsp:cNvSpPr/>
      </dsp:nvSpPr>
      <dsp:spPr>
        <a:xfrm>
          <a:off x="0" y="957200"/>
          <a:ext cx="5106004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на Донбасі</a:t>
          </a:r>
          <a:endParaRPr lang="uk-UA" sz="3600" kern="1200"/>
        </a:p>
      </dsp:txBody>
      <dsp:txXfrm>
        <a:off x="41123" y="998323"/>
        <a:ext cx="5023758" cy="760154"/>
      </dsp:txXfrm>
    </dsp:sp>
    <dsp:sp modelId="{441B661E-61B7-4F45-B23C-E14F0B850CE6}">
      <dsp:nvSpPr>
        <dsp:cNvPr id="0" name=""/>
        <dsp:cNvSpPr/>
      </dsp:nvSpPr>
      <dsp:spPr>
        <a:xfrm>
          <a:off x="0" y="1903280"/>
          <a:ext cx="5106004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на Запорожжі</a:t>
          </a:r>
          <a:endParaRPr lang="uk-UA" sz="3600" kern="1200"/>
        </a:p>
      </dsp:txBody>
      <dsp:txXfrm>
        <a:off x="41123" y="1944403"/>
        <a:ext cx="5023758" cy="760154"/>
      </dsp:txXfrm>
    </dsp:sp>
    <dsp:sp modelId="{ACB02C37-27DE-411D-82F4-9D0983EB8BD7}">
      <dsp:nvSpPr>
        <dsp:cNvPr id="0" name=""/>
        <dsp:cNvSpPr/>
      </dsp:nvSpPr>
      <dsp:spPr>
        <a:xfrm>
          <a:off x="0" y="2849360"/>
          <a:ext cx="5106004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на Слобожанщині</a:t>
          </a:r>
          <a:endParaRPr lang="uk-UA" sz="3600" kern="1200"/>
        </a:p>
      </dsp:txBody>
      <dsp:txXfrm>
        <a:off x="41123" y="2890483"/>
        <a:ext cx="5023758" cy="7601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3160C1-6B9F-44D3-B366-D92D2608D5B5}">
      <dsp:nvSpPr>
        <dsp:cNvPr id="0" name=""/>
        <dsp:cNvSpPr/>
      </dsp:nvSpPr>
      <dsp:spPr>
        <a:xfrm>
          <a:off x="0" y="51125"/>
          <a:ext cx="5094154" cy="8526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«Руської трійці».</a:t>
          </a:r>
          <a:endParaRPr lang="uk-UA" sz="2200" kern="1200"/>
        </a:p>
      </dsp:txBody>
      <dsp:txXfrm>
        <a:off x="41622" y="92747"/>
        <a:ext cx="5010910" cy="769393"/>
      </dsp:txXfrm>
    </dsp:sp>
    <dsp:sp modelId="{B6EF2C3B-9C65-461F-9063-660E4C9AEF5B}">
      <dsp:nvSpPr>
        <dsp:cNvPr id="0" name=""/>
        <dsp:cNvSpPr/>
      </dsp:nvSpPr>
      <dsp:spPr>
        <a:xfrm>
          <a:off x="0" y="967122"/>
          <a:ext cx="5094154" cy="8526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Собору руських учених.</a:t>
          </a:r>
          <a:endParaRPr lang="uk-UA" sz="2200" kern="1200"/>
        </a:p>
      </dsp:txBody>
      <dsp:txXfrm>
        <a:off x="41622" y="1008744"/>
        <a:ext cx="5010910" cy="769393"/>
      </dsp:txXfrm>
    </dsp:sp>
    <dsp:sp modelId="{6144F3AC-9A94-472F-B628-5C7F0FD37ACB}">
      <dsp:nvSpPr>
        <dsp:cNvPr id="0" name=""/>
        <dsp:cNvSpPr/>
      </dsp:nvSpPr>
      <dsp:spPr>
        <a:xfrm>
          <a:off x="0" y="1883120"/>
          <a:ext cx="5094154" cy="8526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Галицько-руської матиці.</a:t>
          </a:r>
          <a:endParaRPr lang="uk-UA" sz="2200" kern="1200"/>
        </a:p>
      </dsp:txBody>
      <dsp:txXfrm>
        <a:off x="41622" y="1924742"/>
        <a:ext cx="5010910" cy="769393"/>
      </dsp:txXfrm>
    </dsp:sp>
    <dsp:sp modelId="{7DA296F4-9922-4D44-AA91-53B217B42916}">
      <dsp:nvSpPr>
        <dsp:cNvPr id="0" name=""/>
        <dsp:cNvSpPr/>
      </dsp:nvSpPr>
      <dsp:spPr>
        <a:xfrm>
          <a:off x="0" y="2799118"/>
          <a:ext cx="5094154" cy="8526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освітнього товариства галицьких греко-католицьких священників.</a:t>
          </a:r>
          <a:endParaRPr lang="uk-UA" sz="2200" kern="1200"/>
        </a:p>
      </dsp:txBody>
      <dsp:txXfrm>
        <a:off x="41622" y="2840740"/>
        <a:ext cx="5010910" cy="76939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EB4B13-6958-4E6F-99B3-557573026E14}">
      <dsp:nvSpPr>
        <dsp:cNvPr id="0" name=""/>
        <dsp:cNvSpPr/>
      </dsp:nvSpPr>
      <dsp:spPr>
        <a:xfrm>
          <a:off x="0" y="139100"/>
          <a:ext cx="5094154" cy="810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заснування першого осередку товариства «Просвіта»</a:t>
          </a:r>
          <a:endParaRPr lang="uk-UA" sz="2100" kern="1200"/>
        </a:p>
      </dsp:txBody>
      <dsp:txXfrm>
        <a:off x="39580" y="178680"/>
        <a:ext cx="5014994" cy="731649"/>
      </dsp:txXfrm>
    </dsp:sp>
    <dsp:sp modelId="{C83FD421-82A3-4022-AB77-EC0078E7B415}">
      <dsp:nvSpPr>
        <dsp:cNvPr id="0" name=""/>
        <dsp:cNvSpPr/>
      </dsp:nvSpPr>
      <dsp:spPr>
        <a:xfrm>
          <a:off x="0" y="1010390"/>
          <a:ext cx="5094154" cy="810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відкриття в підросійській Україні першого університету</a:t>
          </a:r>
          <a:endParaRPr lang="uk-UA" sz="2100" kern="1200"/>
        </a:p>
      </dsp:txBody>
      <dsp:txXfrm>
        <a:off x="39580" y="1049970"/>
        <a:ext cx="5014994" cy="731649"/>
      </dsp:txXfrm>
    </dsp:sp>
    <dsp:sp modelId="{8D6A7103-F541-4731-8AB1-394FB3DF4B68}">
      <dsp:nvSpPr>
        <dsp:cNvPr id="0" name=""/>
        <dsp:cNvSpPr/>
      </dsp:nvSpPr>
      <dsp:spPr>
        <a:xfrm>
          <a:off x="0" y="1881680"/>
          <a:ext cx="5094154" cy="810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утворення першого українського стаціонарного професійного театру</a:t>
          </a:r>
          <a:endParaRPr lang="uk-UA" sz="2100" kern="1200"/>
        </a:p>
      </dsp:txBody>
      <dsp:txXfrm>
        <a:off x="39580" y="1921260"/>
        <a:ext cx="5014994" cy="731649"/>
      </dsp:txXfrm>
    </dsp:sp>
    <dsp:sp modelId="{17F6BD72-D689-43BD-875E-56A0E1E3F60E}">
      <dsp:nvSpPr>
        <dsp:cNvPr id="0" name=""/>
        <dsp:cNvSpPr/>
      </dsp:nvSpPr>
      <dsp:spPr>
        <a:xfrm>
          <a:off x="0" y="2752970"/>
          <a:ext cx="5094154" cy="810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розгортання мережі перших недільних шкіл з вивчення української мови</a:t>
          </a:r>
          <a:endParaRPr lang="uk-UA" sz="2100" kern="1200"/>
        </a:p>
      </dsp:txBody>
      <dsp:txXfrm>
        <a:off x="39580" y="2792550"/>
        <a:ext cx="5014994" cy="73164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E35ADB-1D20-43A7-A603-57F3A267F822}">
      <dsp:nvSpPr>
        <dsp:cNvPr id="0" name=""/>
        <dsp:cNvSpPr/>
      </dsp:nvSpPr>
      <dsp:spPr>
        <a:xfrm>
          <a:off x="0" y="11120"/>
          <a:ext cx="5106004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600" b="0" i="0" kern="1200"/>
            <a:t>православного</a:t>
          </a:r>
          <a:endParaRPr lang="uk-UA" sz="3600" kern="1200"/>
        </a:p>
      </dsp:txBody>
      <dsp:txXfrm>
        <a:off x="41123" y="52243"/>
        <a:ext cx="5023758" cy="760154"/>
      </dsp:txXfrm>
    </dsp:sp>
    <dsp:sp modelId="{F3253DA9-5173-42E8-917B-F924C52E5D5D}">
      <dsp:nvSpPr>
        <dsp:cNvPr id="0" name=""/>
        <dsp:cNvSpPr/>
      </dsp:nvSpPr>
      <dsp:spPr>
        <a:xfrm>
          <a:off x="0" y="957200"/>
          <a:ext cx="5106004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600" b="0" i="0" kern="1200"/>
            <a:t>римо-католицького</a:t>
          </a:r>
          <a:endParaRPr lang="uk-UA" sz="3600" kern="1200"/>
        </a:p>
      </dsp:txBody>
      <dsp:txXfrm>
        <a:off x="41123" y="998323"/>
        <a:ext cx="5023758" cy="760154"/>
      </dsp:txXfrm>
    </dsp:sp>
    <dsp:sp modelId="{C128C6BC-4335-46A6-A216-CDE1EAFD7558}">
      <dsp:nvSpPr>
        <dsp:cNvPr id="0" name=""/>
        <dsp:cNvSpPr/>
      </dsp:nvSpPr>
      <dsp:spPr>
        <a:xfrm>
          <a:off x="0" y="1903280"/>
          <a:ext cx="5106004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600" b="0" i="0" kern="1200"/>
            <a:t>протестантського</a:t>
          </a:r>
          <a:endParaRPr lang="uk-UA" sz="3600" kern="1200"/>
        </a:p>
      </dsp:txBody>
      <dsp:txXfrm>
        <a:off x="41123" y="1944403"/>
        <a:ext cx="5023758" cy="760154"/>
      </dsp:txXfrm>
    </dsp:sp>
    <dsp:sp modelId="{3428BBAE-3F20-40C8-9908-7EFE398497B6}">
      <dsp:nvSpPr>
        <dsp:cNvPr id="0" name=""/>
        <dsp:cNvSpPr/>
      </dsp:nvSpPr>
      <dsp:spPr>
        <a:xfrm>
          <a:off x="0" y="2849360"/>
          <a:ext cx="5106004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600" b="0" i="0" kern="1200"/>
            <a:t>греко-католицького</a:t>
          </a:r>
          <a:endParaRPr lang="uk-UA" sz="3600" kern="1200"/>
        </a:p>
      </dsp:txBody>
      <dsp:txXfrm>
        <a:off x="41123" y="2890483"/>
        <a:ext cx="5023758" cy="76015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62F739-E9C1-4965-943A-88301CFEE504}">
      <dsp:nvSpPr>
        <dsp:cNvPr id="0" name=""/>
        <dsp:cNvSpPr/>
      </dsp:nvSpPr>
      <dsp:spPr>
        <a:xfrm>
          <a:off x="0" y="57560"/>
          <a:ext cx="510600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видання в Будапешті альманаху «Русалка Дністровая»</a:t>
          </a:r>
          <a:endParaRPr lang="uk-UA" sz="2200" kern="1200"/>
        </a:p>
      </dsp:txBody>
      <dsp:txXfrm>
        <a:off x="41465" y="99025"/>
        <a:ext cx="5023074" cy="766490"/>
      </dsp:txXfrm>
    </dsp:sp>
    <dsp:sp modelId="{12441113-FE29-4CAD-BF4D-D71A851061D0}">
      <dsp:nvSpPr>
        <dsp:cNvPr id="0" name=""/>
        <dsp:cNvSpPr/>
      </dsp:nvSpPr>
      <dsp:spPr>
        <a:xfrm>
          <a:off x="0" y="970340"/>
          <a:ext cx="510600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видання в Петербурзі перших трьох частин «Енеїди» І. Котляревського</a:t>
          </a:r>
          <a:endParaRPr lang="uk-UA" sz="2200" kern="1200"/>
        </a:p>
      </dsp:txBody>
      <dsp:txXfrm>
        <a:off x="41465" y="1011805"/>
        <a:ext cx="5023074" cy="766490"/>
      </dsp:txXfrm>
    </dsp:sp>
    <dsp:sp modelId="{766C5557-E906-49A0-BF7C-5355CA70415A}">
      <dsp:nvSpPr>
        <dsp:cNvPr id="0" name=""/>
        <dsp:cNvSpPr/>
      </dsp:nvSpPr>
      <dsp:spPr>
        <a:xfrm>
          <a:off x="0" y="1883120"/>
          <a:ext cx="510600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видання в Петербурзі першого українського журналу «Основа»</a:t>
          </a:r>
          <a:endParaRPr lang="uk-UA" sz="2200" kern="1200"/>
        </a:p>
      </dsp:txBody>
      <dsp:txXfrm>
        <a:off x="41465" y="1924585"/>
        <a:ext cx="5023074" cy="766490"/>
      </dsp:txXfrm>
    </dsp:sp>
    <dsp:sp modelId="{058BDA70-7238-4396-9288-D80E93A304C4}">
      <dsp:nvSpPr>
        <dsp:cNvPr id="0" name=""/>
        <dsp:cNvSpPr/>
      </dsp:nvSpPr>
      <dsp:spPr>
        <a:xfrm>
          <a:off x="0" y="2795900"/>
          <a:ext cx="510600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перше видання в Петербурзі «Кобзаря» Т. Шевченка</a:t>
          </a:r>
          <a:endParaRPr lang="uk-UA" sz="2200" kern="1200"/>
        </a:p>
      </dsp:txBody>
      <dsp:txXfrm>
        <a:off x="41465" y="2837365"/>
        <a:ext cx="5023074" cy="76649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356C5E-FB12-4CA6-9E75-4246245EE383}">
      <dsp:nvSpPr>
        <dsp:cNvPr id="0" name=""/>
        <dsp:cNvSpPr/>
      </dsp:nvSpPr>
      <dsp:spPr>
        <a:xfrm>
          <a:off x="701561" y="0"/>
          <a:ext cx="3702881" cy="3702881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95EAE1-7637-42F5-BC45-BAEE1EA793DD}">
      <dsp:nvSpPr>
        <dsp:cNvPr id="0" name=""/>
        <dsp:cNvSpPr/>
      </dsp:nvSpPr>
      <dsp:spPr>
        <a:xfrm>
          <a:off x="1053335" y="351773"/>
          <a:ext cx="1444123" cy="14441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1816 р.</a:t>
          </a:r>
          <a:endParaRPr lang="uk-UA" sz="3700" kern="1200"/>
        </a:p>
      </dsp:txBody>
      <dsp:txXfrm>
        <a:off x="1123831" y="422269"/>
        <a:ext cx="1303131" cy="1303131"/>
      </dsp:txXfrm>
    </dsp:sp>
    <dsp:sp modelId="{A9361E4F-13A5-40C0-899B-EBF57B3357AB}">
      <dsp:nvSpPr>
        <dsp:cNvPr id="0" name=""/>
        <dsp:cNvSpPr/>
      </dsp:nvSpPr>
      <dsp:spPr>
        <a:xfrm>
          <a:off x="2608545" y="351773"/>
          <a:ext cx="1444123" cy="14441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1839 р.</a:t>
          </a:r>
          <a:endParaRPr lang="uk-UA" sz="3700" kern="1200"/>
        </a:p>
      </dsp:txBody>
      <dsp:txXfrm>
        <a:off x="2679041" y="422269"/>
        <a:ext cx="1303131" cy="1303131"/>
      </dsp:txXfrm>
    </dsp:sp>
    <dsp:sp modelId="{CEB6138A-8B25-491B-8820-A2082750C295}">
      <dsp:nvSpPr>
        <dsp:cNvPr id="0" name=""/>
        <dsp:cNvSpPr/>
      </dsp:nvSpPr>
      <dsp:spPr>
        <a:xfrm>
          <a:off x="1053335" y="1906983"/>
          <a:ext cx="1444123" cy="14441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1848 р.</a:t>
          </a:r>
          <a:endParaRPr lang="uk-UA" sz="3700" kern="1200"/>
        </a:p>
      </dsp:txBody>
      <dsp:txXfrm>
        <a:off x="1123831" y="1977479"/>
        <a:ext cx="1303131" cy="1303131"/>
      </dsp:txXfrm>
    </dsp:sp>
    <dsp:sp modelId="{7A506F42-A439-4CBF-81E0-E317E255AD71}">
      <dsp:nvSpPr>
        <dsp:cNvPr id="0" name=""/>
        <dsp:cNvSpPr/>
      </dsp:nvSpPr>
      <dsp:spPr>
        <a:xfrm>
          <a:off x="2608545" y="1906983"/>
          <a:ext cx="1444123" cy="14441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1861 р.</a:t>
          </a:r>
          <a:endParaRPr lang="uk-UA" sz="3700" kern="1200"/>
        </a:p>
      </dsp:txBody>
      <dsp:txXfrm>
        <a:off x="2679041" y="1977479"/>
        <a:ext cx="1303131" cy="130313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81382B-F99D-4D06-9DB3-4BEA80D2316D}">
      <dsp:nvSpPr>
        <dsp:cNvPr id="0" name=""/>
        <dsp:cNvSpPr/>
      </dsp:nvSpPr>
      <dsp:spPr>
        <a:xfrm>
          <a:off x="0" y="39567"/>
          <a:ext cx="5094154" cy="11402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конкуренцією між державними та приватними навчальними закладами.</a:t>
          </a:r>
          <a:endParaRPr lang="uk-UA" sz="2100" kern="1200"/>
        </a:p>
      </dsp:txBody>
      <dsp:txXfrm>
        <a:off x="55660" y="95227"/>
        <a:ext cx="4982834" cy="1028881"/>
      </dsp:txXfrm>
    </dsp:sp>
    <dsp:sp modelId="{6B071000-224A-4017-9C37-B24DCF648575}">
      <dsp:nvSpPr>
        <dsp:cNvPr id="0" name=""/>
        <dsp:cNvSpPr/>
      </dsp:nvSpPr>
      <dsp:spPr>
        <a:xfrm>
          <a:off x="0" y="1240248"/>
          <a:ext cx="5094154" cy="11402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розвитком господарства та зростаючим попитом на кваліфіковані кадри.</a:t>
          </a:r>
          <a:endParaRPr lang="uk-UA" sz="2100" kern="1200"/>
        </a:p>
      </dsp:txBody>
      <dsp:txXfrm>
        <a:off x="55660" y="1295908"/>
        <a:ext cx="4982834" cy="1028881"/>
      </dsp:txXfrm>
    </dsp:sp>
    <dsp:sp modelId="{A1693140-0778-4923-A2D4-658C56D8CC1A}">
      <dsp:nvSpPr>
        <dsp:cNvPr id="0" name=""/>
        <dsp:cNvSpPr/>
      </dsp:nvSpPr>
      <dsp:spPr>
        <a:xfrm>
          <a:off x="0" y="2440930"/>
          <a:ext cx="5094154" cy="11402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вкладанням коштів у розвиток освіти українськими підприємцями-меценатами.</a:t>
          </a:r>
          <a:endParaRPr lang="uk-UA" sz="2100" kern="1200"/>
        </a:p>
      </dsp:txBody>
      <dsp:txXfrm>
        <a:off x="55660" y="2496590"/>
        <a:ext cx="4982834" cy="1028881"/>
      </dsp:txXfrm>
    </dsp:sp>
    <dsp:sp modelId="{D419C6A8-1D7E-4B3D-867B-3B0641E2A50D}">
      <dsp:nvSpPr>
        <dsp:cNvPr id="0" name=""/>
        <dsp:cNvSpPr/>
      </dsp:nvSpPr>
      <dsp:spPr>
        <a:xfrm>
          <a:off x="0" y="3641612"/>
          <a:ext cx="5094154" cy="11402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намаганням влади зробити середню освіту доступною для всіх верств суспільства.</a:t>
          </a:r>
          <a:endParaRPr lang="uk-UA" sz="2100" kern="1200"/>
        </a:p>
      </dsp:txBody>
      <dsp:txXfrm>
        <a:off x="55660" y="3697272"/>
        <a:ext cx="4982834" cy="102888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DD1E66-EF1D-4FBD-ABBE-AFB7ADACFC07}">
      <dsp:nvSpPr>
        <dsp:cNvPr id="0" name=""/>
        <dsp:cNvSpPr/>
      </dsp:nvSpPr>
      <dsp:spPr>
        <a:xfrm rot="10800000">
          <a:off x="1042215" y="147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Новоросійський університет</a:t>
          </a:r>
          <a:endParaRPr lang="uk-UA" sz="2100" kern="1200"/>
        </a:p>
      </dsp:txBody>
      <dsp:txXfrm rot="10800000">
        <a:off x="1231159" y="1476"/>
        <a:ext cx="3198668" cy="755777"/>
      </dsp:txXfrm>
    </dsp:sp>
    <dsp:sp modelId="{8795A77D-D30C-4E31-B2B1-0BBAED8AEF42}">
      <dsp:nvSpPr>
        <dsp:cNvPr id="0" name=""/>
        <dsp:cNvSpPr/>
      </dsp:nvSpPr>
      <dsp:spPr>
        <a:xfrm>
          <a:off x="664326" y="147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F94A4F-B148-4FA2-A4A5-CF6DD6B19714}">
      <dsp:nvSpPr>
        <dsp:cNvPr id="0" name=""/>
        <dsp:cNvSpPr/>
      </dsp:nvSpPr>
      <dsp:spPr>
        <a:xfrm rot="10800000">
          <a:off x="1042215" y="982859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Чернівецький університет</a:t>
          </a:r>
          <a:endParaRPr lang="uk-UA" sz="2100" kern="1200"/>
        </a:p>
      </dsp:txBody>
      <dsp:txXfrm rot="10800000">
        <a:off x="1231159" y="982859"/>
        <a:ext cx="3198668" cy="755777"/>
      </dsp:txXfrm>
    </dsp:sp>
    <dsp:sp modelId="{4851E3A7-509C-4EE1-96C8-B1F6DC12B018}">
      <dsp:nvSpPr>
        <dsp:cNvPr id="0" name=""/>
        <dsp:cNvSpPr/>
      </dsp:nvSpPr>
      <dsp:spPr>
        <a:xfrm>
          <a:off x="664326" y="982859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B91B54-042E-4F48-AD95-A59D89D84C16}">
      <dsp:nvSpPr>
        <dsp:cNvPr id="0" name=""/>
        <dsp:cNvSpPr/>
      </dsp:nvSpPr>
      <dsp:spPr>
        <a:xfrm rot="10800000">
          <a:off x="1042215" y="1964243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Київський університет</a:t>
          </a:r>
          <a:endParaRPr lang="uk-UA" sz="2100" kern="1200"/>
        </a:p>
      </dsp:txBody>
      <dsp:txXfrm rot="10800000">
        <a:off x="1231159" y="1964243"/>
        <a:ext cx="3198668" cy="755777"/>
      </dsp:txXfrm>
    </dsp:sp>
    <dsp:sp modelId="{E3C03E07-D712-4E2F-A0D2-08D809F07EB0}">
      <dsp:nvSpPr>
        <dsp:cNvPr id="0" name=""/>
        <dsp:cNvSpPr/>
      </dsp:nvSpPr>
      <dsp:spPr>
        <a:xfrm>
          <a:off x="664326" y="1964243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E8E767-A2F1-4710-9EE6-154611E1B95F}">
      <dsp:nvSpPr>
        <dsp:cNvPr id="0" name=""/>
        <dsp:cNvSpPr/>
      </dsp:nvSpPr>
      <dsp:spPr>
        <a:xfrm rot="10800000">
          <a:off x="1042215" y="294562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Харківський університет</a:t>
          </a:r>
          <a:endParaRPr lang="uk-UA" sz="2100" kern="1200"/>
        </a:p>
      </dsp:txBody>
      <dsp:txXfrm rot="10800000">
        <a:off x="1231159" y="2945626"/>
        <a:ext cx="3198668" cy="755777"/>
      </dsp:txXfrm>
    </dsp:sp>
    <dsp:sp modelId="{6206A832-34B0-4BE5-B015-980FA183F58B}">
      <dsp:nvSpPr>
        <dsp:cNvPr id="0" name=""/>
        <dsp:cNvSpPr/>
      </dsp:nvSpPr>
      <dsp:spPr>
        <a:xfrm>
          <a:off x="664326" y="294562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FC993A-DE33-49D9-BBC8-7578B8D4F9FF}">
      <dsp:nvSpPr>
        <dsp:cNvPr id="0" name=""/>
        <dsp:cNvSpPr/>
      </dsp:nvSpPr>
      <dsp:spPr>
        <a:xfrm rot="10800000">
          <a:off x="1042215" y="147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Київського університету.</a:t>
          </a:r>
          <a:endParaRPr lang="uk-UA" sz="2100" kern="1200"/>
        </a:p>
      </dsp:txBody>
      <dsp:txXfrm rot="10800000">
        <a:off x="1231159" y="1476"/>
        <a:ext cx="3198668" cy="755777"/>
      </dsp:txXfrm>
    </dsp:sp>
    <dsp:sp modelId="{15089761-156F-4439-AA68-2CB8931EC019}">
      <dsp:nvSpPr>
        <dsp:cNvPr id="0" name=""/>
        <dsp:cNvSpPr/>
      </dsp:nvSpPr>
      <dsp:spPr>
        <a:xfrm>
          <a:off x="664326" y="147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F2C440-C90A-49A4-916B-861DC9E3F56B}">
      <dsp:nvSpPr>
        <dsp:cNvPr id="0" name=""/>
        <dsp:cNvSpPr/>
      </dsp:nvSpPr>
      <dsp:spPr>
        <a:xfrm rot="10800000">
          <a:off x="1042215" y="982859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Харківського університету.</a:t>
          </a:r>
          <a:endParaRPr lang="uk-UA" sz="2100" kern="1200"/>
        </a:p>
      </dsp:txBody>
      <dsp:txXfrm rot="10800000">
        <a:off x="1231159" y="982859"/>
        <a:ext cx="3198668" cy="755777"/>
      </dsp:txXfrm>
    </dsp:sp>
    <dsp:sp modelId="{17C49160-3664-4696-996B-D109066C955E}">
      <dsp:nvSpPr>
        <dsp:cNvPr id="0" name=""/>
        <dsp:cNvSpPr/>
      </dsp:nvSpPr>
      <dsp:spPr>
        <a:xfrm>
          <a:off x="664326" y="982859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1FC29F-2033-40BF-9E51-36E37EB742B7}">
      <dsp:nvSpPr>
        <dsp:cNvPr id="0" name=""/>
        <dsp:cNvSpPr/>
      </dsp:nvSpPr>
      <dsp:spPr>
        <a:xfrm rot="10800000">
          <a:off x="1042215" y="1964243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Чернівецького університету.</a:t>
          </a:r>
          <a:endParaRPr lang="uk-UA" sz="2100" kern="1200"/>
        </a:p>
      </dsp:txBody>
      <dsp:txXfrm rot="10800000">
        <a:off x="1231159" y="1964243"/>
        <a:ext cx="3198668" cy="755777"/>
      </dsp:txXfrm>
    </dsp:sp>
    <dsp:sp modelId="{E13576BE-3D66-4360-A302-99DD4CDB53C5}">
      <dsp:nvSpPr>
        <dsp:cNvPr id="0" name=""/>
        <dsp:cNvSpPr/>
      </dsp:nvSpPr>
      <dsp:spPr>
        <a:xfrm>
          <a:off x="664326" y="1964243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2DDF67-AB63-46BF-948F-BEA32A079C0E}">
      <dsp:nvSpPr>
        <dsp:cNvPr id="0" name=""/>
        <dsp:cNvSpPr/>
      </dsp:nvSpPr>
      <dsp:spPr>
        <a:xfrm rot="10800000">
          <a:off x="1042215" y="294562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Новоросійського університету.</a:t>
          </a:r>
          <a:endParaRPr lang="uk-UA" sz="2100" kern="1200"/>
        </a:p>
      </dsp:txBody>
      <dsp:txXfrm rot="10800000">
        <a:off x="1231159" y="2945626"/>
        <a:ext cx="3198668" cy="755777"/>
      </dsp:txXfrm>
    </dsp:sp>
    <dsp:sp modelId="{09BA3CF4-8D4A-405E-8A5F-180CE3803DE7}">
      <dsp:nvSpPr>
        <dsp:cNvPr id="0" name=""/>
        <dsp:cNvSpPr/>
      </dsp:nvSpPr>
      <dsp:spPr>
        <a:xfrm>
          <a:off x="664326" y="294562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3A780E-595B-45E5-A07F-DEFADF86E4DE}">
      <dsp:nvSpPr>
        <dsp:cNvPr id="0" name=""/>
        <dsp:cNvSpPr/>
      </dsp:nvSpPr>
      <dsp:spPr>
        <a:xfrm>
          <a:off x="219558" y="176671"/>
          <a:ext cx="837384" cy="83738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D6EECFF-13C0-4645-825F-90679FBF0B93}">
      <dsp:nvSpPr>
        <dsp:cNvPr id="0" name=""/>
        <dsp:cNvSpPr/>
      </dsp:nvSpPr>
      <dsp:spPr>
        <a:xfrm>
          <a:off x="638250" y="176671"/>
          <a:ext cx="4467753" cy="837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6040" rIns="0" bIns="6604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200" b="0" i="0" kern="1200"/>
            <a:t>1805 р.</a:t>
          </a:r>
          <a:endParaRPr lang="uk-UA" sz="5200" kern="1200"/>
        </a:p>
      </dsp:txBody>
      <dsp:txXfrm>
        <a:off x="638250" y="176671"/>
        <a:ext cx="4467753" cy="837384"/>
      </dsp:txXfrm>
    </dsp:sp>
    <dsp:sp modelId="{FB6E5BD7-A957-40AD-996A-3B01D30F4312}">
      <dsp:nvSpPr>
        <dsp:cNvPr id="0" name=""/>
        <dsp:cNvSpPr/>
      </dsp:nvSpPr>
      <dsp:spPr>
        <a:xfrm>
          <a:off x="219558" y="1014055"/>
          <a:ext cx="837384" cy="83738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009DF79-5997-45E9-A403-B9600BEACCE1}">
      <dsp:nvSpPr>
        <dsp:cNvPr id="0" name=""/>
        <dsp:cNvSpPr/>
      </dsp:nvSpPr>
      <dsp:spPr>
        <a:xfrm>
          <a:off x="638250" y="1014055"/>
          <a:ext cx="4467753" cy="837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6040" rIns="0" bIns="6604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200" b="0" i="0" kern="1200"/>
            <a:t>1834 р.</a:t>
          </a:r>
          <a:endParaRPr lang="uk-UA" sz="5200" kern="1200"/>
        </a:p>
      </dsp:txBody>
      <dsp:txXfrm>
        <a:off x="638250" y="1014055"/>
        <a:ext cx="4467753" cy="837384"/>
      </dsp:txXfrm>
    </dsp:sp>
    <dsp:sp modelId="{F8B57413-9F1C-4339-A4FA-545CDBD39F13}">
      <dsp:nvSpPr>
        <dsp:cNvPr id="0" name=""/>
        <dsp:cNvSpPr/>
      </dsp:nvSpPr>
      <dsp:spPr>
        <a:xfrm>
          <a:off x="219558" y="1851440"/>
          <a:ext cx="837384" cy="83738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6D78DC2-95EA-4AF5-9AD4-A522DB9311CE}">
      <dsp:nvSpPr>
        <dsp:cNvPr id="0" name=""/>
        <dsp:cNvSpPr/>
      </dsp:nvSpPr>
      <dsp:spPr>
        <a:xfrm>
          <a:off x="638250" y="1851440"/>
          <a:ext cx="4467753" cy="837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6040" rIns="0" bIns="6604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200" b="0" i="0" kern="1200"/>
            <a:t>1865 р.</a:t>
          </a:r>
          <a:endParaRPr lang="uk-UA" sz="5200" kern="1200"/>
        </a:p>
      </dsp:txBody>
      <dsp:txXfrm>
        <a:off x="638250" y="1851440"/>
        <a:ext cx="4467753" cy="837384"/>
      </dsp:txXfrm>
    </dsp:sp>
    <dsp:sp modelId="{99D3368B-581B-447C-982C-C5D25109D3D5}">
      <dsp:nvSpPr>
        <dsp:cNvPr id="0" name=""/>
        <dsp:cNvSpPr/>
      </dsp:nvSpPr>
      <dsp:spPr>
        <a:xfrm>
          <a:off x="219558" y="2688825"/>
          <a:ext cx="837384" cy="83738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1A5075E-1B52-480A-8921-70873CE94074}">
      <dsp:nvSpPr>
        <dsp:cNvPr id="0" name=""/>
        <dsp:cNvSpPr/>
      </dsp:nvSpPr>
      <dsp:spPr>
        <a:xfrm>
          <a:off x="638250" y="2688825"/>
          <a:ext cx="4467753" cy="837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6040" rIns="0" bIns="6604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200" b="0" i="0" kern="1200"/>
            <a:t>1892 р.</a:t>
          </a:r>
          <a:endParaRPr lang="uk-UA" sz="5200" kern="1200"/>
        </a:p>
      </dsp:txBody>
      <dsp:txXfrm>
        <a:off x="638250" y="2688825"/>
        <a:ext cx="4467753" cy="83738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EE66F5-D418-4538-AB9C-BF47FCB17365}">
      <dsp:nvSpPr>
        <dsp:cNvPr id="0" name=""/>
        <dsp:cNvSpPr/>
      </dsp:nvSpPr>
      <dsp:spPr>
        <a:xfrm>
          <a:off x="219048" y="180557"/>
          <a:ext cx="835441" cy="83544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81846F5-FDBD-4F1A-B172-6E1B27BD1922}">
      <dsp:nvSpPr>
        <dsp:cNvPr id="0" name=""/>
        <dsp:cNvSpPr/>
      </dsp:nvSpPr>
      <dsp:spPr>
        <a:xfrm>
          <a:off x="636769" y="180557"/>
          <a:ext cx="4457384" cy="835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6040" rIns="0" bIns="6604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200" b="0" i="0" kern="1200"/>
            <a:t>1805 р.</a:t>
          </a:r>
          <a:endParaRPr lang="uk-UA" sz="5200" kern="1200"/>
        </a:p>
      </dsp:txBody>
      <dsp:txXfrm>
        <a:off x="636769" y="180557"/>
        <a:ext cx="4457384" cy="835441"/>
      </dsp:txXfrm>
    </dsp:sp>
    <dsp:sp modelId="{7EE0280D-BC43-45B7-90CC-E508C5BF8BFB}">
      <dsp:nvSpPr>
        <dsp:cNvPr id="0" name=""/>
        <dsp:cNvSpPr/>
      </dsp:nvSpPr>
      <dsp:spPr>
        <a:xfrm>
          <a:off x="219048" y="1015999"/>
          <a:ext cx="835441" cy="83544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EC8981B7-BB6D-47BE-BB84-506E6D8DF555}">
      <dsp:nvSpPr>
        <dsp:cNvPr id="0" name=""/>
        <dsp:cNvSpPr/>
      </dsp:nvSpPr>
      <dsp:spPr>
        <a:xfrm>
          <a:off x="636769" y="1015999"/>
          <a:ext cx="4457384" cy="835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6040" rIns="0" bIns="6604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200" b="0" i="0" kern="1200"/>
            <a:t>1834 р.</a:t>
          </a:r>
          <a:endParaRPr lang="uk-UA" sz="5200" kern="1200"/>
        </a:p>
      </dsp:txBody>
      <dsp:txXfrm>
        <a:off x="636769" y="1015999"/>
        <a:ext cx="4457384" cy="835441"/>
      </dsp:txXfrm>
    </dsp:sp>
    <dsp:sp modelId="{5620E275-7571-4EF9-ACE2-EA8837BCD59D}">
      <dsp:nvSpPr>
        <dsp:cNvPr id="0" name=""/>
        <dsp:cNvSpPr/>
      </dsp:nvSpPr>
      <dsp:spPr>
        <a:xfrm>
          <a:off x="219048" y="1851440"/>
          <a:ext cx="835441" cy="83544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F9B0B53-B720-4CF5-8383-6A63703EF89B}">
      <dsp:nvSpPr>
        <dsp:cNvPr id="0" name=""/>
        <dsp:cNvSpPr/>
      </dsp:nvSpPr>
      <dsp:spPr>
        <a:xfrm>
          <a:off x="636769" y="1851440"/>
          <a:ext cx="4457384" cy="835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6040" rIns="0" bIns="6604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200" b="0" i="0" kern="1200"/>
            <a:t>1865 р.</a:t>
          </a:r>
          <a:endParaRPr lang="uk-UA" sz="5200" kern="1200"/>
        </a:p>
      </dsp:txBody>
      <dsp:txXfrm>
        <a:off x="636769" y="1851440"/>
        <a:ext cx="4457384" cy="835441"/>
      </dsp:txXfrm>
    </dsp:sp>
    <dsp:sp modelId="{4CA91067-2AF3-4C12-A267-0B5DEE66E57B}">
      <dsp:nvSpPr>
        <dsp:cNvPr id="0" name=""/>
        <dsp:cNvSpPr/>
      </dsp:nvSpPr>
      <dsp:spPr>
        <a:xfrm>
          <a:off x="219048" y="2686881"/>
          <a:ext cx="835441" cy="83544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496663F-BF66-4714-90C6-1428BDDC3093}">
      <dsp:nvSpPr>
        <dsp:cNvPr id="0" name=""/>
        <dsp:cNvSpPr/>
      </dsp:nvSpPr>
      <dsp:spPr>
        <a:xfrm>
          <a:off x="636769" y="2686881"/>
          <a:ext cx="4457384" cy="835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6040" rIns="0" bIns="6604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200" b="0" i="0" kern="1200"/>
            <a:t>1875 р.</a:t>
          </a:r>
          <a:endParaRPr lang="uk-UA" sz="5200" kern="1200"/>
        </a:p>
      </dsp:txBody>
      <dsp:txXfrm>
        <a:off x="636769" y="2686881"/>
        <a:ext cx="4457384" cy="835441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18EF10-8BF1-408C-A305-018CCF37E55F}">
      <dsp:nvSpPr>
        <dsp:cNvPr id="0" name=""/>
        <dsp:cNvSpPr/>
      </dsp:nvSpPr>
      <dsp:spPr>
        <a:xfrm>
          <a:off x="219048" y="180557"/>
          <a:ext cx="835441" cy="83544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50A283D-6D8C-46AA-BB01-01274357845F}">
      <dsp:nvSpPr>
        <dsp:cNvPr id="0" name=""/>
        <dsp:cNvSpPr/>
      </dsp:nvSpPr>
      <dsp:spPr>
        <a:xfrm>
          <a:off x="636769" y="180557"/>
          <a:ext cx="4457384" cy="835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9530" rIns="0" bIns="4953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В. Каразіна</a:t>
          </a:r>
          <a:endParaRPr lang="uk-UA" sz="3900" kern="1200"/>
        </a:p>
      </dsp:txBody>
      <dsp:txXfrm>
        <a:off x="636769" y="180557"/>
        <a:ext cx="4457384" cy="835441"/>
      </dsp:txXfrm>
    </dsp:sp>
    <dsp:sp modelId="{5E32C1C7-8AE5-4CCE-B7F9-3689A18E0A24}">
      <dsp:nvSpPr>
        <dsp:cNvPr id="0" name=""/>
        <dsp:cNvSpPr/>
      </dsp:nvSpPr>
      <dsp:spPr>
        <a:xfrm>
          <a:off x="219048" y="1015999"/>
          <a:ext cx="835441" cy="83544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365C57E-83ED-4645-9488-C6E2D93BBF74}">
      <dsp:nvSpPr>
        <dsp:cNvPr id="0" name=""/>
        <dsp:cNvSpPr/>
      </dsp:nvSpPr>
      <dsp:spPr>
        <a:xfrm>
          <a:off x="636769" y="1015999"/>
          <a:ext cx="4457384" cy="835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9530" rIns="0" bIns="4953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Я. Головацького</a:t>
          </a:r>
          <a:endParaRPr lang="uk-UA" sz="3900" kern="1200"/>
        </a:p>
      </dsp:txBody>
      <dsp:txXfrm>
        <a:off x="636769" y="1015999"/>
        <a:ext cx="4457384" cy="835441"/>
      </dsp:txXfrm>
    </dsp:sp>
    <dsp:sp modelId="{8EB7E376-C715-4ED9-80A3-045655E4CE2B}">
      <dsp:nvSpPr>
        <dsp:cNvPr id="0" name=""/>
        <dsp:cNvSpPr/>
      </dsp:nvSpPr>
      <dsp:spPr>
        <a:xfrm>
          <a:off x="219048" y="1851440"/>
          <a:ext cx="835441" cy="83544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78058F9-3694-49B2-AE60-AB26C47897B2}">
      <dsp:nvSpPr>
        <dsp:cNvPr id="0" name=""/>
        <dsp:cNvSpPr/>
      </dsp:nvSpPr>
      <dsp:spPr>
        <a:xfrm>
          <a:off x="636769" y="1851440"/>
          <a:ext cx="4457384" cy="835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9530" rIns="0" bIns="4953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М. Максимовича</a:t>
          </a:r>
          <a:endParaRPr lang="uk-UA" sz="3900" kern="1200"/>
        </a:p>
      </dsp:txBody>
      <dsp:txXfrm>
        <a:off x="636769" y="1851440"/>
        <a:ext cx="4457384" cy="835441"/>
      </dsp:txXfrm>
    </dsp:sp>
    <dsp:sp modelId="{6D890523-9A9F-4602-BEB0-0532321F1CA1}">
      <dsp:nvSpPr>
        <dsp:cNvPr id="0" name=""/>
        <dsp:cNvSpPr/>
      </dsp:nvSpPr>
      <dsp:spPr>
        <a:xfrm>
          <a:off x="219048" y="2686881"/>
          <a:ext cx="835441" cy="83544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05516E5-78F9-457F-8B69-63CA08CF056B}">
      <dsp:nvSpPr>
        <dsp:cNvPr id="0" name=""/>
        <dsp:cNvSpPr/>
      </dsp:nvSpPr>
      <dsp:spPr>
        <a:xfrm>
          <a:off x="636769" y="2686881"/>
          <a:ext cx="4457384" cy="835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9530" rIns="0" bIns="4953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М.Остроградського</a:t>
          </a:r>
          <a:endParaRPr lang="uk-UA" sz="3900" kern="1200"/>
        </a:p>
      </dsp:txBody>
      <dsp:txXfrm>
        <a:off x="636769" y="2686881"/>
        <a:ext cx="4457384" cy="835441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CB541E-E8CC-4154-BADF-E91964CC2402}">
      <dsp:nvSpPr>
        <dsp:cNvPr id="0" name=""/>
        <dsp:cNvSpPr/>
      </dsp:nvSpPr>
      <dsp:spPr>
        <a:xfrm>
          <a:off x="0" y="139100"/>
          <a:ext cx="5106004" cy="810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проведення Собору руських учених у Львові.</a:t>
          </a:r>
          <a:endParaRPr lang="uk-UA" sz="2100" kern="1200"/>
        </a:p>
      </dsp:txBody>
      <dsp:txXfrm>
        <a:off x="39580" y="178680"/>
        <a:ext cx="5026844" cy="731649"/>
      </dsp:txXfrm>
    </dsp:sp>
    <dsp:sp modelId="{8B6EFDBD-4C70-4C9C-8A32-E97CA84D7877}">
      <dsp:nvSpPr>
        <dsp:cNvPr id="0" name=""/>
        <dsp:cNvSpPr/>
      </dsp:nvSpPr>
      <dsp:spPr>
        <a:xfrm>
          <a:off x="0" y="1010390"/>
          <a:ext cx="5106004" cy="810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становлення українського професійного театру в Галичині.</a:t>
          </a:r>
          <a:endParaRPr lang="uk-UA" sz="2100" kern="1200"/>
        </a:p>
      </dsp:txBody>
      <dsp:txXfrm>
        <a:off x="39580" y="1049970"/>
        <a:ext cx="5026844" cy="731649"/>
      </dsp:txXfrm>
    </dsp:sp>
    <dsp:sp modelId="{B3A45358-5430-4F5C-BA84-61958EED6B74}">
      <dsp:nvSpPr>
        <dsp:cNvPr id="0" name=""/>
        <dsp:cNvSpPr/>
      </dsp:nvSpPr>
      <dsp:spPr>
        <a:xfrm>
          <a:off x="0" y="1881680"/>
          <a:ext cx="5106004" cy="810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започаткування українськомовної преси в Наддніпрянській Україні.</a:t>
          </a:r>
          <a:endParaRPr lang="uk-UA" sz="2100" kern="1200"/>
        </a:p>
      </dsp:txBody>
      <dsp:txXfrm>
        <a:off x="39580" y="1921260"/>
        <a:ext cx="5026844" cy="731649"/>
      </dsp:txXfrm>
    </dsp:sp>
    <dsp:sp modelId="{07D4F472-4CF4-4218-8F06-FADE9ED7690D}">
      <dsp:nvSpPr>
        <dsp:cNvPr id="0" name=""/>
        <dsp:cNvSpPr/>
      </dsp:nvSpPr>
      <dsp:spPr>
        <a:xfrm>
          <a:off x="0" y="2752970"/>
          <a:ext cx="5106004" cy="810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відкриття університетів на українських землях у складі Російської імперії.</a:t>
          </a:r>
          <a:endParaRPr lang="uk-UA" sz="2100" kern="1200"/>
        </a:p>
      </dsp:txBody>
      <dsp:txXfrm>
        <a:off x="39580" y="2792550"/>
        <a:ext cx="5026844" cy="731649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753D2A-8462-408B-8023-A89A4F62DDB5}">
      <dsp:nvSpPr>
        <dsp:cNvPr id="0" name=""/>
        <dsp:cNvSpPr/>
      </dsp:nvSpPr>
      <dsp:spPr>
        <a:xfrm>
          <a:off x="0" y="57560"/>
          <a:ext cx="510600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перше видання «Кобзаря» Т. Шевченка в Петербурзі</a:t>
          </a:r>
          <a:endParaRPr lang="uk-UA" sz="2200" kern="1200"/>
        </a:p>
      </dsp:txBody>
      <dsp:txXfrm>
        <a:off x="41465" y="99025"/>
        <a:ext cx="5023074" cy="766490"/>
      </dsp:txXfrm>
    </dsp:sp>
    <dsp:sp modelId="{F23983A2-8039-4CE1-B90B-7CDD8F36A6CB}">
      <dsp:nvSpPr>
        <dsp:cNvPr id="0" name=""/>
        <dsp:cNvSpPr/>
      </dsp:nvSpPr>
      <dsp:spPr>
        <a:xfrm>
          <a:off x="0" y="970340"/>
          <a:ext cx="510600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видання «Енеїди» І. Котляревського</a:t>
          </a:r>
          <a:endParaRPr lang="uk-UA" sz="2200" kern="1200"/>
        </a:p>
      </dsp:txBody>
      <dsp:txXfrm>
        <a:off x="41465" y="1011805"/>
        <a:ext cx="5023074" cy="766490"/>
      </dsp:txXfrm>
    </dsp:sp>
    <dsp:sp modelId="{06B361B2-0470-4B19-89A9-2EEE454E2002}">
      <dsp:nvSpPr>
        <dsp:cNvPr id="0" name=""/>
        <dsp:cNvSpPr/>
      </dsp:nvSpPr>
      <dsp:spPr>
        <a:xfrm>
          <a:off x="0" y="1883120"/>
          <a:ext cx="510600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повстання Чернігівського полку, керованого декабристами</a:t>
          </a:r>
          <a:endParaRPr lang="uk-UA" sz="2200" kern="1200"/>
        </a:p>
      </dsp:txBody>
      <dsp:txXfrm>
        <a:off x="41465" y="1924585"/>
        <a:ext cx="5023074" cy="766490"/>
      </dsp:txXfrm>
    </dsp:sp>
    <dsp:sp modelId="{846D732D-D0B1-4E03-858B-D76557736E8C}">
      <dsp:nvSpPr>
        <dsp:cNvPr id="0" name=""/>
        <dsp:cNvSpPr/>
      </dsp:nvSpPr>
      <dsp:spPr>
        <a:xfrm>
          <a:off x="0" y="2795900"/>
          <a:ext cx="510600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реорганізація Літературного товариства ім. Т. Шевченка в наукове</a:t>
          </a:r>
          <a:endParaRPr lang="uk-UA" sz="2200" kern="1200"/>
        </a:p>
      </dsp:txBody>
      <dsp:txXfrm>
        <a:off x="41465" y="2837365"/>
        <a:ext cx="5023074" cy="76649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589920-8E31-40AF-B2B9-E88245B46D2F}">
      <dsp:nvSpPr>
        <dsp:cNvPr id="0" name=""/>
        <dsp:cNvSpPr/>
      </dsp:nvSpPr>
      <dsp:spPr>
        <a:xfrm>
          <a:off x="0" y="500"/>
          <a:ext cx="5094154" cy="8973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1" kern="1200"/>
            <a:t>«Він став самобутнім виявом імпресіонізму в літературі, вдаючись до аналізу психологічного стану своїх героїв. Його творчість остаточно розвіяла сумніви, чи зможе українська література стати великою літературою...»</a:t>
          </a:r>
          <a:endParaRPr lang="uk-UA" sz="1300" kern="1200"/>
        </a:p>
      </dsp:txBody>
      <dsp:txXfrm>
        <a:off x="43807" y="44307"/>
        <a:ext cx="5006540" cy="809776"/>
      </dsp:txXfrm>
    </dsp:sp>
    <dsp:sp modelId="{F81EDCD9-EB93-4C90-A33F-A5A477FC1C94}">
      <dsp:nvSpPr>
        <dsp:cNvPr id="0" name=""/>
        <dsp:cNvSpPr/>
      </dsp:nvSpPr>
      <dsp:spPr>
        <a:xfrm>
          <a:off x="0" y="935330"/>
          <a:ext cx="5094154" cy="8973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1" kern="1200"/>
            <a:t>«З його ім’ям пов’язаний поворот до нового літературного і культурного розвитку. Його славу зачинателя нової української літератури, доповнює слава «батька» українського театру...»</a:t>
          </a:r>
          <a:endParaRPr lang="uk-UA" sz="1300" kern="1200"/>
        </a:p>
      </dsp:txBody>
      <dsp:txXfrm>
        <a:off x="43807" y="979137"/>
        <a:ext cx="5006540" cy="809776"/>
      </dsp:txXfrm>
    </dsp:sp>
    <dsp:sp modelId="{11542686-69A1-4293-AB71-EFBC2E73E465}">
      <dsp:nvSpPr>
        <dsp:cNvPr id="0" name=""/>
        <dsp:cNvSpPr/>
      </dsp:nvSpPr>
      <dsp:spPr>
        <a:xfrm>
          <a:off x="0" y="1870160"/>
          <a:ext cx="5094154" cy="8973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1" kern="1200"/>
            <a:t>«Він був сином мужика і став володарем у царстві духа. Він був кріпаком і став велетнем у царстві людської культури. Він був самоуком і вказав нові... шляхи книжним ученим...»</a:t>
          </a:r>
          <a:endParaRPr lang="uk-UA" sz="1300" kern="1200"/>
        </a:p>
      </dsp:txBody>
      <dsp:txXfrm>
        <a:off x="43807" y="1913967"/>
        <a:ext cx="5006540" cy="809776"/>
      </dsp:txXfrm>
    </dsp:sp>
    <dsp:sp modelId="{4D6DFF50-3780-403E-86A4-7CD0061E7E47}">
      <dsp:nvSpPr>
        <dsp:cNvPr id="0" name=""/>
        <dsp:cNvSpPr/>
      </dsp:nvSpPr>
      <dsp:spPr>
        <a:xfrm>
          <a:off x="0" y="2804990"/>
          <a:ext cx="5094154" cy="8973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1" kern="1200"/>
            <a:t>«Будучи останнім представником поезії українського бароко, він став предтечею нової української літератури, просякнувши її ідеями гуманізму та Просвітництва...»</a:t>
          </a:r>
          <a:endParaRPr lang="uk-UA" sz="1300" kern="1200"/>
        </a:p>
      </dsp:txBody>
      <dsp:txXfrm>
        <a:off x="43807" y="2848797"/>
        <a:ext cx="5006540" cy="809776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E7C7E9-65A1-48D0-962F-6D19EE1660CD}">
      <dsp:nvSpPr>
        <dsp:cNvPr id="0" name=""/>
        <dsp:cNvSpPr/>
      </dsp:nvSpPr>
      <dsp:spPr>
        <a:xfrm rot="10800000">
          <a:off x="1042215" y="147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конструктивізму.</a:t>
          </a:r>
          <a:endParaRPr lang="uk-UA" sz="2000" kern="1200"/>
        </a:p>
      </dsp:txBody>
      <dsp:txXfrm rot="10800000">
        <a:off x="1231159" y="1476"/>
        <a:ext cx="3198668" cy="755777"/>
      </dsp:txXfrm>
    </dsp:sp>
    <dsp:sp modelId="{8749838E-A1A7-4B8B-81C2-0C8A23533F51}">
      <dsp:nvSpPr>
        <dsp:cNvPr id="0" name=""/>
        <dsp:cNvSpPr/>
      </dsp:nvSpPr>
      <dsp:spPr>
        <a:xfrm>
          <a:off x="664326" y="147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CA75E0-FD20-403E-A85B-E777A2086C7A}">
      <dsp:nvSpPr>
        <dsp:cNvPr id="0" name=""/>
        <dsp:cNvSpPr/>
      </dsp:nvSpPr>
      <dsp:spPr>
        <a:xfrm rot="10800000">
          <a:off x="1042215" y="982859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класицизму.</a:t>
          </a:r>
          <a:endParaRPr lang="uk-UA" sz="2000" kern="1200"/>
        </a:p>
      </dsp:txBody>
      <dsp:txXfrm rot="10800000">
        <a:off x="1231159" y="982859"/>
        <a:ext cx="3198668" cy="755777"/>
      </dsp:txXfrm>
    </dsp:sp>
    <dsp:sp modelId="{07A3DA40-B3C5-420E-A192-0B65C4C219F9}">
      <dsp:nvSpPr>
        <dsp:cNvPr id="0" name=""/>
        <dsp:cNvSpPr/>
      </dsp:nvSpPr>
      <dsp:spPr>
        <a:xfrm>
          <a:off x="664326" y="982859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034D24-ED22-4548-8687-090509D98EF9}">
      <dsp:nvSpPr>
        <dsp:cNvPr id="0" name=""/>
        <dsp:cNvSpPr/>
      </dsp:nvSpPr>
      <dsp:spPr>
        <a:xfrm rot="10800000">
          <a:off x="1042215" y="1964243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ренесансу.</a:t>
          </a:r>
          <a:endParaRPr lang="uk-UA" sz="2000" kern="1200"/>
        </a:p>
      </dsp:txBody>
      <dsp:txXfrm rot="10800000">
        <a:off x="1231159" y="1964243"/>
        <a:ext cx="3198668" cy="755777"/>
      </dsp:txXfrm>
    </dsp:sp>
    <dsp:sp modelId="{6FD33922-070D-4FF6-933B-81C2BBCCD886}">
      <dsp:nvSpPr>
        <dsp:cNvPr id="0" name=""/>
        <dsp:cNvSpPr/>
      </dsp:nvSpPr>
      <dsp:spPr>
        <a:xfrm>
          <a:off x="664326" y="1964243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712912-A3A8-47D1-A5CC-9FFC536ED080}">
      <dsp:nvSpPr>
        <dsp:cNvPr id="0" name=""/>
        <dsp:cNvSpPr/>
      </dsp:nvSpPr>
      <dsp:spPr>
        <a:xfrm rot="10800000">
          <a:off x="1042215" y="294562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бароко.</a:t>
          </a:r>
          <a:endParaRPr lang="uk-UA" sz="2000" kern="1200"/>
        </a:p>
      </dsp:txBody>
      <dsp:txXfrm rot="10800000">
        <a:off x="1231159" y="2945626"/>
        <a:ext cx="3198668" cy="755777"/>
      </dsp:txXfrm>
    </dsp:sp>
    <dsp:sp modelId="{86AC1EE8-035F-42AD-B88C-9AE145A91E36}">
      <dsp:nvSpPr>
        <dsp:cNvPr id="0" name=""/>
        <dsp:cNvSpPr/>
      </dsp:nvSpPr>
      <dsp:spPr>
        <a:xfrm>
          <a:off x="664326" y="294562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1482BB-6C91-4937-9165-E1186FC41933}">
      <dsp:nvSpPr>
        <dsp:cNvPr id="0" name=""/>
        <dsp:cNvSpPr/>
      </dsp:nvSpPr>
      <dsp:spPr>
        <a:xfrm rot="10800000">
          <a:off x="958471" y="1793"/>
          <a:ext cx="3387612" cy="4208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5562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«Енеїда»</a:t>
          </a:r>
          <a:endParaRPr lang="uk-UA" sz="1900" kern="1200"/>
        </a:p>
      </dsp:txBody>
      <dsp:txXfrm rot="10800000">
        <a:off x="1063671" y="1793"/>
        <a:ext cx="3282412" cy="420802"/>
      </dsp:txXfrm>
    </dsp:sp>
    <dsp:sp modelId="{F24B1B8C-E760-47B4-B517-3C889F331028}">
      <dsp:nvSpPr>
        <dsp:cNvPr id="0" name=""/>
        <dsp:cNvSpPr/>
      </dsp:nvSpPr>
      <dsp:spPr>
        <a:xfrm>
          <a:off x="748070" y="1793"/>
          <a:ext cx="420802" cy="4208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241063-DA12-415E-9E2C-82ABD8DC4208}">
      <dsp:nvSpPr>
        <dsp:cNvPr id="0" name=""/>
        <dsp:cNvSpPr/>
      </dsp:nvSpPr>
      <dsp:spPr>
        <a:xfrm rot="10800000">
          <a:off x="958471" y="548208"/>
          <a:ext cx="3387612" cy="4208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5562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«Гайдамаки»</a:t>
          </a:r>
          <a:endParaRPr lang="uk-UA" sz="1900" kern="1200"/>
        </a:p>
      </dsp:txBody>
      <dsp:txXfrm rot="10800000">
        <a:off x="1063671" y="548208"/>
        <a:ext cx="3282412" cy="420802"/>
      </dsp:txXfrm>
    </dsp:sp>
    <dsp:sp modelId="{811BC0DC-F097-4BA7-9602-927FE3F3C8FF}">
      <dsp:nvSpPr>
        <dsp:cNvPr id="0" name=""/>
        <dsp:cNvSpPr/>
      </dsp:nvSpPr>
      <dsp:spPr>
        <a:xfrm>
          <a:off x="748070" y="548208"/>
          <a:ext cx="420802" cy="4208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65A68A-0227-4850-9865-5DF3C4AACF46}">
      <dsp:nvSpPr>
        <dsp:cNvPr id="0" name=""/>
        <dsp:cNvSpPr/>
      </dsp:nvSpPr>
      <dsp:spPr>
        <a:xfrm rot="10800000">
          <a:off x="958471" y="1094624"/>
          <a:ext cx="3387612" cy="4208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5562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«Запорожець за Дунаєм»</a:t>
          </a:r>
          <a:endParaRPr lang="uk-UA" sz="1900" kern="1200"/>
        </a:p>
      </dsp:txBody>
      <dsp:txXfrm rot="10800000">
        <a:off x="1063671" y="1094624"/>
        <a:ext cx="3282412" cy="420802"/>
      </dsp:txXfrm>
    </dsp:sp>
    <dsp:sp modelId="{7756CCD6-EC62-4B68-981F-C02BE5FFEA65}">
      <dsp:nvSpPr>
        <dsp:cNvPr id="0" name=""/>
        <dsp:cNvSpPr/>
      </dsp:nvSpPr>
      <dsp:spPr>
        <a:xfrm>
          <a:off x="748070" y="1094624"/>
          <a:ext cx="420802" cy="4208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F738EE-A95C-4591-9070-8B41165CDEA7}">
      <dsp:nvSpPr>
        <dsp:cNvPr id="0" name=""/>
        <dsp:cNvSpPr/>
      </dsp:nvSpPr>
      <dsp:spPr>
        <a:xfrm rot="10800000">
          <a:off x="958471" y="1641039"/>
          <a:ext cx="3387612" cy="4208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5562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«Шельменко-денщик»</a:t>
          </a:r>
          <a:endParaRPr lang="uk-UA" sz="1900" kern="1200"/>
        </a:p>
      </dsp:txBody>
      <dsp:txXfrm rot="10800000">
        <a:off x="1063671" y="1641039"/>
        <a:ext cx="3282412" cy="420802"/>
      </dsp:txXfrm>
    </dsp:sp>
    <dsp:sp modelId="{6E303C12-0B74-463D-A5BC-484BD7B0389A}">
      <dsp:nvSpPr>
        <dsp:cNvPr id="0" name=""/>
        <dsp:cNvSpPr/>
      </dsp:nvSpPr>
      <dsp:spPr>
        <a:xfrm>
          <a:off x="748070" y="1641039"/>
          <a:ext cx="420802" cy="4208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911FB4-9432-4D7B-BCE6-1A79BE1BB347}">
      <dsp:nvSpPr>
        <dsp:cNvPr id="0" name=""/>
        <dsp:cNvSpPr/>
      </dsp:nvSpPr>
      <dsp:spPr>
        <a:xfrm rot="10800000">
          <a:off x="958471" y="2187454"/>
          <a:ext cx="3387612" cy="4208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5562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«Наталка Полтавка»</a:t>
          </a:r>
          <a:endParaRPr lang="uk-UA" sz="1900" kern="1200"/>
        </a:p>
      </dsp:txBody>
      <dsp:txXfrm rot="10800000">
        <a:off x="1063671" y="2187454"/>
        <a:ext cx="3282412" cy="420802"/>
      </dsp:txXfrm>
    </dsp:sp>
    <dsp:sp modelId="{E66BA6CB-D332-43D5-801A-1A1356E08E1D}">
      <dsp:nvSpPr>
        <dsp:cNvPr id="0" name=""/>
        <dsp:cNvSpPr/>
      </dsp:nvSpPr>
      <dsp:spPr>
        <a:xfrm>
          <a:off x="748070" y="2187454"/>
          <a:ext cx="420802" cy="4208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16040F-7930-4903-ABC3-812BCD8C1946}">
      <dsp:nvSpPr>
        <dsp:cNvPr id="0" name=""/>
        <dsp:cNvSpPr/>
      </dsp:nvSpPr>
      <dsp:spPr>
        <a:xfrm rot="10800000">
          <a:off x="958471" y="2733869"/>
          <a:ext cx="3387612" cy="4208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5562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«Тарас Бульба»</a:t>
          </a:r>
          <a:endParaRPr lang="uk-UA" sz="1900" kern="1200"/>
        </a:p>
      </dsp:txBody>
      <dsp:txXfrm rot="10800000">
        <a:off x="1063671" y="2733869"/>
        <a:ext cx="3282412" cy="420802"/>
      </dsp:txXfrm>
    </dsp:sp>
    <dsp:sp modelId="{9F957591-31C2-4E09-91AA-2D7205CF815C}">
      <dsp:nvSpPr>
        <dsp:cNvPr id="0" name=""/>
        <dsp:cNvSpPr/>
      </dsp:nvSpPr>
      <dsp:spPr>
        <a:xfrm>
          <a:off x="748070" y="2733869"/>
          <a:ext cx="420802" cy="4208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F5C524-5B95-4309-97D0-4B1ECF6595A6}">
      <dsp:nvSpPr>
        <dsp:cNvPr id="0" name=""/>
        <dsp:cNvSpPr/>
      </dsp:nvSpPr>
      <dsp:spPr>
        <a:xfrm rot="10800000">
          <a:off x="958471" y="3280284"/>
          <a:ext cx="3387612" cy="4208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5562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«Москаль-чарівник»</a:t>
          </a:r>
          <a:endParaRPr lang="uk-UA" sz="1900" kern="1200"/>
        </a:p>
      </dsp:txBody>
      <dsp:txXfrm rot="10800000">
        <a:off x="1063671" y="3280284"/>
        <a:ext cx="3282412" cy="420802"/>
      </dsp:txXfrm>
    </dsp:sp>
    <dsp:sp modelId="{D9CAFA22-7DFD-44BC-A565-59DFB6F7D105}">
      <dsp:nvSpPr>
        <dsp:cNvPr id="0" name=""/>
        <dsp:cNvSpPr/>
      </dsp:nvSpPr>
      <dsp:spPr>
        <a:xfrm>
          <a:off x="748070" y="3280284"/>
          <a:ext cx="420802" cy="4208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0A2242-112B-4342-BD11-0EB3E4A8957F}">
      <dsp:nvSpPr>
        <dsp:cNvPr id="0" name=""/>
        <dsp:cNvSpPr/>
      </dsp:nvSpPr>
      <dsp:spPr>
        <a:xfrm rot="10800000">
          <a:off x="1044222" y="1261"/>
          <a:ext cx="3395492" cy="75586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316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Г. Сковорода</a:t>
          </a:r>
          <a:endParaRPr lang="uk-UA" sz="2100" kern="1200"/>
        </a:p>
      </dsp:txBody>
      <dsp:txXfrm rot="10800000">
        <a:off x="1233188" y="1261"/>
        <a:ext cx="3206526" cy="755865"/>
      </dsp:txXfrm>
    </dsp:sp>
    <dsp:sp modelId="{F03A8291-54FA-4E2F-97C8-66E8ED67FE3D}">
      <dsp:nvSpPr>
        <dsp:cNvPr id="0" name=""/>
        <dsp:cNvSpPr/>
      </dsp:nvSpPr>
      <dsp:spPr>
        <a:xfrm>
          <a:off x="666289" y="1261"/>
          <a:ext cx="755865" cy="75586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5A014D-ECAD-456C-B622-A54A56E723D8}">
      <dsp:nvSpPr>
        <dsp:cNvPr id="0" name=""/>
        <dsp:cNvSpPr/>
      </dsp:nvSpPr>
      <dsp:spPr>
        <a:xfrm rot="10800000">
          <a:off x="1044222" y="982759"/>
          <a:ext cx="3395492" cy="75586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316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І. Котляревський</a:t>
          </a:r>
          <a:endParaRPr lang="uk-UA" sz="2100" kern="1200"/>
        </a:p>
      </dsp:txBody>
      <dsp:txXfrm rot="10800000">
        <a:off x="1233188" y="982759"/>
        <a:ext cx="3206526" cy="755865"/>
      </dsp:txXfrm>
    </dsp:sp>
    <dsp:sp modelId="{F1C77089-A2DC-4A33-9B03-5D98758E60F5}">
      <dsp:nvSpPr>
        <dsp:cNvPr id="0" name=""/>
        <dsp:cNvSpPr/>
      </dsp:nvSpPr>
      <dsp:spPr>
        <a:xfrm>
          <a:off x="666289" y="982759"/>
          <a:ext cx="755865" cy="75586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EB6E00-48F3-4265-9670-E258951FAA5D}">
      <dsp:nvSpPr>
        <dsp:cNvPr id="0" name=""/>
        <dsp:cNvSpPr/>
      </dsp:nvSpPr>
      <dsp:spPr>
        <a:xfrm rot="10800000">
          <a:off x="1044222" y="1964256"/>
          <a:ext cx="3395492" cy="75586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316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Г. Квітка-Основ’яненко</a:t>
          </a:r>
          <a:endParaRPr lang="uk-UA" sz="2100" kern="1200"/>
        </a:p>
      </dsp:txBody>
      <dsp:txXfrm rot="10800000">
        <a:off x="1233188" y="1964256"/>
        <a:ext cx="3206526" cy="755865"/>
      </dsp:txXfrm>
    </dsp:sp>
    <dsp:sp modelId="{6B769228-5081-42AA-8552-9623F758D643}">
      <dsp:nvSpPr>
        <dsp:cNvPr id="0" name=""/>
        <dsp:cNvSpPr/>
      </dsp:nvSpPr>
      <dsp:spPr>
        <a:xfrm>
          <a:off x="666289" y="1964256"/>
          <a:ext cx="755865" cy="75586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77A03B-55FD-45E8-AD6D-52AF247C7D0C}">
      <dsp:nvSpPr>
        <dsp:cNvPr id="0" name=""/>
        <dsp:cNvSpPr/>
      </dsp:nvSpPr>
      <dsp:spPr>
        <a:xfrm rot="10800000">
          <a:off x="1044222" y="2945753"/>
          <a:ext cx="3395492" cy="75586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316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М. Шашкевич</a:t>
          </a:r>
          <a:endParaRPr lang="uk-UA" sz="2100" kern="1200"/>
        </a:p>
      </dsp:txBody>
      <dsp:txXfrm rot="10800000">
        <a:off x="1233188" y="2945753"/>
        <a:ext cx="3206526" cy="755865"/>
      </dsp:txXfrm>
    </dsp:sp>
    <dsp:sp modelId="{410D4098-D72F-4AF1-A221-37EE43A62FA7}">
      <dsp:nvSpPr>
        <dsp:cNvPr id="0" name=""/>
        <dsp:cNvSpPr/>
      </dsp:nvSpPr>
      <dsp:spPr>
        <a:xfrm>
          <a:off x="666289" y="2945753"/>
          <a:ext cx="755865" cy="75586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24FE68-7B4C-429F-BD56-6BB3ACF82C8D}">
      <dsp:nvSpPr>
        <dsp:cNvPr id="0" name=""/>
        <dsp:cNvSpPr/>
      </dsp:nvSpPr>
      <dsp:spPr>
        <a:xfrm>
          <a:off x="0" y="69918"/>
          <a:ext cx="5094154" cy="6895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0" kern="1200"/>
            <a:t>Народився в Полтаві. Навчався в духовній семінарії. Під час походу Наполеона (1812 р.) на Росію сформував козацький полк. З 1816 р. – директор Полтавського театру, для якого написав п’єсу «Наталка Полтавка», водевіль «Москаль-чарівник».</a:t>
          </a:r>
          <a:endParaRPr lang="uk-UA" sz="1000" kern="1200"/>
        </a:p>
      </dsp:txBody>
      <dsp:txXfrm>
        <a:off x="33662" y="103580"/>
        <a:ext cx="5026830" cy="622244"/>
      </dsp:txXfrm>
    </dsp:sp>
    <dsp:sp modelId="{D7663528-B831-49F0-846A-8878D0AAB8DA}">
      <dsp:nvSpPr>
        <dsp:cNvPr id="0" name=""/>
        <dsp:cNvSpPr/>
      </dsp:nvSpPr>
      <dsp:spPr>
        <a:xfrm>
          <a:off x="0" y="788287"/>
          <a:ext cx="5094154" cy="6895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0" kern="1200"/>
            <a:t>Народився на Львівщині. Закінчив Дрогобицьку гімназію. Перший професійний літератор. Автор поетичних збірок «Зів’яле листя» (1886 р.), «Мій Ізмарагд» (1897 р.), соціальної драми «Украдене щастя».</a:t>
          </a:r>
          <a:endParaRPr lang="uk-UA" sz="1000" kern="1200"/>
        </a:p>
      </dsp:txBody>
      <dsp:txXfrm>
        <a:off x="33662" y="821949"/>
        <a:ext cx="5026830" cy="622244"/>
      </dsp:txXfrm>
    </dsp:sp>
    <dsp:sp modelId="{5AEF2307-C5CD-4186-A3EB-E5F8A4AD93CF}">
      <dsp:nvSpPr>
        <dsp:cNvPr id="0" name=""/>
        <dsp:cNvSpPr/>
      </dsp:nvSpPr>
      <dsp:spPr>
        <a:xfrm>
          <a:off x="0" y="1506656"/>
          <a:ext cx="5094154" cy="6895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0" kern="1200"/>
            <a:t>Народився на Полтавщині. Навчався в Києво-Могилянській академії. У 1750 – 1760-х рр. викладав поетику в Переяславському та Харківському колегіумах. Останні 25 років життя мандрував Україною, писав твори («Байки харківські»).</a:t>
          </a:r>
          <a:endParaRPr lang="uk-UA" sz="1000" kern="1200"/>
        </a:p>
      </dsp:txBody>
      <dsp:txXfrm>
        <a:off x="33662" y="1540318"/>
        <a:ext cx="5026830" cy="622244"/>
      </dsp:txXfrm>
    </dsp:sp>
    <dsp:sp modelId="{E0C3DC14-E64D-44A2-A487-0D77F2CAF46F}">
      <dsp:nvSpPr>
        <dsp:cNvPr id="0" name=""/>
        <dsp:cNvSpPr/>
      </dsp:nvSpPr>
      <dsp:spPr>
        <a:xfrm>
          <a:off x="0" y="2225024"/>
          <a:ext cx="5094154" cy="6895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0" kern="1200"/>
            <a:t>Народився на Львівщині. Навчався у Львівській духовній семінарії. З 1838 р. й до кінця життя – священик у селах Львівщини. Організатор «Руської трійці». Був одним із перших перекладачів українською мовою «Слова о полку Ігоревім».</a:t>
          </a:r>
          <a:endParaRPr lang="uk-UA" sz="1000" kern="1200"/>
        </a:p>
      </dsp:txBody>
      <dsp:txXfrm>
        <a:off x="33662" y="2258686"/>
        <a:ext cx="5026830" cy="622244"/>
      </dsp:txXfrm>
    </dsp:sp>
    <dsp:sp modelId="{6B4801D2-7C4D-4576-9961-88663DA96B4E}">
      <dsp:nvSpPr>
        <dsp:cNvPr id="0" name=""/>
        <dsp:cNvSpPr/>
      </dsp:nvSpPr>
      <dsp:spPr>
        <a:xfrm>
          <a:off x="0" y="2943393"/>
          <a:ext cx="5094154" cy="6895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0" kern="1200"/>
            <a:t>Народився на Харківщині. Здобув домашню освіту. Виступив одним із засновників професійного театру у Харкові, Інституту шляхетних дівчат. Вважається «батьком української прози». 1854 р. в Парижі опубліковано французькою мовою його повість «Сердешна Оксана».</a:t>
          </a:r>
          <a:endParaRPr lang="uk-UA" sz="1000" kern="1200"/>
        </a:p>
      </dsp:txBody>
      <dsp:txXfrm>
        <a:off x="33662" y="2977055"/>
        <a:ext cx="5026830" cy="622244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BDBEE9-0235-4175-8B8A-A4203716A8BF}">
      <dsp:nvSpPr>
        <dsp:cNvPr id="0" name=""/>
        <dsp:cNvSpPr/>
      </dsp:nvSpPr>
      <dsp:spPr>
        <a:xfrm>
          <a:off x="-4185772" y="-642295"/>
          <a:ext cx="4987472" cy="4987472"/>
        </a:xfrm>
        <a:prstGeom prst="blockArc">
          <a:avLst>
            <a:gd name="adj1" fmla="val 18900000"/>
            <a:gd name="adj2" fmla="val 2700000"/>
            <a:gd name="adj3" fmla="val 433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3759D6-806E-4366-A2D8-680C0AD10FAF}">
      <dsp:nvSpPr>
        <dsp:cNvPr id="0" name=""/>
        <dsp:cNvSpPr/>
      </dsp:nvSpPr>
      <dsp:spPr>
        <a:xfrm>
          <a:off x="420042" y="284677"/>
          <a:ext cx="4636478" cy="56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161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Г. Сковорода</a:t>
          </a:r>
          <a:endParaRPr lang="uk-UA" sz="2700" kern="1200"/>
        </a:p>
      </dsp:txBody>
      <dsp:txXfrm>
        <a:off x="420042" y="284677"/>
        <a:ext cx="4636478" cy="569651"/>
      </dsp:txXfrm>
    </dsp:sp>
    <dsp:sp modelId="{2EFF896A-26E8-41CC-8A41-8334007D76D3}">
      <dsp:nvSpPr>
        <dsp:cNvPr id="0" name=""/>
        <dsp:cNvSpPr/>
      </dsp:nvSpPr>
      <dsp:spPr>
        <a:xfrm>
          <a:off x="64010" y="213471"/>
          <a:ext cx="712064" cy="712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8F65F6-2DB2-4B17-B567-85DD35206DE1}">
      <dsp:nvSpPr>
        <dsp:cNvPr id="0" name=""/>
        <dsp:cNvSpPr/>
      </dsp:nvSpPr>
      <dsp:spPr>
        <a:xfrm>
          <a:off x="746636" y="1139302"/>
          <a:ext cx="4309884" cy="56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161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І. Григорович-Барський</a:t>
          </a:r>
          <a:endParaRPr lang="uk-UA" sz="2700" kern="1200"/>
        </a:p>
      </dsp:txBody>
      <dsp:txXfrm>
        <a:off x="746636" y="1139302"/>
        <a:ext cx="4309884" cy="569651"/>
      </dsp:txXfrm>
    </dsp:sp>
    <dsp:sp modelId="{D1177E99-A70F-438B-8724-C8177AAFB4DF}">
      <dsp:nvSpPr>
        <dsp:cNvPr id="0" name=""/>
        <dsp:cNvSpPr/>
      </dsp:nvSpPr>
      <dsp:spPr>
        <a:xfrm>
          <a:off x="390604" y="1068096"/>
          <a:ext cx="712064" cy="712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86929C-BBB6-48D0-BEFD-018408215F7C}">
      <dsp:nvSpPr>
        <dsp:cNvPr id="0" name=""/>
        <dsp:cNvSpPr/>
      </dsp:nvSpPr>
      <dsp:spPr>
        <a:xfrm>
          <a:off x="746636" y="1993927"/>
          <a:ext cx="4309884" cy="56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161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М. Березовський</a:t>
          </a:r>
          <a:endParaRPr lang="uk-UA" sz="2700" kern="1200"/>
        </a:p>
      </dsp:txBody>
      <dsp:txXfrm>
        <a:off x="746636" y="1993927"/>
        <a:ext cx="4309884" cy="569651"/>
      </dsp:txXfrm>
    </dsp:sp>
    <dsp:sp modelId="{F20E9FF4-F6CB-429E-9014-0618ED6DD60D}">
      <dsp:nvSpPr>
        <dsp:cNvPr id="0" name=""/>
        <dsp:cNvSpPr/>
      </dsp:nvSpPr>
      <dsp:spPr>
        <a:xfrm>
          <a:off x="390604" y="1922720"/>
          <a:ext cx="712064" cy="712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C9C43D-E0AA-4740-A093-E249CD92C758}">
      <dsp:nvSpPr>
        <dsp:cNvPr id="0" name=""/>
        <dsp:cNvSpPr/>
      </dsp:nvSpPr>
      <dsp:spPr>
        <a:xfrm>
          <a:off x="420042" y="2848552"/>
          <a:ext cx="4636478" cy="56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161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Й. Пінзель</a:t>
          </a:r>
          <a:endParaRPr lang="uk-UA" sz="2700" kern="1200"/>
        </a:p>
      </dsp:txBody>
      <dsp:txXfrm>
        <a:off x="420042" y="2848552"/>
        <a:ext cx="4636478" cy="569651"/>
      </dsp:txXfrm>
    </dsp:sp>
    <dsp:sp modelId="{CA834886-17DA-4289-8447-4B03E09C53B9}">
      <dsp:nvSpPr>
        <dsp:cNvPr id="0" name=""/>
        <dsp:cNvSpPr/>
      </dsp:nvSpPr>
      <dsp:spPr>
        <a:xfrm>
          <a:off x="64010" y="2777345"/>
          <a:ext cx="712064" cy="712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631BA2-1243-487D-AC6E-242AD4A8EAA1}">
      <dsp:nvSpPr>
        <dsp:cNvPr id="0" name=""/>
        <dsp:cNvSpPr/>
      </dsp:nvSpPr>
      <dsp:spPr>
        <a:xfrm>
          <a:off x="0" y="294959"/>
          <a:ext cx="5094154" cy="5972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/>
            <a:t>Співак італійської оперної трупи в Орієнбаумі, член Болонської філармонічної академії, автор опер «Демофонт», «Іфігенія».</a:t>
          </a:r>
          <a:endParaRPr lang="uk-UA" sz="1100" kern="1200"/>
        </a:p>
      </dsp:txBody>
      <dsp:txXfrm>
        <a:off x="29155" y="324114"/>
        <a:ext cx="5035844" cy="538938"/>
      </dsp:txXfrm>
    </dsp:sp>
    <dsp:sp modelId="{483B02D3-8A56-45E4-9744-7F3C7AD7A004}">
      <dsp:nvSpPr>
        <dsp:cNvPr id="0" name=""/>
        <dsp:cNvSpPr/>
      </dsp:nvSpPr>
      <dsp:spPr>
        <a:xfrm>
          <a:off x="0" y="923887"/>
          <a:ext cx="5094154" cy="5972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/>
            <a:t>Працював у Львові, Монастириську, Бучачі. Автор трьох кам’яних статуй на фасаді собору Св. Юра у Львові (кінна статуя св. Юрія, постаті Святих Анастасія та Лева).</a:t>
          </a:r>
          <a:endParaRPr lang="uk-UA" sz="1100" kern="1200"/>
        </a:p>
      </dsp:txBody>
      <dsp:txXfrm>
        <a:off x="29155" y="953042"/>
        <a:ext cx="5035844" cy="538938"/>
      </dsp:txXfrm>
    </dsp:sp>
    <dsp:sp modelId="{9E994955-323C-4AB3-9B07-C909A2E3CD2E}">
      <dsp:nvSpPr>
        <dsp:cNvPr id="0" name=""/>
        <dsp:cNvSpPr/>
      </dsp:nvSpPr>
      <dsp:spPr>
        <a:xfrm>
          <a:off x="0" y="1552816"/>
          <a:ext cx="5094154" cy="5972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/>
            <a:t>Навчався в Києво-Могилянській академії, служив у придворній хоровій капелі імператриці Єлизавети Петрівни, викладав у колегіумах Переяслава та Харкова, автор збірки «Сад божественних пісень».</a:t>
          </a:r>
          <a:endParaRPr lang="uk-UA" sz="1100" kern="1200"/>
        </a:p>
      </dsp:txBody>
      <dsp:txXfrm>
        <a:off x="29155" y="1581971"/>
        <a:ext cx="5035844" cy="538938"/>
      </dsp:txXfrm>
    </dsp:sp>
    <dsp:sp modelId="{30AD581E-B9DF-4757-8708-42570333C536}">
      <dsp:nvSpPr>
        <dsp:cNvPr id="0" name=""/>
        <dsp:cNvSpPr/>
      </dsp:nvSpPr>
      <dsp:spPr>
        <a:xfrm>
          <a:off x="0" y="2181744"/>
          <a:ext cx="5094154" cy="5972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/>
            <a:t>Брав участь у побудові собору Різдва Богородиці в Козельці, забудові Кирилівського монастиря в Києві, підготував проект розбудови Покровської церкви в Києві.</a:t>
          </a:r>
          <a:endParaRPr lang="uk-UA" sz="1100" kern="1200"/>
        </a:p>
      </dsp:txBody>
      <dsp:txXfrm>
        <a:off x="29155" y="2210899"/>
        <a:ext cx="5035844" cy="538938"/>
      </dsp:txXfrm>
    </dsp:sp>
    <dsp:sp modelId="{95047F0C-826D-44B3-A5C6-4D29A9EB38FD}">
      <dsp:nvSpPr>
        <dsp:cNvPr id="0" name=""/>
        <dsp:cNvSpPr/>
      </dsp:nvSpPr>
      <dsp:spPr>
        <a:xfrm>
          <a:off x="0" y="2810673"/>
          <a:ext cx="5094154" cy="5972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/>
            <a:t>Навчався співу в Італії, автор багатьох хорових концертів, романсів, перший композитор у Росії, музичні твори якого виходили друком, заклав підвалини багатоголосного хору в Росії.</a:t>
          </a:r>
          <a:endParaRPr lang="uk-UA" sz="1100" kern="1200"/>
        </a:p>
      </dsp:txBody>
      <dsp:txXfrm>
        <a:off x="29155" y="2839828"/>
        <a:ext cx="5035844" cy="538938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393ED6-E5DB-4278-A69F-A7A4259FEE19}">
      <dsp:nvSpPr>
        <dsp:cNvPr id="0" name=""/>
        <dsp:cNvSpPr/>
      </dsp:nvSpPr>
      <dsp:spPr>
        <a:xfrm>
          <a:off x="-4185772" y="-642295"/>
          <a:ext cx="4987472" cy="4987472"/>
        </a:xfrm>
        <a:prstGeom prst="blockArc">
          <a:avLst>
            <a:gd name="adj1" fmla="val 18900000"/>
            <a:gd name="adj2" fmla="val 2700000"/>
            <a:gd name="adj3" fmla="val 433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62B571-0623-43A8-882E-C9750CD17215}">
      <dsp:nvSpPr>
        <dsp:cNvPr id="0" name=""/>
        <dsp:cNvSpPr/>
      </dsp:nvSpPr>
      <dsp:spPr>
        <a:xfrm>
          <a:off x="420042" y="284677"/>
          <a:ext cx="4636478" cy="56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16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М. Шашкевич</a:t>
          </a:r>
          <a:endParaRPr lang="uk-UA" sz="3000" kern="1200"/>
        </a:p>
      </dsp:txBody>
      <dsp:txXfrm>
        <a:off x="420042" y="284677"/>
        <a:ext cx="4636478" cy="569651"/>
      </dsp:txXfrm>
    </dsp:sp>
    <dsp:sp modelId="{EC36C905-A301-4045-B6A2-0EBDD41FF470}">
      <dsp:nvSpPr>
        <dsp:cNvPr id="0" name=""/>
        <dsp:cNvSpPr/>
      </dsp:nvSpPr>
      <dsp:spPr>
        <a:xfrm>
          <a:off x="64010" y="213471"/>
          <a:ext cx="712064" cy="712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9F541F-2058-42C2-9EB9-AF8EE1312D70}">
      <dsp:nvSpPr>
        <dsp:cNvPr id="0" name=""/>
        <dsp:cNvSpPr/>
      </dsp:nvSpPr>
      <dsp:spPr>
        <a:xfrm>
          <a:off x="746636" y="1139302"/>
          <a:ext cx="4309884" cy="56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16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І. Могильницький</a:t>
          </a:r>
          <a:endParaRPr lang="uk-UA" sz="3000" kern="1200"/>
        </a:p>
      </dsp:txBody>
      <dsp:txXfrm>
        <a:off x="746636" y="1139302"/>
        <a:ext cx="4309884" cy="569651"/>
      </dsp:txXfrm>
    </dsp:sp>
    <dsp:sp modelId="{0D143429-DDFF-46D7-9172-4D16E94A4B7C}">
      <dsp:nvSpPr>
        <dsp:cNvPr id="0" name=""/>
        <dsp:cNvSpPr/>
      </dsp:nvSpPr>
      <dsp:spPr>
        <a:xfrm>
          <a:off x="390604" y="1068096"/>
          <a:ext cx="712064" cy="712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442DD1-C903-4B39-8B20-B503C9D0C9EB}">
      <dsp:nvSpPr>
        <dsp:cNvPr id="0" name=""/>
        <dsp:cNvSpPr/>
      </dsp:nvSpPr>
      <dsp:spPr>
        <a:xfrm>
          <a:off x="746636" y="1993927"/>
          <a:ext cx="4309884" cy="56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16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Ю. Бачинський</a:t>
          </a:r>
          <a:endParaRPr lang="uk-UA" sz="3000" kern="1200"/>
        </a:p>
      </dsp:txBody>
      <dsp:txXfrm>
        <a:off x="746636" y="1993927"/>
        <a:ext cx="4309884" cy="569651"/>
      </dsp:txXfrm>
    </dsp:sp>
    <dsp:sp modelId="{0D7043CF-30E4-411C-B82A-35D6FAF50843}">
      <dsp:nvSpPr>
        <dsp:cNvPr id="0" name=""/>
        <dsp:cNvSpPr/>
      </dsp:nvSpPr>
      <dsp:spPr>
        <a:xfrm>
          <a:off x="390604" y="1922720"/>
          <a:ext cx="712064" cy="712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40AAC2-AFAA-479D-A26B-EC4D78CFD2A9}">
      <dsp:nvSpPr>
        <dsp:cNvPr id="0" name=""/>
        <dsp:cNvSpPr/>
      </dsp:nvSpPr>
      <dsp:spPr>
        <a:xfrm>
          <a:off x="420042" y="2848552"/>
          <a:ext cx="4636478" cy="56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16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М. Грушевський</a:t>
          </a:r>
          <a:endParaRPr lang="uk-UA" sz="3000" kern="1200"/>
        </a:p>
      </dsp:txBody>
      <dsp:txXfrm>
        <a:off x="420042" y="2848552"/>
        <a:ext cx="4636478" cy="569651"/>
      </dsp:txXfrm>
    </dsp:sp>
    <dsp:sp modelId="{BE10776D-A762-43EB-8A0B-A7544CD68FD9}">
      <dsp:nvSpPr>
        <dsp:cNvPr id="0" name=""/>
        <dsp:cNvSpPr/>
      </dsp:nvSpPr>
      <dsp:spPr>
        <a:xfrm>
          <a:off x="64010" y="2777345"/>
          <a:ext cx="712064" cy="712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9B0C19-67DA-4937-B969-B09E90982414}">
      <dsp:nvSpPr>
        <dsp:cNvPr id="0" name=""/>
        <dsp:cNvSpPr/>
      </dsp:nvSpPr>
      <dsp:spPr>
        <a:xfrm>
          <a:off x="0" y="3729"/>
          <a:ext cx="5094154" cy="6976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натхненник та ідейний лідер «Руської трійці»</a:t>
          </a:r>
          <a:endParaRPr lang="uk-UA" sz="1800" kern="1200"/>
        </a:p>
      </dsp:txBody>
      <dsp:txXfrm>
        <a:off x="34055" y="37784"/>
        <a:ext cx="5026044" cy="629502"/>
      </dsp:txXfrm>
    </dsp:sp>
    <dsp:sp modelId="{19BAE69C-5851-4FC8-BB4D-0D7C63D543B2}">
      <dsp:nvSpPr>
        <dsp:cNvPr id="0" name=""/>
        <dsp:cNvSpPr/>
      </dsp:nvSpPr>
      <dsp:spPr>
        <a:xfrm>
          <a:off x="0" y="753181"/>
          <a:ext cx="5094154" cy="6976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один із лідерів радикального руху в Галичині</a:t>
          </a:r>
          <a:endParaRPr lang="uk-UA" sz="1800" kern="1200"/>
        </a:p>
      </dsp:txBody>
      <dsp:txXfrm>
        <a:off x="34055" y="787236"/>
        <a:ext cx="5026044" cy="629502"/>
      </dsp:txXfrm>
    </dsp:sp>
    <dsp:sp modelId="{B24D0F39-5067-4889-A6D3-E44D0AE3973A}">
      <dsp:nvSpPr>
        <dsp:cNvPr id="0" name=""/>
        <dsp:cNvSpPr/>
      </dsp:nvSpPr>
      <dsp:spPr>
        <a:xfrm>
          <a:off x="0" y="1502634"/>
          <a:ext cx="5094154" cy="6976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організатор освітнього Товариства галицьких греко-католицьких священиків</a:t>
          </a:r>
          <a:endParaRPr lang="uk-UA" sz="1800" kern="1200"/>
        </a:p>
      </dsp:txBody>
      <dsp:txXfrm>
        <a:off x="34055" y="1536689"/>
        <a:ext cx="5026044" cy="629502"/>
      </dsp:txXfrm>
    </dsp:sp>
    <dsp:sp modelId="{D819144E-0BCE-489B-9CA9-CDD12BB96A8C}">
      <dsp:nvSpPr>
        <dsp:cNvPr id="0" name=""/>
        <dsp:cNvSpPr/>
      </dsp:nvSpPr>
      <dsp:spPr>
        <a:xfrm>
          <a:off x="0" y="2252086"/>
          <a:ext cx="5094154" cy="6976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автор фундаментальної праці з історії України</a:t>
          </a:r>
          <a:endParaRPr lang="uk-UA" sz="1800" kern="1200"/>
        </a:p>
      </dsp:txBody>
      <dsp:txXfrm>
        <a:off x="34055" y="2286141"/>
        <a:ext cx="5026044" cy="629502"/>
      </dsp:txXfrm>
    </dsp:sp>
    <dsp:sp modelId="{9D3EEC67-CB29-439F-B152-002710C18E00}">
      <dsp:nvSpPr>
        <dsp:cNvPr id="0" name=""/>
        <dsp:cNvSpPr/>
      </dsp:nvSpPr>
      <dsp:spPr>
        <a:xfrm>
          <a:off x="0" y="3001539"/>
          <a:ext cx="5094154" cy="6976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засновник кооперативного руху в Галичині</a:t>
          </a:r>
          <a:endParaRPr lang="uk-UA" sz="1800" kern="1200"/>
        </a:p>
      </dsp:txBody>
      <dsp:txXfrm>
        <a:off x="34055" y="3035594"/>
        <a:ext cx="5026044" cy="629502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06554D-B046-4A2C-AAE2-A41DB0195B36}">
      <dsp:nvSpPr>
        <dsp:cNvPr id="0" name=""/>
        <dsp:cNvSpPr/>
      </dsp:nvSpPr>
      <dsp:spPr>
        <a:xfrm>
          <a:off x="-4185772" y="-642295"/>
          <a:ext cx="4987472" cy="4987472"/>
        </a:xfrm>
        <a:prstGeom prst="blockArc">
          <a:avLst>
            <a:gd name="adj1" fmla="val 18900000"/>
            <a:gd name="adj2" fmla="val 2700000"/>
            <a:gd name="adj3" fmla="val 433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735BC1-FF32-401E-8D23-F2D4A00715E8}">
      <dsp:nvSpPr>
        <dsp:cNvPr id="0" name=""/>
        <dsp:cNvSpPr/>
      </dsp:nvSpPr>
      <dsp:spPr>
        <a:xfrm>
          <a:off x="420042" y="284677"/>
          <a:ext cx="4636478" cy="56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16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В. Каразін</a:t>
          </a:r>
          <a:endParaRPr lang="uk-UA" sz="3000" kern="1200"/>
        </a:p>
      </dsp:txBody>
      <dsp:txXfrm>
        <a:off x="420042" y="284677"/>
        <a:ext cx="4636478" cy="569651"/>
      </dsp:txXfrm>
    </dsp:sp>
    <dsp:sp modelId="{3CE4B3F1-5EA0-45DD-94E3-B2F41EFB50D8}">
      <dsp:nvSpPr>
        <dsp:cNvPr id="0" name=""/>
        <dsp:cNvSpPr/>
      </dsp:nvSpPr>
      <dsp:spPr>
        <a:xfrm>
          <a:off x="64010" y="213471"/>
          <a:ext cx="712064" cy="712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3A2D7D-5A6F-49AD-A740-7B3E6834FADD}">
      <dsp:nvSpPr>
        <dsp:cNvPr id="0" name=""/>
        <dsp:cNvSpPr/>
      </dsp:nvSpPr>
      <dsp:spPr>
        <a:xfrm>
          <a:off x="746636" y="1139302"/>
          <a:ext cx="4309884" cy="56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16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М. Остроградський</a:t>
          </a:r>
          <a:endParaRPr lang="uk-UA" sz="3000" kern="1200"/>
        </a:p>
      </dsp:txBody>
      <dsp:txXfrm>
        <a:off x="746636" y="1139302"/>
        <a:ext cx="4309884" cy="569651"/>
      </dsp:txXfrm>
    </dsp:sp>
    <dsp:sp modelId="{E806CD97-9A8D-4C17-8636-F80994FD4E67}">
      <dsp:nvSpPr>
        <dsp:cNvPr id="0" name=""/>
        <dsp:cNvSpPr/>
      </dsp:nvSpPr>
      <dsp:spPr>
        <a:xfrm>
          <a:off x="390604" y="1068096"/>
          <a:ext cx="712064" cy="712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6CEB4B-DB0C-4310-8431-B54E8DB667EE}">
      <dsp:nvSpPr>
        <dsp:cNvPr id="0" name=""/>
        <dsp:cNvSpPr/>
      </dsp:nvSpPr>
      <dsp:spPr>
        <a:xfrm>
          <a:off x="746636" y="1993927"/>
          <a:ext cx="4309884" cy="56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16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М. Максимович</a:t>
          </a:r>
          <a:endParaRPr lang="uk-UA" sz="3000" kern="1200"/>
        </a:p>
      </dsp:txBody>
      <dsp:txXfrm>
        <a:off x="746636" y="1993927"/>
        <a:ext cx="4309884" cy="569651"/>
      </dsp:txXfrm>
    </dsp:sp>
    <dsp:sp modelId="{1E9DE220-71F7-46A0-9593-A994D79DF21B}">
      <dsp:nvSpPr>
        <dsp:cNvPr id="0" name=""/>
        <dsp:cNvSpPr/>
      </dsp:nvSpPr>
      <dsp:spPr>
        <a:xfrm>
          <a:off x="390604" y="1922720"/>
          <a:ext cx="712064" cy="712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4D5234-2543-4567-B10A-E14F720FE416}">
      <dsp:nvSpPr>
        <dsp:cNvPr id="0" name=""/>
        <dsp:cNvSpPr/>
      </dsp:nvSpPr>
      <dsp:spPr>
        <a:xfrm>
          <a:off x="420042" y="2848552"/>
          <a:ext cx="4636478" cy="56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16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М. Костомаров</a:t>
          </a:r>
          <a:endParaRPr lang="uk-UA" sz="3000" kern="1200"/>
        </a:p>
      </dsp:txBody>
      <dsp:txXfrm>
        <a:off x="420042" y="2848552"/>
        <a:ext cx="4636478" cy="569651"/>
      </dsp:txXfrm>
    </dsp:sp>
    <dsp:sp modelId="{7EADCDF7-2F9E-4BF6-8466-52012A70B19B}">
      <dsp:nvSpPr>
        <dsp:cNvPr id="0" name=""/>
        <dsp:cNvSpPr/>
      </dsp:nvSpPr>
      <dsp:spPr>
        <a:xfrm>
          <a:off x="64010" y="2777345"/>
          <a:ext cx="712064" cy="712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F31067-FE8B-435F-8641-75159EBF8F45}">
      <dsp:nvSpPr>
        <dsp:cNvPr id="0" name=""/>
        <dsp:cNvSpPr/>
      </dsp:nvSpPr>
      <dsp:spPr>
        <a:xfrm>
          <a:off x="0" y="646903"/>
          <a:ext cx="5094154" cy="5791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 dirty="0"/>
            <a:t>етнограф, укладач збірок українських народних пісень, перший ректор Київського університету</a:t>
          </a:r>
          <a:endParaRPr lang="uk-UA" sz="1500" kern="1200" dirty="0"/>
        </a:p>
      </dsp:txBody>
      <dsp:txXfrm>
        <a:off x="28272" y="675175"/>
        <a:ext cx="5037610" cy="522605"/>
      </dsp:txXfrm>
    </dsp:sp>
    <dsp:sp modelId="{B4D07492-613A-4961-B5DE-7C2227B91EC0}">
      <dsp:nvSpPr>
        <dsp:cNvPr id="0" name=""/>
        <dsp:cNvSpPr/>
      </dsp:nvSpPr>
      <dsp:spPr>
        <a:xfrm>
          <a:off x="0" y="1269253"/>
          <a:ext cx="5094154" cy="5791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винахідник, агроном і метеоролог, ініціатор відкриття Харківського університету</a:t>
          </a:r>
          <a:endParaRPr lang="uk-UA" sz="1500" kern="1200"/>
        </a:p>
      </dsp:txBody>
      <dsp:txXfrm>
        <a:off x="28272" y="1297525"/>
        <a:ext cx="5037610" cy="522605"/>
      </dsp:txXfrm>
    </dsp:sp>
    <dsp:sp modelId="{51E6D895-093C-42F0-8E61-047C135331DC}">
      <dsp:nvSpPr>
        <dsp:cNvPr id="0" name=""/>
        <dsp:cNvSpPr/>
      </dsp:nvSpPr>
      <dsp:spPr>
        <a:xfrm>
          <a:off x="0" y="1891603"/>
          <a:ext cx="5094154" cy="5791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математик, член Петербурзької, Паризької, Римської та Туринської академій наук</a:t>
          </a:r>
          <a:endParaRPr lang="uk-UA" sz="1500" kern="1200"/>
        </a:p>
      </dsp:txBody>
      <dsp:txXfrm>
        <a:off x="28272" y="1919875"/>
        <a:ext cx="5037610" cy="522605"/>
      </dsp:txXfrm>
    </dsp:sp>
    <dsp:sp modelId="{7B99CB51-2985-448E-9D7E-BF1548468AC1}">
      <dsp:nvSpPr>
        <dsp:cNvPr id="0" name=""/>
        <dsp:cNvSpPr/>
      </dsp:nvSpPr>
      <dsp:spPr>
        <a:xfrm>
          <a:off x="0" y="2513953"/>
          <a:ext cx="5094154" cy="5791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етнограф, автор українського фонетичного правопису, першого українського історичного роману</a:t>
          </a:r>
          <a:endParaRPr lang="uk-UA" sz="1500" kern="1200"/>
        </a:p>
      </dsp:txBody>
      <dsp:txXfrm>
        <a:off x="28272" y="2542225"/>
        <a:ext cx="5037610" cy="522605"/>
      </dsp:txXfrm>
    </dsp:sp>
    <dsp:sp modelId="{EB55C6C0-080B-4D14-8B29-57906DB6CF2B}">
      <dsp:nvSpPr>
        <dsp:cNvPr id="0" name=""/>
        <dsp:cNvSpPr/>
      </dsp:nvSpPr>
      <dsp:spPr>
        <a:xfrm>
          <a:off x="0" y="3136303"/>
          <a:ext cx="5094154" cy="5791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історик, автор праць з історії козацтва, член Кирило-Мефодієвського братства</a:t>
          </a:r>
          <a:endParaRPr lang="uk-UA" sz="1500" kern="1200"/>
        </a:p>
      </dsp:txBody>
      <dsp:txXfrm>
        <a:off x="28272" y="3164575"/>
        <a:ext cx="5037610" cy="522605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365236-3440-4CAE-8D51-CA8B879AADA4}">
      <dsp:nvSpPr>
        <dsp:cNvPr id="0" name=""/>
        <dsp:cNvSpPr/>
      </dsp:nvSpPr>
      <dsp:spPr>
        <a:xfrm>
          <a:off x="219558" y="176671"/>
          <a:ext cx="837384" cy="83738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DF75C54-985A-42CE-9292-78B2B44731C8}">
      <dsp:nvSpPr>
        <dsp:cNvPr id="0" name=""/>
        <dsp:cNvSpPr/>
      </dsp:nvSpPr>
      <dsp:spPr>
        <a:xfrm>
          <a:off x="638250" y="176671"/>
          <a:ext cx="4467753" cy="837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1910" rIns="0" bIns="4191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І. Могильницький</a:t>
          </a:r>
          <a:endParaRPr lang="uk-UA" sz="3300" kern="1200"/>
        </a:p>
      </dsp:txBody>
      <dsp:txXfrm>
        <a:off x="638250" y="176671"/>
        <a:ext cx="4467753" cy="837384"/>
      </dsp:txXfrm>
    </dsp:sp>
    <dsp:sp modelId="{A51A928E-9D7E-4D4B-A280-9CD7C6A96804}">
      <dsp:nvSpPr>
        <dsp:cNvPr id="0" name=""/>
        <dsp:cNvSpPr/>
      </dsp:nvSpPr>
      <dsp:spPr>
        <a:xfrm>
          <a:off x="219558" y="1014055"/>
          <a:ext cx="837384" cy="83738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9CF8066-E1FE-48CB-A831-8CA22EEDA9F6}">
      <dsp:nvSpPr>
        <dsp:cNvPr id="0" name=""/>
        <dsp:cNvSpPr/>
      </dsp:nvSpPr>
      <dsp:spPr>
        <a:xfrm>
          <a:off x="638250" y="1014055"/>
          <a:ext cx="4467753" cy="837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1910" rIns="0" bIns="4191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Я. Головацький</a:t>
          </a:r>
          <a:endParaRPr lang="uk-UA" sz="3300" kern="1200"/>
        </a:p>
      </dsp:txBody>
      <dsp:txXfrm>
        <a:off x="638250" y="1014055"/>
        <a:ext cx="4467753" cy="837384"/>
      </dsp:txXfrm>
    </dsp:sp>
    <dsp:sp modelId="{858AF34F-4588-4CAC-818A-52B4E069E0C6}">
      <dsp:nvSpPr>
        <dsp:cNvPr id="0" name=""/>
        <dsp:cNvSpPr/>
      </dsp:nvSpPr>
      <dsp:spPr>
        <a:xfrm>
          <a:off x="219558" y="1851440"/>
          <a:ext cx="837384" cy="83738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B4BEF06-915A-4EBC-B481-7710616C7A6C}">
      <dsp:nvSpPr>
        <dsp:cNvPr id="0" name=""/>
        <dsp:cNvSpPr/>
      </dsp:nvSpPr>
      <dsp:spPr>
        <a:xfrm>
          <a:off x="638250" y="1851440"/>
          <a:ext cx="4467753" cy="837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1910" rIns="0" bIns="4191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М. Максимович</a:t>
          </a:r>
          <a:endParaRPr lang="uk-UA" sz="3300" kern="1200"/>
        </a:p>
      </dsp:txBody>
      <dsp:txXfrm>
        <a:off x="638250" y="1851440"/>
        <a:ext cx="4467753" cy="837384"/>
      </dsp:txXfrm>
    </dsp:sp>
    <dsp:sp modelId="{6BB9B14E-F95C-45ED-8209-982DADD69BF0}">
      <dsp:nvSpPr>
        <dsp:cNvPr id="0" name=""/>
        <dsp:cNvSpPr/>
      </dsp:nvSpPr>
      <dsp:spPr>
        <a:xfrm>
          <a:off x="219558" y="2688825"/>
          <a:ext cx="837384" cy="83738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CC46849-AE0C-4FAB-8F6E-091AF32E6E6A}">
      <dsp:nvSpPr>
        <dsp:cNvPr id="0" name=""/>
        <dsp:cNvSpPr/>
      </dsp:nvSpPr>
      <dsp:spPr>
        <a:xfrm>
          <a:off x="638250" y="2688825"/>
          <a:ext cx="4467753" cy="837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1910" rIns="0" bIns="4191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П. Гулак-Артемовський</a:t>
          </a:r>
          <a:endParaRPr lang="uk-UA" sz="3300" kern="1200"/>
        </a:p>
      </dsp:txBody>
      <dsp:txXfrm>
        <a:off x="638250" y="2688825"/>
        <a:ext cx="4467753" cy="837384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568321-5039-4F85-984F-A80669EE62BE}">
      <dsp:nvSpPr>
        <dsp:cNvPr id="0" name=""/>
        <dsp:cNvSpPr/>
      </dsp:nvSpPr>
      <dsp:spPr>
        <a:xfrm>
          <a:off x="0" y="11962"/>
          <a:ext cx="5094154" cy="7058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етнограф, історик, поет, один з ініціаторів створення національно- патріотичного гуртка «Руської трійці»</a:t>
          </a:r>
          <a:endParaRPr lang="uk-UA" sz="1300" kern="1200"/>
        </a:p>
      </dsp:txBody>
      <dsp:txXfrm>
        <a:off x="34456" y="46418"/>
        <a:ext cx="5025242" cy="636927"/>
      </dsp:txXfrm>
    </dsp:sp>
    <dsp:sp modelId="{A41A1FD9-44CB-4540-8554-0963124F6F20}">
      <dsp:nvSpPr>
        <dsp:cNvPr id="0" name=""/>
        <dsp:cNvSpPr/>
      </dsp:nvSpPr>
      <dsp:spPr>
        <a:xfrm>
          <a:off x="0" y="755241"/>
          <a:ext cx="5094154" cy="7058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науковець-енциклопедист, історик, перший ректор Київського університету, укладач кількох збірок українських народних пісень</a:t>
          </a:r>
          <a:endParaRPr lang="uk-UA" sz="1300" kern="1200"/>
        </a:p>
      </dsp:txBody>
      <dsp:txXfrm>
        <a:off x="34456" y="789697"/>
        <a:ext cx="5025242" cy="636927"/>
      </dsp:txXfrm>
    </dsp:sp>
    <dsp:sp modelId="{5923AABB-7051-4F53-A390-8025E527FA56}">
      <dsp:nvSpPr>
        <dsp:cNvPr id="0" name=""/>
        <dsp:cNvSpPr/>
      </dsp:nvSpPr>
      <dsp:spPr>
        <a:xfrm>
          <a:off x="0" y="1498520"/>
          <a:ext cx="5094154" cy="7058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історик, педагог, письменник, автор віршів, антикріпосницької сатиричної байки «Пан і собака»</a:t>
          </a:r>
          <a:endParaRPr lang="uk-UA" sz="1300" kern="1200"/>
        </a:p>
      </dsp:txBody>
      <dsp:txXfrm>
        <a:off x="34456" y="1532976"/>
        <a:ext cx="5025242" cy="636927"/>
      </dsp:txXfrm>
    </dsp:sp>
    <dsp:sp modelId="{0C7D9C95-5355-4781-BBE7-A858FF02ACA0}">
      <dsp:nvSpPr>
        <dsp:cNvPr id="0" name=""/>
        <dsp:cNvSpPr/>
      </dsp:nvSpPr>
      <dsp:spPr>
        <a:xfrm>
          <a:off x="0" y="2241800"/>
          <a:ext cx="5094154" cy="7058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церковний та освітній діяч, ініціатор заснування «Товариства греко- католицьких священників» у Перемишлі</a:t>
          </a:r>
          <a:endParaRPr lang="uk-UA" sz="1300" kern="1200"/>
        </a:p>
      </dsp:txBody>
      <dsp:txXfrm>
        <a:off x="34456" y="2276256"/>
        <a:ext cx="5025242" cy="636927"/>
      </dsp:txXfrm>
    </dsp:sp>
    <dsp:sp modelId="{5AC090AF-C4C8-45BD-B779-E2D5A65964EE}">
      <dsp:nvSpPr>
        <dsp:cNvPr id="0" name=""/>
        <dsp:cNvSpPr/>
      </dsp:nvSpPr>
      <dsp:spPr>
        <a:xfrm>
          <a:off x="0" y="2985079"/>
          <a:ext cx="5094154" cy="7058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поет і громадсько-політичний діяч, учасник Новгород-Сіверського патріотичного гуртка, автор «Оди на рабство»</a:t>
          </a:r>
          <a:endParaRPr lang="uk-UA" sz="1300" kern="1200"/>
        </a:p>
      </dsp:txBody>
      <dsp:txXfrm>
        <a:off x="34456" y="3019535"/>
        <a:ext cx="5025242" cy="636927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FABD11-2482-48FE-8793-4D3A512CBBC7}">
      <dsp:nvSpPr>
        <dsp:cNvPr id="0" name=""/>
        <dsp:cNvSpPr/>
      </dsp:nvSpPr>
      <dsp:spPr>
        <a:xfrm>
          <a:off x="0" y="500"/>
          <a:ext cx="5094154" cy="8973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1" kern="1200" dirty="0"/>
            <a:t>«Він став самобутнім виявом імпресіонізму в українській літературі, вдаючись до аналізу психологічного стану своїх героїв. Його творчість остаточно розвіяла сумніви, чи зможе українська література стати великою літературою...»</a:t>
          </a:r>
          <a:endParaRPr lang="uk-UA" sz="1300" kern="1200" dirty="0"/>
        </a:p>
      </dsp:txBody>
      <dsp:txXfrm>
        <a:off x="43807" y="44307"/>
        <a:ext cx="5006540" cy="809776"/>
      </dsp:txXfrm>
    </dsp:sp>
    <dsp:sp modelId="{93EA0B0C-3013-4A74-91DD-51D6E02E2B1E}">
      <dsp:nvSpPr>
        <dsp:cNvPr id="0" name=""/>
        <dsp:cNvSpPr/>
      </dsp:nvSpPr>
      <dsp:spPr>
        <a:xfrm>
          <a:off x="0" y="935330"/>
          <a:ext cx="5094154" cy="8973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1" kern="1200"/>
            <a:t>«З його ім’ям пов’язаний поворот до нового літературного і культурного розвитку. Його славу зачинателя нової української літератури, доповнює слава «батька» українського театру...»</a:t>
          </a:r>
          <a:endParaRPr lang="uk-UA" sz="1300" kern="1200"/>
        </a:p>
      </dsp:txBody>
      <dsp:txXfrm>
        <a:off x="43807" y="979137"/>
        <a:ext cx="5006540" cy="809776"/>
      </dsp:txXfrm>
    </dsp:sp>
    <dsp:sp modelId="{A280F712-8642-469A-B325-231A9AD0EBF8}">
      <dsp:nvSpPr>
        <dsp:cNvPr id="0" name=""/>
        <dsp:cNvSpPr/>
      </dsp:nvSpPr>
      <dsp:spPr>
        <a:xfrm>
          <a:off x="0" y="1870160"/>
          <a:ext cx="5094154" cy="8973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1" kern="1200"/>
            <a:t>«Він був сином мужика і став володарем у царстві духа. Він був кріпаком і став велетнем у царстві людської культури. Він був самоуком і вказав нові, світлі і вільні шляхи професорам і книжним ученим...»</a:t>
          </a:r>
          <a:endParaRPr lang="uk-UA" sz="1300" kern="1200"/>
        </a:p>
      </dsp:txBody>
      <dsp:txXfrm>
        <a:off x="43807" y="1913967"/>
        <a:ext cx="5006540" cy="809776"/>
      </dsp:txXfrm>
    </dsp:sp>
    <dsp:sp modelId="{3217E52B-34A2-48A1-96A7-1C737C4A8CF2}">
      <dsp:nvSpPr>
        <dsp:cNvPr id="0" name=""/>
        <dsp:cNvSpPr/>
      </dsp:nvSpPr>
      <dsp:spPr>
        <a:xfrm>
          <a:off x="0" y="2804990"/>
          <a:ext cx="5094154" cy="8973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1" kern="1200"/>
            <a:t>«Будучи останнім представником поезії українського бароко, він став предтечею нової української літератури, просякнувши її ідеями гуманізму та Просвітництва...»</a:t>
          </a:r>
          <a:endParaRPr lang="uk-UA" sz="1300" kern="1200"/>
        </a:p>
      </dsp:txBody>
      <dsp:txXfrm>
        <a:off x="43807" y="2848797"/>
        <a:ext cx="5006540" cy="809776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F0CB8C-7CDD-4F4E-A7BB-5A4939132092}">
      <dsp:nvSpPr>
        <dsp:cNvPr id="0" name=""/>
        <dsp:cNvSpPr/>
      </dsp:nvSpPr>
      <dsp:spPr>
        <a:xfrm rot="10800000">
          <a:off x="1042215" y="147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першим виданням збірки «Кобзар»</a:t>
          </a:r>
          <a:endParaRPr lang="uk-UA" sz="1700" kern="1200"/>
        </a:p>
      </dsp:txBody>
      <dsp:txXfrm rot="10800000">
        <a:off x="1231159" y="1476"/>
        <a:ext cx="3198668" cy="755777"/>
      </dsp:txXfrm>
    </dsp:sp>
    <dsp:sp modelId="{D8A0899C-8C12-42DA-8BC4-94B38E68DAAC}">
      <dsp:nvSpPr>
        <dsp:cNvPr id="0" name=""/>
        <dsp:cNvSpPr/>
      </dsp:nvSpPr>
      <dsp:spPr>
        <a:xfrm>
          <a:off x="664326" y="147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EA0E64-CC41-4971-95D3-D1723B7A4E16}">
      <dsp:nvSpPr>
        <dsp:cNvPr id="0" name=""/>
        <dsp:cNvSpPr/>
      </dsp:nvSpPr>
      <dsp:spPr>
        <a:xfrm rot="10800000">
          <a:off x="1042215" y="982859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арештом та ув’язненням у Петропавловській фортеці</a:t>
          </a:r>
          <a:endParaRPr lang="uk-UA" sz="1700" kern="1200"/>
        </a:p>
      </dsp:txBody>
      <dsp:txXfrm rot="10800000">
        <a:off x="1231159" y="982859"/>
        <a:ext cx="3198668" cy="755777"/>
      </dsp:txXfrm>
    </dsp:sp>
    <dsp:sp modelId="{63DF364C-72DC-4E8C-AEB9-6237E117BB22}">
      <dsp:nvSpPr>
        <dsp:cNvPr id="0" name=""/>
        <dsp:cNvSpPr/>
      </dsp:nvSpPr>
      <dsp:spPr>
        <a:xfrm>
          <a:off x="664326" y="982859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9DDBB3-0820-40A0-AF77-B5713CC64599}">
      <dsp:nvSpPr>
        <dsp:cNvPr id="0" name=""/>
        <dsp:cNvSpPr/>
      </dsp:nvSpPr>
      <dsp:spPr>
        <a:xfrm rot="10800000">
          <a:off x="1042215" y="1964243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вступом до Кирило-Мефодіївського братства</a:t>
          </a:r>
          <a:endParaRPr lang="uk-UA" sz="1700" kern="1200"/>
        </a:p>
      </dsp:txBody>
      <dsp:txXfrm rot="10800000">
        <a:off x="1231159" y="1964243"/>
        <a:ext cx="3198668" cy="755777"/>
      </dsp:txXfrm>
    </dsp:sp>
    <dsp:sp modelId="{DDBB15A0-9F6E-43F9-910A-053E62C83197}">
      <dsp:nvSpPr>
        <dsp:cNvPr id="0" name=""/>
        <dsp:cNvSpPr/>
      </dsp:nvSpPr>
      <dsp:spPr>
        <a:xfrm>
          <a:off x="664326" y="1964243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8B4DDC-9F7E-44D3-B518-EC9E387E461C}">
      <dsp:nvSpPr>
        <dsp:cNvPr id="0" name=""/>
        <dsp:cNvSpPr/>
      </dsp:nvSpPr>
      <dsp:spPr>
        <a:xfrm rot="10800000">
          <a:off x="1042215" y="294562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звільненням із кріпацтва</a:t>
          </a:r>
          <a:endParaRPr lang="uk-UA" sz="1700" kern="1200"/>
        </a:p>
      </dsp:txBody>
      <dsp:txXfrm rot="10800000">
        <a:off x="1231159" y="2945626"/>
        <a:ext cx="3198668" cy="755777"/>
      </dsp:txXfrm>
    </dsp:sp>
    <dsp:sp modelId="{5E524B86-6D38-470A-9792-EF1FC3D9F705}">
      <dsp:nvSpPr>
        <dsp:cNvPr id="0" name=""/>
        <dsp:cNvSpPr/>
      </dsp:nvSpPr>
      <dsp:spPr>
        <a:xfrm>
          <a:off x="664326" y="294562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520E1C-AE23-4B0F-A086-96DF628C5A49}">
      <dsp:nvSpPr>
        <dsp:cNvPr id="0" name=""/>
        <dsp:cNvSpPr/>
      </dsp:nvSpPr>
      <dsp:spPr>
        <a:xfrm rot="10800000">
          <a:off x="1042215" y="147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П. Куліш.</a:t>
          </a:r>
          <a:endParaRPr lang="uk-UA" sz="2600" kern="1200"/>
        </a:p>
      </dsp:txBody>
      <dsp:txXfrm rot="10800000">
        <a:off x="1231159" y="1476"/>
        <a:ext cx="3198668" cy="755777"/>
      </dsp:txXfrm>
    </dsp:sp>
    <dsp:sp modelId="{A0A357F4-AF1C-439A-8BB5-D587F0D2462D}">
      <dsp:nvSpPr>
        <dsp:cNvPr id="0" name=""/>
        <dsp:cNvSpPr/>
      </dsp:nvSpPr>
      <dsp:spPr>
        <a:xfrm>
          <a:off x="664326" y="147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AF64BC-5A97-4C7A-8B2A-7F51F18CC51C}">
      <dsp:nvSpPr>
        <dsp:cNvPr id="0" name=""/>
        <dsp:cNvSpPr/>
      </dsp:nvSpPr>
      <dsp:spPr>
        <a:xfrm rot="10800000">
          <a:off x="1042215" y="982859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Т. Шевченко.</a:t>
          </a:r>
          <a:endParaRPr lang="uk-UA" sz="2600" kern="1200"/>
        </a:p>
      </dsp:txBody>
      <dsp:txXfrm rot="10800000">
        <a:off x="1231159" y="982859"/>
        <a:ext cx="3198668" cy="755777"/>
      </dsp:txXfrm>
    </dsp:sp>
    <dsp:sp modelId="{A9612C07-E85C-4029-AFDC-97056C476E5D}">
      <dsp:nvSpPr>
        <dsp:cNvPr id="0" name=""/>
        <dsp:cNvSpPr/>
      </dsp:nvSpPr>
      <dsp:spPr>
        <a:xfrm>
          <a:off x="664326" y="982859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995B6-A0C0-492B-8D2F-E2F88811F7DD}">
      <dsp:nvSpPr>
        <dsp:cNvPr id="0" name=""/>
        <dsp:cNvSpPr/>
      </dsp:nvSpPr>
      <dsp:spPr>
        <a:xfrm rot="10800000">
          <a:off x="1042215" y="1964243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М. Максимович.</a:t>
          </a:r>
          <a:endParaRPr lang="uk-UA" sz="2600" kern="1200"/>
        </a:p>
      </dsp:txBody>
      <dsp:txXfrm rot="10800000">
        <a:off x="1231159" y="1964243"/>
        <a:ext cx="3198668" cy="755777"/>
      </dsp:txXfrm>
    </dsp:sp>
    <dsp:sp modelId="{6DB9B702-9AF9-4C70-8A06-CAEA2BA6377B}">
      <dsp:nvSpPr>
        <dsp:cNvPr id="0" name=""/>
        <dsp:cNvSpPr/>
      </dsp:nvSpPr>
      <dsp:spPr>
        <a:xfrm>
          <a:off x="664326" y="1964243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0064FF-9710-42AB-8109-8AEEA2EF1A0E}">
      <dsp:nvSpPr>
        <dsp:cNvPr id="0" name=""/>
        <dsp:cNvSpPr/>
      </dsp:nvSpPr>
      <dsp:spPr>
        <a:xfrm rot="10800000">
          <a:off x="1042215" y="294562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М. Шашкевич.</a:t>
          </a:r>
          <a:endParaRPr lang="uk-UA" sz="2600" kern="1200"/>
        </a:p>
      </dsp:txBody>
      <dsp:txXfrm rot="10800000">
        <a:off x="1231159" y="2945626"/>
        <a:ext cx="3198668" cy="755777"/>
      </dsp:txXfrm>
    </dsp:sp>
    <dsp:sp modelId="{3FA33A28-B2E4-4D76-834D-8EC50C452E0A}">
      <dsp:nvSpPr>
        <dsp:cNvPr id="0" name=""/>
        <dsp:cNvSpPr/>
      </dsp:nvSpPr>
      <dsp:spPr>
        <a:xfrm>
          <a:off x="664326" y="294562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31CF2C-81CB-4433-96C9-A04FB6A4007E}">
      <dsp:nvSpPr>
        <dsp:cNvPr id="0" name=""/>
        <dsp:cNvSpPr/>
      </dsp:nvSpPr>
      <dsp:spPr>
        <a:xfrm rot="10800000">
          <a:off x="1042215" y="147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Т. Шевченка</a:t>
          </a:r>
          <a:endParaRPr lang="uk-UA" sz="2200" kern="1200"/>
        </a:p>
      </dsp:txBody>
      <dsp:txXfrm rot="10800000">
        <a:off x="1231159" y="1476"/>
        <a:ext cx="3198668" cy="755777"/>
      </dsp:txXfrm>
    </dsp:sp>
    <dsp:sp modelId="{FCDA5DA6-AF6E-4923-86AA-9428568B588E}">
      <dsp:nvSpPr>
        <dsp:cNvPr id="0" name=""/>
        <dsp:cNvSpPr/>
      </dsp:nvSpPr>
      <dsp:spPr>
        <a:xfrm>
          <a:off x="664326" y="147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55F886-4F59-4DEF-A76A-9FDCAFEA06A6}">
      <dsp:nvSpPr>
        <dsp:cNvPr id="0" name=""/>
        <dsp:cNvSpPr/>
      </dsp:nvSpPr>
      <dsp:spPr>
        <a:xfrm rot="10800000">
          <a:off x="1042215" y="982859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Г. Сковороду</a:t>
          </a:r>
          <a:endParaRPr lang="uk-UA" sz="2200" kern="1200"/>
        </a:p>
      </dsp:txBody>
      <dsp:txXfrm rot="10800000">
        <a:off x="1231159" y="982859"/>
        <a:ext cx="3198668" cy="755777"/>
      </dsp:txXfrm>
    </dsp:sp>
    <dsp:sp modelId="{8C796FDB-DC22-4D7D-8110-177C9AEDF89A}">
      <dsp:nvSpPr>
        <dsp:cNvPr id="0" name=""/>
        <dsp:cNvSpPr/>
      </dsp:nvSpPr>
      <dsp:spPr>
        <a:xfrm>
          <a:off x="664326" y="982859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A4A544-CF92-445D-9584-BEFAF7C43D23}">
      <dsp:nvSpPr>
        <dsp:cNvPr id="0" name=""/>
        <dsp:cNvSpPr/>
      </dsp:nvSpPr>
      <dsp:spPr>
        <a:xfrm rot="10800000">
          <a:off x="1042215" y="1964243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І. Котляревського</a:t>
          </a:r>
          <a:endParaRPr lang="uk-UA" sz="2200" kern="1200"/>
        </a:p>
      </dsp:txBody>
      <dsp:txXfrm rot="10800000">
        <a:off x="1231159" y="1964243"/>
        <a:ext cx="3198668" cy="755777"/>
      </dsp:txXfrm>
    </dsp:sp>
    <dsp:sp modelId="{661AB078-1856-438A-BB28-FAEAB73E4B85}">
      <dsp:nvSpPr>
        <dsp:cNvPr id="0" name=""/>
        <dsp:cNvSpPr/>
      </dsp:nvSpPr>
      <dsp:spPr>
        <a:xfrm>
          <a:off x="664326" y="1964243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B946EB-4C07-4EEB-AEAF-3BC945C09B29}">
      <dsp:nvSpPr>
        <dsp:cNvPr id="0" name=""/>
        <dsp:cNvSpPr/>
      </dsp:nvSpPr>
      <dsp:spPr>
        <a:xfrm rot="10800000">
          <a:off x="1042215" y="294562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М. Коцюбинського</a:t>
          </a:r>
          <a:endParaRPr lang="uk-UA" sz="2200" kern="1200"/>
        </a:p>
      </dsp:txBody>
      <dsp:txXfrm rot="10800000">
        <a:off x="1231159" y="2945626"/>
        <a:ext cx="3198668" cy="755777"/>
      </dsp:txXfrm>
    </dsp:sp>
    <dsp:sp modelId="{5F6EBED1-0AF1-4523-ABFF-D3CEA7C7BA75}">
      <dsp:nvSpPr>
        <dsp:cNvPr id="0" name=""/>
        <dsp:cNvSpPr/>
      </dsp:nvSpPr>
      <dsp:spPr>
        <a:xfrm>
          <a:off x="664326" y="294562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B67F27-39A5-4750-ADEA-4E58AC47318B}">
      <dsp:nvSpPr>
        <dsp:cNvPr id="0" name=""/>
        <dsp:cNvSpPr/>
      </dsp:nvSpPr>
      <dsp:spPr>
        <a:xfrm rot="10800000">
          <a:off x="1042215" y="147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П. Кулішу.</a:t>
          </a:r>
          <a:endParaRPr lang="uk-UA" sz="2000" kern="1200"/>
        </a:p>
      </dsp:txBody>
      <dsp:txXfrm rot="10800000">
        <a:off x="1231159" y="1476"/>
        <a:ext cx="3198668" cy="755777"/>
      </dsp:txXfrm>
    </dsp:sp>
    <dsp:sp modelId="{FD66A48C-ED9B-4F79-99D6-3B3F6A0076E7}">
      <dsp:nvSpPr>
        <dsp:cNvPr id="0" name=""/>
        <dsp:cNvSpPr/>
      </dsp:nvSpPr>
      <dsp:spPr>
        <a:xfrm>
          <a:off x="664326" y="147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A46D97-CCB3-4FAB-BBC9-220D1CCE2863}">
      <dsp:nvSpPr>
        <dsp:cNvPr id="0" name=""/>
        <dsp:cNvSpPr/>
      </dsp:nvSpPr>
      <dsp:spPr>
        <a:xfrm rot="10800000">
          <a:off x="1042215" y="982859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В. Антоновичу.</a:t>
          </a:r>
          <a:endParaRPr lang="uk-UA" sz="2000" kern="1200"/>
        </a:p>
      </dsp:txBody>
      <dsp:txXfrm rot="10800000">
        <a:off x="1231159" y="982859"/>
        <a:ext cx="3198668" cy="755777"/>
      </dsp:txXfrm>
    </dsp:sp>
    <dsp:sp modelId="{E2838A05-D3F8-4771-BEFB-496ECADB82F5}">
      <dsp:nvSpPr>
        <dsp:cNvPr id="0" name=""/>
        <dsp:cNvSpPr/>
      </dsp:nvSpPr>
      <dsp:spPr>
        <a:xfrm>
          <a:off x="664326" y="982859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E2CD52-9956-4F42-ABD2-94287D6DCDC8}">
      <dsp:nvSpPr>
        <dsp:cNvPr id="0" name=""/>
        <dsp:cNvSpPr/>
      </dsp:nvSpPr>
      <dsp:spPr>
        <a:xfrm rot="10800000">
          <a:off x="1042215" y="1964243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М. Костомарову.</a:t>
          </a:r>
          <a:endParaRPr lang="uk-UA" sz="2000" kern="1200"/>
        </a:p>
      </dsp:txBody>
      <dsp:txXfrm rot="10800000">
        <a:off x="1231159" y="1964243"/>
        <a:ext cx="3198668" cy="755777"/>
      </dsp:txXfrm>
    </dsp:sp>
    <dsp:sp modelId="{38246AAA-A329-40EE-B7D3-CE3FA3FD45B0}">
      <dsp:nvSpPr>
        <dsp:cNvPr id="0" name=""/>
        <dsp:cNvSpPr/>
      </dsp:nvSpPr>
      <dsp:spPr>
        <a:xfrm>
          <a:off x="664326" y="1964243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CB4329-FEDA-435A-9E65-A3999E1FC0CD}">
      <dsp:nvSpPr>
        <dsp:cNvPr id="0" name=""/>
        <dsp:cNvSpPr/>
      </dsp:nvSpPr>
      <dsp:spPr>
        <a:xfrm rot="10800000">
          <a:off x="1042215" y="294562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І. Котляревському.</a:t>
          </a:r>
          <a:endParaRPr lang="uk-UA" sz="2000" kern="1200"/>
        </a:p>
      </dsp:txBody>
      <dsp:txXfrm rot="10800000">
        <a:off x="1231159" y="2945626"/>
        <a:ext cx="3198668" cy="755777"/>
      </dsp:txXfrm>
    </dsp:sp>
    <dsp:sp modelId="{D2B6C487-4CC5-40E4-BFD7-32DAF617C0AE}">
      <dsp:nvSpPr>
        <dsp:cNvPr id="0" name=""/>
        <dsp:cNvSpPr/>
      </dsp:nvSpPr>
      <dsp:spPr>
        <a:xfrm>
          <a:off x="664326" y="294562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B68AAA-55B7-4DA8-847B-8EF7DD6EC54B}">
      <dsp:nvSpPr>
        <dsp:cNvPr id="0" name=""/>
        <dsp:cNvSpPr/>
      </dsp:nvSpPr>
      <dsp:spPr>
        <a:xfrm>
          <a:off x="-4185772" y="-642295"/>
          <a:ext cx="4987472" cy="4987472"/>
        </a:xfrm>
        <a:prstGeom prst="blockArc">
          <a:avLst>
            <a:gd name="adj1" fmla="val 18900000"/>
            <a:gd name="adj2" fmla="val 2700000"/>
            <a:gd name="adj3" fmla="val 433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5F5329-A72E-4CF1-908D-ECD1712E6DEE}">
      <dsp:nvSpPr>
        <dsp:cNvPr id="0" name=""/>
        <dsp:cNvSpPr/>
      </dsp:nvSpPr>
      <dsp:spPr>
        <a:xfrm>
          <a:off x="420042" y="284677"/>
          <a:ext cx="4624628" cy="56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161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«Сад божественних пісень» Г. Сковороди</a:t>
          </a:r>
          <a:endParaRPr lang="uk-UA" sz="1700" kern="1200"/>
        </a:p>
      </dsp:txBody>
      <dsp:txXfrm>
        <a:off x="420042" y="284677"/>
        <a:ext cx="4624628" cy="569651"/>
      </dsp:txXfrm>
    </dsp:sp>
    <dsp:sp modelId="{5E8F4B18-8607-4F6C-A051-3F06BC342398}">
      <dsp:nvSpPr>
        <dsp:cNvPr id="0" name=""/>
        <dsp:cNvSpPr/>
      </dsp:nvSpPr>
      <dsp:spPr>
        <a:xfrm>
          <a:off x="64010" y="213471"/>
          <a:ext cx="712064" cy="712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598FEF-F9E2-4917-8302-7E6A94D7C9B0}">
      <dsp:nvSpPr>
        <dsp:cNvPr id="0" name=""/>
        <dsp:cNvSpPr/>
      </dsp:nvSpPr>
      <dsp:spPr>
        <a:xfrm>
          <a:off x="746636" y="1139302"/>
          <a:ext cx="4298034" cy="56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161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«Енеїда» І. Котляревського</a:t>
          </a:r>
          <a:endParaRPr lang="uk-UA" sz="1700" kern="1200"/>
        </a:p>
      </dsp:txBody>
      <dsp:txXfrm>
        <a:off x="746636" y="1139302"/>
        <a:ext cx="4298034" cy="569651"/>
      </dsp:txXfrm>
    </dsp:sp>
    <dsp:sp modelId="{668BD0FB-BB56-470A-9A44-FDBEB8D81042}">
      <dsp:nvSpPr>
        <dsp:cNvPr id="0" name=""/>
        <dsp:cNvSpPr/>
      </dsp:nvSpPr>
      <dsp:spPr>
        <a:xfrm>
          <a:off x="390604" y="1068096"/>
          <a:ext cx="712064" cy="712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487DEC-E648-44C3-8D6F-3D3F8EAC54C8}">
      <dsp:nvSpPr>
        <dsp:cNvPr id="0" name=""/>
        <dsp:cNvSpPr/>
      </dsp:nvSpPr>
      <dsp:spPr>
        <a:xfrm>
          <a:off x="746636" y="1993927"/>
          <a:ext cx="4298034" cy="56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161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«Кобзар» Т. Шевченка</a:t>
          </a:r>
          <a:endParaRPr lang="uk-UA" sz="1700" kern="1200"/>
        </a:p>
      </dsp:txBody>
      <dsp:txXfrm>
        <a:off x="746636" y="1993927"/>
        <a:ext cx="4298034" cy="569651"/>
      </dsp:txXfrm>
    </dsp:sp>
    <dsp:sp modelId="{88B040C4-4C5B-486E-8D04-0BB43DA94B14}">
      <dsp:nvSpPr>
        <dsp:cNvPr id="0" name=""/>
        <dsp:cNvSpPr/>
      </dsp:nvSpPr>
      <dsp:spPr>
        <a:xfrm>
          <a:off x="390604" y="1922720"/>
          <a:ext cx="712064" cy="712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3B06D5-D16B-4EC6-9EC4-A0553847B273}">
      <dsp:nvSpPr>
        <dsp:cNvPr id="0" name=""/>
        <dsp:cNvSpPr/>
      </dsp:nvSpPr>
      <dsp:spPr>
        <a:xfrm>
          <a:off x="420042" y="2848552"/>
          <a:ext cx="4624628" cy="56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161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«Запорожець за Дунаєм» С. Гулака-Артемовського</a:t>
          </a:r>
          <a:endParaRPr lang="uk-UA" sz="1700" kern="1200"/>
        </a:p>
      </dsp:txBody>
      <dsp:txXfrm>
        <a:off x="420042" y="2848552"/>
        <a:ext cx="4624628" cy="569651"/>
      </dsp:txXfrm>
    </dsp:sp>
    <dsp:sp modelId="{713FE4C6-CB3D-44D8-8B28-FD581106AEB8}">
      <dsp:nvSpPr>
        <dsp:cNvPr id="0" name=""/>
        <dsp:cNvSpPr/>
      </dsp:nvSpPr>
      <dsp:spPr>
        <a:xfrm>
          <a:off x="64010" y="2777345"/>
          <a:ext cx="712064" cy="712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983D8B-9BF7-47B5-B81B-AAEFB9C69920}">
      <dsp:nvSpPr>
        <dsp:cNvPr id="0" name=""/>
        <dsp:cNvSpPr/>
      </dsp:nvSpPr>
      <dsp:spPr>
        <a:xfrm>
          <a:off x="0" y="57560"/>
          <a:ext cx="510600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українського національного відродження.</a:t>
          </a:r>
          <a:endParaRPr lang="uk-UA" sz="2200" kern="1200"/>
        </a:p>
      </dsp:txBody>
      <dsp:txXfrm>
        <a:off x="41465" y="99025"/>
        <a:ext cx="5023074" cy="766490"/>
      </dsp:txXfrm>
    </dsp:sp>
    <dsp:sp modelId="{A25542FF-AA05-44E1-8A9B-4C790658771D}">
      <dsp:nvSpPr>
        <dsp:cNvPr id="0" name=""/>
        <dsp:cNvSpPr/>
      </dsp:nvSpPr>
      <dsp:spPr>
        <a:xfrm>
          <a:off x="0" y="970340"/>
          <a:ext cx="510600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політизації українського руху.</a:t>
          </a:r>
          <a:endParaRPr lang="uk-UA" sz="2200" kern="1200"/>
        </a:p>
      </dsp:txBody>
      <dsp:txXfrm>
        <a:off x="41465" y="1011805"/>
        <a:ext cx="5023074" cy="766490"/>
      </dsp:txXfrm>
    </dsp:sp>
    <dsp:sp modelId="{BF20FF2A-8085-450D-8399-0201E27D0567}">
      <dsp:nvSpPr>
        <dsp:cNvPr id="0" name=""/>
        <dsp:cNvSpPr/>
      </dsp:nvSpPr>
      <dsp:spPr>
        <a:xfrm>
          <a:off x="0" y="1883120"/>
          <a:ext cx="510600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формування полемічної літератури.</a:t>
          </a:r>
          <a:endParaRPr lang="uk-UA" sz="2200" kern="1200"/>
        </a:p>
      </dsp:txBody>
      <dsp:txXfrm>
        <a:off x="41465" y="1924585"/>
        <a:ext cx="5023074" cy="766490"/>
      </dsp:txXfrm>
    </dsp:sp>
    <dsp:sp modelId="{3EE99DAA-F1EA-4BB3-8CFE-7AF3304DD967}">
      <dsp:nvSpPr>
        <dsp:cNvPr id="0" name=""/>
        <dsp:cNvSpPr/>
      </dsp:nvSpPr>
      <dsp:spPr>
        <a:xfrm>
          <a:off x="0" y="2795900"/>
          <a:ext cx="510600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«нової ери» українсько-польських відносин.</a:t>
          </a:r>
          <a:endParaRPr lang="uk-UA" sz="2200" kern="1200"/>
        </a:p>
      </dsp:txBody>
      <dsp:txXfrm>
        <a:off x="41465" y="2837365"/>
        <a:ext cx="5023074" cy="766490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7C488C-F9CA-4447-BED3-9E1AB8561739}">
      <dsp:nvSpPr>
        <dsp:cNvPr id="0" name=""/>
        <dsp:cNvSpPr/>
      </dsp:nvSpPr>
      <dsp:spPr>
        <a:xfrm rot="10800000">
          <a:off x="1042215" y="147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«Кобзар»</a:t>
          </a:r>
          <a:endParaRPr lang="uk-UA" sz="2300" kern="1200"/>
        </a:p>
      </dsp:txBody>
      <dsp:txXfrm rot="10800000">
        <a:off x="1231159" y="1476"/>
        <a:ext cx="3198668" cy="755777"/>
      </dsp:txXfrm>
    </dsp:sp>
    <dsp:sp modelId="{69EB4244-47F9-444F-8989-6E361FA1834C}">
      <dsp:nvSpPr>
        <dsp:cNvPr id="0" name=""/>
        <dsp:cNvSpPr/>
      </dsp:nvSpPr>
      <dsp:spPr>
        <a:xfrm>
          <a:off x="664326" y="147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CB1D6-BC86-4B13-AD83-B5289DBB5690}">
      <dsp:nvSpPr>
        <dsp:cNvPr id="0" name=""/>
        <dsp:cNvSpPr/>
      </dsp:nvSpPr>
      <dsp:spPr>
        <a:xfrm rot="10800000">
          <a:off x="1042215" y="982859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«Історію русів»</a:t>
          </a:r>
          <a:endParaRPr lang="uk-UA" sz="2300" kern="1200"/>
        </a:p>
      </dsp:txBody>
      <dsp:txXfrm rot="10800000">
        <a:off x="1231159" y="982859"/>
        <a:ext cx="3198668" cy="755777"/>
      </dsp:txXfrm>
    </dsp:sp>
    <dsp:sp modelId="{7A5046C3-E3D9-4D32-8233-9416379D117A}">
      <dsp:nvSpPr>
        <dsp:cNvPr id="0" name=""/>
        <dsp:cNvSpPr/>
      </dsp:nvSpPr>
      <dsp:spPr>
        <a:xfrm>
          <a:off x="664326" y="982859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0E7A92-101A-41FE-A4FA-E4E85B06BB6E}">
      <dsp:nvSpPr>
        <dsp:cNvPr id="0" name=""/>
        <dsp:cNvSpPr/>
      </dsp:nvSpPr>
      <dsp:spPr>
        <a:xfrm rot="10800000">
          <a:off x="1042215" y="1964243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«Чорну раду»</a:t>
          </a:r>
          <a:endParaRPr lang="uk-UA" sz="2300" kern="1200"/>
        </a:p>
      </dsp:txBody>
      <dsp:txXfrm rot="10800000">
        <a:off x="1231159" y="1964243"/>
        <a:ext cx="3198668" cy="755777"/>
      </dsp:txXfrm>
    </dsp:sp>
    <dsp:sp modelId="{34D74D5A-2FA3-4034-A178-C1856B8132CB}">
      <dsp:nvSpPr>
        <dsp:cNvPr id="0" name=""/>
        <dsp:cNvSpPr/>
      </dsp:nvSpPr>
      <dsp:spPr>
        <a:xfrm>
          <a:off x="664326" y="1964243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9A114E-729F-4EAA-848D-CF9DE503C024}">
      <dsp:nvSpPr>
        <dsp:cNvPr id="0" name=""/>
        <dsp:cNvSpPr/>
      </dsp:nvSpPr>
      <dsp:spPr>
        <a:xfrm rot="10800000">
          <a:off x="1042215" y="294562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«Україну irredenta»</a:t>
          </a:r>
          <a:endParaRPr lang="uk-UA" sz="2300" kern="1200"/>
        </a:p>
      </dsp:txBody>
      <dsp:txXfrm rot="10800000">
        <a:off x="1231159" y="2945626"/>
        <a:ext cx="3198668" cy="755777"/>
      </dsp:txXfrm>
    </dsp:sp>
    <dsp:sp modelId="{1579F9B6-07AD-484E-B008-8B0929EDF9F8}">
      <dsp:nvSpPr>
        <dsp:cNvPr id="0" name=""/>
        <dsp:cNvSpPr/>
      </dsp:nvSpPr>
      <dsp:spPr>
        <a:xfrm>
          <a:off x="664326" y="294562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E890CA-3425-48AA-B707-62554F3B82C6}">
      <dsp:nvSpPr>
        <dsp:cNvPr id="0" name=""/>
        <dsp:cNvSpPr/>
      </dsp:nvSpPr>
      <dsp:spPr>
        <a:xfrm rot="10800000">
          <a:off x="1042215" y="147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самостійників.</a:t>
          </a:r>
          <a:endParaRPr lang="uk-UA" sz="2300" kern="1200"/>
        </a:p>
      </dsp:txBody>
      <dsp:txXfrm rot="10800000">
        <a:off x="1231159" y="1476"/>
        <a:ext cx="3198668" cy="755777"/>
      </dsp:txXfrm>
    </dsp:sp>
    <dsp:sp modelId="{ABFCB51F-5FE5-415A-BA1B-CA4ACB893BBF}">
      <dsp:nvSpPr>
        <dsp:cNvPr id="0" name=""/>
        <dsp:cNvSpPr/>
      </dsp:nvSpPr>
      <dsp:spPr>
        <a:xfrm>
          <a:off x="664326" y="147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5F8122-BE24-40F1-AF71-A19EED1352BA}">
      <dsp:nvSpPr>
        <dsp:cNvPr id="0" name=""/>
        <dsp:cNvSpPr/>
      </dsp:nvSpPr>
      <dsp:spPr>
        <a:xfrm rot="10800000">
          <a:off x="1042215" y="982859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автономістів.</a:t>
          </a:r>
          <a:endParaRPr lang="uk-UA" sz="2300" kern="1200"/>
        </a:p>
      </dsp:txBody>
      <dsp:txXfrm rot="10800000">
        <a:off x="1231159" y="982859"/>
        <a:ext cx="3198668" cy="755777"/>
      </dsp:txXfrm>
    </dsp:sp>
    <dsp:sp modelId="{1FB12931-AEFD-4A3D-A4CD-3FABB3870255}">
      <dsp:nvSpPr>
        <dsp:cNvPr id="0" name=""/>
        <dsp:cNvSpPr/>
      </dsp:nvSpPr>
      <dsp:spPr>
        <a:xfrm>
          <a:off x="664326" y="982859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A76901-549B-4320-BDA4-36A0429817F7}">
      <dsp:nvSpPr>
        <dsp:cNvPr id="0" name=""/>
        <dsp:cNvSpPr/>
      </dsp:nvSpPr>
      <dsp:spPr>
        <a:xfrm rot="10800000">
          <a:off x="1042215" y="1964243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соціалістів.</a:t>
          </a:r>
          <a:endParaRPr lang="uk-UA" sz="2300" kern="1200"/>
        </a:p>
      </dsp:txBody>
      <dsp:txXfrm rot="10800000">
        <a:off x="1231159" y="1964243"/>
        <a:ext cx="3198668" cy="755777"/>
      </dsp:txXfrm>
    </dsp:sp>
    <dsp:sp modelId="{EF9FAEDD-476A-4275-B8C7-6CD52C6C542D}">
      <dsp:nvSpPr>
        <dsp:cNvPr id="0" name=""/>
        <dsp:cNvSpPr/>
      </dsp:nvSpPr>
      <dsp:spPr>
        <a:xfrm>
          <a:off x="664326" y="1964243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6B94F5-F3AB-4CC3-A04B-198779BAB6AF}">
      <dsp:nvSpPr>
        <dsp:cNvPr id="0" name=""/>
        <dsp:cNvSpPr/>
      </dsp:nvSpPr>
      <dsp:spPr>
        <a:xfrm rot="10800000">
          <a:off x="1042215" y="294562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русофілів.</a:t>
          </a:r>
          <a:endParaRPr lang="uk-UA" sz="2300" kern="1200"/>
        </a:p>
      </dsp:txBody>
      <dsp:txXfrm rot="10800000">
        <a:off x="1231159" y="2945626"/>
        <a:ext cx="3198668" cy="755777"/>
      </dsp:txXfrm>
    </dsp:sp>
    <dsp:sp modelId="{F77F82B6-7224-45B8-9C87-271519487FB5}">
      <dsp:nvSpPr>
        <dsp:cNvPr id="0" name=""/>
        <dsp:cNvSpPr/>
      </dsp:nvSpPr>
      <dsp:spPr>
        <a:xfrm>
          <a:off x="664326" y="294562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CF7F16-45FA-44B7-967E-12BBB11B4814}">
      <dsp:nvSpPr>
        <dsp:cNvPr id="0" name=""/>
        <dsp:cNvSpPr/>
      </dsp:nvSpPr>
      <dsp:spPr>
        <a:xfrm rot="10800000">
          <a:off x="1042215" y="147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самостійників.</a:t>
          </a:r>
          <a:endParaRPr lang="uk-UA" sz="2300" kern="1200"/>
        </a:p>
      </dsp:txBody>
      <dsp:txXfrm rot="10800000">
        <a:off x="1231159" y="1476"/>
        <a:ext cx="3198668" cy="755777"/>
      </dsp:txXfrm>
    </dsp:sp>
    <dsp:sp modelId="{280973D5-A88E-4C68-9C8A-C8DEB6131BCE}">
      <dsp:nvSpPr>
        <dsp:cNvPr id="0" name=""/>
        <dsp:cNvSpPr/>
      </dsp:nvSpPr>
      <dsp:spPr>
        <a:xfrm>
          <a:off x="664326" y="147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958421-9618-4B39-8755-051C2E1C4DE4}">
      <dsp:nvSpPr>
        <dsp:cNvPr id="0" name=""/>
        <dsp:cNvSpPr/>
      </dsp:nvSpPr>
      <dsp:spPr>
        <a:xfrm rot="10800000">
          <a:off x="1042215" y="982859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автономістів.</a:t>
          </a:r>
          <a:endParaRPr lang="uk-UA" sz="2300" kern="1200"/>
        </a:p>
      </dsp:txBody>
      <dsp:txXfrm rot="10800000">
        <a:off x="1231159" y="982859"/>
        <a:ext cx="3198668" cy="755777"/>
      </dsp:txXfrm>
    </dsp:sp>
    <dsp:sp modelId="{2C8A5A8E-380B-4745-AC08-8496122D8064}">
      <dsp:nvSpPr>
        <dsp:cNvPr id="0" name=""/>
        <dsp:cNvSpPr/>
      </dsp:nvSpPr>
      <dsp:spPr>
        <a:xfrm>
          <a:off x="664326" y="982859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579D05-EBBA-455D-B920-FC6F222BB8FB}">
      <dsp:nvSpPr>
        <dsp:cNvPr id="0" name=""/>
        <dsp:cNvSpPr/>
      </dsp:nvSpPr>
      <dsp:spPr>
        <a:xfrm rot="10800000">
          <a:off x="1042215" y="1964243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соціалістів.</a:t>
          </a:r>
          <a:endParaRPr lang="uk-UA" sz="2300" kern="1200"/>
        </a:p>
      </dsp:txBody>
      <dsp:txXfrm rot="10800000">
        <a:off x="1231159" y="1964243"/>
        <a:ext cx="3198668" cy="755777"/>
      </dsp:txXfrm>
    </dsp:sp>
    <dsp:sp modelId="{7DFA7E57-B5A1-4328-8BCA-D46BCDFEE903}">
      <dsp:nvSpPr>
        <dsp:cNvPr id="0" name=""/>
        <dsp:cNvSpPr/>
      </dsp:nvSpPr>
      <dsp:spPr>
        <a:xfrm>
          <a:off x="664326" y="1964243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754250-A860-4E70-BA1C-B38DDFD7507B}">
      <dsp:nvSpPr>
        <dsp:cNvPr id="0" name=""/>
        <dsp:cNvSpPr/>
      </dsp:nvSpPr>
      <dsp:spPr>
        <a:xfrm rot="10800000">
          <a:off x="1042215" y="294562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русофілів.</a:t>
          </a:r>
          <a:endParaRPr lang="uk-UA" sz="2300" kern="1200"/>
        </a:p>
      </dsp:txBody>
      <dsp:txXfrm rot="10800000">
        <a:off x="1231159" y="2945626"/>
        <a:ext cx="3198668" cy="755777"/>
      </dsp:txXfrm>
    </dsp:sp>
    <dsp:sp modelId="{4CA00247-2CCD-42FD-BF59-B2D4246A7AE7}">
      <dsp:nvSpPr>
        <dsp:cNvPr id="0" name=""/>
        <dsp:cNvSpPr/>
      </dsp:nvSpPr>
      <dsp:spPr>
        <a:xfrm>
          <a:off x="664326" y="294562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374F5D-2C14-4D93-9184-78789DBF816A}">
      <dsp:nvSpPr>
        <dsp:cNvPr id="0" name=""/>
        <dsp:cNvSpPr/>
      </dsp:nvSpPr>
      <dsp:spPr>
        <a:xfrm>
          <a:off x="0" y="5756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Видання альманаху «Русалка Дністровая».</a:t>
          </a:r>
          <a:endParaRPr lang="uk-UA" sz="2200" kern="1200"/>
        </a:p>
      </dsp:txBody>
      <dsp:txXfrm>
        <a:off x="41465" y="99025"/>
        <a:ext cx="5011224" cy="766490"/>
      </dsp:txXfrm>
    </dsp:sp>
    <dsp:sp modelId="{493F6ACD-3BD8-4A78-AD56-F854242D7047}">
      <dsp:nvSpPr>
        <dsp:cNvPr id="0" name=""/>
        <dsp:cNvSpPr/>
      </dsp:nvSpPr>
      <dsp:spPr>
        <a:xfrm>
          <a:off x="0" y="97034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Видання збірки поезій «Кобзар» Т. Шевченка.</a:t>
          </a:r>
          <a:endParaRPr lang="uk-UA" sz="2200" kern="1200"/>
        </a:p>
      </dsp:txBody>
      <dsp:txXfrm>
        <a:off x="41465" y="1011805"/>
        <a:ext cx="5011224" cy="766490"/>
      </dsp:txXfrm>
    </dsp:sp>
    <dsp:sp modelId="{1769CEF8-1AE4-4764-AB20-B719DBEA2D8E}">
      <dsp:nvSpPr>
        <dsp:cNvPr id="0" name=""/>
        <dsp:cNvSpPr/>
      </dsp:nvSpPr>
      <dsp:spPr>
        <a:xfrm>
          <a:off x="0" y="188312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Вихід трьох частин «Енеїди» І. Котляревського.</a:t>
          </a:r>
          <a:endParaRPr lang="uk-UA" sz="2200" kern="1200"/>
        </a:p>
      </dsp:txBody>
      <dsp:txXfrm>
        <a:off x="41465" y="1924585"/>
        <a:ext cx="5011224" cy="766490"/>
      </dsp:txXfrm>
    </dsp:sp>
    <dsp:sp modelId="{B33EC6D1-F8C1-4724-98EA-81B24299EE6A}">
      <dsp:nvSpPr>
        <dsp:cNvPr id="0" name=""/>
        <dsp:cNvSpPr/>
      </dsp:nvSpPr>
      <dsp:spPr>
        <a:xfrm>
          <a:off x="0" y="2795900"/>
          <a:ext cx="5094154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Публікація брошури «</a:t>
          </a:r>
          <a:r>
            <a:rPr lang="en-US" sz="2200" b="0" i="0" kern="1200"/>
            <a:t>Ukraina irredenta» </a:t>
          </a:r>
          <a:r>
            <a:rPr lang="uk-UA" sz="2200" b="0" i="0" kern="1200"/>
            <a:t>Ю. Бачинського.</a:t>
          </a:r>
          <a:endParaRPr lang="uk-UA" sz="2200" kern="1200"/>
        </a:p>
      </dsp:txBody>
      <dsp:txXfrm>
        <a:off x="41465" y="2837365"/>
        <a:ext cx="5011224" cy="766490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020C51-4AA0-4731-B973-57C1927BF038}">
      <dsp:nvSpPr>
        <dsp:cNvPr id="0" name=""/>
        <dsp:cNvSpPr/>
      </dsp:nvSpPr>
      <dsp:spPr>
        <a:xfrm>
          <a:off x="219558" y="176671"/>
          <a:ext cx="837384" cy="83738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E35A37E0-8B53-4926-A790-64E85A4B383D}">
      <dsp:nvSpPr>
        <dsp:cNvPr id="0" name=""/>
        <dsp:cNvSpPr/>
      </dsp:nvSpPr>
      <dsp:spPr>
        <a:xfrm>
          <a:off x="638250" y="176671"/>
          <a:ext cx="4467753" cy="837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6040" rIns="0" bIns="6604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200" b="0" i="0" kern="1200"/>
            <a:t>«Енеїда»</a:t>
          </a:r>
          <a:endParaRPr lang="uk-UA" sz="5200" kern="1200"/>
        </a:p>
      </dsp:txBody>
      <dsp:txXfrm>
        <a:off x="638250" y="176671"/>
        <a:ext cx="4467753" cy="837384"/>
      </dsp:txXfrm>
    </dsp:sp>
    <dsp:sp modelId="{E067074F-ADCC-450F-87DD-57BC37E1A5C3}">
      <dsp:nvSpPr>
        <dsp:cNvPr id="0" name=""/>
        <dsp:cNvSpPr/>
      </dsp:nvSpPr>
      <dsp:spPr>
        <a:xfrm>
          <a:off x="219558" y="1014055"/>
          <a:ext cx="837384" cy="83738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DCD9C63-5755-45E2-A016-0C038116335B}">
      <dsp:nvSpPr>
        <dsp:cNvPr id="0" name=""/>
        <dsp:cNvSpPr/>
      </dsp:nvSpPr>
      <dsp:spPr>
        <a:xfrm>
          <a:off x="638250" y="1014055"/>
          <a:ext cx="4467753" cy="837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6040" rIns="0" bIns="6604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200" b="0" i="0" kern="1200"/>
            <a:t>«Історія Русів»</a:t>
          </a:r>
          <a:endParaRPr lang="uk-UA" sz="5200" kern="1200"/>
        </a:p>
      </dsp:txBody>
      <dsp:txXfrm>
        <a:off x="638250" y="1014055"/>
        <a:ext cx="4467753" cy="837384"/>
      </dsp:txXfrm>
    </dsp:sp>
    <dsp:sp modelId="{B41432EA-09F7-4E67-B57C-269453B8480E}">
      <dsp:nvSpPr>
        <dsp:cNvPr id="0" name=""/>
        <dsp:cNvSpPr/>
      </dsp:nvSpPr>
      <dsp:spPr>
        <a:xfrm>
          <a:off x="219558" y="1851440"/>
          <a:ext cx="837384" cy="83738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967838E-B54E-410C-B027-E5BE4896A14C}">
      <dsp:nvSpPr>
        <dsp:cNvPr id="0" name=""/>
        <dsp:cNvSpPr/>
      </dsp:nvSpPr>
      <dsp:spPr>
        <a:xfrm>
          <a:off x="638250" y="1851440"/>
          <a:ext cx="4467753" cy="837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6040" rIns="0" bIns="6604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200" b="0" i="0" kern="1200"/>
            <a:t>«Основа»</a:t>
          </a:r>
          <a:endParaRPr lang="uk-UA" sz="5200" kern="1200"/>
        </a:p>
      </dsp:txBody>
      <dsp:txXfrm>
        <a:off x="638250" y="1851440"/>
        <a:ext cx="4467753" cy="837384"/>
      </dsp:txXfrm>
    </dsp:sp>
    <dsp:sp modelId="{9A71BF75-FCDA-4206-9E25-ABC56B9070B1}">
      <dsp:nvSpPr>
        <dsp:cNvPr id="0" name=""/>
        <dsp:cNvSpPr/>
      </dsp:nvSpPr>
      <dsp:spPr>
        <a:xfrm>
          <a:off x="219558" y="2688825"/>
          <a:ext cx="837384" cy="83738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035B0D1-34B6-41DA-BE14-743965192004}">
      <dsp:nvSpPr>
        <dsp:cNvPr id="0" name=""/>
        <dsp:cNvSpPr/>
      </dsp:nvSpPr>
      <dsp:spPr>
        <a:xfrm>
          <a:off x="638250" y="2688825"/>
          <a:ext cx="4467753" cy="837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6040" rIns="0" bIns="6604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200" b="0" i="0" kern="1200"/>
            <a:t>«Громада»</a:t>
          </a:r>
          <a:endParaRPr lang="uk-UA" sz="5200" kern="1200"/>
        </a:p>
      </dsp:txBody>
      <dsp:txXfrm>
        <a:off x="638250" y="2688825"/>
        <a:ext cx="4467753" cy="837384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959A8C-9BF8-43C0-B94B-0B3E5FE317CE}">
      <dsp:nvSpPr>
        <dsp:cNvPr id="0" name=""/>
        <dsp:cNvSpPr/>
      </dsp:nvSpPr>
      <dsp:spPr>
        <a:xfrm>
          <a:off x="0" y="27410"/>
          <a:ext cx="5094154" cy="6996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перший український суспільно-політичний і літературно-мистецький журнал, що видавала українська громада 1861–1862 рр. у Петербурзі</a:t>
          </a:r>
          <a:endParaRPr lang="uk-UA" sz="1300" kern="1200"/>
        </a:p>
      </dsp:txBody>
      <dsp:txXfrm>
        <a:off x="34155" y="61565"/>
        <a:ext cx="5025844" cy="631350"/>
      </dsp:txXfrm>
    </dsp:sp>
    <dsp:sp modelId="{A6F284C6-3D70-4039-852C-47DAB897AAB8}">
      <dsp:nvSpPr>
        <dsp:cNvPr id="0" name=""/>
        <dsp:cNvSpPr/>
      </dsp:nvSpPr>
      <dsp:spPr>
        <a:xfrm>
          <a:off x="0" y="764510"/>
          <a:ext cx="5094154" cy="6996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український громадсько-політичний і науково-літературний збірник, що видавав у Женеві Михайло Драгоманов у період 1878–1879 рр. та 1882 р.</a:t>
          </a:r>
          <a:endParaRPr lang="uk-UA" sz="1300" kern="1200"/>
        </a:p>
      </dsp:txBody>
      <dsp:txXfrm>
        <a:off x="34155" y="798665"/>
        <a:ext cx="5025844" cy="631350"/>
      </dsp:txXfrm>
    </dsp:sp>
    <dsp:sp modelId="{E141DFC7-28F9-4194-8223-3B0AB975E175}">
      <dsp:nvSpPr>
        <dsp:cNvPr id="0" name=""/>
        <dsp:cNvSpPr/>
      </dsp:nvSpPr>
      <dsp:spPr>
        <a:xfrm>
          <a:off x="0" y="1501610"/>
          <a:ext cx="5094154" cy="6996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одна з визначних пам’яток української історичної та суспільно-політичної думки другої половини </a:t>
          </a:r>
          <a:r>
            <a:rPr lang="en-US" sz="1300" b="0" i="0" kern="1200"/>
            <a:t>XVIII – </a:t>
          </a:r>
          <a:r>
            <a:rPr lang="uk-UA" sz="1300" b="0" i="0" kern="1200"/>
            <a:t>початку </a:t>
          </a:r>
          <a:r>
            <a:rPr lang="en-US" sz="1300" b="0" i="0" kern="1200"/>
            <a:t>XIX </a:t>
          </a:r>
          <a:r>
            <a:rPr lang="uk-UA" sz="1300" b="0" i="0" kern="1200"/>
            <a:t>ст., у якій обстоювано ідею автономного державного розвитку України</a:t>
          </a:r>
          <a:endParaRPr lang="uk-UA" sz="1300" kern="1200"/>
        </a:p>
      </dsp:txBody>
      <dsp:txXfrm>
        <a:off x="34155" y="1535765"/>
        <a:ext cx="5025844" cy="631350"/>
      </dsp:txXfrm>
    </dsp:sp>
    <dsp:sp modelId="{512A6D22-0C6F-441F-B60D-3DBFA0653F74}">
      <dsp:nvSpPr>
        <dsp:cNvPr id="0" name=""/>
        <dsp:cNvSpPr/>
      </dsp:nvSpPr>
      <dsp:spPr>
        <a:xfrm>
          <a:off x="0" y="2238710"/>
          <a:ext cx="5094154" cy="6996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перший твір у новій українській літературі, надрукований у Санкт-Петербурзі 1798 р.</a:t>
          </a:r>
          <a:endParaRPr lang="uk-UA" sz="1300" kern="1200"/>
        </a:p>
      </dsp:txBody>
      <dsp:txXfrm>
        <a:off x="34155" y="2272865"/>
        <a:ext cx="5025844" cy="631350"/>
      </dsp:txXfrm>
    </dsp:sp>
    <dsp:sp modelId="{0AE9D96E-15B5-43E1-B905-A52B8536DE8C}">
      <dsp:nvSpPr>
        <dsp:cNvPr id="0" name=""/>
        <dsp:cNvSpPr/>
      </dsp:nvSpPr>
      <dsp:spPr>
        <a:xfrm>
          <a:off x="0" y="2975810"/>
          <a:ext cx="5094154" cy="6996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щомісячний історико-етнографічний і літературний часопис, що видавали в Києві російською й українською мовами протягом 1882–1906 рр.</a:t>
          </a:r>
          <a:endParaRPr lang="uk-UA" sz="1300" kern="1200"/>
        </a:p>
      </dsp:txBody>
      <dsp:txXfrm>
        <a:off x="34155" y="3009965"/>
        <a:ext cx="5025844" cy="631350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E1B1B8-2306-48DB-B207-98D6D6A55B0C}">
      <dsp:nvSpPr>
        <dsp:cNvPr id="0" name=""/>
        <dsp:cNvSpPr/>
      </dsp:nvSpPr>
      <dsp:spPr>
        <a:xfrm>
          <a:off x="0" y="11120"/>
          <a:ext cx="5094154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600" b="0" i="0" kern="1200"/>
            <a:t>Львова.</a:t>
          </a:r>
          <a:endParaRPr lang="uk-UA" sz="3600" kern="1200"/>
        </a:p>
      </dsp:txBody>
      <dsp:txXfrm>
        <a:off x="41123" y="52243"/>
        <a:ext cx="5011908" cy="760154"/>
      </dsp:txXfrm>
    </dsp:sp>
    <dsp:sp modelId="{C003BB2A-2043-436E-ACB3-FA17A190647A}">
      <dsp:nvSpPr>
        <dsp:cNvPr id="0" name=""/>
        <dsp:cNvSpPr/>
      </dsp:nvSpPr>
      <dsp:spPr>
        <a:xfrm>
          <a:off x="0" y="957200"/>
          <a:ext cx="5094154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600" b="0" i="0" kern="1200"/>
            <a:t>Одеси.</a:t>
          </a:r>
          <a:endParaRPr lang="uk-UA" sz="3600" kern="1200"/>
        </a:p>
      </dsp:txBody>
      <dsp:txXfrm>
        <a:off x="41123" y="998323"/>
        <a:ext cx="5011908" cy="760154"/>
      </dsp:txXfrm>
    </dsp:sp>
    <dsp:sp modelId="{5F682FED-4912-46D3-82DD-5DBD6108AA18}">
      <dsp:nvSpPr>
        <dsp:cNvPr id="0" name=""/>
        <dsp:cNvSpPr/>
      </dsp:nvSpPr>
      <dsp:spPr>
        <a:xfrm>
          <a:off x="0" y="1903280"/>
          <a:ext cx="5094154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600" b="0" i="0" kern="1200"/>
            <a:t>Харкова.</a:t>
          </a:r>
          <a:endParaRPr lang="uk-UA" sz="3600" kern="1200"/>
        </a:p>
      </dsp:txBody>
      <dsp:txXfrm>
        <a:off x="41123" y="1944403"/>
        <a:ext cx="5011908" cy="760154"/>
      </dsp:txXfrm>
    </dsp:sp>
    <dsp:sp modelId="{9290C493-D2EF-4D92-9CE7-A780AA4C37AA}">
      <dsp:nvSpPr>
        <dsp:cNvPr id="0" name=""/>
        <dsp:cNvSpPr/>
      </dsp:nvSpPr>
      <dsp:spPr>
        <a:xfrm>
          <a:off x="0" y="2849360"/>
          <a:ext cx="5094154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600" b="0" i="0" kern="1200"/>
            <a:t>Києва</a:t>
          </a:r>
          <a:endParaRPr lang="uk-UA" sz="3600" kern="1200"/>
        </a:p>
      </dsp:txBody>
      <dsp:txXfrm>
        <a:off x="41123" y="2890483"/>
        <a:ext cx="5011908" cy="760154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69CD96-478E-41D4-80FE-F5BA27D88EB8}">
      <dsp:nvSpPr>
        <dsp:cNvPr id="0" name=""/>
        <dsp:cNvSpPr/>
      </dsp:nvSpPr>
      <dsp:spPr>
        <a:xfrm rot="10800000">
          <a:off x="1042215" y="147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133350" rIns="24892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b="0" i="0" kern="1200"/>
            <a:t>Києва.</a:t>
          </a:r>
          <a:endParaRPr lang="uk-UA" sz="3500" kern="1200"/>
        </a:p>
      </dsp:txBody>
      <dsp:txXfrm rot="10800000">
        <a:off x="1231159" y="1476"/>
        <a:ext cx="3198668" cy="755777"/>
      </dsp:txXfrm>
    </dsp:sp>
    <dsp:sp modelId="{0A58738D-B311-4B99-A531-94785D34D118}">
      <dsp:nvSpPr>
        <dsp:cNvPr id="0" name=""/>
        <dsp:cNvSpPr/>
      </dsp:nvSpPr>
      <dsp:spPr>
        <a:xfrm>
          <a:off x="664326" y="147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6B24AE-A71E-44C6-A477-5C50DCDB0EBA}">
      <dsp:nvSpPr>
        <dsp:cNvPr id="0" name=""/>
        <dsp:cNvSpPr/>
      </dsp:nvSpPr>
      <dsp:spPr>
        <a:xfrm rot="10800000">
          <a:off x="1042215" y="982859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133350" rIns="24892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b="0" i="0" kern="1200"/>
            <a:t>Львова.</a:t>
          </a:r>
          <a:endParaRPr lang="uk-UA" sz="3500" kern="1200"/>
        </a:p>
      </dsp:txBody>
      <dsp:txXfrm rot="10800000">
        <a:off x="1231159" y="982859"/>
        <a:ext cx="3198668" cy="755777"/>
      </dsp:txXfrm>
    </dsp:sp>
    <dsp:sp modelId="{1BB14802-5968-4F83-ABF4-65B2E3EF0BEA}">
      <dsp:nvSpPr>
        <dsp:cNvPr id="0" name=""/>
        <dsp:cNvSpPr/>
      </dsp:nvSpPr>
      <dsp:spPr>
        <a:xfrm>
          <a:off x="664326" y="982859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7962B-907C-49EA-BEC1-018C4244BBF5}">
      <dsp:nvSpPr>
        <dsp:cNvPr id="0" name=""/>
        <dsp:cNvSpPr/>
      </dsp:nvSpPr>
      <dsp:spPr>
        <a:xfrm rot="10800000">
          <a:off x="1042215" y="1964243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133350" rIns="24892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b="0" i="0" kern="1200"/>
            <a:t>Одеси.</a:t>
          </a:r>
          <a:endParaRPr lang="uk-UA" sz="3500" kern="1200"/>
        </a:p>
      </dsp:txBody>
      <dsp:txXfrm rot="10800000">
        <a:off x="1231159" y="1964243"/>
        <a:ext cx="3198668" cy="755777"/>
      </dsp:txXfrm>
    </dsp:sp>
    <dsp:sp modelId="{1B820067-738C-47E3-985B-EC80A6470FE2}">
      <dsp:nvSpPr>
        <dsp:cNvPr id="0" name=""/>
        <dsp:cNvSpPr/>
      </dsp:nvSpPr>
      <dsp:spPr>
        <a:xfrm>
          <a:off x="664326" y="1964243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471D32-F2B8-4EEE-8CAA-599750CB1030}">
      <dsp:nvSpPr>
        <dsp:cNvPr id="0" name=""/>
        <dsp:cNvSpPr/>
      </dsp:nvSpPr>
      <dsp:spPr>
        <a:xfrm rot="10800000">
          <a:off x="1042215" y="294562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133350" rIns="24892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b="0" i="0" kern="1200"/>
            <a:t>Харкова.</a:t>
          </a:r>
          <a:endParaRPr lang="uk-UA" sz="3500" kern="1200"/>
        </a:p>
      </dsp:txBody>
      <dsp:txXfrm rot="10800000">
        <a:off x="1231159" y="2945626"/>
        <a:ext cx="3198668" cy="755777"/>
      </dsp:txXfrm>
    </dsp:sp>
    <dsp:sp modelId="{DEF27A84-46D4-435E-90C8-E15E697B2FBA}">
      <dsp:nvSpPr>
        <dsp:cNvPr id="0" name=""/>
        <dsp:cNvSpPr/>
      </dsp:nvSpPr>
      <dsp:spPr>
        <a:xfrm>
          <a:off x="664326" y="294562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D43E50-ABB2-4385-AA0B-C7E9E240AD35}">
      <dsp:nvSpPr>
        <dsp:cNvPr id="0" name=""/>
        <dsp:cNvSpPr/>
      </dsp:nvSpPr>
      <dsp:spPr>
        <a:xfrm rot="10800000">
          <a:off x="1042215" y="147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В. </a:t>
          </a:r>
          <a:r>
            <a:rPr lang="ru-RU" sz="2100" b="0" i="0" kern="1200" dirty="0" err="1"/>
            <a:t>Боровиковський</a:t>
          </a:r>
          <a:endParaRPr lang="uk-UA" sz="2100" kern="1200" dirty="0"/>
        </a:p>
      </dsp:txBody>
      <dsp:txXfrm rot="10800000">
        <a:off x="1231159" y="1476"/>
        <a:ext cx="3198668" cy="755777"/>
      </dsp:txXfrm>
    </dsp:sp>
    <dsp:sp modelId="{1C9C42A5-CFCB-4C7C-A862-BC7B0F8F8539}">
      <dsp:nvSpPr>
        <dsp:cNvPr id="0" name=""/>
        <dsp:cNvSpPr/>
      </dsp:nvSpPr>
      <dsp:spPr>
        <a:xfrm>
          <a:off x="664326" y="147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7C13AE-9099-4F36-8913-6C2DBFB80448}">
      <dsp:nvSpPr>
        <dsp:cNvPr id="0" name=""/>
        <dsp:cNvSpPr/>
      </dsp:nvSpPr>
      <dsp:spPr>
        <a:xfrm rot="10800000">
          <a:off x="1042215" y="982859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М. Пимоненко</a:t>
          </a:r>
          <a:endParaRPr lang="uk-UA" sz="2100" kern="1200"/>
        </a:p>
      </dsp:txBody>
      <dsp:txXfrm rot="10800000">
        <a:off x="1231159" y="982859"/>
        <a:ext cx="3198668" cy="755777"/>
      </dsp:txXfrm>
    </dsp:sp>
    <dsp:sp modelId="{BD495755-12F6-4107-B04D-9A7E88E5C41D}">
      <dsp:nvSpPr>
        <dsp:cNvPr id="0" name=""/>
        <dsp:cNvSpPr/>
      </dsp:nvSpPr>
      <dsp:spPr>
        <a:xfrm>
          <a:off x="664326" y="982859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36DF9F-14C2-4955-A9C1-41CCF6F86774}">
      <dsp:nvSpPr>
        <dsp:cNvPr id="0" name=""/>
        <dsp:cNvSpPr/>
      </dsp:nvSpPr>
      <dsp:spPr>
        <a:xfrm rot="10800000">
          <a:off x="1042215" y="1964243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Т. Шевченко</a:t>
          </a:r>
          <a:endParaRPr lang="uk-UA" sz="2100" kern="1200"/>
        </a:p>
      </dsp:txBody>
      <dsp:txXfrm rot="10800000">
        <a:off x="1231159" y="1964243"/>
        <a:ext cx="3198668" cy="755777"/>
      </dsp:txXfrm>
    </dsp:sp>
    <dsp:sp modelId="{A53AFD3A-AE90-4377-8F33-563E6B977BD0}">
      <dsp:nvSpPr>
        <dsp:cNvPr id="0" name=""/>
        <dsp:cNvSpPr/>
      </dsp:nvSpPr>
      <dsp:spPr>
        <a:xfrm>
          <a:off x="664326" y="1964243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8B4808-E21A-4EB6-A9D5-F3BED1FA02D5}">
      <dsp:nvSpPr>
        <dsp:cNvPr id="0" name=""/>
        <dsp:cNvSpPr/>
      </dsp:nvSpPr>
      <dsp:spPr>
        <a:xfrm rot="10800000">
          <a:off x="1042215" y="294562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І. Рєпін</a:t>
          </a:r>
          <a:endParaRPr lang="uk-UA" sz="2100" kern="1200"/>
        </a:p>
      </dsp:txBody>
      <dsp:txXfrm rot="10800000">
        <a:off x="1231159" y="2945626"/>
        <a:ext cx="3198668" cy="755777"/>
      </dsp:txXfrm>
    </dsp:sp>
    <dsp:sp modelId="{72B241F7-9919-4AB8-969F-90954B00C211}">
      <dsp:nvSpPr>
        <dsp:cNvPr id="0" name=""/>
        <dsp:cNvSpPr/>
      </dsp:nvSpPr>
      <dsp:spPr>
        <a:xfrm>
          <a:off x="664326" y="294562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1C786C-8ED8-4A8E-88A6-75922946D736}">
      <dsp:nvSpPr>
        <dsp:cNvPr id="0" name=""/>
        <dsp:cNvSpPr/>
      </dsp:nvSpPr>
      <dsp:spPr>
        <a:xfrm rot="10800000">
          <a:off x="1042215" y="147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/>
            <a:t>М. Пимоненко</a:t>
          </a:r>
          <a:endParaRPr lang="uk-UA" sz="3000" kern="1200"/>
        </a:p>
      </dsp:txBody>
      <dsp:txXfrm rot="10800000">
        <a:off x="1231159" y="1476"/>
        <a:ext cx="3198668" cy="755777"/>
      </dsp:txXfrm>
    </dsp:sp>
    <dsp:sp modelId="{1C14A7B0-3549-4B79-B9BE-301F42F3E4EF}">
      <dsp:nvSpPr>
        <dsp:cNvPr id="0" name=""/>
        <dsp:cNvSpPr/>
      </dsp:nvSpPr>
      <dsp:spPr>
        <a:xfrm>
          <a:off x="664326" y="147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6B7D40-B9C1-4A5D-96CC-BE652DE37E93}">
      <dsp:nvSpPr>
        <dsp:cNvPr id="0" name=""/>
        <dsp:cNvSpPr/>
      </dsp:nvSpPr>
      <dsp:spPr>
        <a:xfrm rot="10800000">
          <a:off x="1042215" y="982859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/>
            <a:t>Т. Шевченко</a:t>
          </a:r>
          <a:endParaRPr lang="uk-UA" sz="3000" kern="1200"/>
        </a:p>
      </dsp:txBody>
      <dsp:txXfrm rot="10800000">
        <a:off x="1231159" y="982859"/>
        <a:ext cx="3198668" cy="755777"/>
      </dsp:txXfrm>
    </dsp:sp>
    <dsp:sp modelId="{7CD5253F-62A4-4B69-A448-F81014DDF7D0}">
      <dsp:nvSpPr>
        <dsp:cNvPr id="0" name=""/>
        <dsp:cNvSpPr/>
      </dsp:nvSpPr>
      <dsp:spPr>
        <a:xfrm>
          <a:off x="664326" y="982859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3BF65A-ED8A-4CF8-8142-48101A768AC8}">
      <dsp:nvSpPr>
        <dsp:cNvPr id="0" name=""/>
        <dsp:cNvSpPr/>
      </dsp:nvSpPr>
      <dsp:spPr>
        <a:xfrm rot="10800000">
          <a:off x="1042215" y="1964243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/>
            <a:t>В. Тропінін</a:t>
          </a:r>
          <a:endParaRPr lang="uk-UA" sz="3000" kern="1200"/>
        </a:p>
      </dsp:txBody>
      <dsp:txXfrm rot="10800000">
        <a:off x="1231159" y="1964243"/>
        <a:ext cx="3198668" cy="755777"/>
      </dsp:txXfrm>
    </dsp:sp>
    <dsp:sp modelId="{EFA7D3EF-78B1-448A-80C2-CE54D977223C}">
      <dsp:nvSpPr>
        <dsp:cNvPr id="0" name=""/>
        <dsp:cNvSpPr/>
      </dsp:nvSpPr>
      <dsp:spPr>
        <a:xfrm>
          <a:off x="664326" y="1964243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05835E-C35E-474F-8C8B-0C69B9ACFBD8}">
      <dsp:nvSpPr>
        <dsp:cNvPr id="0" name=""/>
        <dsp:cNvSpPr/>
      </dsp:nvSpPr>
      <dsp:spPr>
        <a:xfrm rot="10800000">
          <a:off x="1042215" y="294562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/>
            <a:t>І. Рєпін</a:t>
          </a:r>
          <a:endParaRPr lang="uk-UA" sz="3000" kern="1200"/>
        </a:p>
      </dsp:txBody>
      <dsp:txXfrm rot="10800000">
        <a:off x="1231159" y="2945626"/>
        <a:ext cx="3198668" cy="755777"/>
      </dsp:txXfrm>
    </dsp:sp>
    <dsp:sp modelId="{4E4A1561-71A8-4C58-93C1-869A32512479}">
      <dsp:nvSpPr>
        <dsp:cNvPr id="0" name=""/>
        <dsp:cNvSpPr/>
      </dsp:nvSpPr>
      <dsp:spPr>
        <a:xfrm>
          <a:off x="664326" y="294562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8C9966-DD8D-4C6A-A17F-D2D92909EAB4}">
      <dsp:nvSpPr>
        <dsp:cNvPr id="0" name=""/>
        <dsp:cNvSpPr/>
      </dsp:nvSpPr>
      <dsp:spPr>
        <a:xfrm>
          <a:off x="-4185772" y="-642295"/>
          <a:ext cx="4987472" cy="4987472"/>
        </a:xfrm>
        <a:prstGeom prst="blockArc">
          <a:avLst>
            <a:gd name="adj1" fmla="val 18900000"/>
            <a:gd name="adj2" fmla="val 2700000"/>
            <a:gd name="adj3" fmla="val 433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38485D-49A0-46DF-A507-394815E0A26E}">
      <dsp:nvSpPr>
        <dsp:cNvPr id="0" name=""/>
        <dsp:cNvSpPr/>
      </dsp:nvSpPr>
      <dsp:spPr>
        <a:xfrm>
          <a:off x="420042" y="284677"/>
          <a:ext cx="4624628" cy="56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16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М. Пимоненко</a:t>
          </a:r>
          <a:endParaRPr lang="uk-UA" sz="3000" kern="1200"/>
        </a:p>
      </dsp:txBody>
      <dsp:txXfrm>
        <a:off x="420042" y="284677"/>
        <a:ext cx="4624628" cy="569651"/>
      </dsp:txXfrm>
    </dsp:sp>
    <dsp:sp modelId="{7EB1E108-1A48-4184-86F8-60A196E4999C}">
      <dsp:nvSpPr>
        <dsp:cNvPr id="0" name=""/>
        <dsp:cNvSpPr/>
      </dsp:nvSpPr>
      <dsp:spPr>
        <a:xfrm>
          <a:off x="64010" y="213471"/>
          <a:ext cx="712064" cy="712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C0B0C0-97AF-4D1E-AE0B-283F65B700CC}">
      <dsp:nvSpPr>
        <dsp:cNvPr id="0" name=""/>
        <dsp:cNvSpPr/>
      </dsp:nvSpPr>
      <dsp:spPr>
        <a:xfrm>
          <a:off x="746636" y="1139302"/>
          <a:ext cx="4298034" cy="56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16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В. Штернберг</a:t>
          </a:r>
          <a:endParaRPr lang="uk-UA" sz="3000" kern="1200"/>
        </a:p>
      </dsp:txBody>
      <dsp:txXfrm>
        <a:off x="746636" y="1139302"/>
        <a:ext cx="4298034" cy="569651"/>
      </dsp:txXfrm>
    </dsp:sp>
    <dsp:sp modelId="{DC830F42-2F2C-4C38-9894-6B2D6BFDA3DE}">
      <dsp:nvSpPr>
        <dsp:cNvPr id="0" name=""/>
        <dsp:cNvSpPr/>
      </dsp:nvSpPr>
      <dsp:spPr>
        <a:xfrm>
          <a:off x="390604" y="1068096"/>
          <a:ext cx="712064" cy="712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57ED42-D204-4639-988E-3F2409F78FC5}">
      <dsp:nvSpPr>
        <dsp:cNvPr id="0" name=""/>
        <dsp:cNvSpPr/>
      </dsp:nvSpPr>
      <dsp:spPr>
        <a:xfrm>
          <a:off x="746636" y="1993927"/>
          <a:ext cx="4298034" cy="56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16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Т. Шевченко</a:t>
          </a:r>
          <a:endParaRPr lang="uk-UA" sz="3000" kern="1200"/>
        </a:p>
      </dsp:txBody>
      <dsp:txXfrm>
        <a:off x="746636" y="1993927"/>
        <a:ext cx="4298034" cy="569651"/>
      </dsp:txXfrm>
    </dsp:sp>
    <dsp:sp modelId="{83EE249B-5A18-4B7D-B0A1-4E5440BF2172}">
      <dsp:nvSpPr>
        <dsp:cNvPr id="0" name=""/>
        <dsp:cNvSpPr/>
      </dsp:nvSpPr>
      <dsp:spPr>
        <a:xfrm>
          <a:off x="390604" y="1922720"/>
          <a:ext cx="712064" cy="712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C721A0-1011-49E9-8D14-CDF1DC627C60}">
      <dsp:nvSpPr>
        <dsp:cNvPr id="0" name=""/>
        <dsp:cNvSpPr/>
      </dsp:nvSpPr>
      <dsp:spPr>
        <a:xfrm>
          <a:off x="420042" y="2848552"/>
          <a:ext cx="4624628" cy="56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16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В. Тропінін</a:t>
          </a:r>
          <a:endParaRPr lang="uk-UA" sz="3000" kern="1200"/>
        </a:p>
      </dsp:txBody>
      <dsp:txXfrm>
        <a:off x="420042" y="2848552"/>
        <a:ext cx="4624628" cy="569651"/>
      </dsp:txXfrm>
    </dsp:sp>
    <dsp:sp modelId="{728EF2A5-CD88-4FF2-90E3-7AEDBE70C14E}">
      <dsp:nvSpPr>
        <dsp:cNvPr id="0" name=""/>
        <dsp:cNvSpPr/>
      </dsp:nvSpPr>
      <dsp:spPr>
        <a:xfrm>
          <a:off x="64010" y="2777345"/>
          <a:ext cx="712064" cy="712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203833-A3C7-4093-9037-379CFFC80E46}">
      <dsp:nvSpPr>
        <dsp:cNvPr id="0" name=""/>
        <dsp:cNvSpPr/>
      </dsp:nvSpPr>
      <dsp:spPr>
        <a:xfrm>
          <a:off x="-4185772" y="-642295"/>
          <a:ext cx="4987472" cy="4987472"/>
        </a:xfrm>
        <a:prstGeom prst="blockArc">
          <a:avLst>
            <a:gd name="adj1" fmla="val 18900000"/>
            <a:gd name="adj2" fmla="val 2700000"/>
            <a:gd name="adj3" fmla="val 433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F8C488-26BE-4991-9202-8FB2F9290B1E}">
      <dsp:nvSpPr>
        <dsp:cNvPr id="0" name=""/>
        <dsp:cNvSpPr/>
      </dsp:nvSpPr>
      <dsp:spPr>
        <a:xfrm>
          <a:off x="420042" y="284677"/>
          <a:ext cx="4624628" cy="56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16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/>
            <a:t>А. І. Рєпін</a:t>
          </a:r>
          <a:endParaRPr lang="uk-UA" sz="3000" kern="1200"/>
        </a:p>
      </dsp:txBody>
      <dsp:txXfrm>
        <a:off x="420042" y="284677"/>
        <a:ext cx="4624628" cy="569651"/>
      </dsp:txXfrm>
    </dsp:sp>
    <dsp:sp modelId="{23E689CB-3DF6-4E3A-BA58-0DF1B9F74B96}">
      <dsp:nvSpPr>
        <dsp:cNvPr id="0" name=""/>
        <dsp:cNvSpPr/>
      </dsp:nvSpPr>
      <dsp:spPr>
        <a:xfrm>
          <a:off x="64010" y="213471"/>
          <a:ext cx="712064" cy="712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50839F-A7C3-493E-9DC9-FC66EF9DCD16}">
      <dsp:nvSpPr>
        <dsp:cNvPr id="0" name=""/>
        <dsp:cNvSpPr/>
      </dsp:nvSpPr>
      <dsp:spPr>
        <a:xfrm>
          <a:off x="746636" y="1139302"/>
          <a:ext cx="4298034" cy="56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16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/>
            <a:t>Б. С. Васильківський</a:t>
          </a:r>
          <a:endParaRPr lang="uk-UA" sz="3000" kern="1200"/>
        </a:p>
      </dsp:txBody>
      <dsp:txXfrm>
        <a:off x="746636" y="1139302"/>
        <a:ext cx="4298034" cy="569651"/>
      </dsp:txXfrm>
    </dsp:sp>
    <dsp:sp modelId="{D4CE3163-9DEC-48FE-B91C-EBFE05CCC19D}">
      <dsp:nvSpPr>
        <dsp:cNvPr id="0" name=""/>
        <dsp:cNvSpPr/>
      </dsp:nvSpPr>
      <dsp:spPr>
        <a:xfrm>
          <a:off x="390604" y="1068096"/>
          <a:ext cx="712064" cy="712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344F80-81EF-49E2-BCB7-AE474EB752DA}">
      <dsp:nvSpPr>
        <dsp:cNvPr id="0" name=""/>
        <dsp:cNvSpPr/>
      </dsp:nvSpPr>
      <dsp:spPr>
        <a:xfrm>
          <a:off x="746636" y="1993927"/>
          <a:ext cx="4298034" cy="56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16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/>
            <a:t>В. В. Тропінін</a:t>
          </a:r>
          <a:endParaRPr lang="uk-UA" sz="3000" kern="1200"/>
        </a:p>
      </dsp:txBody>
      <dsp:txXfrm>
        <a:off x="746636" y="1993927"/>
        <a:ext cx="4298034" cy="569651"/>
      </dsp:txXfrm>
    </dsp:sp>
    <dsp:sp modelId="{AC2706D5-AA1E-4CEB-9B1C-81125D660322}">
      <dsp:nvSpPr>
        <dsp:cNvPr id="0" name=""/>
        <dsp:cNvSpPr/>
      </dsp:nvSpPr>
      <dsp:spPr>
        <a:xfrm>
          <a:off x="390604" y="1922720"/>
          <a:ext cx="712064" cy="712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07D917-FF33-4DAF-AB08-6AD89EF7D4C6}">
      <dsp:nvSpPr>
        <dsp:cNvPr id="0" name=""/>
        <dsp:cNvSpPr/>
      </dsp:nvSpPr>
      <dsp:spPr>
        <a:xfrm>
          <a:off x="420042" y="2848552"/>
          <a:ext cx="4624628" cy="56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16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/>
            <a:t>Г. М. Пимоненко</a:t>
          </a:r>
          <a:endParaRPr lang="uk-UA" sz="3000" kern="1200"/>
        </a:p>
      </dsp:txBody>
      <dsp:txXfrm>
        <a:off x="420042" y="2848552"/>
        <a:ext cx="4624628" cy="569651"/>
      </dsp:txXfrm>
    </dsp:sp>
    <dsp:sp modelId="{CF10EF1C-9A59-47BA-8A2F-1BE99C314B10}">
      <dsp:nvSpPr>
        <dsp:cNvPr id="0" name=""/>
        <dsp:cNvSpPr/>
      </dsp:nvSpPr>
      <dsp:spPr>
        <a:xfrm>
          <a:off x="64010" y="2777345"/>
          <a:ext cx="712064" cy="712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CBB529-3F1C-420B-9864-80F1E1A16059}">
      <dsp:nvSpPr>
        <dsp:cNvPr id="0" name=""/>
        <dsp:cNvSpPr/>
      </dsp:nvSpPr>
      <dsp:spPr>
        <a:xfrm>
          <a:off x="-4185772" y="-642295"/>
          <a:ext cx="4987472" cy="4987472"/>
        </a:xfrm>
        <a:prstGeom prst="blockArc">
          <a:avLst>
            <a:gd name="adj1" fmla="val 18900000"/>
            <a:gd name="adj2" fmla="val 2700000"/>
            <a:gd name="adj3" fmla="val 433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29EDFD-FC55-41C2-A9D2-2BD5CE81348F}">
      <dsp:nvSpPr>
        <dsp:cNvPr id="0" name=""/>
        <dsp:cNvSpPr/>
      </dsp:nvSpPr>
      <dsp:spPr>
        <a:xfrm>
          <a:off x="420042" y="284677"/>
          <a:ext cx="4624628" cy="56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16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/>
            <a:t>конструктивізму.</a:t>
          </a:r>
          <a:endParaRPr lang="uk-UA" sz="3000" kern="1200"/>
        </a:p>
      </dsp:txBody>
      <dsp:txXfrm>
        <a:off x="420042" y="284677"/>
        <a:ext cx="4624628" cy="569651"/>
      </dsp:txXfrm>
    </dsp:sp>
    <dsp:sp modelId="{B17D1FF3-AD6D-4456-87D2-F1348D7C0A02}">
      <dsp:nvSpPr>
        <dsp:cNvPr id="0" name=""/>
        <dsp:cNvSpPr/>
      </dsp:nvSpPr>
      <dsp:spPr>
        <a:xfrm>
          <a:off x="64010" y="213471"/>
          <a:ext cx="712064" cy="712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E38189-AABA-452E-B6A0-68665F19078B}">
      <dsp:nvSpPr>
        <dsp:cNvPr id="0" name=""/>
        <dsp:cNvSpPr/>
      </dsp:nvSpPr>
      <dsp:spPr>
        <a:xfrm>
          <a:off x="746636" y="1139302"/>
          <a:ext cx="4298034" cy="56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16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/>
            <a:t>класицизму.</a:t>
          </a:r>
          <a:endParaRPr lang="uk-UA" sz="3000" kern="1200"/>
        </a:p>
      </dsp:txBody>
      <dsp:txXfrm>
        <a:off x="746636" y="1139302"/>
        <a:ext cx="4298034" cy="569651"/>
      </dsp:txXfrm>
    </dsp:sp>
    <dsp:sp modelId="{98BFF83E-1091-4089-9D0A-9BFC2A975A07}">
      <dsp:nvSpPr>
        <dsp:cNvPr id="0" name=""/>
        <dsp:cNvSpPr/>
      </dsp:nvSpPr>
      <dsp:spPr>
        <a:xfrm>
          <a:off x="390604" y="1068096"/>
          <a:ext cx="712064" cy="712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57C48E-146F-45CD-8C72-BA53312BBAFD}">
      <dsp:nvSpPr>
        <dsp:cNvPr id="0" name=""/>
        <dsp:cNvSpPr/>
      </dsp:nvSpPr>
      <dsp:spPr>
        <a:xfrm>
          <a:off x="746636" y="1993927"/>
          <a:ext cx="4298034" cy="56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16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/>
            <a:t>модерну.</a:t>
          </a:r>
          <a:endParaRPr lang="uk-UA" sz="3000" kern="1200"/>
        </a:p>
      </dsp:txBody>
      <dsp:txXfrm>
        <a:off x="746636" y="1993927"/>
        <a:ext cx="4298034" cy="569651"/>
      </dsp:txXfrm>
    </dsp:sp>
    <dsp:sp modelId="{0E108AB7-C6EB-407C-BE50-15E42AA427C9}">
      <dsp:nvSpPr>
        <dsp:cNvPr id="0" name=""/>
        <dsp:cNvSpPr/>
      </dsp:nvSpPr>
      <dsp:spPr>
        <a:xfrm>
          <a:off x="390604" y="1922720"/>
          <a:ext cx="712064" cy="712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D945C8-B6FE-48E7-942C-93B50934D317}">
      <dsp:nvSpPr>
        <dsp:cNvPr id="0" name=""/>
        <dsp:cNvSpPr/>
      </dsp:nvSpPr>
      <dsp:spPr>
        <a:xfrm>
          <a:off x="420042" y="2848552"/>
          <a:ext cx="4624628" cy="569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16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/>
            <a:t>бароко.</a:t>
          </a:r>
          <a:endParaRPr lang="uk-UA" sz="3000" kern="1200"/>
        </a:p>
      </dsp:txBody>
      <dsp:txXfrm>
        <a:off x="420042" y="2848552"/>
        <a:ext cx="4624628" cy="569651"/>
      </dsp:txXfrm>
    </dsp:sp>
    <dsp:sp modelId="{EE748C14-4C24-4B91-A33D-7F6086A48AA7}">
      <dsp:nvSpPr>
        <dsp:cNvPr id="0" name=""/>
        <dsp:cNvSpPr/>
      </dsp:nvSpPr>
      <dsp:spPr>
        <a:xfrm>
          <a:off x="64010" y="2777345"/>
          <a:ext cx="712064" cy="712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90E65A-6929-4FF5-A077-BFF7C5725510}">
      <dsp:nvSpPr>
        <dsp:cNvPr id="0" name=""/>
        <dsp:cNvSpPr/>
      </dsp:nvSpPr>
      <dsp:spPr>
        <a:xfrm>
          <a:off x="0" y="675680"/>
          <a:ext cx="5094154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ратушу в Бучачі.</a:t>
          </a:r>
          <a:endParaRPr lang="uk-UA" sz="2300" kern="1200"/>
        </a:p>
      </dsp:txBody>
      <dsp:txXfrm>
        <a:off x="26273" y="701953"/>
        <a:ext cx="5041608" cy="485654"/>
      </dsp:txXfrm>
    </dsp:sp>
    <dsp:sp modelId="{075ED375-80B4-411A-88B3-D27A637BDF14}">
      <dsp:nvSpPr>
        <dsp:cNvPr id="0" name=""/>
        <dsp:cNvSpPr/>
      </dsp:nvSpPr>
      <dsp:spPr>
        <a:xfrm>
          <a:off x="0" y="1280120"/>
          <a:ext cx="5094154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синагогу в Жовкві.</a:t>
          </a:r>
          <a:endParaRPr lang="uk-UA" sz="2300" kern="1200"/>
        </a:p>
      </dsp:txBody>
      <dsp:txXfrm>
        <a:off x="26273" y="1306393"/>
        <a:ext cx="5041608" cy="485654"/>
      </dsp:txXfrm>
    </dsp:sp>
    <dsp:sp modelId="{E2CB84F8-D97F-40DD-B0BC-D188EAA98F76}">
      <dsp:nvSpPr>
        <dsp:cNvPr id="0" name=""/>
        <dsp:cNvSpPr/>
      </dsp:nvSpPr>
      <dsp:spPr>
        <a:xfrm>
          <a:off x="0" y="1884560"/>
          <a:ext cx="5094154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вежу Корнякта у Львові.</a:t>
          </a:r>
          <a:endParaRPr lang="uk-UA" sz="2300" kern="1200"/>
        </a:p>
      </dsp:txBody>
      <dsp:txXfrm>
        <a:off x="26273" y="1910833"/>
        <a:ext cx="5041608" cy="485654"/>
      </dsp:txXfrm>
    </dsp:sp>
    <dsp:sp modelId="{6F21252C-1F01-41E7-A3A3-36B6213DA19A}">
      <dsp:nvSpPr>
        <dsp:cNvPr id="0" name=""/>
        <dsp:cNvSpPr/>
      </dsp:nvSpPr>
      <dsp:spPr>
        <a:xfrm>
          <a:off x="0" y="2489000"/>
          <a:ext cx="5094154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костел Св. Варфоломія в Дрогобичі.</a:t>
          </a:r>
          <a:endParaRPr lang="uk-UA" sz="2300" kern="1200"/>
        </a:p>
      </dsp:txBody>
      <dsp:txXfrm>
        <a:off x="26273" y="2515273"/>
        <a:ext cx="5041608" cy="485654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4FD6C9-E5E2-494D-B807-8DA9D9A52CBC}">
      <dsp:nvSpPr>
        <dsp:cNvPr id="0" name=""/>
        <dsp:cNvSpPr/>
      </dsp:nvSpPr>
      <dsp:spPr>
        <a:xfrm rot="10800000">
          <a:off x="1042215" y="147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«Художники»</a:t>
          </a:r>
          <a:endParaRPr lang="uk-UA" sz="2200" kern="1200"/>
        </a:p>
      </dsp:txBody>
      <dsp:txXfrm rot="10800000">
        <a:off x="1231159" y="1476"/>
        <a:ext cx="3198668" cy="755777"/>
      </dsp:txXfrm>
    </dsp:sp>
    <dsp:sp modelId="{65BD80C7-958B-4C84-B255-BFA288CFF05E}">
      <dsp:nvSpPr>
        <dsp:cNvPr id="0" name=""/>
        <dsp:cNvSpPr/>
      </dsp:nvSpPr>
      <dsp:spPr>
        <a:xfrm>
          <a:off x="664326" y="147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FCF9D8-CEB6-4FA7-9460-F9DDE31050F4}">
      <dsp:nvSpPr>
        <dsp:cNvPr id="0" name=""/>
        <dsp:cNvSpPr/>
      </dsp:nvSpPr>
      <dsp:spPr>
        <a:xfrm rot="10800000">
          <a:off x="1042215" y="982859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«Учені»</a:t>
          </a:r>
          <a:endParaRPr lang="uk-UA" sz="2200" kern="1200"/>
        </a:p>
      </dsp:txBody>
      <dsp:txXfrm rot="10800000">
        <a:off x="1231159" y="982859"/>
        <a:ext cx="3198668" cy="755777"/>
      </dsp:txXfrm>
    </dsp:sp>
    <dsp:sp modelId="{0DBC6229-29EA-43B1-B30E-FB1612AB4B71}">
      <dsp:nvSpPr>
        <dsp:cNvPr id="0" name=""/>
        <dsp:cNvSpPr/>
      </dsp:nvSpPr>
      <dsp:spPr>
        <a:xfrm>
          <a:off x="664326" y="982859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561A47-FC3F-4D11-9970-074BC26DC926}">
      <dsp:nvSpPr>
        <dsp:cNvPr id="0" name=""/>
        <dsp:cNvSpPr/>
      </dsp:nvSpPr>
      <dsp:spPr>
        <a:xfrm rot="10800000">
          <a:off x="1042215" y="1964243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«Композитори»</a:t>
          </a:r>
          <a:endParaRPr lang="uk-UA" sz="2200" kern="1200"/>
        </a:p>
      </dsp:txBody>
      <dsp:txXfrm rot="10800000">
        <a:off x="1231159" y="1964243"/>
        <a:ext cx="3198668" cy="755777"/>
      </dsp:txXfrm>
    </dsp:sp>
    <dsp:sp modelId="{2F6A0E14-89C6-4F5F-9A02-043FDEB88606}">
      <dsp:nvSpPr>
        <dsp:cNvPr id="0" name=""/>
        <dsp:cNvSpPr/>
      </dsp:nvSpPr>
      <dsp:spPr>
        <a:xfrm>
          <a:off x="664326" y="1964243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F8296D-6502-4B87-84EF-D9FB55DD3AA5}">
      <dsp:nvSpPr>
        <dsp:cNvPr id="0" name=""/>
        <dsp:cNvSpPr/>
      </dsp:nvSpPr>
      <dsp:spPr>
        <a:xfrm rot="10800000">
          <a:off x="1042215" y="2945626"/>
          <a:ext cx="3387612" cy="75577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7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«Письменники»</a:t>
          </a:r>
          <a:endParaRPr lang="uk-UA" sz="2200" kern="1200"/>
        </a:p>
      </dsp:txBody>
      <dsp:txXfrm rot="10800000">
        <a:off x="1231159" y="2945626"/>
        <a:ext cx="3198668" cy="755777"/>
      </dsp:txXfrm>
    </dsp:sp>
    <dsp:sp modelId="{9853172F-D1F1-401D-89F2-2761C4E516E6}">
      <dsp:nvSpPr>
        <dsp:cNvPr id="0" name=""/>
        <dsp:cNvSpPr/>
      </dsp:nvSpPr>
      <dsp:spPr>
        <a:xfrm>
          <a:off x="664326" y="2945626"/>
          <a:ext cx="755777" cy="75577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C0F1-E37D-4B5C-8A36-56ED80E51930}" type="datetimeFigureOut">
              <a:rPr lang="uk-UA" smtClean="0"/>
              <a:t>21.12.2024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0A5B-967E-4CB0-9ADF-31F6B809F06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40882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C0F1-E37D-4B5C-8A36-56ED80E51930}" type="datetimeFigureOut">
              <a:rPr lang="uk-UA" smtClean="0"/>
              <a:t>21.12.2024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0A5B-967E-4CB0-9ADF-31F6B809F06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452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C0F1-E37D-4B5C-8A36-56ED80E51930}" type="datetimeFigureOut">
              <a:rPr lang="uk-UA" smtClean="0"/>
              <a:t>21.12.2024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0A5B-967E-4CB0-9ADF-31F6B809F06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71511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C0F1-E37D-4B5C-8A36-56ED80E51930}" type="datetimeFigureOut">
              <a:rPr lang="uk-UA" smtClean="0"/>
              <a:t>21.12.2024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0A5B-967E-4CB0-9ADF-31F6B809F06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72197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C0F1-E37D-4B5C-8A36-56ED80E51930}" type="datetimeFigureOut">
              <a:rPr lang="uk-UA" smtClean="0"/>
              <a:t>21.12.2024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0A5B-967E-4CB0-9ADF-31F6B809F06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4736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C0F1-E37D-4B5C-8A36-56ED80E51930}" type="datetimeFigureOut">
              <a:rPr lang="uk-UA" smtClean="0"/>
              <a:t>21.12.2024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0A5B-967E-4CB0-9ADF-31F6B809F06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72900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C0F1-E37D-4B5C-8A36-56ED80E51930}" type="datetimeFigureOut">
              <a:rPr lang="uk-UA" smtClean="0"/>
              <a:t>21.12.2024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0A5B-967E-4CB0-9ADF-31F6B809F06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61127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C0F1-E37D-4B5C-8A36-56ED80E51930}" type="datetimeFigureOut">
              <a:rPr lang="uk-UA" smtClean="0"/>
              <a:t>21.12.2024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0A5B-967E-4CB0-9ADF-31F6B809F06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64976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C0F1-E37D-4B5C-8A36-56ED80E51930}" type="datetimeFigureOut">
              <a:rPr lang="uk-UA" smtClean="0"/>
              <a:t>21.12.2024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0A5B-967E-4CB0-9ADF-31F6B809F06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19846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фотографі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C0F1-E37D-4B5C-8A36-56ED80E51930}" type="datetimeFigureOut">
              <a:rPr lang="uk-UA" smtClean="0"/>
              <a:t>21.12.2024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0A5B-967E-4CB0-9ADF-31F6B809F06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3738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C0F1-E37D-4B5C-8A36-56ED80E51930}" type="datetimeFigureOut">
              <a:rPr lang="uk-UA" smtClean="0"/>
              <a:t>21.12.2024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0A5B-967E-4CB0-9ADF-31F6B809F06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53229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C0F1-E37D-4B5C-8A36-56ED80E51930}" type="datetimeFigureOut">
              <a:rPr lang="uk-UA" smtClean="0"/>
              <a:t>21.12.2024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0A5B-967E-4CB0-9ADF-31F6B809F063}" type="slidenum">
              <a:rPr lang="uk-UA" smtClean="0"/>
              <a:t>‹№›</a:t>
            </a:fld>
            <a:endParaRPr lang="uk-UA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28924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C0F1-E37D-4B5C-8A36-56ED80E51930}" type="datetimeFigureOut">
              <a:rPr lang="uk-UA" smtClean="0"/>
              <a:t>21.12.2024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0A5B-967E-4CB0-9ADF-31F6B809F06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425081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C0F1-E37D-4B5C-8A36-56ED80E51930}" type="datetimeFigureOut">
              <a:rPr lang="uk-UA" smtClean="0"/>
              <a:t>21.12.2024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0A5B-967E-4CB0-9ADF-31F6B809F06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921281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 з малю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C0F1-E37D-4B5C-8A36-56ED80E51930}" type="datetimeFigureOut">
              <a:rPr lang="uk-UA" smtClean="0"/>
              <a:t>21.12.2024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0A5B-967E-4CB0-9ADF-31F6B809F06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00850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C0F1-E37D-4B5C-8A36-56ED80E51930}" type="datetimeFigureOut">
              <a:rPr lang="uk-UA" smtClean="0"/>
              <a:t>21.12.2024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0A5B-967E-4CB0-9ADF-31F6B809F06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83215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C0F1-E37D-4B5C-8A36-56ED80E51930}" type="datetimeFigureOut">
              <a:rPr lang="uk-UA" smtClean="0"/>
              <a:t>21.12.2024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0A5B-967E-4CB0-9ADF-31F6B809F06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00749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4C0F1-E37D-4B5C-8A36-56ED80E51930}" type="datetimeFigureOut">
              <a:rPr lang="uk-UA" smtClean="0"/>
              <a:t>21.12.2024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0B0A5B-967E-4CB0-9ADF-31F6B809F06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857996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7" Type="http://schemas.openxmlformats.org/officeDocument/2006/relationships/image" Target="../media/image2.jpeg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7" Type="http://schemas.openxmlformats.org/officeDocument/2006/relationships/image" Target="../media/image7.png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3.xml"/><Relationship Id="rId3" Type="http://schemas.openxmlformats.org/officeDocument/2006/relationships/diagramLayout" Target="../diagrams/layout22.xml"/><Relationship Id="rId7" Type="http://schemas.openxmlformats.org/officeDocument/2006/relationships/diagramData" Target="../diagrams/data23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2.xml"/><Relationship Id="rId11" Type="http://schemas.microsoft.com/office/2007/relationships/diagramDrawing" Target="../diagrams/drawing23.xml"/><Relationship Id="rId5" Type="http://schemas.openxmlformats.org/officeDocument/2006/relationships/diagramColors" Target="../diagrams/colors22.xml"/><Relationship Id="rId10" Type="http://schemas.openxmlformats.org/officeDocument/2006/relationships/diagramColors" Target="../diagrams/colors23.xml"/><Relationship Id="rId4" Type="http://schemas.openxmlformats.org/officeDocument/2006/relationships/diagramQuickStyle" Target="../diagrams/quickStyle22.xml"/><Relationship Id="rId9" Type="http://schemas.openxmlformats.org/officeDocument/2006/relationships/diagramQuickStyle" Target="../diagrams/quickStyle2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5.xml"/><Relationship Id="rId3" Type="http://schemas.openxmlformats.org/officeDocument/2006/relationships/diagramLayout" Target="../diagrams/layout24.xml"/><Relationship Id="rId7" Type="http://schemas.openxmlformats.org/officeDocument/2006/relationships/diagramData" Target="../diagrams/data25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4.xml"/><Relationship Id="rId11" Type="http://schemas.microsoft.com/office/2007/relationships/diagramDrawing" Target="../diagrams/drawing25.xml"/><Relationship Id="rId5" Type="http://schemas.openxmlformats.org/officeDocument/2006/relationships/diagramColors" Target="../diagrams/colors24.xml"/><Relationship Id="rId10" Type="http://schemas.openxmlformats.org/officeDocument/2006/relationships/diagramColors" Target="../diagrams/colors25.xml"/><Relationship Id="rId4" Type="http://schemas.openxmlformats.org/officeDocument/2006/relationships/diagramQuickStyle" Target="../diagrams/quickStyle24.xml"/><Relationship Id="rId9" Type="http://schemas.openxmlformats.org/officeDocument/2006/relationships/diagramQuickStyle" Target="../diagrams/quickStyle2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7.xml"/><Relationship Id="rId3" Type="http://schemas.openxmlformats.org/officeDocument/2006/relationships/diagramLayout" Target="../diagrams/layout26.xml"/><Relationship Id="rId7" Type="http://schemas.openxmlformats.org/officeDocument/2006/relationships/diagramData" Target="../diagrams/data27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6.xml"/><Relationship Id="rId11" Type="http://schemas.microsoft.com/office/2007/relationships/diagramDrawing" Target="../diagrams/drawing27.xml"/><Relationship Id="rId5" Type="http://schemas.openxmlformats.org/officeDocument/2006/relationships/diagramColors" Target="../diagrams/colors26.xml"/><Relationship Id="rId10" Type="http://schemas.openxmlformats.org/officeDocument/2006/relationships/diagramColors" Target="../diagrams/colors27.xml"/><Relationship Id="rId4" Type="http://schemas.openxmlformats.org/officeDocument/2006/relationships/diagramQuickStyle" Target="../diagrams/quickStyle26.xml"/><Relationship Id="rId9" Type="http://schemas.openxmlformats.org/officeDocument/2006/relationships/diagramQuickStyle" Target="../diagrams/quickStyle2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9.xml"/><Relationship Id="rId3" Type="http://schemas.openxmlformats.org/officeDocument/2006/relationships/diagramLayout" Target="../diagrams/layout28.xml"/><Relationship Id="rId7" Type="http://schemas.openxmlformats.org/officeDocument/2006/relationships/diagramData" Target="../diagrams/data29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8.xml"/><Relationship Id="rId11" Type="http://schemas.microsoft.com/office/2007/relationships/diagramDrawing" Target="../diagrams/drawing29.xml"/><Relationship Id="rId5" Type="http://schemas.openxmlformats.org/officeDocument/2006/relationships/diagramColors" Target="../diagrams/colors28.xml"/><Relationship Id="rId10" Type="http://schemas.openxmlformats.org/officeDocument/2006/relationships/diagramColors" Target="../diagrams/colors29.xml"/><Relationship Id="rId4" Type="http://schemas.openxmlformats.org/officeDocument/2006/relationships/diagramQuickStyle" Target="../diagrams/quickStyle28.xml"/><Relationship Id="rId9" Type="http://schemas.openxmlformats.org/officeDocument/2006/relationships/diagramQuickStyle" Target="../diagrams/quickStyle29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1.xml"/><Relationship Id="rId3" Type="http://schemas.openxmlformats.org/officeDocument/2006/relationships/diagramLayout" Target="../diagrams/layout30.xml"/><Relationship Id="rId7" Type="http://schemas.openxmlformats.org/officeDocument/2006/relationships/diagramData" Target="../diagrams/data31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0.xml"/><Relationship Id="rId11" Type="http://schemas.microsoft.com/office/2007/relationships/diagramDrawing" Target="../diagrams/drawing31.xml"/><Relationship Id="rId5" Type="http://schemas.openxmlformats.org/officeDocument/2006/relationships/diagramColors" Target="../diagrams/colors30.xml"/><Relationship Id="rId10" Type="http://schemas.openxmlformats.org/officeDocument/2006/relationships/diagramColors" Target="../diagrams/colors31.xml"/><Relationship Id="rId4" Type="http://schemas.openxmlformats.org/officeDocument/2006/relationships/diagramQuickStyle" Target="../diagrams/quickStyle30.xml"/><Relationship Id="rId9" Type="http://schemas.openxmlformats.org/officeDocument/2006/relationships/diagramQuickStyle" Target="../diagrams/quickStyl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7" Type="http://schemas.openxmlformats.org/officeDocument/2006/relationships/image" Target="../media/image8.jpeg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4.xml"/><Relationship Id="rId3" Type="http://schemas.openxmlformats.org/officeDocument/2006/relationships/diagramLayout" Target="../diagrams/layout43.xml"/><Relationship Id="rId7" Type="http://schemas.openxmlformats.org/officeDocument/2006/relationships/diagramData" Target="../diagrams/data44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3.xml"/><Relationship Id="rId11" Type="http://schemas.microsoft.com/office/2007/relationships/diagramDrawing" Target="../diagrams/drawing44.xml"/><Relationship Id="rId5" Type="http://schemas.openxmlformats.org/officeDocument/2006/relationships/diagramColors" Target="../diagrams/colors43.xml"/><Relationship Id="rId10" Type="http://schemas.openxmlformats.org/officeDocument/2006/relationships/diagramColors" Target="../diagrams/colors44.xml"/><Relationship Id="rId4" Type="http://schemas.openxmlformats.org/officeDocument/2006/relationships/diagramQuickStyle" Target="../diagrams/quickStyle43.xml"/><Relationship Id="rId9" Type="http://schemas.openxmlformats.org/officeDocument/2006/relationships/diagramQuickStyle" Target="../diagrams/quickStyl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7" Type="http://schemas.openxmlformats.org/officeDocument/2006/relationships/image" Target="../media/image9.png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6.xml"/><Relationship Id="rId7" Type="http://schemas.openxmlformats.org/officeDocument/2006/relationships/image" Target="../media/image10.jpeg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6.xml"/><Relationship Id="rId5" Type="http://schemas.openxmlformats.org/officeDocument/2006/relationships/diagramColors" Target="../diagrams/colors46.xml"/><Relationship Id="rId4" Type="http://schemas.openxmlformats.org/officeDocument/2006/relationships/diagramQuickStyle" Target="../diagrams/quickStyle4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7.xml"/><Relationship Id="rId7" Type="http://schemas.openxmlformats.org/officeDocument/2006/relationships/image" Target="../media/image11.jpeg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7.xml"/><Relationship Id="rId5" Type="http://schemas.openxmlformats.org/officeDocument/2006/relationships/diagramColors" Target="../diagrams/colors47.xml"/><Relationship Id="rId4" Type="http://schemas.openxmlformats.org/officeDocument/2006/relationships/diagramQuickStyle" Target="../diagrams/quickStyle4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8.xml"/><Relationship Id="rId7" Type="http://schemas.openxmlformats.org/officeDocument/2006/relationships/image" Target="../media/image14.jpeg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8.xml"/><Relationship Id="rId5" Type="http://schemas.openxmlformats.org/officeDocument/2006/relationships/diagramColors" Target="../diagrams/colors48.xml"/><Relationship Id="rId4" Type="http://schemas.openxmlformats.org/officeDocument/2006/relationships/diagramQuickStyle" Target="../diagrams/quickStyle4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9.xml"/><Relationship Id="rId7" Type="http://schemas.openxmlformats.org/officeDocument/2006/relationships/image" Target="../media/image15.jpeg"/><Relationship Id="rId2" Type="http://schemas.openxmlformats.org/officeDocument/2006/relationships/diagramData" Target="../diagrams/data4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9.xml"/><Relationship Id="rId5" Type="http://schemas.openxmlformats.org/officeDocument/2006/relationships/diagramColors" Target="../diagrams/colors49.xml"/><Relationship Id="rId4" Type="http://schemas.openxmlformats.org/officeDocument/2006/relationships/diagramQuickStyle" Target="../diagrams/quickStyle4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0.xml"/><Relationship Id="rId7" Type="http://schemas.openxmlformats.org/officeDocument/2006/relationships/image" Target="../media/image16.jpeg"/><Relationship Id="rId2" Type="http://schemas.openxmlformats.org/officeDocument/2006/relationships/diagramData" Target="../diagrams/data5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0.xml"/><Relationship Id="rId5" Type="http://schemas.openxmlformats.org/officeDocument/2006/relationships/diagramColors" Target="../diagrams/colors50.xml"/><Relationship Id="rId4" Type="http://schemas.openxmlformats.org/officeDocument/2006/relationships/diagramQuickStyle" Target="../diagrams/quickStyle5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1.xml"/><Relationship Id="rId7" Type="http://schemas.openxmlformats.org/officeDocument/2006/relationships/image" Target="../media/image17.jpeg"/><Relationship Id="rId2" Type="http://schemas.openxmlformats.org/officeDocument/2006/relationships/diagramData" Target="../diagrams/data5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1.xml"/><Relationship Id="rId5" Type="http://schemas.openxmlformats.org/officeDocument/2006/relationships/diagramColors" Target="../diagrams/colors51.xml"/><Relationship Id="rId4" Type="http://schemas.openxmlformats.org/officeDocument/2006/relationships/diagramQuickStyle" Target="../diagrams/quickStyle5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2.xml"/><Relationship Id="rId7" Type="http://schemas.openxmlformats.org/officeDocument/2006/relationships/image" Target="../media/image18.jpeg"/><Relationship Id="rId2" Type="http://schemas.openxmlformats.org/officeDocument/2006/relationships/diagramData" Target="../diagrams/data5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2.xml"/><Relationship Id="rId5" Type="http://schemas.openxmlformats.org/officeDocument/2006/relationships/diagramColors" Target="../diagrams/colors52.xml"/><Relationship Id="rId4" Type="http://schemas.openxmlformats.org/officeDocument/2006/relationships/diagramQuickStyle" Target="../diagrams/quickStyle5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3.xml"/><Relationship Id="rId7" Type="http://schemas.openxmlformats.org/officeDocument/2006/relationships/image" Target="../media/image19.png"/><Relationship Id="rId2" Type="http://schemas.openxmlformats.org/officeDocument/2006/relationships/diagramData" Target="../diagrams/data5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3.xml"/><Relationship Id="rId5" Type="http://schemas.openxmlformats.org/officeDocument/2006/relationships/diagramColors" Target="../diagrams/colors53.xml"/><Relationship Id="rId4" Type="http://schemas.openxmlformats.org/officeDocument/2006/relationships/diagramQuickStyle" Target="../diagrams/quickStyl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BAA4F8-ED20-9D51-D18B-51A024039F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Культура </a:t>
            </a:r>
            <a:r>
              <a:rPr lang="ru-RU" dirty="0" err="1"/>
              <a:t>України</a:t>
            </a:r>
            <a:r>
              <a:rPr lang="ru-RU" dirty="0"/>
              <a:t> </a:t>
            </a:r>
            <a:r>
              <a:rPr lang="ru-RU" dirty="0" err="1"/>
              <a:t>кінця</a:t>
            </a:r>
            <a:r>
              <a:rPr lang="ru-RU" dirty="0"/>
              <a:t> ХVІІІ – </a:t>
            </a:r>
            <a:r>
              <a:rPr lang="ru-RU" dirty="0" err="1"/>
              <a:t>першої</a:t>
            </a:r>
            <a:r>
              <a:rPr lang="ru-RU" dirty="0"/>
              <a:t> </a:t>
            </a:r>
            <a:r>
              <a:rPr lang="ru-RU" dirty="0" err="1"/>
              <a:t>половини</a:t>
            </a:r>
            <a:r>
              <a:rPr lang="ru-RU" dirty="0"/>
              <a:t> ХІХ ст.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2BF253FA-B4BE-B452-D77F-C8FCE8AF77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63800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BF5C69-663A-9AB5-6289-F05FC494B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F89D4EF-2A47-73B7-E713-EB0E4ADAF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38042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A50EA9E7-22C8-DDA7-33C3-1C68A153D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Загальні процеси</a:t>
            </a:r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8F08B2F4-13E8-101F-7791-B1C6DFD3A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36561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A0E3DB-F57D-3BB6-1B91-8CA8961EC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Ідейний і художній рух в культурі кінця </a:t>
            </a:r>
            <a:r>
              <a:rPr lang="en-US" dirty="0"/>
              <a:t>XVIII — </a:t>
            </a:r>
            <a:r>
              <a:rPr lang="uk-UA" dirty="0"/>
              <a:t>першої половини ХІХ ст.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8BDD9ED-51CB-D0E7-81FA-57851BF1DF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 в основі якого — духовне життя людини, воля творчої особистості, інтерес до національної культури і фольклору, ідеалізація минулого, </a:t>
            </a:r>
          </a:p>
          <a:p>
            <a:r>
              <a:rPr lang="uk-UA" dirty="0"/>
              <a:t>— це</a:t>
            </a:r>
          </a:p>
          <a:p>
            <a:endParaRPr lang="uk-UA" dirty="0"/>
          </a:p>
          <a:p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8571E21-0353-8564-597B-C4E0BB94121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80723779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8283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A53BD4-233C-8435-4097-FD25B9CDD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характерним</a:t>
            </a:r>
            <a:r>
              <a:rPr lang="ru-RU" dirty="0"/>
              <a:t> для </a:t>
            </a:r>
            <a:r>
              <a:rPr lang="ru-RU" dirty="0" err="1"/>
              <a:t>розвитку</a:t>
            </a:r>
            <a:r>
              <a:rPr lang="ru-RU" dirty="0"/>
              <a:t> </a:t>
            </a:r>
            <a:r>
              <a:rPr lang="ru-RU" dirty="0" err="1"/>
              <a:t>української</a:t>
            </a:r>
            <a:r>
              <a:rPr lang="ru-RU" dirty="0"/>
              <a:t> </a:t>
            </a:r>
            <a:r>
              <a:rPr lang="ru-RU" dirty="0" err="1"/>
              <a:t>культури</a:t>
            </a:r>
            <a:r>
              <a:rPr lang="ru-RU" dirty="0"/>
              <a:t> </a:t>
            </a:r>
            <a:r>
              <a:rPr lang="ru-RU" dirty="0" err="1"/>
              <a:t>першої</a:t>
            </a:r>
            <a:r>
              <a:rPr lang="ru-RU" dirty="0"/>
              <a:t> </a:t>
            </a:r>
            <a:r>
              <a:rPr lang="ru-RU" dirty="0" err="1"/>
              <a:t>половини</a:t>
            </a:r>
            <a:r>
              <a:rPr lang="ru-RU" dirty="0"/>
              <a:t> ХІХ ст.?</a:t>
            </a:r>
            <a:endParaRPr lang="uk-UA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B28609E-F33C-5A8C-DD6E-CBC7BB1080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9E30EB3F-E921-93B4-1633-26853C27012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77739218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1420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B8D93A-587C-9828-8AD9-0522454AC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Що</a:t>
            </a:r>
            <a:r>
              <a:rPr lang="ru-RU" dirty="0"/>
              <a:t> мало </a:t>
            </a:r>
            <a:r>
              <a:rPr lang="ru-RU" dirty="0" err="1"/>
              <a:t>вирішальний</a:t>
            </a:r>
            <a:r>
              <a:rPr lang="ru-RU" dirty="0"/>
              <a:t> </a:t>
            </a:r>
            <a:r>
              <a:rPr lang="ru-RU" dirty="0" err="1"/>
              <a:t>вплив</a:t>
            </a:r>
            <a:r>
              <a:rPr lang="ru-RU" dirty="0"/>
              <a:t> на </a:t>
            </a:r>
            <a:r>
              <a:rPr lang="ru-RU" dirty="0" err="1"/>
              <a:t>розвиток</a:t>
            </a:r>
            <a:r>
              <a:rPr lang="ru-RU" dirty="0"/>
              <a:t> </a:t>
            </a:r>
            <a:r>
              <a:rPr lang="ru-RU" dirty="0" err="1"/>
              <a:t>української</a:t>
            </a:r>
            <a:r>
              <a:rPr lang="ru-RU" dirty="0"/>
              <a:t> </a:t>
            </a:r>
            <a:r>
              <a:rPr lang="ru-RU" dirty="0" err="1"/>
              <a:t>культури</a:t>
            </a:r>
            <a:r>
              <a:rPr lang="ru-RU" dirty="0"/>
              <a:t> </a:t>
            </a:r>
            <a:r>
              <a:rPr lang="ru-RU" dirty="0" err="1"/>
              <a:t>першої</a:t>
            </a:r>
            <a:r>
              <a:rPr lang="ru-RU" dirty="0"/>
              <a:t> </a:t>
            </a:r>
            <a:r>
              <a:rPr lang="ru-RU" dirty="0" err="1"/>
              <a:t>половини</a:t>
            </a:r>
            <a:r>
              <a:rPr lang="ru-RU" dirty="0"/>
              <a:t> ХІХ ст.?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011F6F3-D0F0-85E2-16C1-575143BD818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26653924"/>
              </p:ext>
            </p:extLst>
          </p:nvPr>
        </p:nvGraphicFramePr>
        <p:xfrm>
          <a:off x="913795" y="2088319"/>
          <a:ext cx="510600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EAA8A7B-3D21-0430-3B75-4EBE3F63B06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6028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0A9A24-712F-BF9B-DD3F-D17B40CCA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чинник</a:t>
            </a:r>
            <a:r>
              <a:rPr lang="ru-RU" dirty="0"/>
              <a:t> мав </a:t>
            </a:r>
            <a:r>
              <a:rPr lang="ru-RU" dirty="0" err="1"/>
              <a:t>вирішальний</a:t>
            </a:r>
            <a:r>
              <a:rPr lang="ru-RU" dirty="0"/>
              <a:t> </a:t>
            </a:r>
            <a:r>
              <a:rPr lang="ru-RU" dirty="0" err="1"/>
              <a:t>вплив</a:t>
            </a:r>
            <a:r>
              <a:rPr lang="ru-RU" dirty="0"/>
              <a:t> на </a:t>
            </a:r>
            <a:r>
              <a:rPr lang="ru-RU" dirty="0" err="1"/>
              <a:t>розвиток</a:t>
            </a:r>
            <a:r>
              <a:rPr lang="ru-RU" dirty="0"/>
              <a:t> </a:t>
            </a:r>
            <a:r>
              <a:rPr lang="ru-RU" dirty="0" err="1"/>
              <a:t>української</a:t>
            </a:r>
            <a:r>
              <a:rPr lang="ru-RU" dirty="0"/>
              <a:t> </a:t>
            </a:r>
            <a:r>
              <a:rPr lang="ru-RU" dirty="0" err="1"/>
              <a:t>культури</a:t>
            </a:r>
            <a:r>
              <a:rPr lang="ru-RU" dirty="0"/>
              <a:t> в </a:t>
            </a:r>
            <a:r>
              <a:rPr lang="ru-RU" dirty="0" err="1"/>
              <a:t>Наддніпрянській</a:t>
            </a:r>
            <a:r>
              <a:rPr lang="ru-RU" dirty="0"/>
              <a:t> </a:t>
            </a:r>
            <a:r>
              <a:rPr lang="ru-RU" dirty="0" err="1"/>
              <a:t>Україні</a:t>
            </a:r>
            <a:r>
              <a:rPr lang="ru-RU" dirty="0"/>
              <a:t> в </a:t>
            </a:r>
            <a:r>
              <a:rPr lang="ru-RU" dirty="0" err="1"/>
              <a:t>першій</a:t>
            </a:r>
            <a:r>
              <a:rPr lang="ru-RU" dirty="0"/>
              <a:t> </a:t>
            </a:r>
            <a:r>
              <a:rPr lang="ru-RU" dirty="0" err="1"/>
              <a:t>половині</a:t>
            </a:r>
            <a:r>
              <a:rPr lang="ru-RU" dirty="0"/>
              <a:t> XIX ст.?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1990A3E-9BB6-CA2F-52F7-11C8D0CDCB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E709EE7-1C2C-2B3C-A30E-3719F3D6903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41054740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7934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14BFF-7833-D372-4565-E34E0B4E5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2800" dirty="0"/>
              <a:t>У якому регіоні України в складі Російської імперії наприкінці </a:t>
            </a:r>
            <a:r>
              <a:rPr lang="en-US" sz="2800" dirty="0"/>
              <a:t>XVIII – </a:t>
            </a:r>
            <a:r>
              <a:rPr lang="uk-UA" sz="2800" dirty="0"/>
              <a:t>у першій половині </a:t>
            </a:r>
            <a:r>
              <a:rPr lang="en-US" sz="2800" dirty="0"/>
              <a:t>XIX </a:t>
            </a:r>
            <a:r>
              <a:rPr lang="uk-UA" sz="2800" dirty="0"/>
              <a:t>ст. сформувався осередок українського національного відродження?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C8A266C-9798-BEB1-D087-0258AB8A03F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44940677"/>
              </p:ext>
            </p:extLst>
          </p:nvPr>
        </p:nvGraphicFramePr>
        <p:xfrm>
          <a:off x="913795" y="2088319"/>
          <a:ext cx="510600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E2B0AE2-4748-B63F-2F33-C928768855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50269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5A1F5C-80BC-5027-9D72-4CDAD439B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Започаткування нової української літератури в західноукраїнських землях пов'язують із діяльністю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68A3DBC-B224-0F61-517F-9EE32556AA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4EC1C60-940F-C004-F2ED-D87902F08D6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51172128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3048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BE382E-AE44-7816-33B0-7A8C1D02F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 </a:t>
            </a:r>
            <a:r>
              <a:rPr lang="ru-RU" dirty="0" err="1"/>
              <a:t>зазначив</a:t>
            </a:r>
            <a:r>
              <a:rPr lang="ru-RU" dirty="0"/>
              <a:t> </a:t>
            </a:r>
            <a:r>
              <a:rPr lang="ru-RU" dirty="0" err="1"/>
              <a:t>історик</a:t>
            </a:r>
            <a:r>
              <a:rPr lang="ru-RU" dirty="0"/>
              <a:t> Д. Дорошенко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47AD618-A3BD-A4D8-EE85-85C5C1264D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0" dirty="0">
                <a:effectLst/>
                <a:latin typeface="Century Gothic" panose="020B0502020202020204" pitchFamily="34" charset="0"/>
              </a:rPr>
              <a:t>у політичному плані Слобожанщина не відіграла великої ролі в загальноукраїнській історії, проте в культурному плані її внесок неоціненний. </a:t>
            </a:r>
          </a:p>
          <a:p>
            <a:r>
              <a:rPr lang="uk-UA" b="0" i="0" dirty="0">
                <a:effectLst/>
                <a:latin typeface="Century Gothic" panose="020B0502020202020204" pitchFamily="34" charset="0"/>
              </a:rPr>
              <a:t>Укажіть один з фактів, що підтверджує думку історика.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69A6ED0-5AC2-8C06-5481-337B297F0E4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09616319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5957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1F3DA4-3D20-38EB-6284-256682B6A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віросповідання</a:t>
            </a:r>
            <a:r>
              <a:rPr lang="ru-RU" dirty="0"/>
              <a:t> </a:t>
            </a:r>
            <a:r>
              <a:rPr lang="ru-RU" dirty="0" err="1"/>
              <a:t>дотримувалася</a:t>
            </a:r>
            <a:r>
              <a:rPr lang="ru-RU" dirty="0"/>
              <a:t> </a:t>
            </a:r>
            <a:r>
              <a:rPr lang="ru-RU" dirty="0" err="1"/>
              <a:t>переважна</a:t>
            </a:r>
            <a:r>
              <a:rPr lang="ru-RU" dirty="0"/>
              <a:t> </a:t>
            </a:r>
            <a:r>
              <a:rPr lang="ru-RU" dirty="0" err="1"/>
              <a:t>більшість</a:t>
            </a:r>
            <a:r>
              <a:rPr lang="ru-RU" dirty="0"/>
              <a:t> </a:t>
            </a:r>
            <a:r>
              <a:rPr lang="ru-RU" dirty="0" err="1"/>
              <a:t>українського</a:t>
            </a:r>
            <a:r>
              <a:rPr lang="ru-RU" dirty="0"/>
              <a:t> </a:t>
            </a:r>
            <a:r>
              <a:rPr lang="ru-RU" dirty="0" err="1"/>
              <a:t>населення</a:t>
            </a:r>
            <a:r>
              <a:rPr lang="ru-RU" dirty="0"/>
              <a:t> </a:t>
            </a:r>
            <a:r>
              <a:rPr lang="ru-RU" dirty="0" err="1"/>
              <a:t>Галичини</a:t>
            </a:r>
            <a:r>
              <a:rPr lang="ru-RU" dirty="0"/>
              <a:t> в ХІХ ст.?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22F70DF-2C7E-5CE8-28CB-59F0FE5C937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61656974"/>
              </p:ext>
            </p:extLst>
          </p:nvPr>
        </p:nvGraphicFramePr>
        <p:xfrm>
          <a:off x="913795" y="2088319"/>
          <a:ext cx="510600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03E4767-9807-338D-EBCF-C6E23213AE4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71967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691CF1-0E37-8A06-26A7-ADD13C399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</a:t>
            </a:r>
            <a:r>
              <a:rPr lang="ru-RU" dirty="0" err="1"/>
              <a:t>національно</a:t>
            </a:r>
            <a:r>
              <a:rPr lang="ru-RU" dirty="0"/>
              <a:t>-культурного </a:t>
            </a:r>
            <a:r>
              <a:rPr lang="ru-RU" dirty="0" err="1"/>
              <a:t>життя</a:t>
            </a:r>
            <a:r>
              <a:rPr lang="ru-RU" dirty="0"/>
              <a:t> </a:t>
            </a:r>
            <a:r>
              <a:rPr lang="ru-RU" dirty="0" err="1"/>
              <a:t>кінця</a:t>
            </a:r>
            <a:r>
              <a:rPr lang="ru-RU" dirty="0"/>
              <a:t> XVIII–ХІХ ст.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D1AD0FC-5AE1-01FF-0DCF-21ACC536A04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45259060"/>
              </p:ext>
            </p:extLst>
          </p:nvPr>
        </p:nvGraphicFramePr>
        <p:xfrm>
          <a:off x="913795" y="2088319"/>
          <a:ext cx="510600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C109B2A-7925-36A6-A483-39ECB74807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05619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AAA007-3660-C020-C298-CB26A9233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рік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документа, </a:t>
            </a:r>
            <a:r>
              <a:rPr lang="ru-RU" dirty="0" err="1"/>
              <a:t>уривок</a:t>
            </a:r>
            <a:r>
              <a:rPr lang="ru-RU" dirty="0"/>
              <a:t> з </a:t>
            </a:r>
            <a:r>
              <a:rPr lang="ru-RU" dirty="0" err="1"/>
              <a:t>якого</a:t>
            </a:r>
            <a:r>
              <a:rPr lang="ru-RU" dirty="0"/>
              <a:t> наведено: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6CE8183-1F00-7CDF-5DE6-5728104F590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70546719"/>
              </p:ext>
            </p:extLst>
          </p:nvPr>
        </p:nvGraphicFramePr>
        <p:xfrm>
          <a:off x="913795" y="2088319"/>
          <a:ext cx="510600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3A2F0F4-0FFF-3591-796B-09A4A8128A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i="1" dirty="0"/>
              <a:t>«</a:t>
            </a:r>
            <a:r>
              <a:rPr lang="ru-RU" i="1" dirty="0" err="1"/>
              <a:t>Єпископів</a:t>
            </a:r>
            <a:r>
              <a:rPr lang="ru-RU" i="1" dirty="0"/>
              <a:t>, духовенство й </a:t>
            </a:r>
            <a:r>
              <a:rPr lang="ru-RU" i="1" dirty="0" err="1"/>
              <a:t>віруючих</a:t>
            </a:r>
            <a:r>
              <a:rPr lang="ru-RU" i="1" dirty="0"/>
              <a:t> греко-</a:t>
            </a:r>
            <a:r>
              <a:rPr lang="ru-RU" i="1" dirty="0" err="1"/>
              <a:t>католицької</a:t>
            </a:r>
            <a:r>
              <a:rPr lang="ru-RU" i="1" dirty="0"/>
              <a:t> церкви </a:t>
            </a:r>
            <a:r>
              <a:rPr lang="ru-RU" i="1" dirty="0" err="1"/>
              <a:t>об’єднати</a:t>
            </a:r>
            <a:r>
              <a:rPr lang="ru-RU" i="1" dirty="0"/>
              <a:t> з православною церквою </a:t>
            </a:r>
            <a:r>
              <a:rPr lang="ru-RU" i="1" dirty="0" err="1"/>
              <a:t>всеросійською</a:t>
            </a:r>
            <a:r>
              <a:rPr lang="ru-RU" i="1" dirty="0"/>
              <a:t>…».</a:t>
            </a:r>
            <a:endParaRPr lang="uk-UA" i="1" dirty="0"/>
          </a:p>
        </p:txBody>
      </p:sp>
    </p:spTree>
    <p:extLst>
      <p:ext uri="{BB962C8B-B14F-4D97-AF65-F5344CB8AC3E}">
        <p14:creationId xmlns:p14="http://schemas.microsoft.com/office/powerpoint/2010/main" val="2395664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696F506F-D188-4DA4-1AF7-06CCEBE28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Вища освіта та наука</a:t>
            </a:r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332843A5-CC17-C97B-F381-535B6FD54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8039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6CA8BAB-6AE9-01E2-7D33-E65944F1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Відкриття</a:t>
            </a:r>
            <a:r>
              <a:rPr lang="ru-RU" dirty="0"/>
              <a:t> в </a:t>
            </a:r>
            <a:r>
              <a:rPr lang="ru-RU" dirty="0" err="1"/>
              <a:t>першій</a:t>
            </a:r>
            <a:r>
              <a:rPr lang="ru-RU" dirty="0"/>
              <a:t> </a:t>
            </a:r>
            <a:r>
              <a:rPr lang="ru-RU" dirty="0" err="1"/>
              <a:t>половині</a:t>
            </a:r>
            <a:r>
              <a:rPr lang="ru-RU" dirty="0"/>
              <a:t> ХІХ ст.</a:t>
            </a:r>
            <a:endParaRPr lang="uk-UA" dirty="0"/>
          </a:p>
        </p:txBody>
      </p:sp>
      <p:sp>
        <p:nvSpPr>
          <p:cNvPr id="5" name="Місце для вмісту 4">
            <a:extLst>
              <a:ext uri="{FF2B5EF4-FFF2-40B4-BE49-F238E27FC236}">
                <a16:creationId xmlns:a16="http://schemas.microsoft.com/office/drawing/2014/main" id="{75221B4F-414A-AAB8-103E-B73D36A577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Чернігівського</a:t>
            </a:r>
            <a:r>
              <a:rPr lang="ru-RU" dirty="0"/>
              <a:t> </a:t>
            </a:r>
            <a:r>
              <a:rPr lang="ru-RU" dirty="0" err="1"/>
              <a:t>ремісничого</a:t>
            </a:r>
            <a:r>
              <a:rPr lang="ru-RU" dirty="0"/>
              <a:t>, </a:t>
            </a:r>
            <a:r>
              <a:rPr lang="ru-RU" dirty="0" err="1"/>
              <a:t>Одеського</a:t>
            </a:r>
            <a:r>
              <a:rPr lang="ru-RU" dirty="0"/>
              <a:t> </a:t>
            </a:r>
            <a:r>
              <a:rPr lang="ru-RU" dirty="0" err="1"/>
              <a:t>садівничого</a:t>
            </a:r>
            <a:r>
              <a:rPr lang="ru-RU" dirty="0"/>
              <a:t>, </a:t>
            </a:r>
            <a:r>
              <a:rPr lang="ru-RU" dirty="0" err="1"/>
              <a:t>Харківського</a:t>
            </a:r>
            <a:r>
              <a:rPr lang="ru-RU" dirty="0"/>
              <a:t> </a:t>
            </a:r>
            <a:r>
              <a:rPr lang="ru-RU" dirty="0" err="1"/>
              <a:t>землеробського</a:t>
            </a:r>
            <a:r>
              <a:rPr lang="ru-RU" dirty="0"/>
              <a:t>, </a:t>
            </a:r>
            <a:r>
              <a:rPr lang="ru-RU" dirty="0" err="1"/>
              <a:t>Кременецького</a:t>
            </a:r>
            <a:r>
              <a:rPr lang="ru-RU" dirty="0"/>
              <a:t> </a:t>
            </a:r>
            <a:r>
              <a:rPr lang="ru-RU" dirty="0" err="1"/>
              <a:t>землемірного</a:t>
            </a:r>
            <a:r>
              <a:rPr lang="ru-RU" dirty="0"/>
              <a:t> училищ </a:t>
            </a:r>
          </a:p>
          <a:p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зумовлено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149D4382-F2AF-E707-305E-D71CC15E464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17905627"/>
              </p:ext>
            </p:extLst>
          </p:nvPr>
        </p:nvGraphicFramePr>
        <p:xfrm>
          <a:off x="6173403" y="1596044"/>
          <a:ext cx="5094154" cy="48213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6689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750E44-7668-FC8D-071C-69F202C35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 </a:t>
            </a:r>
            <a:r>
              <a:rPr lang="ru-RU" dirty="0" err="1"/>
              <a:t>заснування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навчального</a:t>
            </a:r>
            <a:r>
              <a:rPr lang="ru-RU" dirty="0"/>
              <a:t> закладу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C4BF33E-BFBC-7079-D30D-C73FAFE5BA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uk-UA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«Місцем його заснування було обрано місто.., де вперше засяяло й звідси розлилося по всій Давній Русі світло істинної [християнської] віри. Заснований університет, названий імператорським університетом на честь великого просвітителя Русі, удостоєний прийняттям під особливе покровительство Його імператорської величності...»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2A6F213-77E3-099B-20CA-7D8356EC6FC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25915127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79280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DC3900-DC1B-E793-3E23-2C5ADABA2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 так </a:t>
            </a:r>
            <a:r>
              <a:rPr lang="ru-RU" dirty="0" err="1"/>
              <a:t>міністр</a:t>
            </a:r>
            <a:r>
              <a:rPr lang="ru-RU" dirty="0"/>
              <a:t> </a:t>
            </a:r>
            <a:r>
              <a:rPr lang="ru-RU" dirty="0" err="1"/>
              <a:t>освіти</a:t>
            </a:r>
            <a:r>
              <a:rPr lang="ru-RU" dirty="0"/>
              <a:t> </a:t>
            </a:r>
            <a:r>
              <a:rPr lang="ru-RU" dirty="0" err="1"/>
              <a:t>Російської</a:t>
            </a:r>
            <a:r>
              <a:rPr lang="ru-RU" dirty="0"/>
              <a:t> </a:t>
            </a:r>
            <a:r>
              <a:rPr lang="ru-RU" dirty="0" err="1"/>
              <a:t>імперії</a:t>
            </a:r>
            <a:r>
              <a:rPr lang="ru-RU" dirty="0"/>
              <a:t> С. Уваров писав про </a:t>
            </a:r>
            <a:r>
              <a:rPr lang="ru-RU" dirty="0" err="1"/>
              <a:t>завдання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B1FBDB4-D771-F887-9EA3-8F379828A9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«Університет […] – моє творіння. Але я першим ліквідую його, якщо він не виконуватиме своєї мети поширювати російську освіту й російську національність в ополяченому краю Західної Росії»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9CB7180-12D8-18E9-BC98-C8AEE1A3FFB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24839299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3572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D4FC67-D84F-6C28-6C02-302902886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Університет</a:t>
            </a:r>
            <a:r>
              <a:rPr lang="ru-RU" dirty="0"/>
              <a:t> Святого </a:t>
            </a:r>
            <a:r>
              <a:rPr lang="ru-RU" dirty="0" err="1"/>
              <a:t>Володимира</a:t>
            </a:r>
            <a:r>
              <a:rPr lang="ru-RU" dirty="0"/>
              <a:t> в </a:t>
            </a:r>
            <a:r>
              <a:rPr lang="ru-RU" dirty="0" err="1"/>
              <a:t>Києві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відкрито</a:t>
            </a:r>
            <a:r>
              <a:rPr lang="ru-RU" dirty="0"/>
              <a:t> в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23702B5-7B4F-D9D1-62F9-A1B8B6102E8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57405246"/>
              </p:ext>
            </p:extLst>
          </p:nvPr>
        </p:nvGraphicFramePr>
        <p:xfrm>
          <a:off x="913795" y="2088319"/>
          <a:ext cx="510600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9B3FBF5-4F6A-52DA-2435-2BB42F0D44E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3182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83C77D-2349-830B-666A-55ACB6ED9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Коли на </a:t>
            </a:r>
            <a:r>
              <a:rPr lang="ru-RU" dirty="0" err="1"/>
              <a:t>українських</a:t>
            </a:r>
            <a:r>
              <a:rPr lang="ru-RU" dirty="0"/>
              <a:t> землях </a:t>
            </a:r>
            <a:r>
              <a:rPr lang="ru-RU" dirty="0" err="1"/>
              <a:t>було</a:t>
            </a:r>
            <a:r>
              <a:rPr lang="ru-RU" dirty="0"/>
              <a:t> засновано </a:t>
            </a:r>
            <a:r>
              <a:rPr lang="ru-RU" dirty="0" err="1"/>
              <a:t>університет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DFC9BF5-06A8-BA52-C3D0-F5F30E6C10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імперська</a:t>
            </a:r>
            <a:r>
              <a:rPr lang="ru-RU" dirty="0"/>
              <a:t> </a:t>
            </a:r>
            <a:r>
              <a:rPr lang="ru-RU" dirty="0" err="1"/>
              <a:t>влада</a:t>
            </a:r>
            <a:r>
              <a:rPr lang="ru-RU" dirty="0"/>
              <a:t> ставила </a:t>
            </a:r>
            <a:r>
              <a:rPr lang="ru-RU" dirty="0" err="1"/>
              <a:t>завдання</a:t>
            </a:r>
            <a:r>
              <a:rPr lang="ru-RU" dirty="0"/>
              <a:t> </a:t>
            </a:r>
            <a:r>
              <a:rPr lang="ru-RU" i="1" dirty="0"/>
              <a:t>«</a:t>
            </a:r>
            <a:r>
              <a:rPr lang="ru-RU" i="1" dirty="0" err="1"/>
              <a:t>поширювати</a:t>
            </a:r>
            <a:r>
              <a:rPr lang="ru-RU" i="1" dirty="0"/>
              <a:t> </a:t>
            </a:r>
            <a:r>
              <a:rPr lang="ru-RU" i="1" dirty="0" err="1"/>
              <a:t>російську</a:t>
            </a:r>
            <a:r>
              <a:rPr lang="ru-RU" i="1" dirty="0"/>
              <a:t> </a:t>
            </a:r>
            <a:r>
              <a:rPr lang="ru-RU" i="1" dirty="0" err="1"/>
              <a:t>освіту</a:t>
            </a:r>
            <a:r>
              <a:rPr lang="ru-RU" i="1" dirty="0"/>
              <a:t> й </a:t>
            </a:r>
            <a:r>
              <a:rPr lang="ru-RU" i="1" dirty="0" err="1"/>
              <a:t>російську</a:t>
            </a:r>
            <a:r>
              <a:rPr lang="ru-RU" i="1" dirty="0"/>
              <a:t> </a:t>
            </a:r>
            <a:r>
              <a:rPr lang="ru-RU" i="1" dirty="0" err="1"/>
              <a:t>національність</a:t>
            </a:r>
            <a:r>
              <a:rPr lang="ru-RU" i="1" dirty="0"/>
              <a:t> в </a:t>
            </a:r>
            <a:r>
              <a:rPr lang="ru-RU" i="1" dirty="0" err="1"/>
              <a:t>ополяченому</a:t>
            </a:r>
            <a:r>
              <a:rPr lang="ru-RU" i="1" dirty="0"/>
              <a:t> краю </a:t>
            </a:r>
            <a:r>
              <a:rPr lang="ru-RU" i="1" dirty="0" err="1"/>
              <a:t>Західної</a:t>
            </a:r>
            <a:r>
              <a:rPr lang="ru-RU" i="1" dirty="0"/>
              <a:t> </a:t>
            </a:r>
            <a:r>
              <a:rPr lang="ru-RU" i="1" dirty="0" err="1"/>
              <a:t>Росії</a:t>
            </a:r>
            <a:r>
              <a:rPr lang="ru-RU" i="1" dirty="0"/>
              <a:t>...»?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810290B-7D83-1AE2-5325-EAB5F838246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69014770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0592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8EC0C1-4836-78D3-9299-0C2F3D595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 кого з </a:t>
            </a:r>
            <a:r>
              <a:rPr lang="ru-RU" dirty="0" err="1"/>
              <a:t>діячів</a:t>
            </a:r>
            <a:r>
              <a:rPr lang="ru-RU" dirty="0"/>
              <a:t> науки </a:t>
            </a:r>
            <a:r>
              <a:rPr lang="ru-RU" dirty="0" err="1"/>
              <a:t>першої</a:t>
            </a:r>
            <a:r>
              <a:rPr lang="ru-RU" dirty="0"/>
              <a:t> </a:t>
            </a:r>
            <a:r>
              <a:rPr lang="ru-RU" dirty="0" err="1"/>
              <a:t>половини</a:t>
            </a:r>
            <a:r>
              <a:rPr lang="ru-RU" dirty="0"/>
              <a:t> ХІХ ст. </a:t>
            </a:r>
            <a:r>
              <a:rPr lang="ru-RU" dirty="0" err="1"/>
              <a:t>ідеться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D77DBDE-06CD-288E-6D97-5B1B98AA8B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</a:t>
            </a:r>
            <a:r>
              <a:rPr lang="ru-RU" i="1" dirty="0" err="1"/>
              <a:t>Історик</a:t>
            </a:r>
            <a:r>
              <a:rPr lang="ru-RU" i="1" dirty="0"/>
              <a:t>, перший ректор </a:t>
            </a:r>
            <a:r>
              <a:rPr lang="ru-RU" i="1" dirty="0" err="1"/>
              <a:t>Київського</a:t>
            </a:r>
            <a:r>
              <a:rPr lang="ru-RU" i="1" dirty="0"/>
              <a:t> </a:t>
            </a:r>
            <a:r>
              <a:rPr lang="ru-RU" i="1" dirty="0" err="1"/>
              <a:t>університету</a:t>
            </a:r>
            <a:r>
              <a:rPr lang="ru-RU" i="1" dirty="0"/>
              <a:t> Св. </a:t>
            </a:r>
            <a:r>
              <a:rPr lang="ru-RU" i="1" dirty="0" err="1"/>
              <a:t>Володимира</a:t>
            </a:r>
            <a:r>
              <a:rPr lang="ru-RU" i="1" dirty="0"/>
              <a:t>, основоположник </a:t>
            </a:r>
            <a:r>
              <a:rPr lang="ru-RU" i="1" dirty="0" err="1"/>
              <a:t>української</a:t>
            </a:r>
            <a:r>
              <a:rPr lang="ru-RU" i="1" dirty="0"/>
              <a:t> фольклористики, автор </a:t>
            </a:r>
            <a:r>
              <a:rPr lang="ru-RU" i="1" dirty="0" err="1"/>
              <a:t>збірок</a:t>
            </a:r>
            <a:r>
              <a:rPr lang="ru-RU" i="1" dirty="0"/>
              <a:t> </a:t>
            </a:r>
            <a:r>
              <a:rPr lang="ru-RU" i="1" dirty="0" err="1"/>
              <a:t>українських</a:t>
            </a:r>
            <a:r>
              <a:rPr lang="ru-RU" i="1" dirty="0"/>
              <a:t> </a:t>
            </a:r>
            <a:r>
              <a:rPr lang="ru-RU" i="1" dirty="0" err="1"/>
              <a:t>народних</a:t>
            </a:r>
            <a:r>
              <a:rPr lang="ru-RU" i="1" dirty="0"/>
              <a:t> </a:t>
            </a:r>
            <a:r>
              <a:rPr lang="ru-RU" i="1" dirty="0" err="1"/>
              <a:t>пісень</a:t>
            </a:r>
            <a:r>
              <a:rPr lang="ru-RU" i="1" dirty="0"/>
              <a:t>»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3757AEC-B973-40AD-4A1D-D4B15F66BF4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09889033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122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7696B8-1A0C-2D97-B189-96B32F818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Василь </a:t>
            </a:r>
            <a:r>
              <a:rPr lang="ru-RU" dirty="0" err="1"/>
              <a:t>Каразін</a:t>
            </a:r>
            <a:r>
              <a:rPr lang="ru-RU" dirty="0"/>
              <a:t> та Михайло Максимович були </a:t>
            </a:r>
            <a:r>
              <a:rPr lang="ru-RU" dirty="0" err="1"/>
              <a:t>причетні</a:t>
            </a:r>
            <a:r>
              <a:rPr lang="ru-RU" dirty="0"/>
              <a:t> до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A0C84B2-4B55-3A82-3980-05DC9EB106F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30645822"/>
              </p:ext>
            </p:extLst>
          </p:nvPr>
        </p:nvGraphicFramePr>
        <p:xfrm>
          <a:off x="913795" y="2088319"/>
          <a:ext cx="510600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1394EAC-E738-27E0-9981-BCB9A468F7D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98913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421B2E-B23C-27D4-63D4-FD151C402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ХІХ ст.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AA3D26D-915A-05D2-DBBF-D4AFFEFCDBE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65860559"/>
              </p:ext>
            </p:extLst>
          </p:nvPr>
        </p:nvGraphicFramePr>
        <p:xfrm>
          <a:off x="913795" y="2088319"/>
          <a:ext cx="510600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CF33C8C-41AC-26AD-5B1E-542A3BFDB5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573926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DF0E3A-107B-FD20-711B-CC3D3432E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про роль і </a:t>
            </a:r>
            <a:r>
              <a:rPr lang="ru-RU" dirty="0" err="1"/>
              <a:t>місце</a:t>
            </a:r>
            <a:r>
              <a:rPr lang="ru-RU" dirty="0"/>
              <a:t> в </a:t>
            </a:r>
            <a:r>
              <a:rPr lang="ru-RU" dirty="0" err="1"/>
              <a:t>українській</a:t>
            </a:r>
            <a:r>
              <a:rPr lang="ru-RU" dirty="0"/>
              <a:t> </a:t>
            </a:r>
            <a:r>
              <a:rPr lang="ru-RU" dirty="0" err="1"/>
              <a:t>культурі</a:t>
            </a:r>
            <a:r>
              <a:rPr lang="ru-RU" dirty="0"/>
              <a:t> </a:t>
            </a:r>
            <a:r>
              <a:rPr lang="ru-RU" dirty="0" err="1"/>
              <a:t>зображеного</a:t>
            </a:r>
            <a:r>
              <a:rPr lang="ru-RU" dirty="0"/>
              <a:t> </a:t>
            </a:r>
            <a:r>
              <a:rPr lang="ru-RU" dirty="0" err="1"/>
              <a:t>діяча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0F2DEA4-F931-D783-215F-48479475A9F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59473632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73507243-11FB-9C5A-F158-83A1F95EFBF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151" y="2087563"/>
            <a:ext cx="2967897" cy="370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5219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C4EFAF-E84D-7631-35F9-32B0D7A2E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портрет </a:t>
            </a:r>
            <a:r>
              <a:rPr lang="ru-RU" dirty="0" err="1"/>
              <a:t>діяча</a:t>
            </a:r>
            <a:r>
              <a:rPr lang="ru-RU" dirty="0"/>
              <a:t>, про роль і </a:t>
            </a:r>
            <a:r>
              <a:rPr lang="ru-RU" dirty="0" err="1"/>
              <a:t>місце</a:t>
            </a:r>
            <a:r>
              <a:rPr lang="ru-RU" dirty="0"/>
              <a:t> в </a:t>
            </a:r>
            <a:r>
              <a:rPr lang="ru-RU" dirty="0" err="1"/>
              <a:t>українській</a:t>
            </a:r>
            <a:r>
              <a:rPr lang="ru-RU" dirty="0"/>
              <a:t> </a:t>
            </a:r>
            <a:r>
              <a:rPr lang="ru-RU" dirty="0" err="1"/>
              <a:t>культурі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: </a:t>
            </a:r>
            <a:endParaRPr lang="uk-UA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F9E47D0-2765-4162-C358-82E16FCF7A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«Будучи останнім представником поезії українського бароко, він став </a:t>
            </a:r>
            <a:r>
              <a:rPr lang="uk-UA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предтечею</a:t>
            </a:r>
            <a:r>
              <a:rPr lang="uk-UA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нової української літератури, просякнувши її ідеями гуманізму та Просвітництва...».</a:t>
            </a:r>
            <a:endParaRPr lang="uk-UA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7A4891B-1674-CB39-F538-30DDCEB890C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3575" y="2088319"/>
            <a:ext cx="1447800" cy="210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30D8E784-E2ED-EAFC-2C6C-A6C4AAB9A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2929" y="2088319"/>
            <a:ext cx="1447800" cy="20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74E554DA-60F7-00E6-299B-40D100052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150" y="4344853"/>
            <a:ext cx="1390650" cy="20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>
            <a:extLst>
              <a:ext uri="{FF2B5EF4-FFF2-40B4-BE49-F238E27FC236}">
                <a16:creationId xmlns:a16="http://schemas.microsoft.com/office/drawing/2014/main" id="{2FBCECBE-95E0-EBAA-5873-C9B9050C0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6128" y="4344853"/>
            <a:ext cx="1438275" cy="20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68603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7E5BF5-3A3A-DC59-AF91-D024D2DE9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Іван</a:t>
            </a:r>
            <a:r>
              <a:rPr lang="ru-RU" dirty="0"/>
              <a:t> Григорович-</a:t>
            </a:r>
            <a:r>
              <a:rPr lang="ru-RU" dirty="0" err="1"/>
              <a:t>Барськии</a:t>
            </a:r>
            <a:r>
              <a:rPr lang="ru-RU" dirty="0"/>
              <a:t>̆ —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видатнии</a:t>
            </a:r>
            <a:r>
              <a:rPr lang="ru-RU" dirty="0"/>
              <a:t>̆ </a:t>
            </a:r>
            <a:r>
              <a:rPr lang="ru-RU" dirty="0" err="1"/>
              <a:t>архітектор</a:t>
            </a:r>
            <a:r>
              <a:rPr lang="ru-RU" dirty="0"/>
              <a:t> XVIII ст., </a:t>
            </a:r>
            <a:r>
              <a:rPr lang="ru-RU" dirty="0" err="1"/>
              <a:t>представник</a:t>
            </a:r>
            <a:r>
              <a:rPr lang="ru-RU" dirty="0"/>
              <a:t> </a:t>
            </a:r>
            <a:r>
              <a:rPr lang="ru-RU" dirty="0" err="1"/>
              <a:t>українського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AAE782B-5793-6935-BD09-FD47615B20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FBB390B-8483-8A88-AC18-3DCDBB5479F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85832628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80372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5A6703-C258-6ADA-54E9-BE8DDAA55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 фото </a:t>
            </a:r>
            <a:r>
              <a:rPr lang="ru-RU" dirty="0" err="1"/>
              <a:t>зображено</a:t>
            </a:r>
            <a:r>
              <a:rPr lang="ru-RU" dirty="0"/>
              <a:t> </a:t>
            </a:r>
            <a:r>
              <a:rPr lang="ru-RU" dirty="0" err="1"/>
              <a:t>стилізовану</a:t>
            </a:r>
            <a:r>
              <a:rPr lang="ru-RU" dirty="0"/>
              <a:t> </a:t>
            </a:r>
            <a:r>
              <a:rPr lang="ru-RU" dirty="0" err="1"/>
              <a:t>композицію</a:t>
            </a:r>
            <a:r>
              <a:rPr lang="ru-RU" dirty="0"/>
              <a:t> реверсу (</a:t>
            </a:r>
            <a:r>
              <a:rPr lang="ru-RU" dirty="0" err="1"/>
              <a:t>зворотної</a:t>
            </a:r>
            <a:r>
              <a:rPr lang="ru-RU" dirty="0"/>
              <a:t> </a:t>
            </a:r>
            <a:r>
              <a:rPr lang="ru-RU" dirty="0" err="1"/>
              <a:t>сторони</a:t>
            </a:r>
            <a:r>
              <a:rPr lang="ru-RU" dirty="0"/>
              <a:t>) </a:t>
            </a:r>
            <a:r>
              <a:rPr lang="ru-RU" dirty="0" err="1"/>
              <a:t>монети</a:t>
            </a:r>
            <a:r>
              <a:rPr lang="ru-RU" dirty="0"/>
              <a:t>, </a:t>
            </a:r>
            <a:r>
              <a:rPr lang="ru-RU" dirty="0" err="1"/>
              <a:t>присвяченої</a:t>
            </a:r>
            <a:r>
              <a:rPr lang="ru-RU" dirty="0"/>
              <a:t> </a:t>
            </a:r>
            <a:r>
              <a:rPr lang="ru-RU" dirty="0" err="1"/>
              <a:t>видатному</a:t>
            </a:r>
            <a:r>
              <a:rPr lang="ru-RU" dirty="0"/>
              <a:t> </a:t>
            </a:r>
            <a:r>
              <a:rPr lang="ru-RU" dirty="0" err="1"/>
              <a:t>українському</a:t>
            </a:r>
            <a:r>
              <a:rPr lang="ru-RU" dirty="0"/>
              <a:t> </a:t>
            </a:r>
            <a:r>
              <a:rPr lang="ru-RU" dirty="0" err="1"/>
              <a:t>письменнику</a:t>
            </a:r>
            <a:r>
              <a:rPr lang="ru-RU" dirty="0"/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AA4691C-962D-416D-519C-B6A3403AD8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2483681"/>
          </a:xfrm>
        </p:spPr>
        <p:txBody>
          <a:bodyPr>
            <a:normAutofit fontScale="70000" lnSpcReduction="20000"/>
          </a:bodyPr>
          <a:lstStyle/>
          <a:p>
            <a:r>
              <a:rPr lang="uk-UA" dirty="0"/>
              <a:t>В центрі композиції художник розмістив портрет митця, праворуч і ліворуч від якого – рядки з вірша Т. Шевченка </a:t>
            </a:r>
            <a:r>
              <a:rPr lang="uk-UA" i="1" dirty="0"/>
              <a:t>«...Поки сонце з неба сяє, Тебе не </a:t>
            </a:r>
            <a:r>
              <a:rPr lang="uk-UA" i="1" dirty="0" err="1"/>
              <a:t>забудуть</a:t>
            </a:r>
            <a:r>
              <a:rPr lang="uk-UA" i="1" dirty="0"/>
              <a:t>!..»</a:t>
            </a:r>
            <a:r>
              <a:rPr lang="uk-UA" dirty="0"/>
              <a:t>, півколом написи: угорі – ім’я митця, унизу – роки його життя.</a:t>
            </a:r>
          </a:p>
          <a:p>
            <a:endParaRPr lang="uk-UA" dirty="0"/>
          </a:p>
          <a:p>
            <a:r>
              <a:rPr lang="uk-UA" dirty="0"/>
              <a:t>З’ясуйте, сюжети та/або образи героїв яких творів доречно використати художнику під час створення стилізованої композиції аверсу (лицьової сторони) цієї монети.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44B86BE-91F4-B8B2-2D53-05C214150AA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18839453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6" name="Picture 4">
            <a:extLst>
              <a:ext uri="{FF2B5EF4-FFF2-40B4-BE49-F238E27FC236}">
                <a16:creationId xmlns:a16="http://schemas.microsoft.com/office/drawing/2014/main" id="{5D7DEE45-F571-F11F-0041-820F9AB0F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795" y="4688376"/>
            <a:ext cx="2019300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4506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AB63F3-DFE2-014E-6228-ED57E9A60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Установіть відповідність між прізвищами діячів та фактами їхньої біографії.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04CB4CB-04FE-0A21-AC81-CB785C39635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84314653"/>
              </p:ext>
            </p:extLst>
          </p:nvPr>
        </p:nvGraphicFramePr>
        <p:xfrm>
          <a:off x="913795" y="2088319"/>
          <a:ext cx="510600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60E61F80-F8BC-0520-5CA8-8D749513D9B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84682114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2419056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8C10D0-A828-4FBF-8400-127676B18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Установіть відповідність між прізвищами діячів і фактами їхньої біографії.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3B0F3C1-E1D2-6C65-4781-A810AEAC40C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45873110"/>
              </p:ext>
            </p:extLst>
          </p:nvPr>
        </p:nvGraphicFramePr>
        <p:xfrm>
          <a:off x="913795" y="2088319"/>
          <a:ext cx="510600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9900262C-BD1E-8345-04F7-F582E9D3F2E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6560707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40843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E38808-0FFF-657A-C994-5B208DBEA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Установіть відповідність між прізвищем діяча та фактом його біографії.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48C85B5-78B6-0403-7176-7FB7483FEE2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98715704"/>
              </p:ext>
            </p:extLst>
          </p:nvPr>
        </p:nvGraphicFramePr>
        <p:xfrm>
          <a:off x="913795" y="2088319"/>
          <a:ext cx="510600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11AEEB12-8B69-BC0E-45BC-38C27E0B225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81751328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8142790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03AF2B-3BE7-A6B7-8CC7-9C1FF41F8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Установіть відповідність між прізвищем науковця та фактами його біографії.</a:t>
            </a:r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5974219E-78BE-C913-B381-3ABEE5C4D59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03955797"/>
              </p:ext>
            </p:extLst>
          </p:nvPr>
        </p:nvGraphicFramePr>
        <p:xfrm>
          <a:off x="913795" y="2088319"/>
          <a:ext cx="510600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A328DDD-91AD-169A-2F06-572FF9A8A4E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95285655"/>
              </p:ext>
            </p:extLst>
          </p:nvPr>
        </p:nvGraphicFramePr>
        <p:xfrm>
          <a:off x="6172203" y="1758580"/>
          <a:ext cx="5094154" cy="4362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2665913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55735D-AE2B-B318-C38B-DEDEE700B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C16DCAA3-D336-3FB0-FE21-FBCC892329E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8124503"/>
              </p:ext>
            </p:extLst>
          </p:nvPr>
        </p:nvGraphicFramePr>
        <p:xfrm>
          <a:off x="913795" y="2088319"/>
          <a:ext cx="510600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8B25AEF-7A98-3048-1842-9EEFCE1F8A3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92109666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8344723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2CF4B6-543B-E0EE-1392-FB637D94F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про роль і </a:t>
            </a:r>
            <a:r>
              <a:rPr lang="ru-RU" dirty="0" err="1"/>
              <a:t>місце</a:t>
            </a:r>
            <a:r>
              <a:rPr lang="ru-RU" dirty="0"/>
              <a:t> в </a:t>
            </a:r>
            <a:r>
              <a:rPr lang="ru-RU" dirty="0" err="1"/>
              <a:t>українській</a:t>
            </a:r>
            <a:r>
              <a:rPr lang="ru-RU" dirty="0"/>
              <a:t> </a:t>
            </a:r>
            <a:r>
              <a:rPr lang="ru-RU" dirty="0" err="1"/>
              <a:t>культурі</a:t>
            </a:r>
            <a:r>
              <a:rPr lang="ru-RU" dirty="0"/>
              <a:t> </a:t>
            </a:r>
            <a:r>
              <a:rPr lang="ru-RU" dirty="0" err="1"/>
              <a:t>зображеного</a:t>
            </a:r>
            <a:r>
              <a:rPr lang="ru-RU" dirty="0"/>
              <a:t> </a:t>
            </a:r>
            <a:r>
              <a:rPr lang="ru-RU" dirty="0" err="1"/>
              <a:t>діяча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8748359-F4BC-E7CA-D664-2ED6E9D2349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38709521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90597DEB-08B5-6DDE-3844-53F3357751A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0" y="2275681"/>
            <a:ext cx="2489200" cy="332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90732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55DFC-5F7D-5BDC-3305-C00330C5C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Якою</a:t>
            </a:r>
            <a:r>
              <a:rPr lang="ru-RU" dirty="0"/>
              <a:t> </a:t>
            </a:r>
            <a:r>
              <a:rPr lang="ru-RU" dirty="0" err="1"/>
              <a:t>подією</a:t>
            </a:r>
            <a:r>
              <a:rPr lang="ru-RU" dirty="0"/>
              <a:t> в </a:t>
            </a:r>
            <a:r>
              <a:rPr lang="ru-RU" dirty="0" err="1"/>
              <a:t>житті</a:t>
            </a:r>
            <a:r>
              <a:rPr lang="ru-RU" dirty="0"/>
              <a:t> Т. Шевченка </a:t>
            </a:r>
            <a:r>
              <a:rPr lang="ru-RU" dirty="0" err="1"/>
              <a:t>відзначено</a:t>
            </a:r>
            <a:r>
              <a:rPr lang="ru-RU" dirty="0"/>
              <a:t> 1840 </a:t>
            </a:r>
            <a:r>
              <a:rPr lang="ru-RU" dirty="0" err="1"/>
              <a:t>рік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3A4B017-17F9-F76A-E210-A75726A922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CD9D528-EF60-F9FF-EA49-5923B57C2F8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1187339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60705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C86F96-8B7C-3195-1D9E-DD57E3362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Прочитайте </a:t>
            </a:r>
            <a:r>
              <a:rPr lang="ru-RU" dirty="0" err="1"/>
              <a:t>уривок</a:t>
            </a:r>
            <a:r>
              <a:rPr lang="ru-RU" dirty="0"/>
              <a:t> листа </a:t>
            </a:r>
            <a:r>
              <a:rPr lang="ru-RU" dirty="0" err="1"/>
              <a:t>українського</a:t>
            </a:r>
            <a:r>
              <a:rPr lang="ru-RU" dirty="0"/>
              <a:t> </a:t>
            </a:r>
            <a:r>
              <a:rPr lang="ru-RU" dirty="0" err="1"/>
              <a:t>діяча</a:t>
            </a:r>
            <a:r>
              <a:rPr lang="ru-RU" dirty="0"/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50AE0E9-9DA3-B9EE-FBF2-C29E3F5FE8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</a:t>
            </a:r>
            <a:r>
              <a:rPr lang="ru-RU" i="1" dirty="0" err="1"/>
              <a:t>Спасибі</a:t>
            </a:r>
            <a:r>
              <a:rPr lang="ru-RU" i="1" dirty="0"/>
              <a:t> вам і за </a:t>
            </a:r>
            <a:r>
              <a:rPr lang="ru-RU" i="1" dirty="0" err="1"/>
              <a:t>ласкаве</a:t>
            </a:r>
            <a:r>
              <a:rPr lang="ru-RU" i="1" dirty="0"/>
              <a:t> слово про </a:t>
            </a:r>
            <a:r>
              <a:rPr lang="ru-RU" i="1" dirty="0" err="1"/>
              <a:t>дітей</a:t>
            </a:r>
            <a:r>
              <a:rPr lang="ru-RU" i="1" dirty="0"/>
              <a:t> </a:t>
            </a:r>
            <a:r>
              <a:rPr lang="ru-RU" i="1" dirty="0" err="1"/>
              <a:t>моїх</a:t>
            </a:r>
            <a:r>
              <a:rPr lang="ru-RU" i="1" dirty="0"/>
              <a:t> “</a:t>
            </a:r>
            <a:r>
              <a:rPr lang="ru-RU" i="1" dirty="0" err="1"/>
              <a:t>Гайдамаків</a:t>
            </a:r>
            <a:r>
              <a:rPr lang="ru-RU" i="1" dirty="0"/>
              <a:t>”. Пустив я </a:t>
            </a:r>
            <a:r>
              <a:rPr lang="ru-RU" i="1" dirty="0" err="1"/>
              <a:t>їх</a:t>
            </a:r>
            <a:r>
              <a:rPr lang="ru-RU" i="1" dirty="0"/>
              <a:t> у люди, а до </a:t>
            </a:r>
            <a:r>
              <a:rPr lang="ru-RU" i="1" dirty="0" err="1"/>
              <a:t>цієї</a:t>
            </a:r>
            <a:r>
              <a:rPr lang="ru-RU" i="1" dirty="0"/>
              <a:t> пори </a:t>
            </a:r>
            <a:r>
              <a:rPr lang="ru-RU" i="1" dirty="0" err="1"/>
              <a:t>ще</a:t>
            </a:r>
            <a:r>
              <a:rPr lang="ru-RU" i="1" dirty="0"/>
              <a:t> </a:t>
            </a:r>
            <a:r>
              <a:rPr lang="ru-RU" i="1" dirty="0" err="1"/>
              <a:t>ніхто</a:t>
            </a:r>
            <a:r>
              <a:rPr lang="ru-RU" i="1" dirty="0"/>
              <a:t> й </a:t>
            </a:r>
            <a:r>
              <a:rPr lang="ru-RU" i="1" dirty="0" err="1"/>
              <a:t>спасибі</a:t>
            </a:r>
            <a:r>
              <a:rPr lang="ru-RU" i="1" dirty="0"/>
              <a:t> не сказав…»</a:t>
            </a:r>
          </a:p>
          <a:p>
            <a:endParaRPr lang="ru-RU" dirty="0"/>
          </a:p>
          <a:p>
            <a:r>
              <a:rPr lang="ru-RU" dirty="0"/>
              <a:t>Автором </a:t>
            </a:r>
            <a:r>
              <a:rPr lang="ru-RU" dirty="0" err="1"/>
              <a:t>цитованого</a:t>
            </a:r>
            <a:r>
              <a:rPr lang="ru-RU" dirty="0"/>
              <a:t> листа є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EDE6987-E53A-998F-09E6-C428539F1DB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17655893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17349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157472-7954-C011-D232-8B283D052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митця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ADC8CC5-BD76-3C3C-D872-07381DF293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uk-UA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 «Він був сином мужика, і став володарем в царстві духа. Він був кріпаком, і став велетнем у царстві людської культури. Він був самоуком, і вказав нові, світлі і вільні шляхи професорам і книжним ученим. ...Найцінніший скарб доля дала йому лише по смерті — невмирущу славу і </a:t>
            </a:r>
            <a:r>
              <a:rPr lang="uk-UA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всерозквітаючу</a:t>
            </a:r>
            <a:r>
              <a:rPr lang="uk-UA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радість, яку в мільйонів людських сердець все наново збуджуватимуть Його твори»?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13BC342-5024-7FB9-2051-E6580FCEC50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87772788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80778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853C58-52DA-8042-52C4-446928EC7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Слова Т. Шевченка адресовано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8625205-B3AB-1E57-6385-CE6D6FC6B0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 «</a:t>
            </a:r>
            <a:r>
              <a:rPr lang="ru-RU" i="1" dirty="0" err="1"/>
              <a:t>Спасибі</a:t>
            </a:r>
            <a:r>
              <a:rPr lang="ru-RU" i="1" dirty="0"/>
              <a:t> </a:t>
            </a:r>
            <a:r>
              <a:rPr lang="ru-RU" i="1" dirty="0" err="1"/>
              <a:t>тобі</a:t>
            </a:r>
            <a:r>
              <a:rPr lang="ru-RU" i="1" dirty="0"/>
              <a:t>, Богу </a:t>
            </a:r>
            <a:r>
              <a:rPr lang="ru-RU" i="1" dirty="0" err="1"/>
              <a:t>милий</a:t>
            </a:r>
            <a:r>
              <a:rPr lang="ru-RU" i="1" dirty="0"/>
              <a:t> друже </a:t>
            </a:r>
            <a:r>
              <a:rPr lang="ru-RU" i="1" dirty="0" err="1"/>
              <a:t>мій</a:t>
            </a:r>
            <a:r>
              <a:rPr lang="ru-RU" i="1" dirty="0"/>
              <a:t> великий… за “</a:t>
            </a:r>
            <a:r>
              <a:rPr lang="ru-RU" i="1" dirty="0" err="1"/>
              <a:t>Чорну</a:t>
            </a:r>
            <a:r>
              <a:rPr lang="ru-RU" i="1" dirty="0"/>
              <a:t> раду”. Я </a:t>
            </a:r>
            <a:r>
              <a:rPr lang="ru-RU" i="1" dirty="0" err="1"/>
              <a:t>вже</a:t>
            </a:r>
            <a:r>
              <a:rPr lang="ru-RU" i="1" dirty="0"/>
              <a:t> </a:t>
            </a:r>
            <a:r>
              <a:rPr lang="ru-RU" i="1" dirty="0" err="1"/>
              <a:t>її</a:t>
            </a:r>
            <a:r>
              <a:rPr lang="ru-RU" i="1" dirty="0"/>
              <a:t> </a:t>
            </a:r>
            <a:r>
              <a:rPr lang="ru-RU" i="1" dirty="0" err="1"/>
              <a:t>двічі</a:t>
            </a:r>
            <a:r>
              <a:rPr lang="ru-RU" i="1" dirty="0"/>
              <a:t> прочитав і </a:t>
            </a:r>
            <a:r>
              <a:rPr lang="ru-RU" i="1" dirty="0" err="1"/>
              <a:t>третій</a:t>
            </a:r>
            <a:r>
              <a:rPr lang="ru-RU" i="1" dirty="0"/>
              <a:t> раз, і все-таки не скажу </a:t>
            </a:r>
            <a:r>
              <a:rPr lang="ru-RU" i="1" dirty="0" err="1"/>
              <a:t>більше</a:t>
            </a:r>
            <a:r>
              <a:rPr lang="ru-RU" i="1" dirty="0"/>
              <a:t> </a:t>
            </a:r>
            <a:r>
              <a:rPr lang="ru-RU" i="1" dirty="0" err="1"/>
              <a:t>нічого</a:t>
            </a:r>
            <a:r>
              <a:rPr lang="ru-RU" i="1" dirty="0"/>
              <a:t>, як </a:t>
            </a:r>
            <a:r>
              <a:rPr lang="ru-RU" i="1" dirty="0" err="1"/>
              <a:t>спасибі</a:t>
            </a:r>
            <a:r>
              <a:rPr lang="ru-RU" i="1" dirty="0"/>
              <a:t>. Добре, </a:t>
            </a:r>
            <a:r>
              <a:rPr lang="ru-RU" i="1" dirty="0" err="1"/>
              <a:t>дуже</a:t>
            </a:r>
            <a:r>
              <a:rPr lang="ru-RU" i="1" dirty="0"/>
              <a:t> добре </a:t>
            </a:r>
            <a:r>
              <a:rPr lang="ru-RU" i="1" dirty="0" err="1"/>
              <a:t>ти</a:t>
            </a:r>
            <a:r>
              <a:rPr lang="ru-RU" i="1" dirty="0"/>
              <a:t> </a:t>
            </a:r>
            <a:r>
              <a:rPr lang="ru-RU" i="1" dirty="0" err="1"/>
              <a:t>зробив</a:t>
            </a:r>
            <a:r>
              <a:rPr lang="ru-RU" i="1" dirty="0"/>
              <a:t>, </a:t>
            </a:r>
            <a:r>
              <a:rPr lang="ru-RU" i="1" dirty="0" err="1"/>
              <a:t>що</a:t>
            </a:r>
            <a:r>
              <a:rPr lang="ru-RU" i="1" dirty="0"/>
              <a:t> </a:t>
            </a:r>
            <a:r>
              <a:rPr lang="ru-RU" i="1" dirty="0" err="1"/>
              <a:t>подарував</a:t>
            </a:r>
            <a:r>
              <a:rPr lang="ru-RU" i="1" dirty="0"/>
              <a:t> “</a:t>
            </a:r>
            <a:r>
              <a:rPr lang="ru-RU" i="1" dirty="0" err="1"/>
              <a:t>Чорну</a:t>
            </a:r>
            <a:r>
              <a:rPr lang="ru-RU" i="1" dirty="0"/>
              <a:t> раду” </a:t>
            </a:r>
            <a:r>
              <a:rPr lang="ru-RU" i="1" dirty="0" err="1"/>
              <a:t>по-нашому</a:t>
            </a:r>
            <a:r>
              <a:rPr lang="ru-RU" i="1" dirty="0"/>
              <a:t>»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AC27B8A-BCA9-47AF-ACBB-8AE4F6550FC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58290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9DB312-E5F0-DB84-7741-A63BD9222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Література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24CC3A78-6C8E-1915-1500-BE70A8C6F6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80867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FD7A877-002A-E263-0F29-C4669DF15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твір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5" name="Місце для вмісту 4">
            <a:extLst>
              <a:ext uri="{FF2B5EF4-FFF2-40B4-BE49-F238E27FC236}">
                <a16:creationId xmlns:a16="http://schemas.microsoft.com/office/drawing/2014/main" id="{3D440268-9BD2-89CC-5740-5E05A67740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uk-UA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«Бувають в історії народів дати, які немовби розривають надвоє їхнє життя й кладуть межу високу посеред рівного шляху історичних подій... Ми маємо таку історичну дату — це... рік 1798-й. Того року прилетіла перша ластівка українського національного відродження — невеличка книжка, од якої початок нового українського письменства рахуємо...»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628F7D55-DF5F-F55C-7C2E-954C4817722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87832086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15493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0EE246-C874-3E0D-E6E0-959F0DBA9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Вихід</a:t>
            </a:r>
            <a:r>
              <a:rPr lang="ru-RU" dirty="0"/>
              <a:t> </a:t>
            </a:r>
            <a:r>
              <a:rPr lang="ru-RU" dirty="0" err="1"/>
              <a:t>друком</a:t>
            </a:r>
            <a:r>
              <a:rPr lang="ru-RU" dirty="0"/>
              <a:t> «</a:t>
            </a:r>
            <a:r>
              <a:rPr lang="ru-RU" dirty="0" err="1"/>
              <a:t>Енеїди</a:t>
            </a:r>
            <a:r>
              <a:rPr lang="ru-RU" dirty="0"/>
              <a:t>», «Кобзаря», «</a:t>
            </a:r>
            <a:r>
              <a:rPr lang="ru-RU" dirty="0" err="1"/>
              <a:t>Історії</a:t>
            </a:r>
            <a:r>
              <a:rPr lang="ru-RU" dirty="0"/>
              <a:t> </a:t>
            </a:r>
            <a:r>
              <a:rPr lang="ru-RU" dirty="0" err="1"/>
              <a:t>русів</a:t>
            </a:r>
            <a:r>
              <a:rPr lang="ru-RU" dirty="0"/>
              <a:t>» </a:t>
            </a:r>
            <a:r>
              <a:rPr lang="ru-RU" dirty="0" err="1"/>
              <a:t>свідчить</a:t>
            </a:r>
            <a:r>
              <a:rPr lang="ru-RU" dirty="0"/>
              <a:t> про початок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89B9E92-D073-307E-B9C6-4D7E0C65491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27244864"/>
              </p:ext>
            </p:extLst>
          </p:nvPr>
        </p:nvGraphicFramePr>
        <p:xfrm>
          <a:off x="913795" y="2088319"/>
          <a:ext cx="510600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8F311EF-5915-6656-202E-ED48840944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541586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29780E-451A-2180-4244-DA3EC6EC7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твір</a:t>
            </a:r>
            <a:r>
              <a:rPr lang="ru-RU" dirty="0"/>
              <a:t> </a:t>
            </a:r>
            <a:r>
              <a:rPr lang="ru-RU" dirty="0" err="1"/>
              <a:t>ідеться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B9BB745-E170-53B4-4238-C661997EBB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«…Це одна з найвидатніших пам’яток української історіографії… Відмінність праці полягає в її виразній ідеологічній спрямованості – ідеї автономізму, окремішності, у намаганні провести чітку грань між Україною та іншими державами, зокрема – Росією.., підкреслюється, що, приєднуючись до Польщі чи Москви, населення України вважало себе повністю рівним і діяло на умовах цілковитої рівноправності…»?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462AB4B-DFCA-97CA-F659-88E1DA7CEA5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72606459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8364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33F40B-582F-660A-862D-8DFF5EBDB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 «</a:t>
            </a:r>
            <a:r>
              <a:rPr lang="ru-RU" dirty="0" err="1"/>
              <a:t>Історії</a:t>
            </a:r>
            <a:r>
              <a:rPr lang="ru-RU" dirty="0"/>
              <a:t> </a:t>
            </a:r>
            <a:r>
              <a:rPr lang="ru-RU" dirty="0" err="1"/>
              <a:t>русів</a:t>
            </a:r>
            <a:r>
              <a:rPr lang="ru-RU" dirty="0"/>
              <a:t>»,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поширювалася</a:t>
            </a:r>
            <a:r>
              <a:rPr lang="ru-RU" dirty="0"/>
              <a:t> в </a:t>
            </a:r>
            <a:r>
              <a:rPr lang="ru-RU" dirty="0" err="1"/>
              <a:t>рукописах</a:t>
            </a:r>
            <a:r>
              <a:rPr lang="ru-RU" dirty="0"/>
              <a:t> у </a:t>
            </a:r>
            <a:r>
              <a:rPr lang="ru-RU" dirty="0" err="1"/>
              <a:t>першій</a:t>
            </a:r>
            <a:r>
              <a:rPr lang="ru-RU" dirty="0"/>
              <a:t> </a:t>
            </a:r>
            <a:r>
              <a:rPr lang="ru-RU" dirty="0" err="1"/>
              <a:t>половині</a:t>
            </a:r>
            <a:r>
              <a:rPr lang="ru-RU" dirty="0"/>
              <a:t> ХІХ ст., </a:t>
            </a:r>
            <a:r>
              <a:rPr lang="ru-RU" dirty="0" err="1"/>
              <a:t>відображено</a:t>
            </a:r>
            <a:r>
              <a:rPr lang="ru-RU" dirty="0"/>
              <a:t> погляди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1A956AB-D6DB-C391-F877-5B5EA711B7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7F0EBB7-151D-0413-3256-2E1ED841EE4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34727693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4267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3B218A-3DB0-FD8D-7857-8C5C9533B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«</a:t>
            </a:r>
            <a:r>
              <a:rPr lang="ru-RU" dirty="0" err="1"/>
              <a:t>Історія</a:t>
            </a:r>
            <a:r>
              <a:rPr lang="ru-RU" dirty="0"/>
              <a:t> </a:t>
            </a:r>
            <a:r>
              <a:rPr lang="ru-RU" dirty="0" err="1"/>
              <a:t>Русів</a:t>
            </a:r>
            <a:r>
              <a:rPr lang="ru-RU" dirty="0"/>
              <a:t>»,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поширювалася</a:t>
            </a:r>
            <a:r>
              <a:rPr lang="ru-RU" dirty="0"/>
              <a:t> в </a:t>
            </a:r>
            <a:r>
              <a:rPr lang="ru-RU" dirty="0" err="1"/>
              <a:t>рукописах</a:t>
            </a:r>
            <a:r>
              <a:rPr lang="ru-RU" dirty="0"/>
              <a:t> у </a:t>
            </a:r>
            <a:r>
              <a:rPr lang="ru-RU" dirty="0" err="1"/>
              <a:t>першіи</a:t>
            </a:r>
            <a:r>
              <a:rPr lang="ru-RU" dirty="0"/>
              <a:t>̆ </a:t>
            </a:r>
            <a:r>
              <a:rPr lang="ru-RU" dirty="0" err="1"/>
              <a:t>половині</a:t>
            </a:r>
            <a:r>
              <a:rPr lang="ru-RU" dirty="0"/>
              <a:t> ХІХ ст., </a:t>
            </a:r>
            <a:r>
              <a:rPr lang="ru-RU" dirty="0" err="1"/>
              <a:t>відображає</a:t>
            </a:r>
            <a:r>
              <a:rPr lang="ru-RU" dirty="0"/>
              <a:t> погляди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F299F9E-28E9-1652-42E4-4B4BB770CA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447BB4B-4482-0015-A402-B7BDA80175E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23887229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15683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E44183-B143-AE5F-E941-4DEDFA44A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</a:t>
            </a:r>
            <a:r>
              <a:rPr lang="ru-RU" dirty="0" err="1"/>
              <a:t>суспільного</a:t>
            </a:r>
            <a:r>
              <a:rPr lang="ru-RU" dirty="0"/>
              <a:t> </a:t>
            </a:r>
            <a:r>
              <a:rPr lang="ru-RU" dirty="0" err="1"/>
              <a:t>життя</a:t>
            </a:r>
            <a:r>
              <a:rPr lang="ru-RU" dirty="0"/>
              <a:t> XIX </a:t>
            </a:r>
            <a:r>
              <a:rPr lang="ru-RU" dirty="0" err="1"/>
              <a:t>cт</a:t>
            </a:r>
            <a:r>
              <a:rPr lang="ru-RU" dirty="0"/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27BB6D2-8CD2-358C-A7F9-7EE34020C8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E9217A9-53B7-C46C-A50B-92BE9261F31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98539749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18993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8EFEEE-00F3-6171-1A53-B43C165DD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Доберіть</a:t>
            </a:r>
            <a:r>
              <a:rPr lang="ru-RU" dirty="0"/>
              <a:t> до кожного з </a:t>
            </a:r>
            <a:r>
              <a:rPr lang="ru-RU" dirty="0" err="1"/>
              <a:t>видань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характеристику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4B3D450-0898-33C4-F330-2514F46E4AE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32727339"/>
              </p:ext>
            </p:extLst>
          </p:nvPr>
        </p:nvGraphicFramePr>
        <p:xfrm>
          <a:off x="913795" y="2088319"/>
          <a:ext cx="510600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BF4EC4AD-3CBE-AD48-16F8-45E6C49D5F8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1082604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7888752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D9D72B6-F49B-C8A2-C8FB-FB6E7105B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Мистецтво</a:t>
            </a:r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C550931B-6076-65D8-6420-047EAD2867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Образотворче, архітектура </a:t>
            </a:r>
          </a:p>
        </p:txBody>
      </p:sp>
    </p:spTree>
    <p:extLst>
      <p:ext uri="{BB962C8B-B14F-4D97-AF65-F5344CB8AC3E}">
        <p14:creationId xmlns:p14="http://schemas.microsoft.com/office/powerpoint/2010/main" val="37426731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E18E98F-040A-1E89-FE4E-2F42D50CE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Пам’ятка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, </a:t>
            </a:r>
            <a:r>
              <a:rPr lang="ru-RU" dirty="0" err="1"/>
              <a:t>зображена</a:t>
            </a:r>
            <a:r>
              <a:rPr lang="ru-RU" dirty="0"/>
              <a:t> на фото, є </a:t>
            </a:r>
            <a:r>
              <a:rPr lang="ru-RU" dirty="0" err="1"/>
              <a:t>окрасою</a:t>
            </a:r>
            <a:r>
              <a:rPr lang="ru-RU" dirty="0"/>
              <a:t> </a:t>
            </a:r>
            <a:r>
              <a:rPr lang="ru-RU" dirty="0" err="1"/>
              <a:t>міста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364103B9-E4E6-A92F-5A7D-F88A9C0A7CF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49306160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194" name="Picture 2">
            <a:extLst>
              <a:ext uri="{FF2B5EF4-FFF2-40B4-BE49-F238E27FC236}">
                <a16:creationId xmlns:a16="http://schemas.microsoft.com/office/drawing/2014/main" id="{95B03A78-21AA-1A59-61EB-EB489D6E65D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5" y="2586831"/>
            <a:ext cx="379095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04955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6DE7E6-9946-AF3A-4089-2E447B987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Пам’ятка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, </a:t>
            </a:r>
            <a:r>
              <a:rPr lang="ru-RU" dirty="0" err="1"/>
              <a:t>зображена</a:t>
            </a:r>
            <a:r>
              <a:rPr lang="ru-RU" dirty="0"/>
              <a:t> на </a:t>
            </a:r>
            <a:r>
              <a:rPr lang="ru-RU" dirty="0" err="1"/>
              <a:t>листівці</a:t>
            </a:r>
            <a:r>
              <a:rPr lang="ru-RU" dirty="0"/>
              <a:t> початку XX ст., є </a:t>
            </a:r>
            <a:r>
              <a:rPr lang="ru-RU" dirty="0" err="1"/>
              <a:t>окрасою</a:t>
            </a:r>
            <a:r>
              <a:rPr lang="ru-RU" dirty="0"/>
              <a:t> </a:t>
            </a:r>
            <a:r>
              <a:rPr lang="ru-RU" dirty="0" err="1"/>
              <a:t>міста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977F8A5-3CE9-BA83-BB05-7FF9D8C709E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31485660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C61932B9-5808-F7F7-5801-E9671838A7F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725" y="2829719"/>
            <a:ext cx="4476750" cy="22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57686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7EC7EF-5520-CB2A-3B0F-197439533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Хто</a:t>
            </a:r>
            <a:r>
              <a:rPr lang="ru-RU" dirty="0"/>
              <a:t> є автором </a:t>
            </a:r>
            <a:r>
              <a:rPr lang="ru-RU" dirty="0" err="1"/>
              <a:t>картини</a:t>
            </a:r>
            <a:r>
              <a:rPr lang="ru-RU" dirty="0"/>
              <a:t>, </a:t>
            </a:r>
            <a:r>
              <a:rPr lang="ru-RU" dirty="0" err="1"/>
              <a:t>зображеної</a:t>
            </a:r>
            <a:r>
              <a:rPr lang="ru-RU" dirty="0"/>
              <a:t> на </a:t>
            </a:r>
            <a:r>
              <a:rPr lang="ru-RU" dirty="0" err="1"/>
              <a:t>репродукції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3100E3F-5CA0-63CB-FF8A-5CB56F6A561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1065956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>
            <a:extLst>
              <a:ext uri="{FF2B5EF4-FFF2-40B4-BE49-F238E27FC236}">
                <a16:creationId xmlns:a16="http://schemas.microsoft.com/office/drawing/2014/main" id="{178BACAB-FF7D-66D7-DFF7-251F76C3AE3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0" y="2205831"/>
            <a:ext cx="2374900" cy="346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10149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6CC62F-AD44-7D64-9BE0-D2D689BC2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картину, де Т. Шевченко </a:t>
            </a:r>
            <a:r>
              <a:rPr lang="ru-RU" dirty="0" err="1"/>
              <a:t>втілив</a:t>
            </a:r>
            <a:r>
              <a:rPr lang="ru-RU" dirty="0"/>
              <a:t> </a:t>
            </a:r>
            <a:r>
              <a:rPr lang="ru-RU" dirty="0" err="1"/>
              <a:t>центральний</a:t>
            </a:r>
            <a:r>
              <a:rPr lang="ru-RU" dirty="0"/>
              <a:t> образ одного </a:t>
            </a:r>
            <a:r>
              <a:rPr lang="ru-RU" dirty="0" err="1"/>
              <a:t>зі</a:t>
            </a:r>
            <a:r>
              <a:rPr lang="ru-RU" dirty="0"/>
              <a:t> </a:t>
            </a:r>
            <a:r>
              <a:rPr lang="ru-RU" dirty="0" err="1"/>
              <a:t>своїх</a:t>
            </a:r>
            <a:r>
              <a:rPr lang="ru-RU" dirty="0"/>
              <a:t> </a:t>
            </a:r>
            <a:r>
              <a:rPr lang="ru-RU" dirty="0" err="1"/>
              <a:t>поетичних</a:t>
            </a:r>
            <a:r>
              <a:rPr lang="ru-RU" dirty="0"/>
              <a:t> </a:t>
            </a:r>
            <a:r>
              <a:rPr lang="ru-RU" dirty="0" err="1"/>
              <a:t>творів</a:t>
            </a:r>
            <a:r>
              <a:rPr lang="ru-RU" dirty="0"/>
              <a:t>.</a:t>
            </a:r>
            <a:endParaRPr lang="uk-UA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4D85300-C6DC-1640-47EC-E9FEA640EE9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600"/>
          <a:stretch/>
        </p:blipFill>
        <p:spPr bwMode="auto">
          <a:xfrm>
            <a:off x="259175" y="2348234"/>
            <a:ext cx="3012809" cy="390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B93F744-B0B3-70CC-51BC-EF212BF3BF9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69" r="52465"/>
          <a:stretch/>
        </p:blipFill>
        <p:spPr bwMode="auto">
          <a:xfrm>
            <a:off x="3406118" y="2328291"/>
            <a:ext cx="2593571" cy="390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2BCBDC18-ECED-572C-3F38-A8A164B973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81" r="26530"/>
          <a:stretch/>
        </p:blipFill>
        <p:spPr bwMode="auto">
          <a:xfrm>
            <a:off x="6090675" y="2368175"/>
            <a:ext cx="3051043" cy="3860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243D2DB8-0E9D-CF81-7C24-757D4816F4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87"/>
          <a:stretch/>
        </p:blipFill>
        <p:spPr bwMode="auto">
          <a:xfrm>
            <a:off x="9232704" y="2388120"/>
            <a:ext cx="2842570" cy="3860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42428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E5328A-22DB-3555-4AAB-2963E4064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 фото </a:t>
            </a:r>
            <a:r>
              <a:rPr lang="ru-RU" dirty="0" err="1"/>
              <a:t>зображено</a:t>
            </a:r>
            <a:r>
              <a:rPr lang="ru-RU" dirty="0"/>
              <a:t> </a:t>
            </a:r>
            <a:r>
              <a:rPr lang="ru-RU" dirty="0" err="1"/>
              <a:t>автопортрети</a:t>
            </a:r>
            <a:r>
              <a:rPr lang="ru-RU" dirty="0"/>
              <a:t> Тараса Шевченка, </a:t>
            </a:r>
            <a:r>
              <a:rPr lang="ru-RU" dirty="0" err="1"/>
              <a:t>написані</a:t>
            </a:r>
            <a:r>
              <a:rPr lang="ru-RU" dirty="0"/>
              <a:t> в </a:t>
            </a:r>
            <a:r>
              <a:rPr lang="ru-RU" dirty="0" err="1"/>
              <a:t>різний</a:t>
            </a:r>
            <a:r>
              <a:rPr lang="ru-RU" dirty="0"/>
              <a:t> час.</a:t>
            </a:r>
            <a:endParaRPr lang="uk-UA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12F4820-63C0-056B-6A33-08972961D0E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Укажіть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автопортрет,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створений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митцем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одразу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після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викупу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кріпацтва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F37DF127-4379-E7A7-4C23-1E714E2437B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251"/>
          <a:stretch/>
        </p:blipFill>
        <p:spPr bwMode="auto">
          <a:xfrm>
            <a:off x="1581150" y="1935921"/>
            <a:ext cx="1263535" cy="1844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FA4FC872-B416-E575-4BFE-8BCE5D45A3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65" r="49686"/>
          <a:stretch/>
        </p:blipFill>
        <p:spPr bwMode="auto">
          <a:xfrm>
            <a:off x="3160568" y="1935921"/>
            <a:ext cx="1263535" cy="1844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0F0F1844-E218-76CE-4D7C-0ADC28C816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80" t="-203" r="25071" b="203"/>
          <a:stretch/>
        </p:blipFill>
        <p:spPr bwMode="auto">
          <a:xfrm>
            <a:off x="1591193" y="3840885"/>
            <a:ext cx="1263535" cy="1844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6F1ED09D-0ACF-BB61-1CA0-6152690A2E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155" t="-37" r="96" b="37"/>
          <a:stretch/>
        </p:blipFill>
        <p:spPr bwMode="auto">
          <a:xfrm>
            <a:off x="3160568" y="3840885"/>
            <a:ext cx="1263535" cy="1844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6338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D7DF5-F06A-A94A-6AAA-1DA29F3AE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Хто</a:t>
            </a:r>
            <a:r>
              <a:rPr lang="ru-RU" dirty="0"/>
              <a:t> є автором </a:t>
            </a:r>
            <a:r>
              <a:rPr lang="ru-RU" dirty="0" err="1"/>
              <a:t>офортів</a:t>
            </a:r>
            <a:r>
              <a:rPr lang="ru-RU" dirty="0"/>
              <a:t>, </a:t>
            </a:r>
            <a:r>
              <a:rPr lang="ru-RU" dirty="0" err="1"/>
              <a:t>репродукції</a:t>
            </a:r>
            <a:r>
              <a:rPr lang="ru-RU" dirty="0"/>
              <a:t> </a:t>
            </a:r>
            <a:r>
              <a:rPr lang="ru-RU" dirty="0" err="1"/>
              <a:t>яких</a:t>
            </a:r>
            <a:r>
              <a:rPr lang="ru-RU" dirty="0"/>
              <a:t> подано </a:t>
            </a:r>
            <a:r>
              <a:rPr lang="ru-RU" dirty="0" err="1"/>
              <a:t>нижче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90E977A-5896-A0FD-D2B5-554226071C2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22539771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8A32EC23-97FC-895B-A66F-259E12342CD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094474"/>
            <a:ext cx="5105400" cy="168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92033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8749E4-D4C4-DA34-F996-D4E178142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Хто</a:t>
            </a:r>
            <a:r>
              <a:rPr lang="ru-RU" dirty="0"/>
              <a:t> є автором </a:t>
            </a:r>
            <a:r>
              <a:rPr lang="ru-RU" dirty="0" err="1"/>
              <a:t>картини</a:t>
            </a:r>
            <a:r>
              <a:rPr lang="ru-RU" dirty="0"/>
              <a:t>, </a:t>
            </a:r>
            <a:r>
              <a:rPr lang="ru-RU" dirty="0" err="1"/>
              <a:t>репродукцію</a:t>
            </a:r>
            <a:r>
              <a:rPr lang="ru-RU" dirty="0"/>
              <a:t>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зображено</a:t>
            </a:r>
            <a:r>
              <a:rPr lang="ru-RU" dirty="0"/>
              <a:t> на фото?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D115D17-6059-B51D-ECC4-410F30A2869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30011184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266" name="Picture 2">
            <a:extLst>
              <a:ext uri="{FF2B5EF4-FFF2-40B4-BE49-F238E27FC236}">
                <a16:creationId xmlns:a16="http://schemas.microsoft.com/office/drawing/2014/main" id="{FCADAB7F-D9A2-7FF4-DD14-2B5BC4D719F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117252"/>
            <a:ext cx="5105400" cy="3644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40261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66E343-3466-AA61-3378-4C4C56203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Хто</a:t>
            </a:r>
            <a:r>
              <a:rPr lang="ru-RU" dirty="0"/>
              <a:t> є автором </a:t>
            </a:r>
            <a:r>
              <a:rPr lang="ru-RU" dirty="0" err="1"/>
              <a:t>картини</a:t>
            </a:r>
            <a:r>
              <a:rPr lang="ru-RU" dirty="0"/>
              <a:t>, </a:t>
            </a:r>
            <a:r>
              <a:rPr lang="ru-RU" dirty="0" err="1"/>
              <a:t>репродукцію</a:t>
            </a:r>
            <a:r>
              <a:rPr lang="ru-RU" dirty="0"/>
              <a:t>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зображено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43437CC-738D-BECB-B7BF-40809AC3FB9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50180044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6" name="Picture 2">
            <a:extLst>
              <a:ext uri="{FF2B5EF4-FFF2-40B4-BE49-F238E27FC236}">
                <a16:creationId xmlns:a16="http://schemas.microsoft.com/office/drawing/2014/main" id="{9C8FA9CB-6384-7057-8C27-A5497741502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6037" y="2891631"/>
            <a:ext cx="1762125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7704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7D7D9E-C7BC-B855-5CA9-B782EC07F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 </a:t>
            </a:r>
            <a:r>
              <a:rPr lang="ru-RU" dirty="0" err="1"/>
              <a:t>стильовими</a:t>
            </a:r>
            <a:r>
              <a:rPr lang="ru-RU" dirty="0"/>
              <a:t> </a:t>
            </a:r>
            <a:r>
              <a:rPr lang="ru-RU" dirty="0" err="1"/>
              <a:t>ознаками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встановити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зображена</a:t>
            </a:r>
            <a:r>
              <a:rPr lang="ru-RU" dirty="0"/>
              <a:t> </a:t>
            </a:r>
            <a:r>
              <a:rPr lang="ru-RU" dirty="0" err="1"/>
              <a:t>пам’ятка</a:t>
            </a:r>
            <a:r>
              <a:rPr lang="ru-RU" dirty="0"/>
              <a:t> </a:t>
            </a:r>
            <a:r>
              <a:rPr lang="ru-RU" dirty="0" err="1"/>
              <a:t>культури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є </a:t>
            </a:r>
            <a:r>
              <a:rPr lang="ru-RU" dirty="0" err="1"/>
              <a:t>зразком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06D4F84-2C1B-B83C-697F-7980AF4EE57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7133618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80F47BAA-3A53-DC12-EE1C-1C0E90A1C4E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762" y="3072606"/>
            <a:ext cx="3114675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16601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802A47-EE00-E9B5-D7C6-1FFF9EA67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На фото зображено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DEFE506-4634-1A1F-C27F-A125A379603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17217066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290" name="Picture 2">
            <a:extLst>
              <a:ext uri="{FF2B5EF4-FFF2-40B4-BE49-F238E27FC236}">
                <a16:creationId xmlns:a16="http://schemas.microsoft.com/office/drawing/2014/main" id="{BA536BAB-E5DA-F17B-F3AE-4D9C98188C2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050" y="2087563"/>
            <a:ext cx="2632099" cy="370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89249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DFC841-C737-C911-C52D-F44D52492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До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відділу</a:t>
            </a:r>
            <a:r>
              <a:rPr lang="ru-RU" dirty="0"/>
              <a:t> </a:t>
            </a:r>
            <a:r>
              <a:rPr lang="ru-RU" dirty="0" err="1"/>
              <a:t>філателістичної</a:t>
            </a:r>
            <a:r>
              <a:rPr lang="ru-RU" dirty="0"/>
              <a:t> </a:t>
            </a:r>
            <a:r>
              <a:rPr lang="ru-RU" dirty="0" err="1"/>
              <a:t>колекції</a:t>
            </a:r>
            <a:r>
              <a:rPr lang="ru-RU" dirty="0"/>
              <a:t> </a:t>
            </a:r>
            <a:r>
              <a:rPr lang="ru-RU" dirty="0" err="1"/>
              <a:t>належить</a:t>
            </a:r>
            <a:r>
              <a:rPr lang="ru-RU" dirty="0"/>
              <a:t> марка, </a:t>
            </a:r>
            <a:r>
              <a:rPr lang="ru-RU" dirty="0" err="1"/>
              <a:t>зображена</a:t>
            </a:r>
            <a:r>
              <a:rPr lang="ru-RU" dirty="0"/>
              <a:t> на фото?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7CEE410-A926-BE21-026F-80051551128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00628346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218" name="Picture 2">
            <a:extLst>
              <a:ext uri="{FF2B5EF4-FFF2-40B4-BE49-F238E27FC236}">
                <a16:creationId xmlns:a16="http://schemas.microsoft.com/office/drawing/2014/main" id="{DE6CB0FD-0A8A-2C6C-5E8E-ACE5D313BE8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7240" y="2087563"/>
            <a:ext cx="2659720" cy="370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18477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Фіолетова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Булат</Template>
  <TotalTime>459</TotalTime>
  <Words>2718</Words>
  <Application>Microsoft Office PowerPoint</Application>
  <PresentationFormat>Широкий екран</PresentationFormat>
  <Paragraphs>299</Paragraphs>
  <Slides>56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56</vt:i4>
      </vt:variant>
    </vt:vector>
  </HeadingPairs>
  <TitlesOfParts>
    <vt:vector size="61" baseType="lpstr">
      <vt:lpstr>Arial</vt:lpstr>
      <vt:lpstr>Bookman Old Style</vt:lpstr>
      <vt:lpstr>Century Gothic</vt:lpstr>
      <vt:lpstr>Rockwell</vt:lpstr>
      <vt:lpstr>Damask</vt:lpstr>
      <vt:lpstr>Культура України кінця ХVІІІ – першої половини ХІХ ст.</vt:lpstr>
      <vt:lpstr>Презентація PowerPoint</vt:lpstr>
      <vt:lpstr>Загальні процеси</vt:lpstr>
      <vt:lpstr>Ідейний і художній рух в культурі кінця XVIII — першої половини ХІХ ст.</vt:lpstr>
      <vt:lpstr>Що було характерним для розвитку української культури першої половини ХІХ ст.?</vt:lpstr>
      <vt:lpstr>Що мало вирішальний вплив на розвиток української культури першої половини ХІХ ст.?</vt:lpstr>
      <vt:lpstr>Який чинник мав вирішальний вплив на розвиток української культури в Наддніпрянській Україні в першій половині XIX ст.?</vt:lpstr>
      <vt:lpstr>У якому регіоні України в складі Російської імперії наприкінці XVIII – у першій половині XIX ст. сформувався осередок українського національного відродження?</vt:lpstr>
      <vt:lpstr>Започаткування нової української літератури в західноукраїнських землях пов'язують із діяльністю</vt:lpstr>
      <vt:lpstr>Як зазначив історик Д. Дорошенко</vt:lpstr>
      <vt:lpstr>Якого віросповідання дотримувалася переважна більшість українського населення Галичини в ХІХ ст.?</vt:lpstr>
      <vt:lpstr>Установіть послідовність подій національно-культурного життя кінця XVIII–ХІХ ст.</vt:lpstr>
      <vt:lpstr>Укажіть рік створення документа, уривок з якого наведено:</vt:lpstr>
      <vt:lpstr>Вища освіта та наука</vt:lpstr>
      <vt:lpstr>Відкриття в першій половині ХІХ ст.</vt:lpstr>
      <vt:lpstr>Про заснування якого навчального закладу йдеться в уривку з історичного джерела?</vt:lpstr>
      <vt:lpstr> так міністр освіти Російської імперії С. Уваров писав про завдання</vt:lpstr>
      <vt:lpstr>Університет Святого Володимира в Києві було відкрито в</vt:lpstr>
      <vt:lpstr>Коли на українських землях було засновано університет</vt:lpstr>
      <vt:lpstr>Про кого з діячів науки першої половини ХІХ ст. ідеться:</vt:lpstr>
      <vt:lpstr>Василь Каразін та Михайло Максимович були причетні до</vt:lpstr>
      <vt:lpstr>Установіть послідовність подій ХІХ ст.</vt:lpstr>
      <vt:lpstr>У якому уривку з історичного джерела йдеться про роль і місце в українській культурі зображеного діяча?</vt:lpstr>
      <vt:lpstr>Укажіть портрет діяча, про роль і місце в українській культурі якого йдеться в уривку з історичного джерела: </vt:lpstr>
      <vt:lpstr>Іван Григорович-Барський — це видатний архітектор XVIII ст., представник українського</vt:lpstr>
      <vt:lpstr>На фото зображено стилізовану композицію реверсу (зворотної сторони) монети, присвяченої видатному українському письменнику.</vt:lpstr>
      <vt:lpstr>Установіть відповідність між прізвищами діячів та фактами їхньої біографії.</vt:lpstr>
      <vt:lpstr>Установіть відповідність між прізвищами діячів і фактами їхньої біографії.</vt:lpstr>
      <vt:lpstr>Установіть відповідність між прізвищем діяча та фактом його біографії.</vt:lpstr>
      <vt:lpstr>Установіть відповідність між прізвищем науковця та фактами його біографії.</vt:lpstr>
      <vt:lpstr>Презентація PowerPoint</vt:lpstr>
      <vt:lpstr>У якому уривку з історичного джерела йдеться про роль і місце в українській культурі зображеного діяча?</vt:lpstr>
      <vt:lpstr>Якою подією в житті Т. Шевченка відзначено 1840 рік?</vt:lpstr>
      <vt:lpstr>Прочитайте уривок листа українського діяча.</vt:lpstr>
      <vt:lpstr>Про якого митця йдеться в уривку з історичного джерела</vt:lpstr>
      <vt:lpstr>Слова Т. Шевченка адресовано</vt:lpstr>
      <vt:lpstr>Література</vt:lpstr>
      <vt:lpstr>Про який твір йдеться в уривку з історичного джерела?</vt:lpstr>
      <vt:lpstr>Вихід друком «Енеїди», «Кобзаря», «Історії русів» свідчить про початок</vt:lpstr>
      <vt:lpstr>Про який твір ідеться в уривку з історичного джерела:</vt:lpstr>
      <vt:lpstr>В «Історії русів», що поширювалася в рукописах у першій половині ХІХ ст., відображено погляди</vt:lpstr>
      <vt:lpstr>«Історія Русів», що поширювалася в рукописах у першій половині ХІХ ст., відображає погляди</vt:lpstr>
      <vt:lpstr>Установіть послідовність подій суспільного життя XIX cт.</vt:lpstr>
      <vt:lpstr>Доберіть до кожного з видань його характеристику</vt:lpstr>
      <vt:lpstr>Мистецтво</vt:lpstr>
      <vt:lpstr>Пам’ятка архітектури, зображена на фото, є окрасою міста</vt:lpstr>
      <vt:lpstr>Пам’ятка архітектури, зображена на листівці початку XX ст., є окрасою міста</vt:lpstr>
      <vt:lpstr>Хто є автором картини, зображеної на репродукції?</vt:lpstr>
      <vt:lpstr>Укажіть картину, де Т. Шевченко втілив центральний образ одного зі своїх поетичних творів.</vt:lpstr>
      <vt:lpstr>На фото зображено автопортрети Тараса Шевченка, написані в різний час.</vt:lpstr>
      <vt:lpstr>Хто є автором офортів, репродукції яких подано нижче?</vt:lpstr>
      <vt:lpstr>Хто є автором картини, репродукцію якої зображено на фото?</vt:lpstr>
      <vt:lpstr>Хто є автором картини, репродукцію якої зображено?</vt:lpstr>
      <vt:lpstr>За стильовими ознаками можна встановити, що зображена пам’ятка культури України є зразком архітектури</vt:lpstr>
      <vt:lpstr>На фото зображено</vt:lpstr>
      <vt:lpstr>До якого відділу філателістичної колекції належить марка, зображена на фото?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6</cp:revision>
  <dcterms:created xsi:type="dcterms:W3CDTF">2024-12-19T21:46:58Z</dcterms:created>
  <dcterms:modified xsi:type="dcterms:W3CDTF">2024-12-21T16:29:43Z</dcterms:modified>
</cp:coreProperties>
</file>